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69"/>
  </p:notesMasterIdLst>
  <p:sldIdLst>
    <p:sldId id="324" r:id="rId2"/>
    <p:sldId id="256" r:id="rId3"/>
    <p:sldId id="257" r:id="rId4"/>
    <p:sldId id="258" r:id="rId5"/>
    <p:sldId id="259" r:id="rId6"/>
    <p:sldId id="260" r:id="rId7"/>
    <p:sldId id="261" r:id="rId8"/>
    <p:sldId id="262" r:id="rId9"/>
    <p:sldId id="263" r:id="rId10"/>
    <p:sldId id="264" r:id="rId11"/>
    <p:sldId id="265" r:id="rId12"/>
    <p:sldId id="322" r:id="rId13"/>
    <p:sldId id="267" r:id="rId14"/>
    <p:sldId id="268" r:id="rId15"/>
    <p:sldId id="269" r:id="rId16"/>
    <p:sldId id="270" r:id="rId17"/>
    <p:sldId id="271" r:id="rId18"/>
    <p:sldId id="273" r:id="rId19"/>
    <p:sldId id="274" r:id="rId20"/>
    <p:sldId id="275" r:id="rId21"/>
    <p:sldId id="272" r:id="rId22"/>
    <p:sldId id="276" r:id="rId23"/>
    <p:sldId id="277" r:id="rId24"/>
    <p:sldId id="278" r:id="rId25"/>
    <p:sldId id="279" r:id="rId26"/>
    <p:sldId id="280" r:id="rId27"/>
    <p:sldId id="281" r:id="rId28"/>
    <p:sldId id="282" r:id="rId29"/>
    <p:sldId id="283" r:id="rId30"/>
    <p:sldId id="284" r:id="rId31"/>
    <p:sldId id="285" r:id="rId32"/>
    <p:sldId id="286" r:id="rId33"/>
    <p:sldId id="287" r:id="rId34"/>
    <p:sldId id="288" r:id="rId35"/>
    <p:sldId id="289" r:id="rId36"/>
    <p:sldId id="290" r:id="rId37"/>
    <p:sldId id="291" r:id="rId38"/>
    <p:sldId id="292" r:id="rId39"/>
    <p:sldId id="293" r:id="rId40"/>
    <p:sldId id="294" r:id="rId41"/>
    <p:sldId id="295" r:id="rId42"/>
    <p:sldId id="296" r:id="rId43"/>
    <p:sldId id="297" r:id="rId44"/>
    <p:sldId id="298" r:id="rId45"/>
    <p:sldId id="299" r:id="rId46"/>
    <p:sldId id="323" r:id="rId47"/>
    <p:sldId id="300" r:id="rId48"/>
    <p:sldId id="301" r:id="rId49"/>
    <p:sldId id="302" r:id="rId50"/>
    <p:sldId id="303" r:id="rId51"/>
    <p:sldId id="304" r:id="rId52"/>
    <p:sldId id="305" r:id="rId53"/>
    <p:sldId id="306" r:id="rId54"/>
    <p:sldId id="307" r:id="rId55"/>
    <p:sldId id="308" r:id="rId56"/>
    <p:sldId id="309" r:id="rId57"/>
    <p:sldId id="310" r:id="rId58"/>
    <p:sldId id="311" r:id="rId59"/>
    <p:sldId id="312" r:id="rId60"/>
    <p:sldId id="313" r:id="rId61"/>
    <p:sldId id="314" r:id="rId62"/>
    <p:sldId id="316" r:id="rId63"/>
    <p:sldId id="317" r:id="rId64"/>
    <p:sldId id="318" r:id="rId65"/>
    <p:sldId id="319" r:id="rId66"/>
    <p:sldId id="320" r:id="rId67"/>
    <p:sldId id="321" r:id="rId68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3009"/>
    <p:restoredTop sz="94674"/>
  </p:normalViewPr>
  <p:slideViewPr>
    <p:cSldViewPr snapToGrid="0">
      <p:cViewPr varScale="1">
        <p:scale>
          <a:sx n="138" d="100"/>
          <a:sy n="138" d="100"/>
        </p:scale>
        <p:origin x="176" y="33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notesMaster" Target="notesMasters/notesMaster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theme" Target="theme/theme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" Type="http://schemas.openxmlformats.org/officeDocument/2006/relationships/slide" Target="slides/slide6.xml"/><Relationship Id="rId71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"/>
          <p:cNvSpPr>
            <a:spLocks noGrp="1"/>
          </p:cNvSpPr>
          <p:nvPr>
            <p:ph type="hdr" sz="quarter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3" name="Date Placeholder"/>
          <p:cNvSpPr>
            <a:spLocks noGrp="1"/>
          </p:cNvSpPr>
          <p:nvPr>
            <p:ph type="dt" sz="quarter" idx="1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4" name="Slide Image Placeholder"/>
          <p:cNvSpPr>
            <a:spLocks noGrp="1" noRot="1" noChangeAspect="1"/>
          </p:cNvSpPr>
          <p:nvPr>
            <p:ph type="sldImg" idx="2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5" name="Notes Placeholder"/>
          <p:cNvSpPr>
            <a:spLocks noGrp="1"/>
          </p:cNvSpPr>
          <p:nvPr>
            <p:ph type="body" sz="quarter" idx="3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6" name="Footer Placeholder"/>
          <p:cNvSpPr>
            <a:spLocks noGrp="1"/>
          </p:cNvSpPr>
          <p:nvPr>
            <p:ph type="ftr" sz="quarter" idx="4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7" name="Slide Number Placeholder"/>
          <p:cNvSpPr>
            <a:spLocks noGrp="1"/>
          </p:cNvSpPr>
          <p:nvPr>
            <p:ph type="sldNum" sz="quarter" idx="5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/>
    </a:lvl1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Source: </a:t>
            </a:r>
            <a:r>
              <a:rPr lang="en-US" dirty="0" err="1"/>
              <a:t>ByteQuest</a:t>
            </a:r>
            <a:r>
              <a:rPr lang="en-US" dirty="0"/>
              <a:t>, CNN Explained Visually (https://</a:t>
            </a:r>
            <a:r>
              <a:rPr lang="en-US" dirty="0" err="1"/>
              <a:t>www.youtube.com</a:t>
            </a:r>
            <a:r>
              <a:rPr lang="en-US" dirty="0"/>
              <a:t>/</a:t>
            </a:r>
            <a:r>
              <a:rPr lang="en-US" dirty="0" err="1"/>
              <a:t>watch?v</a:t>
            </a:r>
            <a:r>
              <a:rPr lang="en-US" dirty="0"/>
              <a:t>=jL2G8DG-qmI). Visual sequence adapted with permission. The next slide begins the animated explanation.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8356109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90895794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 lang="en-US"/>
          </a:p>
          <a:p>
            <a:endParaRPr lang="en-US"/>
          </a:p>
          <a:p>
            <a:endParaRPr lang="en-US"/>
          </a:p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31441599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">
            <a:extLst>
              <a:ext uri="{FF2B5EF4-FFF2-40B4-BE49-F238E27FC236}">
                <a16:creationId xmlns:a16="http://schemas.microsoft.com/office/drawing/2014/main" id="{02A00453-B4F3-4C8F-9BC9-74A0BF253C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19200" y="2590800"/>
            <a:ext cx="9753600" cy="990600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wrap="square" lIns="0" tIns="0" rIns="0" bIns="0" anchor="ctr">
            <a:normAutofit/>
          </a:bodyPr>
          <a:lstStyle>
            <a:defPPr algn="ctr">
              <a:defRPr sz="480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defPPr>
            <a:lvl1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1pPr>
            <a:lvl2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2pPr>
            <a:lvl3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3pPr>
            <a:lvl4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4pPr>
            <a:lvl5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5pPr>
            <a:lvl6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6pPr>
            <a:lvl7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7pPr>
            <a:lvl8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8pPr>
            <a:lvl9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9pPr>
          </a:lstStyle>
          <a:p>
            <a:endParaRPr/>
          </a:p>
        </p:txBody>
      </p:sp>
      <p:sp>
        <p:nvSpPr>
          <p:cNvPr id="2" name="Subtitle">
            <a:extLst>
              <a:ext uri="{FF2B5EF4-FFF2-40B4-BE49-F238E27FC236}">
                <a16:creationId xmlns:a16="http://schemas.microsoft.com/office/drawing/2014/main" id="{110FCC51-CA17-4713-A59A-F0D37063B58A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828800" y="3771900"/>
            <a:ext cx="8534400" cy="762000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wrap="square" lIns="0" tIns="0" rIns="0" bIns="0" anchor="ctr">
            <a:normAutofit/>
          </a:bodyPr>
          <a:lstStyle>
            <a:defPPr algn="ctr">
              <a:defRPr sz="2100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defPPr>
            <a:lvl1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1pPr>
            <a:lvl2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2pPr>
            <a:lvl3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3pPr>
            <a:lvl4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4pPr>
            <a:lvl5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5pPr>
            <a:lvl6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6pPr>
            <a:lvl7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7pPr>
            <a:lvl8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8pPr>
            <a:lvl9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ction title">
            <a:extLst>
              <a:ext uri="{FF2B5EF4-FFF2-40B4-BE49-F238E27FC236}">
                <a16:creationId xmlns:a16="http://schemas.microsoft.com/office/drawing/2014/main" id="{63099FBF-4585-4CF0-980A-B4611C26985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19200" y="2857500"/>
            <a:ext cx="9753600" cy="1143000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wrap="square" lIns="0" tIns="0" rIns="0" bIns="0" anchor="ctr">
            <a:normAutofit/>
          </a:bodyPr>
          <a:lstStyle>
            <a:defPPr algn="ctr">
              <a:defRPr sz="420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defPPr>
            <a:lvl1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1pPr>
            <a:lvl2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2pPr>
            <a:lvl3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3pPr>
            <a:lvl4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4pPr>
            <a:lvl5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5pPr>
            <a:lvl6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6pPr>
            <a:lvl7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7pPr>
            <a:lvl8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8pPr>
            <a:lvl9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itle and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">
            <a:extLst>
              <a:ext uri="{FF2B5EF4-FFF2-40B4-BE49-F238E27FC236}">
                <a16:creationId xmlns:a16="http://schemas.microsoft.com/office/drawing/2014/main" id="{291EA29A-7AD5-4894-A4D1-BF8234E2856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800" y="533400"/>
            <a:ext cx="10820400" cy="838200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wrap="square" lIns="0" tIns="0" rIns="0" bIns="0" anchor="t">
            <a:normAutofit/>
          </a:bodyPr>
          <a:lstStyle>
            <a:defPPr algn="l">
              <a:defRPr sz="330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defPPr>
            <a:lvl1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1pPr>
            <a:lvl2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2pPr>
            <a:lvl3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3pPr>
            <a:lvl4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4pPr>
            <a:lvl5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5pPr>
            <a:lvl6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6pPr>
            <a:lvl7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7pPr>
            <a:lvl8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8pPr>
            <a:lvl9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9pPr>
          </a:lstStyle>
          <a:p>
            <a:endParaRPr/>
          </a:p>
        </p:txBody>
      </p:sp>
      <p:sp>
        <p:nvSpPr>
          <p:cNvPr id="2" name="Body">
            <a:extLst>
              <a:ext uri="{FF2B5EF4-FFF2-40B4-BE49-F238E27FC236}">
                <a16:creationId xmlns:a16="http://schemas.microsoft.com/office/drawing/2014/main" id="{9F9A2527-C55D-4E4F-8030-A46BF59FF18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85800" y="1905000"/>
            <a:ext cx="10820400" cy="4267200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wrap="square" lIns="0" tIns="0" rIns="0" bIns="0" anchor="t">
            <a:normAutofit/>
          </a:bodyPr>
          <a:lstStyle>
            <a:defPPr algn="l">
              <a:defRPr sz="2250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defPPr>
            <a:lvl1pPr marL="2286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1pPr>
            <a:lvl2pPr marL="5334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2pPr>
            <a:lvl3pPr marL="8382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3pPr>
            <a:lvl4pPr marL="11430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4pPr>
            <a:lvl5pPr marL="14478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5pPr>
            <a:lvl6pPr marL="17526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6pPr>
            <a:lvl7pPr marL="20574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7pPr>
            <a:lvl8pPr marL="23622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8pPr>
            <a:lvl9pPr marL="26670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itle and Two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">
            <a:extLst>
              <a:ext uri="{FF2B5EF4-FFF2-40B4-BE49-F238E27FC236}">
                <a16:creationId xmlns:a16="http://schemas.microsoft.com/office/drawing/2014/main" id="{F5014DED-8C05-4633-821E-59AC80F3A85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800" y="533400"/>
            <a:ext cx="10820400" cy="838200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wrap="square" lIns="0" tIns="0" rIns="0" bIns="0" anchor="t">
            <a:normAutofit/>
          </a:bodyPr>
          <a:lstStyle>
            <a:defPPr algn="l">
              <a:defRPr sz="330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defPPr>
            <a:lvl1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1pPr>
            <a:lvl2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2pPr>
            <a:lvl3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3pPr>
            <a:lvl4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4pPr>
            <a:lvl5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5pPr>
            <a:lvl6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6pPr>
            <a:lvl7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7pPr>
            <a:lvl8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8pPr>
            <a:lvl9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9pPr>
          </a:lstStyle>
          <a:p>
            <a:endParaRPr/>
          </a:p>
        </p:txBody>
      </p:sp>
      <p:sp>
        <p:nvSpPr>
          <p:cNvPr id="2" name="Left column">
            <a:extLst>
              <a:ext uri="{FF2B5EF4-FFF2-40B4-BE49-F238E27FC236}">
                <a16:creationId xmlns:a16="http://schemas.microsoft.com/office/drawing/2014/main" id="{564A4EA5-ACAE-4169-BA4D-E9E89A89B61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85800" y="1905000"/>
            <a:ext cx="5029200" cy="4267200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wrap="square" lIns="0" tIns="0" rIns="0" bIns="0" anchor="t">
            <a:normAutofit/>
          </a:bodyPr>
          <a:lstStyle>
            <a:defPPr algn="l">
              <a:defRPr sz="2100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defPPr>
            <a:lvl1pPr marL="2286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1pPr>
            <a:lvl2pPr marL="5334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2pPr>
            <a:lvl3pPr marL="8382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3pPr>
            <a:lvl4pPr marL="11430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4pPr>
            <a:lvl5pPr marL="14478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5pPr>
            <a:lvl6pPr marL="17526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6pPr>
            <a:lvl7pPr marL="20574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7pPr>
            <a:lvl8pPr marL="23622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8pPr>
            <a:lvl9pPr marL="26670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9pPr>
          </a:lstStyle>
          <a:p>
            <a:endParaRPr/>
          </a:p>
        </p:txBody>
      </p:sp>
      <p:sp>
        <p:nvSpPr>
          <p:cNvPr id="3" name="Right column">
            <a:extLst>
              <a:ext uri="{FF2B5EF4-FFF2-40B4-BE49-F238E27FC236}">
                <a16:creationId xmlns:a16="http://schemas.microsoft.com/office/drawing/2014/main" id="{2BBDF164-3728-478A-9854-40C06DB16823}"/>
              </a:ext>
            </a:extLst>
          </p:cNvPr>
          <p:cNvSpPr>
            <a:spLocks noGrp="1"/>
          </p:cNvSpPr>
          <p:nvPr>
            <p:ph type="body" idx="2"/>
          </p:nvPr>
        </p:nvSpPr>
        <p:spPr>
          <a:xfrm>
            <a:off x="6477000" y="1905000"/>
            <a:ext cx="5029200" cy="4267200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wrap="square" lIns="0" tIns="0" rIns="0" bIns="0" anchor="t">
            <a:normAutofit/>
          </a:bodyPr>
          <a:lstStyle>
            <a:defPPr algn="l">
              <a:defRPr sz="2100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defPPr>
            <a:lvl1pPr marL="2286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1pPr>
            <a:lvl2pPr marL="5334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2pPr>
            <a:lvl3pPr marL="8382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3pPr>
            <a:lvl4pPr marL="11430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4pPr>
            <a:lvl5pPr marL="14478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5pPr>
            <a:lvl6pPr marL="17526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6pPr>
            <a:lvl7pPr marL="20574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7pPr>
            <a:lvl8pPr marL="23622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8pPr>
            <a:lvl9pPr marL="26670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itle and One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">
            <a:extLst>
              <a:ext uri="{FF2B5EF4-FFF2-40B4-BE49-F238E27FC236}">
                <a16:creationId xmlns:a16="http://schemas.microsoft.com/office/drawing/2014/main" id="{0D8AAB16-7DE8-4318-BA49-E0C3225FF9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800" y="533400"/>
            <a:ext cx="10820400" cy="838200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wrap="square" lIns="0" tIns="0" rIns="0" bIns="0" anchor="t">
            <a:normAutofit/>
          </a:bodyPr>
          <a:lstStyle>
            <a:defPPr algn="l">
              <a:defRPr sz="330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defPPr>
            <a:lvl1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1pPr>
            <a:lvl2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2pPr>
            <a:lvl3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3pPr>
            <a:lvl4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4pPr>
            <a:lvl5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5pPr>
            <a:lvl6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6pPr>
            <a:lvl7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7pPr>
            <a:lvl8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8pPr>
            <a:lvl9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9pPr>
          </a:lstStyle>
          <a:p>
            <a:endParaRPr/>
          </a:p>
        </p:txBody>
      </p:sp>
      <p:sp>
        <p:nvSpPr>
          <p:cNvPr id="2" name="Left column">
            <a:extLst>
              <a:ext uri="{FF2B5EF4-FFF2-40B4-BE49-F238E27FC236}">
                <a16:creationId xmlns:a16="http://schemas.microsoft.com/office/drawing/2014/main" id="{0F3DBA2D-7734-4E8C-A278-ACB3448F357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85800" y="1905000"/>
            <a:ext cx="5029200" cy="4267200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wrap="square" lIns="0" tIns="0" rIns="0" bIns="0" anchor="t">
            <a:normAutofit/>
          </a:bodyPr>
          <a:lstStyle>
            <a:defPPr algn="l">
              <a:defRPr sz="2250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defPPr>
            <a:lvl1pPr marL="2286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1pPr>
            <a:lvl2pPr marL="5334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2pPr>
            <a:lvl3pPr marL="8382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3pPr>
            <a:lvl4pPr marL="11430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4pPr>
            <a:lvl5pPr marL="14478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5pPr>
            <a:lvl6pPr marL="17526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6pPr>
            <a:lvl7pPr marL="20574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7pPr>
            <a:lvl8pPr marL="23622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8pPr>
            <a:lvl9pPr marL="26670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Master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</p:sldLayoutIdLst>
  <p:txStyles>
    <p:titleStyle>
      <a:lvl1pPr algn="l">
        <a:lnSpc>
          <a:spcPct val="90000"/>
        </a:lnSpc>
        <a:spcBef>
          <a:spcPts val="0"/>
        </a:spcBef>
        <a:buNone/>
        <a:defRPr sz="4400">
          <a:solidFill>
            <a:schemeClr val="tx1"/>
          </a:solidFill>
          <a:latin typeface="+mj-lt"/>
          <a:ea typeface="+mj-lt"/>
          <a:cs typeface="+mj-lt"/>
        </a:defRPr>
      </a:lvl1pPr>
    </p:titleStyle>
    <p:bodyStyle>
      <a:lvl1pPr marL="228600" indent="-228600" algn="l">
        <a:lnSpc>
          <a:spcPct val="90000"/>
        </a:lnSpc>
        <a:spcBef>
          <a:spcPts val="1000"/>
        </a:spcBef>
        <a:buChar char="•"/>
        <a:defRPr sz="2800">
          <a:solidFill>
            <a:schemeClr val="tx1"/>
          </a:solidFill>
          <a:latin typeface="+mn-lt"/>
          <a:ea typeface="+mn-lt"/>
          <a:cs typeface="+mn-lt"/>
        </a:defRPr>
      </a:lvl1pPr>
      <a:lvl2pPr marL="685800" indent="-228600" algn="l">
        <a:lnSpc>
          <a:spcPct val="90000"/>
        </a:lnSpc>
        <a:spcBef>
          <a:spcPts val="500"/>
        </a:spcBef>
        <a:buChar char="•"/>
        <a:defRPr sz="2400">
          <a:solidFill>
            <a:schemeClr val="tx1"/>
          </a:solidFill>
          <a:latin typeface="+mn-lt"/>
          <a:ea typeface="+mn-lt"/>
          <a:cs typeface="+mn-lt"/>
        </a:defRPr>
      </a:lvl2pPr>
      <a:lvl3pPr marL="1143000" indent="-228600" algn="l">
        <a:lnSpc>
          <a:spcPct val="90000"/>
        </a:lnSpc>
        <a:spcBef>
          <a:spcPts val="500"/>
        </a:spcBef>
        <a:buChar char="•"/>
        <a:defRPr sz="2000">
          <a:solidFill>
            <a:schemeClr val="tx1"/>
          </a:solidFill>
          <a:latin typeface="+mn-lt"/>
          <a:ea typeface="+mn-lt"/>
          <a:cs typeface="+mn-lt"/>
        </a:defRPr>
      </a:lvl3pPr>
      <a:lvl4pPr marL="16002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4pPr>
      <a:lvl5pPr marL="20574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5pPr>
      <a:lvl6pPr marL="25146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6pPr>
      <a:lvl7pPr marL="29718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7pPr>
      <a:lvl8pPr marL="34290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8pPr>
      <a:lvl9pPr marL="38862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9pPr>
    </p:bodyStyle>
    <p:otherStyle>
      <a:lvl1pPr marL="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1pPr>
      <a:lvl2pPr marL="4572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2pPr>
      <a:lvl3pPr marL="9144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3pPr>
      <a:lvl4pPr marL="13716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4pPr>
      <a:lvl5pPr marL="18288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5pPr>
      <a:lvl6pPr marL="22860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6pPr>
      <a:lvl7pPr marL="27432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7pPr>
      <a:lvl8pPr marL="32004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8pPr>
      <a:lvl9pPr marL="36576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6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6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6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6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6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7" Type="http://schemas.openxmlformats.org/officeDocument/2006/relationships/image" Target="../media/image5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6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6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6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6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6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6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6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6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6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6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6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6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6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6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6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6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6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6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6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6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6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6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6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7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9.png"/><Relationship Id="rId4" Type="http://schemas.openxmlformats.org/officeDocument/2006/relationships/image" Target="../media/image8.pn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6.png"/><Relationship Id="rId7" Type="http://schemas.openxmlformats.org/officeDocument/2006/relationships/image" Target="../media/image8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7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6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6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6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6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6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6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6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6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6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6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6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6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6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13.png"/><Relationship Id="rId4" Type="http://schemas.openxmlformats.org/officeDocument/2006/relationships/image" Target="../media/image12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6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6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6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6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6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6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6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6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6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6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6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6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6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6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6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6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Lecture title">
            <a:extLst>
              <a:ext uri="{FF2B5EF4-FFF2-40B4-BE49-F238E27FC236}">
                <a16:creationId xmlns:a16="http://schemas.microsoft.com/office/drawing/2014/main" id="{1BCE59C8-B46B-3BF1-9A15-140A5FBFCC22}"/>
              </a:ext>
            </a:extLst>
          </p:cNvPr>
          <p:cNvSpPr txBox="1"/>
          <p:nvPr/>
        </p:nvSpPr>
        <p:spPr>
          <a:xfrm>
            <a:off x="812800" y="2209800"/>
            <a:ext cx="10795000" cy="707886"/>
          </a:xfrm>
          <a:prstGeom prst="rect">
            <a:avLst/>
          </a:prstGeom>
          <a:noFill/>
        </p:spPr>
        <p:txBody>
          <a:bodyPr vert="horz" lIns="0" tIns="0" rIns="0" bIns="0" rtlCol="0">
            <a:spAutoFit/>
          </a:bodyPr>
          <a:lstStyle/>
          <a:p>
            <a:r>
              <a:rPr lang="en-US" sz="4600" b="1">
                <a:solidFill>
                  <a:srgbClr val="FFF514"/>
                </a:solidFill>
                <a:latin typeface="Consolas" panose="020B0609020204030204" pitchFamily="49" charset="0"/>
              </a:rPr>
              <a:t>Convolutional Neural Networks</a:t>
            </a:r>
          </a:p>
        </p:txBody>
      </p:sp>
      <p:sp>
        <p:nvSpPr>
          <p:cNvPr id="3" name="Course">
            <a:extLst>
              <a:ext uri="{FF2B5EF4-FFF2-40B4-BE49-F238E27FC236}">
                <a16:creationId xmlns:a16="http://schemas.microsoft.com/office/drawing/2014/main" id="{F3AD32BF-A3FF-04A0-FC10-24F3194BD177}"/>
              </a:ext>
            </a:extLst>
          </p:cNvPr>
          <p:cNvSpPr txBox="1"/>
          <p:nvPr/>
        </p:nvSpPr>
        <p:spPr>
          <a:xfrm>
            <a:off x="838200" y="3619500"/>
            <a:ext cx="9906000" cy="384721"/>
          </a:xfrm>
          <a:prstGeom prst="rect">
            <a:avLst/>
          </a:prstGeom>
          <a:noFill/>
        </p:spPr>
        <p:txBody>
          <a:bodyPr vert="horz" lIns="0" tIns="0" rIns="0" bIns="0" rtlCol="0">
            <a:spAutoFit/>
          </a:bodyPr>
          <a:lstStyle/>
          <a:p>
            <a:r>
              <a:rPr lang="en-US" sz="2500">
                <a:solidFill>
                  <a:srgbClr val="FFFFFF"/>
                </a:solidFill>
                <a:latin typeface="Consolas" panose="020B0609020204030204" pitchFamily="49" charset="0"/>
              </a:rPr>
              <a:t>ECE 116  |  Fall 2026</a:t>
            </a:r>
          </a:p>
        </p:txBody>
      </p:sp>
      <p:sp>
        <p:nvSpPr>
          <p:cNvPr id="4" name="Source credit">
            <a:extLst>
              <a:ext uri="{FF2B5EF4-FFF2-40B4-BE49-F238E27FC236}">
                <a16:creationId xmlns:a16="http://schemas.microsoft.com/office/drawing/2014/main" id="{A0C0EFFB-8F82-475D-E05A-2E012F73C6FA}"/>
              </a:ext>
            </a:extLst>
          </p:cNvPr>
          <p:cNvSpPr txBox="1"/>
          <p:nvPr/>
        </p:nvSpPr>
        <p:spPr>
          <a:xfrm>
            <a:off x="838200" y="6121400"/>
            <a:ext cx="10515600" cy="215444"/>
          </a:xfrm>
          <a:prstGeom prst="rect">
            <a:avLst/>
          </a:prstGeom>
          <a:noFill/>
        </p:spPr>
        <p:txBody>
          <a:bodyPr vert="horz" lIns="0" tIns="0" rIns="0" bIns="0" rtlCol="0">
            <a:spAutoFit/>
          </a:bodyPr>
          <a:lstStyle/>
          <a:p>
            <a:r>
              <a:rPr lang="en-US" sz="1400" dirty="0">
                <a:solidFill>
                  <a:srgbClr val="CDD5CF"/>
                </a:solidFill>
                <a:latin typeface="Consolas" panose="020B0609020204030204" pitchFamily="49" charset="0"/>
              </a:rPr>
              <a:t>Visual sequence adapted from </a:t>
            </a:r>
            <a:r>
              <a:rPr lang="en-US" sz="1400" dirty="0" err="1">
                <a:solidFill>
                  <a:srgbClr val="CDD5CF"/>
                </a:solidFill>
                <a:latin typeface="Consolas" panose="020B0609020204030204" pitchFamily="49" charset="0"/>
              </a:rPr>
              <a:t>ByteQuest</a:t>
            </a:r>
            <a:r>
              <a:rPr lang="en-US" sz="1400" dirty="0">
                <a:solidFill>
                  <a:srgbClr val="CDD5CF"/>
                </a:solidFill>
                <a:latin typeface="Consolas" panose="020B0609020204030204" pitchFamily="49" charset="0"/>
              </a:rPr>
              <a:t>, CNN Explained Visually</a:t>
            </a:r>
          </a:p>
        </p:txBody>
      </p:sp>
    </p:spTree>
    <p:extLst>
      <p:ext uri="{BB962C8B-B14F-4D97-AF65-F5344CB8AC3E}">
        <p14:creationId xmlns:p14="http://schemas.microsoft.com/office/powerpoint/2010/main" val="203968091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" name="anim_o3_1">
            <a:extLst>
              <a:ext uri="{FF2B5EF4-FFF2-40B4-BE49-F238E27FC236}">
                <a16:creationId xmlns:a16="http://schemas.microsoft.com/office/drawing/2014/main" id="{309BC571-D705-449A-A1FE-2EE131EBD2C8}"/>
              </a:ext>
            </a:extLst>
          </p:cNvPr>
          <p:cNvSpPr>
            <a:spLocks noGrp="1"/>
          </p:cNvSpPr>
          <p:nvPr/>
        </p:nvSpPr>
        <p:spPr>
          <a:xfrm>
            <a:off x="1466850" y="5007522"/>
            <a:ext cx="390197" cy="390197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4_1">
            <a:extLst>
              <a:ext uri="{FF2B5EF4-FFF2-40B4-BE49-F238E27FC236}">
                <a16:creationId xmlns:a16="http://schemas.microsoft.com/office/drawing/2014/main" id="{9AAC3167-C945-4C73-A1D4-A22514E77E8D}"/>
              </a:ext>
            </a:extLst>
          </p:cNvPr>
          <p:cNvSpPr>
            <a:spLocks noGrp="1"/>
          </p:cNvSpPr>
          <p:nvPr/>
        </p:nvSpPr>
        <p:spPr>
          <a:xfrm>
            <a:off x="1466850" y="4120712"/>
            <a:ext cx="390197" cy="390197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5_1">
            <a:extLst>
              <a:ext uri="{FF2B5EF4-FFF2-40B4-BE49-F238E27FC236}">
                <a16:creationId xmlns:a16="http://schemas.microsoft.com/office/drawing/2014/main" id="{E9E9B45D-864A-4C56-8DAA-42A596DA7100}"/>
              </a:ext>
            </a:extLst>
          </p:cNvPr>
          <p:cNvSpPr>
            <a:spLocks noGrp="1"/>
          </p:cNvSpPr>
          <p:nvPr/>
        </p:nvSpPr>
        <p:spPr>
          <a:xfrm>
            <a:off x="1466850" y="3233902"/>
            <a:ext cx="390197" cy="390197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6_1">
            <a:extLst>
              <a:ext uri="{FF2B5EF4-FFF2-40B4-BE49-F238E27FC236}">
                <a16:creationId xmlns:a16="http://schemas.microsoft.com/office/drawing/2014/main" id="{956C6FF7-3095-4CFB-A8C7-7591AC72DA23}"/>
              </a:ext>
            </a:extLst>
          </p:cNvPr>
          <p:cNvSpPr>
            <a:spLocks noGrp="1"/>
          </p:cNvSpPr>
          <p:nvPr/>
        </p:nvSpPr>
        <p:spPr>
          <a:xfrm>
            <a:off x="1466850" y="2347091"/>
            <a:ext cx="390197" cy="390197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7_1">
            <a:extLst>
              <a:ext uri="{FF2B5EF4-FFF2-40B4-BE49-F238E27FC236}">
                <a16:creationId xmlns:a16="http://schemas.microsoft.com/office/drawing/2014/main" id="{49BC679E-1779-461C-BC63-696B0D3E2505}"/>
              </a:ext>
            </a:extLst>
          </p:cNvPr>
          <p:cNvSpPr>
            <a:spLocks noGrp="1"/>
          </p:cNvSpPr>
          <p:nvPr/>
        </p:nvSpPr>
        <p:spPr>
          <a:xfrm>
            <a:off x="1466850" y="1460281"/>
            <a:ext cx="390197" cy="390197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9_1">
            <a:extLst>
              <a:ext uri="{FF2B5EF4-FFF2-40B4-BE49-F238E27FC236}">
                <a16:creationId xmlns:a16="http://schemas.microsoft.com/office/drawing/2014/main" id="{75699C6B-8D2C-48CA-89EE-E1BD41280A86}"/>
              </a:ext>
            </a:extLst>
          </p:cNvPr>
          <p:cNvSpPr>
            <a:spLocks noGrp="1"/>
          </p:cNvSpPr>
          <p:nvPr/>
        </p:nvSpPr>
        <p:spPr>
          <a:xfrm>
            <a:off x="3676486" y="5369637"/>
            <a:ext cx="552778" cy="552778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10_1">
            <a:extLst>
              <a:ext uri="{FF2B5EF4-FFF2-40B4-BE49-F238E27FC236}">
                <a16:creationId xmlns:a16="http://schemas.microsoft.com/office/drawing/2014/main" id="{252836E3-6476-4A51-A39C-5ED27CD96D22}"/>
              </a:ext>
            </a:extLst>
          </p:cNvPr>
          <p:cNvSpPr>
            <a:spLocks noGrp="1"/>
          </p:cNvSpPr>
          <p:nvPr/>
        </p:nvSpPr>
        <p:spPr>
          <a:xfrm>
            <a:off x="3676486" y="4482826"/>
            <a:ext cx="552778" cy="552778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11_1">
            <a:extLst>
              <a:ext uri="{FF2B5EF4-FFF2-40B4-BE49-F238E27FC236}">
                <a16:creationId xmlns:a16="http://schemas.microsoft.com/office/drawing/2014/main" id="{204F4BDE-C51E-41D2-B79E-B5E41BDE8033}"/>
              </a:ext>
            </a:extLst>
          </p:cNvPr>
          <p:cNvSpPr>
            <a:spLocks noGrp="1"/>
          </p:cNvSpPr>
          <p:nvPr/>
        </p:nvSpPr>
        <p:spPr>
          <a:xfrm>
            <a:off x="3676486" y="3596016"/>
            <a:ext cx="552778" cy="552778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12_1">
            <a:extLst>
              <a:ext uri="{FF2B5EF4-FFF2-40B4-BE49-F238E27FC236}">
                <a16:creationId xmlns:a16="http://schemas.microsoft.com/office/drawing/2014/main" id="{6D4D3C5B-C367-49A1-B9D8-BB53A8887E21}"/>
              </a:ext>
            </a:extLst>
          </p:cNvPr>
          <p:cNvSpPr>
            <a:spLocks noGrp="1"/>
          </p:cNvSpPr>
          <p:nvPr/>
        </p:nvSpPr>
        <p:spPr>
          <a:xfrm>
            <a:off x="3676486" y="2709206"/>
            <a:ext cx="552778" cy="552778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13_1">
            <a:extLst>
              <a:ext uri="{FF2B5EF4-FFF2-40B4-BE49-F238E27FC236}">
                <a16:creationId xmlns:a16="http://schemas.microsoft.com/office/drawing/2014/main" id="{4F59633F-283E-4BBC-B797-FA6B95ACE50B}"/>
              </a:ext>
            </a:extLst>
          </p:cNvPr>
          <p:cNvSpPr>
            <a:spLocks noGrp="1"/>
          </p:cNvSpPr>
          <p:nvPr/>
        </p:nvSpPr>
        <p:spPr>
          <a:xfrm>
            <a:off x="3676486" y="1822395"/>
            <a:ext cx="552778" cy="552778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14_1">
            <a:extLst>
              <a:ext uri="{FF2B5EF4-FFF2-40B4-BE49-F238E27FC236}">
                <a16:creationId xmlns:a16="http://schemas.microsoft.com/office/drawing/2014/main" id="{CD114B13-3F11-4CBB-AC56-C7099761B2E5}"/>
              </a:ext>
            </a:extLst>
          </p:cNvPr>
          <p:cNvSpPr>
            <a:spLocks noGrp="1"/>
          </p:cNvSpPr>
          <p:nvPr/>
        </p:nvSpPr>
        <p:spPr>
          <a:xfrm>
            <a:off x="3676486" y="935585"/>
            <a:ext cx="552778" cy="552778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16_1">
            <a:extLst>
              <a:ext uri="{FF2B5EF4-FFF2-40B4-BE49-F238E27FC236}">
                <a16:creationId xmlns:a16="http://schemas.microsoft.com/office/drawing/2014/main" id="{BC230C4B-3C6E-4756-82E3-308C90CAACFE}"/>
              </a:ext>
            </a:extLst>
          </p:cNvPr>
          <p:cNvSpPr>
            <a:spLocks noGrp="1"/>
          </p:cNvSpPr>
          <p:nvPr/>
        </p:nvSpPr>
        <p:spPr>
          <a:xfrm>
            <a:off x="5967413" y="4482826"/>
            <a:ext cx="552778" cy="552778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17_1">
            <a:extLst>
              <a:ext uri="{FF2B5EF4-FFF2-40B4-BE49-F238E27FC236}">
                <a16:creationId xmlns:a16="http://schemas.microsoft.com/office/drawing/2014/main" id="{522F493C-E542-4B9E-AB89-14C43CD0E85F}"/>
              </a:ext>
            </a:extLst>
          </p:cNvPr>
          <p:cNvSpPr>
            <a:spLocks noGrp="1"/>
          </p:cNvSpPr>
          <p:nvPr/>
        </p:nvSpPr>
        <p:spPr>
          <a:xfrm>
            <a:off x="5967413" y="3596016"/>
            <a:ext cx="552778" cy="552778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18_1">
            <a:extLst>
              <a:ext uri="{FF2B5EF4-FFF2-40B4-BE49-F238E27FC236}">
                <a16:creationId xmlns:a16="http://schemas.microsoft.com/office/drawing/2014/main" id="{2C0362C7-32A6-4D9E-91F6-E8182BF441AB}"/>
              </a:ext>
            </a:extLst>
          </p:cNvPr>
          <p:cNvSpPr>
            <a:spLocks noGrp="1"/>
          </p:cNvSpPr>
          <p:nvPr/>
        </p:nvSpPr>
        <p:spPr>
          <a:xfrm>
            <a:off x="5967413" y="2709206"/>
            <a:ext cx="552778" cy="552778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19_1">
            <a:extLst>
              <a:ext uri="{FF2B5EF4-FFF2-40B4-BE49-F238E27FC236}">
                <a16:creationId xmlns:a16="http://schemas.microsoft.com/office/drawing/2014/main" id="{D521817E-CD96-4E24-983F-7EDAD2944A43}"/>
              </a:ext>
            </a:extLst>
          </p:cNvPr>
          <p:cNvSpPr>
            <a:spLocks noGrp="1"/>
          </p:cNvSpPr>
          <p:nvPr/>
        </p:nvSpPr>
        <p:spPr>
          <a:xfrm>
            <a:off x="5967413" y="1822395"/>
            <a:ext cx="552778" cy="552778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21_1">
            <a:extLst>
              <a:ext uri="{FF2B5EF4-FFF2-40B4-BE49-F238E27FC236}">
                <a16:creationId xmlns:a16="http://schemas.microsoft.com/office/drawing/2014/main" id="{31ACFC3D-26F5-4E44-A6EF-9594796A4DC1}"/>
              </a:ext>
            </a:extLst>
          </p:cNvPr>
          <p:cNvSpPr>
            <a:spLocks noGrp="1"/>
          </p:cNvSpPr>
          <p:nvPr/>
        </p:nvSpPr>
        <p:spPr>
          <a:xfrm>
            <a:off x="8258339" y="4039421"/>
            <a:ext cx="552778" cy="552778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22_1">
            <a:extLst>
              <a:ext uri="{FF2B5EF4-FFF2-40B4-BE49-F238E27FC236}">
                <a16:creationId xmlns:a16="http://schemas.microsoft.com/office/drawing/2014/main" id="{9C527642-2C96-40F1-95C1-9D3E99F34A57}"/>
              </a:ext>
            </a:extLst>
          </p:cNvPr>
          <p:cNvSpPr>
            <a:spLocks noGrp="1"/>
          </p:cNvSpPr>
          <p:nvPr/>
        </p:nvSpPr>
        <p:spPr>
          <a:xfrm>
            <a:off x="8258339" y="3152611"/>
            <a:ext cx="552778" cy="552778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23_1">
            <a:extLst>
              <a:ext uri="{FF2B5EF4-FFF2-40B4-BE49-F238E27FC236}">
                <a16:creationId xmlns:a16="http://schemas.microsoft.com/office/drawing/2014/main" id="{191BF994-7919-41C1-AB1A-C4C28B7971D9}"/>
              </a:ext>
            </a:extLst>
          </p:cNvPr>
          <p:cNvSpPr>
            <a:spLocks noGrp="1"/>
          </p:cNvSpPr>
          <p:nvPr/>
        </p:nvSpPr>
        <p:spPr>
          <a:xfrm>
            <a:off x="8258339" y="2265800"/>
            <a:ext cx="552778" cy="552778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25_1">
            <a:extLst>
              <a:ext uri="{FF2B5EF4-FFF2-40B4-BE49-F238E27FC236}">
                <a16:creationId xmlns:a16="http://schemas.microsoft.com/office/drawing/2014/main" id="{CE8F5996-5360-45BF-9D7B-264CA20236C0}"/>
              </a:ext>
            </a:extLst>
          </p:cNvPr>
          <p:cNvSpPr>
            <a:spLocks noGrp="1"/>
          </p:cNvSpPr>
          <p:nvPr/>
        </p:nvSpPr>
        <p:spPr>
          <a:xfrm>
            <a:off x="10500491" y="3103836"/>
            <a:ext cx="650328" cy="650328"/>
          </a:xfrm>
          <a:prstGeom prst="ellipse">
            <a:avLst/>
          </a:prstGeom>
          <a:solidFill>
            <a:srgbClr val="FF862F">
              <a:alpha val="100000"/>
            </a:srgbClr>
          </a:solidFill>
          <a:ln w="25400">
            <a:solidFill>
              <a:srgbClr val="FF808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28_1">
            <a:extLst>
              <a:ext uri="{FF2B5EF4-FFF2-40B4-BE49-F238E27FC236}">
                <a16:creationId xmlns:a16="http://schemas.microsoft.com/office/drawing/2014/main" id="{23F7983C-EB21-482E-903F-F6E49DDF5D3C}"/>
              </a:ext>
            </a:extLst>
          </p:cNvPr>
          <p:cNvSpPr>
            <a:spLocks noGrp="1"/>
          </p:cNvSpPr>
          <p:nvPr/>
        </p:nvSpPr>
        <p:spPr>
          <a:xfrm>
            <a:off x="1661948" y="5202621"/>
            <a:ext cx="2290927" cy="443405"/>
          </a:xfrm>
          <a:custGeom>
            <a:avLst/>
            <a:gdLst/>
            <a:ahLst/>
            <a:cxnLst/>
            <a:rect l="0" t="0" r="0" b="0"/>
            <a:pathLst>
              <a:path w="2290927" h="443405">
                <a:moveTo>
                  <a:pt x="0" y="0"/>
                </a:moveTo>
                <a:lnTo>
                  <a:pt x="2290927" y="44340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29_1">
            <a:extLst>
              <a:ext uri="{FF2B5EF4-FFF2-40B4-BE49-F238E27FC236}">
                <a16:creationId xmlns:a16="http://schemas.microsoft.com/office/drawing/2014/main" id="{2B56B912-32E0-4DE8-B2D4-53FD04441E94}"/>
              </a:ext>
            </a:extLst>
          </p:cNvPr>
          <p:cNvSpPr>
            <a:spLocks noGrp="1"/>
          </p:cNvSpPr>
          <p:nvPr/>
        </p:nvSpPr>
        <p:spPr>
          <a:xfrm>
            <a:off x="1661948" y="4759216"/>
            <a:ext cx="2290927" cy="443405"/>
          </a:xfrm>
          <a:custGeom>
            <a:avLst/>
            <a:gdLst/>
            <a:ahLst/>
            <a:cxnLst/>
            <a:rect l="0" t="0" r="0" b="0"/>
            <a:pathLst>
              <a:path w="2290927" h="443405">
                <a:moveTo>
                  <a:pt x="0" y="443405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30_1">
            <a:extLst>
              <a:ext uri="{FF2B5EF4-FFF2-40B4-BE49-F238E27FC236}">
                <a16:creationId xmlns:a16="http://schemas.microsoft.com/office/drawing/2014/main" id="{854C9268-7802-4F42-8926-5355FDB69583}"/>
              </a:ext>
            </a:extLst>
          </p:cNvPr>
          <p:cNvSpPr>
            <a:spLocks noGrp="1"/>
          </p:cNvSpPr>
          <p:nvPr/>
        </p:nvSpPr>
        <p:spPr>
          <a:xfrm>
            <a:off x="1661948" y="3872405"/>
            <a:ext cx="2290927" cy="1330216"/>
          </a:xfrm>
          <a:custGeom>
            <a:avLst/>
            <a:gdLst/>
            <a:ahLst/>
            <a:cxnLst/>
            <a:rect l="0" t="0" r="0" b="0"/>
            <a:pathLst>
              <a:path w="2290927" h="1330216">
                <a:moveTo>
                  <a:pt x="0" y="1330216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31_1">
            <a:extLst>
              <a:ext uri="{FF2B5EF4-FFF2-40B4-BE49-F238E27FC236}">
                <a16:creationId xmlns:a16="http://schemas.microsoft.com/office/drawing/2014/main" id="{7A8B8942-4FA1-4A5E-81B1-9E6B58F10DDA}"/>
              </a:ext>
            </a:extLst>
          </p:cNvPr>
          <p:cNvSpPr>
            <a:spLocks noGrp="1"/>
          </p:cNvSpPr>
          <p:nvPr/>
        </p:nvSpPr>
        <p:spPr>
          <a:xfrm>
            <a:off x="1661948" y="2985595"/>
            <a:ext cx="2290927" cy="2217026"/>
          </a:xfrm>
          <a:custGeom>
            <a:avLst/>
            <a:gdLst/>
            <a:ahLst/>
            <a:cxnLst/>
            <a:rect l="0" t="0" r="0" b="0"/>
            <a:pathLst>
              <a:path w="2290927" h="2217026">
                <a:moveTo>
                  <a:pt x="0" y="2217026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32_1">
            <a:extLst>
              <a:ext uri="{FF2B5EF4-FFF2-40B4-BE49-F238E27FC236}">
                <a16:creationId xmlns:a16="http://schemas.microsoft.com/office/drawing/2014/main" id="{667F89FD-3BAD-4E44-9B50-0AFB58F0934B}"/>
              </a:ext>
            </a:extLst>
          </p:cNvPr>
          <p:cNvSpPr>
            <a:spLocks noGrp="1"/>
          </p:cNvSpPr>
          <p:nvPr/>
        </p:nvSpPr>
        <p:spPr>
          <a:xfrm>
            <a:off x="1661948" y="2098784"/>
            <a:ext cx="2290927" cy="3103836"/>
          </a:xfrm>
          <a:custGeom>
            <a:avLst/>
            <a:gdLst/>
            <a:ahLst/>
            <a:cxnLst/>
            <a:rect l="0" t="0" r="0" b="0"/>
            <a:pathLst>
              <a:path w="2290927" h="3103836">
                <a:moveTo>
                  <a:pt x="0" y="3103836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33_1">
            <a:extLst>
              <a:ext uri="{FF2B5EF4-FFF2-40B4-BE49-F238E27FC236}">
                <a16:creationId xmlns:a16="http://schemas.microsoft.com/office/drawing/2014/main" id="{3DDAC97D-076A-4F3E-B0A0-74E9AD94A058}"/>
              </a:ext>
            </a:extLst>
          </p:cNvPr>
          <p:cNvSpPr>
            <a:spLocks noGrp="1"/>
          </p:cNvSpPr>
          <p:nvPr/>
        </p:nvSpPr>
        <p:spPr>
          <a:xfrm>
            <a:off x="1661948" y="1211974"/>
            <a:ext cx="2290927" cy="3990647"/>
          </a:xfrm>
          <a:custGeom>
            <a:avLst/>
            <a:gdLst/>
            <a:ahLst/>
            <a:cxnLst/>
            <a:rect l="0" t="0" r="0" b="0"/>
            <a:pathLst>
              <a:path w="2290927" h="3990647">
                <a:moveTo>
                  <a:pt x="0" y="3990647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34_1">
            <a:extLst>
              <a:ext uri="{FF2B5EF4-FFF2-40B4-BE49-F238E27FC236}">
                <a16:creationId xmlns:a16="http://schemas.microsoft.com/office/drawing/2014/main" id="{53B23C22-35D1-4FF2-BD51-C594EEDFEFDF}"/>
              </a:ext>
            </a:extLst>
          </p:cNvPr>
          <p:cNvSpPr>
            <a:spLocks noGrp="1"/>
          </p:cNvSpPr>
          <p:nvPr/>
        </p:nvSpPr>
        <p:spPr>
          <a:xfrm>
            <a:off x="1661948" y="4315810"/>
            <a:ext cx="2290927" cy="1330216"/>
          </a:xfrm>
          <a:custGeom>
            <a:avLst/>
            <a:gdLst/>
            <a:ahLst/>
            <a:cxnLst/>
            <a:rect l="0" t="0" r="0" b="0"/>
            <a:pathLst>
              <a:path w="2290927" h="1330216">
                <a:moveTo>
                  <a:pt x="0" y="0"/>
                </a:moveTo>
                <a:lnTo>
                  <a:pt x="2290927" y="133021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35_1">
            <a:extLst>
              <a:ext uri="{FF2B5EF4-FFF2-40B4-BE49-F238E27FC236}">
                <a16:creationId xmlns:a16="http://schemas.microsoft.com/office/drawing/2014/main" id="{F4DB490C-DD3F-4102-8188-98A2B1C8C8A0}"/>
              </a:ext>
            </a:extLst>
          </p:cNvPr>
          <p:cNvSpPr>
            <a:spLocks noGrp="1"/>
          </p:cNvSpPr>
          <p:nvPr/>
        </p:nvSpPr>
        <p:spPr>
          <a:xfrm>
            <a:off x="1661948" y="4315810"/>
            <a:ext cx="2290927" cy="443405"/>
          </a:xfrm>
          <a:custGeom>
            <a:avLst/>
            <a:gdLst/>
            <a:ahLst/>
            <a:cxnLst/>
            <a:rect l="0" t="0" r="0" b="0"/>
            <a:pathLst>
              <a:path w="2290927" h="443405">
                <a:moveTo>
                  <a:pt x="0" y="0"/>
                </a:moveTo>
                <a:lnTo>
                  <a:pt x="2290927" y="44340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36_1">
            <a:extLst>
              <a:ext uri="{FF2B5EF4-FFF2-40B4-BE49-F238E27FC236}">
                <a16:creationId xmlns:a16="http://schemas.microsoft.com/office/drawing/2014/main" id="{A0D567F7-AC5F-4796-A07A-A9B8DC553030}"/>
              </a:ext>
            </a:extLst>
          </p:cNvPr>
          <p:cNvSpPr>
            <a:spLocks noGrp="1"/>
          </p:cNvSpPr>
          <p:nvPr/>
        </p:nvSpPr>
        <p:spPr>
          <a:xfrm>
            <a:off x="1661948" y="3872405"/>
            <a:ext cx="2290927" cy="443405"/>
          </a:xfrm>
          <a:custGeom>
            <a:avLst/>
            <a:gdLst/>
            <a:ahLst/>
            <a:cxnLst/>
            <a:rect l="0" t="0" r="0" b="0"/>
            <a:pathLst>
              <a:path w="2290927" h="443405">
                <a:moveTo>
                  <a:pt x="0" y="443405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37_1">
            <a:extLst>
              <a:ext uri="{FF2B5EF4-FFF2-40B4-BE49-F238E27FC236}">
                <a16:creationId xmlns:a16="http://schemas.microsoft.com/office/drawing/2014/main" id="{28CD9B68-626E-46DB-9E55-F73B06B98AA2}"/>
              </a:ext>
            </a:extLst>
          </p:cNvPr>
          <p:cNvSpPr>
            <a:spLocks noGrp="1"/>
          </p:cNvSpPr>
          <p:nvPr/>
        </p:nvSpPr>
        <p:spPr>
          <a:xfrm>
            <a:off x="1661948" y="2985595"/>
            <a:ext cx="2290927" cy="1330216"/>
          </a:xfrm>
          <a:custGeom>
            <a:avLst/>
            <a:gdLst/>
            <a:ahLst/>
            <a:cxnLst/>
            <a:rect l="0" t="0" r="0" b="0"/>
            <a:pathLst>
              <a:path w="2290927" h="1330216">
                <a:moveTo>
                  <a:pt x="0" y="1330216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38_1">
            <a:extLst>
              <a:ext uri="{FF2B5EF4-FFF2-40B4-BE49-F238E27FC236}">
                <a16:creationId xmlns:a16="http://schemas.microsoft.com/office/drawing/2014/main" id="{56141726-47EC-4A9C-9B52-05ECB1ECEACA}"/>
              </a:ext>
            </a:extLst>
          </p:cNvPr>
          <p:cNvSpPr>
            <a:spLocks noGrp="1"/>
          </p:cNvSpPr>
          <p:nvPr/>
        </p:nvSpPr>
        <p:spPr>
          <a:xfrm>
            <a:off x="1661948" y="2098784"/>
            <a:ext cx="2290927" cy="2217026"/>
          </a:xfrm>
          <a:custGeom>
            <a:avLst/>
            <a:gdLst/>
            <a:ahLst/>
            <a:cxnLst/>
            <a:rect l="0" t="0" r="0" b="0"/>
            <a:pathLst>
              <a:path w="2290927" h="2217026">
                <a:moveTo>
                  <a:pt x="0" y="2217026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39_1">
            <a:extLst>
              <a:ext uri="{FF2B5EF4-FFF2-40B4-BE49-F238E27FC236}">
                <a16:creationId xmlns:a16="http://schemas.microsoft.com/office/drawing/2014/main" id="{085F8925-3D11-41F8-9F67-D7B46810596B}"/>
              </a:ext>
            </a:extLst>
          </p:cNvPr>
          <p:cNvSpPr>
            <a:spLocks noGrp="1"/>
          </p:cNvSpPr>
          <p:nvPr/>
        </p:nvSpPr>
        <p:spPr>
          <a:xfrm>
            <a:off x="1661948" y="1211974"/>
            <a:ext cx="2290927" cy="3103836"/>
          </a:xfrm>
          <a:custGeom>
            <a:avLst/>
            <a:gdLst/>
            <a:ahLst/>
            <a:cxnLst/>
            <a:rect l="0" t="0" r="0" b="0"/>
            <a:pathLst>
              <a:path w="2290927" h="3103836">
                <a:moveTo>
                  <a:pt x="0" y="3103836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40_1">
            <a:extLst>
              <a:ext uri="{FF2B5EF4-FFF2-40B4-BE49-F238E27FC236}">
                <a16:creationId xmlns:a16="http://schemas.microsoft.com/office/drawing/2014/main" id="{37A27FB3-D159-4D01-A0EE-71AA1F248888}"/>
              </a:ext>
            </a:extLst>
          </p:cNvPr>
          <p:cNvSpPr>
            <a:spLocks noGrp="1"/>
          </p:cNvSpPr>
          <p:nvPr/>
        </p:nvSpPr>
        <p:spPr>
          <a:xfrm>
            <a:off x="1661948" y="3429000"/>
            <a:ext cx="2290927" cy="2217026"/>
          </a:xfrm>
          <a:custGeom>
            <a:avLst/>
            <a:gdLst/>
            <a:ahLst/>
            <a:cxnLst/>
            <a:rect l="0" t="0" r="0" b="0"/>
            <a:pathLst>
              <a:path w="2290927" h="2217026">
                <a:moveTo>
                  <a:pt x="0" y="0"/>
                </a:moveTo>
                <a:lnTo>
                  <a:pt x="2290927" y="221702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41_1">
            <a:extLst>
              <a:ext uri="{FF2B5EF4-FFF2-40B4-BE49-F238E27FC236}">
                <a16:creationId xmlns:a16="http://schemas.microsoft.com/office/drawing/2014/main" id="{3755C24C-6496-445F-A2A9-98CFA17D234B}"/>
              </a:ext>
            </a:extLst>
          </p:cNvPr>
          <p:cNvSpPr>
            <a:spLocks noGrp="1"/>
          </p:cNvSpPr>
          <p:nvPr/>
        </p:nvSpPr>
        <p:spPr>
          <a:xfrm>
            <a:off x="1661948" y="3429000"/>
            <a:ext cx="2290927" cy="1330216"/>
          </a:xfrm>
          <a:custGeom>
            <a:avLst/>
            <a:gdLst/>
            <a:ahLst/>
            <a:cxnLst/>
            <a:rect l="0" t="0" r="0" b="0"/>
            <a:pathLst>
              <a:path w="2290927" h="1330216">
                <a:moveTo>
                  <a:pt x="0" y="0"/>
                </a:moveTo>
                <a:lnTo>
                  <a:pt x="2290927" y="133021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42_1">
            <a:extLst>
              <a:ext uri="{FF2B5EF4-FFF2-40B4-BE49-F238E27FC236}">
                <a16:creationId xmlns:a16="http://schemas.microsoft.com/office/drawing/2014/main" id="{500975F9-A3DD-4051-BC17-DC5FBBBF1B7F}"/>
              </a:ext>
            </a:extLst>
          </p:cNvPr>
          <p:cNvSpPr>
            <a:spLocks noGrp="1"/>
          </p:cNvSpPr>
          <p:nvPr/>
        </p:nvSpPr>
        <p:spPr>
          <a:xfrm>
            <a:off x="1661948" y="3429000"/>
            <a:ext cx="2290927" cy="443405"/>
          </a:xfrm>
          <a:custGeom>
            <a:avLst/>
            <a:gdLst/>
            <a:ahLst/>
            <a:cxnLst/>
            <a:rect l="0" t="0" r="0" b="0"/>
            <a:pathLst>
              <a:path w="2290927" h="443405">
                <a:moveTo>
                  <a:pt x="0" y="0"/>
                </a:moveTo>
                <a:lnTo>
                  <a:pt x="2290927" y="44340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43_1">
            <a:extLst>
              <a:ext uri="{FF2B5EF4-FFF2-40B4-BE49-F238E27FC236}">
                <a16:creationId xmlns:a16="http://schemas.microsoft.com/office/drawing/2014/main" id="{CE0FDD8E-0A6F-4F7F-87CC-EA53460384EA}"/>
              </a:ext>
            </a:extLst>
          </p:cNvPr>
          <p:cNvSpPr>
            <a:spLocks noGrp="1"/>
          </p:cNvSpPr>
          <p:nvPr/>
        </p:nvSpPr>
        <p:spPr>
          <a:xfrm>
            <a:off x="1661948" y="2985595"/>
            <a:ext cx="2290927" cy="443405"/>
          </a:xfrm>
          <a:custGeom>
            <a:avLst/>
            <a:gdLst/>
            <a:ahLst/>
            <a:cxnLst/>
            <a:rect l="0" t="0" r="0" b="0"/>
            <a:pathLst>
              <a:path w="2290927" h="443405">
                <a:moveTo>
                  <a:pt x="0" y="443405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44_1">
            <a:extLst>
              <a:ext uri="{FF2B5EF4-FFF2-40B4-BE49-F238E27FC236}">
                <a16:creationId xmlns:a16="http://schemas.microsoft.com/office/drawing/2014/main" id="{EBC7589A-BC64-47BB-B746-68D85F7CB59D}"/>
              </a:ext>
            </a:extLst>
          </p:cNvPr>
          <p:cNvSpPr>
            <a:spLocks noGrp="1"/>
          </p:cNvSpPr>
          <p:nvPr/>
        </p:nvSpPr>
        <p:spPr>
          <a:xfrm>
            <a:off x="1661948" y="2098784"/>
            <a:ext cx="2290927" cy="1330216"/>
          </a:xfrm>
          <a:custGeom>
            <a:avLst/>
            <a:gdLst/>
            <a:ahLst/>
            <a:cxnLst/>
            <a:rect l="0" t="0" r="0" b="0"/>
            <a:pathLst>
              <a:path w="2290927" h="1330216">
                <a:moveTo>
                  <a:pt x="0" y="1330216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45_1">
            <a:extLst>
              <a:ext uri="{FF2B5EF4-FFF2-40B4-BE49-F238E27FC236}">
                <a16:creationId xmlns:a16="http://schemas.microsoft.com/office/drawing/2014/main" id="{0D3FB4ED-D4C3-4E22-8873-CC1D358519B0}"/>
              </a:ext>
            </a:extLst>
          </p:cNvPr>
          <p:cNvSpPr>
            <a:spLocks noGrp="1"/>
          </p:cNvSpPr>
          <p:nvPr/>
        </p:nvSpPr>
        <p:spPr>
          <a:xfrm>
            <a:off x="1661948" y="1211974"/>
            <a:ext cx="2290927" cy="2217026"/>
          </a:xfrm>
          <a:custGeom>
            <a:avLst/>
            <a:gdLst/>
            <a:ahLst/>
            <a:cxnLst/>
            <a:rect l="0" t="0" r="0" b="0"/>
            <a:pathLst>
              <a:path w="2290927" h="2217026">
                <a:moveTo>
                  <a:pt x="0" y="2217026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46_1">
            <a:extLst>
              <a:ext uri="{FF2B5EF4-FFF2-40B4-BE49-F238E27FC236}">
                <a16:creationId xmlns:a16="http://schemas.microsoft.com/office/drawing/2014/main" id="{739DEEEA-A3FB-45FB-B47D-A64C73F16F17}"/>
              </a:ext>
            </a:extLst>
          </p:cNvPr>
          <p:cNvSpPr>
            <a:spLocks noGrp="1"/>
          </p:cNvSpPr>
          <p:nvPr/>
        </p:nvSpPr>
        <p:spPr>
          <a:xfrm>
            <a:off x="1661948" y="2542190"/>
            <a:ext cx="2290927" cy="3103836"/>
          </a:xfrm>
          <a:custGeom>
            <a:avLst/>
            <a:gdLst/>
            <a:ahLst/>
            <a:cxnLst/>
            <a:rect l="0" t="0" r="0" b="0"/>
            <a:pathLst>
              <a:path w="2290927" h="3103836">
                <a:moveTo>
                  <a:pt x="0" y="0"/>
                </a:moveTo>
                <a:lnTo>
                  <a:pt x="2290927" y="310383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47_1">
            <a:extLst>
              <a:ext uri="{FF2B5EF4-FFF2-40B4-BE49-F238E27FC236}">
                <a16:creationId xmlns:a16="http://schemas.microsoft.com/office/drawing/2014/main" id="{39A525A7-2CE5-43FE-B5FB-F7FD57C6A02A}"/>
              </a:ext>
            </a:extLst>
          </p:cNvPr>
          <p:cNvSpPr>
            <a:spLocks noGrp="1"/>
          </p:cNvSpPr>
          <p:nvPr/>
        </p:nvSpPr>
        <p:spPr>
          <a:xfrm>
            <a:off x="1661948" y="2542190"/>
            <a:ext cx="2290927" cy="2217026"/>
          </a:xfrm>
          <a:custGeom>
            <a:avLst/>
            <a:gdLst/>
            <a:ahLst/>
            <a:cxnLst/>
            <a:rect l="0" t="0" r="0" b="0"/>
            <a:pathLst>
              <a:path w="2290927" h="2217026">
                <a:moveTo>
                  <a:pt x="0" y="0"/>
                </a:moveTo>
                <a:lnTo>
                  <a:pt x="2290927" y="221702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48_1">
            <a:extLst>
              <a:ext uri="{FF2B5EF4-FFF2-40B4-BE49-F238E27FC236}">
                <a16:creationId xmlns:a16="http://schemas.microsoft.com/office/drawing/2014/main" id="{35BEBF3D-C8E1-4E61-803D-4E15D691C5C4}"/>
              </a:ext>
            </a:extLst>
          </p:cNvPr>
          <p:cNvSpPr>
            <a:spLocks noGrp="1"/>
          </p:cNvSpPr>
          <p:nvPr/>
        </p:nvSpPr>
        <p:spPr>
          <a:xfrm>
            <a:off x="1661948" y="2542190"/>
            <a:ext cx="2290927" cy="1330216"/>
          </a:xfrm>
          <a:custGeom>
            <a:avLst/>
            <a:gdLst/>
            <a:ahLst/>
            <a:cxnLst/>
            <a:rect l="0" t="0" r="0" b="0"/>
            <a:pathLst>
              <a:path w="2290927" h="1330216">
                <a:moveTo>
                  <a:pt x="0" y="0"/>
                </a:moveTo>
                <a:lnTo>
                  <a:pt x="2290927" y="133021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49_1">
            <a:extLst>
              <a:ext uri="{FF2B5EF4-FFF2-40B4-BE49-F238E27FC236}">
                <a16:creationId xmlns:a16="http://schemas.microsoft.com/office/drawing/2014/main" id="{C18A9798-E384-46E0-97E1-D605852F4E32}"/>
              </a:ext>
            </a:extLst>
          </p:cNvPr>
          <p:cNvSpPr>
            <a:spLocks noGrp="1"/>
          </p:cNvSpPr>
          <p:nvPr/>
        </p:nvSpPr>
        <p:spPr>
          <a:xfrm>
            <a:off x="1661948" y="2542190"/>
            <a:ext cx="2290927" cy="443405"/>
          </a:xfrm>
          <a:custGeom>
            <a:avLst/>
            <a:gdLst/>
            <a:ahLst/>
            <a:cxnLst/>
            <a:rect l="0" t="0" r="0" b="0"/>
            <a:pathLst>
              <a:path w="2290927" h="443405">
                <a:moveTo>
                  <a:pt x="0" y="0"/>
                </a:moveTo>
                <a:lnTo>
                  <a:pt x="2290927" y="44340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50_1">
            <a:extLst>
              <a:ext uri="{FF2B5EF4-FFF2-40B4-BE49-F238E27FC236}">
                <a16:creationId xmlns:a16="http://schemas.microsoft.com/office/drawing/2014/main" id="{5B881989-6411-4DBD-9C23-8710B56EBF0F}"/>
              </a:ext>
            </a:extLst>
          </p:cNvPr>
          <p:cNvSpPr>
            <a:spLocks noGrp="1"/>
          </p:cNvSpPr>
          <p:nvPr/>
        </p:nvSpPr>
        <p:spPr>
          <a:xfrm>
            <a:off x="1661948" y="2098784"/>
            <a:ext cx="2290927" cy="443405"/>
          </a:xfrm>
          <a:custGeom>
            <a:avLst/>
            <a:gdLst/>
            <a:ahLst/>
            <a:cxnLst/>
            <a:rect l="0" t="0" r="0" b="0"/>
            <a:pathLst>
              <a:path w="2290927" h="443405">
                <a:moveTo>
                  <a:pt x="0" y="443405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51_1">
            <a:extLst>
              <a:ext uri="{FF2B5EF4-FFF2-40B4-BE49-F238E27FC236}">
                <a16:creationId xmlns:a16="http://schemas.microsoft.com/office/drawing/2014/main" id="{3044805D-44A8-4147-92A6-0B830A55F190}"/>
              </a:ext>
            </a:extLst>
          </p:cNvPr>
          <p:cNvSpPr>
            <a:spLocks noGrp="1"/>
          </p:cNvSpPr>
          <p:nvPr/>
        </p:nvSpPr>
        <p:spPr>
          <a:xfrm>
            <a:off x="1661948" y="1211974"/>
            <a:ext cx="2290927" cy="1330216"/>
          </a:xfrm>
          <a:custGeom>
            <a:avLst/>
            <a:gdLst/>
            <a:ahLst/>
            <a:cxnLst/>
            <a:rect l="0" t="0" r="0" b="0"/>
            <a:pathLst>
              <a:path w="2290927" h="1330216">
                <a:moveTo>
                  <a:pt x="0" y="1330216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52_1">
            <a:extLst>
              <a:ext uri="{FF2B5EF4-FFF2-40B4-BE49-F238E27FC236}">
                <a16:creationId xmlns:a16="http://schemas.microsoft.com/office/drawing/2014/main" id="{040721AA-6A73-404F-A345-9AA82D0DB4FA}"/>
              </a:ext>
            </a:extLst>
          </p:cNvPr>
          <p:cNvSpPr>
            <a:spLocks noGrp="1"/>
          </p:cNvSpPr>
          <p:nvPr/>
        </p:nvSpPr>
        <p:spPr>
          <a:xfrm>
            <a:off x="1661948" y="1655379"/>
            <a:ext cx="2290927" cy="3990647"/>
          </a:xfrm>
          <a:custGeom>
            <a:avLst/>
            <a:gdLst/>
            <a:ahLst/>
            <a:cxnLst/>
            <a:rect l="0" t="0" r="0" b="0"/>
            <a:pathLst>
              <a:path w="2290927" h="3990647">
                <a:moveTo>
                  <a:pt x="0" y="0"/>
                </a:moveTo>
                <a:lnTo>
                  <a:pt x="2290927" y="3990647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53_1">
            <a:extLst>
              <a:ext uri="{FF2B5EF4-FFF2-40B4-BE49-F238E27FC236}">
                <a16:creationId xmlns:a16="http://schemas.microsoft.com/office/drawing/2014/main" id="{8A21CB1E-6E8E-4C9C-974D-B61F528EAE51}"/>
              </a:ext>
            </a:extLst>
          </p:cNvPr>
          <p:cNvSpPr>
            <a:spLocks noGrp="1"/>
          </p:cNvSpPr>
          <p:nvPr/>
        </p:nvSpPr>
        <p:spPr>
          <a:xfrm>
            <a:off x="1661948" y="1655379"/>
            <a:ext cx="2290927" cy="3103836"/>
          </a:xfrm>
          <a:custGeom>
            <a:avLst/>
            <a:gdLst/>
            <a:ahLst/>
            <a:cxnLst/>
            <a:rect l="0" t="0" r="0" b="0"/>
            <a:pathLst>
              <a:path w="2290927" h="3103836">
                <a:moveTo>
                  <a:pt x="0" y="0"/>
                </a:moveTo>
                <a:lnTo>
                  <a:pt x="2290927" y="310383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54_1">
            <a:extLst>
              <a:ext uri="{FF2B5EF4-FFF2-40B4-BE49-F238E27FC236}">
                <a16:creationId xmlns:a16="http://schemas.microsoft.com/office/drawing/2014/main" id="{EA5424B0-C9B5-419A-A61C-0B7B9C6B385B}"/>
              </a:ext>
            </a:extLst>
          </p:cNvPr>
          <p:cNvSpPr>
            <a:spLocks noGrp="1"/>
          </p:cNvSpPr>
          <p:nvPr/>
        </p:nvSpPr>
        <p:spPr>
          <a:xfrm>
            <a:off x="1661948" y="1655379"/>
            <a:ext cx="2290927" cy="2217026"/>
          </a:xfrm>
          <a:custGeom>
            <a:avLst/>
            <a:gdLst/>
            <a:ahLst/>
            <a:cxnLst/>
            <a:rect l="0" t="0" r="0" b="0"/>
            <a:pathLst>
              <a:path w="2290927" h="2217026">
                <a:moveTo>
                  <a:pt x="0" y="0"/>
                </a:moveTo>
                <a:lnTo>
                  <a:pt x="2290927" y="221702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55_1">
            <a:extLst>
              <a:ext uri="{FF2B5EF4-FFF2-40B4-BE49-F238E27FC236}">
                <a16:creationId xmlns:a16="http://schemas.microsoft.com/office/drawing/2014/main" id="{8C9FEF80-1DE1-48F9-890C-EDE3B4103037}"/>
              </a:ext>
            </a:extLst>
          </p:cNvPr>
          <p:cNvSpPr>
            <a:spLocks noGrp="1"/>
          </p:cNvSpPr>
          <p:nvPr/>
        </p:nvSpPr>
        <p:spPr>
          <a:xfrm>
            <a:off x="1661948" y="1655379"/>
            <a:ext cx="2290927" cy="1330216"/>
          </a:xfrm>
          <a:custGeom>
            <a:avLst/>
            <a:gdLst/>
            <a:ahLst/>
            <a:cxnLst/>
            <a:rect l="0" t="0" r="0" b="0"/>
            <a:pathLst>
              <a:path w="2290927" h="1330216">
                <a:moveTo>
                  <a:pt x="0" y="0"/>
                </a:moveTo>
                <a:lnTo>
                  <a:pt x="2290927" y="133021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56_1">
            <a:extLst>
              <a:ext uri="{FF2B5EF4-FFF2-40B4-BE49-F238E27FC236}">
                <a16:creationId xmlns:a16="http://schemas.microsoft.com/office/drawing/2014/main" id="{C67F7B52-991A-436C-ABF4-DB2C9B0435F9}"/>
              </a:ext>
            </a:extLst>
          </p:cNvPr>
          <p:cNvSpPr>
            <a:spLocks noGrp="1"/>
          </p:cNvSpPr>
          <p:nvPr/>
        </p:nvSpPr>
        <p:spPr>
          <a:xfrm>
            <a:off x="1661948" y="1655379"/>
            <a:ext cx="2290927" cy="443405"/>
          </a:xfrm>
          <a:custGeom>
            <a:avLst/>
            <a:gdLst/>
            <a:ahLst/>
            <a:cxnLst/>
            <a:rect l="0" t="0" r="0" b="0"/>
            <a:pathLst>
              <a:path w="2290927" h="443405">
                <a:moveTo>
                  <a:pt x="0" y="0"/>
                </a:moveTo>
                <a:lnTo>
                  <a:pt x="2290927" y="44340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57_1">
            <a:extLst>
              <a:ext uri="{FF2B5EF4-FFF2-40B4-BE49-F238E27FC236}">
                <a16:creationId xmlns:a16="http://schemas.microsoft.com/office/drawing/2014/main" id="{516763E1-26F3-438A-818A-861529961F01}"/>
              </a:ext>
            </a:extLst>
          </p:cNvPr>
          <p:cNvSpPr>
            <a:spLocks noGrp="1"/>
          </p:cNvSpPr>
          <p:nvPr/>
        </p:nvSpPr>
        <p:spPr>
          <a:xfrm>
            <a:off x="1661948" y="1211974"/>
            <a:ext cx="2290927" cy="443405"/>
          </a:xfrm>
          <a:custGeom>
            <a:avLst/>
            <a:gdLst/>
            <a:ahLst/>
            <a:cxnLst/>
            <a:rect l="0" t="0" r="0" b="0"/>
            <a:pathLst>
              <a:path w="2290927" h="443405">
                <a:moveTo>
                  <a:pt x="0" y="443405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58_1">
            <a:extLst>
              <a:ext uri="{FF2B5EF4-FFF2-40B4-BE49-F238E27FC236}">
                <a16:creationId xmlns:a16="http://schemas.microsoft.com/office/drawing/2014/main" id="{145321A2-CA07-4036-A8E1-B3C03DCA20BD}"/>
              </a:ext>
            </a:extLst>
          </p:cNvPr>
          <p:cNvSpPr>
            <a:spLocks noGrp="1"/>
          </p:cNvSpPr>
          <p:nvPr/>
        </p:nvSpPr>
        <p:spPr>
          <a:xfrm>
            <a:off x="3952875" y="4759216"/>
            <a:ext cx="2290927" cy="886810"/>
          </a:xfrm>
          <a:custGeom>
            <a:avLst/>
            <a:gdLst/>
            <a:ahLst/>
            <a:cxnLst/>
            <a:rect l="0" t="0" r="0" b="0"/>
            <a:pathLst>
              <a:path w="2290927" h="886810">
                <a:moveTo>
                  <a:pt x="0" y="886810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59_1">
            <a:extLst>
              <a:ext uri="{FF2B5EF4-FFF2-40B4-BE49-F238E27FC236}">
                <a16:creationId xmlns:a16="http://schemas.microsoft.com/office/drawing/2014/main" id="{5BF6DCC3-B54B-46DE-9E34-B2C22A71F0AA}"/>
              </a:ext>
            </a:extLst>
          </p:cNvPr>
          <p:cNvSpPr>
            <a:spLocks noGrp="1"/>
          </p:cNvSpPr>
          <p:nvPr/>
        </p:nvSpPr>
        <p:spPr>
          <a:xfrm>
            <a:off x="3952875" y="3872405"/>
            <a:ext cx="2290927" cy="1773621"/>
          </a:xfrm>
          <a:custGeom>
            <a:avLst/>
            <a:gdLst/>
            <a:ahLst/>
            <a:cxnLst/>
            <a:rect l="0" t="0" r="0" b="0"/>
            <a:pathLst>
              <a:path w="2290927" h="1773621">
                <a:moveTo>
                  <a:pt x="0" y="1773621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60_1">
            <a:extLst>
              <a:ext uri="{FF2B5EF4-FFF2-40B4-BE49-F238E27FC236}">
                <a16:creationId xmlns:a16="http://schemas.microsoft.com/office/drawing/2014/main" id="{D88E5E78-1C6A-402E-9C60-40F79190613B}"/>
              </a:ext>
            </a:extLst>
          </p:cNvPr>
          <p:cNvSpPr>
            <a:spLocks noGrp="1"/>
          </p:cNvSpPr>
          <p:nvPr/>
        </p:nvSpPr>
        <p:spPr>
          <a:xfrm>
            <a:off x="3952875" y="2985595"/>
            <a:ext cx="2290927" cy="2660431"/>
          </a:xfrm>
          <a:custGeom>
            <a:avLst/>
            <a:gdLst/>
            <a:ahLst/>
            <a:cxnLst/>
            <a:rect l="0" t="0" r="0" b="0"/>
            <a:pathLst>
              <a:path w="2290927" h="2660431">
                <a:moveTo>
                  <a:pt x="0" y="2660431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o61_1">
            <a:extLst>
              <a:ext uri="{FF2B5EF4-FFF2-40B4-BE49-F238E27FC236}">
                <a16:creationId xmlns:a16="http://schemas.microsoft.com/office/drawing/2014/main" id="{9FF7D076-87B0-4324-B607-E16B247DF11D}"/>
              </a:ext>
            </a:extLst>
          </p:cNvPr>
          <p:cNvSpPr>
            <a:spLocks noGrp="1"/>
          </p:cNvSpPr>
          <p:nvPr/>
        </p:nvSpPr>
        <p:spPr>
          <a:xfrm>
            <a:off x="3952875" y="2098784"/>
            <a:ext cx="2290927" cy="3547241"/>
          </a:xfrm>
          <a:custGeom>
            <a:avLst/>
            <a:gdLst/>
            <a:ahLst/>
            <a:cxnLst/>
            <a:rect l="0" t="0" r="0" b="0"/>
            <a:pathLst>
              <a:path w="2290927" h="3547241">
                <a:moveTo>
                  <a:pt x="0" y="3547241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4" name="anim_o62_1">
            <a:extLst>
              <a:ext uri="{FF2B5EF4-FFF2-40B4-BE49-F238E27FC236}">
                <a16:creationId xmlns:a16="http://schemas.microsoft.com/office/drawing/2014/main" id="{B42F04B1-94A4-439F-BA64-281741BCBBF1}"/>
              </a:ext>
            </a:extLst>
          </p:cNvPr>
          <p:cNvSpPr>
            <a:spLocks noGrp="1"/>
          </p:cNvSpPr>
          <p:nvPr/>
        </p:nvSpPr>
        <p:spPr>
          <a:xfrm>
            <a:off x="3952875" y="4759216"/>
            <a:ext cx="2290927" cy="953"/>
          </a:xfrm>
          <a:custGeom>
            <a:avLst/>
            <a:gdLst/>
            <a:ahLst/>
            <a:cxnLst/>
            <a:rect l="0" t="0" r="0" b="0"/>
            <a:pathLst>
              <a:path w="2290927" h="953">
                <a:moveTo>
                  <a:pt x="0" y="0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5" name="anim_o63_1">
            <a:extLst>
              <a:ext uri="{FF2B5EF4-FFF2-40B4-BE49-F238E27FC236}">
                <a16:creationId xmlns:a16="http://schemas.microsoft.com/office/drawing/2014/main" id="{920D5FD7-76AA-4A4A-B651-34CEE54B5628}"/>
              </a:ext>
            </a:extLst>
          </p:cNvPr>
          <p:cNvSpPr>
            <a:spLocks noGrp="1"/>
          </p:cNvSpPr>
          <p:nvPr/>
        </p:nvSpPr>
        <p:spPr>
          <a:xfrm>
            <a:off x="3952875" y="3872405"/>
            <a:ext cx="2290927" cy="886810"/>
          </a:xfrm>
          <a:custGeom>
            <a:avLst/>
            <a:gdLst/>
            <a:ahLst/>
            <a:cxnLst/>
            <a:rect l="0" t="0" r="0" b="0"/>
            <a:pathLst>
              <a:path w="2290927" h="886810">
                <a:moveTo>
                  <a:pt x="0" y="886810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6" name="anim_o64_1">
            <a:extLst>
              <a:ext uri="{FF2B5EF4-FFF2-40B4-BE49-F238E27FC236}">
                <a16:creationId xmlns:a16="http://schemas.microsoft.com/office/drawing/2014/main" id="{DE90909A-9FF6-49FC-BCD3-FE8DDE21DC7A}"/>
              </a:ext>
            </a:extLst>
          </p:cNvPr>
          <p:cNvSpPr>
            <a:spLocks noGrp="1"/>
          </p:cNvSpPr>
          <p:nvPr/>
        </p:nvSpPr>
        <p:spPr>
          <a:xfrm>
            <a:off x="3952875" y="2985595"/>
            <a:ext cx="2290927" cy="1773621"/>
          </a:xfrm>
          <a:custGeom>
            <a:avLst/>
            <a:gdLst/>
            <a:ahLst/>
            <a:cxnLst/>
            <a:rect l="0" t="0" r="0" b="0"/>
            <a:pathLst>
              <a:path w="2290927" h="1773621">
                <a:moveTo>
                  <a:pt x="0" y="1773621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7" name="anim_o65_1">
            <a:extLst>
              <a:ext uri="{FF2B5EF4-FFF2-40B4-BE49-F238E27FC236}">
                <a16:creationId xmlns:a16="http://schemas.microsoft.com/office/drawing/2014/main" id="{2416E41D-ABC3-46F3-8934-1CF7EB8E7D2B}"/>
              </a:ext>
            </a:extLst>
          </p:cNvPr>
          <p:cNvSpPr>
            <a:spLocks noGrp="1"/>
          </p:cNvSpPr>
          <p:nvPr/>
        </p:nvSpPr>
        <p:spPr>
          <a:xfrm>
            <a:off x="3952875" y="2098784"/>
            <a:ext cx="2290927" cy="2660431"/>
          </a:xfrm>
          <a:custGeom>
            <a:avLst/>
            <a:gdLst/>
            <a:ahLst/>
            <a:cxnLst/>
            <a:rect l="0" t="0" r="0" b="0"/>
            <a:pathLst>
              <a:path w="2290927" h="2660431">
                <a:moveTo>
                  <a:pt x="0" y="2660431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8" name="anim_o66_1">
            <a:extLst>
              <a:ext uri="{FF2B5EF4-FFF2-40B4-BE49-F238E27FC236}">
                <a16:creationId xmlns:a16="http://schemas.microsoft.com/office/drawing/2014/main" id="{61812FC8-C6DF-4E8D-9A64-C7F821094684}"/>
              </a:ext>
            </a:extLst>
          </p:cNvPr>
          <p:cNvSpPr>
            <a:spLocks noGrp="1"/>
          </p:cNvSpPr>
          <p:nvPr/>
        </p:nvSpPr>
        <p:spPr>
          <a:xfrm>
            <a:off x="3952875" y="3872405"/>
            <a:ext cx="2290927" cy="886810"/>
          </a:xfrm>
          <a:custGeom>
            <a:avLst/>
            <a:gdLst/>
            <a:ahLst/>
            <a:cxnLst/>
            <a:rect l="0" t="0" r="0" b="0"/>
            <a:pathLst>
              <a:path w="2290927" h="886810">
                <a:moveTo>
                  <a:pt x="0" y="0"/>
                </a:moveTo>
                <a:lnTo>
                  <a:pt x="2290927" y="88681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o67_1">
            <a:extLst>
              <a:ext uri="{FF2B5EF4-FFF2-40B4-BE49-F238E27FC236}">
                <a16:creationId xmlns:a16="http://schemas.microsoft.com/office/drawing/2014/main" id="{1CB09477-52DF-4FC9-A93D-698692A97C60}"/>
              </a:ext>
            </a:extLst>
          </p:cNvPr>
          <p:cNvSpPr>
            <a:spLocks noGrp="1"/>
          </p:cNvSpPr>
          <p:nvPr/>
        </p:nvSpPr>
        <p:spPr>
          <a:xfrm>
            <a:off x="3952875" y="3872405"/>
            <a:ext cx="2290927" cy="953"/>
          </a:xfrm>
          <a:custGeom>
            <a:avLst/>
            <a:gdLst/>
            <a:ahLst/>
            <a:cxnLst/>
            <a:rect l="0" t="0" r="0" b="0"/>
            <a:pathLst>
              <a:path w="2290927" h="953">
                <a:moveTo>
                  <a:pt x="0" y="0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0" name="anim_o68_1">
            <a:extLst>
              <a:ext uri="{FF2B5EF4-FFF2-40B4-BE49-F238E27FC236}">
                <a16:creationId xmlns:a16="http://schemas.microsoft.com/office/drawing/2014/main" id="{349805E2-F485-487B-BA37-32438530C064}"/>
              </a:ext>
            </a:extLst>
          </p:cNvPr>
          <p:cNvSpPr>
            <a:spLocks noGrp="1"/>
          </p:cNvSpPr>
          <p:nvPr/>
        </p:nvSpPr>
        <p:spPr>
          <a:xfrm>
            <a:off x="3952875" y="2985595"/>
            <a:ext cx="2290927" cy="886810"/>
          </a:xfrm>
          <a:custGeom>
            <a:avLst/>
            <a:gdLst/>
            <a:ahLst/>
            <a:cxnLst/>
            <a:rect l="0" t="0" r="0" b="0"/>
            <a:pathLst>
              <a:path w="2290927" h="886810">
                <a:moveTo>
                  <a:pt x="0" y="886810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1" name="anim_o69_1">
            <a:extLst>
              <a:ext uri="{FF2B5EF4-FFF2-40B4-BE49-F238E27FC236}">
                <a16:creationId xmlns:a16="http://schemas.microsoft.com/office/drawing/2014/main" id="{7ECDAB87-CE03-4B2F-BB0B-F76ED510F766}"/>
              </a:ext>
            </a:extLst>
          </p:cNvPr>
          <p:cNvSpPr>
            <a:spLocks noGrp="1"/>
          </p:cNvSpPr>
          <p:nvPr/>
        </p:nvSpPr>
        <p:spPr>
          <a:xfrm>
            <a:off x="3952875" y="2098784"/>
            <a:ext cx="2290927" cy="1773621"/>
          </a:xfrm>
          <a:custGeom>
            <a:avLst/>
            <a:gdLst/>
            <a:ahLst/>
            <a:cxnLst/>
            <a:rect l="0" t="0" r="0" b="0"/>
            <a:pathLst>
              <a:path w="2290927" h="1773621">
                <a:moveTo>
                  <a:pt x="0" y="1773621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2" name="anim_o70_1">
            <a:extLst>
              <a:ext uri="{FF2B5EF4-FFF2-40B4-BE49-F238E27FC236}">
                <a16:creationId xmlns:a16="http://schemas.microsoft.com/office/drawing/2014/main" id="{6BD7595A-56D8-472F-98F4-0F481040498B}"/>
              </a:ext>
            </a:extLst>
          </p:cNvPr>
          <p:cNvSpPr>
            <a:spLocks noGrp="1"/>
          </p:cNvSpPr>
          <p:nvPr/>
        </p:nvSpPr>
        <p:spPr>
          <a:xfrm>
            <a:off x="3952875" y="2985595"/>
            <a:ext cx="2290927" cy="1773621"/>
          </a:xfrm>
          <a:custGeom>
            <a:avLst/>
            <a:gdLst/>
            <a:ahLst/>
            <a:cxnLst/>
            <a:rect l="0" t="0" r="0" b="0"/>
            <a:pathLst>
              <a:path w="2290927" h="1773621">
                <a:moveTo>
                  <a:pt x="0" y="0"/>
                </a:moveTo>
                <a:lnTo>
                  <a:pt x="2290927" y="1773621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3" name="anim_o71_1">
            <a:extLst>
              <a:ext uri="{FF2B5EF4-FFF2-40B4-BE49-F238E27FC236}">
                <a16:creationId xmlns:a16="http://schemas.microsoft.com/office/drawing/2014/main" id="{251441D2-8F18-443E-8E84-FEB96F7B2C44}"/>
              </a:ext>
            </a:extLst>
          </p:cNvPr>
          <p:cNvSpPr>
            <a:spLocks noGrp="1"/>
          </p:cNvSpPr>
          <p:nvPr/>
        </p:nvSpPr>
        <p:spPr>
          <a:xfrm>
            <a:off x="3952875" y="2985595"/>
            <a:ext cx="2290927" cy="886810"/>
          </a:xfrm>
          <a:custGeom>
            <a:avLst/>
            <a:gdLst/>
            <a:ahLst/>
            <a:cxnLst/>
            <a:rect l="0" t="0" r="0" b="0"/>
            <a:pathLst>
              <a:path w="2290927" h="886810">
                <a:moveTo>
                  <a:pt x="0" y="0"/>
                </a:moveTo>
                <a:lnTo>
                  <a:pt x="2290927" y="88681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4" name="anim_o72_1">
            <a:extLst>
              <a:ext uri="{FF2B5EF4-FFF2-40B4-BE49-F238E27FC236}">
                <a16:creationId xmlns:a16="http://schemas.microsoft.com/office/drawing/2014/main" id="{5DAFC5A0-7D09-4BE5-8AC6-8E102D74AA57}"/>
              </a:ext>
            </a:extLst>
          </p:cNvPr>
          <p:cNvSpPr>
            <a:spLocks noGrp="1"/>
          </p:cNvSpPr>
          <p:nvPr/>
        </p:nvSpPr>
        <p:spPr>
          <a:xfrm>
            <a:off x="3952875" y="2985595"/>
            <a:ext cx="2290927" cy="953"/>
          </a:xfrm>
          <a:custGeom>
            <a:avLst/>
            <a:gdLst/>
            <a:ahLst/>
            <a:cxnLst/>
            <a:rect l="0" t="0" r="0" b="0"/>
            <a:pathLst>
              <a:path w="2290927" h="953">
                <a:moveTo>
                  <a:pt x="0" y="0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5" name="anim_o73_1">
            <a:extLst>
              <a:ext uri="{FF2B5EF4-FFF2-40B4-BE49-F238E27FC236}">
                <a16:creationId xmlns:a16="http://schemas.microsoft.com/office/drawing/2014/main" id="{9391542E-FD08-450D-9C22-F1D7035F9F1E}"/>
              </a:ext>
            </a:extLst>
          </p:cNvPr>
          <p:cNvSpPr>
            <a:spLocks noGrp="1"/>
          </p:cNvSpPr>
          <p:nvPr/>
        </p:nvSpPr>
        <p:spPr>
          <a:xfrm>
            <a:off x="3952875" y="2098784"/>
            <a:ext cx="2290927" cy="886810"/>
          </a:xfrm>
          <a:custGeom>
            <a:avLst/>
            <a:gdLst/>
            <a:ahLst/>
            <a:cxnLst/>
            <a:rect l="0" t="0" r="0" b="0"/>
            <a:pathLst>
              <a:path w="2290927" h="886810">
                <a:moveTo>
                  <a:pt x="0" y="886810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6" name="anim_o74_1">
            <a:extLst>
              <a:ext uri="{FF2B5EF4-FFF2-40B4-BE49-F238E27FC236}">
                <a16:creationId xmlns:a16="http://schemas.microsoft.com/office/drawing/2014/main" id="{79BE866F-40B6-4705-86F4-31362584ECA1}"/>
              </a:ext>
            </a:extLst>
          </p:cNvPr>
          <p:cNvSpPr>
            <a:spLocks noGrp="1"/>
          </p:cNvSpPr>
          <p:nvPr/>
        </p:nvSpPr>
        <p:spPr>
          <a:xfrm>
            <a:off x="3952875" y="2098784"/>
            <a:ext cx="2290927" cy="2660431"/>
          </a:xfrm>
          <a:custGeom>
            <a:avLst/>
            <a:gdLst/>
            <a:ahLst/>
            <a:cxnLst/>
            <a:rect l="0" t="0" r="0" b="0"/>
            <a:pathLst>
              <a:path w="2290927" h="2660431">
                <a:moveTo>
                  <a:pt x="0" y="0"/>
                </a:moveTo>
                <a:lnTo>
                  <a:pt x="2290927" y="2660431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7" name="anim_o75_1">
            <a:extLst>
              <a:ext uri="{FF2B5EF4-FFF2-40B4-BE49-F238E27FC236}">
                <a16:creationId xmlns:a16="http://schemas.microsoft.com/office/drawing/2014/main" id="{3B7A414C-D188-4F97-A29B-980FBFC95F5C}"/>
              </a:ext>
            </a:extLst>
          </p:cNvPr>
          <p:cNvSpPr>
            <a:spLocks noGrp="1"/>
          </p:cNvSpPr>
          <p:nvPr/>
        </p:nvSpPr>
        <p:spPr>
          <a:xfrm>
            <a:off x="3952875" y="2098784"/>
            <a:ext cx="2290927" cy="1773621"/>
          </a:xfrm>
          <a:custGeom>
            <a:avLst/>
            <a:gdLst/>
            <a:ahLst/>
            <a:cxnLst/>
            <a:rect l="0" t="0" r="0" b="0"/>
            <a:pathLst>
              <a:path w="2290927" h="1773621">
                <a:moveTo>
                  <a:pt x="0" y="0"/>
                </a:moveTo>
                <a:lnTo>
                  <a:pt x="2290927" y="1773621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8" name="anim_o76_1">
            <a:extLst>
              <a:ext uri="{FF2B5EF4-FFF2-40B4-BE49-F238E27FC236}">
                <a16:creationId xmlns:a16="http://schemas.microsoft.com/office/drawing/2014/main" id="{68F2DF27-4FD1-49B7-B7C2-5A4ADD988564}"/>
              </a:ext>
            </a:extLst>
          </p:cNvPr>
          <p:cNvSpPr>
            <a:spLocks noGrp="1"/>
          </p:cNvSpPr>
          <p:nvPr/>
        </p:nvSpPr>
        <p:spPr>
          <a:xfrm>
            <a:off x="3952875" y="2098784"/>
            <a:ext cx="2290927" cy="886810"/>
          </a:xfrm>
          <a:custGeom>
            <a:avLst/>
            <a:gdLst/>
            <a:ahLst/>
            <a:cxnLst/>
            <a:rect l="0" t="0" r="0" b="0"/>
            <a:pathLst>
              <a:path w="2290927" h="886810">
                <a:moveTo>
                  <a:pt x="0" y="0"/>
                </a:moveTo>
                <a:lnTo>
                  <a:pt x="2290927" y="88681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9" name="anim_o77_1">
            <a:extLst>
              <a:ext uri="{FF2B5EF4-FFF2-40B4-BE49-F238E27FC236}">
                <a16:creationId xmlns:a16="http://schemas.microsoft.com/office/drawing/2014/main" id="{9489FDA8-23C9-4C1E-B491-065945623505}"/>
              </a:ext>
            </a:extLst>
          </p:cNvPr>
          <p:cNvSpPr>
            <a:spLocks noGrp="1"/>
          </p:cNvSpPr>
          <p:nvPr/>
        </p:nvSpPr>
        <p:spPr>
          <a:xfrm>
            <a:off x="3952875" y="2098784"/>
            <a:ext cx="2290927" cy="953"/>
          </a:xfrm>
          <a:custGeom>
            <a:avLst/>
            <a:gdLst/>
            <a:ahLst/>
            <a:cxnLst/>
            <a:rect l="0" t="0" r="0" b="0"/>
            <a:pathLst>
              <a:path w="2290927" h="953">
                <a:moveTo>
                  <a:pt x="0" y="0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70" name="anim_o78_1">
            <a:extLst>
              <a:ext uri="{FF2B5EF4-FFF2-40B4-BE49-F238E27FC236}">
                <a16:creationId xmlns:a16="http://schemas.microsoft.com/office/drawing/2014/main" id="{1DB77447-963E-4104-8B6D-7FE9060F6D3C}"/>
              </a:ext>
            </a:extLst>
          </p:cNvPr>
          <p:cNvSpPr>
            <a:spLocks noGrp="1"/>
          </p:cNvSpPr>
          <p:nvPr/>
        </p:nvSpPr>
        <p:spPr>
          <a:xfrm>
            <a:off x="3952875" y="1211974"/>
            <a:ext cx="2290927" cy="3547241"/>
          </a:xfrm>
          <a:custGeom>
            <a:avLst/>
            <a:gdLst/>
            <a:ahLst/>
            <a:cxnLst/>
            <a:rect l="0" t="0" r="0" b="0"/>
            <a:pathLst>
              <a:path w="2290927" h="3547241">
                <a:moveTo>
                  <a:pt x="0" y="0"/>
                </a:moveTo>
                <a:lnTo>
                  <a:pt x="2290927" y="3547241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71" name="anim_o79_1">
            <a:extLst>
              <a:ext uri="{FF2B5EF4-FFF2-40B4-BE49-F238E27FC236}">
                <a16:creationId xmlns:a16="http://schemas.microsoft.com/office/drawing/2014/main" id="{E2B24F5C-BA9A-4801-9280-E8FBEDCC8D5D}"/>
              </a:ext>
            </a:extLst>
          </p:cNvPr>
          <p:cNvSpPr>
            <a:spLocks noGrp="1"/>
          </p:cNvSpPr>
          <p:nvPr/>
        </p:nvSpPr>
        <p:spPr>
          <a:xfrm>
            <a:off x="3952875" y="1211974"/>
            <a:ext cx="2290927" cy="2660431"/>
          </a:xfrm>
          <a:custGeom>
            <a:avLst/>
            <a:gdLst/>
            <a:ahLst/>
            <a:cxnLst/>
            <a:rect l="0" t="0" r="0" b="0"/>
            <a:pathLst>
              <a:path w="2290927" h="2660431">
                <a:moveTo>
                  <a:pt x="0" y="0"/>
                </a:moveTo>
                <a:lnTo>
                  <a:pt x="2290927" y="2660431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72" name="anim_o80_1">
            <a:extLst>
              <a:ext uri="{FF2B5EF4-FFF2-40B4-BE49-F238E27FC236}">
                <a16:creationId xmlns:a16="http://schemas.microsoft.com/office/drawing/2014/main" id="{EFC4CEBF-EF9A-4BBC-801D-50EBE1942E4E}"/>
              </a:ext>
            </a:extLst>
          </p:cNvPr>
          <p:cNvSpPr>
            <a:spLocks noGrp="1"/>
          </p:cNvSpPr>
          <p:nvPr/>
        </p:nvSpPr>
        <p:spPr>
          <a:xfrm>
            <a:off x="3952875" y="1211974"/>
            <a:ext cx="2290927" cy="1773621"/>
          </a:xfrm>
          <a:custGeom>
            <a:avLst/>
            <a:gdLst/>
            <a:ahLst/>
            <a:cxnLst/>
            <a:rect l="0" t="0" r="0" b="0"/>
            <a:pathLst>
              <a:path w="2290927" h="1773621">
                <a:moveTo>
                  <a:pt x="0" y="0"/>
                </a:moveTo>
                <a:lnTo>
                  <a:pt x="2290927" y="1773621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73" name="anim_o81_1">
            <a:extLst>
              <a:ext uri="{FF2B5EF4-FFF2-40B4-BE49-F238E27FC236}">
                <a16:creationId xmlns:a16="http://schemas.microsoft.com/office/drawing/2014/main" id="{444898D0-1C51-4FAD-A51A-E5E64ED6D2B8}"/>
              </a:ext>
            </a:extLst>
          </p:cNvPr>
          <p:cNvSpPr>
            <a:spLocks noGrp="1"/>
          </p:cNvSpPr>
          <p:nvPr/>
        </p:nvSpPr>
        <p:spPr>
          <a:xfrm>
            <a:off x="3952875" y="1211974"/>
            <a:ext cx="2290927" cy="886810"/>
          </a:xfrm>
          <a:custGeom>
            <a:avLst/>
            <a:gdLst/>
            <a:ahLst/>
            <a:cxnLst/>
            <a:rect l="0" t="0" r="0" b="0"/>
            <a:pathLst>
              <a:path w="2290927" h="886810">
                <a:moveTo>
                  <a:pt x="0" y="0"/>
                </a:moveTo>
                <a:lnTo>
                  <a:pt x="2290927" y="88681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74" name="anim_o82_1">
            <a:extLst>
              <a:ext uri="{FF2B5EF4-FFF2-40B4-BE49-F238E27FC236}">
                <a16:creationId xmlns:a16="http://schemas.microsoft.com/office/drawing/2014/main" id="{6C912088-0351-4EAE-B960-3C7A624EB3DC}"/>
              </a:ext>
            </a:extLst>
          </p:cNvPr>
          <p:cNvSpPr>
            <a:spLocks noGrp="1"/>
          </p:cNvSpPr>
          <p:nvPr/>
        </p:nvSpPr>
        <p:spPr>
          <a:xfrm>
            <a:off x="6243802" y="4315810"/>
            <a:ext cx="2290927" cy="443405"/>
          </a:xfrm>
          <a:custGeom>
            <a:avLst/>
            <a:gdLst/>
            <a:ahLst/>
            <a:cxnLst/>
            <a:rect l="0" t="0" r="0" b="0"/>
            <a:pathLst>
              <a:path w="2290927" h="443405">
                <a:moveTo>
                  <a:pt x="0" y="443405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75" name="anim_o83_1">
            <a:extLst>
              <a:ext uri="{FF2B5EF4-FFF2-40B4-BE49-F238E27FC236}">
                <a16:creationId xmlns:a16="http://schemas.microsoft.com/office/drawing/2014/main" id="{8011497A-C45F-4D88-8B2F-FD9605996EB0}"/>
              </a:ext>
            </a:extLst>
          </p:cNvPr>
          <p:cNvSpPr>
            <a:spLocks noGrp="1"/>
          </p:cNvSpPr>
          <p:nvPr/>
        </p:nvSpPr>
        <p:spPr>
          <a:xfrm>
            <a:off x="6243802" y="3429000"/>
            <a:ext cx="2290927" cy="1330216"/>
          </a:xfrm>
          <a:custGeom>
            <a:avLst/>
            <a:gdLst/>
            <a:ahLst/>
            <a:cxnLst/>
            <a:rect l="0" t="0" r="0" b="0"/>
            <a:pathLst>
              <a:path w="2290927" h="1330216">
                <a:moveTo>
                  <a:pt x="0" y="1330216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76" name="anim_o84_1">
            <a:extLst>
              <a:ext uri="{FF2B5EF4-FFF2-40B4-BE49-F238E27FC236}">
                <a16:creationId xmlns:a16="http://schemas.microsoft.com/office/drawing/2014/main" id="{EC44CE4A-E1FA-4CC1-804B-FC1BA52FB8E7}"/>
              </a:ext>
            </a:extLst>
          </p:cNvPr>
          <p:cNvSpPr>
            <a:spLocks noGrp="1"/>
          </p:cNvSpPr>
          <p:nvPr/>
        </p:nvSpPr>
        <p:spPr>
          <a:xfrm>
            <a:off x="6243802" y="2542190"/>
            <a:ext cx="2290927" cy="2217026"/>
          </a:xfrm>
          <a:custGeom>
            <a:avLst/>
            <a:gdLst/>
            <a:ahLst/>
            <a:cxnLst/>
            <a:rect l="0" t="0" r="0" b="0"/>
            <a:pathLst>
              <a:path w="2290927" h="2217026">
                <a:moveTo>
                  <a:pt x="0" y="2217026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77" name="anim_o85_1">
            <a:extLst>
              <a:ext uri="{FF2B5EF4-FFF2-40B4-BE49-F238E27FC236}">
                <a16:creationId xmlns:a16="http://schemas.microsoft.com/office/drawing/2014/main" id="{92992332-5989-42C7-BA91-21EADA8ED7F6}"/>
              </a:ext>
            </a:extLst>
          </p:cNvPr>
          <p:cNvSpPr>
            <a:spLocks noGrp="1"/>
          </p:cNvSpPr>
          <p:nvPr/>
        </p:nvSpPr>
        <p:spPr>
          <a:xfrm>
            <a:off x="6243802" y="3872405"/>
            <a:ext cx="2290927" cy="443405"/>
          </a:xfrm>
          <a:custGeom>
            <a:avLst/>
            <a:gdLst/>
            <a:ahLst/>
            <a:cxnLst/>
            <a:rect l="0" t="0" r="0" b="0"/>
            <a:pathLst>
              <a:path w="2290927" h="443405">
                <a:moveTo>
                  <a:pt x="0" y="0"/>
                </a:moveTo>
                <a:lnTo>
                  <a:pt x="2290927" y="44340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78" name="anim_o86_1">
            <a:extLst>
              <a:ext uri="{FF2B5EF4-FFF2-40B4-BE49-F238E27FC236}">
                <a16:creationId xmlns:a16="http://schemas.microsoft.com/office/drawing/2014/main" id="{8510C879-059C-46E0-A12C-75E3970BC7D9}"/>
              </a:ext>
            </a:extLst>
          </p:cNvPr>
          <p:cNvSpPr>
            <a:spLocks noGrp="1"/>
          </p:cNvSpPr>
          <p:nvPr/>
        </p:nvSpPr>
        <p:spPr>
          <a:xfrm>
            <a:off x="6243802" y="3429000"/>
            <a:ext cx="2290927" cy="443405"/>
          </a:xfrm>
          <a:custGeom>
            <a:avLst/>
            <a:gdLst/>
            <a:ahLst/>
            <a:cxnLst/>
            <a:rect l="0" t="0" r="0" b="0"/>
            <a:pathLst>
              <a:path w="2290927" h="443405">
                <a:moveTo>
                  <a:pt x="0" y="443405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79" name="anim_o87_1">
            <a:extLst>
              <a:ext uri="{FF2B5EF4-FFF2-40B4-BE49-F238E27FC236}">
                <a16:creationId xmlns:a16="http://schemas.microsoft.com/office/drawing/2014/main" id="{4A50D8E7-96D6-4E55-A940-5917EA94467E}"/>
              </a:ext>
            </a:extLst>
          </p:cNvPr>
          <p:cNvSpPr>
            <a:spLocks noGrp="1"/>
          </p:cNvSpPr>
          <p:nvPr/>
        </p:nvSpPr>
        <p:spPr>
          <a:xfrm>
            <a:off x="6243802" y="2542190"/>
            <a:ext cx="2290927" cy="1330216"/>
          </a:xfrm>
          <a:custGeom>
            <a:avLst/>
            <a:gdLst/>
            <a:ahLst/>
            <a:cxnLst/>
            <a:rect l="0" t="0" r="0" b="0"/>
            <a:pathLst>
              <a:path w="2290927" h="1330216">
                <a:moveTo>
                  <a:pt x="0" y="1330216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80" name="anim_o88_1">
            <a:extLst>
              <a:ext uri="{FF2B5EF4-FFF2-40B4-BE49-F238E27FC236}">
                <a16:creationId xmlns:a16="http://schemas.microsoft.com/office/drawing/2014/main" id="{A0D356CD-4386-48F8-9B3C-4C7C83C82EF0}"/>
              </a:ext>
            </a:extLst>
          </p:cNvPr>
          <p:cNvSpPr>
            <a:spLocks noGrp="1"/>
          </p:cNvSpPr>
          <p:nvPr/>
        </p:nvSpPr>
        <p:spPr>
          <a:xfrm>
            <a:off x="6243802" y="2985595"/>
            <a:ext cx="2290927" cy="1330216"/>
          </a:xfrm>
          <a:custGeom>
            <a:avLst/>
            <a:gdLst/>
            <a:ahLst/>
            <a:cxnLst/>
            <a:rect l="0" t="0" r="0" b="0"/>
            <a:pathLst>
              <a:path w="2290927" h="1330216">
                <a:moveTo>
                  <a:pt x="0" y="0"/>
                </a:moveTo>
                <a:lnTo>
                  <a:pt x="2290927" y="133021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81" name="anim_o89_1">
            <a:extLst>
              <a:ext uri="{FF2B5EF4-FFF2-40B4-BE49-F238E27FC236}">
                <a16:creationId xmlns:a16="http://schemas.microsoft.com/office/drawing/2014/main" id="{C8FED322-00C2-43EE-9D48-667317D2DA87}"/>
              </a:ext>
            </a:extLst>
          </p:cNvPr>
          <p:cNvSpPr>
            <a:spLocks noGrp="1"/>
          </p:cNvSpPr>
          <p:nvPr/>
        </p:nvSpPr>
        <p:spPr>
          <a:xfrm>
            <a:off x="6243802" y="2985595"/>
            <a:ext cx="2290927" cy="443405"/>
          </a:xfrm>
          <a:custGeom>
            <a:avLst/>
            <a:gdLst/>
            <a:ahLst/>
            <a:cxnLst/>
            <a:rect l="0" t="0" r="0" b="0"/>
            <a:pathLst>
              <a:path w="2290927" h="443405">
                <a:moveTo>
                  <a:pt x="0" y="0"/>
                </a:moveTo>
                <a:lnTo>
                  <a:pt x="2290927" y="44340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82" name="anim_o90_1">
            <a:extLst>
              <a:ext uri="{FF2B5EF4-FFF2-40B4-BE49-F238E27FC236}">
                <a16:creationId xmlns:a16="http://schemas.microsoft.com/office/drawing/2014/main" id="{999FFAEB-C543-47A5-92E4-D4E784092785}"/>
              </a:ext>
            </a:extLst>
          </p:cNvPr>
          <p:cNvSpPr>
            <a:spLocks noGrp="1"/>
          </p:cNvSpPr>
          <p:nvPr/>
        </p:nvSpPr>
        <p:spPr>
          <a:xfrm>
            <a:off x="6243802" y="2542190"/>
            <a:ext cx="2290927" cy="443405"/>
          </a:xfrm>
          <a:custGeom>
            <a:avLst/>
            <a:gdLst/>
            <a:ahLst/>
            <a:cxnLst/>
            <a:rect l="0" t="0" r="0" b="0"/>
            <a:pathLst>
              <a:path w="2290927" h="443405">
                <a:moveTo>
                  <a:pt x="0" y="443405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83" name="anim_o91_1">
            <a:extLst>
              <a:ext uri="{FF2B5EF4-FFF2-40B4-BE49-F238E27FC236}">
                <a16:creationId xmlns:a16="http://schemas.microsoft.com/office/drawing/2014/main" id="{57153B3C-FD1C-404B-BA85-148503D0EECC}"/>
              </a:ext>
            </a:extLst>
          </p:cNvPr>
          <p:cNvSpPr>
            <a:spLocks noGrp="1"/>
          </p:cNvSpPr>
          <p:nvPr/>
        </p:nvSpPr>
        <p:spPr>
          <a:xfrm>
            <a:off x="6243802" y="2098784"/>
            <a:ext cx="2290927" cy="2217026"/>
          </a:xfrm>
          <a:custGeom>
            <a:avLst/>
            <a:gdLst/>
            <a:ahLst/>
            <a:cxnLst/>
            <a:rect l="0" t="0" r="0" b="0"/>
            <a:pathLst>
              <a:path w="2290927" h="2217026">
                <a:moveTo>
                  <a:pt x="0" y="0"/>
                </a:moveTo>
                <a:lnTo>
                  <a:pt x="2290927" y="221702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84" name="anim_o92_1">
            <a:extLst>
              <a:ext uri="{FF2B5EF4-FFF2-40B4-BE49-F238E27FC236}">
                <a16:creationId xmlns:a16="http://schemas.microsoft.com/office/drawing/2014/main" id="{17225141-B018-46E2-A856-A05250FFE2F2}"/>
              </a:ext>
            </a:extLst>
          </p:cNvPr>
          <p:cNvSpPr>
            <a:spLocks noGrp="1"/>
          </p:cNvSpPr>
          <p:nvPr/>
        </p:nvSpPr>
        <p:spPr>
          <a:xfrm>
            <a:off x="6243802" y="2098784"/>
            <a:ext cx="2290927" cy="1330216"/>
          </a:xfrm>
          <a:custGeom>
            <a:avLst/>
            <a:gdLst/>
            <a:ahLst/>
            <a:cxnLst/>
            <a:rect l="0" t="0" r="0" b="0"/>
            <a:pathLst>
              <a:path w="2290927" h="1330216">
                <a:moveTo>
                  <a:pt x="0" y="0"/>
                </a:moveTo>
                <a:lnTo>
                  <a:pt x="2290927" y="133021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85" name="anim_o93_1">
            <a:extLst>
              <a:ext uri="{FF2B5EF4-FFF2-40B4-BE49-F238E27FC236}">
                <a16:creationId xmlns:a16="http://schemas.microsoft.com/office/drawing/2014/main" id="{7B814341-2210-4897-A448-BC04529FA597}"/>
              </a:ext>
            </a:extLst>
          </p:cNvPr>
          <p:cNvSpPr>
            <a:spLocks noGrp="1"/>
          </p:cNvSpPr>
          <p:nvPr/>
        </p:nvSpPr>
        <p:spPr>
          <a:xfrm>
            <a:off x="6243802" y="2098784"/>
            <a:ext cx="2290927" cy="443405"/>
          </a:xfrm>
          <a:custGeom>
            <a:avLst/>
            <a:gdLst/>
            <a:ahLst/>
            <a:cxnLst/>
            <a:rect l="0" t="0" r="0" b="0"/>
            <a:pathLst>
              <a:path w="2290927" h="443405">
                <a:moveTo>
                  <a:pt x="0" y="0"/>
                </a:moveTo>
                <a:lnTo>
                  <a:pt x="2290927" y="44340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86" name="anim_o94_1">
            <a:extLst>
              <a:ext uri="{FF2B5EF4-FFF2-40B4-BE49-F238E27FC236}">
                <a16:creationId xmlns:a16="http://schemas.microsoft.com/office/drawing/2014/main" id="{0DFCD886-DEC6-4ACD-9198-0F626061DE97}"/>
              </a:ext>
            </a:extLst>
          </p:cNvPr>
          <p:cNvSpPr>
            <a:spLocks noGrp="1"/>
          </p:cNvSpPr>
          <p:nvPr/>
        </p:nvSpPr>
        <p:spPr>
          <a:xfrm>
            <a:off x="8534728" y="3429000"/>
            <a:ext cx="2290927" cy="886810"/>
          </a:xfrm>
          <a:custGeom>
            <a:avLst/>
            <a:gdLst/>
            <a:ahLst/>
            <a:cxnLst/>
            <a:rect l="0" t="0" r="0" b="0"/>
            <a:pathLst>
              <a:path w="2290927" h="886810">
                <a:moveTo>
                  <a:pt x="0" y="886810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87" name="anim_o95_1">
            <a:extLst>
              <a:ext uri="{FF2B5EF4-FFF2-40B4-BE49-F238E27FC236}">
                <a16:creationId xmlns:a16="http://schemas.microsoft.com/office/drawing/2014/main" id="{0FC21B33-B555-4640-BB7B-2A13B9F55595}"/>
              </a:ext>
            </a:extLst>
          </p:cNvPr>
          <p:cNvSpPr>
            <a:spLocks noGrp="1"/>
          </p:cNvSpPr>
          <p:nvPr/>
        </p:nvSpPr>
        <p:spPr>
          <a:xfrm>
            <a:off x="8534728" y="3429000"/>
            <a:ext cx="2290927" cy="953"/>
          </a:xfrm>
          <a:custGeom>
            <a:avLst/>
            <a:gdLst/>
            <a:ahLst/>
            <a:cxnLst/>
            <a:rect l="0" t="0" r="0" b="0"/>
            <a:pathLst>
              <a:path w="2290927" h="953">
                <a:moveTo>
                  <a:pt x="0" y="0"/>
                </a:moveTo>
                <a:lnTo>
                  <a:pt x="229092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88" name="anim_o96_1">
            <a:extLst>
              <a:ext uri="{FF2B5EF4-FFF2-40B4-BE49-F238E27FC236}">
                <a16:creationId xmlns:a16="http://schemas.microsoft.com/office/drawing/2014/main" id="{5CFE9090-47CA-46C3-9F5E-6A004F23D338}"/>
              </a:ext>
            </a:extLst>
          </p:cNvPr>
          <p:cNvSpPr>
            <a:spLocks noGrp="1"/>
          </p:cNvSpPr>
          <p:nvPr/>
        </p:nvSpPr>
        <p:spPr>
          <a:xfrm>
            <a:off x="8534728" y="2542190"/>
            <a:ext cx="2290927" cy="886810"/>
          </a:xfrm>
          <a:custGeom>
            <a:avLst/>
            <a:gdLst/>
            <a:ahLst/>
            <a:cxnLst/>
            <a:rect l="0" t="0" r="0" b="0"/>
            <a:pathLst>
              <a:path w="2290927" h="886810">
                <a:moveTo>
                  <a:pt x="0" y="0"/>
                </a:moveTo>
                <a:lnTo>
                  <a:pt x="2290927" y="88681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pic>
        <p:nvPicPr>
          <p:cNvPr id="89" name="anim_o97_1">
            <a:extLst>
              <a:ext uri="{FF2B5EF4-FFF2-40B4-BE49-F238E27FC236}">
                <a16:creationId xmlns:a16="http://schemas.microsoft.com/office/drawing/2014/main" id="{F7BE709E-7A15-445B-9A9B-8D900BA2745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/>
        </p:blipFill>
        <p:spPr>
          <a:xfrm>
            <a:off x="2222793" y="2481553"/>
            <a:ext cx="1811562" cy="1894894"/>
          </a:xfrm>
          <a:prstGeom prst="rect">
            <a:avLst/>
          </a:prstGeom>
        </p:spPr>
      </p:pic>
      <p:sp>
        <p:nvSpPr>
          <p:cNvPr id="90" name="anim_o110_1">
            <a:extLst>
              <a:ext uri="{FF2B5EF4-FFF2-40B4-BE49-F238E27FC236}">
                <a16:creationId xmlns:a16="http://schemas.microsoft.com/office/drawing/2014/main" id="{90A726FC-91A8-4069-8CB1-8B12D7598F04}"/>
              </a:ext>
            </a:extLst>
          </p:cNvPr>
          <p:cNvSpPr>
            <a:spLocks noGrp="1"/>
          </p:cNvSpPr>
          <p:nvPr/>
        </p:nvSpPr>
        <p:spPr>
          <a:xfrm>
            <a:off x="2191212" y="2449971"/>
            <a:ext cx="1874725" cy="1958057"/>
          </a:xfrm>
          <a:prstGeom prst="rect">
            <a:avLst/>
          </a:prstGeom>
          <a:noFill/>
          <a:ln w="19050">
            <a:solidFill>
              <a:srgbClr val="C55F73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1" name="anim_to98_0_1">
            <a:extLst>
              <a:ext uri="{FF2B5EF4-FFF2-40B4-BE49-F238E27FC236}">
                <a16:creationId xmlns:a16="http://schemas.microsoft.com/office/drawing/2014/main" id="{42E5E828-0E0C-4233-A4E4-854BBA3B356F}"/>
              </a:ext>
            </a:extLst>
          </p:cNvPr>
          <p:cNvSpPr>
            <a:spLocks noGrp="1"/>
          </p:cNvSpPr>
          <p:nvPr/>
        </p:nvSpPr>
        <p:spPr>
          <a:xfrm>
            <a:off x="1802161" y="1724320"/>
            <a:ext cx="2671876" cy="54416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28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28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28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Input Image</a:t>
            </a:r>
          </a:p>
        </p:txBody>
      </p:sp>
      <p:sp>
        <p:nvSpPr>
          <p:cNvPr id="92" name="anim_to112_0_1">
            <a:extLst>
              <a:ext uri="{FF2B5EF4-FFF2-40B4-BE49-F238E27FC236}">
                <a16:creationId xmlns:a16="http://schemas.microsoft.com/office/drawing/2014/main" id="{92CE4EF8-A59F-4CE3-9FB9-F5A663031AD0}"/>
              </a:ext>
            </a:extLst>
          </p:cNvPr>
          <p:cNvSpPr>
            <a:spLocks noGrp="1"/>
          </p:cNvSpPr>
          <p:nvPr/>
        </p:nvSpPr>
        <p:spPr>
          <a:xfrm>
            <a:off x="1888259" y="4692010"/>
            <a:ext cx="258629" cy="4966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93" name="anim_to114_0_1">
            <a:extLst>
              <a:ext uri="{FF2B5EF4-FFF2-40B4-BE49-F238E27FC236}">
                <a16:creationId xmlns:a16="http://schemas.microsoft.com/office/drawing/2014/main" id="{DFC3359E-BAD8-478F-9D45-B6A238D6473B}"/>
              </a:ext>
            </a:extLst>
          </p:cNvPr>
          <p:cNvSpPr>
            <a:spLocks noGrp="1"/>
          </p:cNvSpPr>
          <p:nvPr/>
        </p:nvSpPr>
        <p:spPr>
          <a:xfrm>
            <a:off x="2108788" y="4692010"/>
            <a:ext cx="258629" cy="4966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0</a:t>
            </a:r>
          </a:p>
        </p:txBody>
      </p:sp>
      <p:sp>
        <p:nvSpPr>
          <p:cNvPr id="94" name="anim_to116_0_1">
            <a:extLst>
              <a:ext uri="{FF2B5EF4-FFF2-40B4-BE49-F238E27FC236}">
                <a16:creationId xmlns:a16="http://schemas.microsoft.com/office/drawing/2014/main" id="{E591DC22-04EF-4546-B3A5-59CD3B97190A}"/>
              </a:ext>
            </a:extLst>
          </p:cNvPr>
          <p:cNvSpPr>
            <a:spLocks noGrp="1"/>
          </p:cNvSpPr>
          <p:nvPr/>
        </p:nvSpPr>
        <p:spPr>
          <a:xfrm>
            <a:off x="2329317" y="4692010"/>
            <a:ext cx="258629" cy="4966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0</a:t>
            </a:r>
          </a:p>
        </p:txBody>
      </p:sp>
      <p:sp>
        <p:nvSpPr>
          <p:cNvPr id="95" name="anim_to120_0_1">
            <a:extLst>
              <a:ext uri="{FF2B5EF4-FFF2-40B4-BE49-F238E27FC236}">
                <a16:creationId xmlns:a16="http://schemas.microsoft.com/office/drawing/2014/main" id="{8B33B0C6-1435-4DD1-A91A-0E7CE0E0D399}"/>
              </a:ext>
            </a:extLst>
          </p:cNvPr>
          <p:cNvSpPr>
            <a:spLocks noGrp="1"/>
          </p:cNvSpPr>
          <p:nvPr/>
        </p:nvSpPr>
        <p:spPr>
          <a:xfrm>
            <a:off x="2637263" y="4692010"/>
            <a:ext cx="322205" cy="4966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96" name="anim_to124_0_1">
            <a:extLst>
              <a:ext uri="{FF2B5EF4-FFF2-40B4-BE49-F238E27FC236}">
                <a16:creationId xmlns:a16="http://schemas.microsoft.com/office/drawing/2014/main" id="{5F39DC11-2CD6-4528-BAF6-74D21F9175A2}"/>
              </a:ext>
            </a:extLst>
          </p:cNvPr>
          <p:cNvSpPr>
            <a:spLocks noGrp="1"/>
          </p:cNvSpPr>
          <p:nvPr/>
        </p:nvSpPr>
        <p:spPr>
          <a:xfrm>
            <a:off x="3008785" y="4692010"/>
            <a:ext cx="258629" cy="4966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97" name="anim_to126_0_1">
            <a:extLst>
              <a:ext uri="{FF2B5EF4-FFF2-40B4-BE49-F238E27FC236}">
                <a16:creationId xmlns:a16="http://schemas.microsoft.com/office/drawing/2014/main" id="{D773A8AF-B27D-4830-9D2D-FCE723657586}"/>
              </a:ext>
            </a:extLst>
          </p:cNvPr>
          <p:cNvSpPr>
            <a:spLocks noGrp="1"/>
          </p:cNvSpPr>
          <p:nvPr/>
        </p:nvSpPr>
        <p:spPr>
          <a:xfrm>
            <a:off x="3229314" y="4692010"/>
            <a:ext cx="258629" cy="4966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0</a:t>
            </a:r>
          </a:p>
        </p:txBody>
      </p:sp>
      <p:sp>
        <p:nvSpPr>
          <p:cNvPr id="98" name="anim_to128_0_1">
            <a:extLst>
              <a:ext uri="{FF2B5EF4-FFF2-40B4-BE49-F238E27FC236}">
                <a16:creationId xmlns:a16="http://schemas.microsoft.com/office/drawing/2014/main" id="{7BE1C579-2896-48F1-AD5B-A926EA77AE91}"/>
              </a:ext>
            </a:extLst>
          </p:cNvPr>
          <p:cNvSpPr>
            <a:spLocks noGrp="1"/>
          </p:cNvSpPr>
          <p:nvPr/>
        </p:nvSpPr>
        <p:spPr>
          <a:xfrm>
            <a:off x="3449843" y="4692010"/>
            <a:ext cx="258629" cy="4966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0</a:t>
            </a:r>
          </a:p>
        </p:txBody>
      </p:sp>
      <p:sp>
        <p:nvSpPr>
          <p:cNvPr id="99" name="anim_to132_0_1">
            <a:extLst>
              <a:ext uri="{FF2B5EF4-FFF2-40B4-BE49-F238E27FC236}">
                <a16:creationId xmlns:a16="http://schemas.microsoft.com/office/drawing/2014/main" id="{4067B5B3-BBE6-4A07-9B6F-2629FA64E7DA}"/>
              </a:ext>
            </a:extLst>
          </p:cNvPr>
          <p:cNvSpPr>
            <a:spLocks noGrp="1"/>
          </p:cNvSpPr>
          <p:nvPr/>
        </p:nvSpPr>
        <p:spPr>
          <a:xfrm>
            <a:off x="3757789" y="4692010"/>
            <a:ext cx="322205" cy="4966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100" name="anim_to136_0_1">
            <a:extLst>
              <a:ext uri="{FF2B5EF4-FFF2-40B4-BE49-F238E27FC236}">
                <a16:creationId xmlns:a16="http://schemas.microsoft.com/office/drawing/2014/main" id="{F8E43346-35BE-4083-92BA-00E0BEE705AD}"/>
              </a:ext>
            </a:extLst>
          </p:cNvPr>
          <p:cNvSpPr>
            <a:spLocks noGrp="1"/>
          </p:cNvSpPr>
          <p:nvPr/>
        </p:nvSpPr>
        <p:spPr>
          <a:xfrm>
            <a:off x="4129311" y="4692010"/>
            <a:ext cx="258629" cy="4966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3</a:t>
            </a:r>
          </a:p>
        </p:txBody>
      </p:sp>
      <p:sp>
        <p:nvSpPr>
          <p:cNvPr id="101" name="anim_to140_0_1">
            <a:extLst>
              <a:ext uri="{FF2B5EF4-FFF2-40B4-BE49-F238E27FC236}">
                <a16:creationId xmlns:a16="http://schemas.microsoft.com/office/drawing/2014/main" id="{A16D35B3-FC79-4AD7-A3FA-CFC12682C2CC}"/>
              </a:ext>
            </a:extLst>
          </p:cNvPr>
          <p:cNvSpPr>
            <a:spLocks noGrp="1"/>
          </p:cNvSpPr>
          <p:nvPr/>
        </p:nvSpPr>
        <p:spPr>
          <a:xfrm>
            <a:off x="1691570" y="5361201"/>
            <a:ext cx="336112" cy="4966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pPr>
            <a:r>
              <a: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102" name="anim_to144_0_1">
            <a:extLst>
              <a:ext uri="{FF2B5EF4-FFF2-40B4-BE49-F238E27FC236}">
                <a16:creationId xmlns:a16="http://schemas.microsoft.com/office/drawing/2014/main" id="{0C47C90F-DB59-459F-A9F6-0A6E16102F92}"/>
              </a:ext>
            </a:extLst>
          </p:cNvPr>
          <p:cNvSpPr>
            <a:spLocks noGrp="1"/>
          </p:cNvSpPr>
          <p:nvPr/>
        </p:nvSpPr>
        <p:spPr>
          <a:xfrm>
            <a:off x="2077000" y="5361201"/>
            <a:ext cx="258629" cy="4966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pPr>
            <a:r>
              <a: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rPr>
              <a:t>3</a:t>
            </a:r>
          </a:p>
        </p:txBody>
      </p:sp>
      <p:sp>
        <p:nvSpPr>
          <p:cNvPr id="103" name="anim_to146_0_1">
            <a:extLst>
              <a:ext uri="{FF2B5EF4-FFF2-40B4-BE49-F238E27FC236}">
                <a16:creationId xmlns:a16="http://schemas.microsoft.com/office/drawing/2014/main" id="{384DC5C0-3D8A-4D76-AF66-3B8DDD3627E2}"/>
              </a:ext>
            </a:extLst>
          </p:cNvPr>
          <p:cNvSpPr>
            <a:spLocks noGrp="1"/>
          </p:cNvSpPr>
          <p:nvPr/>
        </p:nvSpPr>
        <p:spPr>
          <a:xfrm>
            <a:off x="2297529" y="5361201"/>
            <a:ext cx="258629" cy="4966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pPr>
            <a:r>
              <a: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rPr>
              <a:t>0</a:t>
            </a:r>
          </a:p>
        </p:txBody>
      </p:sp>
      <p:sp>
        <p:nvSpPr>
          <p:cNvPr id="104" name="anim_to149_0_1">
            <a:extLst>
              <a:ext uri="{FF2B5EF4-FFF2-40B4-BE49-F238E27FC236}">
                <a16:creationId xmlns:a16="http://schemas.microsoft.com/office/drawing/2014/main" id="{C35264E7-7F05-47AC-A660-EF8D7BE595BC}"/>
              </a:ext>
            </a:extLst>
          </p:cNvPr>
          <p:cNvSpPr>
            <a:spLocks noGrp="1"/>
          </p:cNvSpPr>
          <p:nvPr/>
        </p:nvSpPr>
        <p:spPr>
          <a:xfrm>
            <a:off x="2518058" y="5361201"/>
            <a:ext cx="119557" cy="4966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pPr>
            <a:r>
              <a: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rPr>
              <a:t>,</a:t>
            </a:r>
          </a:p>
        </p:txBody>
      </p:sp>
      <p:sp>
        <p:nvSpPr>
          <p:cNvPr id="105" name="anim_to151_0_1">
            <a:extLst>
              <a:ext uri="{FF2B5EF4-FFF2-40B4-BE49-F238E27FC236}">
                <a16:creationId xmlns:a16="http://schemas.microsoft.com/office/drawing/2014/main" id="{EF2E161F-DC73-4181-8220-E99DEC9DC575}"/>
              </a:ext>
            </a:extLst>
          </p:cNvPr>
          <p:cNvSpPr>
            <a:spLocks noGrp="1"/>
          </p:cNvSpPr>
          <p:nvPr/>
        </p:nvSpPr>
        <p:spPr>
          <a:xfrm>
            <a:off x="2599515" y="5361201"/>
            <a:ext cx="258629" cy="4966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pPr>
            <a:r>
              <a: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rPr>
              <a:t>0</a:t>
            </a:r>
          </a:p>
        </p:txBody>
      </p:sp>
      <p:sp>
        <p:nvSpPr>
          <p:cNvPr id="106" name="anim_to153_0_1">
            <a:extLst>
              <a:ext uri="{FF2B5EF4-FFF2-40B4-BE49-F238E27FC236}">
                <a16:creationId xmlns:a16="http://schemas.microsoft.com/office/drawing/2014/main" id="{7D5EC83B-2A26-4A81-979A-AAB14EDB2DF5}"/>
              </a:ext>
            </a:extLst>
          </p:cNvPr>
          <p:cNvSpPr>
            <a:spLocks noGrp="1"/>
          </p:cNvSpPr>
          <p:nvPr/>
        </p:nvSpPr>
        <p:spPr>
          <a:xfrm>
            <a:off x="2820044" y="5361201"/>
            <a:ext cx="258629" cy="4966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pPr>
            <a:r>
              <a: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rPr>
              <a:t>0</a:t>
            </a:r>
          </a:p>
        </p:txBody>
      </p:sp>
      <p:sp>
        <p:nvSpPr>
          <p:cNvPr id="107" name="anim_to155_0_1">
            <a:extLst>
              <a:ext uri="{FF2B5EF4-FFF2-40B4-BE49-F238E27FC236}">
                <a16:creationId xmlns:a16="http://schemas.microsoft.com/office/drawing/2014/main" id="{0EFC946F-D6F9-428F-B4E0-94C1BD2F4704}"/>
              </a:ext>
            </a:extLst>
          </p:cNvPr>
          <p:cNvSpPr>
            <a:spLocks noGrp="1"/>
          </p:cNvSpPr>
          <p:nvPr/>
        </p:nvSpPr>
        <p:spPr>
          <a:xfrm>
            <a:off x="3040573" y="5361201"/>
            <a:ext cx="258629" cy="4966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pPr>
            <a:r>
              <a: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rPr>
              <a:t>0</a:t>
            </a:r>
          </a:p>
        </p:txBody>
      </p:sp>
      <p:sp>
        <p:nvSpPr>
          <p:cNvPr id="108" name="anim_to159_0_1">
            <a:extLst>
              <a:ext uri="{FF2B5EF4-FFF2-40B4-BE49-F238E27FC236}">
                <a16:creationId xmlns:a16="http://schemas.microsoft.com/office/drawing/2014/main" id="{3D6B4237-6A8A-48C7-AE00-B5FF6C0C3934}"/>
              </a:ext>
            </a:extLst>
          </p:cNvPr>
          <p:cNvSpPr>
            <a:spLocks noGrp="1"/>
          </p:cNvSpPr>
          <p:nvPr/>
        </p:nvSpPr>
        <p:spPr>
          <a:xfrm>
            <a:off x="3435935" y="5361201"/>
            <a:ext cx="2540000" cy="4966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pPr>
            <a:r>
              <a:rPr lang="en-US"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rPr>
              <a:t>channel values!</a:t>
            </a:r>
            <a:endParaRPr sz="3129" b="0">
              <a:solidFill>
                <a:srgbClr val="FF0000"/>
              </a:solidFill>
              <a:latin typeface="Cambria Math"/>
              <a:ea typeface="Cambria Math"/>
              <a:cs typeface="Cambria Math"/>
            </a:endParaRPr>
          </a:p>
        </p:txBody>
      </p:sp>
      <p:sp>
        <p:nvSpPr>
          <p:cNvPr id="109" name="anim_o169_1">
            <a:extLst>
              <a:ext uri="{FF2B5EF4-FFF2-40B4-BE49-F238E27FC236}">
                <a16:creationId xmlns:a16="http://schemas.microsoft.com/office/drawing/2014/main" id="{405BB554-B2A8-47D3-A842-25885D53EC4C}"/>
              </a:ext>
            </a:extLst>
          </p:cNvPr>
          <p:cNvSpPr>
            <a:spLocks noGrp="1"/>
          </p:cNvSpPr>
          <p:nvPr/>
        </p:nvSpPr>
        <p:spPr>
          <a:xfrm>
            <a:off x="1474972" y="5326203"/>
            <a:ext cx="3307204" cy="566683"/>
          </a:xfrm>
          <a:prstGeom prst="rect">
            <a:avLst/>
          </a:prstGeom>
          <a:noFill/>
          <a:ln w="25400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403043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10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9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8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0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3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6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9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2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5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8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1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4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7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0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3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6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9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0" fill="hold">
                      <p:stCondLst>
                        <p:cond delay="indefinite"/>
                      </p:stCondLst>
                      <p:childTnLst>
                        <p:par>
                          <p:cTn id="271" fill="hold">
                            <p:stCondLst>
                              <p:cond delay="0"/>
                            </p:stCondLst>
                            <p:childTnLst>
                              <p:par>
                                <p:cTn id="27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3" dur="1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6" dur="1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9" dur="1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2" dur="1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5" dur="1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8" dur="1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1" dur="1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054553 -0.0422745 E" pathEditMode="relative" ptsTypes="">
                                      <p:cBhvr>
                                        <p:cTn id="294" dur="1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5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6" dur="1500" fill="hold"/>
                                        <p:tgtEl>
                                          <p:spTgt spid="2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29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054553 -0.0328802 E" pathEditMode="relative" ptsTypes="">
                                      <p:cBhvr>
                                        <p:cTn id="298" dur="1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9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0" dur="1500" fill="hold"/>
                                        <p:tgtEl>
                                          <p:spTgt spid="2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30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054553 -0.0234859 E" pathEditMode="relative" ptsTypes="">
                                      <p:cBhvr>
                                        <p:cTn id="302" dur="1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3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4" dur="1500" fill="hold"/>
                                        <p:tgtEl>
                                          <p:spTgt spid="2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30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054553 -0.0140915 E" pathEditMode="relative" ptsTypes="">
                                      <p:cBhvr>
                                        <p:cTn id="306" dur="1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7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8" dur="1500" fill="hold"/>
                                        <p:tgtEl>
                                          <p:spTgt spid="2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30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054553 -0.0046972 E" pathEditMode="relative" ptsTypes="">
                                      <p:cBhvr>
                                        <p:cTn id="310" dur="1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1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2" dur="1500" fill="hold"/>
                                        <p:tgtEl>
                                          <p:spTgt spid="2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31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054553 0.0046972 E" pathEditMode="relative" ptsTypes="">
                                      <p:cBhvr>
                                        <p:cTn id="314" dur="1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5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6" dur="1500" fill="hold"/>
                                        <p:tgtEl>
                                          <p:spTgt spid="2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31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054553 -0.0328802 E" pathEditMode="relative" ptsTypes="">
                                      <p:cBhvr>
                                        <p:cTn id="318" dur="1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9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0" dur="1500" fill="hold"/>
                                        <p:tgtEl>
                                          <p:spTgt spid="2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32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054553 -0.0234859 E" pathEditMode="relative" ptsTypes="">
                                      <p:cBhvr>
                                        <p:cTn id="322" dur="1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3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4" dur="1500" fill="hold"/>
                                        <p:tgtEl>
                                          <p:spTgt spid="2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32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054553 -0.0140915 E" pathEditMode="relative" ptsTypes="">
                                      <p:cBhvr>
                                        <p:cTn id="326" dur="1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7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8" dur="1500" fill="hold"/>
                                        <p:tgtEl>
                                          <p:spTgt spid="2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32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054553 -0.0046972 E" pathEditMode="relative" ptsTypes="">
                                      <p:cBhvr>
                                        <p:cTn id="330" dur="1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1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2" dur="1500" fill="hold"/>
                                        <p:tgtEl>
                                          <p:spTgt spid="2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33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054553 0.0046972 E" pathEditMode="relative" ptsTypes="">
                                      <p:cBhvr>
                                        <p:cTn id="334" dur="1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5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6" dur="15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33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054553 0.0140915 E" pathEditMode="relative" ptsTypes="">
                                      <p:cBhvr>
                                        <p:cTn id="338" dur="1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9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0" dur="1500" fill="hold"/>
                                        <p:tgtEl>
                                          <p:spTgt spid="3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34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054553 -0.0234859 E" pathEditMode="relative" ptsTypes="">
                                      <p:cBhvr>
                                        <p:cTn id="342" dur="1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3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4" dur="1500" fill="hold"/>
                                        <p:tgtEl>
                                          <p:spTgt spid="3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34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054553 -0.0140915 E" pathEditMode="relative" ptsTypes="">
                                      <p:cBhvr>
                                        <p:cTn id="346" dur="1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7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8" dur="15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34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054553 -0.0046972 E" pathEditMode="relative" ptsTypes="">
                                      <p:cBhvr>
                                        <p:cTn id="350" dur="1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1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2" dur="1500" fill="hold"/>
                                        <p:tgtEl>
                                          <p:spTgt spid="3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35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054553 0.0046972 E" pathEditMode="relative" ptsTypes="">
                                      <p:cBhvr>
                                        <p:cTn id="354" dur="1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5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6" dur="1500" fill="hold"/>
                                        <p:tgtEl>
                                          <p:spTgt spid="3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35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054553 0.0140915 E" pathEditMode="relative" ptsTypes="">
                                      <p:cBhvr>
                                        <p:cTn id="358" dur="1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9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0" dur="1500" fill="hold"/>
                                        <p:tgtEl>
                                          <p:spTgt spid="3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36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054553 0.0234859 E" pathEditMode="relative" ptsTypes="">
                                      <p:cBhvr>
                                        <p:cTn id="362" dur="1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3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4" dur="1500" fill="hold"/>
                                        <p:tgtEl>
                                          <p:spTgt spid="3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36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054553 -0.0140915 E" pathEditMode="relative" ptsTypes="">
                                      <p:cBhvr>
                                        <p:cTn id="366" dur="1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7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8" dur="1500" fill="hold"/>
                                        <p:tgtEl>
                                          <p:spTgt spid="3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36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054553 -0.0046972 E" pathEditMode="relative" ptsTypes="">
                                      <p:cBhvr>
                                        <p:cTn id="370" dur="1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1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2" dur="1500" fill="hold"/>
                                        <p:tgtEl>
                                          <p:spTgt spid="3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37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054553 0.0046972 E" pathEditMode="relative" ptsTypes="">
                                      <p:cBhvr>
                                        <p:cTn id="374" dur="1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5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6" dur="1500" fill="hold"/>
                                        <p:tgtEl>
                                          <p:spTgt spid="4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37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054553 0.0140915 E" pathEditMode="relative" ptsTypes="">
                                      <p:cBhvr>
                                        <p:cTn id="378" dur="1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9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0" dur="1500" fill="hold"/>
                                        <p:tgtEl>
                                          <p:spTgt spid="4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38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054553 0.0234859 E" pathEditMode="relative" ptsTypes="">
                                      <p:cBhvr>
                                        <p:cTn id="382" dur="1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3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4" dur="1500" fill="hold"/>
                                        <p:tgtEl>
                                          <p:spTgt spid="4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38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054553 0.0328802 E" pathEditMode="relative" ptsTypes="">
                                      <p:cBhvr>
                                        <p:cTn id="386" dur="1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7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8" dur="1500" fill="hold"/>
                                        <p:tgtEl>
                                          <p:spTgt spid="4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38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054553 -0.0046972 E" pathEditMode="relative" ptsTypes="">
                                      <p:cBhvr>
                                        <p:cTn id="390" dur="1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1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2" dur="15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39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054553 0.0046972 E" pathEditMode="relative" ptsTypes="">
                                      <p:cBhvr>
                                        <p:cTn id="394" dur="1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5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6" dur="1500" fill="hold"/>
                                        <p:tgtEl>
                                          <p:spTgt spid="4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39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054553 0.0140915 E" pathEditMode="relative" ptsTypes="">
                                      <p:cBhvr>
                                        <p:cTn id="398" dur="1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9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0" dur="1500" fill="hold"/>
                                        <p:tgtEl>
                                          <p:spTgt spid="4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40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054553 0.0234859 E" pathEditMode="relative" ptsTypes="">
                                      <p:cBhvr>
                                        <p:cTn id="402" dur="1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3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4" dur="15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40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054553 0.0328802 E" pathEditMode="relative" ptsTypes="">
                                      <p:cBhvr>
                                        <p:cTn id="406" dur="1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7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8" dur="15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40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054553 0.0422745 E" pathEditMode="relative" ptsTypes="">
                                      <p:cBhvr>
                                        <p:cTn id="410" dur="1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1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2" dur="15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41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78153 -0.0375774 E" pathEditMode="relative" ptsTypes="">
                                      <p:cBhvr>
                                        <p:cTn id="414" dur="1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5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6" dur="1500" fill="hold"/>
                                        <p:tgtEl>
                                          <p:spTgt spid="5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41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78153 -0.028183 E" pathEditMode="relative" ptsTypes="">
                                      <p:cBhvr>
                                        <p:cTn id="418" dur="1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9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0" dur="1500" fill="hold"/>
                                        <p:tgtEl>
                                          <p:spTgt spid="5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42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78153 -0.0187887 E" pathEditMode="relative" ptsTypes="">
                                      <p:cBhvr>
                                        <p:cTn id="422" dur="1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3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4" dur="1500" fill="hold"/>
                                        <p:tgtEl>
                                          <p:spTgt spid="5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42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78153 -0.0093943 E" pathEditMode="relative" ptsTypes="">
                                      <p:cBhvr>
                                        <p:cTn id="426" dur="1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7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8" dur="1500" fill="hold"/>
                                        <p:tgtEl>
                                          <p:spTgt spid="5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42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78153 -0.028183 E" pathEditMode="relative" ptsTypes="">
                                      <p:cBhvr>
                                        <p:cTn id="430" dur="1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1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2" dur="1500" fill="hold"/>
                                        <p:tgtEl>
                                          <p:spTgt spid="5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43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78153 -0.0187887 E" pathEditMode="relative" ptsTypes="">
                                      <p:cBhvr>
                                        <p:cTn id="434" dur="1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5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6" dur="1500" fill="hold"/>
                                        <p:tgtEl>
                                          <p:spTgt spid="5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43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78153 -0.0093943 E" pathEditMode="relative" ptsTypes="">
                                      <p:cBhvr>
                                        <p:cTn id="438" dur="1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9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0" dur="1500" fill="hold"/>
                                        <p:tgtEl>
                                          <p:spTgt spid="5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44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78153 0 E" pathEditMode="relative" ptsTypes="">
                                      <p:cBhvr>
                                        <p:cTn id="442" dur="1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3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4" dur="1500" fill="hold"/>
                                        <p:tgtEl>
                                          <p:spTgt spid="5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44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78153 -0.0187887 E" pathEditMode="relative" ptsTypes="">
                                      <p:cBhvr>
                                        <p:cTn id="446" dur="1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7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8" dur="1500" fill="hold"/>
                                        <p:tgtEl>
                                          <p:spTgt spid="5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44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78153 -0.0093943 E" pathEditMode="relative" ptsTypes="">
                                      <p:cBhvr>
                                        <p:cTn id="450" dur="1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1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2" dur="1500" fill="hold"/>
                                        <p:tgtEl>
                                          <p:spTgt spid="5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45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78153 0 E" pathEditMode="relative" ptsTypes="">
                                      <p:cBhvr>
                                        <p:cTn id="454" dur="1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5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6" dur="1500" fill="hold"/>
                                        <p:tgtEl>
                                          <p:spTgt spid="6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45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78153 0.0093943 E" pathEditMode="relative" ptsTypes="">
                                      <p:cBhvr>
                                        <p:cTn id="458" dur="1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9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0" dur="1500" fill="hold"/>
                                        <p:tgtEl>
                                          <p:spTgt spid="6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46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78153 -0.0093943 E" pathEditMode="relative" ptsTypes="">
                                      <p:cBhvr>
                                        <p:cTn id="462" dur="1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3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4" dur="1500" fill="hold"/>
                                        <p:tgtEl>
                                          <p:spTgt spid="6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46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78153 0 E" pathEditMode="relative" ptsTypes="">
                                      <p:cBhvr>
                                        <p:cTn id="466" dur="1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7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8" dur="1500" fill="hold"/>
                                        <p:tgtEl>
                                          <p:spTgt spid="6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46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78153 0.0093943 E" pathEditMode="relative" ptsTypes="">
                                      <p:cBhvr>
                                        <p:cTn id="470" dur="1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1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2" dur="1500" fill="hold"/>
                                        <p:tgtEl>
                                          <p:spTgt spid="6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47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78153 0.0187887 E" pathEditMode="relative" ptsTypes="">
                                      <p:cBhvr>
                                        <p:cTn id="474" dur="1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5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6" dur="1500" fill="hold"/>
                                        <p:tgtEl>
                                          <p:spTgt spid="6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47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78153 0 E" pathEditMode="relative" ptsTypes="">
                                      <p:cBhvr>
                                        <p:cTn id="478" dur="1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9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0" dur="1500" fill="hold"/>
                                        <p:tgtEl>
                                          <p:spTgt spid="6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48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78153 0.0093943 E" pathEditMode="relative" ptsTypes="">
                                      <p:cBhvr>
                                        <p:cTn id="482" dur="1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3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4" dur="1500" fill="hold"/>
                                        <p:tgtEl>
                                          <p:spTgt spid="6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48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78153 0.0187887 E" pathEditMode="relative" ptsTypes="">
                                      <p:cBhvr>
                                        <p:cTn id="486" dur="1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7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8" dur="1500" fill="hold"/>
                                        <p:tgtEl>
                                          <p:spTgt spid="6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48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78153 0.028183 E" pathEditMode="relative" ptsTypes="">
                                      <p:cBhvr>
                                        <p:cTn id="490" dur="1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1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2" dur="1500" fill="hold"/>
                                        <p:tgtEl>
                                          <p:spTgt spid="6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49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78153 0.0093943 E" pathEditMode="relative" ptsTypes="">
                                      <p:cBhvr>
                                        <p:cTn id="494" dur="1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5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6" dur="1500" fill="hold"/>
                                        <p:tgtEl>
                                          <p:spTgt spid="7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49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78153 0.0187887 E" pathEditMode="relative" ptsTypes="">
                                      <p:cBhvr>
                                        <p:cTn id="498" dur="1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9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0" dur="1500" fill="hold"/>
                                        <p:tgtEl>
                                          <p:spTgt spid="7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50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78153 0.028183 E" pathEditMode="relative" ptsTypes="">
                                      <p:cBhvr>
                                        <p:cTn id="502" dur="1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3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4" dur="1500" fill="hold"/>
                                        <p:tgtEl>
                                          <p:spTgt spid="7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50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78153 0.0375774 E" pathEditMode="relative" ptsTypes="">
                                      <p:cBhvr>
                                        <p:cTn id="506" dur="1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7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8" dur="1500" fill="hold"/>
                                        <p:tgtEl>
                                          <p:spTgt spid="7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50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508507 -0.0234859 E" pathEditMode="relative" ptsTypes="">
                                      <p:cBhvr>
                                        <p:cTn id="510" dur="1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1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2" dur="1500" fill="hold"/>
                                        <p:tgtEl>
                                          <p:spTgt spid="7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51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508507 -0.0140915 E" pathEditMode="relative" ptsTypes="">
                                      <p:cBhvr>
                                        <p:cTn id="514" dur="1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5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6" dur="1500" fill="hold"/>
                                        <p:tgtEl>
                                          <p:spTgt spid="7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51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508507 -0.0046972 E" pathEditMode="relative" ptsTypes="">
                                      <p:cBhvr>
                                        <p:cTn id="518" dur="1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9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0" dur="1500" fill="hold"/>
                                        <p:tgtEl>
                                          <p:spTgt spid="7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52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508507 -0.0140915 E" pathEditMode="relative" ptsTypes="">
                                      <p:cBhvr>
                                        <p:cTn id="522" dur="1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3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4" dur="1500" fill="hold"/>
                                        <p:tgtEl>
                                          <p:spTgt spid="7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52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508507 -0.0046972 E" pathEditMode="relative" ptsTypes="">
                                      <p:cBhvr>
                                        <p:cTn id="526" dur="1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7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8" dur="1500" fill="hold"/>
                                        <p:tgtEl>
                                          <p:spTgt spid="7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52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508507 0.0046972 E" pathEditMode="relative" ptsTypes="">
                                      <p:cBhvr>
                                        <p:cTn id="530" dur="1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1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32" dur="1500" fill="hold"/>
                                        <p:tgtEl>
                                          <p:spTgt spid="7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53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508507 -0.0046972 E" pathEditMode="relative" ptsTypes="">
                                      <p:cBhvr>
                                        <p:cTn id="534" dur="1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5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36" dur="1500" fill="hold"/>
                                        <p:tgtEl>
                                          <p:spTgt spid="8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53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508507 0.0046972 E" pathEditMode="relative" ptsTypes="">
                                      <p:cBhvr>
                                        <p:cTn id="538" dur="1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9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0" dur="1500" fill="hold"/>
                                        <p:tgtEl>
                                          <p:spTgt spid="8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54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508507 0.0140915 E" pathEditMode="relative" ptsTypes="">
                                      <p:cBhvr>
                                        <p:cTn id="542" dur="1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3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4" dur="1500" fill="hold"/>
                                        <p:tgtEl>
                                          <p:spTgt spid="8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54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508507 0.0046972 E" pathEditMode="relative" ptsTypes="">
                                      <p:cBhvr>
                                        <p:cTn id="546" dur="1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7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8" dur="1500" fill="hold"/>
                                        <p:tgtEl>
                                          <p:spTgt spid="8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54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508507 0.0140915 E" pathEditMode="relative" ptsTypes="">
                                      <p:cBhvr>
                                        <p:cTn id="550" dur="1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1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52" dur="1500" fill="hold"/>
                                        <p:tgtEl>
                                          <p:spTgt spid="8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55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508507 0.0234859 E" pathEditMode="relative" ptsTypes="">
                                      <p:cBhvr>
                                        <p:cTn id="554" dur="1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5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56" dur="1500" fill="hold"/>
                                        <p:tgtEl>
                                          <p:spTgt spid="8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5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9" dur="1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2" dur="1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5" dur="1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191064 -0.0375774 E" pathEditMode="relative" ptsTypes="">
                                      <p:cBhvr>
                                        <p:cTn id="567" dur="1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69" dur="1500" fill="hold"/>
                                        <p:tgtEl>
                                          <p:spTgt spid="11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57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191064 -0.0187887 E" pathEditMode="relative" ptsTypes="">
                                      <p:cBhvr>
                                        <p:cTn id="571" dur="1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73" dur="15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57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191064 0 E" pathEditMode="relative" ptsTypes="">
                                      <p:cBhvr>
                                        <p:cTn id="575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77" dur="1500" fill="hold"/>
                                        <p:tgtEl>
                                          <p:spTgt spid="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57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191064 0.0187887 E" pathEditMode="relative" ptsTypes="">
                                      <p:cBhvr>
                                        <p:cTn id="579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81" dur="1500" fill="hold"/>
                                        <p:tgtEl>
                                          <p:spTgt spid="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58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191064 0.0375774 E" pathEditMode="relative" ptsTypes="">
                                      <p:cBhvr>
                                        <p:cTn id="583" dur="1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85" dur="1500" fill="hold"/>
                                        <p:tgtEl>
                                          <p:spTgt spid="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58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918041 -0.0469717 E" pathEditMode="relative" ptsTypes="">
                                      <p:cBhvr>
                                        <p:cTn id="587" dur="1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89" dur="1500" fill="hold"/>
                                        <p:tgtEl>
                                          <p:spTgt spid="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59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918041 -0.028183 E" pathEditMode="relative" ptsTypes="">
                                      <p:cBhvr>
                                        <p:cTn id="591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93" dur="1500" fill="hold"/>
                                        <p:tgtEl>
                                          <p:spTgt spid="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59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918041 -0.0093943 E" pathEditMode="relative" ptsTypes="">
                                      <p:cBhvr>
                                        <p:cTn id="595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97" dur="1500" fill="hold"/>
                                        <p:tgtEl>
                                          <p:spTgt spid="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59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918041 0.0093943 E" pathEditMode="relative" ptsTypes="">
                                      <p:cBhvr>
                                        <p:cTn id="599" dur="1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1" dur="1500" fill="hold"/>
                                        <p:tgtEl>
                                          <p:spTgt spid="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60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918041 0.028183 E" pathEditMode="relative" ptsTypes="">
                                      <p:cBhvr>
                                        <p:cTn id="603" dur="1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5" dur="1500" fill="hold"/>
                                        <p:tgtEl>
                                          <p:spTgt spid="1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60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918041 0.0469717 E" pathEditMode="relative" ptsTypes="">
                                      <p:cBhvr>
                                        <p:cTn id="607" dur="1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9" dur="1500" fill="hold"/>
                                        <p:tgtEl>
                                          <p:spTgt spid="1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61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645018 -0.028183 E" pathEditMode="relative" ptsTypes="">
                                      <p:cBhvr>
                                        <p:cTn id="611" dur="1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13" dur="1500" fill="hold"/>
                                        <p:tgtEl>
                                          <p:spTgt spid="1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61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645018 -0.0093943 E" pathEditMode="relative" ptsTypes="">
                                      <p:cBhvr>
                                        <p:cTn id="615" dur="1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17" dur="1500" fill="hold"/>
                                        <p:tgtEl>
                                          <p:spTgt spid="1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61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645018 0.0093943 E" pathEditMode="relative" ptsTypes="">
                                      <p:cBhvr>
                                        <p:cTn id="619" dur="1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21" dur="1500" fill="hold"/>
                                        <p:tgtEl>
                                          <p:spTgt spid="1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  <p:par>
                                <p:cTn id="62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645018 0.028183 E" pathEditMode="relative" ptsTypes="">
                                      <p:cBhvr>
                                        <p:cTn id="623" dur="1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25" dur="1500" fill="hold"/>
                                        <p:tgtEl>
                                          <p:spTgt spid="1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5470" y="8547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6" fill="hold">
                      <p:stCondLst>
                        <p:cond delay="indefinite"/>
                      </p:stCondLst>
                      <p:childTnLst>
                        <p:par>
                          <p:cTn id="627" fill="hold">
                            <p:stCondLst>
                              <p:cond delay="0"/>
                            </p:stCondLst>
                            <p:childTnLst>
                              <p:par>
                                <p:cTn id="6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0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3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6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9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2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5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8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1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4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5" fill="hold">
                      <p:stCondLst>
                        <p:cond delay="indefinite"/>
                      </p:stCondLst>
                      <p:childTnLst>
                        <p:par>
                          <p:cTn id="656" fill="hold">
                            <p:stCondLst>
                              <p:cond delay="0"/>
                            </p:stCondLst>
                            <p:childTnLst>
                              <p:par>
                                <p:cTn id="6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9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2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5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8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1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4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7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0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1" fill="hold">
                            <p:stCondLst>
                              <p:cond delay="1000"/>
                            </p:stCondLst>
                            <p:childTnLst>
                              <p:par>
                                <p:cTn id="68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4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0" grpId="0" animBg="1"/>
      <p:bldP spid="110" grpId="1" animBg="1"/>
      <p:bldP spid="110" grpId="2" animBg="1"/>
      <p:bldP spid="2" grpId="0" animBg="1"/>
      <p:bldP spid="2" grpId="1" animBg="1"/>
      <p:bldP spid="2" grpId="2" animBg="1"/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7" grpId="0" animBg="1"/>
      <p:bldP spid="17" grpId="1" animBg="1"/>
      <p:bldP spid="18" grpId="0" animBg="1"/>
      <p:bldP spid="18" grpId="1" animBg="1"/>
      <p:bldP spid="19" grpId="0" animBg="1"/>
      <p:bldP spid="19" grpId="1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  <p:bldP spid="29" grpId="1" animBg="1"/>
      <p:bldP spid="29" grpId="2" animBg="1"/>
      <p:bldP spid="30" grpId="0" animBg="1"/>
      <p:bldP spid="30" grpId="1" animBg="1"/>
      <p:bldP spid="30" grpId="2" animBg="1"/>
      <p:bldP spid="31" grpId="0" animBg="1"/>
      <p:bldP spid="31" grpId="1" animBg="1"/>
      <p:bldP spid="31" grpId="2" animBg="1"/>
      <p:bldP spid="32" grpId="0" animBg="1"/>
      <p:bldP spid="32" grpId="1" animBg="1"/>
      <p:bldP spid="32" grpId="2" animBg="1"/>
      <p:bldP spid="33" grpId="0" animBg="1"/>
      <p:bldP spid="33" grpId="1" animBg="1"/>
      <p:bldP spid="33" grpId="2" animBg="1"/>
      <p:bldP spid="34" grpId="0" animBg="1"/>
      <p:bldP spid="34" grpId="1" animBg="1"/>
      <p:bldP spid="34" grpId="2" animBg="1"/>
      <p:bldP spid="35" grpId="0" animBg="1"/>
      <p:bldP spid="35" grpId="1" animBg="1"/>
      <p:bldP spid="35" grpId="2" animBg="1"/>
      <p:bldP spid="36" grpId="0" animBg="1"/>
      <p:bldP spid="36" grpId="1" animBg="1"/>
      <p:bldP spid="36" grpId="2" animBg="1"/>
      <p:bldP spid="37" grpId="0" animBg="1"/>
      <p:bldP spid="37" grpId="1" animBg="1"/>
      <p:bldP spid="37" grpId="2" animBg="1"/>
      <p:bldP spid="38" grpId="0" animBg="1"/>
      <p:bldP spid="38" grpId="1" animBg="1"/>
      <p:bldP spid="38" grpId="2" animBg="1"/>
      <p:bldP spid="39" grpId="0" animBg="1"/>
      <p:bldP spid="39" grpId="1" animBg="1"/>
      <p:bldP spid="39" grpId="2" animBg="1"/>
      <p:bldP spid="40" grpId="0" animBg="1"/>
      <p:bldP spid="40" grpId="1" animBg="1"/>
      <p:bldP spid="40" grpId="2" animBg="1"/>
      <p:bldP spid="41" grpId="0" animBg="1"/>
      <p:bldP spid="41" grpId="1" animBg="1"/>
      <p:bldP spid="41" grpId="2" animBg="1"/>
      <p:bldP spid="42" grpId="0" animBg="1"/>
      <p:bldP spid="42" grpId="1" animBg="1"/>
      <p:bldP spid="42" grpId="2" animBg="1"/>
      <p:bldP spid="43" grpId="0" animBg="1"/>
      <p:bldP spid="43" grpId="1" animBg="1"/>
      <p:bldP spid="43" grpId="2" animBg="1"/>
      <p:bldP spid="44" grpId="0" animBg="1"/>
      <p:bldP spid="44" grpId="1" animBg="1"/>
      <p:bldP spid="44" grpId="2" animBg="1"/>
      <p:bldP spid="45" grpId="0" animBg="1"/>
      <p:bldP spid="45" grpId="1" animBg="1"/>
      <p:bldP spid="45" grpId="2" animBg="1"/>
      <p:bldP spid="46" grpId="0" animBg="1"/>
      <p:bldP spid="46" grpId="1" animBg="1"/>
      <p:bldP spid="46" grpId="2" animBg="1"/>
      <p:bldP spid="47" grpId="0" animBg="1"/>
      <p:bldP spid="47" grpId="1" animBg="1"/>
      <p:bldP spid="47" grpId="2" animBg="1"/>
      <p:bldP spid="48" grpId="0" animBg="1"/>
      <p:bldP spid="48" grpId="1" animBg="1"/>
      <p:bldP spid="48" grpId="2" animBg="1"/>
      <p:bldP spid="49" grpId="0" animBg="1"/>
      <p:bldP spid="49" grpId="1" animBg="1"/>
      <p:bldP spid="49" grpId="2" animBg="1"/>
      <p:bldP spid="50" grpId="0" animBg="1"/>
      <p:bldP spid="50" grpId="1" animBg="1"/>
      <p:bldP spid="50" grpId="2" animBg="1"/>
      <p:bldP spid="51" grpId="0" animBg="1"/>
      <p:bldP spid="51" grpId="1" animBg="1"/>
      <p:bldP spid="51" grpId="2" animBg="1"/>
      <p:bldP spid="52" grpId="0" animBg="1"/>
      <p:bldP spid="52" grpId="1" animBg="1"/>
      <p:bldP spid="52" grpId="2" animBg="1"/>
      <p:bldP spid="53" grpId="0" animBg="1"/>
      <p:bldP spid="53" grpId="1" animBg="1"/>
      <p:bldP spid="53" grpId="2" animBg="1"/>
      <p:bldP spid="54" grpId="0" animBg="1"/>
      <p:bldP spid="54" grpId="1" animBg="1"/>
      <p:bldP spid="54" grpId="2" animBg="1"/>
      <p:bldP spid="55" grpId="0" animBg="1"/>
      <p:bldP spid="55" grpId="1" animBg="1"/>
      <p:bldP spid="55" grpId="2" animBg="1"/>
      <p:bldP spid="56" grpId="0" animBg="1"/>
      <p:bldP spid="56" grpId="1" animBg="1"/>
      <p:bldP spid="56" grpId="2" animBg="1"/>
      <p:bldP spid="57" grpId="0" animBg="1"/>
      <p:bldP spid="57" grpId="1" animBg="1"/>
      <p:bldP spid="57" grpId="2" animBg="1"/>
      <p:bldP spid="58" grpId="0" animBg="1"/>
      <p:bldP spid="58" grpId="1" animBg="1"/>
      <p:bldP spid="58" grpId="2" animBg="1"/>
      <p:bldP spid="59" grpId="0" animBg="1"/>
      <p:bldP spid="59" grpId="1" animBg="1"/>
      <p:bldP spid="59" grpId="2" animBg="1"/>
      <p:bldP spid="60" grpId="0" animBg="1"/>
      <p:bldP spid="60" grpId="1" animBg="1"/>
      <p:bldP spid="60" grpId="2" animBg="1"/>
      <p:bldP spid="61" grpId="0" animBg="1"/>
      <p:bldP spid="61" grpId="1" animBg="1"/>
      <p:bldP spid="61" grpId="2" animBg="1"/>
      <p:bldP spid="62" grpId="0" animBg="1"/>
      <p:bldP spid="62" grpId="1" animBg="1"/>
      <p:bldP spid="62" grpId="2" animBg="1"/>
      <p:bldP spid="63" grpId="0" animBg="1"/>
      <p:bldP spid="63" grpId="1" animBg="1"/>
      <p:bldP spid="63" grpId="2" animBg="1"/>
      <p:bldP spid="64" grpId="0" animBg="1"/>
      <p:bldP spid="64" grpId="1" animBg="1"/>
      <p:bldP spid="64" grpId="2" animBg="1"/>
      <p:bldP spid="65" grpId="0" animBg="1"/>
      <p:bldP spid="65" grpId="1" animBg="1"/>
      <p:bldP spid="65" grpId="2" animBg="1"/>
      <p:bldP spid="66" grpId="0" animBg="1"/>
      <p:bldP spid="66" grpId="1" animBg="1"/>
      <p:bldP spid="66" grpId="2" animBg="1"/>
      <p:bldP spid="67" grpId="0" animBg="1"/>
      <p:bldP spid="67" grpId="1" animBg="1"/>
      <p:bldP spid="67" grpId="2" animBg="1"/>
      <p:bldP spid="68" grpId="0" animBg="1"/>
      <p:bldP spid="68" grpId="1" animBg="1"/>
      <p:bldP spid="68" grpId="2" animBg="1"/>
      <p:bldP spid="69" grpId="0" animBg="1"/>
      <p:bldP spid="69" grpId="1" animBg="1"/>
      <p:bldP spid="69" grpId="2" animBg="1"/>
      <p:bldP spid="70" grpId="0" animBg="1"/>
      <p:bldP spid="70" grpId="1" animBg="1"/>
      <p:bldP spid="70" grpId="2" animBg="1"/>
      <p:bldP spid="71" grpId="0" animBg="1"/>
      <p:bldP spid="71" grpId="1" animBg="1"/>
      <p:bldP spid="71" grpId="2" animBg="1"/>
      <p:bldP spid="72" grpId="0" animBg="1"/>
      <p:bldP spid="72" grpId="1" animBg="1"/>
      <p:bldP spid="72" grpId="2" animBg="1"/>
      <p:bldP spid="73" grpId="0" animBg="1"/>
      <p:bldP spid="73" grpId="1" animBg="1"/>
      <p:bldP spid="73" grpId="2" animBg="1"/>
      <p:bldP spid="74" grpId="0" animBg="1"/>
      <p:bldP spid="74" grpId="1" animBg="1"/>
      <p:bldP spid="74" grpId="2" animBg="1"/>
      <p:bldP spid="75" grpId="0" animBg="1"/>
      <p:bldP spid="75" grpId="1" animBg="1"/>
      <p:bldP spid="75" grpId="2" animBg="1"/>
      <p:bldP spid="76" grpId="0" animBg="1"/>
      <p:bldP spid="76" grpId="1" animBg="1"/>
      <p:bldP spid="76" grpId="2" animBg="1"/>
      <p:bldP spid="77" grpId="0" animBg="1"/>
      <p:bldP spid="77" grpId="1" animBg="1"/>
      <p:bldP spid="77" grpId="2" animBg="1"/>
      <p:bldP spid="78" grpId="0" animBg="1"/>
      <p:bldP spid="78" grpId="1" animBg="1"/>
      <p:bldP spid="78" grpId="2" animBg="1"/>
      <p:bldP spid="79" grpId="0" animBg="1"/>
      <p:bldP spid="79" grpId="1" animBg="1"/>
      <p:bldP spid="79" grpId="2" animBg="1"/>
      <p:bldP spid="80" grpId="0" animBg="1"/>
      <p:bldP spid="80" grpId="1" animBg="1"/>
      <p:bldP spid="80" grpId="2" animBg="1"/>
      <p:bldP spid="81" grpId="0" animBg="1"/>
      <p:bldP spid="81" grpId="1" animBg="1"/>
      <p:bldP spid="81" grpId="2" animBg="1"/>
      <p:bldP spid="82" grpId="0" animBg="1"/>
      <p:bldP spid="82" grpId="1" animBg="1"/>
      <p:bldP spid="82" grpId="2" animBg="1"/>
      <p:bldP spid="83" grpId="0" animBg="1"/>
      <p:bldP spid="83" grpId="1" animBg="1"/>
      <p:bldP spid="83" grpId="2" animBg="1"/>
      <p:bldP spid="84" grpId="0" animBg="1"/>
      <p:bldP spid="84" grpId="1" animBg="1"/>
      <p:bldP spid="84" grpId="2" animBg="1"/>
      <p:bldP spid="85" grpId="0" animBg="1"/>
      <p:bldP spid="85" grpId="1" animBg="1"/>
      <p:bldP spid="85" grpId="2" animBg="1"/>
      <p:bldP spid="86" grpId="0" animBg="1"/>
      <p:bldP spid="86" grpId="1" animBg="1"/>
      <p:bldP spid="87" grpId="0" animBg="1"/>
      <p:bldP spid="87" grpId="1" animBg="1"/>
      <p:bldP spid="88" grpId="0" animBg="1"/>
      <p:bldP spid="88" grpId="1" animBg="1"/>
      <p:bldP spid="90" grpId="0" animBg="1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  <p:bldP spid="109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anim_o28_1">
            <a:extLst>
              <a:ext uri="{FF2B5EF4-FFF2-40B4-BE49-F238E27FC236}">
                <a16:creationId xmlns:a16="http://schemas.microsoft.com/office/drawing/2014/main" id="{064006AC-FC85-49C7-80D1-EEE91AC85A67}"/>
              </a:ext>
            </a:extLst>
          </p:cNvPr>
          <p:cNvSpPr>
            <a:spLocks noGrp="1"/>
          </p:cNvSpPr>
          <p:nvPr/>
        </p:nvSpPr>
        <p:spPr>
          <a:xfrm>
            <a:off x="7990894" y="4944915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0"/>
                </a:moveTo>
                <a:lnTo>
                  <a:pt x="1958057" y="378979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29_1">
            <a:extLst>
              <a:ext uri="{FF2B5EF4-FFF2-40B4-BE49-F238E27FC236}">
                <a16:creationId xmlns:a16="http://schemas.microsoft.com/office/drawing/2014/main" id="{7669BA07-774A-42AE-9570-592ABB19DC12}"/>
              </a:ext>
            </a:extLst>
          </p:cNvPr>
          <p:cNvSpPr>
            <a:spLocks noGrp="1"/>
          </p:cNvSpPr>
          <p:nvPr/>
        </p:nvSpPr>
        <p:spPr>
          <a:xfrm>
            <a:off x="7990894" y="4565936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378979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30_1">
            <a:extLst>
              <a:ext uri="{FF2B5EF4-FFF2-40B4-BE49-F238E27FC236}">
                <a16:creationId xmlns:a16="http://schemas.microsoft.com/office/drawing/2014/main" id="{F6B9560B-6A59-4CE4-A7FB-2724A43A0491}"/>
              </a:ext>
            </a:extLst>
          </p:cNvPr>
          <p:cNvSpPr>
            <a:spLocks noGrp="1"/>
          </p:cNvSpPr>
          <p:nvPr/>
        </p:nvSpPr>
        <p:spPr>
          <a:xfrm>
            <a:off x="7990894" y="3807979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1136936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31_1">
            <a:extLst>
              <a:ext uri="{FF2B5EF4-FFF2-40B4-BE49-F238E27FC236}">
                <a16:creationId xmlns:a16="http://schemas.microsoft.com/office/drawing/2014/main" id="{7C6604B3-7910-48BC-B8E8-2F666318B3DF}"/>
              </a:ext>
            </a:extLst>
          </p:cNvPr>
          <p:cNvSpPr>
            <a:spLocks noGrp="1"/>
          </p:cNvSpPr>
          <p:nvPr/>
        </p:nvSpPr>
        <p:spPr>
          <a:xfrm>
            <a:off x="7990894" y="3050021"/>
            <a:ext cx="1958057" cy="1894894"/>
          </a:xfrm>
          <a:custGeom>
            <a:avLst/>
            <a:gdLst/>
            <a:ahLst/>
            <a:cxnLst/>
            <a:rect l="0" t="0" r="0" b="0"/>
            <a:pathLst>
              <a:path w="1958057" h="1894894">
                <a:moveTo>
                  <a:pt x="0" y="1894894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32_1">
            <a:extLst>
              <a:ext uri="{FF2B5EF4-FFF2-40B4-BE49-F238E27FC236}">
                <a16:creationId xmlns:a16="http://schemas.microsoft.com/office/drawing/2014/main" id="{D0B9C5AA-642B-4E9C-AC73-69D5DB8C2F12}"/>
              </a:ext>
            </a:extLst>
          </p:cNvPr>
          <p:cNvSpPr>
            <a:spLocks noGrp="1"/>
          </p:cNvSpPr>
          <p:nvPr/>
        </p:nvSpPr>
        <p:spPr>
          <a:xfrm>
            <a:off x="7990894" y="2292064"/>
            <a:ext cx="1958057" cy="2652851"/>
          </a:xfrm>
          <a:custGeom>
            <a:avLst/>
            <a:gdLst/>
            <a:ahLst/>
            <a:cxnLst/>
            <a:rect l="0" t="0" r="0" b="0"/>
            <a:pathLst>
              <a:path w="1958057" h="2652851">
                <a:moveTo>
                  <a:pt x="0" y="2652851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33_1">
            <a:extLst>
              <a:ext uri="{FF2B5EF4-FFF2-40B4-BE49-F238E27FC236}">
                <a16:creationId xmlns:a16="http://schemas.microsoft.com/office/drawing/2014/main" id="{04380A36-D54A-4D1E-BD3F-E4A63956AE0E}"/>
              </a:ext>
            </a:extLst>
          </p:cNvPr>
          <p:cNvSpPr>
            <a:spLocks noGrp="1"/>
          </p:cNvSpPr>
          <p:nvPr/>
        </p:nvSpPr>
        <p:spPr>
          <a:xfrm>
            <a:off x="7990894" y="1534106"/>
            <a:ext cx="1958057" cy="3410809"/>
          </a:xfrm>
          <a:custGeom>
            <a:avLst/>
            <a:gdLst/>
            <a:ahLst/>
            <a:cxnLst/>
            <a:rect l="0" t="0" r="0" b="0"/>
            <a:pathLst>
              <a:path w="1958057" h="3410809">
                <a:moveTo>
                  <a:pt x="0" y="3410809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34_1">
            <a:extLst>
              <a:ext uri="{FF2B5EF4-FFF2-40B4-BE49-F238E27FC236}">
                <a16:creationId xmlns:a16="http://schemas.microsoft.com/office/drawing/2014/main" id="{709F2BD7-9823-4E7E-B049-4292828CF7D7}"/>
              </a:ext>
            </a:extLst>
          </p:cNvPr>
          <p:cNvSpPr>
            <a:spLocks noGrp="1"/>
          </p:cNvSpPr>
          <p:nvPr/>
        </p:nvSpPr>
        <p:spPr>
          <a:xfrm>
            <a:off x="7990894" y="4186958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0"/>
                </a:moveTo>
                <a:lnTo>
                  <a:pt x="1958057" y="113693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35_1">
            <a:extLst>
              <a:ext uri="{FF2B5EF4-FFF2-40B4-BE49-F238E27FC236}">
                <a16:creationId xmlns:a16="http://schemas.microsoft.com/office/drawing/2014/main" id="{C7020617-B74D-457E-B27E-A0395B5C5DF7}"/>
              </a:ext>
            </a:extLst>
          </p:cNvPr>
          <p:cNvSpPr>
            <a:spLocks noGrp="1"/>
          </p:cNvSpPr>
          <p:nvPr/>
        </p:nvSpPr>
        <p:spPr>
          <a:xfrm>
            <a:off x="7990894" y="4186958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0"/>
                </a:moveTo>
                <a:lnTo>
                  <a:pt x="1958057" y="378979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36_1">
            <a:extLst>
              <a:ext uri="{FF2B5EF4-FFF2-40B4-BE49-F238E27FC236}">
                <a16:creationId xmlns:a16="http://schemas.microsoft.com/office/drawing/2014/main" id="{74DFED5F-7C06-42E3-9D5A-29E4FC6903CD}"/>
              </a:ext>
            </a:extLst>
          </p:cNvPr>
          <p:cNvSpPr>
            <a:spLocks noGrp="1"/>
          </p:cNvSpPr>
          <p:nvPr/>
        </p:nvSpPr>
        <p:spPr>
          <a:xfrm>
            <a:off x="7990894" y="3807979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378979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37_1">
            <a:extLst>
              <a:ext uri="{FF2B5EF4-FFF2-40B4-BE49-F238E27FC236}">
                <a16:creationId xmlns:a16="http://schemas.microsoft.com/office/drawing/2014/main" id="{DBD0F7B3-E0E0-4880-B87A-AFDFC94C7C56}"/>
              </a:ext>
            </a:extLst>
          </p:cNvPr>
          <p:cNvSpPr>
            <a:spLocks noGrp="1"/>
          </p:cNvSpPr>
          <p:nvPr/>
        </p:nvSpPr>
        <p:spPr>
          <a:xfrm>
            <a:off x="7990894" y="3050021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1136936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38_1">
            <a:extLst>
              <a:ext uri="{FF2B5EF4-FFF2-40B4-BE49-F238E27FC236}">
                <a16:creationId xmlns:a16="http://schemas.microsoft.com/office/drawing/2014/main" id="{D751126E-FA11-45DC-81EE-3596A4D8F002}"/>
              </a:ext>
            </a:extLst>
          </p:cNvPr>
          <p:cNvSpPr>
            <a:spLocks noGrp="1"/>
          </p:cNvSpPr>
          <p:nvPr/>
        </p:nvSpPr>
        <p:spPr>
          <a:xfrm>
            <a:off x="7990894" y="2292064"/>
            <a:ext cx="1958057" cy="1894894"/>
          </a:xfrm>
          <a:custGeom>
            <a:avLst/>
            <a:gdLst/>
            <a:ahLst/>
            <a:cxnLst/>
            <a:rect l="0" t="0" r="0" b="0"/>
            <a:pathLst>
              <a:path w="1958057" h="1894894">
                <a:moveTo>
                  <a:pt x="0" y="1894894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39_1">
            <a:extLst>
              <a:ext uri="{FF2B5EF4-FFF2-40B4-BE49-F238E27FC236}">
                <a16:creationId xmlns:a16="http://schemas.microsoft.com/office/drawing/2014/main" id="{96620D7A-611E-4065-BB27-AD120AF43ED4}"/>
              </a:ext>
            </a:extLst>
          </p:cNvPr>
          <p:cNvSpPr>
            <a:spLocks noGrp="1"/>
          </p:cNvSpPr>
          <p:nvPr/>
        </p:nvSpPr>
        <p:spPr>
          <a:xfrm>
            <a:off x="7990894" y="1534106"/>
            <a:ext cx="1958057" cy="2652851"/>
          </a:xfrm>
          <a:custGeom>
            <a:avLst/>
            <a:gdLst/>
            <a:ahLst/>
            <a:cxnLst/>
            <a:rect l="0" t="0" r="0" b="0"/>
            <a:pathLst>
              <a:path w="1958057" h="2652851">
                <a:moveTo>
                  <a:pt x="0" y="2652851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40_1">
            <a:extLst>
              <a:ext uri="{FF2B5EF4-FFF2-40B4-BE49-F238E27FC236}">
                <a16:creationId xmlns:a16="http://schemas.microsoft.com/office/drawing/2014/main" id="{C218514A-6E41-4894-B22A-7498B612C3CF}"/>
              </a:ext>
            </a:extLst>
          </p:cNvPr>
          <p:cNvSpPr>
            <a:spLocks noGrp="1"/>
          </p:cNvSpPr>
          <p:nvPr/>
        </p:nvSpPr>
        <p:spPr>
          <a:xfrm>
            <a:off x="7990894" y="3429000"/>
            <a:ext cx="1958057" cy="1894894"/>
          </a:xfrm>
          <a:custGeom>
            <a:avLst/>
            <a:gdLst/>
            <a:ahLst/>
            <a:cxnLst/>
            <a:rect l="0" t="0" r="0" b="0"/>
            <a:pathLst>
              <a:path w="1958057" h="1894894">
                <a:moveTo>
                  <a:pt x="0" y="0"/>
                </a:moveTo>
                <a:lnTo>
                  <a:pt x="1958057" y="1894894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41_1">
            <a:extLst>
              <a:ext uri="{FF2B5EF4-FFF2-40B4-BE49-F238E27FC236}">
                <a16:creationId xmlns:a16="http://schemas.microsoft.com/office/drawing/2014/main" id="{12BC65B1-CB56-429B-A51A-D79DBEF69BBC}"/>
              </a:ext>
            </a:extLst>
          </p:cNvPr>
          <p:cNvSpPr>
            <a:spLocks noGrp="1"/>
          </p:cNvSpPr>
          <p:nvPr/>
        </p:nvSpPr>
        <p:spPr>
          <a:xfrm>
            <a:off x="7990894" y="3429000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0"/>
                </a:moveTo>
                <a:lnTo>
                  <a:pt x="1958057" y="113693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42_1">
            <a:extLst>
              <a:ext uri="{FF2B5EF4-FFF2-40B4-BE49-F238E27FC236}">
                <a16:creationId xmlns:a16="http://schemas.microsoft.com/office/drawing/2014/main" id="{5B2D577C-88B5-4AB7-A9B5-BC6EBE1DD572}"/>
              </a:ext>
            </a:extLst>
          </p:cNvPr>
          <p:cNvSpPr>
            <a:spLocks noGrp="1"/>
          </p:cNvSpPr>
          <p:nvPr/>
        </p:nvSpPr>
        <p:spPr>
          <a:xfrm>
            <a:off x="7990894" y="3429000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0"/>
                </a:moveTo>
                <a:lnTo>
                  <a:pt x="1958057" y="378979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43_1">
            <a:extLst>
              <a:ext uri="{FF2B5EF4-FFF2-40B4-BE49-F238E27FC236}">
                <a16:creationId xmlns:a16="http://schemas.microsoft.com/office/drawing/2014/main" id="{EB3EBB62-8614-47A3-986A-51EA73804DB0}"/>
              </a:ext>
            </a:extLst>
          </p:cNvPr>
          <p:cNvSpPr>
            <a:spLocks noGrp="1"/>
          </p:cNvSpPr>
          <p:nvPr/>
        </p:nvSpPr>
        <p:spPr>
          <a:xfrm>
            <a:off x="7990894" y="3050021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378979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44_1">
            <a:extLst>
              <a:ext uri="{FF2B5EF4-FFF2-40B4-BE49-F238E27FC236}">
                <a16:creationId xmlns:a16="http://schemas.microsoft.com/office/drawing/2014/main" id="{FB8C3C38-E043-47D0-9696-7080F271B631}"/>
              </a:ext>
            </a:extLst>
          </p:cNvPr>
          <p:cNvSpPr>
            <a:spLocks noGrp="1"/>
          </p:cNvSpPr>
          <p:nvPr/>
        </p:nvSpPr>
        <p:spPr>
          <a:xfrm>
            <a:off x="7990894" y="2292064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1136936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45_1">
            <a:extLst>
              <a:ext uri="{FF2B5EF4-FFF2-40B4-BE49-F238E27FC236}">
                <a16:creationId xmlns:a16="http://schemas.microsoft.com/office/drawing/2014/main" id="{D9A84498-7E4D-4695-AB81-CC63E2C760AB}"/>
              </a:ext>
            </a:extLst>
          </p:cNvPr>
          <p:cNvSpPr>
            <a:spLocks noGrp="1"/>
          </p:cNvSpPr>
          <p:nvPr/>
        </p:nvSpPr>
        <p:spPr>
          <a:xfrm>
            <a:off x="7990894" y="1534106"/>
            <a:ext cx="1958057" cy="1894894"/>
          </a:xfrm>
          <a:custGeom>
            <a:avLst/>
            <a:gdLst/>
            <a:ahLst/>
            <a:cxnLst/>
            <a:rect l="0" t="0" r="0" b="0"/>
            <a:pathLst>
              <a:path w="1958057" h="1894894">
                <a:moveTo>
                  <a:pt x="0" y="1894894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46_1">
            <a:extLst>
              <a:ext uri="{FF2B5EF4-FFF2-40B4-BE49-F238E27FC236}">
                <a16:creationId xmlns:a16="http://schemas.microsoft.com/office/drawing/2014/main" id="{BD586E9E-A5B0-40CA-B66F-5BA7FF4980F2}"/>
              </a:ext>
            </a:extLst>
          </p:cNvPr>
          <p:cNvSpPr>
            <a:spLocks noGrp="1"/>
          </p:cNvSpPr>
          <p:nvPr/>
        </p:nvSpPr>
        <p:spPr>
          <a:xfrm>
            <a:off x="7990894" y="2671042"/>
            <a:ext cx="1958057" cy="2652851"/>
          </a:xfrm>
          <a:custGeom>
            <a:avLst/>
            <a:gdLst/>
            <a:ahLst/>
            <a:cxnLst/>
            <a:rect l="0" t="0" r="0" b="0"/>
            <a:pathLst>
              <a:path w="1958057" h="2652851">
                <a:moveTo>
                  <a:pt x="0" y="0"/>
                </a:moveTo>
                <a:lnTo>
                  <a:pt x="1958057" y="2652851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47_1">
            <a:extLst>
              <a:ext uri="{FF2B5EF4-FFF2-40B4-BE49-F238E27FC236}">
                <a16:creationId xmlns:a16="http://schemas.microsoft.com/office/drawing/2014/main" id="{9F3A6886-7819-40EC-8F2F-47E4AF33469A}"/>
              </a:ext>
            </a:extLst>
          </p:cNvPr>
          <p:cNvSpPr>
            <a:spLocks noGrp="1"/>
          </p:cNvSpPr>
          <p:nvPr/>
        </p:nvSpPr>
        <p:spPr>
          <a:xfrm>
            <a:off x="7990894" y="2671042"/>
            <a:ext cx="1958057" cy="1894894"/>
          </a:xfrm>
          <a:custGeom>
            <a:avLst/>
            <a:gdLst/>
            <a:ahLst/>
            <a:cxnLst/>
            <a:rect l="0" t="0" r="0" b="0"/>
            <a:pathLst>
              <a:path w="1958057" h="1894894">
                <a:moveTo>
                  <a:pt x="0" y="0"/>
                </a:moveTo>
                <a:lnTo>
                  <a:pt x="1958057" y="1894894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48_1">
            <a:extLst>
              <a:ext uri="{FF2B5EF4-FFF2-40B4-BE49-F238E27FC236}">
                <a16:creationId xmlns:a16="http://schemas.microsoft.com/office/drawing/2014/main" id="{7E58E3A1-7FBE-468B-BC2F-C36593672E55}"/>
              </a:ext>
            </a:extLst>
          </p:cNvPr>
          <p:cNvSpPr>
            <a:spLocks noGrp="1"/>
          </p:cNvSpPr>
          <p:nvPr/>
        </p:nvSpPr>
        <p:spPr>
          <a:xfrm>
            <a:off x="7990894" y="2671042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0"/>
                </a:moveTo>
                <a:lnTo>
                  <a:pt x="1958057" y="113693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49_1">
            <a:extLst>
              <a:ext uri="{FF2B5EF4-FFF2-40B4-BE49-F238E27FC236}">
                <a16:creationId xmlns:a16="http://schemas.microsoft.com/office/drawing/2014/main" id="{5C1137C5-6C9E-4FD7-81DE-9133DC0B7719}"/>
              </a:ext>
            </a:extLst>
          </p:cNvPr>
          <p:cNvSpPr>
            <a:spLocks noGrp="1"/>
          </p:cNvSpPr>
          <p:nvPr/>
        </p:nvSpPr>
        <p:spPr>
          <a:xfrm>
            <a:off x="7990894" y="2671042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0"/>
                </a:moveTo>
                <a:lnTo>
                  <a:pt x="1958057" y="378979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50_1">
            <a:extLst>
              <a:ext uri="{FF2B5EF4-FFF2-40B4-BE49-F238E27FC236}">
                <a16:creationId xmlns:a16="http://schemas.microsoft.com/office/drawing/2014/main" id="{6DBB848D-A67B-4543-A81C-6872E69CC73D}"/>
              </a:ext>
            </a:extLst>
          </p:cNvPr>
          <p:cNvSpPr>
            <a:spLocks noGrp="1"/>
          </p:cNvSpPr>
          <p:nvPr/>
        </p:nvSpPr>
        <p:spPr>
          <a:xfrm>
            <a:off x="7990894" y="2292064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378979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51_1">
            <a:extLst>
              <a:ext uri="{FF2B5EF4-FFF2-40B4-BE49-F238E27FC236}">
                <a16:creationId xmlns:a16="http://schemas.microsoft.com/office/drawing/2014/main" id="{8B8D5BB0-1874-489C-9AB9-8CF9A760479B}"/>
              </a:ext>
            </a:extLst>
          </p:cNvPr>
          <p:cNvSpPr>
            <a:spLocks noGrp="1"/>
          </p:cNvSpPr>
          <p:nvPr/>
        </p:nvSpPr>
        <p:spPr>
          <a:xfrm>
            <a:off x="7990894" y="1534106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1136936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52_1">
            <a:extLst>
              <a:ext uri="{FF2B5EF4-FFF2-40B4-BE49-F238E27FC236}">
                <a16:creationId xmlns:a16="http://schemas.microsoft.com/office/drawing/2014/main" id="{009D9ED2-ACDF-4D5E-8B44-7BE7119AFD76}"/>
              </a:ext>
            </a:extLst>
          </p:cNvPr>
          <p:cNvSpPr>
            <a:spLocks noGrp="1"/>
          </p:cNvSpPr>
          <p:nvPr/>
        </p:nvSpPr>
        <p:spPr>
          <a:xfrm>
            <a:off x="7990894" y="1913085"/>
            <a:ext cx="1958057" cy="3410809"/>
          </a:xfrm>
          <a:custGeom>
            <a:avLst/>
            <a:gdLst/>
            <a:ahLst/>
            <a:cxnLst/>
            <a:rect l="0" t="0" r="0" b="0"/>
            <a:pathLst>
              <a:path w="1958057" h="3410809">
                <a:moveTo>
                  <a:pt x="0" y="0"/>
                </a:moveTo>
                <a:lnTo>
                  <a:pt x="1958057" y="3410809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53_1">
            <a:extLst>
              <a:ext uri="{FF2B5EF4-FFF2-40B4-BE49-F238E27FC236}">
                <a16:creationId xmlns:a16="http://schemas.microsoft.com/office/drawing/2014/main" id="{E3815CDB-1551-454B-ACAA-E3B2605359F4}"/>
              </a:ext>
            </a:extLst>
          </p:cNvPr>
          <p:cNvSpPr>
            <a:spLocks noGrp="1"/>
          </p:cNvSpPr>
          <p:nvPr/>
        </p:nvSpPr>
        <p:spPr>
          <a:xfrm>
            <a:off x="7990894" y="1913085"/>
            <a:ext cx="1958057" cy="2652851"/>
          </a:xfrm>
          <a:custGeom>
            <a:avLst/>
            <a:gdLst/>
            <a:ahLst/>
            <a:cxnLst/>
            <a:rect l="0" t="0" r="0" b="0"/>
            <a:pathLst>
              <a:path w="1958057" h="2652851">
                <a:moveTo>
                  <a:pt x="0" y="0"/>
                </a:moveTo>
                <a:lnTo>
                  <a:pt x="1958057" y="2652851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54_1">
            <a:extLst>
              <a:ext uri="{FF2B5EF4-FFF2-40B4-BE49-F238E27FC236}">
                <a16:creationId xmlns:a16="http://schemas.microsoft.com/office/drawing/2014/main" id="{837867F2-DF96-476C-8DCD-C6F055F885C5}"/>
              </a:ext>
            </a:extLst>
          </p:cNvPr>
          <p:cNvSpPr>
            <a:spLocks noGrp="1"/>
          </p:cNvSpPr>
          <p:nvPr/>
        </p:nvSpPr>
        <p:spPr>
          <a:xfrm>
            <a:off x="7990894" y="1913085"/>
            <a:ext cx="1958057" cy="1894894"/>
          </a:xfrm>
          <a:custGeom>
            <a:avLst/>
            <a:gdLst/>
            <a:ahLst/>
            <a:cxnLst/>
            <a:rect l="0" t="0" r="0" b="0"/>
            <a:pathLst>
              <a:path w="1958057" h="1894894">
                <a:moveTo>
                  <a:pt x="0" y="0"/>
                </a:moveTo>
                <a:lnTo>
                  <a:pt x="1958057" y="1894894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55_1">
            <a:extLst>
              <a:ext uri="{FF2B5EF4-FFF2-40B4-BE49-F238E27FC236}">
                <a16:creationId xmlns:a16="http://schemas.microsoft.com/office/drawing/2014/main" id="{90E7FF05-31B2-4D5D-B191-0D6E350DF5BC}"/>
              </a:ext>
            </a:extLst>
          </p:cNvPr>
          <p:cNvSpPr>
            <a:spLocks noGrp="1"/>
          </p:cNvSpPr>
          <p:nvPr/>
        </p:nvSpPr>
        <p:spPr>
          <a:xfrm>
            <a:off x="7990894" y="1913085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0"/>
                </a:moveTo>
                <a:lnTo>
                  <a:pt x="1958057" y="113693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56_1">
            <a:extLst>
              <a:ext uri="{FF2B5EF4-FFF2-40B4-BE49-F238E27FC236}">
                <a16:creationId xmlns:a16="http://schemas.microsoft.com/office/drawing/2014/main" id="{493058EA-EEAD-4726-913F-370C889E8CA4}"/>
              </a:ext>
            </a:extLst>
          </p:cNvPr>
          <p:cNvSpPr>
            <a:spLocks noGrp="1"/>
          </p:cNvSpPr>
          <p:nvPr/>
        </p:nvSpPr>
        <p:spPr>
          <a:xfrm>
            <a:off x="7990894" y="1913085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0"/>
                </a:moveTo>
                <a:lnTo>
                  <a:pt x="1958057" y="378979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57_1">
            <a:extLst>
              <a:ext uri="{FF2B5EF4-FFF2-40B4-BE49-F238E27FC236}">
                <a16:creationId xmlns:a16="http://schemas.microsoft.com/office/drawing/2014/main" id="{632C7A22-A092-4EA3-85DD-789E0148E8FD}"/>
              </a:ext>
            </a:extLst>
          </p:cNvPr>
          <p:cNvSpPr>
            <a:spLocks noGrp="1"/>
          </p:cNvSpPr>
          <p:nvPr/>
        </p:nvSpPr>
        <p:spPr>
          <a:xfrm>
            <a:off x="7990894" y="1534106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378979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58_1">
            <a:extLst>
              <a:ext uri="{FF2B5EF4-FFF2-40B4-BE49-F238E27FC236}">
                <a16:creationId xmlns:a16="http://schemas.microsoft.com/office/drawing/2014/main" id="{CF0AC2F3-88CA-46EF-BADA-1E63BBD1016E}"/>
              </a:ext>
            </a:extLst>
          </p:cNvPr>
          <p:cNvSpPr>
            <a:spLocks noGrp="1"/>
          </p:cNvSpPr>
          <p:nvPr/>
        </p:nvSpPr>
        <p:spPr>
          <a:xfrm>
            <a:off x="9948951" y="4565936"/>
            <a:ext cx="1958057" cy="757958"/>
          </a:xfrm>
          <a:custGeom>
            <a:avLst/>
            <a:gdLst/>
            <a:ahLst/>
            <a:cxnLst/>
            <a:rect l="0" t="0" r="0" b="0"/>
            <a:pathLst>
              <a:path w="1958057" h="757958">
                <a:moveTo>
                  <a:pt x="0" y="757958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59_1">
            <a:extLst>
              <a:ext uri="{FF2B5EF4-FFF2-40B4-BE49-F238E27FC236}">
                <a16:creationId xmlns:a16="http://schemas.microsoft.com/office/drawing/2014/main" id="{E5BFD0BD-7098-4D4E-94F0-85BD2D99C10F}"/>
              </a:ext>
            </a:extLst>
          </p:cNvPr>
          <p:cNvSpPr>
            <a:spLocks noGrp="1"/>
          </p:cNvSpPr>
          <p:nvPr/>
        </p:nvSpPr>
        <p:spPr>
          <a:xfrm>
            <a:off x="9948951" y="3807979"/>
            <a:ext cx="1958057" cy="1515915"/>
          </a:xfrm>
          <a:custGeom>
            <a:avLst/>
            <a:gdLst/>
            <a:ahLst/>
            <a:cxnLst/>
            <a:rect l="0" t="0" r="0" b="0"/>
            <a:pathLst>
              <a:path w="1958057" h="1515915">
                <a:moveTo>
                  <a:pt x="0" y="1515915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60_1">
            <a:extLst>
              <a:ext uri="{FF2B5EF4-FFF2-40B4-BE49-F238E27FC236}">
                <a16:creationId xmlns:a16="http://schemas.microsoft.com/office/drawing/2014/main" id="{8E79A0D5-F3B2-42BD-BEA7-69FDB107877D}"/>
              </a:ext>
            </a:extLst>
          </p:cNvPr>
          <p:cNvSpPr>
            <a:spLocks noGrp="1"/>
          </p:cNvSpPr>
          <p:nvPr/>
        </p:nvSpPr>
        <p:spPr>
          <a:xfrm>
            <a:off x="9948951" y="3050021"/>
            <a:ext cx="1958057" cy="2273873"/>
          </a:xfrm>
          <a:custGeom>
            <a:avLst/>
            <a:gdLst/>
            <a:ahLst/>
            <a:cxnLst/>
            <a:rect l="0" t="0" r="0" b="0"/>
            <a:pathLst>
              <a:path w="1958057" h="2273873">
                <a:moveTo>
                  <a:pt x="0" y="2273873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61_1">
            <a:extLst>
              <a:ext uri="{FF2B5EF4-FFF2-40B4-BE49-F238E27FC236}">
                <a16:creationId xmlns:a16="http://schemas.microsoft.com/office/drawing/2014/main" id="{84860EC0-E325-478D-BF9D-35757324DD32}"/>
              </a:ext>
            </a:extLst>
          </p:cNvPr>
          <p:cNvSpPr>
            <a:spLocks noGrp="1"/>
          </p:cNvSpPr>
          <p:nvPr/>
        </p:nvSpPr>
        <p:spPr>
          <a:xfrm>
            <a:off x="9948951" y="2292064"/>
            <a:ext cx="1958057" cy="3031830"/>
          </a:xfrm>
          <a:custGeom>
            <a:avLst/>
            <a:gdLst/>
            <a:ahLst/>
            <a:cxnLst/>
            <a:rect l="0" t="0" r="0" b="0"/>
            <a:pathLst>
              <a:path w="1958057" h="3031830">
                <a:moveTo>
                  <a:pt x="0" y="3031830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62_1">
            <a:extLst>
              <a:ext uri="{FF2B5EF4-FFF2-40B4-BE49-F238E27FC236}">
                <a16:creationId xmlns:a16="http://schemas.microsoft.com/office/drawing/2014/main" id="{F8C68B94-78DE-4A02-9DFD-8F3260655B4F}"/>
              </a:ext>
            </a:extLst>
          </p:cNvPr>
          <p:cNvSpPr>
            <a:spLocks noGrp="1"/>
          </p:cNvSpPr>
          <p:nvPr/>
        </p:nvSpPr>
        <p:spPr>
          <a:xfrm>
            <a:off x="9948951" y="4565936"/>
            <a:ext cx="1958057" cy="953"/>
          </a:xfrm>
          <a:custGeom>
            <a:avLst/>
            <a:gdLst/>
            <a:ahLst/>
            <a:cxnLst/>
            <a:rect l="0" t="0" r="0" b="0"/>
            <a:pathLst>
              <a:path w="1958057" h="953">
                <a:moveTo>
                  <a:pt x="0" y="0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63_1">
            <a:extLst>
              <a:ext uri="{FF2B5EF4-FFF2-40B4-BE49-F238E27FC236}">
                <a16:creationId xmlns:a16="http://schemas.microsoft.com/office/drawing/2014/main" id="{EB35AC5A-52DD-488B-BDFE-30DA46D8AC2F}"/>
              </a:ext>
            </a:extLst>
          </p:cNvPr>
          <p:cNvSpPr>
            <a:spLocks noGrp="1"/>
          </p:cNvSpPr>
          <p:nvPr/>
        </p:nvSpPr>
        <p:spPr>
          <a:xfrm>
            <a:off x="9948951" y="3807979"/>
            <a:ext cx="1958057" cy="757958"/>
          </a:xfrm>
          <a:custGeom>
            <a:avLst/>
            <a:gdLst/>
            <a:ahLst/>
            <a:cxnLst/>
            <a:rect l="0" t="0" r="0" b="0"/>
            <a:pathLst>
              <a:path w="1958057" h="757958">
                <a:moveTo>
                  <a:pt x="0" y="757958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64_1">
            <a:extLst>
              <a:ext uri="{FF2B5EF4-FFF2-40B4-BE49-F238E27FC236}">
                <a16:creationId xmlns:a16="http://schemas.microsoft.com/office/drawing/2014/main" id="{C8149B03-798B-4A61-AA5E-B54D17AE3A4B}"/>
              </a:ext>
            </a:extLst>
          </p:cNvPr>
          <p:cNvSpPr>
            <a:spLocks noGrp="1"/>
          </p:cNvSpPr>
          <p:nvPr/>
        </p:nvSpPr>
        <p:spPr>
          <a:xfrm>
            <a:off x="9948951" y="3050021"/>
            <a:ext cx="1958057" cy="1515915"/>
          </a:xfrm>
          <a:custGeom>
            <a:avLst/>
            <a:gdLst/>
            <a:ahLst/>
            <a:cxnLst/>
            <a:rect l="0" t="0" r="0" b="0"/>
            <a:pathLst>
              <a:path w="1958057" h="1515915">
                <a:moveTo>
                  <a:pt x="0" y="1515915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65_1">
            <a:extLst>
              <a:ext uri="{FF2B5EF4-FFF2-40B4-BE49-F238E27FC236}">
                <a16:creationId xmlns:a16="http://schemas.microsoft.com/office/drawing/2014/main" id="{D610C31B-E6B5-4916-A69B-58C43DB685DD}"/>
              </a:ext>
            </a:extLst>
          </p:cNvPr>
          <p:cNvSpPr>
            <a:spLocks noGrp="1"/>
          </p:cNvSpPr>
          <p:nvPr/>
        </p:nvSpPr>
        <p:spPr>
          <a:xfrm>
            <a:off x="9948951" y="2292064"/>
            <a:ext cx="1958057" cy="2273873"/>
          </a:xfrm>
          <a:custGeom>
            <a:avLst/>
            <a:gdLst/>
            <a:ahLst/>
            <a:cxnLst/>
            <a:rect l="0" t="0" r="0" b="0"/>
            <a:pathLst>
              <a:path w="1958057" h="2273873">
                <a:moveTo>
                  <a:pt x="0" y="2273873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66_1">
            <a:extLst>
              <a:ext uri="{FF2B5EF4-FFF2-40B4-BE49-F238E27FC236}">
                <a16:creationId xmlns:a16="http://schemas.microsoft.com/office/drawing/2014/main" id="{B5B25464-E965-4640-BEB4-69F2F4A4B2AD}"/>
              </a:ext>
            </a:extLst>
          </p:cNvPr>
          <p:cNvSpPr>
            <a:spLocks noGrp="1"/>
          </p:cNvSpPr>
          <p:nvPr/>
        </p:nvSpPr>
        <p:spPr>
          <a:xfrm>
            <a:off x="9948951" y="3807979"/>
            <a:ext cx="1958057" cy="757958"/>
          </a:xfrm>
          <a:custGeom>
            <a:avLst/>
            <a:gdLst/>
            <a:ahLst/>
            <a:cxnLst/>
            <a:rect l="0" t="0" r="0" b="0"/>
            <a:pathLst>
              <a:path w="1958057" h="757958">
                <a:moveTo>
                  <a:pt x="0" y="0"/>
                </a:moveTo>
                <a:lnTo>
                  <a:pt x="1958057" y="757958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67_1">
            <a:extLst>
              <a:ext uri="{FF2B5EF4-FFF2-40B4-BE49-F238E27FC236}">
                <a16:creationId xmlns:a16="http://schemas.microsoft.com/office/drawing/2014/main" id="{4DE8DBC1-4843-40DD-9F4A-17EADCAB48D2}"/>
              </a:ext>
            </a:extLst>
          </p:cNvPr>
          <p:cNvSpPr>
            <a:spLocks noGrp="1"/>
          </p:cNvSpPr>
          <p:nvPr/>
        </p:nvSpPr>
        <p:spPr>
          <a:xfrm>
            <a:off x="9948951" y="3807979"/>
            <a:ext cx="1958057" cy="953"/>
          </a:xfrm>
          <a:custGeom>
            <a:avLst/>
            <a:gdLst/>
            <a:ahLst/>
            <a:cxnLst/>
            <a:rect l="0" t="0" r="0" b="0"/>
            <a:pathLst>
              <a:path w="1958057" h="953">
                <a:moveTo>
                  <a:pt x="0" y="0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68_1">
            <a:extLst>
              <a:ext uri="{FF2B5EF4-FFF2-40B4-BE49-F238E27FC236}">
                <a16:creationId xmlns:a16="http://schemas.microsoft.com/office/drawing/2014/main" id="{7F499319-61D8-467A-AC1A-D9505F1F1032}"/>
              </a:ext>
            </a:extLst>
          </p:cNvPr>
          <p:cNvSpPr>
            <a:spLocks noGrp="1"/>
          </p:cNvSpPr>
          <p:nvPr/>
        </p:nvSpPr>
        <p:spPr>
          <a:xfrm>
            <a:off x="9948951" y="3050021"/>
            <a:ext cx="1958057" cy="757958"/>
          </a:xfrm>
          <a:custGeom>
            <a:avLst/>
            <a:gdLst/>
            <a:ahLst/>
            <a:cxnLst/>
            <a:rect l="0" t="0" r="0" b="0"/>
            <a:pathLst>
              <a:path w="1958057" h="757958">
                <a:moveTo>
                  <a:pt x="0" y="757958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69_1">
            <a:extLst>
              <a:ext uri="{FF2B5EF4-FFF2-40B4-BE49-F238E27FC236}">
                <a16:creationId xmlns:a16="http://schemas.microsoft.com/office/drawing/2014/main" id="{E996F361-76CA-4FB2-A83F-A149959CE0E7}"/>
              </a:ext>
            </a:extLst>
          </p:cNvPr>
          <p:cNvSpPr>
            <a:spLocks noGrp="1"/>
          </p:cNvSpPr>
          <p:nvPr/>
        </p:nvSpPr>
        <p:spPr>
          <a:xfrm>
            <a:off x="9948951" y="2292064"/>
            <a:ext cx="1958057" cy="1515915"/>
          </a:xfrm>
          <a:custGeom>
            <a:avLst/>
            <a:gdLst/>
            <a:ahLst/>
            <a:cxnLst/>
            <a:rect l="0" t="0" r="0" b="0"/>
            <a:pathLst>
              <a:path w="1958057" h="1515915">
                <a:moveTo>
                  <a:pt x="0" y="1515915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70_1">
            <a:extLst>
              <a:ext uri="{FF2B5EF4-FFF2-40B4-BE49-F238E27FC236}">
                <a16:creationId xmlns:a16="http://schemas.microsoft.com/office/drawing/2014/main" id="{B22B25D6-634B-4A74-B248-DC6D18E89BBF}"/>
              </a:ext>
            </a:extLst>
          </p:cNvPr>
          <p:cNvSpPr>
            <a:spLocks noGrp="1"/>
          </p:cNvSpPr>
          <p:nvPr/>
        </p:nvSpPr>
        <p:spPr>
          <a:xfrm>
            <a:off x="9948951" y="3050021"/>
            <a:ext cx="1958057" cy="1515915"/>
          </a:xfrm>
          <a:custGeom>
            <a:avLst/>
            <a:gdLst/>
            <a:ahLst/>
            <a:cxnLst/>
            <a:rect l="0" t="0" r="0" b="0"/>
            <a:pathLst>
              <a:path w="1958057" h="1515915">
                <a:moveTo>
                  <a:pt x="0" y="0"/>
                </a:moveTo>
                <a:lnTo>
                  <a:pt x="1958057" y="151591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71_1">
            <a:extLst>
              <a:ext uri="{FF2B5EF4-FFF2-40B4-BE49-F238E27FC236}">
                <a16:creationId xmlns:a16="http://schemas.microsoft.com/office/drawing/2014/main" id="{1AFAD70A-191A-4FC7-B299-E10CAB24166D}"/>
              </a:ext>
            </a:extLst>
          </p:cNvPr>
          <p:cNvSpPr>
            <a:spLocks noGrp="1"/>
          </p:cNvSpPr>
          <p:nvPr/>
        </p:nvSpPr>
        <p:spPr>
          <a:xfrm>
            <a:off x="9948951" y="3050021"/>
            <a:ext cx="1958057" cy="757958"/>
          </a:xfrm>
          <a:custGeom>
            <a:avLst/>
            <a:gdLst/>
            <a:ahLst/>
            <a:cxnLst/>
            <a:rect l="0" t="0" r="0" b="0"/>
            <a:pathLst>
              <a:path w="1958057" h="757958">
                <a:moveTo>
                  <a:pt x="0" y="0"/>
                </a:moveTo>
                <a:lnTo>
                  <a:pt x="1958057" y="757958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72_1">
            <a:extLst>
              <a:ext uri="{FF2B5EF4-FFF2-40B4-BE49-F238E27FC236}">
                <a16:creationId xmlns:a16="http://schemas.microsoft.com/office/drawing/2014/main" id="{B7A7949B-3AA3-41C4-B92E-50072FC4C149}"/>
              </a:ext>
            </a:extLst>
          </p:cNvPr>
          <p:cNvSpPr>
            <a:spLocks noGrp="1"/>
          </p:cNvSpPr>
          <p:nvPr/>
        </p:nvSpPr>
        <p:spPr>
          <a:xfrm>
            <a:off x="9948951" y="3050021"/>
            <a:ext cx="1958057" cy="953"/>
          </a:xfrm>
          <a:custGeom>
            <a:avLst/>
            <a:gdLst/>
            <a:ahLst/>
            <a:cxnLst/>
            <a:rect l="0" t="0" r="0" b="0"/>
            <a:pathLst>
              <a:path w="1958057" h="953">
                <a:moveTo>
                  <a:pt x="0" y="0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73_1">
            <a:extLst>
              <a:ext uri="{FF2B5EF4-FFF2-40B4-BE49-F238E27FC236}">
                <a16:creationId xmlns:a16="http://schemas.microsoft.com/office/drawing/2014/main" id="{BB5B5A3E-BA82-4E24-BB7C-F69DC8350E39}"/>
              </a:ext>
            </a:extLst>
          </p:cNvPr>
          <p:cNvSpPr>
            <a:spLocks noGrp="1"/>
          </p:cNvSpPr>
          <p:nvPr/>
        </p:nvSpPr>
        <p:spPr>
          <a:xfrm>
            <a:off x="9948951" y="2292064"/>
            <a:ext cx="1958057" cy="757958"/>
          </a:xfrm>
          <a:custGeom>
            <a:avLst/>
            <a:gdLst/>
            <a:ahLst/>
            <a:cxnLst/>
            <a:rect l="0" t="0" r="0" b="0"/>
            <a:pathLst>
              <a:path w="1958057" h="757958">
                <a:moveTo>
                  <a:pt x="0" y="757958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74_1">
            <a:extLst>
              <a:ext uri="{FF2B5EF4-FFF2-40B4-BE49-F238E27FC236}">
                <a16:creationId xmlns:a16="http://schemas.microsoft.com/office/drawing/2014/main" id="{B133A9F0-7891-4E1C-8A88-82B2E79A1D89}"/>
              </a:ext>
            </a:extLst>
          </p:cNvPr>
          <p:cNvSpPr>
            <a:spLocks noGrp="1"/>
          </p:cNvSpPr>
          <p:nvPr/>
        </p:nvSpPr>
        <p:spPr>
          <a:xfrm>
            <a:off x="9948951" y="2292064"/>
            <a:ext cx="1958057" cy="2273873"/>
          </a:xfrm>
          <a:custGeom>
            <a:avLst/>
            <a:gdLst/>
            <a:ahLst/>
            <a:cxnLst/>
            <a:rect l="0" t="0" r="0" b="0"/>
            <a:pathLst>
              <a:path w="1958057" h="2273873">
                <a:moveTo>
                  <a:pt x="0" y="0"/>
                </a:moveTo>
                <a:lnTo>
                  <a:pt x="1958057" y="2273873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75_1">
            <a:extLst>
              <a:ext uri="{FF2B5EF4-FFF2-40B4-BE49-F238E27FC236}">
                <a16:creationId xmlns:a16="http://schemas.microsoft.com/office/drawing/2014/main" id="{1366F75C-5C98-48D8-8DD6-C4ECED50E582}"/>
              </a:ext>
            </a:extLst>
          </p:cNvPr>
          <p:cNvSpPr>
            <a:spLocks noGrp="1"/>
          </p:cNvSpPr>
          <p:nvPr/>
        </p:nvSpPr>
        <p:spPr>
          <a:xfrm>
            <a:off x="9948951" y="2292064"/>
            <a:ext cx="1958057" cy="1515915"/>
          </a:xfrm>
          <a:custGeom>
            <a:avLst/>
            <a:gdLst/>
            <a:ahLst/>
            <a:cxnLst/>
            <a:rect l="0" t="0" r="0" b="0"/>
            <a:pathLst>
              <a:path w="1958057" h="1515915">
                <a:moveTo>
                  <a:pt x="0" y="0"/>
                </a:moveTo>
                <a:lnTo>
                  <a:pt x="1958057" y="151591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76_1">
            <a:extLst>
              <a:ext uri="{FF2B5EF4-FFF2-40B4-BE49-F238E27FC236}">
                <a16:creationId xmlns:a16="http://schemas.microsoft.com/office/drawing/2014/main" id="{519ED176-BDEB-47CA-A431-D4266117CBEF}"/>
              </a:ext>
            </a:extLst>
          </p:cNvPr>
          <p:cNvSpPr>
            <a:spLocks noGrp="1"/>
          </p:cNvSpPr>
          <p:nvPr/>
        </p:nvSpPr>
        <p:spPr>
          <a:xfrm>
            <a:off x="9948951" y="2292064"/>
            <a:ext cx="1958057" cy="757958"/>
          </a:xfrm>
          <a:custGeom>
            <a:avLst/>
            <a:gdLst/>
            <a:ahLst/>
            <a:cxnLst/>
            <a:rect l="0" t="0" r="0" b="0"/>
            <a:pathLst>
              <a:path w="1958057" h="757958">
                <a:moveTo>
                  <a:pt x="0" y="0"/>
                </a:moveTo>
                <a:lnTo>
                  <a:pt x="1958057" y="757958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77_1">
            <a:extLst>
              <a:ext uri="{FF2B5EF4-FFF2-40B4-BE49-F238E27FC236}">
                <a16:creationId xmlns:a16="http://schemas.microsoft.com/office/drawing/2014/main" id="{3859EE56-1868-4639-A840-DEFF6593892E}"/>
              </a:ext>
            </a:extLst>
          </p:cNvPr>
          <p:cNvSpPr>
            <a:spLocks noGrp="1"/>
          </p:cNvSpPr>
          <p:nvPr/>
        </p:nvSpPr>
        <p:spPr>
          <a:xfrm>
            <a:off x="9948951" y="2292064"/>
            <a:ext cx="1958057" cy="953"/>
          </a:xfrm>
          <a:custGeom>
            <a:avLst/>
            <a:gdLst/>
            <a:ahLst/>
            <a:cxnLst/>
            <a:rect l="0" t="0" r="0" b="0"/>
            <a:pathLst>
              <a:path w="1958057" h="953">
                <a:moveTo>
                  <a:pt x="0" y="0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78_1">
            <a:extLst>
              <a:ext uri="{FF2B5EF4-FFF2-40B4-BE49-F238E27FC236}">
                <a16:creationId xmlns:a16="http://schemas.microsoft.com/office/drawing/2014/main" id="{9F71E6FB-E46B-45CC-AEFE-3F5CC95A47D3}"/>
              </a:ext>
            </a:extLst>
          </p:cNvPr>
          <p:cNvSpPr>
            <a:spLocks noGrp="1"/>
          </p:cNvSpPr>
          <p:nvPr/>
        </p:nvSpPr>
        <p:spPr>
          <a:xfrm>
            <a:off x="9948951" y="1534106"/>
            <a:ext cx="1958057" cy="3031830"/>
          </a:xfrm>
          <a:custGeom>
            <a:avLst/>
            <a:gdLst/>
            <a:ahLst/>
            <a:cxnLst/>
            <a:rect l="0" t="0" r="0" b="0"/>
            <a:pathLst>
              <a:path w="1958057" h="3031830">
                <a:moveTo>
                  <a:pt x="0" y="0"/>
                </a:moveTo>
                <a:lnTo>
                  <a:pt x="1958057" y="303183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79_1">
            <a:extLst>
              <a:ext uri="{FF2B5EF4-FFF2-40B4-BE49-F238E27FC236}">
                <a16:creationId xmlns:a16="http://schemas.microsoft.com/office/drawing/2014/main" id="{A646851A-A684-46AC-99A9-1665690C2CBB}"/>
              </a:ext>
            </a:extLst>
          </p:cNvPr>
          <p:cNvSpPr>
            <a:spLocks noGrp="1"/>
          </p:cNvSpPr>
          <p:nvPr/>
        </p:nvSpPr>
        <p:spPr>
          <a:xfrm>
            <a:off x="9948951" y="1534106"/>
            <a:ext cx="1958057" cy="2273873"/>
          </a:xfrm>
          <a:custGeom>
            <a:avLst/>
            <a:gdLst/>
            <a:ahLst/>
            <a:cxnLst/>
            <a:rect l="0" t="0" r="0" b="0"/>
            <a:pathLst>
              <a:path w="1958057" h="2273873">
                <a:moveTo>
                  <a:pt x="0" y="0"/>
                </a:moveTo>
                <a:lnTo>
                  <a:pt x="1958057" y="2273873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o80_1">
            <a:extLst>
              <a:ext uri="{FF2B5EF4-FFF2-40B4-BE49-F238E27FC236}">
                <a16:creationId xmlns:a16="http://schemas.microsoft.com/office/drawing/2014/main" id="{D937F586-EE2F-4C9F-B6FA-855B17945583}"/>
              </a:ext>
            </a:extLst>
          </p:cNvPr>
          <p:cNvSpPr>
            <a:spLocks noGrp="1"/>
          </p:cNvSpPr>
          <p:nvPr/>
        </p:nvSpPr>
        <p:spPr>
          <a:xfrm>
            <a:off x="9948951" y="1534106"/>
            <a:ext cx="1958057" cy="1515915"/>
          </a:xfrm>
          <a:custGeom>
            <a:avLst/>
            <a:gdLst/>
            <a:ahLst/>
            <a:cxnLst/>
            <a:rect l="0" t="0" r="0" b="0"/>
            <a:pathLst>
              <a:path w="1958057" h="1515915">
                <a:moveTo>
                  <a:pt x="0" y="0"/>
                </a:moveTo>
                <a:lnTo>
                  <a:pt x="1958057" y="151591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4" name="anim_o81_1">
            <a:extLst>
              <a:ext uri="{FF2B5EF4-FFF2-40B4-BE49-F238E27FC236}">
                <a16:creationId xmlns:a16="http://schemas.microsoft.com/office/drawing/2014/main" id="{7164A2A7-7CA4-4472-B6D4-16F81C04F08A}"/>
              </a:ext>
            </a:extLst>
          </p:cNvPr>
          <p:cNvSpPr>
            <a:spLocks noGrp="1"/>
          </p:cNvSpPr>
          <p:nvPr/>
        </p:nvSpPr>
        <p:spPr>
          <a:xfrm>
            <a:off x="9948951" y="1534106"/>
            <a:ext cx="1958057" cy="757958"/>
          </a:xfrm>
          <a:custGeom>
            <a:avLst/>
            <a:gdLst/>
            <a:ahLst/>
            <a:cxnLst/>
            <a:rect l="0" t="0" r="0" b="0"/>
            <a:pathLst>
              <a:path w="1958057" h="757958">
                <a:moveTo>
                  <a:pt x="0" y="0"/>
                </a:moveTo>
                <a:lnTo>
                  <a:pt x="1958057" y="757958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5" name="anim_o82_1">
            <a:extLst>
              <a:ext uri="{FF2B5EF4-FFF2-40B4-BE49-F238E27FC236}">
                <a16:creationId xmlns:a16="http://schemas.microsoft.com/office/drawing/2014/main" id="{C1F01CCF-4EC8-45C7-AE49-28B8CE916838}"/>
              </a:ext>
            </a:extLst>
          </p:cNvPr>
          <p:cNvSpPr>
            <a:spLocks noGrp="1"/>
          </p:cNvSpPr>
          <p:nvPr/>
        </p:nvSpPr>
        <p:spPr>
          <a:xfrm>
            <a:off x="11907008" y="4186958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378979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6" name="anim_o83_1">
            <a:extLst>
              <a:ext uri="{FF2B5EF4-FFF2-40B4-BE49-F238E27FC236}">
                <a16:creationId xmlns:a16="http://schemas.microsoft.com/office/drawing/2014/main" id="{E8CF7F12-1970-4DF4-8D91-879C738C27D6}"/>
              </a:ext>
            </a:extLst>
          </p:cNvPr>
          <p:cNvSpPr>
            <a:spLocks noGrp="1"/>
          </p:cNvSpPr>
          <p:nvPr/>
        </p:nvSpPr>
        <p:spPr>
          <a:xfrm>
            <a:off x="11907008" y="3429000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1136936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7" name="anim_o84_1">
            <a:extLst>
              <a:ext uri="{FF2B5EF4-FFF2-40B4-BE49-F238E27FC236}">
                <a16:creationId xmlns:a16="http://schemas.microsoft.com/office/drawing/2014/main" id="{E0672BFF-65BB-49E2-A9E8-C3E0826025E9}"/>
              </a:ext>
            </a:extLst>
          </p:cNvPr>
          <p:cNvSpPr>
            <a:spLocks noGrp="1"/>
          </p:cNvSpPr>
          <p:nvPr/>
        </p:nvSpPr>
        <p:spPr>
          <a:xfrm>
            <a:off x="11907008" y="2671042"/>
            <a:ext cx="1958057" cy="1894894"/>
          </a:xfrm>
          <a:custGeom>
            <a:avLst/>
            <a:gdLst/>
            <a:ahLst/>
            <a:cxnLst/>
            <a:rect l="0" t="0" r="0" b="0"/>
            <a:pathLst>
              <a:path w="1958057" h="1894894">
                <a:moveTo>
                  <a:pt x="0" y="1894894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8" name="anim_o85_1">
            <a:extLst>
              <a:ext uri="{FF2B5EF4-FFF2-40B4-BE49-F238E27FC236}">
                <a16:creationId xmlns:a16="http://schemas.microsoft.com/office/drawing/2014/main" id="{6CB72A43-85EF-44CC-9D58-47E1F983C6FD}"/>
              </a:ext>
            </a:extLst>
          </p:cNvPr>
          <p:cNvSpPr>
            <a:spLocks noGrp="1"/>
          </p:cNvSpPr>
          <p:nvPr/>
        </p:nvSpPr>
        <p:spPr>
          <a:xfrm>
            <a:off x="11907008" y="3807979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0"/>
                </a:moveTo>
                <a:lnTo>
                  <a:pt x="1958057" y="378979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o86_1">
            <a:extLst>
              <a:ext uri="{FF2B5EF4-FFF2-40B4-BE49-F238E27FC236}">
                <a16:creationId xmlns:a16="http://schemas.microsoft.com/office/drawing/2014/main" id="{F50C3A3E-A36E-4F91-AC64-38755A02163A}"/>
              </a:ext>
            </a:extLst>
          </p:cNvPr>
          <p:cNvSpPr>
            <a:spLocks noGrp="1"/>
          </p:cNvSpPr>
          <p:nvPr/>
        </p:nvSpPr>
        <p:spPr>
          <a:xfrm>
            <a:off x="11907008" y="3429000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378979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0" name="anim_o87_1">
            <a:extLst>
              <a:ext uri="{FF2B5EF4-FFF2-40B4-BE49-F238E27FC236}">
                <a16:creationId xmlns:a16="http://schemas.microsoft.com/office/drawing/2014/main" id="{0B60B356-4F8F-40FC-8A35-EFA32656EE5E}"/>
              </a:ext>
            </a:extLst>
          </p:cNvPr>
          <p:cNvSpPr>
            <a:spLocks noGrp="1"/>
          </p:cNvSpPr>
          <p:nvPr/>
        </p:nvSpPr>
        <p:spPr>
          <a:xfrm>
            <a:off x="11907008" y="2671042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1136936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1" name="anim_o88_1">
            <a:extLst>
              <a:ext uri="{FF2B5EF4-FFF2-40B4-BE49-F238E27FC236}">
                <a16:creationId xmlns:a16="http://schemas.microsoft.com/office/drawing/2014/main" id="{35C340F2-A4B9-422C-ACF4-4838EBA632C1}"/>
              </a:ext>
            </a:extLst>
          </p:cNvPr>
          <p:cNvSpPr>
            <a:spLocks noGrp="1"/>
          </p:cNvSpPr>
          <p:nvPr/>
        </p:nvSpPr>
        <p:spPr>
          <a:xfrm>
            <a:off x="11907008" y="3050021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0"/>
                </a:moveTo>
                <a:lnTo>
                  <a:pt x="1958057" y="113693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2" name="anim_o89_1">
            <a:extLst>
              <a:ext uri="{FF2B5EF4-FFF2-40B4-BE49-F238E27FC236}">
                <a16:creationId xmlns:a16="http://schemas.microsoft.com/office/drawing/2014/main" id="{A83868BE-9578-412C-89A5-67ACFA7FD27B}"/>
              </a:ext>
            </a:extLst>
          </p:cNvPr>
          <p:cNvSpPr>
            <a:spLocks noGrp="1"/>
          </p:cNvSpPr>
          <p:nvPr/>
        </p:nvSpPr>
        <p:spPr>
          <a:xfrm>
            <a:off x="11907008" y="3050021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0"/>
                </a:moveTo>
                <a:lnTo>
                  <a:pt x="1958057" y="378979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3" name="anim_o90_1">
            <a:extLst>
              <a:ext uri="{FF2B5EF4-FFF2-40B4-BE49-F238E27FC236}">
                <a16:creationId xmlns:a16="http://schemas.microsoft.com/office/drawing/2014/main" id="{B9127A8C-6A4D-4BD7-9AB8-5C91639204CE}"/>
              </a:ext>
            </a:extLst>
          </p:cNvPr>
          <p:cNvSpPr>
            <a:spLocks noGrp="1"/>
          </p:cNvSpPr>
          <p:nvPr/>
        </p:nvSpPr>
        <p:spPr>
          <a:xfrm>
            <a:off x="11907008" y="2671042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378979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4" name="anim_o91_1">
            <a:extLst>
              <a:ext uri="{FF2B5EF4-FFF2-40B4-BE49-F238E27FC236}">
                <a16:creationId xmlns:a16="http://schemas.microsoft.com/office/drawing/2014/main" id="{A3B3248E-C435-4EBF-B8D2-8201E322C623}"/>
              </a:ext>
            </a:extLst>
          </p:cNvPr>
          <p:cNvSpPr>
            <a:spLocks noGrp="1"/>
          </p:cNvSpPr>
          <p:nvPr/>
        </p:nvSpPr>
        <p:spPr>
          <a:xfrm>
            <a:off x="11907008" y="2292064"/>
            <a:ext cx="1958057" cy="1894894"/>
          </a:xfrm>
          <a:custGeom>
            <a:avLst/>
            <a:gdLst/>
            <a:ahLst/>
            <a:cxnLst/>
            <a:rect l="0" t="0" r="0" b="0"/>
            <a:pathLst>
              <a:path w="1958057" h="1894894">
                <a:moveTo>
                  <a:pt x="0" y="0"/>
                </a:moveTo>
                <a:lnTo>
                  <a:pt x="1958057" y="1894894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5" name="anim_o92_1">
            <a:extLst>
              <a:ext uri="{FF2B5EF4-FFF2-40B4-BE49-F238E27FC236}">
                <a16:creationId xmlns:a16="http://schemas.microsoft.com/office/drawing/2014/main" id="{EA493717-F5E8-4457-9860-F228AF0014CE}"/>
              </a:ext>
            </a:extLst>
          </p:cNvPr>
          <p:cNvSpPr>
            <a:spLocks noGrp="1"/>
          </p:cNvSpPr>
          <p:nvPr/>
        </p:nvSpPr>
        <p:spPr>
          <a:xfrm>
            <a:off x="11907008" y="2292064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0"/>
                </a:moveTo>
                <a:lnTo>
                  <a:pt x="1958057" y="113693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6" name="anim_o93_1">
            <a:extLst>
              <a:ext uri="{FF2B5EF4-FFF2-40B4-BE49-F238E27FC236}">
                <a16:creationId xmlns:a16="http://schemas.microsoft.com/office/drawing/2014/main" id="{83956408-293B-48E3-B1BB-3E69197BBEA9}"/>
              </a:ext>
            </a:extLst>
          </p:cNvPr>
          <p:cNvSpPr>
            <a:spLocks noGrp="1"/>
          </p:cNvSpPr>
          <p:nvPr/>
        </p:nvSpPr>
        <p:spPr>
          <a:xfrm>
            <a:off x="11907008" y="2292064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0"/>
                </a:moveTo>
                <a:lnTo>
                  <a:pt x="1958057" y="378979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pic>
        <p:nvPicPr>
          <p:cNvPr id="67" name="anim_o97_1">
            <a:extLst>
              <a:ext uri="{FF2B5EF4-FFF2-40B4-BE49-F238E27FC236}">
                <a16:creationId xmlns:a16="http://schemas.microsoft.com/office/drawing/2014/main" id="{9B19B086-1D1B-4B5E-9182-D82E826498B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/>
        </p:blipFill>
        <p:spPr>
          <a:xfrm>
            <a:off x="2222793" y="2481553"/>
            <a:ext cx="1811562" cy="1894894"/>
          </a:xfrm>
          <a:prstGeom prst="rect">
            <a:avLst/>
          </a:prstGeom>
        </p:spPr>
      </p:pic>
      <p:sp>
        <p:nvSpPr>
          <p:cNvPr id="68" name="anim_o110_1">
            <a:extLst>
              <a:ext uri="{FF2B5EF4-FFF2-40B4-BE49-F238E27FC236}">
                <a16:creationId xmlns:a16="http://schemas.microsoft.com/office/drawing/2014/main" id="{6BF5127E-4429-4971-A94C-CD2C231B1D9D}"/>
              </a:ext>
            </a:extLst>
          </p:cNvPr>
          <p:cNvSpPr>
            <a:spLocks noGrp="1"/>
          </p:cNvSpPr>
          <p:nvPr/>
        </p:nvSpPr>
        <p:spPr>
          <a:xfrm>
            <a:off x="2191212" y="2449971"/>
            <a:ext cx="1874725" cy="1958057"/>
          </a:xfrm>
          <a:prstGeom prst="rect">
            <a:avLst/>
          </a:prstGeom>
          <a:noFill/>
          <a:ln w="19050">
            <a:solidFill>
              <a:srgbClr val="C55F73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9" name="anim_o169_1">
            <a:extLst>
              <a:ext uri="{FF2B5EF4-FFF2-40B4-BE49-F238E27FC236}">
                <a16:creationId xmlns:a16="http://schemas.microsoft.com/office/drawing/2014/main" id="{61FE3101-2078-4977-BC62-023C203FDEE7}"/>
              </a:ext>
            </a:extLst>
          </p:cNvPr>
          <p:cNvSpPr>
            <a:spLocks noGrp="1"/>
          </p:cNvSpPr>
          <p:nvPr/>
        </p:nvSpPr>
        <p:spPr>
          <a:xfrm>
            <a:off x="1474972" y="5326203"/>
            <a:ext cx="3307204" cy="566683"/>
          </a:xfrm>
          <a:prstGeom prst="rect">
            <a:avLst/>
          </a:prstGeom>
          <a:noFill/>
          <a:ln w="25400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0" name="anim_to98_0_1">
            <a:extLst>
              <a:ext uri="{FF2B5EF4-FFF2-40B4-BE49-F238E27FC236}">
                <a16:creationId xmlns:a16="http://schemas.microsoft.com/office/drawing/2014/main" id="{DB61FFDB-C808-44B3-A559-5CA84A259684}"/>
              </a:ext>
            </a:extLst>
          </p:cNvPr>
          <p:cNvSpPr>
            <a:spLocks noGrp="1"/>
          </p:cNvSpPr>
          <p:nvPr/>
        </p:nvSpPr>
        <p:spPr>
          <a:xfrm>
            <a:off x="1802161" y="1724320"/>
            <a:ext cx="2671876" cy="54416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28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28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28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Input Image</a:t>
            </a:r>
          </a:p>
        </p:txBody>
      </p:sp>
      <p:sp>
        <p:nvSpPr>
          <p:cNvPr id="71" name="anim_to112_0_1">
            <a:extLst>
              <a:ext uri="{FF2B5EF4-FFF2-40B4-BE49-F238E27FC236}">
                <a16:creationId xmlns:a16="http://schemas.microsoft.com/office/drawing/2014/main" id="{A82090D5-EC53-4DCF-BC2B-1A1F1DB12E18}"/>
              </a:ext>
            </a:extLst>
          </p:cNvPr>
          <p:cNvSpPr>
            <a:spLocks noGrp="1"/>
          </p:cNvSpPr>
          <p:nvPr/>
        </p:nvSpPr>
        <p:spPr>
          <a:xfrm>
            <a:off x="1888259" y="4692010"/>
            <a:ext cx="258629" cy="4966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72" name="anim_to114_0_1">
            <a:extLst>
              <a:ext uri="{FF2B5EF4-FFF2-40B4-BE49-F238E27FC236}">
                <a16:creationId xmlns:a16="http://schemas.microsoft.com/office/drawing/2014/main" id="{04569FA7-5077-4B93-BDD6-8426B53F4669}"/>
              </a:ext>
            </a:extLst>
          </p:cNvPr>
          <p:cNvSpPr>
            <a:spLocks noGrp="1"/>
          </p:cNvSpPr>
          <p:nvPr/>
        </p:nvSpPr>
        <p:spPr>
          <a:xfrm>
            <a:off x="2108788" y="4692010"/>
            <a:ext cx="258629" cy="4966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0</a:t>
            </a:r>
          </a:p>
        </p:txBody>
      </p:sp>
      <p:sp>
        <p:nvSpPr>
          <p:cNvPr id="73" name="anim_to116_0_1">
            <a:extLst>
              <a:ext uri="{FF2B5EF4-FFF2-40B4-BE49-F238E27FC236}">
                <a16:creationId xmlns:a16="http://schemas.microsoft.com/office/drawing/2014/main" id="{DBBDE9C4-541D-4037-942B-44E04CC668CC}"/>
              </a:ext>
            </a:extLst>
          </p:cNvPr>
          <p:cNvSpPr>
            <a:spLocks noGrp="1"/>
          </p:cNvSpPr>
          <p:nvPr/>
        </p:nvSpPr>
        <p:spPr>
          <a:xfrm>
            <a:off x="2329317" y="4692010"/>
            <a:ext cx="258629" cy="4966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0</a:t>
            </a:r>
          </a:p>
        </p:txBody>
      </p:sp>
      <p:sp>
        <p:nvSpPr>
          <p:cNvPr id="74" name="anim_to120_0_1">
            <a:extLst>
              <a:ext uri="{FF2B5EF4-FFF2-40B4-BE49-F238E27FC236}">
                <a16:creationId xmlns:a16="http://schemas.microsoft.com/office/drawing/2014/main" id="{9F9C4777-FF4E-4006-98AB-A8D09788F924}"/>
              </a:ext>
            </a:extLst>
          </p:cNvPr>
          <p:cNvSpPr>
            <a:spLocks noGrp="1"/>
          </p:cNvSpPr>
          <p:nvPr/>
        </p:nvSpPr>
        <p:spPr>
          <a:xfrm>
            <a:off x="2637263" y="4692010"/>
            <a:ext cx="322205" cy="4966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75" name="anim_to124_0_1">
            <a:extLst>
              <a:ext uri="{FF2B5EF4-FFF2-40B4-BE49-F238E27FC236}">
                <a16:creationId xmlns:a16="http://schemas.microsoft.com/office/drawing/2014/main" id="{46FBBCDC-DEB8-4528-A045-256355249415}"/>
              </a:ext>
            </a:extLst>
          </p:cNvPr>
          <p:cNvSpPr>
            <a:spLocks noGrp="1"/>
          </p:cNvSpPr>
          <p:nvPr/>
        </p:nvSpPr>
        <p:spPr>
          <a:xfrm>
            <a:off x="3008785" y="4692010"/>
            <a:ext cx="258629" cy="4966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76" name="anim_to126_0_1">
            <a:extLst>
              <a:ext uri="{FF2B5EF4-FFF2-40B4-BE49-F238E27FC236}">
                <a16:creationId xmlns:a16="http://schemas.microsoft.com/office/drawing/2014/main" id="{04A1EC82-8385-4690-BE5B-613F96E75165}"/>
              </a:ext>
            </a:extLst>
          </p:cNvPr>
          <p:cNvSpPr>
            <a:spLocks noGrp="1"/>
          </p:cNvSpPr>
          <p:nvPr/>
        </p:nvSpPr>
        <p:spPr>
          <a:xfrm>
            <a:off x="3229314" y="4692010"/>
            <a:ext cx="258629" cy="4966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0</a:t>
            </a:r>
          </a:p>
        </p:txBody>
      </p:sp>
      <p:sp>
        <p:nvSpPr>
          <p:cNvPr id="77" name="anim_to128_0_1">
            <a:extLst>
              <a:ext uri="{FF2B5EF4-FFF2-40B4-BE49-F238E27FC236}">
                <a16:creationId xmlns:a16="http://schemas.microsoft.com/office/drawing/2014/main" id="{DC39647A-90AF-496A-9A67-46FEDEC2BBB1}"/>
              </a:ext>
            </a:extLst>
          </p:cNvPr>
          <p:cNvSpPr>
            <a:spLocks noGrp="1"/>
          </p:cNvSpPr>
          <p:nvPr/>
        </p:nvSpPr>
        <p:spPr>
          <a:xfrm>
            <a:off x="3449843" y="4692010"/>
            <a:ext cx="258629" cy="4966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0</a:t>
            </a:r>
          </a:p>
        </p:txBody>
      </p:sp>
      <p:sp>
        <p:nvSpPr>
          <p:cNvPr id="78" name="anim_to132_0_1">
            <a:extLst>
              <a:ext uri="{FF2B5EF4-FFF2-40B4-BE49-F238E27FC236}">
                <a16:creationId xmlns:a16="http://schemas.microsoft.com/office/drawing/2014/main" id="{5B3D4D3B-F29B-4004-A6EB-B63E96494F31}"/>
              </a:ext>
            </a:extLst>
          </p:cNvPr>
          <p:cNvSpPr>
            <a:spLocks noGrp="1"/>
          </p:cNvSpPr>
          <p:nvPr/>
        </p:nvSpPr>
        <p:spPr>
          <a:xfrm>
            <a:off x="3757789" y="4692010"/>
            <a:ext cx="322205" cy="4966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79" name="anim_to136_0_1">
            <a:extLst>
              <a:ext uri="{FF2B5EF4-FFF2-40B4-BE49-F238E27FC236}">
                <a16:creationId xmlns:a16="http://schemas.microsoft.com/office/drawing/2014/main" id="{79893245-B12C-4F2F-8E63-92B62E4AC515}"/>
              </a:ext>
            </a:extLst>
          </p:cNvPr>
          <p:cNvSpPr>
            <a:spLocks noGrp="1"/>
          </p:cNvSpPr>
          <p:nvPr/>
        </p:nvSpPr>
        <p:spPr>
          <a:xfrm>
            <a:off x="4129311" y="4692010"/>
            <a:ext cx="258629" cy="4966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312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3</a:t>
            </a:r>
          </a:p>
        </p:txBody>
      </p:sp>
      <p:sp>
        <p:nvSpPr>
          <p:cNvPr id="80" name="anim_to140_0_1">
            <a:extLst>
              <a:ext uri="{FF2B5EF4-FFF2-40B4-BE49-F238E27FC236}">
                <a16:creationId xmlns:a16="http://schemas.microsoft.com/office/drawing/2014/main" id="{66374AA7-B1C8-4F4A-B9BE-B8E97DB3C32A}"/>
              </a:ext>
            </a:extLst>
          </p:cNvPr>
          <p:cNvSpPr>
            <a:spLocks noGrp="1"/>
          </p:cNvSpPr>
          <p:nvPr/>
        </p:nvSpPr>
        <p:spPr>
          <a:xfrm>
            <a:off x="1691570" y="5361201"/>
            <a:ext cx="336112" cy="4966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pPr>
            <a:r>
              <a: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81" name="anim_to144_0_1">
            <a:extLst>
              <a:ext uri="{FF2B5EF4-FFF2-40B4-BE49-F238E27FC236}">
                <a16:creationId xmlns:a16="http://schemas.microsoft.com/office/drawing/2014/main" id="{9BF35B3F-947A-4F55-93EB-94C1EAF6EC76}"/>
              </a:ext>
            </a:extLst>
          </p:cNvPr>
          <p:cNvSpPr>
            <a:spLocks noGrp="1"/>
          </p:cNvSpPr>
          <p:nvPr/>
        </p:nvSpPr>
        <p:spPr>
          <a:xfrm>
            <a:off x="2077000" y="5361201"/>
            <a:ext cx="258629" cy="4966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pPr>
            <a:r>
              <a: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rPr>
              <a:t>3</a:t>
            </a:r>
          </a:p>
        </p:txBody>
      </p:sp>
      <p:sp>
        <p:nvSpPr>
          <p:cNvPr id="82" name="anim_to146_0_1">
            <a:extLst>
              <a:ext uri="{FF2B5EF4-FFF2-40B4-BE49-F238E27FC236}">
                <a16:creationId xmlns:a16="http://schemas.microsoft.com/office/drawing/2014/main" id="{CFB9A501-7C12-4EC4-A398-8414D41262C4}"/>
              </a:ext>
            </a:extLst>
          </p:cNvPr>
          <p:cNvSpPr>
            <a:spLocks noGrp="1"/>
          </p:cNvSpPr>
          <p:nvPr/>
        </p:nvSpPr>
        <p:spPr>
          <a:xfrm>
            <a:off x="2297529" y="5361201"/>
            <a:ext cx="258629" cy="4966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pPr>
            <a:r>
              <a: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rPr>
              <a:t>0</a:t>
            </a:r>
          </a:p>
        </p:txBody>
      </p:sp>
      <p:sp>
        <p:nvSpPr>
          <p:cNvPr id="83" name="anim_to149_0_1">
            <a:extLst>
              <a:ext uri="{FF2B5EF4-FFF2-40B4-BE49-F238E27FC236}">
                <a16:creationId xmlns:a16="http://schemas.microsoft.com/office/drawing/2014/main" id="{6D19F082-E9FC-4BB5-8645-42CD01FD4CC0}"/>
              </a:ext>
            </a:extLst>
          </p:cNvPr>
          <p:cNvSpPr>
            <a:spLocks noGrp="1"/>
          </p:cNvSpPr>
          <p:nvPr/>
        </p:nvSpPr>
        <p:spPr>
          <a:xfrm>
            <a:off x="2518058" y="5361201"/>
            <a:ext cx="119557" cy="4966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pPr>
            <a:r>
              <a: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rPr>
              <a:t>,</a:t>
            </a:r>
          </a:p>
        </p:txBody>
      </p:sp>
      <p:sp>
        <p:nvSpPr>
          <p:cNvPr id="84" name="anim_to151_0_1">
            <a:extLst>
              <a:ext uri="{FF2B5EF4-FFF2-40B4-BE49-F238E27FC236}">
                <a16:creationId xmlns:a16="http://schemas.microsoft.com/office/drawing/2014/main" id="{8745F175-58BB-49AF-A35B-E4E5339EBAA1}"/>
              </a:ext>
            </a:extLst>
          </p:cNvPr>
          <p:cNvSpPr>
            <a:spLocks noGrp="1"/>
          </p:cNvSpPr>
          <p:nvPr/>
        </p:nvSpPr>
        <p:spPr>
          <a:xfrm>
            <a:off x="2599515" y="5361201"/>
            <a:ext cx="258629" cy="4966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pPr>
            <a:r>
              <a: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rPr>
              <a:t>0</a:t>
            </a:r>
          </a:p>
        </p:txBody>
      </p:sp>
      <p:sp>
        <p:nvSpPr>
          <p:cNvPr id="85" name="anim_to153_0_1">
            <a:extLst>
              <a:ext uri="{FF2B5EF4-FFF2-40B4-BE49-F238E27FC236}">
                <a16:creationId xmlns:a16="http://schemas.microsoft.com/office/drawing/2014/main" id="{74A76A2D-DB9A-4A07-B3BE-7AB34D3747FD}"/>
              </a:ext>
            </a:extLst>
          </p:cNvPr>
          <p:cNvSpPr>
            <a:spLocks noGrp="1"/>
          </p:cNvSpPr>
          <p:nvPr/>
        </p:nvSpPr>
        <p:spPr>
          <a:xfrm>
            <a:off x="2820044" y="5361201"/>
            <a:ext cx="258629" cy="4966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pPr>
            <a:r>
              <a: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rPr>
              <a:t>0</a:t>
            </a:r>
          </a:p>
        </p:txBody>
      </p:sp>
      <p:sp>
        <p:nvSpPr>
          <p:cNvPr id="86" name="anim_to155_0_1">
            <a:extLst>
              <a:ext uri="{FF2B5EF4-FFF2-40B4-BE49-F238E27FC236}">
                <a16:creationId xmlns:a16="http://schemas.microsoft.com/office/drawing/2014/main" id="{75C9C316-D768-433B-8947-C1A5275722F8}"/>
              </a:ext>
            </a:extLst>
          </p:cNvPr>
          <p:cNvSpPr>
            <a:spLocks noGrp="1"/>
          </p:cNvSpPr>
          <p:nvPr/>
        </p:nvSpPr>
        <p:spPr>
          <a:xfrm>
            <a:off x="3040573" y="5361201"/>
            <a:ext cx="258629" cy="4966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pPr>
            <a:r>
              <a: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rPr>
              <a:t>0</a:t>
            </a:r>
          </a:p>
        </p:txBody>
      </p:sp>
      <p:sp>
        <p:nvSpPr>
          <p:cNvPr id="87" name="anim_to159_0_1">
            <a:extLst>
              <a:ext uri="{FF2B5EF4-FFF2-40B4-BE49-F238E27FC236}">
                <a16:creationId xmlns:a16="http://schemas.microsoft.com/office/drawing/2014/main" id="{3FA8F280-4255-4C23-8BAF-D9275188C806}"/>
              </a:ext>
            </a:extLst>
          </p:cNvPr>
          <p:cNvSpPr>
            <a:spLocks noGrp="1"/>
          </p:cNvSpPr>
          <p:nvPr/>
        </p:nvSpPr>
        <p:spPr>
          <a:xfrm>
            <a:off x="3435935" y="5361201"/>
            <a:ext cx="2540000" cy="4966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pPr>
            <a:r>
              <a:rPr lang="en-US" sz="3129" b="0">
                <a:solidFill>
                  <a:srgbClr val="FF0000"/>
                </a:solidFill>
                <a:latin typeface="Cambria Math"/>
                <a:ea typeface="Cambria Math"/>
                <a:cs typeface="Cambria Math"/>
              </a:rPr>
              <a:t>channel values!</a:t>
            </a:r>
            <a:endParaRPr sz="3129" b="0">
              <a:solidFill>
                <a:srgbClr val="FF0000"/>
              </a:solidFill>
              <a:latin typeface="Cambria Math"/>
              <a:ea typeface="Cambria Math"/>
              <a:cs typeface="Cambria Math"/>
            </a:endParaRPr>
          </a:p>
        </p:txBody>
      </p:sp>
      <p:sp>
        <p:nvSpPr>
          <p:cNvPr id="88" name="anim_o3_1">
            <a:extLst>
              <a:ext uri="{FF2B5EF4-FFF2-40B4-BE49-F238E27FC236}">
                <a16:creationId xmlns:a16="http://schemas.microsoft.com/office/drawing/2014/main" id="{EE9D2DA0-6089-4188-A448-374B56535010}"/>
              </a:ext>
            </a:extLst>
          </p:cNvPr>
          <p:cNvSpPr>
            <a:spLocks noGrp="1"/>
          </p:cNvSpPr>
          <p:nvPr/>
        </p:nvSpPr>
        <p:spPr>
          <a:xfrm>
            <a:off x="7824143" y="4778164"/>
            <a:ext cx="333501" cy="333501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9" name="anim_o4_1">
            <a:extLst>
              <a:ext uri="{FF2B5EF4-FFF2-40B4-BE49-F238E27FC236}">
                <a16:creationId xmlns:a16="http://schemas.microsoft.com/office/drawing/2014/main" id="{AEE2A42C-4F79-48F2-AC7F-AFEBC435A6FA}"/>
              </a:ext>
            </a:extLst>
          </p:cNvPr>
          <p:cNvSpPr>
            <a:spLocks noGrp="1"/>
          </p:cNvSpPr>
          <p:nvPr/>
        </p:nvSpPr>
        <p:spPr>
          <a:xfrm>
            <a:off x="7824143" y="4020207"/>
            <a:ext cx="333501" cy="333501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0" name="anim_o5_1">
            <a:extLst>
              <a:ext uri="{FF2B5EF4-FFF2-40B4-BE49-F238E27FC236}">
                <a16:creationId xmlns:a16="http://schemas.microsoft.com/office/drawing/2014/main" id="{5DEDC58B-27BD-422B-8FE4-79E36C19487B}"/>
              </a:ext>
            </a:extLst>
          </p:cNvPr>
          <p:cNvSpPr>
            <a:spLocks noGrp="1"/>
          </p:cNvSpPr>
          <p:nvPr/>
        </p:nvSpPr>
        <p:spPr>
          <a:xfrm>
            <a:off x="7824143" y="3262249"/>
            <a:ext cx="333501" cy="333501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1" name="anim_o6_1">
            <a:extLst>
              <a:ext uri="{FF2B5EF4-FFF2-40B4-BE49-F238E27FC236}">
                <a16:creationId xmlns:a16="http://schemas.microsoft.com/office/drawing/2014/main" id="{13405707-01CE-4801-A661-26E8FAD8DF23}"/>
              </a:ext>
            </a:extLst>
          </p:cNvPr>
          <p:cNvSpPr>
            <a:spLocks noGrp="1"/>
          </p:cNvSpPr>
          <p:nvPr/>
        </p:nvSpPr>
        <p:spPr>
          <a:xfrm>
            <a:off x="7824143" y="2504292"/>
            <a:ext cx="333501" cy="333501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2" name="anim_o7_1">
            <a:extLst>
              <a:ext uri="{FF2B5EF4-FFF2-40B4-BE49-F238E27FC236}">
                <a16:creationId xmlns:a16="http://schemas.microsoft.com/office/drawing/2014/main" id="{009273C3-A79E-415D-B04B-7DC1006D63A2}"/>
              </a:ext>
            </a:extLst>
          </p:cNvPr>
          <p:cNvSpPr>
            <a:spLocks noGrp="1"/>
          </p:cNvSpPr>
          <p:nvPr/>
        </p:nvSpPr>
        <p:spPr>
          <a:xfrm>
            <a:off x="7824143" y="1746334"/>
            <a:ext cx="333501" cy="333501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3" name="anim_o9_1">
            <a:extLst>
              <a:ext uri="{FF2B5EF4-FFF2-40B4-BE49-F238E27FC236}">
                <a16:creationId xmlns:a16="http://schemas.microsoft.com/office/drawing/2014/main" id="{715F531B-72D5-4BB9-8A3A-04678AE87F12}"/>
              </a:ext>
            </a:extLst>
          </p:cNvPr>
          <p:cNvSpPr>
            <a:spLocks noGrp="1"/>
          </p:cNvSpPr>
          <p:nvPr/>
        </p:nvSpPr>
        <p:spPr>
          <a:xfrm>
            <a:off x="9712721" y="5087664"/>
            <a:ext cx="472460" cy="472460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4" name="anim_o10_1">
            <a:extLst>
              <a:ext uri="{FF2B5EF4-FFF2-40B4-BE49-F238E27FC236}">
                <a16:creationId xmlns:a16="http://schemas.microsoft.com/office/drawing/2014/main" id="{C8011B37-75CC-4AC9-BA45-6C2627E42453}"/>
              </a:ext>
            </a:extLst>
          </p:cNvPr>
          <p:cNvSpPr>
            <a:spLocks noGrp="1"/>
          </p:cNvSpPr>
          <p:nvPr/>
        </p:nvSpPr>
        <p:spPr>
          <a:xfrm>
            <a:off x="9712721" y="4329706"/>
            <a:ext cx="472460" cy="472460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5" name="anim_o11_1">
            <a:extLst>
              <a:ext uri="{FF2B5EF4-FFF2-40B4-BE49-F238E27FC236}">
                <a16:creationId xmlns:a16="http://schemas.microsoft.com/office/drawing/2014/main" id="{52D14C04-EA8D-4E64-9DAF-BDFD49320E4C}"/>
              </a:ext>
            </a:extLst>
          </p:cNvPr>
          <p:cNvSpPr>
            <a:spLocks noGrp="1"/>
          </p:cNvSpPr>
          <p:nvPr/>
        </p:nvSpPr>
        <p:spPr>
          <a:xfrm>
            <a:off x="9712721" y="3571749"/>
            <a:ext cx="472460" cy="472460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6" name="anim_o12_1">
            <a:extLst>
              <a:ext uri="{FF2B5EF4-FFF2-40B4-BE49-F238E27FC236}">
                <a16:creationId xmlns:a16="http://schemas.microsoft.com/office/drawing/2014/main" id="{AE27A6DB-5E52-4245-86C2-EFDA7A16BD94}"/>
              </a:ext>
            </a:extLst>
          </p:cNvPr>
          <p:cNvSpPr>
            <a:spLocks noGrp="1"/>
          </p:cNvSpPr>
          <p:nvPr/>
        </p:nvSpPr>
        <p:spPr>
          <a:xfrm>
            <a:off x="9712721" y="2813791"/>
            <a:ext cx="472460" cy="472460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7" name="anim_o13_1">
            <a:extLst>
              <a:ext uri="{FF2B5EF4-FFF2-40B4-BE49-F238E27FC236}">
                <a16:creationId xmlns:a16="http://schemas.microsoft.com/office/drawing/2014/main" id="{B12482B0-257C-42A5-A8DE-BE3573F35371}"/>
              </a:ext>
            </a:extLst>
          </p:cNvPr>
          <p:cNvSpPr>
            <a:spLocks noGrp="1"/>
          </p:cNvSpPr>
          <p:nvPr/>
        </p:nvSpPr>
        <p:spPr>
          <a:xfrm>
            <a:off x="9712721" y="2055834"/>
            <a:ext cx="472460" cy="472460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8" name="anim_o14_1">
            <a:extLst>
              <a:ext uri="{FF2B5EF4-FFF2-40B4-BE49-F238E27FC236}">
                <a16:creationId xmlns:a16="http://schemas.microsoft.com/office/drawing/2014/main" id="{202E4415-0AC4-47EE-B7B9-9EAFD933C528}"/>
              </a:ext>
            </a:extLst>
          </p:cNvPr>
          <p:cNvSpPr>
            <a:spLocks noGrp="1"/>
          </p:cNvSpPr>
          <p:nvPr/>
        </p:nvSpPr>
        <p:spPr>
          <a:xfrm>
            <a:off x="9712721" y="1297876"/>
            <a:ext cx="472460" cy="472460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9" name="anim_o16_1">
            <a:extLst>
              <a:ext uri="{FF2B5EF4-FFF2-40B4-BE49-F238E27FC236}">
                <a16:creationId xmlns:a16="http://schemas.microsoft.com/office/drawing/2014/main" id="{3D240C77-B13B-46CE-B32C-E69312D57F33}"/>
              </a:ext>
            </a:extLst>
          </p:cNvPr>
          <p:cNvSpPr>
            <a:spLocks noGrp="1"/>
          </p:cNvSpPr>
          <p:nvPr/>
        </p:nvSpPr>
        <p:spPr>
          <a:xfrm>
            <a:off x="11670778" y="4329706"/>
            <a:ext cx="472460" cy="472460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0" name="anim_o17_1">
            <a:extLst>
              <a:ext uri="{FF2B5EF4-FFF2-40B4-BE49-F238E27FC236}">
                <a16:creationId xmlns:a16="http://schemas.microsoft.com/office/drawing/2014/main" id="{2677D9A2-C515-4EB4-B4D3-C7E75F138C62}"/>
              </a:ext>
            </a:extLst>
          </p:cNvPr>
          <p:cNvSpPr>
            <a:spLocks noGrp="1"/>
          </p:cNvSpPr>
          <p:nvPr/>
        </p:nvSpPr>
        <p:spPr>
          <a:xfrm>
            <a:off x="11670778" y="3571749"/>
            <a:ext cx="472460" cy="472460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1" name="anim_o18_1">
            <a:extLst>
              <a:ext uri="{FF2B5EF4-FFF2-40B4-BE49-F238E27FC236}">
                <a16:creationId xmlns:a16="http://schemas.microsoft.com/office/drawing/2014/main" id="{7859ECAF-F8F3-4C8B-85E3-57636FC844EF}"/>
              </a:ext>
            </a:extLst>
          </p:cNvPr>
          <p:cNvSpPr>
            <a:spLocks noGrp="1"/>
          </p:cNvSpPr>
          <p:nvPr/>
        </p:nvSpPr>
        <p:spPr>
          <a:xfrm>
            <a:off x="11670778" y="2813791"/>
            <a:ext cx="472460" cy="472460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2" name="anim_o19_1">
            <a:extLst>
              <a:ext uri="{FF2B5EF4-FFF2-40B4-BE49-F238E27FC236}">
                <a16:creationId xmlns:a16="http://schemas.microsoft.com/office/drawing/2014/main" id="{E9A9E6AF-E307-419D-B7B9-B2146C1DE02E}"/>
              </a:ext>
            </a:extLst>
          </p:cNvPr>
          <p:cNvSpPr>
            <a:spLocks noGrp="1"/>
          </p:cNvSpPr>
          <p:nvPr/>
        </p:nvSpPr>
        <p:spPr>
          <a:xfrm>
            <a:off x="11670778" y="2055834"/>
            <a:ext cx="472460" cy="472460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3" name="anim_o172_1">
            <a:extLst>
              <a:ext uri="{FF2B5EF4-FFF2-40B4-BE49-F238E27FC236}">
                <a16:creationId xmlns:a16="http://schemas.microsoft.com/office/drawing/2014/main" id="{FD7BB62E-1F15-4BD8-BCE3-5FBA9FF3BAD2}"/>
              </a:ext>
            </a:extLst>
          </p:cNvPr>
          <p:cNvSpPr>
            <a:spLocks noGrp="1"/>
          </p:cNvSpPr>
          <p:nvPr/>
        </p:nvSpPr>
        <p:spPr>
          <a:xfrm>
            <a:off x="7824143" y="4778164"/>
            <a:ext cx="333501" cy="333501"/>
          </a:xfrm>
          <a:prstGeom prst="ellipse">
            <a:avLst/>
          </a:prstGeom>
          <a:solidFill>
            <a:srgbClr val="83C167">
              <a:alpha val="10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4" name="anim_o173_1">
            <a:extLst>
              <a:ext uri="{FF2B5EF4-FFF2-40B4-BE49-F238E27FC236}">
                <a16:creationId xmlns:a16="http://schemas.microsoft.com/office/drawing/2014/main" id="{C9268DB1-3648-45EF-8F24-2BA680C1934E}"/>
              </a:ext>
            </a:extLst>
          </p:cNvPr>
          <p:cNvSpPr>
            <a:spLocks noGrp="1"/>
          </p:cNvSpPr>
          <p:nvPr/>
        </p:nvSpPr>
        <p:spPr>
          <a:xfrm>
            <a:off x="7824143" y="4020207"/>
            <a:ext cx="333501" cy="333501"/>
          </a:xfrm>
          <a:prstGeom prst="ellipse">
            <a:avLst/>
          </a:prstGeom>
          <a:solidFill>
            <a:srgbClr val="83C167">
              <a:alpha val="10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5" name="anim_o174_1">
            <a:extLst>
              <a:ext uri="{FF2B5EF4-FFF2-40B4-BE49-F238E27FC236}">
                <a16:creationId xmlns:a16="http://schemas.microsoft.com/office/drawing/2014/main" id="{D4D86DF8-9760-4BB6-85E6-C98BB8B881F1}"/>
              </a:ext>
            </a:extLst>
          </p:cNvPr>
          <p:cNvSpPr>
            <a:spLocks noGrp="1"/>
          </p:cNvSpPr>
          <p:nvPr/>
        </p:nvSpPr>
        <p:spPr>
          <a:xfrm>
            <a:off x="7824143" y="3262249"/>
            <a:ext cx="333501" cy="333501"/>
          </a:xfrm>
          <a:prstGeom prst="ellipse">
            <a:avLst/>
          </a:prstGeom>
          <a:solidFill>
            <a:srgbClr val="83C167">
              <a:alpha val="10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6" name="anim_o175_1">
            <a:extLst>
              <a:ext uri="{FF2B5EF4-FFF2-40B4-BE49-F238E27FC236}">
                <a16:creationId xmlns:a16="http://schemas.microsoft.com/office/drawing/2014/main" id="{A14F6E3F-C3CA-4815-B0B5-ED65360E6577}"/>
              </a:ext>
            </a:extLst>
          </p:cNvPr>
          <p:cNvSpPr>
            <a:spLocks noGrp="1"/>
          </p:cNvSpPr>
          <p:nvPr/>
        </p:nvSpPr>
        <p:spPr>
          <a:xfrm>
            <a:off x="7824143" y="2504292"/>
            <a:ext cx="333501" cy="333501"/>
          </a:xfrm>
          <a:prstGeom prst="ellipse">
            <a:avLst/>
          </a:prstGeom>
          <a:solidFill>
            <a:srgbClr val="83C167">
              <a:alpha val="10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7" name="anim_o176_1">
            <a:extLst>
              <a:ext uri="{FF2B5EF4-FFF2-40B4-BE49-F238E27FC236}">
                <a16:creationId xmlns:a16="http://schemas.microsoft.com/office/drawing/2014/main" id="{367F221D-62A9-418F-A5FF-7611BBACA450}"/>
              </a:ext>
            </a:extLst>
          </p:cNvPr>
          <p:cNvSpPr>
            <a:spLocks noGrp="1"/>
          </p:cNvSpPr>
          <p:nvPr/>
        </p:nvSpPr>
        <p:spPr>
          <a:xfrm>
            <a:off x="7824143" y="1746334"/>
            <a:ext cx="333501" cy="333501"/>
          </a:xfrm>
          <a:prstGeom prst="ellipse">
            <a:avLst/>
          </a:prstGeom>
          <a:solidFill>
            <a:srgbClr val="83C167">
              <a:alpha val="10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8" name="anim_to177_0_1">
            <a:extLst>
              <a:ext uri="{FF2B5EF4-FFF2-40B4-BE49-F238E27FC236}">
                <a16:creationId xmlns:a16="http://schemas.microsoft.com/office/drawing/2014/main" id="{9341CFF0-507E-4DF4-8B34-923157C1EE8C}"/>
              </a:ext>
            </a:extLst>
          </p:cNvPr>
          <p:cNvSpPr>
            <a:spLocks noGrp="1"/>
          </p:cNvSpPr>
          <p:nvPr/>
        </p:nvSpPr>
        <p:spPr>
          <a:xfrm>
            <a:off x="931368" y="5780393"/>
            <a:ext cx="10729776" cy="62305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925" b="0">
                <a:solidFill>
                  <a:srgbClr val="FF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925" b="0">
                <a:solidFill>
                  <a:srgbClr val="FF0000"/>
                </a:solidFill>
                <a:latin typeface="Consolas"/>
                <a:ea typeface="Consolas"/>
                <a:cs typeface="Consolas"/>
              </a:defRPr>
            </a:pPr>
            <a:r>
              <a:rPr sz="3925" b="0">
                <a:solidFill>
                  <a:srgbClr val="FF0000"/>
                </a:solidFill>
                <a:latin typeface="Consolas"/>
                <a:ea typeface="Consolas"/>
                <a:cs typeface="Consolas"/>
              </a:rPr>
              <a:t>30,000 inputs → Millions of parameters!</a:t>
            </a:r>
          </a:p>
        </p:txBody>
      </p:sp>
      <p:sp>
        <p:nvSpPr>
          <p:cNvPr id="109" name="anim_o217_1">
            <a:extLst>
              <a:ext uri="{FF2B5EF4-FFF2-40B4-BE49-F238E27FC236}">
                <a16:creationId xmlns:a16="http://schemas.microsoft.com/office/drawing/2014/main" id="{630F149A-9063-489F-AF15-14469401FC65}"/>
              </a:ext>
            </a:extLst>
          </p:cNvPr>
          <p:cNvSpPr>
            <a:spLocks noGrp="1"/>
          </p:cNvSpPr>
          <p:nvPr/>
        </p:nvSpPr>
        <p:spPr>
          <a:xfrm>
            <a:off x="5297618" y="1692014"/>
            <a:ext cx="1263263" cy="2210710"/>
          </a:xfrm>
          <a:prstGeom prst="roundRect">
            <a:avLst>
              <a:gd name="adj" fmla="val 6032"/>
            </a:avLst>
          </a:prstGeom>
          <a:solidFill>
            <a:srgbClr val="DA1F1F">
              <a:alpha val="20000"/>
            </a:srgbClr>
          </a:solidFill>
          <a:ln w="25400">
            <a:solidFill>
              <a:srgbClr val="DA1F1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0" name="anim_to218_0_1">
            <a:extLst>
              <a:ext uri="{FF2B5EF4-FFF2-40B4-BE49-F238E27FC236}">
                <a16:creationId xmlns:a16="http://schemas.microsoft.com/office/drawing/2014/main" id="{2720ADE3-EC90-47A1-A5CF-EDFBE9830EA0}"/>
              </a:ext>
            </a:extLst>
          </p:cNvPr>
          <p:cNvSpPr>
            <a:spLocks noGrp="1"/>
          </p:cNvSpPr>
          <p:nvPr/>
        </p:nvSpPr>
        <p:spPr>
          <a:xfrm>
            <a:off x="5527923" y="2427413"/>
            <a:ext cx="821703" cy="44522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05" b="1">
                <a:solidFill>
                  <a:srgbClr val="DA1F1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805" b="1">
                <a:solidFill>
                  <a:srgbClr val="DA1F1F"/>
                </a:solidFill>
                <a:latin typeface="Consolas"/>
                <a:ea typeface="Consolas"/>
                <a:cs typeface="Consolas"/>
              </a:defRPr>
            </a:pPr>
            <a:r>
              <a:rPr sz="2805" b="1">
                <a:solidFill>
                  <a:srgbClr val="DA1F1F"/>
                </a:solidFill>
                <a:latin typeface="Consolas"/>
                <a:ea typeface="Consolas"/>
                <a:cs typeface="Consolas"/>
              </a:rPr>
              <a:t>CONV</a:t>
            </a:r>
          </a:p>
        </p:txBody>
      </p:sp>
      <p:sp>
        <p:nvSpPr>
          <p:cNvPr id="111" name="anim_to223_0_1">
            <a:extLst>
              <a:ext uri="{FF2B5EF4-FFF2-40B4-BE49-F238E27FC236}">
                <a16:creationId xmlns:a16="http://schemas.microsoft.com/office/drawing/2014/main" id="{228C229A-F782-4F5B-8BFE-B21DEA2EA1AB}"/>
              </a:ext>
            </a:extLst>
          </p:cNvPr>
          <p:cNvSpPr>
            <a:spLocks noGrp="1"/>
          </p:cNvSpPr>
          <p:nvPr/>
        </p:nvSpPr>
        <p:spPr>
          <a:xfrm>
            <a:off x="5429973" y="2724767"/>
            <a:ext cx="1017603" cy="44522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05" b="1">
                <a:solidFill>
                  <a:srgbClr val="DA1F1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805" b="1">
                <a:solidFill>
                  <a:srgbClr val="DA1F1F"/>
                </a:solidFill>
                <a:latin typeface="Consolas"/>
                <a:ea typeface="Consolas"/>
                <a:cs typeface="Consolas"/>
              </a:defRPr>
            </a:pPr>
            <a:r>
              <a:rPr sz="2805" b="1">
                <a:solidFill>
                  <a:srgbClr val="DA1F1F"/>
                </a:solidFill>
                <a:latin typeface="Consolas"/>
                <a:ea typeface="Consolas"/>
                <a:cs typeface="Consolas"/>
              </a:rPr>
              <a:t>LAYER</a:t>
            </a:r>
          </a:p>
        </p:txBody>
      </p:sp>
    </p:spTree>
    <p:extLst>
      <p:ext uri="{BB962C8B-B14F-4D97-AF65-F5344CB8AC3E}">
        <p14:creationId xmlns:p14="http://schemas.microsoft.com/office/powerpoint/2010/main" val="11842654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50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52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5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5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5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6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6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6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6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6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7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7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7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7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7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80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8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84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8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8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90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9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9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9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9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00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0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04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0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0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10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1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1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1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1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20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2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2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2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30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3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3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3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3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40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4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4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4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48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50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5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54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56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5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60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62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64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66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68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70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7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74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76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7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80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1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82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84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86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88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90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92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94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96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198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200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202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204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209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211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213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215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217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219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221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223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225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227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229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231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233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235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237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239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241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243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245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21014 E" pathEditMode="relative" ptsTypes="">
                                      <p:cBhvr>
                                        <p:cTn id="247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8" fill="hold">
                      <p:stCondLst>
                        <p:cond delay="indefinite"/>
                      </p:stCondLst>
                      <p:childTnLst>
                        <p:par>
                          <p:cTn id="249" fill="hold">
                            <p:stCondLst>
                              <p:cond delay="0"/>
                            </p:stCondLst>
                            <p:childTnLst>
                              <p:par>
                                <p:cTn id="25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1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4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7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0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3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6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2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5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8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0" fill="hold">
                      <p:stCondLst>
                        <p:cond delay="indefinite"/>
                      </p:stCondLst>
                      <p:childTnLst>
                        <p:par>
                          <p:cTn id="281" fill="hold">
                            <p:stCondLst>
                              <p:cond delay="0"/>
                            </p:stCondLst>
                            <p:childTnLst>
                              <p:par>
                                <p:cTn id="2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4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5" fill="hold">
                            <p:stCondLst>
                              <p:cond delay="1000"/>
                            </p:stCondLst>
                            <p:childTnLst>
                              <p:par>
                                <p:cTn id="28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8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2" grpId="0" animBg="1"/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8" grpId="0" animBg="1"/>
      <p:bldP spid="69" grpId="0" animBg="1"/>
      <p:bldP spid="70" grpId="0"/>
      <p:bldP spid="71" grpId="0"/>
      <p:bldP spid="71" grpId="1"/>
      <p:bldP spid="72" grpId="0"/>
      <p:bldP spid="72" grpId="1"/>
      <p:bldP spid="73" grpId="0"/>
      <p:bldP spid="73" grpId="1"/>
      <p:bldP spid="74" grpId="0"/>
      <p:bldP spid="74" grpId="1"/>
      <p:bldP spid="75" grpId="0"/>
      <p:bldP spid="75" grpId="1"/>
      <p:bldP spid="76" grpId="0"/>
      <p:bldP spid="76" grpId="1"/>
      <p:bldP spid="77" grpId="0"/>
      <p:bldP spid="77" grpId="1"/>
      <p:bldP spid="78" grpId="0"/>
      <p:bldP spid="78" grpId="1"/>
      <p:bldP spid="79" grpId="0"/>
      <p:bldP spid="79" grpId="1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3" grpId="1" animBg="1"/>
      <p:bldP spid="104" grpId="0" animBg="1"/>
      <p:bldP spid="104" grpId="1" animBg="1"/>
      <p:bldP spid="105" grpId="0" animBg="1"/>
      <p:bldP spid="105" grpId="1" animBg="1"/>
      <p:bldP spid="106" grpId="0" animBg="1"/>
      <p:bldP spid="106" grpId="1" animBg="1"/>
      <p:bldP spid="107" grpId="0" animBg="1"/>
      <p:bldP spid="107" grpId="1" animBg="1"/>
      <p:bldP spid="108" grpId="0"/>
      <p:bldP spid="108" grpId="1"/>
      <p:bldP spid="109" grpId="0" animBg="1"/>
      <p:bldP spid="110" grpId="0"/>
      <p:bldP spid="111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" name="anim_o28_1">
            <a:extLst>
              <a:ext uri="{FF2B5EF4-FFF2-40B4-BE49-F238E27FC236}">
                <a16:creationId xmlns:a16="http://schemas.microsoft.com/office/drawing/2014/main" id="{CDF38CE0-4793-4FEA-AF75-DC61A4C5552F}"/>
              </a:ext>
            </a:extLst>
          </p:cNvPr>
          <p:cNvSpPr>
            <a:spLocks noGrp="1"/>
          </p:cNvSpPr>
          <p:nvPr/>
        </p:nvSpPr>
        <p:spPr>
          <a:xfrm>
            <a:off x="7990894" y="4313284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0"/>
                </a:moveTo>
                <a:lnTo>
                  <a:pt x="1958057" y="378979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29_1">
            <a:extLst>
              <a:ext uri="{FF2B5EF4-FFF2-40B4-BE49-F238E27FC236}">
                <a16:creationId xmlns:a16="http://schemas.microsoft.com/office/drawing/2014/main" id="{9280498C-0AD1-4525-8BFE-8B5B9C7586FA}"/>
              </a:ext>
            </a:extLst>
          </p:cNvPr>
          <p:cNvSpPr>
            <a:spLocks noGrp="1"/>
          </p:cNvSpPr>
          <p:nvPr/>
        </p:nvSpPr>
        <p:spPr>
          <a:xfrm>
            <a:off x="7990894" y="3934305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378979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30_1">
            <a:extLst>
              <a:ext uri="{FF2B5EF4-FFF2-40B4-BE49-F238E27FC236}">
                <a16:creationId xmlns:a16="http://schemas.microsoft.com/office/drawing/2014/main" id="{79766F11-C11E-4EBF-963C-FF23D9167C23}"/>
              </a:ext>
            </a:extLst>
          </p:cNvPr>
          <p:cNvSpPr>
            <a:spLocks noGrp="1"/>
          </p:cNvSpPr>
          <p:nvPr/>
        </p:nvSpPr>
        <p:spPr>
          <a:xfrm>
            <a:off x="7990894" y="3176347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1136936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31_1">
            <a:extLst>
              <a:ext uri="{FF2B5EF4-FFF2-40B4-BE49-F238E27FC236}">
                <a16:creationId xmlns:a16="http://schemas.microsoft.com/office/drawing/2014/main" id="{91D39819-87F9-49A6-B659-C0AA8D479296}"/>
              </a:ext>
            </a:extLst>
          </p:cNvPr>
          <p:cNvSpPr>
            <a:spLocks noGrp="1"/>
          </p:cNvSpPr>
          <p:nvPr/>
        </p:nvSpPr>
        <p:spPr>
          <a:xfrm>
            <a:off x="7990894" y="2418390"/>
            <a:ext cx="1958057" cy="1894894"/>
          </a:xfrm>
          <a:custGeom>
            <a:avLst/>
            <a:gdLst/>
            <a:ahLst/>
            <a:cxnLst/>
            <a:rect l="0" t="0" r="0" b="0"/>
            <a:pathLst>
              <a:path w="1958057" h="1894894">
                <a:moveTo>
                  <a:pt x="0" y="1894894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32_1">
            <a:extLst>
              <a:ext uri="{FF2B5EF4-FFF2-40B4-BE49-F238E27FC236}">
                <a16:creationId xmlns:a16="http://schemas.microsoft.com/office/drawing/2014/main" id="{F37B7DD3-9510-4747-A124-7460173769B4}"/>
              </a:ext>
            </a:extLst>
          </p:cNvPr>
          <p:cNvSpPr>
            <a:spLocks noGrp="1"/>
          </p:cNvSpPr>
          <p:nvPr/>
        </p:nvSpPr>
        <p:spPr>
          <a:xfrm>
            <a:off x="7990894" y="1660432"/>
            <a:ext cx="1958057" cy="2652851"/>
          </a:xfrm>
          <a:custGeom>
            <a:avLst/>
            <a:gdLst/>
            <a:ahLst/>
            <a:cxnLst/>
            <a:rect l="0" t="0" r="0" b="0"/>
            <a:pathLst>
              <a:path w="1958057" h="2652851">
                <a:moveTo>
                  <a:pt x="0" y="2652851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33_1">
            <a:extLst>
              <a:ext uri="{FF2B5EF4-FFF2-40B4-BE49-F238E27FC236}">
                <a16:creationId xmlns:a16="http://schemas.microsoft.com/office/drawing/2014/main" id="{13D587FA-B076-45FC-BD2B-16E3D5A3D808}"/>
              </a:ext>
            </a:extLst>
          </p:cNvPr>
          <p:cNvSpPr>
            <a:spLocks noGrp="1"/>
          </p:cNvSpPr>
          <p:nvPr/>
        </p:nvSpPr>
        <p:spPr>
          <a:xfrm>
            <a:off x="7990894" y="902475"/>
            <a:ext cx="1958057" cy="3410809"/>
          </a:xfrm>
          <a:custGeom>
            <a:avLst/>
            <a:gdLst/>
            <a:ahLst/>
            <a:cxnLst/>
            <a:rect l="0" t="0" r="0" b="0"/>
            <a:pathLst>
              <a:path w="1958057" h="3410809">
                <a:moveTo>
                  <a:pt x="0" y="3410809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34_1">
            <a:extLst>
              <a:ext uri="{FF2B5EF4-FFF2-40B4-BE49-F238E27FC236}">
                <a16:creationId xmlns:a16="http://schemas.microsoft.com/office/drawing/2014/main" id="{402639A1-96F5-45FA-8C2E-F5C17C10DC3B}"/>
              </a:ext>
            </a:extLst>
          </p:cNvPr>
          <p:cNvSpPr>
            <a:spLocks noGrp="1"/>
          </p:cNvSpPr>
          <p:nvPr/>
        </p:nvSpPr>
        <p:spPr>
          <a:xfrm>
            <a:off x="7990894" y="3555326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0"/>
                </a:moveTo>
                <a:lnTo>
                  <a:pt x="1958057" y="113693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35_1">
            <a:extLst>
              <a:ext uri="{FF2B5EF4-FFF2-40B4-BE49-F238E27FC236}">
                <a16:creationId xmlns:a16="http://schemas.microsoft.com/office/drawing/2014/main" id="{A646D9F6-6D76-44A5-8E9B-8D3FC4A6770B}"/>
              </a:ext>
            </a:extLst>
          </p:cNvPr>
          <p:cNvSpPr>
            <a:spLocks noGrp="1"/>
          </p:cNvSpPr>
          <p:nvPr/>
        </p:nvSpPr>
        <p:spPr>
          <a:xfrm>
            <a:off x="7990894" y="3555326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0"/>
                </a:moveTo>
                <a:lnTo>
                  <a:pt x="1958057" y="378979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36_1">
            <a:extLst>
              <a:ext uri="{FF2B5EF4-FFF2-40B4-BE49-F238E27FC236}">
                <a16:creationId xmlns:a16="http://schemas.microsoft.com/office/drawing/2014/main" id="{CF7AFF75-4353-4080-B195-97AC3BF94C96}"/>
              </a:ext>
            </a:extLst>
          </p:cNvPr>
          <p:cNvSpPr>
            <a:spLocks noGrp="1"/>
          </p:cNvSpPr>
          <p:nvPr/>
        </p:nvSpPr>
        <p:spPr>
          <a:xfrm>
            <a:off x="7990894" y="3176347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378979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37_1">
            <a:extLst>
              <a:ext uri="{FF2B5EF4-FFF2-40B4-BE49-F238E27FC236}">
                <a16:creationId xmlns:a16="http://schemas.microsoft.com/office/drawing/2014/main" id="{209654DE-C0F4-4E8D-9E57-ACECCC5ABCD8}"/>
              </a:ext>
            </a:extLst>
          </p:cNvPr>
          <p:cNvSpPr>
            <a:spLocks noGrp="1"/>
          </p:cNvSpPr>
          <p:nvPr/>
        </p:nvSpPr>
        <p:spPr>
          <a:xfrm>
            <a:off x="7990894" y="2418390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1136936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38_1">
            <a:extLst>
              <a:ext uri="{FF2B5EF4-FFF2-40B4-BE49-F238E27FC236}">
                <a16:creationId xmlns:a16="http://schemas.microsoft.com/office/drawing/2014/main" id="{67E8FC69-153E-4BA2-8B1C-9A0DFF2DDFE0}"/>
              </a:ext>
            </a:extLst>
          </p:cNvPr>
          <p:cNvSpPr>
            <a:spLocks noGrp="1"/>
          </p:cNvSpPr>
          <p:nvPr/>
        </p:nvSpPr>
        <p:spPr>
          <a:xfrm>
            <a:off x="7990894" y="1660432"/>
            <a:ext cx="1958057" cy="1894894"/>
          </a:xfrm>
          <a:custGeom>
            <a:avLst/>
            <a:gdLst/>
            <a:ahLst/>
            <a:cxnLst/>
            <a:rect l="0" t="0" r="0" b="0"/>
            <a:pathLst>
              <a:path w="1958057" h="1894894">
                <a:moveTo>
                  <a:pt x="0" y="1894894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39_1">
            <a:extLst>
              <a:ext uri="{FF2B5EF4-FFF2-40B4-BE49-F238E27FC236}">
                <a16:creationId xmlns:a16="http://schemas.microsoft.com/office/drawing/2014/main" id="{67CCE74C-ADE4-408D-AB96-3DB92F7C0440}"/>
              </a:ext>
            </a:extLst>
          </p:cNvPr>
          <p:cNvSpPr>
            <a:spLocks noGrp="1"/>
          </p:cNvSpPr>
          <p:nvPr/>
        </p:nvSpPr>
        <p:spPr>
          <a:xfrm>
            <a:off x="7990894" y="902475"/>
            <a:ext cx="1958057" cy="2652851"/>
          </a:xfrm>
          <a:custGeom>
            <a:avLst/>
            <a:gdLst/>
            <a:ahLst/>
            <a:cxnLst/>
            <a:rect l="0" t="0" r="0" b="0"/>
            <a:pathLst>
              <a:path w="1958057" h="2652851">
                <a:moveTo>
                  <a:pt x="0" y="2652851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40_1">
            <a:extLst>
              <a:ext uri="{FF2B5EF4-FFF2-40B4-BE49-F238E27FC236}">
                <a16:creationId xmlns:a16="http://schemas.microsoft.com/office/drawing/2014/main" id="{0ED01F7D-FAD9-4EF7-BEE8-E562F4CFFB42}"/>
              </a:ext>
            </a:extLst>
          </p:cNvPr>
          <p:cNvSpPr>
            <a:spLocks noGrp="1"/>
          </p:cNvSpPr>
          <p:nvPr/>
        </p:nvSpPr>
        <p:spPr>
          <a:xfrm>
            <a:off x="7990894" y="2797369"/>
            <a:ext cx="1958057" cy="1894894"/>
          </a:xfrm>
          <a:custGeom>
            <a:avLst/>
            <a:gdLst/>
            <a:ahLst/>
            <a:cxnLst/>
            <a:rect l="0" t="0" r="0" b="0"/>
            <a:pathLst>
              <a:path w="1958057" h="1894894">
                <a:moveTo>
                  <a:pt x="0" y="0"/>
                </a:moveTo>
                <a:lnTo>
                  <a:pt x="1958057" y="1894894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41_1">
            <a:extLst>
              <a:ext uri="{FF2B5EF4-FFF2-40B4-BE49-F238E27FC236}">
                <a16:creationId xmlns:a16="http://schemas.microsoft.com/office/drawing/2014/main" id="{18B837AF-C244-4732-842B-C5DEE6C8B9E8}"/>
              </a:ext>
            </a:extLst>
          </p:cNvPr>
          <p:cNvSpPr>
            <a:spLocks noGrp="1"/>
          </p:cNvSpPr>
          <p:nvPr/>
        </p:nvSpPr>
        <p:spPr>
          <a:xfrm>
            <a:off x="7990894" y="2797369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0"/>
                </a:moveTo>
                <a:lnTo>
                  <a:pt x="1958057" y="113693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42_1">
            <a:extLst>
              <a:ext uri="{FF2B5EF4-FFF2-40B4-BE49-F238E27FC236}">
                <a16:creationId xmlns:a16="http://schemas.microsoft.com/office/drawing/2014/main" id="{02EBA28D-F040-4929-B11C-B5692EDBF127}"/>
              </a:ext>
            </a:extLst>
          </p:cNvPr>
          <p:cNvSpPr>
            <a:spLocks noGrp="1"/>
          </p:cNvSpPr>
          <p:nvPr/>
        </p:nvSpPr>
        <p:spPr>
          <a:xfrm>
            <a:off x="7990894" y="2797369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0"/>
                </a:moveTo>
                <a:lnTo>
                  <a:pt x="1958057" y="378979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43_1">
            <a:extLst>
              <a:ext uri="{FF2B5EF4-FFF2-40B4-BE49-F238E27FC236}">
                <a16:creationId xmlns:a16="http://schemas.microsoft.com/office/drawing/2014/main" id="{4B191D64-CDA1-44F3-ACA9-83361CD99CB6}"/>
              </a:ext>
            </a:extLst>
          </p:cNvPr>
          <p:cNvSpPr>
            <a:spLocks noGrp="1"/>
          </p:cNvSpPr>
          <p:nvPr/>
        </p:nvSpPr>
        <p:spPr>
          <a:xfrm>
            <a:off x="7990894" y="2418390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378979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44_1">
            <a:extLst>
              <a:ext uri="{FF2B5EF4-FFF2-40B4-BE49-F238E27FC236}">
                <a16:creationId xmlns:a16="http://schemas.microsoft.com/office/drawing/2014/main" id="{55359100-08F6-4122-9BC8-A483EBA2E942}"/>
              </a:ext>
            </a:extLst>
          </p:cNvPr>
          <p:cNvSpPr>
            <a:spLocks noGrp="1"/>
          </p:cNvSpPr>
          <p:nvPr/>
        </p:nvSpPr>
        <p:spPr>
          <a:xfrm>
            <a:off x="7990894" y="1660432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1136936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45_1">
            <a:extLst>
              <a:ext uri="{FF2B5EF4-FFF2-40B4-BE49-F238E27FC236}">
                <a16:creationId xmlns:a16="http://schemas.microsoft.com/office/drawing/2014/main" id="{B550808F-6B5E-40CB-A771-5CE00F27C2F5}"/>
              </a:ext>
            </a:extLst>
          </p:cNvPr>
          <p:cNvSpPr>
            <a:spLocks noGrp="1"/>
          </p:cNvSpPr>
          <p:nvPr/>
        </p:nvSpPr>
        <p:spPr>
          <a:xfrm>
            <a:off x="7990894" y="902475"/>
            <a:ext cx="1958057" cy="1894894"/>
          </a:xfrm>
          <a:custGeom>
            <a:avLst/>
            <a:gdLst/>
            <a:ahLst/>
            <a:cxnLst/>
            <a:rect l="0" t="0" r="0" b="0"/>
            <a:pathLst>
              <a:path w="1958057" h="1894894">
                <a:moveTo>
                  <a:pt x="0" y="1894894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46_1">
            <a:extLst>
              <a:ext uri="{FF2B5EF4-FFF2-40B4-BE49-F238E27FC236}">
                <a16:creationId xmlns:a16="http://schemas.microsoft.com/office/drawing/2014/main" id="{83519017-E2BE-4C28-A9D6-DA3B39393AA4}"/>
              </a:ext>
            </a:extLst>
          </p:cNvPr>
          <p:cNvSpPr>
            <a:spLocks noGrp="1"/>
          </p:cNvSpPr>
          <p:nvPr/>
        </p:nvSpPr>
        <p:spPr>
          <a:xfrm>
            <a:off x="7990894" y="2039411"/>
            <a:ext cx="1958057" cy="2652851"/>
          </a:xfrm>
          <a:custGeom>
            <a:avLst/>
            <a:gdLst/>
            <a:ahLst/>
            <a:cxnLst/>
            <a:rect l="0" t="0" r="0" b="0"/>
            <a:pathLst>
              <a:path w="1958057" h="2652851">
                <a:moveTo>
                  <a:pt x="0" y="0"/>
                </a:moveTo>
                <a:lnTo>
                  <a:pt x="1958057" y="2652851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47_1">
            <a:extLst>
              <a:ext uri="{FF2B5EF4-FFF2-40B4-BE49-F238E27FC236}">
                <a16:creationId xmlns:a16="http://schemas.microsoft.com/office/drawing/2014/main" id="{3DBA3CDD-B7FD-48D2-8717-E642217321BA}"/>
              </a:ext>
            </a:extLst>
          </p:cNvPr>
          <p:cNvSpPr>
            <a:spLocks noGrp="1"/>
          </p:cNvSpPr>
          <p:nvPr/>
        </p:nvSpPr>
        <p:spPr>
          <a:xfrm>
            <a:off x="7990894" y="2039411"/>
            <a:ext cx="1958057" cy="1894894"/>
          </a:xfrm>
          <a:custGeom>
            <a:avLst/>
            <a:gdLst/>
            <a:ahLst/>
            <a:cxnLst/>
            <a:rect l="0" t="0" r="0" b="0"/>
            <a:pathLst>
              <a:path w="1958057" h="1894894">
                <a:moveTo>
                  <a:pt x="0" y="0"/>
                </a:moveTo>
                <a:lnTo>
                  <a:pt x="1958057" y="1894894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48_1">
            <a:extLst>
              <a:ext uri="{FF2B5EF4-FFF2-40B4-BE49-F238E27FC236}">
                <a16:creationId xmlns:a16="http://schemas.microsoft.com/office/drawing/2014/main" id="{015BA6AE-F82B-4EB2-A185-C32D6849390A}"/>
              </a:ext>
            </a:extLst>
          </p:cNvPr>
          <p:cNvSpPr>
            <a:spLocks noGrp="1"/>
          </p:cNvSpPr>
          <p:nvPr/>
        </p:nvSpPr>
        <p:spPr>
          <a:xfrm>
            <a:off x="7990894" y="2039411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0"/>
                </a:moveTo>
                <a:lnTo>
                  <a:pt x="1958057" y="113693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49_1">
            <a:extLst>
              <a:ext uri="{FF2B5EF4-FFF2-40B4-BE49-F238E27FC236}">
                <a16:creationId xmlns:a16="http://schemas.microsoft.com/office/drawing/2014/main" id="{B288A436-8ABD-4689-8625-C377CA04ED69}"/>
              </a:ext>
            </a:extLst>
          </p:cNvPr>
          <p:cNvSpPr>
            <a:spLocks noGrp="1"/>
          </p:cNvSpPr>
          <p:nvPr/>
        </p:nvSpPr>
        <p:spPr>
          <a:xfrm>
            <a:off x="7990894" y="2039411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0"/>
                </a:moveTo>
                <a:lnTo>
                  <a:pt x="1958057" y="378979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50_1">
            <a:extLst>
              <a:ext uri="{FF2B5EF4-FFF2-40B4-BE49-F238E27FC236}">
                <a16:creationId xmlns:a16="http://schemas.microsoft.com/office/drawing/2014/main" id="{6A3CAF5C-4445-4EF6-8C78-3AF8DA863713}"/>
              </a:ext>
            </a:extLst>
          </p:cNvPr>
          <p:cNvSpPr>
            <a:spLocks noGrp="1"/>
          </p:cNvSpPr>
          <p:nvPr/>
        </p:nvSpPr>
        <p:spPr>
          <a:xfrm>
            <a:off x="7990894" y="1660432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378979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51_1">
            <a:extLst>
              <a:ext uri="{FF2B5EF4-FFF2-40B4-BE49-F238E27FC236}">
                <a16:creationId xmlns:a16="http://schemas.microsoft.com/office/drawing/2014/main" id="{170585A1-6F2C-4F0A-8F93-C13DDA1DCC11}"/>
              </a:ext>
            </a:extLst>
          </p:cNvPr>
          <p:cNvSpPr>
            <a:spLocks noGrp="1"/>
          </p:cNvSpPr>
          <p:nvPr/>
        </p:nvSpPr>
        <p:spPr>
          <a:xfrm>
            <a:off x="7990894" y="902475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1136936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52_1">
            <a:extLst>
              <a:ext uri="{FF2B5EF4-FFF2-40B4-BE49-F238E27FC236}">
                <a16:creationId xmlns:a16="http://schemas.microsoft.com/office/drawing/2014/main" id="{12D51573-6C32-4DEB-ADA7-9A59710C9AA3}"/>
              </a:ext>
            </a:extLst>
          </p:cNvPr>
          <p:cNvSpPr>
            <a:spLocks noGrp="1"/>
          </p:cNvSpPr>
          <p:nvPr/>
        </p:nvSpPr>
        <p:spPr>
          <a:xfrm>
            <a:off x="7990894" y="1281454"/>
            <a:ext cx="1958057" cy="3410809"/>
          </a:xfrm>
          <a:custGeom>
            <a:avLst/>
            <a:gdLst/>
            <a:ahLst/>
            <a:cxnLst/>
            <a:rect l="0" t="0" r="0" b="0"/>
            <a:pathLst>
              <a:path w="1958057" h="3410809">
                <a:moveTo>
                  <a:pt x="0" y="0"/>
                </a:moveTo>
                <a:lnTo>
                  <a:pt x="1958057" y="3410809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53_1">
            <a:extLst>
              <a:ext uri="{FF2B5EF4-FFF2-40B4-BE49-F238E27FC236}">
                <a16:creationId xmlns:a16="http://schemas.microsoft.com/office/drawing/2014/main" id="{34A76515-D874-4845-AEE6-C65261710389}"/>
              </a:ext>
            </a:extLst>
          </p:cNvPr>
          <p:cNvSpPr>
            <a:spLocks noGrp="1"/>
          </p:cNvSpPr>
          <p:nvPr/>
        </p:nvSpPr>
        <p:spPr>
          <a:xfrm>
            <a:off x="7990894" y="1281454"/>
            <a:ext cx="1958057" cy="2652851"/>
          </a:xfrm>
          <a:custGeom>
            <a:avLst/>
            <a:gdLst/>
            <a:ahLst/>
            <a:cxnLst/>
            <a:rect l="0" t="0" r="0" b="0"/>
            <a:pathLst>
              <a:path w="1958057" h="2652851">
                <a:moveTo>
                  <a:pt x="0" y="0"/>
                </a:moveTo>
                <a:lnTo>
                  <a:pt x="1958057" y="2652851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54_1">
            <a:extLst>
              <a:ext uri="{FF2B5EF4-FFF2-40B4-BE49-F238E27FC236}">
                <a16:creationId xmlns:a16="http://schemas.microsoft.com/office/drawing/2014/main" id="{CAC19A14-1F31-44B1-93EE-D30DF325B7BA}"/>
              </a:ext>
            </a:extLst>
          </p:cNvPr>
          <p:cNvSpPr>
            <a:spLocks noGrp="1"/>
          </p:cNvSpPr>
          <p:nvPr/>
        </p:nvSpPr>
        <p:spPr>
          <a:xfrm>
            <a:off x="7990894" y="1281454"/>
            <a:ext cx="1958057" cy="1894894"/>
          </a:xfrm>
          <a:custGeom>
            <a:avLst/>
            <a:gdLst/>
            <a:ahLst/>
            <a:cxnLst/>
            <a:rect l="0" t="0" r="0" b="0"/>
            <a:pathLst>
              <a:path w="1958057" h="1894894">
                <a:moveTo>
                  <a:pt x="0" y="0"/>
                </a:moveTo>
                <a:lnTo>
                  <a:pt x="1958057" y="1894894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55_1">
            <a:extLst>
              <a:ext uri="{FF2B5EF4-FFF2-40B4-BE49-F238E27FC236}">
                <a16:creationId xmlns:a16="http://schemas.microsoft.com/office/drawing/2014/main" id="{A2022B92-5512-4CC2-94FC-01687D48A409}"/>
              </a:ext>
            </a:extLst>
          </p:cNvPr>
          <p:cNvSpPr>
            <a:spLocks noGrp="1"/>
          </p:cNvSpPr>
          <p:nvPr/>
        </p:nvSpPr>
        <p:spPr>
          <a:xfrm>
            <a:off x="7990894" y="1281454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0"/>
                </a:moveTo>
                <a:lnTo>
                  <a:pt x="1958057" y="113693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56_1">
            <a:extLst>
              <a:ext uri="{FF2B5EF4-FFF2-40B4-BE49-F238E27FC236}">
                <a16:creationId xmlns:a16="http://schemas.microsoft.com/office/drawing/2014/main" id="{E3B9A36F-6222-4A76-8AEE-B4D54127002D}"/>
              </a:ext>
            </a:extLst>
          </p:cNvPr>
          <p:cNvSpPr>
            <a:spLocks noGrp="1"/>
          </p:cNvSpPr>
          <p:nvPr/>
        </p:nvSpPr>
        <p:spPr>
          <a:xfrm>
            <a:off x="7990894" y="1281454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0"/>
                </a:moveTo>
                <a:lnTo>
                  <a:pt x="1958057" y="378979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57_1">
            <a:extLst>
              <a:ext uri="{FF2B5EF4-FFF2-40B4-BE49-F238E27FC236}">
                <a16:creationId xmlns:a16="http://schemas.microsoft.com/office/drawing/2014/main" id="{C0CBD4D6-9B0B-4F8C-A15A-088DAC5B41AE}"/>
              </a:ext>
            </a:extLst>
          </p:cNvPr>
          <p:cNvSpPr>
            <a:spLocks noGrp="1"/>
          </p:cNvSpPr>
          <p:nvPr/>
        </p:nvSpPr>
        <p:spPr>
          <a:xfrm>
            <a:off x="7990894" y="902475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378979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58_1">
            <a:extLst>
              <a:ext uri="{FF2B5EF4-FFF2-40B4-BE49-F238E27FC236}">
                <a16:creationId xmlns:a16="http://schemas.microsoft.com/office/drawing/2014/main" id="{B1F02651-BFD3-4C01-917C-0ED8A8E3D9D5}"/>
              </a:ext>
            </a:extLst>
          </p:cNvPr>
          <p:cNvSpPr>
            <a:spLocks noGrp="1"/>
          </p:cNvSpPr>
          <p:nvPr/>
        </p:nvSpPr>
        <p:spPr>
          <a:xfrm>
            <a:off x="9948951" y="3934305"/>
            <a:ext cx="1958057" cy="757958"/>
          </a:xfrm>
          <a:custGeom>
            <a:avLst/>
            <a:gdLst/>
            <a:ahLst/>
            <a:cxnLst/>
            <a:rect l="0" t="0" r="0" b="0"/>
            <a:pathLst>
              <a:path w="1958057" h="757958">
                <a:moveTo>
                  <a:pt x="0" y="757958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59_1">
            <a:extLst>
              <a:ext uri="{FF2B5EF4-FFF2-40B4-BE49-F238E27FC236}">
                <a16:creationId xmlns:a16="http://schemas.microsoft.com/office/drawing/2014/main" id="{248304E5-13BC-45DE-A436-78B940401A05}"/>
              </a:ext>
            </a:extLst>
          </p:cNvPr>
          <p:cNvSpPr>
            <a:spLocks noGrp="1"/>
          </p:cNvSpPr>
          <p:nvPr/>
        </p:nvSpPr>
        <p:spPr>
          <a:xfrm>
            <a:off x="9948951" y="3176347"/>
            <a:ext cx="1958057" cy="1515915"/>
          </a:xfrm>
          <a:custGeom>
            <a:avLst/>
            <a:gdLst/>
            <a:ahLst/>
            <a:cxnLst/>
            <a:rect l="0" t="0" r="0" b="0"/>
            <a:pathLst>
              <a:path w="1958057" h="1515915">
                <a:moveTo>
                  <a:pt x="0" y="1515915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60_1">
            <a:extLst>
              <a:ext uri="{FF2B5EF4-FFF2-40B4-BE49-F238E27FC236}">
                <a16:creationId xmlns:a16="http://schemas.microsoft.com/office/drawing/2014/main" id="{B972DEC8-8088-4CEA-9F01-C6FD86C49D8E}"/>
              </a:ext>
            </a:extLst>
          </p:cNvPr>
          <p:cNvSpPr>
            <a:spLocks noGrp="1"/>
          </p:cNvSpPr>
          <p:nvPr/>
        </p:nvSpPr>
        <p:spPr>
          <a:xfrm>
            <a:off x="9948951" y="2418390"/>
            <a:ext cx="1958057" cy="2273873"/>
          </a:xfrm>
          <a:custGeom>
            <a:avLst/>
            <a:gdLst/>
            <a:ahLst/>
            <a:cxnLst/>
            <a:rect l="0" t="0" r="0" b="0"/>
            <a:pathLst>
              <a:path w="1958057" h="2273873">
                <a:moveTo>
                  <a:pt x="0" y="2273873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61_1">
            <a:extLst>
              <a:ext uri="{FF2B5EF4-FFF2-40B4-BE49-F238E27FC236}">
                <a16:creationId xmlns:a16="http://schemas.microsoft.com/office/drawing/2014/main" id="{85C864FB-6014-4999-A3B8-5DBF4533A03A}"/>
              </a:ext>
            </a:extLst>
          </p:cNvPr>
          <p:cNvSpPr>
            <a:spLocks noGrp="1"/>
          </p:cNvSpPr>
          <p:nvPr/>
        </p:nvSpPr>
        <p:spPr>
          <a:xfrm>
            <a:off x="9948951" y="1660432"/>
            <a:ext cx="1958057" cy="3031830"/>
          </a:xfrm>
          <a:custGeom>
            <a:avLst/>
            <a:gdLst/>
            <a:ahLst/>
            <a:cxnLst/>
            <a:rect l="0" t="0" r="0" b="0"/>
            <a:pathLst>
              <a:path w="1958057" h="3031830">
                <a:moveTo>
                  <a:pt x="0" y="3031830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62_1">
            <a:extLst>
              <a:ext uri="{FF2B5EF4-FFF2-40B4-BE49-F238E27FC236}">
                <a16:creationId xmlns:a16="http://schemas.microsoft.com/office/drawing/2014/main" id="{C49B4F50-0215-4E3D-A67C-0221996A6965}"/>
              </a:ext>
            </a:extLst>
          </p:cNvPr>
          <p:cNvSpPr>
            <a:spLocks noGrp="1"/>
          </p:cNvSpPr>
          <p:nvPr/>
        </p:nvSpPr>
        <p:spPr>
          <a:xfrm>
            <a:off x="9948951" y="3934305"/>
            <a:ext cx="1958057" cy="953"/>
          </a:xfrm>
          <a:custGeom>
            <a:avLst/>
            <a:gdLst/>
            <a:ahLst/>
            <a:cxnLst/>
            <a:rect l="0" t="0" r="0" b="0"/>
            <a:pathLst>
              <a:path w="1958057" h="953">
                <a:moveTo>
                  <a:pt x="0" y="0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63_1">
            <a:extLst>
              <a:ext uri="{FF2B5EF4-FFF2-40B4-BE49-F238E27FC236}">
                <a16:creationId xmlns:a16="http://schemas.microsoft.com/office/drawing/2014/main" id="{C33E5C4C-0295-44E7-9E13-FE7C846811B6}"/>
              </a:ext>
            </a:extLst>
          </p:cNvPr>
          <p:cNvSpPr>
            <a:spLocks noGrp="1"/>
          </p:cNvSpPr>
          <p:nvPr/>
        </p:nvSpPr>
        <p:spPr>
          <a:xfrm>
            <a:off x="9948951" y="3176347"/>
            <a:ext cx="1958057" cy="757958"/>
          </a:xfrm>
          <a:custGeom>
            <a:avLst/>
            <a:gdLst/>
            <a:ahLst/>
            <a:cxnLst/>
            <a:rect l="0" t="0" r="0" b="0"/>
            <a:pathLst>
              <a:path w="1958057" h="757958">
                <a:moveTo>
                  <a:pt x="0" y="757958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64_1">
            <a:extLst>
              <a:ext uri="{FF2B5EF4-FFF2-40B4-BE49-F238E27FC236}">
                <a16:creationId xmlns:a16="http://schemas.microsoft.com/office/drawing/2014/main" id="{91CC5C08-BA5C-4E93-9959-C618B6B19D5C}"/>
              </a:ext>
            </a:extLst>
          </p:cNvPr>
          <p:cNvSpPr>
            <a:spLocks noGrp="1"/>
          </p:cNvSpPr>
          <p:nvPr/>
        </p:nvSpPr>
        <p:spPr>
          <a:xfrm>
            <a:off x="9948951" y="2418390"/>
            <a:ext cx="1958057" cy="1515915"/>
          </a:xfrm>
          <a:custGeom>
            <a:avLst/>
            <a:gdLst/>
            <a:ahLst/>
            <a:cxnLst/>
            <a:rect l="0" t="0" r="0" b="0"/>
            <a:pathLst>
              <a:path w="1958057" h="1515915">
                <a:moveTo>
                  <a:pt x="0" y="1515915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65_1">
            <a:extLst>
              <a:ext uri="{FF2B5EF4-FFF2-40B4-BE49-F238E27FC236}">
                <a16:creationId xmlns:a16="http://schemas.microsoft.com/office/drawing/2014/main" id="{424F0FCC-97D7-493C-B3C9-F3E212B66A00}"/>
              </a:ext>
            </a:extLst>
          </p:cNvPr>
          <p:cNvSpPr>
            <a:spLocks noGrp="1"/>
          </p:cNvSpPr>
          <p:nvPr/>
        </p:nvSpPr>
        <p:spPr>
          <a:xfrm>
            <a:off x="9948951" y="1660432"/>
            <a:ext cx="1958057" cy="2273873"/>
          </a:xfrm>
          <a:custGeom>
            <a:avLst/>
            <a:gdLst/>
            <a:ahLst/>
            <a:cxnLst/>
            <a:rect l="0" t="0" r="0" b="0"/>
            <a:pathLst>
              <a:path w="1958057" h="2273873">
                <a:moveTo>
                  <a:pt x="0" y="2273873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66_1">
            <a:extLst>
              <a:ext uri="{FF2B5EF4-FFF2-40B4-BE49-F238E27FC236}">
                <a16:creationId xmlns:a16="http://schemas.microsoft.com/office/drawing/2014/main" id="{C1238B68-2144-465C-9D11-F6F2A1D3F1D8}"/>
              </a:ext>
            </a:extLst>
          </p:cNvPr>
          <p:cNvSpPr>
            <a:spLocks noGrp="1"/>
          </p:cNvSpPr>
          <p:nvPr/>
        </p:nvSpPr>
        <p:spPr>
          <a:xfrm>
            <a:off x="9948951" y="3176347"/>
            <a:ext cx="1958057" cy="757958"/>
          </a:xfrm>
          <a:custGeom>
            <a:avLst/>
            <a:gdLst/>
            <a:ahLst/>
            <a:cxnLst/>
            <a:rect l="0" t="0" r="0" b="0"/>
            <a:pathLst>
              <a:path w="1958057" h="757958">
                <a:moveTo>
                  <a:pt x="0" y="0"/>
                </a:moveTo>
                <a:lnTo>
                  <a:pt x="1958057" y="757958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67_1">
            <a:extLst>
              <a:ext uri="{FF2B5EF4-FFF2-40B4-BE49-F238E27FC236}">
                <a16:creationId xmlns:a16="http://schemas.microsoft.com/office/drawing/2014/main" id="{69E4C605-122A-42E1-8BB6-A8F85B9139F9}"/>
              </a:ext>
            </a:extLst>
          </p:cNvPr>
          <p:cNvSpPr>
            <a:spLocks noGrp="1"/>
          </p:cNvSpPr>
          <p:nvPr/>
        </p:nvSpPr>
        <p:spPr>
          <a:xfrm>
            <a:off x="9948951" y="3176347"/>
            <a:ext cx="1958057" cy="953"/>
          </a:xfrm>
          <a:custGeom>
            <a:avLst/>
            <a:gdLst/>
            <a:ahLst/>
            <a:cxnLst/>
            <a:rect l="0" t="0" r="0" b="0"/>
            <a:pathLst>
              <a:path w="1958057" h="953">
                <a:moveTo>
                  <a:pt x="0" y="0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68_1">
            <a:extLst>
              <a:ext uri="{FF2B5EF4-FFF2-40B4-BE49-F238E27FC236}">
                <a16:creationId xmlns:a16="http://schemas.microsoft.com/office/drawing/2014/main" id="{7CCF79D1-568D-4E9B-997D-24C9DB9A2039}"/>
              </a:ext>
            </a:extLst>
          </p:cNvPr>
          <p:cNvSpPr>
            <a:spLocks noGrp="1"/>
          </p:cNvSpPr>
          <p:nvPr/>
        </p:nvSpPr>
        <p:spPr>
          <a:xfrm>
            <a:off x="9948951" y="2418390"/>
            <a:ext cx="1958057" cy="757958"/>
          </a:xfrm>
          <a:custGeom>
            <a:avLst/>
            <a:gdLst/>
            <a:ahLst/>
            <a:cxnLst/>
            <a:rect l="0" t="0" r="0" b="0"/>
            <a:pathLst>
              <a:path w="1958057" h="757958">
                <a:moveTo>
                  <a:pt x="0" y="757958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69_1">
            <a:extLst>
              <a:ext uri="{FF2B5EF4-FFF2-40B4-BE49-F238E27FC236}">
                <a16:creationId xmlns:a16="http://schemas.microsoft.com/office/drawing/2014/main" id="{D75F64BD-72CB-4078-845D-AC5CBD022B2D}"/>
              </a:ext>
            </a:extLst>
          </p:cNvPr>
          <p:cNvSpPr>
            <a:spLocks noGrp="1"/>
          </p:cNvSpPr>
          <p:nvPr/>
        </p:nvSpPr>
        <p:spPr>
          <a:xfrm>
            <a:off x="9948951" y="1660432"/>
            <a:ext cx="1958057" cy="1515915"/>
          </a:xfrm>
          <a:custGeom>
            <a:avLst/>
            <a:gdLst/>
            <a:ahLst/>
            <a:cxnLst/>
            <a:rect l="0" t="0" r="0" b="0"/>
            <a:pathLst>
              <a:path w="1958057" h="1515915">
                <a:moveTo>
                  <a:pt x="0" y="1515915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70_1">
            <a:extLst>
              <a:ext uri="{FF2B5EF4-FFF2-40B4-BE49-F238E27FC236}">
                <a16:creationId xmlns:a16="http://schemas.microsoft.com/office/drawing/2014/main" id="{A9979FEF-3CD7-4147-8B9D-304DB8266451}"/>
              </a:ext>
            </a:extLst>
          </p:cNvPr>
          <p:cNvSpPr>
            <a:spLocks noGrp="1"/>
          </p:cNvSpPr>
          <p:nvPr/>
        </p:nvSpPr>
        <p:spPr>
          <a:xfrm>
            <a:off x="9948951" y="2418390"/>
            <a:ext cx="1958057" cy="1515915"/>
          </a:xfrm>
          <a:custGeom>
            <a:avLst/>
            <a:gdLst/>
            <a:ahLst/>
            <a:cxnLst/>
            <a:rect l="0" t="0" r="0" b="0"/>
            <a:pathLst>
              <a:path w="1958057" h="1515915">
                <a:moveTo>
                  <a:pt x="0" y="0"/>
                </a:moveTo>
                <a:lnTo>
                  <a:pt x="1958057" y="151591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71_1">
            <a:extLst>
              <a:ext uri="{FF2B5EF4-FFF2-40B4-BE49-F238E27FC236}">
                <a16:creationId xmlns:a16="http://schemas.microsoft.com/office/drawing/2014/main" id="{61C51B39-9BB1-44AB-96FD-272F778429E5}"/>
              </a:ext>
            </a:extLst>
          </p:cNvPr>
          <p:cNvSpPr>
            <a:spLocks noGrp="1"/>
          </p:cNvSpPr>
          <p:nvPr/>
        </p:nvSpPr>
        <p:spPr>
          <a:xfrm>
            <a:off x="9948951" y="2418390"/>
            <a:ext cx="1958057" cy="757958"/>
          </a:xfrm>
          <a:custGeom>
            <a:avLst/>
            <a:gdLst/>
            <a:ahLst/>
            <a:cxnLst/>
            <a:rect l="0" t="0" r="0" b="0"/>
            <a:pathLst>
              <a:path w="1958057" h="757958">
                <a:moveTo>
                  <a:pt x="0" y="0"/>
                </a:moveTo>
                <a:lnTo>
                  <a:pt x="1958057" y="757958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72_1">
            <a:extLst>
              <a:ext uri="{FF2B5EF4-FFF2-40B4-BE49-F238E27FC236}">
                <a16:creationId xmlns:a16="http://schemas.microsoft.com/office/drawing/2014/main" id="{5DF4024E-4135-4A0F-A831-0AF5F6289BB2}"/>
              </a:ext>
            </a:extLst>
          </p:cNvPr>
          <p:cNvSpPr>
            <a:spLocks noGrp="1"/>
          </p:cNvSpPr>
          <p:nvPr/>
        </p:nvSpPr>
        <p:spPr>
          <a:xfrm>
            <a:off x="9948951" y="2418390"/>
            <a:ext cx="1958057" cy="953"/>
          </a:xfrm>
          <a:custGeom>
            <a:avLst/>
            <a:gdLst/>
            <a:ahLst/>
            <a:cxnLst/>
            <a:rect l="0" t="0" r="0" b="0"/>
            <a:pathLst>
              <a:path w="1958057" h="953">
                <a:moveTo>
                  <a:pt x="0" y="0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73_1">
            <a:extLst>
              <a:ext uri="{FF2B5EF4-FFF2-40B4-BE49-F238E27FC236}">
                <a16:creationId xmlns:a16="http://schemas.microsoft.com/office/drawing/2014/main" id="{335369B5-E9B4-44CB-AF0B-EE5A0C00408A}"/>
              </a:ext>
            </a:extLst>
          </p:cNvPr>
          <p:cNvSpPr>
            <a:spLocks noGrp="1"/>
          </p:cNvSpPr>
          <p:nvPr/>
        </p:nvSpPr>
        <p:spPr>
          <a:xfrm>
            <a:off x="9948951" y="1660432"/>
            <a:ext cx="1958057" cy="757958"/>
          </a:xfrm>
          <a:custGeom>
            <a:avLst/>
            <a:gdLst/>
            <a:ahLst/>
            <a:cxnLst/>
            <a:rect l="0" t="0" r="0" b="0"/>
            <a:pathLst>
              <a:path w="1958057" h="757958">
                <a:moveTo>
                  <a:pt x="0" y="757958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74_1">
            <a:extLst>
              <a:ext uri="{FF2B5EF4-FFF2-40B4-BE49-F238E27FC236}">
                <a16:creationId xmlns:a16="http://schemas.microsoft.com/office/drawing/2014/main" id="{4A71079D-EA16-407B-A858-C3B2266428EB}"/>
              </a:ext>
            </a:extLst>
          </p:cNvPr>
          <p:cNvSpPr>
            <a:spLocks noGrp="1"/>
          </p:cNvSpPr>
          <p:nvPr/>
        </p:nvSpPr>
        <p:spPr>
          <a:xfrm>
            <a:off x="9948951" y="1660432"/>
            <a:ext cx="1958057" cy="2273873"/>
          </a:xfrm>
          <a:custGeom>
            <a:avLst/>
            <a:gdLst/>
            <a:ahLst/>
            <a:cxnLst/>
            <a:rect l="0" t="0" r="0" b="0"/>
            <a:pathLst>
              <a:path w="1958057" h="2273873">
                <a:moveTo>
                  <a:pt x="0" y="0"/>
                </a:moveTo>
                <a:lnTo>
                  <a:pt x="1958057" y="2273873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75_1">
            <a:extLst>
              <a:ext uri="{FF2B5EF4-FFF2-40B4-BE49-F238E27FC236}">
                <a16:creationId xmlns:a16="http://schemas.microsoft.com/office/drawing/2014/main" id="{61D09501-D86B-4717-AD4F-A11179675885}"/>
              </a:ext>
            </a:extLst>
          </p:cNvPr>
          <p:cNvSpPr>
            <a:spLocks noGrp="1"/>
          </p:cNvSpPr>
          <p:nvPr/>
        </p:nvSpPr>
        <p:spPr>
          <a:xfrm>
            <a:off x="9948951" y="1660432"/>
            <a:ext cx="1958057" cy="1515915"/>
          </a:xfrm>
          <a:custGeom>
            <a:avLst/>
            <a:gdLst/>
            <a:ahLst/>
            <a:cxnLst/>
            <a:rect l="0" t="0" r="0" b="0"/>
            <a:pathLst>
              <a:path w="1958057" h="1515915">
                <a:moveTo>
                  <a:pt x="0" y="0"/>
                </a:moveTo>
                <a:lnTo>
                  <a:pt x="1958057" y="151591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76_1">
            <a:extLst>
              <a:ext uri="{FF2B5EF4-FFF2-40B4-BE49-F238E27FC236}">
                <a16:creationId xmlns:a16="http://schemas.microsoft.com/office/drawing/2014/main" id="{7ED24F64-C1A1-47D0-BC17-0E47A5C6DFB2}"/>
              </a:ext>
            </a:extLst>
          </p:cNvPr>
          <p:cNvSpPr>
            <a:spLocks noGrp="1"/>
          </p:cNvSpPr>
          <p:nvPr/>
        </p:nvSpPr>
        <p:spPr>
          <a:xfrm>
            <a:off x="9948951" y="1660432"/>
            <a:ext cx="1958057" cy="757958"/>
          </a:xfrm>
          <a:custGeom>
            <a:avLst/>
            <a:gdLst/>
            <a:ahLst/>
            <a:cxnLst/>
            <a:rect l="0" t="0" r="0" b="0"/>
            <a:pathLst>
              <a:path w="1958057" h="757958">
                <a:moveTo>
                  <a:pt x="0" y="0"/>
                </a:moveTo>
                <a:lnTo>
                  <a:pt x="1958057" y="757958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77_1">
            <a:extLst>
              <a:ext uri="{FF2B5EF4-FFF2-40B4-BE49-F238E27FC236}">
                <a16:creationId xmlns:a16="http://schemas.microsoft.com/office/drawing/2014/main" id="{E4F34C0A-4F01-43D5-8F29-E14AF643F5FF}"/>
              </a:ext>
            </a:extLst>
          </p:cNvPr>
          <p:cNvSpPr>
            <a:spLocks noGrp="1"/>
          </p:cNvSpPr>
          <p:nvPr/>
        </p:nvSpPr>
        <p:spPr>
          <a:xfrm>
            <a:off x="9948951" y="1660432"/>
            <a:ext cx="1958057" cy="953"/>
          </a:xfrm>
          <a:custGeom>
            <a:avLst/>
            <a:gdLst/>
            <a:ahLst/>
            <a:cxnLst/>
            <a:rect l="0" t="0" r="0" b="0"/>
            <a:pathLst>
              <a:path w="1958057" h="953">
                <a:moveTo>
                  <a:pt x="0" y="0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78_1">
            <a:extLst>
              <a:ext uri="{FF2B5EF4-FFF2-40B4-BE49-F238E27FC236}">
                <a16:creationId xmlns:a16="http://schemas.microsoft.com/office/drawing/2014/main" id="{821DB91A-2013-4D98-A604-35587D360947}"/>
              </a:ext>
            </a:extLst>
          </p:cNvPr>
          <p:cNvSpPr>
            <a:spLocks noGrp="1"/>
          </p:cNvSpPr>
          <p:nvPr/>
        </p:nvSpPr>
        <p:spPr>
          <a:xfrm>
            <a:off x="9948951" y="902475"/>
            <a:ext cx="1958057" cy="3031830"/>
          </a:xfrm>
          <a:custGeom>
            <a:avLst/>
            <a:gdLst/>
            <a:ahLst/>
            <a:cxnLst/>
            <a:rect l="0" t="0" r="0" b="0"/>
            <a:pathLst>
              <a:path w="1958057" h="3031830">
                <a:moveTo>
                  <a:pt x="0" y="0"/>
                </a:moveTo>
                <a:lnTo>
                  <a:pt x="1958057" y="303183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79_1">
            <a:extLst>
              <a:ext uri="{FF2B5EF4-FFF2-40B4-BE49-F238E27FC236}">
                <a16:creationId xmlns:a16="http://schemas.microsoft.com/office/drawing/2014/main" id="{25C25D9C-4BC8-4B93-895B-D3ED0D4AA751}"/>
              </a:ext>
            </a:extLst>
          </p:cNvPr>
          <p:cNvSpPr>
            <a:spLocks noGrp="1"/>
          </p:cNvSpPr>
          <p:nvPr/>
        </p:nvSpPr>
        <p:spPr>
          <a:xfrm>
            <a:off x="9948951" y="902475"/>
            <a:ext cx="1958057" cy="2273873"/>
          </a:xfrm>
          <a:custGeom>
            <a:avLst/>
            <a:gdLst/>
            <a:ahLst/>
            <a:cxnLst/>
            <a:rect l="0" t="0" r="0" b="0"/>
            <a:pathLst>
              <a:path w="1958057" h="2273873">
                <a:moveTo>
                  <a:pt x="0" y="0"/>
                </a:moveTo>
                <a:lnTo>
                  <a:pt x="1958057" y="2273873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o80_1">
            <a:extLst>
              <a:ext uri="{FF2B5EF4-FFF2-40B4-BE49-F238E27FC236}">
                <a16:creationId xmlns:a16="http://schemas.microsoft.com/office/drawing/2014/main" id="{F68FDBA7-838D-4236-907D-25DE3380B750}"/>
              </a:ext>
            </a:extLst>
          </p:cNvPr>
          <p:cNvSpPr>
            <a:spLocks noGrp="1"/>
          </p:cNvSpPr>
          <p:nvPr/>
        </p:nvSpPr>
        <p:spPr>
          <a:xfrm>
            <a:off x="9948951" y="902475"/>
            <a:ext cx="1958057" cy="1515915"/>
          </a:xfrm>
          <a:custGeom>
            <a:avLst/>
            <a:gdLst/>
            <a:ahLst/>
            <a:cxnLst/>
            <a:rect l="0" t="0" r="0" b="0"/>
            <a:pathLst>
              <a:path w="1958057" h="1515915">
                <a:moveTo>
                  <a:pt x="0" y="0"/>
                </a:moveTo>
                <a:lnTo>
                  <a:pt x="1958057" y="151591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4" name="anim_o81_1">
            <a:extLst>
              <a:ext uri="{FF2B5EF4-FFF2-40B4-BE49-F238E27FC236}">
                <a16:creationId xmlns:a16="http://schemas.microsoft.com/office/drawing/2014/main" id="{93A9D35F-AE08-4EED-9908-B2E2EB52365F}"/>
              </a:ext>
            </a:extLst>
          </p:cNvPr>
          <p:cNvSpPr>
            <a:spLocks noGrp="1"/>
          </p:cNvSpPr>
          <p:nvPr/>
        </p:nvSpPr>
        <p:spPr>
          <a:xfrm>
            <a:off x="9948951" y="902475"/>
            <a:ext cx="1958057" cy="757958"/>
          </a:xfrm>
          <a:custGeom>
            <a:avLst/>
            <a:gdLst/>
            <a:ahLst/>
            <a:cxnLst/>
            <a:rect l="0" t="0" r="0" b="0"/>
            <a:pathLst>
              <a:path w="1958057" h="757958">
                <a:moveTo>
                  <a:pt x="0" y="0"/>
                </a:moveTo>
                <a:lnTo>
                  <a:pt x="1958057" y="757958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5" name="anim_o82_1">
            <a:extLst>
              <a:ext uri="{FF2B5EF4-FFF2-40B4-BE49-F238E27FC236}">
                <a16:creationId xmlns:a16="http://schemas.microsoft.com/office/drawing/2014/main" id="{763BF78C-B86E-4197-B55D-6926A1337DFE}"/>
              </a:ext>
            </a:extLst>
          </p:cNvPr>
          <p:cNvSpPr>
            <a:spLocks noGrp="1"/>
          </p:cNvSpPr>
          <p:nvPr/>
        </p:nvSpPr>
        <p:spPr>
          <a:xfrm>
            <a:off x="11907008" y="3555326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378979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6" name="anim_o83_1">
            <a:extLst>
              <a:ext uri="{FF2B5EF4-FFF2-40B4-BE49-F238E27FC236}">
                <a16:creationId xmlns:a16="http://schemas.microsoft.com/office/drawing/2014/main" id="{1116B10A-13FB-4FEA-8446-1A627FCCEFE6}"/>
              </a:ext>
            </a:extLst>
          </p:cNvPr>
          <p:cNvSpPr>
            <a:spLocks noGrp="1"/>
          </p:cNvSpPr>
          <p:nvPr/>
        </p:nvSpPr>
        <p:spPr>
          <a:xfrm>
            <a:off x="11907008" y="2797369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1136936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7" name="anim_o84_1">
            <a:extLst>
              <a:ext uri="{FF2B5EF4-FFF2-40B4-BE49-F238E27FC236}">
                <a16:creationId xmlns:a16="http://schemas.microsoft.com/office/drawing/2014/main" id="{C674CDE9-E2FB-4A6A-85F1-52A9571E931C}"/>
              </a:ext>
            </a:extLst>
          </p:cNvPr>
          <p:cNvSpPr>
            <a:spLocks noGrp="1"/>
          </p:cNvSpPr>
          <p:nvPr/>
        </p:nvSpPr>
        <p:spPr>
          <a:xfrm>
            <a:off x="11907008" y="2039411"/>
            <a:ext cx="1958057" cy="1894894"/>
          </a:xfrm>
          <a:custGeom>
            <a:avLst/>
            <a:gdLst/>
            <a:ahLst/>
            <a:cxnLst/>
            <a:rect l="0" t="0" r="0" b="0"/>
            <a:pathLst>
              <a:path w="1958057" h="1894894">
                <a:moveTo>
                  <a:pt x="0" y="1894894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8" name="anim_o85_1">
            <a:extLst>
              <a:ext uri="{FF2B5EF4-FFF2-40B4-BE49-F238E27FC236}">
                <a16:creationId xmlns:a16="http://schemas.microsoft.com/office/drawing/2014/main" id="{30820021-120E-48E3-97E7-1588301F0513}"/>
              </a:ext>
            </a:extLst>
          </p:cNvPr>
          <p:cNvSpPr>
            <a:spLocks noGrp="1"/>
          </p:cNvSpPr>
          <p:nvPr/>
        </p:nvSpPr>
        <p:spPr>
          <a:xfrm>
            <a:off x="11907008" y="3176347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0"/>
                </a:moveTo>
                <a:lnTo>
                  <a:pt x="1958057" y="378979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o86_1">
            <a:extLst>
              <a:ext uri="{FF2B5EF4-FFF2-40B4-BE49-F238E27FC236}">
                <a16:creationId xmlns:a16="http://schemas.microsoft.com/office/drawing/2014/main" id="{7F026660-1C8F-4C2C-A4FD-5197424BFD2E}"/>
              </a:ext>
            </a:extLst>
          </p:cNvPr>
          <p:cNvSpPr>
            <a:spLocks noGrp="1"/>
          </p:cNvSpPr>
          <p:nvPr/>
        </p:nvSpPr>
        <p:spPr>
          <a:xfrm>
            <a:off x="11907008" y="2797369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378979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0" name="anim_o87_1">
            <a:extLst>
              <a:ext uri="{FF2B5EF4-FFF2-40B4-BE49-F238E27FC236}">
                <a16:creationId xmlns:a16="http://schemas.microsoft.com/office/drawing/2014/main" id="{642662E3-7274-4843-B544-1A41D97FACC9}"/>
              </a:ext>
            </a:extLst>
          </p:cNvPr>
          <p:cNvSpPr>
            <a:spLocks noGrp="1"/>
          </p:cNvSpPr>
          <p:nvPr/>
        </p:nvSpPr>
        <p:spPr>
          <a:xfrm>
            <a:off x="11907008" y="2039411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1136936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1" name="anim_o88_1">
            <a:extLst>
              <a:ext uri="{FF2B5EF4-FFF2-40B4-BE49-F238E27FC236}">
                <a16:creationId xmlns:a16="http://schemas.microsoft.com/office/drawing/2014/main" id="{EA30C01A-1F0F-4902-B8FA-F2D039E596D1}"/>
              </a:ext>
            </a:extLst>
          </p:cNvPr>
          <p:cNvSpPr>
            <a:spLocks noGrp="1"/>
          </p:cNvSpPr>
          <p:nvPr/>
        </p:nvSpPr>
        <p:spPr>
          <a:xfrm>
            <a:off x="11907008" y="2418390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0"/>
                </a:moveTo>
                <a:lnTo>
                  <a:pt x="1958057" y="113693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2" name="anim_o89_1">
            <a:extLst>
              <a:ext uri="{FF2B5EF4-FFF2-40B4-BE49-F238E27FC236}">
                <a16:creationId xmlns:a16="http://schemas.microsoft.com/office/drawing/2014/main" id="{23608FD4-B476-433F-AC95-E4C5ACAC8B32}"/>
              </a:ext>
            </a:extLst>
          </p:cNvPr>
          <p:cNvSpPr>
            <a:spLocks noGrp="1"/>
          </p:cNvSpPr>
          <p:nvPr/>
        </p:nvSpPr>
        <p:spPr>
          <a:xfrm>
            <a:off x="11907008" y="2418390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0"/>
                </a:moveTo>
                <a:lnTo>
                  <a:pt x="1958057" y="378979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3" name="anim_o90_1">
            <a:extLst>
              <a:ext uri="{FF2B5EF4-FFF2-40B4-BE49-F238E27FC236}">
                <a16:creationId xmlns:a16="http://schemas.microsoft.com/office/drawing/2014/main" id="{FB86A35A-36A5-46B5-A36F-0054384F9E17}"/>
              </a:ext>
            </a:extLst>
          </p:cNvPr>
          <p:cNvSpPr>
            <a:spLocks noGrp="1"/>
          </p:cNvSpPr>
          <p:nvPr/>
        </p:nvSpPr>
        <p:spPr>
          <a:xfrm>
            <a:off x="11907008" y="2039411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378979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4" name="anim_o91_1">
            <a:extLst>
              <a:ext uri="{FF2B5EF4-FFF2-40B4-BE49-F238E27FC236}">
                <a16:creationId xmlns:a16="http://schemas.microsoft.com/office/drawing/2014/main" id="{5E7B39E8-60B7-46E7-A838-91AD23BA114B}"/>
              </a:ext>
            </a:extLst>
          </p:cNvPr>
          <p:cNvSpPr>
            <a:spLocks noGrp="1"/>
          </p:cNvSpPr>
          <p:nvPr/>
        </p:nvSpPr>
        <p:spPr>
          <a:xfrm>
            <a:off x="11907008" y="1660432"/>
            <a:ext cx="1958057" cy="1894894"/>
          </a:xfrm>
          <a:custGeom>
            <a:avLst/>
            <a:gdLst/>
            <a:ahLst/>
            <a:cxnLst/>
            <a:rect l="0" t="0" r="0" b="0"/>
            <a:pathLst>
              <a:path w="1958057" h="1894894">
                <a:moveTo>
                  <a:pt x="0" y="0"/>
                </a:moveTo>
                <a:lnTo>
                  <a:pt x="1958057" y="1894894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5" name="anim_o92_1">
            <a:extLst>
              <a:ext uri="{FF2B5EF4-FFF2-40B4-BE49-F238E27FC236}">
                <a16:creationId xmlns:a16="http://schemas.microsoft.com/office/drawing/2014/main" id="{354EB208-D59D-4586-BA91-9A8E366C5494}"/>
              </a:ext>
            </a:extLst>
          </p:cNvPr>
          <p:cNvSpPr>
            <a:spLocks noGrp="1"/>
          </p:cNvSpPr>
          <p:nvPr/>
        </p:nvSpPr>
        <p:spPr>
          <a:xfrm>
            <a:off x="11907008" y="1660432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0"/>
                </a:moveTo>
                <a:lnTo>
                  <a:pt x="1958057" y="113693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6" name="anim_o93_1">
            <a:extLst>
              <a:ext uri="{FF2B5EF4-FFF2-40B4-BE49-F238E27FC236}">
                <a16:creationId xmlns:a16="http://schemas.microsoft.com/office/drawing/2014/main" id="{7720369D-3C86-499C-A1EA-48D52419B13D}"/>
              </a:ext>
            </a:extLst>
          </p:cNvPr>
          <p:cNvSpPr>
            <a:spLocks noGrp="1"/>
          </p:cNvSpPr>
          <p:nvPr/>
        </p:nvSpPr>
        <p:spPr>
          <a:xfrm>
            <a:off x="11907008" y="1660432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0"/>
                </a:moveTo>
                <a:lnTo>
                  <a:pt x="1958057" y="378979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pic>
        <p:nvPicPr>
          <p:cNvPr id="67" name="Picture 66">
            <a:extLst>
              <a:ext uri="{FF2B5EF4-FFF2-40B4-BE49-F238E27FC236}">
                <a16:creationId xmlns:a16="http://schemas.microsoft.com/office/drawing/2014/main" id="{8FDD1156-BBF6-4C8A-B76E-ACC5196D4C3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/>
        </p:blipFill>
        <p:spPr>
          <a:xfrm>
            <a:off x="2222793" y="1849922"/>
            <a:ext cx="1811562" cy="1894894"/>
          </a:xfrm>
          <a:prstGeom prst="rect">
            <a:avLst/>
          </a:prstGeom>
        </p:spPr>
      </p:pic>
      <p:sp>
        <p:nvSpPr>
          <p:cNvPr id="68" name="anim_o110_1">
            <a:extLst>
              <a:ext uri="{FF2B5EF4-FFF2-40B4-BE49-F238E27FC236}">
                <a16:creationId xmlns:a16="http://schemas.microsoft.com/office/drawing/2014/main" id="{4E7BBB77-C443-41EA-BD8F-F963EA08DFEE}"/>
              </a:ext>
            </a:extLst>
          </p:cNvPr>
          <p:cNvSpPr>
            <a:spLocks noGrp="1"/>
          </p:cNvSpPr>
          <p:nvPr/>
        </p:nvSpPr>
        <p:spPr>
          <a:xfrm>
            <a:off x="2191212" y="1818340"/>
            <a:ext cx="1874725" cy="1958057"/>
          </a:xfrm>
          <a:prstGeom prst="rect">
            <a:avLst/>
          </a:prstGeom>
          <a:noFill/>
          <a:ln w="19050">
            <a:solidFill>
              <a:srgbClr val="C55F73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9" name="anim_o217_1">
            <a:extLst>
              <a:ext uri="{FF2B5EF4-FFF2-40B4-BE49-F238E27FC236}">
                <a16:creationId xmlns:a16="http://schemas.microsoft.com/office/drawing/2014/main" id="{B9A37A47-315F-4419-92E2-2C217A0A556A}"/>
              </a:ext>
            </a:extLst>
          </p:cNvPr>
          <p:cNvSpPr>
            <a:spLocks noGrp="1"/>
          </p:cNvSpPr>
          <p:nvPr/>
        </p:nvSpPr>
        <p:spPr>
          <a:xfrm>
            <a:off x="5297618" y="1692014"/>
            <a:ext cx="1263263" cy="2210710"/>
          </a:xfrm>
          <a:prstGeom prst="roundRect">
            <a:avLst>
              <a:gd name="adj" fmla="val 6032"/>
            </a:avLst>
          </a:prstGeom>
          <a:solidFill>
            <a:srgbClr val="DA1F1F">
              <a:alpha val="20000"/>
            </a:srgbClr>
          </a:solidFill>
          <a:ln w="25400">
            <a:solidFill>
              <a:srgbClr val="DA1F1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0" name="anim_to98_0_1">
            <a:extLst>
              <a:ext uri="{FF2B5EF4-FFF2-40B4-BE49-F238E27FC236}">
                <a16:creationId xmlns:a16="http://schemas.microsoft.com/office/drawing/2014/main" id="{FFE80FD1-DF00-4665-AD79-DAE743F2BE35}"/>
              </a:ext>
            </a:extLst>
          </p:cNvPr>
          <p:cNvSpPr>
            <a:spLocks noGrp="1"/>
          </p:cNvSpPr>
          <p:nvPr/>
        </p:nvSpPr>
        <p:spPr>
          <a:xfrm>
            <a:off x="1802161" y="1092688"/>
            <a:ext cx="2671876" cy="54416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28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28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28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Input Image</a:t>
            </a:r>
          </a:p>
        </p:txBody>
      </p:sp>
      <p:sp>
        <p:nvSpPr>
          <p:cNvPr id="71" name="anim_to218_0_1">
            <a:extLst>
              <a:ext uri="{FF2B5EF4-FFF2-40B4-BE49-F238E27FC236}">
                <a16:creationId xmlns:a16="http://schemas.microsoft.com/office/drawing/2014/main" id="{87785847-AB65-49EA-BA91-722A9F39FED7}"/>
              </a:ext>
            </a:extLst>
          </p:cNvPr>
          <p:cNvSpPr>
            <a:spLocks noGrp="1"/>
          </p:cNvSpPr>
          <p:nvPr/>
        </p:nvSpPr>
        <p:spPr>
          <a:xfrm>
            <a:off x="5527923" y="2427413"/>
            <a:ext cx="821703" cy="44522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05" b="1">
                <a:solidFill>
                  <a:srgbClr val="DA1F1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805" b="1">
                <a:solidFill>
                  <a:srgbClr val="DA1F1F"/>
                </a:solidFill>
                <a:latin typeface="Consolas"/>
                <a:ea typeface="Consolas"/>
                <a:cs typeface="Consolas"/>
              </a:defRPr>
            </a:pPr>
            <a:r>
              <a:rPr sz="2805" b="1">
                <a:solidFill>
                  <a:srgbClr val="DA1F1F"/>
                </a:solidFill>
                <a:latin typeface="Consolas"/>
                <a:ea typeface="Consolas"/>
                <a:cs typeface="Consolas"/>
              </a:rPr>
              <a:t>CONV</a:t>
            </a:r>
          </a:p>
        </p:txBody>
      </p:sp>
      <p:sp>
        <p:nvSpPr>
          <p:cNvPr id="72" name="anim_to223_0_1">
            <a:extLst>
              <a:ext uri="{FF2B5EF4-FFF2-40B4-BE49-F238E27FC236}">
                <a16:creationId xmlns:a16="http://schemas.microsoft.com/office/drawing/2014/main" id="{0B088CBA-71EC-412A-B788-8708945C6BAB}"/>
              </a:ext>
            </a:extLst>
          </p:cNvPr>
          <p:cNvSpPr>
            <a:spLocks noGrp="1"/>
          </p:cNvSpPr>
          <p:nvPr/>
        </p:nvSpPr>
        <p:spPr>
          <a:xfrm>
            <a:off x="5429973" y="2724767"/>
            <a:ext cx="1017603" cy="44522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05" b="1">
                <a:solidFill>
                  <a:srgbClr val="DA1F1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805" b="1">
                <a:solidFill>
                  <a:srgbClr val="DA1F1F"/>
                </a:solidFill>
                <a:latin typeface="Consolas"/>
                <a:ea typeface="Consolas"/>
                <a:cs typeface="Consolas"/>
              </a:defRPr>
            </a:pPr>
            <a:r>
              <a:rPr sz="2805" b="1">
                <a:solidFill>
                  <a:srgbClr val="DA1F1F"/>
                </a:solidFill>
                <a:latin typeface="Consolas"/>
                <a:ea typeface="Consolas"/>
                <a:cs typeface="Consolas"/>
              </a:rPr>
              <a:t>LAYER</a:t>
            </a:r>
          </a:p>
        </p:txBody>
      </p:sp>
      <p:sp>
        <p:nvSpPr>
          <p:cNvPr id="73" name="anim_o3_1">
            <a:extLst>
              <a:ext uri="{FF2B5EF4-FFF2-40B4-BE49-F238E27FC236}">
                <a16:creationId xmlns:a16="http://schemas.microsoft.com/office/drawing/2014/main" id="{20ED708B-8C4B-4E0B-AF09-C636E849E5B8}"/>
              </a:ext>
            </a:extLst>
          </p:cNvPr>
          <p:cNvSpPr>
            <a:spLocks noGrp="1"/>
          </p:cNvSpPr>
          <p:nvPr/>
        </p:nvSpPr>
        <p:spPr>
          <a:xfrm>
            <a:off x="7824143" y="4146533"/>
            <a:ext cx="333501" cy="333501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4" name="anim_o4_1">
            <a:extLst>
              <a:ext uri="{FF2B5EF4-FFF2-40B4-BE49-F238E27FC236}">
                <a16:creationId xmlns:a16="http://schemas.microsoft.com/office/drawing/2014/main" id="{E93E949F-C6D8-4A6E-9834-54E8E7FA6D52}"/>
              </a:ext>
            </a:extLst>
          </p:cNvPr>
          <p:cNvSpPr>
            <a:spLocks noGrp="1"/>
          </p:cNvSpPr>
          <p:nvPr/>
        </p:nvSpPr>
        <p:spPr>
          <a:xfrm>
            <a:off x="7824143" y="3388576"/>
            <a:ext cx="333501" cy="333501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5" name="anim_o5_1">
            <a:extLst>
              <a:ext uri="{FF2B5EF4-FFF2-40B4-BE49-F238E27FC236}">
                <a16:creationId xmlns:a16="http://schemas.microsoft.com/office/drawing/2014/main" id="{B8286066-B1BB-4310-AE06-A9630C3DEED5}"/>
              </a:ext>
            </a:extLst>
          </p:cNvPr>
          <p:cNvSpPr>
            <a:spLocks noGrp="1"/>
          </p:cNvSpPr>
          <p:nvPr/>
        </p:nvSpPr>
        <p:spPr>
          <a:xfrm>
            <a:off x="7824143" y="2630618"/>
            <a:ext cx="333501" cy="333501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6" name="anim_o6_1">
            <a:extLst>
              <a:ext uri="{FF2B5EF4-FFF2-40B4-BE49-F238E27FC236}">
                <a16:creationId xmlns:a16="http://schemas.microsoft.com/office/drawing/2014/main" id="{C0FF9219-C7D2-499C-BB78-EB58208572D6}"/>
              </a:ext>
            </a:extLst>
          </p:cNvPr>
          <p:cNvSpPr>
            <a:spLocks noGrp="1"/>
          </p:cNvSpPr>
          <p:nvPr/>
        </p:nvSpPr>
        <p:spPr>
          <a:xfrm>
            <a:off x="7824143" y="1872660"/>
            <a:ext cx="333501" cy="333501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7" name="anim_o7_1">
            <a:extLst>
              <a:ext uri="{FF2B5EF4-FFF2-40B4-BE49-F238E27FC236}">
                <a16:creationId xmlns:a16="http://schemas.microsoft.com/office/drawing/2014/main" id="{E638C1D8-3C20-4E0E-9597-7441EDC6600D}"/>
              </a:ext>
            </a:extLst>
          </p:cNvPr>
          <p:cNvSpPr>
            <a:spLocks noGrp="1"/>
          </p:cNvSpPr>
          <p:nvPr/>
        </p:nvSpPr>
        <p:spPr>
          <a:xfrm>
            <a:off x="7824143" y="1114703"/>
            <a:ext cx="333501" cy="333501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8" name="anim_o9_1">
            <a:extLst>
              <a:ext uri="{FF2B5EF4-FFF2-40B4-BE49-F238E27FC236}">
                <a16:creationId xmlns:a16="http://schemas.microsoft.com/office/drawing/2014/main" id="{6776DA7F-4E36-41B1-BE11-AEF4809BFD37}"/>
              </a:ext>
            </a:extLst>
          </p:cNvPr>
          <p:cNvSpPr>
            <a:spLocks noGrp="1"/>
          </p:cNvSpPr>
          <p:nvPr/>
        </p:nvSpPr>
        <p:spPr>
          <a:xfrm>
            <a:off x="9712721" y="4456032"/>
            <a:ext cx="472460" cy="472460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9" name="anim_o10_1">
            <a:extLst>
              <a:ext uri="{FF2B5EF4-FFF2-40B4-BE49-F238E27FC236}">
                <a16:creationId xmlns:a16="http://schemas.microsoft.com/office/drawing/2014/main" id="{B3C90316-945C-4CD5-AC50-A1D19EDA736E}"/>
              </a:ext>
            </a:extLst>
          </p:cNvPr>
          <p:cNvSpPr>
            <a:spLocks noGrp="1"/>
          </p:cNvSpPr>
          <p:nvPr/>
        </p:nvSpPr>
        <p:spPr>
          <a:xfrm>
            <a:off x="9712721" y="3698075"/>
            <a:ext cx="472460" cy="472460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0" name="anim_o11_1">
            <a:extLst>
              <a:ext uri="{FF2B5EF4-FFF2-40B4-BE49-F238E27FC236}">
                <a16:creationId xmlns:a16="http://schemas.microsoft.com/office/drawing/2014/main" id="{CD6303EE-6F1A-4CC4-A218-96B4C58574C4}"/>
              </a:ext>
            </a:extLst>
          </p:cNvPr>
          <p:cNvSpPr>
            <a:spLocks noGrp="1"/>
          </p:cNvSpPr>
          <p:nvPr/>
        </p:nvSpPr>
        <p:spPr>
          <a:xfrm>
            <a:off x="9712721" y="2940117"/>
            <a:ext cx="472460" cy="472460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1" name="anim_o12_1">
            <a:extLst>
              <a:ext uri="{FF2B5EF4-FFF2-40B4-BE49-F238E27FC236}">
                <a16:creationId xmlns:a16="http://schemas.microsoft.com/office/drawing/2014/main" id="{3A912AED-2AD7-4C98-90E1-F305085F2E88}"/>
              </a:ext>
            </a:extLst>
          </p:cNvPr>
          <p:cNvSpPr>
            <a:spLocks noGrp="1"/>
          </p:cNvSpPr>
          <p:nvPr/>
        </p:nvSpPr>
        <p:spPr>
          <a:xfrm>
            <a:off x="9712721" y="2182160"/>
            <a:ext cx="472460" cy="472460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2" name="anim_o13_1">
            <a:extLst>
              <a:ext uri="{FF2B5EF4-FFF2-40B4-BE49-F238E27FC236}">
                <a16:creationId xmlns:a16="http://schemas.microsoft.com/office/drawing/2014/main" id="{B88C7C12-35E1-4C27-AE13-46911B9F4EC5}"/>
              </a:ext>
            </a:extLst>
          </p:cNvPr>
          <p:cNvSpPr>
            <a:spLocks noGrp="1"/>
          </p:cNvSpPr>
          <p:nvPr/>
        </p:nvSpPr>
        <p:spPr>
          <a:xfrm>
            <a:off x="9712721" y="1424202"/>
            <a:ext cx="472460" cy="472460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3" name="anim_o14_1">
            <a:extLst>
              <a:ext uri="{FF2B5EF4-FFF2-40B4-BE49-F238E27FC236}">
                <a16:creationId xmlns:a16="http://schemas.microsoft.com/office/drawing/2014/main" id="{93AB4CC3-3A3F-46B7-8400-D22D01AAF54B}"/>
              </a:ext>
            </a:extLst>
          </p:cNvPr>
          <p:cNvSpPr>
            <a:spLocks noGrp="1"/>
          </p:cNvSpPr>
          <p:nvPr/>
        </p:nvSpPr>
        <p:spPr>
          <a:xfrm>
            <a:off x="9712721" y="666245"/>
            <a:ext cx="472460" cy="472460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4" name="anim_o16_1">
            <a:extLst>
              <a:ext uri="{FF2B5EF4-FFF2-40B4-BE49-F238E27FC236}">
                <a16:creationId xmlns:a16="http://schemas.microsoft.com/office/drawing/2014/main" id="{002E728F-640F-4E93-8340-DC1AC3E3150D}"/>
              </a:ext>
            </a:extLst>
          </p:cNvPr>
          <p:cNvSpPr>
            <a:spLocks noGrp="1"/>
          </p:cNvSpPr>
          <p:nvPr/>
        </p:nvSpPr>
        <p:spPr>
          <a:xfrm>
            <a:off x="11670778" y="3698075"/>
            <a:ext cx="472460" cy="472460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5" name="anim_o17_1">
            <a:extLst>
              <a:ext uri="{FF2B5EF4-FFF2-40B4-BE49-F238E27FC236}">
                <a16:creationId xmlns:a16="http://schemas.microsoft.com/office/drawing/2014/main" id="{BBCE05C1-27DC-42DB-B7E4-E6D727A6DA29}"/>
              </a:ext>
            </a:extLst>
          </p:cNvPr>
          <p:cNvSpPr>
            <a:spLocks noGrp="1"/>
          </p:cNvSpPr>
          <p:nvPr/>
        </p:nvSpPr>
        <p:spPr>
          <a:xfrm>
            <a:off x="11670778" y="2940117"/>
            <a:ext cx="472460" cy="472460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6" name="anim_o18_1">
            <a:extLst>
              <a:ext uri="{FF2B5EF4-FFF2-40B4-BE49-F238E27FC236}">
                <a16:creationId xmlns:a16="http://schemas.microsoft.com/office/drawing/2014/main" id="{D1BED8B4-412B-4C7A-A7DB-9C9DDA0D3008}"/>
              </a:ext>
            </a:extLst>
          </p:cNvPr>
          <p:cNvSpPr>
            <a:spLocks noGrp="1"/>
          </p:cNvSpPr>
          <p:nvPr/>
        </p:nvSpPr>
        <p:spPr>
          <a:xfrm>
            <a:off x="11670778" y="2182160"/>
            <a:ext cx="472460" cy="472460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7" name="anim_o19_1">
            <a:extLst>
              <a:ext uri="{FF2B5EF4-FFF2-40B4-BE49-F238E27FC236}">
                <a16:creationId xmlns:a16="http://schemas.microsoft.com/office/drawing/2014/main" id="{3200CE4A-1A0E-46F0-ADEB-82CC7F1491D2}"/>
              </a:ext>
            </a:extLst>
          </p:cNvPr>
          <p:cNvSpPr>
            <a:spLocks noGrp="1"/>
          </p:cNvSpPr>
          <p:nvPr/>
        </p:nvSpPr>
        <p:spPr>
          <a:xfrm>
            <a:off x="11670778" y="1424202"/>
            <a:ext cx="472460" cy="472460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8" name="anim_o172_1">
            <a:extLst>
              <a:ext uri="{FF2B5EF4-FFF2-40B4-BE49-F238E27FC236}">
                <a16:creationId xmlns:a16="http://schemas.microsoft.com/office/drawing/2014/main" id="{80B22D19-8FFA-4E3D-8117-D9EE80EFA42B}"/>
              </a:ext>
            </a:extLst>
          </p:cNvPr>
          <p:cNvSpPr>
            <a:spLocks noGrp="1"/>
          </p:cNvSpPr>
          <p:nvPr/>
        </p:nvSpPr>
        <p:spPr>
          <a:xfrm>
            <a:off x="7824143" y="4146533"/>
            <a:ext cx="333501" cy="333501"/>
          </a:xfrm>
          <a:prstGeom prst="ellipse">
            <a:avLst/>
          </a:prstGeom>
          <a:solidFill>
            <a:srgbClr val="83C167">
              <a:alpha val="10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9" name="anim_o173_1">
            <a:extLst>
              <a:ext uri="{FF2B5EF4-FFF2-40B4-BE49-F238E27FC236}">
                <a16:creationId xmlns:a16="http://schemas.microsoft.com/office/drawing/2014/main" id="{F3345534-8F1D-4A06-834D-E734340669AB}"/>
              </a:ext>
            </a:extLst>
          </p:cNvPr>
          <p:cNvSpPr>
            <a:spLocks noGrp="1"/>
          </p:cNvSpPr>
          <p:nvPr/>
        </p:nvSpPr>
        <p:spPr>
          <a:xfrm>
            <a:off x="7824143" y="3388576"/>
            <a:ext cx="333501" cy="333501"/>
          </a:xfrm>
          <a:prstGeom prst="ellipse">
            <a:avLst/>
          </a:prstGeom>
          <a:solidFill>
            <a:srgbClr val="83C167">
              <a:alpha val="10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0" name="anim_o174_1">
            <a:extLst>
              <a:ext uri="{FF2B5EF4-FFF2-40B4-BE49-F238E27FC236}">
                <a16:creationId xmlns:a16="http://schemas.microsoft.com/office/drawing/2014/main" id="{1A0BC048-5545-49D9-BAEC-43CDF6921389}"/>
              </a:ext>
            </a:extLst>
          </p:cNvPr>
          <p:cNvSpPr>
            <a:spLocks noGrp="1"/>
          </p:cNvSpPr>
          <p:nvPr/>
        </p:nvSpPr>
        <p:spPr>
          <a:xfrm>
            <a:off x="7824143" y="2630618"/>
            <a:ext cx="333501" cy="333501"/>
          </a:xfrm>
          <a:prstGeom prst="ellipse">
            <a:avLst/>
          </a:prstGeom>
          <a:solidFill>
            <a:srgbClr val="83C167">
              <a:alpha val="10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1" name="anim_o175_1">
            <a:extLst>
              <a:ext uri="{FF2B5EF4-FFF2-40B4-BE49-F238E27FC236}">
                <a16:creationId xmlns:a16="http://schemas.microsoft.com/office/drawing/2014/main" id="{D59528BE-BEAB-4AFF-8434-27AEFA9E0068}"/>
              </a:ext>
            </a:extLst>
          </p:cNvPr>
          <p:cNvSpPr>
            <a:spLocks noGrp="1"/>
          </p:cNvSpPr>
          <p:nvPr/>
        </p:nvSpPr>
        <p:spPr>
          <a:xfrm>
            <a:off x="7824143" y="1872660"/>
            <a:ext cx="333501" cy="333501"/>
          </a:xfrm>
          <a:prstGeom prst="ellipse">
            <a:avLst/>
          </a:prstGeom>
          <a:solidFill>
            <a:srgbClr val="83C167">
              <a:alpha val="10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2" name="anim_o176_1">
            <a:extLst>
              <a:ext uri="{FF2B5EF4-FFF2-40B4-BE49-F238E27FC236}">
                <a16:creationId xmlns:a16="http://schemas.microsoft.com/office/drawing/2014/main" id="{364DE14F-E004-40A4-93A2-8531A9065520}"/>
              </a:ext>
            </a:extLst>
          </p:cNvPr>
          <p:cNvSpPr>
            <a:spLocks noGrp="1"/>
          </p:cNvSpPr>
          <p:nvPr/>
        </p:nvSpPr>
        <p:spPr>
          <a:xfrm>
            <a:off x="7824143" y="1114703"/>
            <a:ext cx="333501" cy="333501"/>
          </a:xfrm>
          <a:prstGeom prst="ellipse">
            <a:avLst/>
          </a:prstGeom>
          <a:solidFill>
            <a:srgbClr val="83C167">
              <a:alpha val="10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3" name="anim_o230_1">
            <a:extLst>
              <a:ext uri="{FF2B5EF4-FFF2-40B4-BE49-F238E27FC236}">
                <a16:creationId xmlns:a16="http://schemas.microsoft.com/office/drawing/2014/main" id="{30A01B03-CCB1-4999-9E07-E069C7D74B8F}"/>
              </a:ext>
            </a:extLst>
          </p:cNvPr>
          <p:cNvSpPr>
            <a:spLocks noGrp="1"/>
          </p:cNvSpPr>
          <p:nvPr/>
        </p:nvSpPr>
        <p:spPr>
          <a:xfrm>
            <a:off x="4129100" y="2711644"/>
            <a:ext cx="1073773" cy="171450"/>
          </a:xfrm>
          <a:custGeom>
            <a:avLst/>
            <a:gdLst/>
            <a:ahLst/>
            <a:cxnLst/>
            <a:rect l="0" t="0" r="0" b="0"/>
            <a:pathLst>
              <a:path w="1073773" h="171450">
                <a:moveTo>
                  <a:pt x="0" y="104775"/>
                </a:moveTo>
                <a:lnTo>
                  <a:pt x="902323" y="104775"/>
                </a:lnTo>
                <a:lnTo>
                  <a:pt x="902323" y="171450"/>
                </a:lnTo>
                <a:lnTo>
                  <a:pt x="1073773" y="85725"/>
                </a:lnTo>
                <a:lnTo>
                  <a:pt x="902323" y="0"/>
                </a:lnTo>
                <a:lnTo>
                  <a:pt x="902323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25400">
            <a:noFill/>
          </a:ln>
        </p:spPr>
        <p:txBody>
          <a:bodyPr/>
          <a:lstStyle/>
          <a:p>
            <a:endParaRPr lang="en-US"/>
          </a:p>
        </p:txBody>
      </p:sp>
      <p:pic>
        <p:nvPicPr>
          <p:cNvPr id="94" name="anim_o231_1">
            <a:extLst>
              <a:ext uri="{FF2B5EF4-FFF2-40B4-BE49-F238E27FC236}">
                <a16:creationId xmlns:a16="http://schemas.microsoft.com/office/drawing/2014/main" id="{0C8703BF-7EDB-406F-B5DA-C6AD0AA8522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/>
        </p:blipFill>
        <p:spPr>
          <a:xfrm>
            <a:off x="5711862" y="2569981"/>
            <a:ext cx="434775" cy="454775"/>
          </a:xfrm>
          <a:prstGeom prst="rect">
            <a:avLst/>
          </a:prstGeom>
        </p:spPr>
      </p:pic>
      <p:sp>
        <p:nvSpPr>
          <p:cNvPr id="95" name="anim_to232_0_1">
            <a:extLst>
              <a:ext uri="{FF2B5EF4-FFF2-40B4-BE49-F238E27FC236}">
                <a16:creationId xmlns:a16="http://schemas.microsoft.com/office/drawing/2014/main" id="{87A87CBC-567E-47F6-B549-E098436ABF55}"/>
              </a:ext>
            </a:extLst>
          </p:cNvPr>
          <p:cNvSpPr>
            <a:spLocks noGrp="1"/>
          </p:cNvSpPr>
          <p:nvPr/>
        </p:nvSpPr>
        <p:spPr>
          <a:xfrm>
            <a:off x="3851884" y="4469055"/>
            <a:ext cx="3520779" cy="49469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16" b="1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116" b="1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pPr>
            <a:r>
              <a:rPr sz="3116" b="1">
                <a:solidFill>
                  <a:srgbClr val="DDDDDD"/>
                </a:solidFill>
                <a:latin typeface="Consolas"/>
                <a:ea typeface="Consolas"/>
                <a:cs typeface="Consolas"/>
              </a:rPr>
              <a:t>• Edge Detection</a:t>
            </a:r>
          </a:p>
        </p:txBody>
      </p:sp>
      <p:sp>
        <p:nvSpPr>
          <p:cNvPr id="96" name="anim_to249_0_1">
            <a:extLst>
              <a:ext uri="{FF2B5EF4-FFF2-40B4-BE49-F238E27FC236}">
                <a16:creationId xmlns:a16="http://schemas.microsoft.com/office/drawing/2014/main" id="{53A2718F-5C4D-4A74-9F6F-8D2A34C45C1E}"/>
              </a:ext>
            </a:extLst>
          </p:cNvPr>
          <p:cNvSpPr>
            <a:spLocks noGrp="1"/>
          </p:cNvSpPr>
          <p:nvPr/>
        </p:nvSpPr>
        <p:spPr>
          <a:xfrm>
            <a:off x="3851884" y="5136336"/>
            <a:ext cx="3956114" cy="49469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16" b="1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116" b="1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pPr>
            <a:r>
              <a:rPr sz="3116" b="1">
                <a:solidFill>
                  <a:srgbClr val="DDDDDD"/>
                </a:solidFill>
                <a:latin typeface="Consolas"/>
                <a:ea typeface="Consolas"/>
                <a:cs typeface="Consolas"/>
              </a:rPr>
              <a:t>• Texture Analysis</a:t>
            </a:r>
          </a:p>
        </p:txBody>
      </p:sp>
      <p:sp>
        <p:nvSpPr>
          <p:cNvPr id="97" name="anim_to268_0_1">
            <a:extLst>
              <a:ext uri="{FF2B5EF4-FFF2-40B4-BE49-F238E27FC236}">
                <a16:creationId xmlns:a16="http://schemas.microsoft.com/office/drawing/2014/main" id="{3A12591A-CBFF-4EBA-9F60-DC4BF06F8A4B}"/>
              </a:ext>
            </a:extLst>
          </p:cNvPr>
          <p:cNvSpPr>
            <a:spLocks noGrp="1"/>
          </p:cNvSpPr>
          <p:nvPr/>
        </p:nvSpPr>
        <p:spPr>
          <a:xfrm>
            <a:off x="3851884" y="5803617"/>
            <a:ext cx="4173781" cy="49469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16" b="1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116" b="1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pPr>
            <a:r>
              <a:rPr sz="3116" b="1">
                <a:solidFill>
                  <a:srgbClr val="DDDDDD"/>
                </a:solidFill>
                <a:latin typeface="Consolas"/>
                <a:ea typeface="Consolas"/>
                <a:cs typeface="Consolas"/>
              </a:rPr>
              <a:t>• Shape Recognition</a:t>
            </a:r>
          </a:p>
        </p:txBody>
      </p:sp>
      <p:sp>
        <p:nvSpPr>
          <p:cNvPr id="98" name="anim_o290_1">
            <a:extLst>
              <a:ext uri="{FF2B5EF4-FFF2-40B4-BE49-F238E27FC236}">
                <a16:creationId xmlns:a16="http://schemas.microsoft.com/office/drawing/2014/main" id="{A430E9F0-EED6-4898-B4B3-4AC9C15535BB}"/>
              </a:ext>
            </a:extLst>
          </p:cNvPr>
          <p:cNvSpPr>
            <a:spLocks noGrp="1"/>
          </p:cNvSpPr>
          <p:nvPr/>
        </p:nvSpPr>
        <p:spPr>
          <a:xfrm>
            <a:off x="5815556" y="1988881"/>
            <a:ext cx="227387" cy="227387"/>
          </a:xfrm>
          <a:prstGeom prst="ellipse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9" name="anim_o291_1">
            <a:extLst>
              <a:ext uri="{FF2B5EF4-FFF2-40B4-BE49-F238E27FC236}">
                <a16:creationId xmlns:a16="http://schemas.microsoft.com/office/drawing/2014/main" id="{08B5CF04-3604-4B84-9290-C44B9E9BEB96}"/>
              </a:ext>
            </a:extLst>
          </p:cNvPr>
          <p:cNvSpPr>
            <a:spLocks noGrp="1"/>
          </p:cNvSpPr>
          <p:nvPr/>
        </p:nvSpPr>
        <p:spPr>
          <a:xfrm>
            <a:off x="5815556" y="2336278"/>
            <a:ext cx="227387" cy="227387"/>
          </a:xfrm>
          <a:prstGeom prst="ellipse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0" name="anim_o292_1">
            <a:extLst>
              <a:ext uri="{FF2B5EF4-FFF2-40B4-BE49-F238E27FC236}">
                <a16:creationId xmlns:a16="http://schemas.microsoft.com/office/drawing/2014/main" id="{E349CF96-2B74-4A3D-8E2D-E348A08E7D12}"/>
              </a:ext>
            </a:extLst>
          </p:cNvPr>
          <p:cNvSpPr>
            <a:spLocks noGrp="1"/>
          </p:cNvSpPr>
          <p:nvPr/>
        </p:nvSpPr>
        <p:spPr>
          <a:xfrm>
            <a:off x="5815556" y="2683675"/>
            <a:ext cx="227387" cy="227387"/>
          </a:xfrm>
          <a:prstGeom prst="ellipse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1" name="anim_o293_1">
            <a:extLst>
              <a:ext uri="{FF2B5EF4-FFF2-40B4-BE49-F238E27FC236}">
                <a16:creationId xmlns:a16="http://schemas.microsoft.com/office/drawing/2014/main" id="{FCA792AC-52C4-4125-95E9-19FF213ACE81}"/>
              </a:ext>
            </a:extLst>
          </p:cNvPr>
          <p:cNvSpPr>
            <a:spLocks noGrp="1"/>
          </p:cNvSpPr>
          <p:nvPr/>
        </p:nvSpPr>
        <p:spPr>
          <a:xfrm>
            <a:off x="5815556" y="3031072"/>
            <a:ext cx="227387" cy="227387"/>
          </a:xfrm>
          <a:prstGeom prst="ellipse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2" name="anim_o294_1">
            <a:extLst>
              <a:ext uri="{FF2B5EF4-FFF2-40B4-BE49-F238E27FC236}">
                <a16:creationId xmlns:a16="http://schemas.microsoft.com/office/drawing/2014/main" id="{5689EAD9-0DCB-4781-BFB0-EBD279000395}"/>
              </a:ext>
            </a:extLst>
          </p:cNvPr>
          <p:cNvSpPr>
            <a:spLocks noGrp="1"/>
          </p:cNvSpPr>
          <p:nvPr/>
        </p:nvSpPr>
        <p:spPr>
          <a:xfrm>
            <a:off x="5815556" y="3378469"/>
            <a:ext cx="227387" cy="227387"/>
          </a:xfrm>
          <a:prstGeom prst="ellipse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04149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500"/>
                            </p:stCondLst>
                            <p:childTnLst>
                              <p:par>
                                <p:cTn id="14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3" grpId="0" animBg="1"/>
      <p:bldP spid="95" grpId="0"/>
      <p:bldP spid="96" grpId="0"/>
      <p:bldP spid="97" grpId="0"/>
      <p:bldP spid="98" grpId="0" animBg="1"/>
      <p:bldP spid="99" grpId="0" animBg="1"/>
      <p:bldP spid="100" grpId="0" animBg="1"/>
      <p:bldP spid="101" grpId="0" animBg="1"/>
      <p:bldP spid="102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" name="anim_o28_1">
            <a:extLst>
              <a:ext uri="{FF2B5EF4-FFF2-40B4-BE49-F238E27FC236}">
                <a16:creationId xmlns:a16="http://schemas.microsoft.com/office/drawing/2014/main" id="{CFD5B545-461E-4CA1-8AAA-D5D4610C82CA}"/>
              </a:ext>
            </a:extLst>
          </p:cNvPr>
          <p:cNvSpPr>
            <a:spLocks noGrp="1"/>
          </p:cNvSpPr>
          <p:nvPr/>
        </p:nvSpPr>
        <p:spPr>
          <a:xfrm>
            <a:off x="7990894" y="4313284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0"/>
                </a:moveTo>
                <a:lnTo>
                  <a:pt x="1958057" y="378979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29_1">
            <a:extLst>
              <a:ext uri="{FF2B5EF4-FFF2-40B4-BE49-F238E27FC236}">
                <a16:creationId xmlns:a16="http://schemas.microsoft.com/office/drawing/2014/main" id="{46BBE8E5-55FD-4C54-9301-CC7FE697BAD2}"/>
              </a:ext>
            </a:extLst>
          </p:cNvPr>
          <p:cNvSpPr>
            <a:spLocks noGrp="1"/>
          </p:cNvSpPr>
          <p:nvPr/>
        </p:nvSpPr>
        <p:spPr>
          <a:xfrm>
            <a:off x="7990894" y="3934305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378979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30_1">
            <a:extLst>
              <a:ext uri="{FF2B5EF4-FFF2-40B4-BE49-F238E27FC236}">
                <a16:creationId xmlns:a16="http://schemas.microsoft.com/office/drawing/2014/main" id="{169A6BC2-C908-4FAA-9001-EDF3CDF2B6C8}"/>
              </a:ext>
            </a:extLst>
          </p:cNvPr>
          <p:cNvSpPr>
            <a:spLocks noGrp="1"/>
          </p:cNvSpPr>
          <p:nvPr/>
        </p:nvSpPr>
        <p:spPr>
          <a:xfrm>
            <a:off x="7990894" y="3176347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1136936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31_1">
            <a:extLst>
              <a:ext uri="{FF2B5EF4-FFF2-40B4-BE49-F238E27FC236}">
                <a16:creationId xmlns:a16="http://schemas.microsoft.com/office/drawing/2014/main" id="{0941F180-1C6A-4777-BB4E-8B0149BBD842}"/>
              </a:ext>
            </a:extLst>
          </p:cNvPr>
          <p:cNvSpPr>
            <a:spLocks noGrp="1"/>
          </p:cNvSpPr>
          <p:nvPr/>
        </p:nvSpPr>
        <p:spPr>
          <a:xfrm>
            <a:off x="7990894" y="2418390"/>
            <a:ext cx="1958057" cy="1894894"/>
          </a:xfrm>
          <a:custGeom>
            <a:avLst/>
            <a:gdLst/>
            <a:ahLst/>
            <a:cxnLst/>
            <a:rect l="0" t="0" r="0" b="0"/>
            <a:pathLst>
              <a:path w="1958057" h="1894894">
                <a:moveTo>
                  <a:pt x="0" y="1894894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32_1">
            <a:extLst>
              <a:ext uri="{FF2B5EF4-FFF2-40B4-BE49-F238E27FC236}">
                <a16:creationId xmlns:a16="http://schemas.microsoft.com/office/drawing/2014/main" id="{A4BFAA92-836C-45BD-8596-482A2E9FC885}"/>
              </a:ext>
            </a:extLst>
          </p:cNvPr>
          <p:cNvSpPr>
            <a:spLocks noGrp="1"/>
          </p:cNvSpPr>
          <p:nvPr/>
        </p:nvSpPr>
        <p:spPr>
          <a:xfrm>
            <a:off x="7990894" y="1660432"/>
            <a:ext cx="1958057" cy="2652851"/>
          </a:xfrm>
          <a:custGeom>
            <a:avLst/>
            <a:gdLst/>
            <a:ahLst/>
            <a:cxnLst/>
            <a:rect l="0" t="0" r="0" b="0"/>
            <a:pathLst>
              <a:path w="1958057" h="2652851">
                <a:moveTo>
                  <a:pt x="0" y="2652851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33_1">
            <a:extLst>
              <a:ext uri="{FF2B5EF4-FFF2-40B4-BE49-F238E27FC236}">
                <a16:creationId xmlns:a16="http://schemas.microsoft.com/office/drawing/2014/main" id="{5B356735-D398-4BC4-A6A7-2B5CA4DED8EC}"/>
              </a:ext>
            </a:extLst>
          </p:cNvPr>
          <p:cNvSpPr>
            <a:spLocks noGrp="1"/>
          </p:cNvSpPr>
          <p:nvPr/>
        </p:nvSpPr>
        <p:spPr>
          <a:xfrm>
            <a:off x="7990894" y="902475"/>
            <a:ext cx="1958057" cy="3410809"/>
          </a:xfrm>
          <a:custGeom>
            <a:avLst/>
            <a:gdLst/>
            <a:ahLst/>
            <a:cxnLst/>
            <a:rect l="0" t="0" r="0" b="0"/>
            <a:pathLst>
              <a:path w="1958057" h="3410809">
                <a:moveTo>
                  <a:pt x="0" y="3410809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34_1">
            <a:extLst>
              <a:ext uri="{FF2B5EF4-FFF2-40B4-BE49-F238E27FC236}">
                <a16:creationId xmlns:a16="http://schemas.microsoft.com/office/drawing/2014/main" id="{163F3413-A64F-47AA-A15C-7D71B050E0B5}"/>
              </a:ext>
            </a:extLst>
          </p:cNvPr>
          <p:cNvSpPr>
            <a:spLocks noGrp="1"/>
          </p:cNvSpPr>
          <p:nvPr/>
        </p:nvSpPr>
        <p:spPr>
          <a:xfrm>
            <a:off x="7990894" y="3555326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0"/>
                </a:moveTo>
                <a:lnTo>
                  <a:pt x="1958057" y="113693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35_1">
            <a:extLst>
              <a:ext uri="{FF2B5EF4-FFF2-40B4-BE49-F238E27FC236}">
                <a16:creationId xmlns:a16="http://schemas.microsoft.com/office/drawing/2014/main" id="{7B2D8644-8300-4A4C-B841-9BCB48F682CD}"/>
              </a:ext>
            </a:extLst>
          </p:cNvPr>
          <p:cNvSpPr>
            <a:spLocks noGrp="1"/>
          </p:cNvSpPr>
          <p:nvPr/>
        </p:nvSpPr>
        <p:spPr>
          <a:xfrm>
            <a:off x="7990894" y="3555326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0"/>
                </a:moveTo>
                <a:lnTo>
                  <a:pt x="1958057" y="378979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36_1">
            <a:extLst>
              <a:ext uri="{FF2B5EF4-FFF2-40B4-BE49-F238E27FC236}">
                <a16:creationId xmlns:a16="http://schemas.microsoft.com/office/drawing/2014/main" id="{5BA4B1CF-7284-48DF-9BDD-46C3688477DB}"/>
              </a:ext>
            </a:extLst>
          </p:cNvPr>
          <p:cNvSpPr>
            <a:spLocks noGrp="1"/>
          </p:cNvSpPr>
          <p:nvPr/>
        </p:nvSpPr>
        <p:spPr>
          <a:xfrm>
            <a:off x="7990894" y="3176347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378979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37_1">
            <a:extLst>
              <a:ext uri="{FF2B5EF4-FFF2-40B4-BE49-F238E27FC236}">
                <a16:creationId xmlns:a16="http://schemas.microsoft.com/office/drawing/2014/main" id="{647C658F-EB43-455E-A7EA-7004571958D1}"/>
              </a:ext>
            </a:extLst>
          </p:cNvPr>
          <p:cNvSpPr>
            <a:spLocks noGrp="1"/>
          </p:cNvSpPr>
          <p:nvPr/>
        </p:nvSpPr>
        <p:spPr>
          <a:xfrm>
            <a:off x="7990894" y="2418390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1136936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38_1">
            <a:extLst>
              <a:ext uri="{FF2B5EF4-FFF2-40B4-BE49-F238E27FC236}">
                <a16:creationId xmlns:a16="http://schemas.microsoft.com/office/drawing/2014/main" id="{9FA26DC0-4C05-43D6-BA77-60917D506A5A}"/>
              </a:ext>
            </a:extLst>
          </p:cNvPr>
          <p:cNvSpPr>
            <a:spLocks noGrp="1"/>
          </p:cNvSpPr>
          <p:nvPr/>
        </p:nvSpPr>
        <p:spPr>
          <a:xfrm>
            <a:off x="7990894" y="1660432"/>
            <a:ext cx="1958057" cy="1894894"/>
          </a:xfrm>
          <a:custGeom>
            <a:avLst/>
            <a:gdLst/>
            <a:ahLst/>
            <a:cxnLst/>
            <a:rect l="0" t="0" r="0" b="0"/>
            <a:pathLst>
              <a:path w="1958057" h="1894894">
                <a:moveTo>
                  <a:pt x="0" y="1894894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39_1">
            <a:extLst>
              <a:ext uri="{FF2B5EF4-FFF2-40B4-BE49-F238E27FC236}">
                <a16:creationId xmlns:a16="http://schemas.microsoft.com/office/drawing/2014/main" id="{E62600BA-5A9F-4483-B4C1-0196A3242BE7}"/>
              </a:ext>
            </a:extLst>
          </p:cNvPr>
          <p:cNvSpPr>
            <a:spLocks noGrp="1"/>
          </p:cNvSpPr>
          <p:nvPr/>
        </p:nvSpPr>
        <p:spPr>
          <a:xfrm>
            <a:off x="7990894" y="902475"/>
            <a:ext cx="1958057" cy="2652851"/>
          </a:xfrm>
          <a:custGeom>
            <a:avLst/>
            <a:gdLst/>
            <a:ahLst/>
            <a:cxnLst/>
            <a:rect l="0" t="0" r="0" b="0"/>
            <a:pathLst>
              <a:path w="1958057" h="2652851">
                <a:moveTo>
                  <a:pt x="0" y="2652851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40_1">
            <a:extLst>
              <a:ext uri="{FF2B5EF4-FFF2-40B4-BE49-F238E27FC236}">
                <a16:creationId xmlns:a16="http://schemas.microsoft.com/office/drawing/2014/main" id="{52B85FC2-A7FA-4880-A5A9-11449213A506}"/>
              </a:ext>
            </a:extLst>
          </p:cNvPr>
          <p:cNvSpPr>
            <a:spLocks noGrp="1"/>
          </p:cNvSpPr>
          <p:nvPr/>
        </p:nvSpPr>
        <p:spPr>
          <a:xfrm>
            <a:off x="7990894" y="2797369"/>
            <a:ext cx="1958057" cy="1894894"/>
          </a:xfrm>
          <a:custGeom>
            <a:avLst/>
            <a:gdLst/>
            <a:ahLst/>
            <a:cxnLst/>
            <a:rect l="0" t="0" r="0" b="0"/>
            <a:pathLst>
              <a:path w="1958057" h="1894894">
                <a:moveTo>
                  <a:pt x="0" y="0"/>
                </a:moveTo>
                <a:lnTo>
                  <a:pt x="1958057" y="1894894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41_1">
            <a:extLst>
              <a:ext uri="{FF2B5EF4-FFF2-40B4-BE49-F238E27FC236}">
                <a16:creationId xmlns:a16="http://schemas.microsoft.com/office/drawing/2014/main" id="{50944A58-88D6-4DE9-8DE6-0C97DC4138E8}"/>
              </a:ext>
            </a:extLst>
          </p:cNvPr>
          <p:cNvSpPr>
            <a:spLocks noGrp="1"/>
          </p:cNvSpPr>
          <p:nvPr/>
        </p:nvSpPr>
        <p:spPr>
          <a:xfrm>
            <a:off x="7990894" y="2797369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0"/>
                </a:moveTo>
                <a:lnTo>
                  <a:pt x="1958057" y="113693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42_1">
            <a:extLst>
              <a:ext uri="{FF2B5EF4-FFF2-40B4-BE49-F238E27FC236}">
                <a16:creationId xmlns:a16="http://schemas.microsoft.com/office/drawing/2014/main" id="{1523A91D-19B8-4560-9EFF-ECDBB2D9B014}"/>
              </a:ext>
            </a:extLst>
          </p:cNvPr>
          <p:cNvSpPr>
            <a:spLocks noGrp="1"/>
          </p:cNvSpPr>
          <p:nvPr/>
        </p:nvSpPr>
        <p:spPr>
          <a:xfrm>
            <a:off x="7990894" y="2797369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0"/>
                </a:moveTo>
                <a:lnTo>
                  <a:pt x="1958057" y="378979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43_1">
            <a:extLst>
              <a:ext uri="{FF2B5EF4-FFF2-40B4-BE49-F238E27FC236}">
                <a16:creationId xmlns:a16="http://schemas.microsoft.com/office/drawing/2014/main" id="{41B59692-7094-466C-82D3-77C467E35296}"/>
              </a:ext>
            </a:extLst>
          </p:cNvPr>
          <p:cNvSpPr>
            <a:spLocks noGrp="1"/>
          </p:cNvSpPr>
          <p:nvPr/>
        </p:nvSpPr>
        <p:spPr>
          <a:xfrm>
            <a:off x="7990894" y="2418390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378979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44_1">
            <a:extLst>
              <a:ext uri="{FF2B5EF4-FFF2-40B4-BE49-F238E27FC236}">
                <a16:creationId xmlns:a16="http://schemas.microsoft.com/office/drawing/2014/main" id="{D7DD73C6-6AD4-4202-BD7D-4C0E67B7FD8C}"/>
              </a:ext>
            </a:extLst>
          </p:cNvPr>
          <p:cNvSpPr>
            <a:spLocks noGrp="1"/>
          </p:cNvSpPr>
          <p:nvPr/>
        </p:nvSpPr>
        <p:spPr>
          <a:xfrm>
            <a:off x="7990894" y="1660432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1136936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45_1">
            <a:extLst>
              <a:ext uri="{FF2B5EF4-FFF2-40B4-BE49-F238E27FC236}">
                <a16:creationId xmlns:a16="http://schemas.microsoft.com/office/drawing/2014/main" id="{0C63D2A7-35C7-47A8-B88E-CF84820870D1}"/>
              </a:ext>
            </a:extLst>
          </p:cNvPr>
          <p:cNvSpPr>
            <a:spLocks noGrp="1"/>
          </p:cNvSpPr>
          <p:nvPr/>
        </p:nvSpPr>
        <p:spPr>
          <a:xfrm>
            <a:off x="7990894" y="902475"/>
            <a:ext cx="1958057" cy="1894894"/>
          </a:xfrm>
          <a:custGeom>
            <a:avLst/>
            <a:gdLst/>
            <a:ahLst/>
            <a:cxnLst/>
            <a:rect l="0" t="0" r="0" b="0"/>
            <a:pathLst>
              <a:path w="1958057" h="1894894">
                <a:moveTo>
                  <a:pt x="0" y="1894894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46_1">
            <a:extLst>
              <a:ext uri="{FF2B5EF4-FFF2-40B4-BE49-F238E27FC236}">
                <a16:creationId xmlns:a16="http://schemas.microsoft.com/office/drawing/2014/main" id="{2BCCB776-3A03-4E8C-85E3-1554B7BA550D}"/>
              </a:ext>
            </a:extLst>
          </p:cNvPr>
          <p:cNvSpPr>
            <a:spLocks noGrp="1"/>
          </p:cNvSpPr>
          <p:nvPr/>
        </p:nvSpPr>
        <p:spPr>
          <a:xfrm>
            <a:off x="7990894" y="2039411"/>
            <a:ext cx="1958057" cy="2652851"/>
          </a:xfrm>
          <a:custGeom>
            <a:avLst/>
            <a:gdLst/>
            <a:ahLst/>
            <a:cxnLst/>
            <a:rect l="0" t="0" r="0" b="0"/>
            <a:pathLst>
              <a:path w="1958057" h="2652851">
                <a:moveTo>
                  <a:pt x="0" y="0"/>
                </a:moveTo>
                <a:lnTo>
                  <a:pt x="1958057" y="2652851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47_1">
            <a:extLst>
              <a:ext uri="{FF2B5EF4-FFF2-40B4-BE49-F238E27FC236}">
                <a16:creationId xmlns:a16="http://schemas.microsoft.com/office/drawing/2014/main" id="{AD7D1CB1-F192-43B5-9C45-48EAFDEF6E3A}"/>
              </a:ext>
            </a:extLst>
          </p:cNvPr>
          <p:cNvSpPr>
            <a:spLocks noGrp="1"/>
          </p:cNvSpPr>
          <p:nvPr/>
        </p:nvSpPr>
        <p:spPr>
          <a:xfrm>
            <a:off x="7990894" y="2039411"/>
            <a:ext cx="1958057" cy="1894894"/>
          </a:xfrm>
          <a:custGeom>
            <a:avLst/>
            <a:gdLst/>
            <a:ahLst/>
            <a:cxnLst/>
            <a:rect l="0" t="0" r="0" b="0"/>
            <a:pathLst>
              <a:path w="1958057" h="1894894">
                <a:moveTo>
                  <a:pt x="0" y="0"/>
                </a:moveTo>
                <a:lnTo>
                  <a:pt x="1958057" y="1894894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48_1">
            <a:extLst>
              <a:ext uri="{FF2B5EF4-FFF2-40B4-BE49-F238E27FC236}">
                <a16:creationId xmlns:a16="http://schemas.microsoft.com/office/drawing/2014/main" id="{B046BC2F-9BA7-419D-A79A-3296AE6AE047}"/>
              </a:ext>
            </a:extLst>
          </p:cNvPr>
          <p:cNvSpPr>
            <a:spLocks noGrp="1"/>
          </p:cNvSpPr>
          <p:nvPr/>
        </p:nvSpPr>
        <p:spPr>
          <a:xfrm>
            <a:off x="7990894" y="2039411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0"/>
                </a:moveTo>
                <a:lnTo>
                  <a:pt x="1958057" y="113693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49_1">
            <a:extLst>
              <a:ext uri="{FF2B5EF4-FFF2-40B4-BE49-F238E27FC236}">
                <a16:creationId xmlns:a16="http://schemas.microsoft.com/office/drawing/2014/main" id="{EE04E470-0766-4F21-BE99-FED650944784}"/>
              </a:ext>
            </a:extLst>
          </p:cNvPr>
          <p:cNvSpPr>
            <a:spLocks noGrp="1"/>
          </p:cNvSpPr>
          <p:nvPr/>
        </p:nvSpPr>
        <p:spPr>
          <a:xfrm>
            <a:off x="7990894" y="2039411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0"/>
                </a:moveTo>
                <a:lnTo>
                  <a:pt x="1958057" y="378979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50_1">
            <a:extLst>
              <a:ext uri="{FF2B5EF4-FFF2-40B4-BE49-F238E27FC236}">
                <a16:creationId xmlns:a16="http://schemas.microsoft.com/office/drawing/2014/main" id="{29C37409-8D10-4D82-88C5-6EFD99F1BD52}"/>
              </a:ext>
            </a:extLst>
          </p:cNvPr>
          <p:cNvSpPr>
            <a:spLocks noGrp="1"/>
          </p:cNvSpPr>
          <p:nvPr/>
        </p:nvSpPr>
        <p:spPr>
          <a:xfrm>
            <a:off x="7990894" y="1660432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378979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51_1">
            <a:extLst>
              <a:ext uri="{FF2B5EF4-FFF2-40B4-BE49-F238E27FC236}">
                <a16:creationId xmlns:a16="http://schemas.microsoft.com/office/drawing/2014/main" id="{52FA9304-02E9-40D4-956E-C69CD6CF2B83}"/>
              </a:ext>
            </a:extLst>
          </p:cNvPr>
          <p:cNvSpPr>
            <a:spLocks noGrp="1"/>
          </p:cNvSpPr>
          <p:nvPr/>
        </p:nvSpPr>
        <p:spPr>
          <a:xfrm>
            <a:off x="7990894" y="902475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1136936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52_1">
            <a:extLst>
              <a:ext uri="{FF2B5EF4-FFF2-40B4-BE49-F238E27FC236}">
                <a16:creationId xmlns:a16="http://schemas.microsoft.com/office/drawing/2014/main" id="{34A2B11B-7B1E-44F4-A0FA-93EA89CD4D6D}"/>
              </a:ext>
            </a:extLst>
          </p:cNvPr>
          <p:cNvSpPr>
            <a:spLocks noGrp="1"/>
          </p:cNvSpPr>
          <p:nvPr/>
        </p:nvSpPr>
        <p:spPr>
          <a:xfrm>
            <a:off x="7990894" y="1281454"/>
            <a:ext cx="1958057" cy="3410809"/>
          </a:xfrm>
          <a:custGeom>
            <a:avLst/>
            <a:gdLst/>
            <a:ahLst/>
            <a:cxnLst/>
            <a:rect l="0" t="0" r="0" b="0"/>
            <a:pathLst>
              <a:path w="1958057" h="3410809">
                <a:moveTo>
                  <a:pt x="0" y="0"/>
                </a:moveTo>
                <a:lnTo>
                  <a:pt x="1958057" y="3410809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53_1">
            <a:extLst>
              <a:ext uri="{FF2B5EF4-FFF2-40B4-BE49-F238E27FC236}">
                <a16:creationId xmlns:a16="http://schemas.microsoft.com/office/drawing/2014/main" id="{671C47AC-CA4F-46E2-ADAB-C12199B08A46}"/>
              </a:ext>
            </a:extLst>
          </p:cNvPr>
          <p:cNvSpPr>
            <a:spLocks noGrp="1"/>
          </p:cNvSpPr>
          <p:nvPr/>
        </p:nvSpPr>
        <p:spPr>
          <a:xfrm>
            <a:off x="7990894" y="1281454"/>
            <a:ext cx="1958057" cy="2652851"/>
          </a:xfrm>
          <a:custGeom>
            <a:avLst/>
            <a:gdLst/>
            <a:ahLst/>
            <a:cxnLst/>
            <a:rect l="0" t="0" r="0" b="0"/>
            <a:pathLst>
              <a:path w="1958057" h="2652851">
                <a:moveTo>
                  <a:pt x="0" y="0"/>
                </a:moveTo>
                <a:lnTo>
                  <a:pt x="1958057" y="2652851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54_1">
            <a:extLst>
              <a:ext uri="{FF2B5EF4-FFF2-40B4-BE49-F238E27FC236}">
                <a16:creationId xmlns:a16="http://schemas.microsoft.com/office/drawing/2014/main" id="{E017C6B9-A9A5-4497-99A7-458940405827}"/>
              </a:ext>
            </a:extLst>
          </p:cNvPr>
          <p:cNvSpPr>
            <a:spLocks noGrp="1"/>
          </p:cNvSpPr>
          <p:nvPr/>
        </p:nvSpPr>
        <p:spPr>
          <a:xfrm>
            <a:off x="7990894" y="1281454"/>
            <a:ext cx="1958057" cy="1894894"/>
          </a:xfrm>
          <a:custGeom>
            <a:avLst/>
            <a:gdLst/>
            <a:ahLst/>
            <a:cxnLst/>
            <a:rect l="0" t="0" r="0" b="0"/>
            <a:pathLst>
              <a:path w="1958057" h="1894894">
                <a:moveTo>
                  <a:pt x="0" y="0"/>
                </a:moveTo>
                <a:lnTo>
                  <a:pt x="1958057" y="1894894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55_1">
            <a:extLst>
              <a:ext uri="{FF2B5EF4-FFF2-40B4-BE49-F238E27FC236}">
                <a16:creationId xmlns:a16="http://schemas.microsoft.com/office/drawing/2014/main" id="{7AD16F06-98C0-4CA5-85FB-2A63816621FF}"/>
              </a:ext>
            </a:extLst>
          </p:cNvPr>
          <p:cNvSpPr>
            <a:spLocks noGrp="1"/>
          </p:cNvSpPr>
          <p:nvPr/>
        </p:nvSpPr>
        <p:spPr>
          <a:xfrm>
            <a:off x="7990894" y="1281454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0"/>
                </a:moveTo>
                <a:lnTo>
                  <a:pt x="1958057" y="113693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56_1">
            <a:extLst>
              <a:ext uri="{FF2B5EF4-FFF2-40B4-BE49-F238E27FC236}">
                <a16:creationId xmlns:a16="http://schemas.microsoft.com/office/drawing/2014/main" id="{A16A88D6-B72E-4153-B381-94AA83B87C2B}"/>
              </a:ext>
            </a:extLst>
          </p:cNvPr>
          <p:cNvSpPr>
            <a:spLocks noGrp="1"/>
          </p:cNvSpPr>
          <p:nvPr/>
        </p:nvSpPr>
        <p:spPr>
          <a:xfrm>
            <a:off x="7990894" y="1281454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0"/>
                </a:moveTo>
                <a:lnTo>
                  <a:pt x="1958057" y="378979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57_1">
            <a:extLst>
              <a:ext uri="{FF2B5EF4-FFF2-40B4-BE49-F238E27FC236}">
                <a16:creationId xmlns:a16="http://schemas.microsoft.com/office/drawing/2014/main" id="{05E729F4-067F-4960-9022-1715BD3A9C84}"/>
              </a:ext>
            </a:extLst>
          </p:cNvPr>
          <p:cNvSpPr>
            <a:spLocks noGrp="1"/>
          </p:cNvSpPr>
          <p:nvPr/>
        </p:nvSpPr>
        <p:spPr>
          <a:xfrm>
            <a:off x="7990894" y="902475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378979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58_1">
            <a:extLst>
              <a:ext uri="{FF2B5EF4-FFF2-40B4-BE49-F238E27FC236}">
                <a16:creationId xmlns:a16="http://schemas.microsoft.com/office/drawing/2014/main" id="{30893670-C164-4C6D-938E-83455A10019D}"/>
              </a:ext>
            </a:extLst>
          </p:cNvPr>
          <p:cNvSpPr>
            <a:spLocks noGrp="1"/>
          </p:cNvSpPr>
          <p:nvPr/>
        </p:nvSpPr>
        <p:spPr>
          <a:xfrm>
            <a:off x="9948951" y="3934305"/>
            <a:ext cx="1958057" cy="757958"/>
          </a:xfrm>
          <a:custGeom>
            <a:avLst/>
            <a:gdLst/>
            <a:ahLst/>
            <a:cxnLst/>
            <a:rect l="0" t="0" r="0" b="0"/>
            <a:pathLst>
              <a:path w="1958057" h="757958">
                <a:moveTo>
                  <a:pt x="0" y="757958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59_1">
            <a:extLst>
              <a:ext uri="{FF2B5EF4-FFF2-40B4-BE49-F238E27FC236}">
                <a16:creationId xmlns:a16="http://schemas.microsoft.com/office/drawing/2014/main" id="{7081B149-58E5-4210-8521-C65063FA8CDD}"/>
              </a:ext>
            </a:extLst>
          </p:cNvPr>
          <p:cNvSpPr>
            <a:spLocks noGrp="1"/>
          </p:cNvSpPr>
          <p:nvPr/>
        </p:nvSpPr>
        <p:spPr>
          <a:xfrm>
            <a:off x="9948951" y="3176347"/>
            <a:ext cx="1958057" cy="1515915"/>
          </a:xfrm>
          <a:custGeom>
            <a:avLst/>
            <a:gdLst/>
            <a:ahLst/>
            <a:cxnLst/>
            <a:rect l="0" t="0" r="0" b="0"/>
            <a:pathLst>
              <a:path w="1958057" h="1515915">
                <a:moveTo>
                  <a:pt x="0" y="1515915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60_1">
            <a:extLst>
              <a:ext uri="{FF2B5EF4-FFF2-40B4-BE49-F238E27FC236}">
                <a16:creationId xmlns:a16="http://schemas.microsoft.com/office/drawing/2014/main" id="{9F370291-3879-409A-A6FC-50B3FCE2B291}"/>
              </a:ext>
            </a:extLst>
          </p:cNvPr>
          <p:cNvSpPr>
            <a:spLocks noGrp="1"/>
          </p:cNvSpPr>
          <p:nvPr/>
        </p:nvSpPr>
        <p:spPr>
          <a:xfrm>
            <a:off x="9948951" y="2418390"/>
            <a:ext cx="1958057" cy="2273873"/>
          </a:xfrm>
          <a:custGeom>
            <a:avLst/>
            <a:gdLst/>
            <a:ahLst/>
            <a:cxnLst/>
            <a:rect l="0" t="0" r="0" b="0"/>
            <a:pathLst>
              <a:path w="1958057" h="2273873">
                <a:moveTo>
                  <a:pt x="0" y="2273873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61_1">
            <a:extLst>
              <a:ext uri="{FF2B5EF4-FFF2-40B4-BE49-F238E27FC236}">
                <a16:creationId xmlns:a16="http://schemas.microsoft.com/office/drawing/2014/main" id="{D9DCEC4A-E1F7-4ACE-AD84-97F77AC26DE6}"/>
              </a:ext>
            </a:extLst>
          </p:cNvPr>
          <p:cNvSpPr>
            <a:spLocks noGrp="1"/>
          </p:cNvSpPr>
          <p:nvPr/>
        </p:nvSpPr>
        <p:spPr>
          <a:xfrm>
            <a:off x="9948951" y="1660432"/>
            <a:ext cx="1958057" cy="3031830"/>
          </a:xfrm>
          <a:custGeom>
            <a:avLst/>
            <a:gdLst/>
            <a:ahLst/>
            <a:cxnLst/>
            <a:rect l="0" t="0" r="0" b="0"/>
            <a:pathLst>
              <a:path w="1958057" h="3031830">
                <a:moveTo>
                  <a:pt x="0" y="3031830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62_1">
            <a:extLst>
              <a:ext uri="{FF2B5EF4-FFF2-40B4-BE49-F238E27FC236}">
                <a16:creationId xmlns:a16="http://schemas.microsoft.com/office/drawing/2014/main" id="{FFED34E0-49FA-4EAD-BBC2-EDD131698540}"/>
              </a:ext>
            </a:extLst>
          </p:cNvPr>
          <p:cNvSpPr>
            <a:spLocks noGrp="1"/>
          </p:cNvSpPr>
          <p:nvPr/>
        </p:nvSpPr>
        <p:spPr>
          <a:xfrm>
            <a:off x="9948951" y="3934305"/>
            <a:ext cx="1958057" cy="953"/>
          </a:xfrm>
          <a:custGeom>
            <a:avLst/>
            <a:gdLst/>
            <a:ahLst/>
            <a:cxnLst/>
            <a:rect l="0" t="0" r="0" b="0"/>
            <a:pathLst>
              <a:path w="1958057" h="953">
                <a:moveTo>
                  <a:pt x="0" y="0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63_1">
            <a:extLst>
              <a:ext uri="{FF2B5EF4-FFF2-40B4-BE49-F238E27FC236}">
                <a16:creationId xmlns:a16="http://schemas.microsoft.com/office/drawing/2014/main" id="{1D7CCA5A-107B-4069-9834-B5CF48BB5849}"/>
              </a:ext>
            </a:extLst>
          </p:cNvPr>
          <p:cNvSpPr>
            <a:spLocks noGrp="1"/>
          </p:cNvSpPr>
          <p:nvPr/>
        </p:nvSpPr>
        <p:spPr>
          <a:xfrm>
            <a:off x="9948951" y="3176347"/>
            <a:ext cx="1958057" cy="757958"/>
          </a:xfrm>
          <a:custGeom>
            <a:avLst/>
            <a:gdLst/>
            <a:ahLst/>
            <a:cxnLst/>
            <a:rect l="0" t="0" r="0" b="0"/>
            <a:pathLst>
              <a:path w="1958057" h="757958">
                <a:moveTo>
                  <a:pt x="0" y="757958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64_1">
            <a:extLst>
              <a:ext uri="{FF2B5EF4-FFF2-40B4-BE49-F238E27FC236}">
                <a16:creationId xmlns:a16="http://schemas.microsoft.com/office/drawing/2014/main" id="{48A4A5B5-C773-4B9B-AA95-32BA290D500A}"/>
              </a:ext>
            </a:extLst>
          </p:cNvPr>
          <p:cNvSpPr>
            <a:spLocks noGrp="1"/>
          </p:cNvSpPr>
          <p:nvPr/>
        </p:nvSpPr>
        <p:spPr>
          <a:xfrm>
            <a:off x="9948951" y="2418390"/>
            <a:ext cx="1958057" cy="1515915"/>
          </a:xfrm>
          <a:custGeom>
            <a:avLst/>
            <a:gdLst/>
            <a:ahLst/>
            <a:cxnLst/>
            <a:rect l="0" t="0" r="0" b="0"/>
            <a:pathLst>
              <a:path w="1958057" h="1515915">
                <a:moveTo>
                  <a:pt x="0" y="1515915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65_1">
            <a:extLst>
              <a:ext uri="{FF2B5EF4-FFF2-40B4-BE49-F238E27FC236}">
                <a16:creationId xmlns:a16="http://schemas.microsoft.com/office/drawing/2014/main" id="{64823085-20BD-45F9-AD06-D0CFE09109F7}"/>
              </a:ext>
            </a:extLst>
          </p:cNvPr>
          <p:cNvSpPr>
            <a:spLocks noGrp="1"/>
          </p:cNvSpPr>
          <p:nvPr/>
        </p:nvSpPr>
        <p:spPr>
          <a:xfrm>
            <a:off x="9948951" y="1660432"/>
            <a:ext cx="1958057" cy="2273873"/>
          </a:xfrm>
          <a:custGeom>
            <a:avLst/>
            <a:gdLst/>
            <a:ahLst/>
            <a:cxnLst/>
            <a:rect l="0" t="0" r="0" b="0"/>
            <a:pathLst>
              <a:path w="1958057" h="2273873">
                <a:moveTo>
                  <a:pt x="0" y="2273873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66_1">
            <a:extLst>
              <a:ext uri="{FF2B5EF4-FFF2-40B4-BE49-F238E27FC236}">
                <a16:creationId xmlns:a16="http://schemas.microsoft.com/office/drawing/2014/main" id="{F32B114F-6294-4EE9-8E3B-70E36FF53FA0}"/>
              </a:ext>
            </a:extLst>
          </p:cNvPr>
          <p:cNvSpPr>
            <a:spLocks noGrp="1"/>
          </p:cNvSpPr>
          <p:nvPr/>
        </p:nvSpPr>
        <p:spPr>
          <a:xfrm>
            <a:off x="9948951" y="3176347"/>
            <a:ext cx="1958057" cy="757958"/>
          </a:xfrm>
          <a:custGeom>
            <a:avLst/>
            <a:gdLst/>
            <a:ahLst/>
            <a:cxnLst/>
            <a:rect l="0" t="0" r="0" b="0"/>
            <a:pathLst>
              <a:path w="1958057" h="757958">
                <a:moveTo>
                  <a:pt x="0" y="0"/>
                </a:moveTo>
                <a:lnTo>
                  <a:pt x="1958057" y="757958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67_1">
            <a:extLst>
              <a:ext uri="{FF2B5EF4-FFF2-40B4-BE49-F238E27FC236}">
                <a16:creationId xmlns:a16="http://schemas.microsoft.com/office/drawing/2014/main" id="{2686B71F-4AE6-417C-97CB-2CC99513FE23}"/>
              </a:ext>
            </a:extLst>
          </p:cNvPr>
          <p:cNvSpPr>
            <a:spLocks noGrp="1"/>
          </p:cNvSpPr>
          <p:nvPr/>
        </p:nvSpPr>
        <p:spPr>
          <a:xfrm>
            <a:off x="9948951" y="3176347"/>
            <a:ext cx="1958057" cy="953"/>
          </a:xfrm>
          <a:custGeom>
            <a:avLst/>
            <a:gdLst/>
            <a:ahLst/>
            <a:cxnLst/>
            <a:rect l="0" t="0" r="0" b="0"/>
            <a:pathLst>
              <a:path w="1958057" h="953">
                <a:moveTo>
                  <a:pt x="0" y="0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68_1">
            <a:extLst>
              <a:ext uri="{FF2B5EF4-FFF2-40B4-BE49-F238E27FC236}">
                <a16:creationId xmlns:a16="http://schemas.microsoft.com/office/drawing/2014/main" id="{DF77148A-C699-45F1-93E1-E3D6768E09D1}"/>
              </a:ext>
            </a:extLst>
          </p:cNvPr>
          <p:cNvSpPr>
            <a:spLocks noGrp="1"/>
          </p:cNvSpPr>
          <p:nvPr/>
        </p:nvSpPr>
        <p:spPr>
          <a:xfrm>
            <a:off x="9948951" y="2418390"/>
            <a:ext cx="1958057" cy="757958"/>
          </a:xfrm>
          <a:custGeom>
            <a:avLst/>
            <a:gdLst/>
            <a:ahLst/>
            <a:cxnLst/>
            <a:rect l="0" t="0" r="0" b="0"/>
            <a:pathLst>
              <a:path w="1958057" h="757958">
                <a:moveTo>
                  <a:pt x="0" y="757958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69_1">
            <a:extLst>
              <a:ext uri="{FF2B5EF4-FFF2-40B4-BE49-F238E27FC236}">
                <a16:creationId xmlns:a16="http://schemas.microsoft.com/office/drawing/2014/main" id="{25070D7F-66DF-47A1-B301-43E1F356B50C}"/>
              </a:ext>
            </a:extLst>
          </p:cNvPr>
          <p:cNvSpPr>
            <a:spLocks noGrp="1"/>
          </p:cNvSpPr>
          <p:nvPr/>
        </p:nvSpPr>
        <p:spPr>
          <a:xfrm>
            <a:off x="9948951" y="1660432"/>
            <a:ext cx="1958057" cy="1515915"/>
          </a:xfrm>
          <a:custGeom>
            <a:avLst/>
            <a:gdLst/>
            <a:ahLst/>
            <a:cxnLst/>
            <a:rect l="0" t="0" r="0" b="0"/>
            <a:pathLst>
              <a:path w="1958057" h="1515915">
                <a:moveTo>
                  <a:pt x="0" y="1515915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70_1">
            <a:extLst>
              <a:ext uri="{FF2B5EF4-FFF2-40B4-BE49-F238E27FC236}">
                <a16:creationId xmlns:a16="http://schemas.microsoft.com/office/drawing/2014/main" id="{B613B2F7-D4F1-448C-8B95-31B64A2AA552}"/>
              </a:ext>
            </a:extLst>
          </p:cNvPr>
          <p:cNvSpPr>
            <a:spLocks noGrp="1"/>
          </p:cNvSpPr>
          <p:nvPr/>
        </p:nvSpPr>
        <p:spPr>
          <a:xfrm>
            <a:off x="9948951" y="2418390"/>
            <a:ext cx="1958057" cy="1515915"/>
          </a:xfrm>
          <a:custGeom>
            <a:avLst/>
            <a:gdLst/>
            <a:ahLst/>
            <a:cxnLst/>
            <a:rect l="0" t="0" r="0" b="0"/>
            <a:pathLst>
              <a:path w="1958057" h="1515915">
                <a:moveTo>
                  <a:pt x="0" y="0"/>
                </a:moveTo>
                <a:lnTo>
                  <a:pt x="1958057" y="151591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71_1">
            <a:extLst>
              <a:ext uri="{FF2B5EF4-FFF2-40B4-BE49-F238E27FC236}">
                <a16:creationId xmlns:a16="http://schemas.microsoft.com/office/drawing/2014/main" id="{45D97A2C-D593-42B9-A68E-EB9FAB49943E}"/>
              </a:ext>
            </a:extLst>
          </p:cNvPr>
          <p:cNvSpPr>
            <a:spLocks noGrp="1"/>
          </p:cNvSpPr>
          <p:nvPr/>
        </p:nvSpPr>
        <p:spPr>
          <a:xfrm>
            <a:off x="9948951" y="2418390"/>
            <a:ext cx="1958057" cy="757958"/>
          </a:xfrm>
          <a:custGeom>
            <a:avLst/>
            <a:gdLst/>
            <a:ahLst/>
            <a:cxnLst/>
            <a:rect l="0" t="0" r="0" b="0"/>
            <a:pathLst>
              <a:path w="1958057" h="757958">
                <a:moveTo>
                  <a:pt x="0" y="0"/>
                </a:moveTo>
                <a:lnTo>
                  <a:pt x="1958057" y="757958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72_1">
            <a:extLst>
              <a:ext uri="{FF2B5EF4-FFF2-40B4-BE49-F238E27FC236}">
                <a16:creationId xmlns:a16="http://schemas.microsoft.com/office/drawing/2014/main" id="{22EE10E9-3075-402A-8E06-ED7A22B62457}"/>
              </a:ext>
            </a:extLst>
          </p:cNvPr>
          <p:cNvSpPr>
            <a:spLocks noGrp="1"/>
          </p:cNvSpPr>
          <p:nvPr/>
        </p:nvSpPr>
        <p:spPr>
          <a:xfrm>
            <a:off x="9948951" y="2418390"/>
            <a:ext cx="1958057" cy="953"/>
          </a:xfrm>
          <a:custGeom>
            <a:avLst/>
            <a:gdLst/>
            <a:ahLst/>
            <a:cxnLst/>
            <a:rect l="0" t="0" r="0" b="0"/>
            <a:pathLst>
              <a:path w="1958057" h="953">
                <a:moveTo>
                  <a:pt x="0" y="0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73_1">
            <a:extLst>
              <a:ext uri="{FF2B5EF4-FFF2-40B4-BE49-F238E27FC236}">
                <a16:creationId xmlns:a16="http://schemas.microsoft.com/office/drawing/2014/main" id="{41CD0B1B-FB44-4620-B57E-5F597DB05E4C}"/>
              </a:ext>
            </a:extLst>
          </p:cNvPr>
          <p:cNvSpPr>
            <a:spLocks noGrp="1"/>
          </p:cNvSpPr>
          <p:nvPr/>
        </p:nvSpPr>
        <p:spPr>
          <a:xfrm>
            <a:off x="9948951" y="1660432"/>
            <a:ext cx="1958057" cy="757958"/>
          </a:xfrm>
          <a:custGeom>
            <a:avLst/>
            <a:gdLst/>
            <a:ahLst/>
            <a:cxnLst/>
            <a:rect l="0" t="0" r="0" b="0"/>
            <a:pathLst>
              <a:path w="1958057" h="757958">
                <a:moveTo>
                  <a:pt x="0" y="757958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74_1">
            <a:extLst>
              <a:ext uri="{FF2B5EF4-FFF2-40B4-BE49-F238E27FC236}">
                <a16:creationId xmlns:a16="http://schemas.microsoft.com/office/drawing/2014/main" id="{EECDD076-8C20-460A-88C5-1F81DC5CED8F}"/>
              </a:ext>
            </a:extLst>
          </p:cNvPr>
          <p:cNvSpPr>
            <a:spLocks noGrp="1"/>
          </p:cNvSpPr>
          <p:nvPr/>
        </p:nvSpPr>
        <p:spPr>
          <a:xfrm>
            <a:off x="9948951" y="1660432"/>
            <a:ext cx="1958057" cy="2273873"/>
          </a:xfrm>
          <a:custGeom>
            <a:avLst/>
            <a:gdLst/>
            <a:ahLst/>
            <a:cxnLst/>
            <a:rect l="0" t="0" r="0" b="0"/>
            <a:pathLst>
              <a:path w="1958057" h="2273873">
                <a:moveTo>
                  <a:pt x="0" y="0"/>
                </a:moveTo>
                <a:lnTo>
                  <a:pt x="1958057" y="2273873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75_1">
            <a:extLst>
              <a:ext uri="{FF2B5EF4-FFF2-40B4-BE49-F238E27FC236}">
                <a16:creationId xmlns:a16="http://schemas.microsoft.com/office/drawing/2014/main" id="{AECD426A-066E-4B21-88CE-ADEE849B4FB5}"/>
              </a:ext>
            </a:extLst>
          </p:cNvPr>
          <p:cNvSpPr>
            <a:spLocks noGrp="1"/>
          </p:cNvSpPr>
          <p:nvPr/>
        </p:nvSpPr>
        <p:spPr>
          <a:xfrm>
            <a:off x="9948951" y="1660432"/>
            <a:ext cx="1958057" cy="1515915"/>
          </a:xfrm>
          <a:custGeom>
            <a:avLst/>
            <a:gdLst/>
            <a:ahLst/>
            <a:cxnLst/>
            <a:rect l="0" t="0" r="0" b="0"/>
            <a:pathLst>
              <a:path w="1958057" h="1515915">
                <a:moveTo>
                  <a:pt x="0" y="0"/>
                </a:moveTo>
                <a:lnTo>
                  <a:pt x="1958057" y="151591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76_1">
            <a:extLst>
              <a:ext uri="{FF2B5EF4-FFF2-40B4-BE49-F238E27FC236}">
                <a16:creationId xmlns:a16="http://schemas.microsoft.com/office/drawing/2014/main" id="{E8B35092-0016-4751-8867-F93D7C048F07}"/>
              </a:ext>
            </a:extLst>
          </p:cNvPr>
          <p:cNvSpPr>
            <a:spLocks noGrp="1"/>
          </p:cNvSpPr>
          <p:nvPr/>
        </p:nvSpPr>
        <p:spPr>
          <a:xfrm>
            <a:off x="9948951" y="1660432"/>
            <a:ext cx="1958057" cy="757958"/>
          </a:xfrm>
          <a:custGeom>
            <a:avLst/>
            <a:gdLst/>
            <a:ahLst/>
            <a:cxnLst/>
            <a:rect l="0" t="0" r="0" b="0"/>
            <a:pathLst>
              <a:path w="1958057" h="757958">
                <a:moveTo>
                  <a:pt x="0" y="0"/>
                </a:moveTo>
                <a:lnTo>
                  <a:pt x="1958057" y="757958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77_1">
            <a:extLst>
              <a:ext uri="{FF2B5EF4-FFF2-40B4-BE49-F238E27FC236}">
                <a16:creationId xmlns:a16="http://schemas.microsoft.com/office/drawing/2014/main" id="{A232A54B-1D2A-45A6-B0D7-A92FFF31914E}"/>
              </a:ext>
            </a:extLst>
          </p:cNvPr>
          <p:cNvSpPr>
            <a:spLocks noGrp="1"/>
          </p:cNvSpPr>
          <p:nvPr/>
        </p:nvSpPr>
        <p:spPr>
          <a:xfrm>
            <a:off x="9948951" y="1660432"/>
            <a:ext cx="1958057" cy="953"/>
          </a:xfrm>
          <a:custGeom>
            <a:avLst/>
            <a:gdLst/>
            <a:ahLst/>
            <a:cxnLst/>
            <a:rect l="0" t="0" r="0" b="0"/>
            <a:pathLst>
              <a:path w="1958057" h="953">
                <a:moveTo>
                  <a:pt x="0" y="0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78_1">
            <a:extLst>
              <a:ext uri="{FF2B5EF4-FFF2-40B4-BE49-F238E27FC236}">
                <a16:creationId xmlns:a16="http://schemas.microsoft.com/office/drawing/2014/main" id="{CA0F0C77-7522-48D1-B1F3-DB2257D601E4}"/>
              </a:ext>
            </a:extLst>
          </p:cNvPr>
          <p:cNvSpPr>
            <a:spLocks noGrp="1"/>
          </p:cNvSpPr>
          <p:nvPr/>
        </p:nvSpPr>
        <p:spPr>
          <a:xfrm>
            <a:off x="9948951" y="902475"/>
            <a:ext cx="1958057" cy="3031830"/>
          </a:xfrm>
          <a:custGeom>
            <a:avLst/>
            <a:gdLst/>
            <a:ahLst/>
            <a:cxnLst/>
            <a:rect l="0" t="0" r="0" b="0"/>
            <a:pathLst>
              <a:path w="1958057" h="3031830">
                <a:moveTo>
                  <a:pt x="0" y="0"/>
                </a:moveTo>
                <a:lnTo>
                  <a:pt x="1958057" y="303183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79_1">
            <a:extLst>
              <a:ext uri="{FF2B5EF4-FFF2-40B4-BE49-F238E27FC236}">
                <a16:creationId xmlns:a16="http://schemas.microsoft.com/office/drawing/2014/main" id="{C881D315-9F69-4CC7-9251-05F669C09DE2}"/>
              </a:ext>
            </a:extLst>
          </p:cNvPr>
          <p:cNvSpPr>
            <a:spLocks noGrp="1"/>
          </p:cNvSpPr>
          <p:nvPr/>
        </p:nvSpPr>
        <p:spPr>
          <a:xfrm>
            <a:off x="9948951" y="902475"/>
            <a:ext cx="1958057" cy="2273873"/>
          </a:xfrm>
          <a:custGeom>
            <a:avLst/>
            <a:gdLst/>
            <a:ahLst/>
            <a:cxnLst/>
            <a:rect l="0" t="0" r="0" b="0"/>
            <a:pathLst>
              <a:path w="1958057" h="2273873">
                <a:moveTo>
                  <a:pt x="0" y="0"/>
                </a:moveTo>
                <a:lnTo>
                  <a:pt x="1958057" y="2273873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o80_1">
            <a:extLst>
              <a:ext uri="{FF2B5EF4-FFF2-40B4-BE49-F238E27FC236}">
                <a16:creationId xmlns:a16="http://schemas.microsoft.com/office/drawing/2014/main" id="{D7BCB75B-332A-4EF8-AEC1-718D00F28AEB}"/>
              </a:ext>
            </a:extLst>
          </p:cNvPr>
          <p:cNvSpPr>
            <a:spLocks noGrp="1"/>
          </p:cNvSpPr>
          <p:nvPr/>
        </p:nvSpPr>
        <p:spPr>
          <a:xfrm>
            <a:off x="9948951" y="902475"/>
            <a:ext cx="1958057" cy="1515915"/>
          </a:xfrm>
          <a:custGeom>
            <a:avLst/>
            <a:gdLst/>
            <a:ahLst/>
            <a:cxnLst/>
            <a:rect l="0" t="0" r="0" b="0"/>
            <a:pathLst>
              <a:path w="1958057" h="1515915">
                <a:moveTo>
                  <a:pt x="0" y="0"/>
                </a:moveTo>
                <a:lnTo>
                  <a:pt x="1958057" y="151591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4" name="anim_o81_1">
            <a:extLst>
              <a:ext uri="{FF2B5EF4-FFF2-40B4-BE49-F238E27FC236}">
                <a16:creationId xmlns:a16="http://schemas.microsoft.com/office/drawing/2014/main" id="{3A369487-076D-48FE-B660-39777AA5DA30}"/>
              </a:ext>
            </a:extLst>
          </p:cNvPr>
          <p:cNvSpPr>
            <a:spLocks noGrp="1"/>
          </p:cNvSpPr>
          <p:nvPr/>
        </p:nvSpPr>
        <p:spPr>
          <a:xfrm>
            <a:off x="9948951" y="902475"/>
            <a:ext cx="1958057" cy="757958"/>
          </a:xfrm>
          <a:custGeom>
            <a:avLst/>
            <a:gdLst/>
            <a:ahLst/>
            <a:cxnLst/>
            <a:rect l="0" t="0" r="0" b="0"/>
            <a:pathLst>
              <a:path w="1958057" h="757958">
                <a:moveTo>
                  <a:pt x="0" y="0"/>
                </a:moveTo>
                <a:lnTo>
                  <a:pt x="1958057" y="757958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5" name="anim_o82_1">
            <a:extLst>
              <a:ext uri="{FF2B5EF4-FFF2-40B4-BE49-F238E27FC236}">
                <a16:creationId xmlns:a16="http://schemas.microsoft.com/office/drawing/2014/main" id="{A3981CC9-D0A5-4476-9D92-0F3F38A22C63}"/>
              </a:ext>
            </a:extLst>
          </p:cNvPr>
          <p:cNvSpPr>
            <a:spLocks noGrp="1"/>
          </p:cNvSpPr>
          <p:nvPr/>
        </p:nvSpPr>
        <p:spPr>
          <a:xfrm>
            <a:off x="11907008" y="3555326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378979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6" name="anim_o83_1">
            <a:extLst>
              <a:ext uri="{FF2B5EF4-FFF2-40B4-BE49-F238E27FC236}">
                <a16:creationId xmlns:a16="http://schemas.microsoft.com/office/drawing/2014/main" id="{15287DE7-B4A6-4AC9-90D4-E0A760E420C0}"/>
              </a:ext>
            </a:extLst>
          </p:cNvPr>
          <p:cNvSpPr>
            <a:spLocks noGrp="1"/>
          </p:cNvSpPr>
          <p:nvPr/>
        </p:nvSpPr>
        <p:spPr>
          <a:xfrm>
            <a:off x="11907008" y="2797369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1136936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7" name="anim_o84_1">
            <a:extLst>
              <a:ext uri="{FF2B5EF4-FFF2-40B4-BE49-F238E27FC236}">
                <a16:creationId xmlns:a16="http://schemas.microsoft.com/office/drawing/2014/main" id="{830B82D7-198A-4F4F-9CC9-0E7369B31F9B}"/>
              </a:ext>
            </a:extLst>
          </p:cNvPr>
          <p:cNvSpPr>
            <a:spLocks noGrp="1"/>
          </p:cNvSpPr>
          <p:nvPr/>
        </p:nvSpPr>
        <p:spPr>
          <a:xfrm>
            <a:off x="11907008" y="2039411"/>
            <a:ext cx="1958057" cy="1894894"/>
          </a:xfrm>
          <a:custGeom>
            <a:avLst/>
            <a:gdLst/>
            <a:ahLst/>
            <a:cxnLst/>
            <a:rect l="0" t="0" r="0" b="0"/>
            <a:pathLst>
              <a:path w="1958057" h="1894894">
                <a:moveTo>
                  <a:pt x="0" y="1894894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8" name="anim_o85_1">
            <a:extLst>
              <a:ext uri="{FF2B5EF4-FFF2-40B4-BE49-F238E27FC236}">
                <a16:creationId xmlns:a16="http://schemas.microsoft.com/office/drawing/2014/main" id="{6F5DD33D-3BF0-4E5D-AE73-6637D98B0D1C}"/>
              </a:ext>
            </a:extLst>
          </p:cNvPr>
          <p:cNvSpPr>
            <a:spLocks noGrp="1"/>
          </p:cNvSpPr>
          <p:nvPr/>
        </p:nvSpPr>
        <p:spPr>
          <a:xfrm>
            <a:off x="11907008" y="3176347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0"/>
                </a:moveTo>
                <a:lnTo>
                  <a:pt x="1958057" y="378979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o86_1">
            <a:extLst>
              <a:ext uri="{FF2B5EF4-FFF2-40B4-BE49-F238E27FC236}">
                <a16:creationId xmlns:a16="http://schemas.microsoft.com/office/drawing/2014/main" id="{29F041EF-CD8A-470D-BE97-4DDDDFEADDD7}"/>
              </a:ext>
            </a:extLst>
          </p:cNvPr>
          <p:cNvSpPr>
            <a:spLocks noGrp="1"/>
          </p:cNvSpPr>
          <p:nvPr/>
        </p:nvSpPr>
        <p:spPr>
          <a:xfrm>
            <a:off x="11907008" y="2797369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378979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0" name="anim_o87_1">
            <a:extLst>
              <a:ext uri="{FF2B5EF4-FFF2-40B4-BE49-F238E27FC236}">
                <a16:creationId xmlns:a16="http://schemas.microsoft.com/office/drawing/2014/main" id="{9409D947-86C3-4FAC-B549-787EC7978D38}"/>
              </a:ext>
            </a:extLst>
          </p:cNvPr>
          <p:cNvSpPr>
            <a:spLocks noGrp="1"/>
          </p:cNvSpPr>
          <p:nvPr/>
        </p:nvSpPr>
        <p:spPr>
          <a:xfrm>
            <a:off x="11907008" y="2039411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1136936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1" name="anim_o88_1">
            <a:extLst>
              <a:ext uri="{FF2B5EF4-FFF2-40B4-BE49-F238E27FC236}">
                <a16:creationId xmlns:a16="http://schemas.microsoft.com/office/drawing/2014/main" id="{206BD14C-2DE8-4AAA-A72A-BEFCCA53DC3A}"/>
              </a:ext>
            </a:extLst>
          </p:cNvPr>
          <p:cNvSpPr>
            <a:spLocks noGrp="1"/>
          </p:cNvSpPr>
          <p:nvPr/>
        </p:nvSpPr>
        <p:spPr>
          <a:xfrm>
            <a:off x="11907008" y="2418390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0"/>
                </a:moveTo>
                <a:lnTo>
                  <a:pt x="1958057" y="113693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2" name="anim_o89_1">
            <a:extLst>
              <a:ext uri="{FF2B5EF4-FFF2-40B4-BE49-F238E27FC236}">
                <a16:creationId xmlns:a16="http://schemas.microsoft.com/office/drawing/2014/main" id="{22D0A792-7318-4E0C-8F05-9459159262B3}"/>
              </a:ext>
            </a:extLst>
          </p:cNvPr>
          <p:cNvSpPr>
            <a:spLocks noGrp="1"/>
          </p:cNvSpPr>
          <p:nvPr/>
        </p:nvSpPr>
        <p:spPr>
          <a:xfrm>
            <a:off x="11907008" y="2418390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0"/>
                </a:moveTo>
                <a:lnTo>
                  <a:pt x="1958057" y="378979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3" name="anim_o90_1">
            <a:extLst>
              <a:ext uri="{FF2B5EF4-FFF2-40B4-BE49-F238E27FC236}">
                <a16:creationId xmlns:a16="http://schemas.microsoft.com/office/drawing/2014/main" id="{2816DF9A-29BF-4458-8C43-E4705D8BE038}"/>
              </a:ext>
            </a:extLst>
          </p:cNvPr>
          <p:cNvSpPr>
            <a:spLocks noGrp="1"/>
          </p:cNvSpPr>
          <p:nvPr/>
        </p:nvSpPr>
        <p:spPr>
          <a:xfrm>
            <a:off x="11907008" y="2039411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378979"/>
                </a:moveTo>
                <a:lnTo>
                  <a:pt x="195805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4" name="anim_o91_1">
            <a:extLst>
              <a:ext uri="{FF2B5EF4-FFF2-40B4-BE49-F238E27FC236}">
                <a16:creationId xmlns:a16="http://schemas.microsoft.com/office/drawing/2014/main" id="{673C9E38-7596-4106-BE3B-F5B6F6420F7F}"/>
              </a:ext>
            </a:extLst>
          </p:cNvPr>
          <p:cNvSpPr>
            <a:spLocks noGrp="1"/>
          </p:cNvSpPr>
          <p:nvPr/>
        </p:nvSpPr>
        <p:spPr>
          <a:xfrm>
            <a:off x="11907008" y="1660432"/>
            <a:ext cx="1958057" cy="1894894"/>
          </a:xfrm>
          <a:custGeom>
            <a:avLst/>
            <a:gdLst/>
            <a:ahLst/>
            <a:cxnLst/>
            <a:rect l="0" t="0" r="0" b="0"/>
            <a:pathLst>
              <a:path w="1958057" h="1894894">
                <a:moveTo>
                  <a:pt x="0" y="0"/>
                </a:moveTo>
                <a:lnTo>
                  <a:pt x="1958057" y="1894894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5" name="anim_o92_1">
            <a:extLst>
              <a:ext uri="{FF2B5EF4-FFF2-40B4-BE49-F238E27FC236}">
                <a16:creationId xmlns:a16="http://schemas.microsoft.com/office/drawing/2014/main" id="{0BA7B0F3-62D7-4960-8227-B5089FC02D3B}"/>
              </a:ext>
            </a:extLst>
          </p:cNvPr>
          <p:cNvSpPr>
            <a:spLocks noGrp="1"/>
          </p:cNvSpPr>
          <p:nvPr/>
        </p:nvSpPr>
        <p:spPr>
          <a:xfrm>
            <a:off x="11907008" y="1660432"/>
            <a:ext cx="1958057" cy="1136936"/>
          </a:xfrm>
          <a:custGeom>
            <a:avLst/>
            <a:gdLst/>
            <a:ahLst/>
            <a:cxnLst/>
            <a:rect l="0" t="0" r="0" b="0"/>
            <a:pathLst>
              <a:path w="1958057" h="1136936">
                <a:moveTo>
                  <a:pt x="0" y="0"/>
                </a:moveTo>
                <a:lnTo>
                  <a:pt x="1958057" y="113693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6" name="anim_o93_1">
            <a:extLst>
              <a:ext uri="{FF2B5EF4-FFF2-40B4-BE49-F238E27FC236}">
                <a16:creationId xmlns:a16="http://schemas.microsoft.com/office/drawing/2014/main" id="{85EF4E1A-E72B-4528-8A41-54B98DB53107}"/>
              </a:ext>
            </a:extLst>
          </p:cNvPr>
          <p:cNvSpPr>
            <a:spLocks noGrp="1"/>
          </p:cNvSpPr>
          <p:nvPr/>
        </p:nvSpPr>
        <p:spPr>
          <a:xfrm>
            <a:off x="11907008" y="1660432"/>
            <a:ext cx="1958057" cy="378979"/>
          </a:xfrm>
          <a:custGeom>
            <a:avLst/>
            <a:gdLst/>
            <a:ahLst/>
            <a:cxnLst/>
            <a:rect l="0" t="0" r="0" b="0"/>
            <a:pathLst>
              <a:path w="1958057" h="378979">
                <a:moveTo>
                  <a:pt x="0" y="0"/>
                </a:moveTo>
                <a:lnTo>
                  <a:pt x="1958057" y="378979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pic>
        <p:nvPicPr>
          <p:cNvPr id="67" name="anim_o97_1">
            <a:extLst>
              <a:ext uri="{FF2B5EF4-FFF2-40B4-BE49-F238E27FC236}">
                <a16:creationId xmlns:a16="http://schemas.microsoft.com/office/drawing/2014/main" id="{13D42CFC-3FBB-4680-B456-4ACE1B35F57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/>
        </p:blipFill>
        <p:spPr>
          <a:xfrm>
            <a:off x="2222793" y="1849922"/>
            <a:ext cx="1811562" cy="1894894"/>
          </a:xfrm>
          <a:prstGeom prst="rect">
            <a:avLst/>
          </a:prstGeom>
        </p:spPr>
      </p:pic>
      <p:sp>
        <p:nvSpPr>
          <p:cNvPr id="68" name="anim_o110_1">
            <a:extLst>
              <a:ext uri="{FF2B5EF4-FFF2-40B4-BE49-F238E27FC236}">
                <a16:creationId xmlns:a16="http://schemas.microsoft.com/office/drawing/2014/main" id="{BF1735E8-7D8B-44CE-A017-5AF7B2C406E5}"/>
              </a:ext>
            </a:extLst>
          </p:cNvPr>
          <p:cNvSpPr>
            <a:spLocks noGrp="1"/>
          </p:cNvSpPr>
          <p:nvPr/>
        </p:nvSpPr>
        <p:spPr>
          <a:xfrm>
            <a:off x="2191212" y="1818340"/>
            <a:ext cx="1874725" cy="1958057"/>
          </a:xfrm>
          <a:prstGeom prst="rect">
            <a:avLst/>
          </a:prstGeom>
          <a:noFill/>
          <a:ln w="19050">
            <a:solidFill>
              <a:srgbClr val="C55F73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9" name="anim_o217_1">
            <a:extLst>
              <a:ext uri="{FF2B5EF4-FFF2-40B4-BE49-F238E27FC236}">
                <a16:creationId xmlns:a16="http://schemas.microsoft.com/office/drawing/2014/main" id="{5499564D-CAA9-42D2-92B2-F623FEA28CDE}"/>
              </a:ext>
            </a:extLst>
          </p:cNvPr>
          <p:cNvSpPr>
            <a:spLocks noGrp="1"/>
          </p:cNvSpPr>
          <p:nvPr/>
        </p:nvSpPr>
        <p:spPr>
          <a:xfrm>
            <a:off x="5297618" y="1692014"/>
            <a:ext cx="1263263" cy="2210710"/>
          </a:xfrm>
          <a:prstGeom prst="roundRect">
            <a:avLst>
              <a:gd name="adj" fmla="val 6032"/>
            </a:avLst>
          </a:prstGeom>
          <a:solidFill>
            <a:srgbClr val="DA1F1F">
              <a:alpha val="20000"/>
            </a:srgbClr>
          </a:solidFill>
          <a:ln w="25400">
            <a:solidFill>
              <a:srgbClr val="DA1F1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0" name="anim_o230_1">
            <a:extLst>
              <a:ext uri="{FF2B5EF4-FFF2-40B4-BE49-F238E27FC236}">
                <a16:creationId xmlns:a16="http://schemas.microsoft.com/office/drawing/2014/main" id="{2A60DAFD-F1EF-4538-AECB-BCC050257B02}"/>
              </a:ext>
            </a:extLst>
          </p:cNvPr>
          <p:cNvSpPr>
            <a:spLocks noGrp="1"/>
          </p:cNvSpPr>
          <p:nvPr/>
        </p:nvSpPr>
        <p:spPr>
          <a:xfrm>
            <a:off x="4129100" y="2711644"/>
            <a:ext cx="1073773" cy="171450"/>
          </a:xfrm>
          <a:custGeom>
            <a:avLst/>
            <a:gdLst/>
            <a:ahLst/>
            <a:cxnLst/>
            <a:rect l="0" t="0" r="0" b="0"/>
            <a:pathLst>
              <a:path w="1073773" h="171450">
                <a:moveTo>
                  <a:pt x="0" y="104775"/>
                </a:moveTo>
                <a:lnTo>
                  <a:pt x="902323" y="104775"/>
                </a:lnTo>
                <a:lnTo>
                  <a:pt x="902323" y="171450"/>
                </a:lnTo>
                <a:lnTo>
                  <a:pt x="1073773" y="85725"/>
                </a:lnTo>
                <a:lnTo>
                  <a:pt x="902323" y="0"/>
                </a:lnTo>
                <a:lnTo>
                  <a:pt x="902323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2540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71" name="anim_o290_1">
            <a:extLst>
              <a:ext uri="{FF2B5EF4-FFF2-40B4-BE49-F238E27FC236}">
                <a16:creationId xmlns:a16="http://schemas.microsoft.com/office/drawing/2014/main" id="{2C8F165D-FCDC-476C-9F69-635C7346E92F}"/>
              </a:ext>
            </a:extLst>
          </p:cNvPr>
          <p:cNvSpPr>
            <a:spLocks noGrp="1"/>
          </p:cNvSpPr>
          <p:nvPr/>
        </p:nvSpPr>
        <p:spPr>
          <a:xfrm>
            <a:off x="5815556" y="1988881"/>
            <a:ext cx="227387" cy="227387"/>
          </a:xfrm>
          <a:prstGeom prst="ellipse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2" name="anim_o291_1">
            <a:extLst>
              <a:ext uri="{FF2B5EF4-FFF2-40B4-BE49-F238E27FC236}">
                <a16:creationId xmlns:a16="http://schemas.microsoft.com/office/drawing/2014/main" id="{16D46EEF-ED91-49EE-BC36-75A074AC13CD}"/>
              </a:ext>
            </a:extLst>
          </p:cNvPr>
          <p:cNvSpPr>
            <a:spLocks noGrp="1"/>
          </p:cNvSpPr>
          <p:nvPr/>
        </p:nvSpPr>
        <p:spPr>
          <a:xfrm>
            <a:off x="5815556" y="2336278"/>
            <a:ext cx="227387" cy="227387"/>
          </a:xfrm>
          <a:prstGeom prst="ellipse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3" name="anim_o292_1">
            <a:extLst>
              <a:ext uri="{FF2B5EF4-FFF2-40B4-BE49-F238E27FC236}">
                <a16:creationId xmlns:a16="http://schemas.microsoft.com/office/drawing/2014/main" id="{1E3A9BB2-D07F-4F37-91E4-2FD2D688BF25}"/>
              </a:ext>
            </a:extLst>
          </p:cNvPr>
          <p:cNvSpPr>
            <a:spLocks noGrp="1"/>
          </p:cNvSpPr>
          <p:nvPr/>
        </p:nvSpPr>
        <p:spPr>
          <a:xfrm>
            <a:off x="5815556" y="2683675"/>
            <a:ext cx="227387" cy="227387"/>
          </a:xfrm>
          <a:prstGeom prst="ellipse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4" name="anim_o293_1">
            <a:extLst>
              <a:ext uri="{FF2B5EF4-FFF2-40B4-BE49-F238E27FC236}">
                <a16:creationId xmlns:a16="http://schemas.microsoft.com/office/drawing/2014/main" id="{BFD8D8E0-5B9C-4C2A-8FA6-4C318A629462}"/>
              </a:ext>
            </a:extLst>
          </p:cNvPr>
          <p:cNvSpPr>
            <a:spLocks noGrp="1"/>
          </p:cNvSpPr>
          <p:nvPr/>
        </p:nvSpPr>
        <p:spPr>
          <a:xfrm>
            <a:off x="5815556" y="3031072"/>
            <a:ext cx="227387" cy="227387"/>
          </a:xfrm>
          <a:prstGeom prst="ellipse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5" name="anim_o294_1">
            <a:extLst>
              <a:ext uri="{FF2B5EF4-FFF2-40B4-BE49-F238E27FC236}">
                <a16:creationId xmlns:a16="http://schemas.microsoft.com/office/drawing/2014/main" id="{DB28BC6E-1C20-4427-8E31-82E363D5D1CE}"/>
              </a:ext>
            </a:extLst>
          </p:cNvPr>
          <p:cNvSpPr>
            <a:spLocks noGrp="1"/>
          </p:cNvSpPr>
          <p:nvPr/>
        </p:nvSpPr>
        <p:spPr>
          <a:xfrm>
            <a:off x="5815556" y="3378469"/>
            <a:ext cx="227387" cy="227387"/>
          </a:xfrm>
          <a:prstGeom prst="ellipse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6" name="anim_to98_0_1">
            <a:extLst>
              <a:ext uri="{FF2B5EF4-FFF2-40B4-BE49-F238E27FC236}">
                <a16:creationId xmlns:a16="http://schemas.microsoft.com/office/drawing/2014/main" id="{BA6F841A-27E0-4AE2-8B79-CD2F87AB403F}"/>
              </a:ext>
            </a:extLst>
          </p:cNvPr>
          <p:cNvSpPr>
            <a:spLocks noGrp="1"/>
          </p:cNvSpPr>
          <p:nvPr/>
        </p:nvSpPr>
        <p:spPr>
          <a:xfrm>
            <a:off x="1802161" y="1092688"/>
            <a:ext cx="2671876" cy="54416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28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28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28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Input Image</a:t>
            </a:r>
          </a:p>
        </p:txBody>
      </p:sp>
      <p:sp>
        <p:nvSpPr>
          <p:cNvPr id="77" name="anim_to218_0_1">
            <a:extLst>
              <a:ext uri="{FF2B5EF4-FFF2-40B4-BE49-F238E27FC236}">
                <a16:creationId xmlns:a16="http://schemas.microsoft.com/office/drawing/2014/main" id="{EC5713E5-2AFF-402B-A936-7251CD4C161C}"/>
              </a:ext>
            </a:extLst>
          </p:cNvPr>
          <p:cNvSpPr>
            <a:spLocks noGrp="1"/>
          </p:cNvSpPr>
          <p:nvPr/>
        </p:nvSpPr>
        <p:spPr>
          <a:xfrm>
            <a:off x="5527923" y="2427413"/>
            <a:ext cx="821703" cy="44522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05" b="1">
                <a:solidFill>
                  <a:srgbClr val="DA1F1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805" b="1">
                <a:solidFill>
                  <a:srgbClr val="DA1F1F"/>
                </a:solidFill>
                <a:latin typeface="Consolas"/>
                <a:ea typeface="Consolas"/>
                <a:cs typeface="Consolas"/>
              </a:defRPr>
            </a:pPr>
            <a:r>
              <a:rPr sz="2805" b="1">
                <a:solidFill>
                  <a:srgbClr val="DA1F1F"/>
                </a:solidFill>
                <a:latin typeface="Consolas"/>
                <a:ea typeface="Consolas"/>
                <a:cs typeface="Consolas"/>
              </a:rPr>
              <a:t>CONV</a:t>
            </a:r>
          </a:p>
        </p:txBody>
      </p:sp>
      <p:sp>
        <p:nvSpPr>
          <p:cNvPr id="78" name="anim_to223_0_1">
            <a:extLst>
              <a:ext uri="{FF2B5EF4-FFF2-40B4-BE49-F238E27FC236}">
                <a16:creationId xmlns:a16="http://schemas.microsoft.com/office/drawing/2014/main" id="{8E355E5D-0220-422B-972D-708B8FB3098B}"/>
              </a:ext>
            </a:extLst>
          </p:cNvPr>
          <p:cNvSpPr>
            <a:spLocks noGrp="1"/>
          </p:cNvSpPr>
          <p:nvPr/>
        </p:nvSpPr>
        <p:spPr>
          <a:xfrm>
            <a:off x="5429973" y="2724767"/>
            <a:ext cx="1017603" cy="44522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05" b="1">
                <a:solidFill>
                  <a:srgbClr val="DA1F1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805" b="1">
                <a:solidFill>
                  <a:srgbClr val="DA1F1F"/>
                </a:solidFill>
                <a:latin typeface="Consolas"/>
                <a:ea typeface="Consolas"/>
                <a:cs typeface="Consolas"/>
              </a:defRPr>
            </a:pPr>
            <a:r>
              <a:rPr sz="2805" b="1">
                <a:solidFill>
                  <a:srgbClr val="DA1F1F"/>
                </a:solidFill>
                <a:latin typeface="Consolas"/>
                <a:ea typeface="Consolas"/>
                <a:cs typeface="Consolas"/>
              </a:rPr>
              <a:t>LAYER</a:t>
            </a:r>
          </a:p>
        </p:txBody>
      </p:sp>
      <p:sp>
        <p:nvSpPr>
          <p:cNvPr id="79" name="anim_to232_0_1">
            <a:extLst>
              <a:ext uri="{FF2B5EF4-FFF2-40B4-BE49-F238E27FC236}">
                <a16:creationId xmlns:a16="http://schemas.microsoft.com/office/drawing/2014/main" id="{6296B1CE-A601-4BA4-895C-569F57C768D9}"/>
              </a:ext>
            </a:extLst>
          </p:cNvPr>
          <p:cNvSpPr>
            <a:spLocks noGrp="1"/>
          </p:cNvSpPr>
          <p:nvPr/>
        </p:nvSpPr>
        <p:spPr>
          <a:xfrm>
            <a:off x="3851884" y="4469055"/>
            <a:ext cx="3520779" cy="49469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16" b="1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116" b="1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pPr>
            <a:r>
              <a:rPr sz="3116" b="1">
                <a:solidFill>
                  <a:srgbClr val="DDDDDD"/>
                </a:solidFill>
                <a:latin typeface="Consolas"/>
                <a:ea typeface="Consolas"/>
                <a:cs typeface="Consolas"/>
              </a:rPr>
              <a:t>• Edge Detection</a:t>
            </a:r>
          </a:p>
        </p:txBody>
      </p:sp>
      <p:sp>
        <p:nvSpPr>
          <p:cNvPr id="80" name="anim_to249_0_1">
            <a:extLst>
              <a:ext uri="{FF2B5EF4-FFF2-40B4-BE49-F238E27FC236}">
                <a16:creationId xmlns:a16="http://schemas.microsoft.com/office/drawing/2014/main" id="{AFFF5D67-15E6-4587-992A-D95E7DE5BCBD}"/>
              </a:ext>
            </a:extLst>
          </p:cNvPr>
          <p:cNvSpPr>
            <a:spLocks noGrp="1"/>
          </p:cNvSpPr>
          <p:nvPr/>
        </p:nvSpPr>
        <p:spPr>
          <a:xfrm>
            <a:off x="3851884" y="5136336"/>
            <a:ext cx="3956114" cy="49469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16" b="1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116" b="1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pPr>
            <a:r>
              <a:rPr sz="3116" b="1">
                <a:solidFill>
                  <a:srgbClr val="DDDDDD"/>
                </a:solidFill>
                <a:latin typeface="Consolas"/>
                <a:ea typeface="Consolas"/>
                <a:cs typeface="Consolas"/>
              </a:rPr>
              <a:t>• Texture Analysis</a:t>
            </a:r>
          </a:p>
        </p:txBody>
      </p:sp>
      <p:sp>
        <p:nvSpPr>
          <p:cNvPr id="81" name="anim_to268_0_1">
            <a:extLst>
              <a:ext uri="{FF2B5EF4-FFF2-40B4-BE49-F238E27FC236}">
                <a16:creationId xmlns:a16="http://schemas.microsoft.com/office/drawing/2014/main" id="{86509CD3-F59E-4F23-80AA-B089D7840EF6}"/>
              </a:ext>
            </a:extLst>
          </p:cNvPr>
          <p:cNvSpPr>
            <a:spLocks noGrp="1"/>
          </p:cNvSpPr>
          <p:nvPr/>
        </p:nvSpPr>
        <p:spPr>
          <a:xfrm>
            <a:off x="3851884" y="5803617"/>
            <a:ext cx="4173781" cy="49469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16" b="1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116" b="1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pPr>
            <a:r>
              <a:rPr sz="3116" b="1">
                <a:solidFill>
                  <a:srgbClr val="DDDDDD"/>
                </a:solidFill>
                <a:latin typeface="Consolas"/>
                <a:ea typeface="Consolas"/>
                <a:cs typeface="Consolas"/>
              </a:rPr>
              <a:t>• Shape Recognition</a:t>
            </a:r>
          </a:p>
        </p:txBody>
      </p:sp>
      <p:sp>
        <p:nvSpPr>
          <p:cNvPr id="82" name="anim_o3_1">
            <a:extLst>
              <a:ext uri="{FF2B5EF4-FFF2-40B4-BE49-F238E27FC236}">
                <a16:creationId xmlns:a16="http://schemas.microsoft.com/office/drawing/2014/main" id="{03F4C131-54CE-45D4-B828-B28B6147799D}"/>
              </a:ext>
            </a:extLst>
          </p:cNvPr>
          <p:cNvSpPr>
            <a:spLocks noGrp="1"/>
          </p:cNvSpPr>
          <p:nvPr/>
        </p:nvSpPr>
        <p:spPr>
          <a:xfrm>
            <a:off x="7824143" y="4146533"/>
            <a:ext cx="333501" cy="333501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3" name="anim_o4_1">
            <a:extLst>
              <a:ext uri="{FF2B5EF4-FFF2-40B4-BE49-F238E27FC236}">
                <a16:creationId xmlns:a16="http://schemas.microsoft.com/office/drawing/2014/main" id="{50F62564-0D2E-4197-BE06-95C7135D4B4B}"/>
              </a:ext>
            </a:extLst>
          </p:cNvPr>
          <p:cNvSpPr>
            <a:spLocks noGrp="1"/>
          </p:cNvSpPr>
          <p:nvPr/>
        </p:nvSpPr>
        <p:spPr>
          <a:xfrm>
            <a:off x="7824143" y="3388576"/>
            <a:ext cx="333501" cy="333501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4" name="anim_o5_1">
            <a:extLst>
              <a:ext uri="{FF2B5EF4-FFF2-40B4-BE49-F238E27FC236}">
                <a16:creationId xmlns:a16="http://schemas.microsoft.com/office/drawing/2014/main" id="{AF3E1DC5-FD65-45D2-B851-53FCD5F025BF}"/>
              </a:ext>
            </a:extLst>
          </p:cNvPr>
          <p:cNvSpPr>
            <a:spLocks noGrp="1"/>
          </p:cNvSpPr>
          <p:nvPr/>
        </p:nvSpPr>
        <p:spPr>
          <a:xfrm>
            <a:off x="7824143" y="2630618"/>
            <a:ext cx="333501" cy="333501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5" name="anim_o6_1">
            <a:extLst>
              <a:ext uri="{FF2B5EF4-FFF2-40B4-BE49-F238E27FC236}">
                <a16:creationId xmlns:a16="http://schemas.microsoft.com/office/drawing/2014/main" id="{DC6F1A42-91D3-4BE7-AB42-9CCB565F6C36}"/>
              </a:ext>
            </a:extLst>
          </p:cNvPr>
          <p:cNvSpPr>
            <a:spLocks noGrp="1"/>
          </p:cNvSpPr>
          <p:nvPr/>
        </p:nvSpPr>
        <p:spPr>
          <a:xfrm>
            <a:off x="7824143" y="1872660"/>
            <a:ext cx="333501" cy="333501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6" name="anim_o7_1">
            <a:extLst>
              <a:ext uri="{FF2B5EF4-FFF2-40B4-BE49-F238E27FC236}">
                <a16:creationId xmlns:a16="http://schemas.microsoft.com/office/drawing/2014/main" id="{42E58375-E32C-4FEA-9B9C-D64E2C862127}"/>
              </a:ext>
            </a:extLst>
          </p:cNvPr>
          <p:cNvSpPr>
            <a:spLocks noGrp="1"/>
          </p:cNvSpPr>
          <p:nvPr/>
        </p:nvSpPr>
        <p:spPr>
          <a:xfrm>
            <a:off x="7824143" y="1114703"/>
            <a:ext cx="333501" cy="333501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7" name="anim_o9_1">
            <a:extLst>
              <a:ext uri="{FF2B5EF4-FFF2-40B4-BE49-F238E27FC236}">
                <a16:creationId xmlns:a16="http://schemas.microsoft.com/office/drawing/2014/main" id="{78F4E16D-CA70-4579-B01F-F5172D78C5D3}"/>
              </a:ext>
            </a:extLst>
          </p:cNvPr>
          <p:cNvSpPr>
            <a:spLocks noGrp="1"/>
          </p:cNvSpPr>
          <p:nvPr/>
        </p:nvSpPr>
        <p:spPr>
          <a:xfrm>
            <a:off x="9712721" y="4456032"/>
            <a:ext cx="472460" cy="472460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8" name="anim_o10_1">
            <a:extLst>
              <a:ext uri="{FF2B5EF4-FFF2-40B4-BE49-F238E27FC236}">
                <a16:creationId xmlns:a16="http://schemas.microsoft.com/office/drawing/2014/main" id="{A86148E8-A4B6-42C1-945B-6409326D616D}"/>
              </a:ext>
            </a:extLst>
          </p:cNvPr>
          <p:cNvSpPr>
            <a:spLocks noGrp="1"/>
          </p:cNvSpPr>
          <p:nvPr/>
        </p:nvSpPr>
        <p:spPr>
          <a:xfrm>
            <a:off x="9712721" y="3698075"/>
            <a:ext cx="472460" cy="472460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9" name="anim_o11_1">
            <a:extLst>
              <a:ext uri="{FF2B5EF4-FFF2-40B4-BE49-F238E27FC236}">
                <a16:creationId xmlns:a16="http://schemas.microsoft.com/office/drawing/2014/main" id="{4F547C1D-4E87-40D8-9026-DF55AC4C2F63}"/>
              </a:ext>
            </a:extLst>
          </p:cNvPr>
          <p:cNvSpPr>
            <a:spLocks noGrp="1"/>
          </p:cNvSpPr>
          <p:nvPr/>
        </p:nvSpPr>
        <p:spPr>
          <a:xfrm>
            <a:off x="9712721" y="2940117"/>
            <a:ext cx="472460" cy="472460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0" name="anim_o12_1">
            <a:extLst>
              <a:ext uri="{FF2B5EF4-FFF2-40B4-BE49-F238E27FC236}">
                <a16:creationId xmlns:a16="http://schemas.microsoft.com/office/drawing/2014/main" id="{84F10517-D89E-41A6-94F5-AF4B2D9C155E}"/>
              </a:ext>
            </a:extLst>
          </p:cNvPr>
          <p:cNvSpPr>
            <a:spLocks noGrp="1"/>
          </p:cNvSpPr>
          <p:nvPr/>
        </p:nvSpPr>
        <p:spPr>
          <a:xfrm>
            <a:off x="9712721" y="2182160"/>
            <a:ext cx="472460" cy="472460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1" name="anim_o13_1">
            <a:extLst>
              <a:ext uri="{FF2B5EF4-FFF2-40B4-BE49-F238E27FC236}">
                <a16:creationId xmlns:a16="http://schemas.microsoft.com/office/drawing/2014/main" id="{6C98C643-8FB5-420D-8450-135F8DD5A54C}"/>
              </a:ext>
            </a:extLst>
          </p:cNvPr>
          <p:cNvSpPr>
            <a:spLocks noGrp="1"/>
          </p:cNvSpPr>
          <p:nvPr/>
        </p:nvSpPr>
        <p:spPr>
          <a:xfrm>
            <a:off x="9712721" y="1424202"/>
            <a:ext cx="472460" cy="472460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2" name="anim_o14_1">
            <a:extLst>
              <a:ext uri="{FF2B5EF4-FFF2-40B4-BE49-F238E27FC236}">
                <a16:creationId xmlns:a16="http://schemas.microsoft.com/office/drawing/2014/main" id="{48221219-C994-4AF2-8F3F-732B86E8DFAC}"/>
              </a:ext>
            </a:extLst>
          </p:cNvPr>
          <p:cNvSpPr>
            <a:spLocks noGrp="1"/>
          </p:cNvSpPr>
          <p:nvPr/>
        </p:nvSpPr>
        <p:spPr>
          <a:xfrm>
            <a:off x="9712721" y="666245"/>
            <a:ext cx="472460" cy="472460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3" name="anim_o16_1">
            <a:extLst>
              <a:ext uri="{FF2B5EF4-FFF2-40B4-BE49-F238E27FC236}">
                <a16:creationId xmlns:a16="http://schemas.microsoft.com/office/drawing/2014/main" id="{701CE83E-4EE2-4B60-B0BA-A23BC664CE4B}"/>
              </a:ext>
            </a:extLst>
          </p:cNvPr>
          <p:cNvSpPr>
            <a:spLocks noGrp="1"/>
          </p:cNvSpPr>
          <p:nvPr/>
        </p:nvSpPr>
        <p:spPr>
          <a:xfrm>
            <a:off x="11670778" y="3698075"/>
            <a:ext cx="472460" cy="472460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4" name="anim_o17_1">
            <a:extLst>
              <a:ext uri="{FF2B5EF4-FFF2-40B4-BE49-F238E27FC236}">
                <a16:creationId xmlns:a16="http://schemas.microsoft.com/office/drawing/2014/main" id="{F35430C5-9CD2-45C8-B6F3-FD309CE3D049}"/>
              </a:ext>
            </a:extLst>
          </p:cNvPr>
          <p:cNvSpPr>
            <a:spLocks noGrp="1"/>
          </p:cNvSpPr>
          <p:nvPr/>
        </p:nvSpPr>
        <p:spPr>
          <a:xfrm>
            <a:off x="11670778" y="2940117"/>
            <a:ext cx="472460" cy="472460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5" name="anim_o18_1">
            <a:extLst>
              <a:ext uri="{FF2B5EF4-FFF2-40B4-BE49-F238E27FC236}">
                <a16:creationId xmlns:a16="http://schemas.microsoft.com/office/drawing/2014/main" id="{ACDBCC2B-67C8-40D2-82EC-A72C04E5A649}"/>
              </a:ext>
            </a:extLst>
          </p:cNvPr>
          <p:cNvSpPr>
            <a:spLocks noGrp="1"/>
          </p:cNvSpPr>
          <p:nvPr/>
        </p:nvSpPr>
        <p:spPr>
          <a:xfrm>
            <a:off x="11670778" y="2182160"/>
            <a:ext cx="472460" cy="472460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6" name="anim_o19_1">
            <a:extLst>
              <a:ext uri="{FF2B5EF4-FFF2-40B4-BE49-F238E27FC236}">
                <a16:creationId xmlns:a16="http://schemas.microsoft.com/office/drawing/2014/main" id="{EC971A5A-55D6-4DCA-AE11-E17CF18E49F4}"/>
              </a:ext>
            </a:extLst>
          </p:cNvPr>
          <p:cNvSpPr>
            <a:spLocks noGrp="1"/>
          </p:cNvSpPr>
          <p:nvPr/>
        </p:nvSpPr>
        <p:spPr>
          <a:xfrm>
            <a:off x="11670778" y="1424202"/>
            <a:ext cx="472460" cy="472460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7" name="anim_o172_1">
            <a:extLst>
              <a:ext uri="{FF2B5EF4-FFF2-40B4-BE49-F238E27FC236}">
                <a16:creationId xmlns:a16="http://schemas.microsoft.com/office/drawing/2014/main" id="{DCA97DF5-417D-4208-8935-15A21F07C098}"/>
              </a:ext>
            </a:extLst>
          </p:cNvPr>
          <p:cNvSpPr>
            <a:spLocks noGrp="1"/>
          </p:cNvSpPr>
          <p:nvPr/>
        </p:nvSpPr>
        <p:spPr>
          <a:xfrm>
            <a:off x="7824143" y="4146533"/>
            <a:ext cx="333501" cy="333501"/>
          </a:xfrm>
          <a:prstGeom prst="ellipse">
            <a:avLst/>
          </a:prstGeom>
          <a:solidFill>
            <a:srgbClr val="83C167">
              <a:alpha val="10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8" name="anim_o173_1">
            <a:extLst>
              <a:ext uri="{FF2B5EF4-FFF2-40B4-BE49-F238E27FC236}">
                <a16:creationId xmlns:a16="http://schemas.microsoft.com/office/drawing/2014/main" id="{97581020-586E-4EA1-BF9C-6A574752695F}"/>
              </a:ext>
            </a:extLst>
          </p:cNvPr>
          <p:cNvSpPr>
            <a:spLocks noGrp="1"/>
          </p:cNvSpPr>
          <p:nvPr/>
        </p:nvSpPr>
        <p:spPr>
          <a:xfrm>
            <a:off x="7824143" y="3388576"/>
            <a:ext cx="333501" cy="333501"/>
          </a:xfrm>
          <a:prstGeom prst="ellipse">
            <a:avLst/>
          </a:prstGeom>
          <a:solidFill>
            <a:srgbClr val="83C167">
              <a:alpha val="10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9" name="anim_o174_1">
            <a:extLst>
              <a:ext uri="{FF2B5EF4-FFF2-40B4-BE49-F238E27FC236}">
                <a16:creationId xmlns:a16="http://schemas.microsoft.com/office/drawing/2014/main" id="{80DE9AA6-93B1-469D-8736-F042E93DB114}"/>
              </a:ext>
            </a:extLst>
          </p:cNvPr>
          <p:cNvSpPr>
            <a:spLocks noGrp="1"/>
          </p:cNvSpPr>
          <p:nvPr/>
        </p:nvSpPr>
        <p:spPr>
          <a:xfrm>
            <a:off x="7824143" y="2630618"/>
            <a:ext cx="333501" cy="333501"/>
          </a:xfrm>
          <a:prstGeom prst="ellipse">
            <a:avLst/>
          </a:prstGeom>
          <a:solidFill>
            <a:srgbClr val="83C167">
              <a:alpha val="10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0" name="anim_o175_1">
            <a:extLst>
              <a:ext uri="{FF2B5EF4-FFF2-40B4-BE49-F238E27FC236}">
                <a16:creationId xmlns:a16="http://schemas.microsoft.com/office/drawing/2014/main" id="{1A3491F5-6E8A-40D7-95B8-694EC5747CB8}"/>
              </a:ext>
            </a:extLst>
          </p:cNvPr>
          <p:cNvSpPr>
            <a:spLocks noGrp="1"/>
          </p:cNvSpPr>
          <p:nvPr/>
        </p:nvSpPr>
        <p:spPr>
          <a:xfrm>
            <a:off x="7824143" y="1872660"/>
            <a:ext cx="333501" cy="333501"/>
          </a:xfrm>
          <a:prstGeom prst="ellipse">
            <a:avLst/>
          </a:prstGeom>
          <a:solidFill>
            <a:srgbClr val="83C167">
              <a:alpha val="10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1" name="anim_o176_1">
            <a:extLst>
              <a:ext uri="{FF2B5EF4-FFF2-40B4-BE49-F238E27FC236}">
                <a16:creationId xmlns:a16="http://schemas.microsoft.com/office/drawing/2014/main" id="{EEF7698F-DC5C-42DE-A7AF-5DD272EE3CE2}"/>
              </a:ext>
            </a:extLst>
          </p:cNvPr>
          <p:cNvSpPr>
            <a:spLocks noGrp="1"/>
          </p:cNvSpPr>
          <p:nvPr/>
        </p:nvSpPr>
        <p:spPr>
          <a:xfrm>
            <a:off x="7824143" y="1114703"/>
            <a:ext cx="333501" cy="333501"/>
          </a:xfrm>
          <a:prstGeom prst="ellipse">
            <a:avLst/>
          </a:prstGeom>
          <a:solidFill>
            <a:srgbClr val="83C167">
              <a:alpha val="10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2" name="anim_o295_1">
            <a:extLst>
              <a:ext uri="{FF2B5EF4-FFF2-40B4-BE49-F238E27FC236}">
                <a16:creationId xmlns:a16="http://schemas.microsoft.com/office/drawing/2014/main" id="{A1F574EB-D7B6-429C-88BD-AE99AC6ABE4C}"/>
              </a:ext>
            </a:extLst>
          </p:cNvPr>
          <p:cNvSpPr>
            <a:spLocks noGrp="1"/>
          </p:cNvSpPr>
          <p:nvPr/>
        </p:nvSpPr>
        <p:spPr>
          <a:xfrm>
            <a:off x="6655625" y="2711644"/>
            <a:ext cx="1073773" cy="171450"/>
          </a:xfrm>
          <a:custGeom>
            <a:avLst/>
            <a:gdLst/>
            <a:ahLst/>
            <a:cxnLst/>
            <a:rect l="0" t="0" r="0" b="0"/>
            <a:pathLst>
              <a:path w="1073773" h="171450">
                <a:moveTo>
                  <a:pt x="0" y="104775"/>
                </a:moveTo>
                <a:lnTo>
                  <a:pt x="902323" y="104775"/>
                </a:lnTo>
                <a:lnTo>
                  <a:pt x="902323" y="171450"/>
                </a:lnTo>
                <a:lnTo>
                  <a:pt x="1073773" y="85725"/>
                </a:lnTo>
                <a:lnTo>
                  <a:pt x="902323" y="0"/>
                </a:lnTo>
                <a:lnTo>
                  <a:pt x="902323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2540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3" name="anim_o290_2">
            <a:extLst>
              <a:ext uri="{FF2B5EF4-FFF2-40B4-BE49-F238E27FC236}">
                <a16:creationId xmlns:a16="http://schemas.microsoft.com/office/drawing/2014/main" id="{B9806467-E1D7-4B6F-AD87-C469AB42EB2E}"/>
              </a:ext>
            </a:extLst>
          </p:cNvPr>
          <p:cNvSpPr>
            <a:spLocks noGrp="1"/>
          </p:cNvSpPr>
          <p:nvPr/>
        </p:nvSpPr>
        <p:spPr>
          <a:xfrm>
            <a:off x="7824143" y="4146533"/>
            <a:ext cx="333501" cy="333501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4" name="anim_o291_2">
            <a:extLst>
              <a:ext uri="{FF2B5EF4-FFF2-40B4-BE49-F238E27FC236}">
                <a16:creationId xmlns:a16="http://schemas.microsoft.com/office/drawing/2014/main" id="{A27DE216-72C8-4FA2-B55B-D87896648A04}"/>
              </a:ext>
            </a:extLst>
          </p:cNvPr>
          <p:cNvSpPr>
            <a:spLocks noGrp="1"/>
          </p:cNvSpPr>
          <p:nvPr/>
        </p:nvSpPr>
        <p:spPr>
          <a:xfrm>
            <a:off x="7824143" y="3388576"/>
            <a:ext cx="333501" cy="333501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5" name="anim_o292_2">
            <a:extLst>
              <a:ext uri="{FF2B5EF4-FFF2-40B4-BE49-F238E27FC236}">
                <a16:creationId xmlns:a16="http://schemas.microsoft.com/office/drawing/2014/main" id="{E40C5815-ABFD-4F63-8F54-50AF928FBE9E}"/>
              </a:ext>
            </a:extLst>
          </p:cNvPr>
          <p:cNvSpPr>
            <a:spLocks noGrp="1"/>
          </p:cNvSpPr>
          <p:nvPr/>
        </p:nvSpPr>
        <p:spPr>
          <a:xfrm>
            <a:off x="7824143" y="2630618"/>
            <a:ext cx="333501" cy="333501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6" name="anim_o293_2">
            <a:extLst>
              <a:ext uri="{FF2B5EF4-FFF2-40B4-BE49-F238E27FC236}">
                <a16:creationId xmlns:a16="http://schemas.microsoft.com/office/drawing/2014/main" id="{3C666E33-7425-4EC5-BDBA-EC14F17DC39E}"/>
              </a:ext>
            </a:extLst>
          </p:cNvPr>
          <p:cNvSpPr>
            <a:spLocks noGrp="1"/>
          </p:cNvSpPr>
          <p:nvPr/>
        </p:nvSpPr>
        <p:spPr>
          <a:xfrm>
            <a:off x="7824143" y="1872660"/>
            <a:ext cx="333501" cy="333501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7" name="anim_o294_2">
            <a:extLst>
              <a:ext uri="{FF2B5EF4-FFF2-40B4-BE49-F238E27FC236}">
                <a16:creationId xmlns:a16="http://schemas.microsoft.com/office/drawing/2014/main" id="{0C142AC0-C0F2-492E-8FA9-66C901A1EEC5}"/>
              </a:ext>
            </a:extLst>
          </p:cNvPr>
          <p:cNvSpPr>
            <a:spLocks noGrp="1"/>
          </p:cNvSpPr>
          <p:nvPr/>
        </p:nvSpPr>
        <p:spPr>
          <a:xfrm>
            <a:off x="7824143" y="1114703"/>
            <a:ext cx="333501" cy="333501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8" name="anim_to297_0_1">
            <a:extLst>
              <a:ext uri="{FF2B5EF4-FFF2-40B4-BE49-F238E27FC236}">
                <a16:creationId xmlns:a16="http://schemas.microsoft.com/office/drawing/2014/main" id="{33258B4F-8FD0-42A0-A8F8-43BED9B55D14}"/>
              </a:ext>
            </a:extLst>
          </p:cNvPr>
          <p:cNvSpPr>
            <a:spLocks noGrp="1"/>
          </p:cNvSpPr>
          <p:nvPr/>
        </p:nvSpPr>
        <p:spPr>
          <a:xfrm>
            <a:off x="2481746" y="5248832"/>
            <a:ext cx="424742" cy="8708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485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485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pPr>
            <a:r>
              <a:rPr sz="5485" b="0">
                <a:solidFill>
                  <a:srgbClr val="FF0000"/>
                </a:solidFill>
                <a:latin typeface="Cambria Math"/>
                <a:ea typeface="Cambria Math"/>
                <a:cs typeface="Cambria Math"/>
              </a:rPr>
              <a:t>3</a:t>
            </a:r>
          </a:p>
        </p:txBody>
      </p:sp>
      <p:sp>
        <p:nvSpPr>
          <p:cNvPr id="109" name="anim_to299_0_1">
            <a:extLst>
              <a:ext uri="{FF2B5EF4-FFF2-40B4-BE49-F238E27FC236}">
                <a16:creationId xmlns:a16="http://schemas.microsoft.com/office/drawing/2014/main" id="{5FDBD232-0A07-4EB3-8478-C4465076C23F}"/>
              </a:ext>
            </a:extLst>
          </p:cNvPr>
          <p:cNvSpPr>
            <a:spLocks noGrp="1"/>
          </p:cNvSpPr>
          <p:nvPr/>
        </p:nvSpPr>
        <p:spPr>
          <a:xfrm>
            <a:off x="2868388" y="5248832"/>
            <a:ext cx="424742" cy="8708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485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485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pPr>
            <a:r>
              <a:rPr sz="5485" b="0">
                <a:solidFill>
                  <a:srgbClr val="FF0000"/>
                </a:solidFill>
                <a:latin typeface="Cambria Math"/>
                <a:ea typeface="Cambria Math"/>
                <a:cs typeface="Cambria Math"/>
              </a:rPr>
              <a:t>0</a:t>
            </a:r>
          </a:p>
        </p:txBody>
      </p:sp>
      <p:sp>
        <p:nvSpPr>
          <p:cNvPr id="110" name="anim_to302_0_1">
            <a:extLst>
              <a:ext uri="{FF2B5EF4-FFF2-40B4-BE49-F238E27FC236}">
                <a16:creationId xmlns:a16="http://schemas.microsoft.com/office/drawing/2014/main" id="{01A98C8B-50FE-448A-A608-14B3B6D6D92E}"/>
              </a:ext>
            </a:extLst>
          </p:cNvPr>
          <p:cNvSpPr>
            <a:spLocks noGrp="1"/>
          </p:cNvSpPr>
          <p:nvPr/>
        </p:nvSpPr>
        <p:spPr>
          <a:xfrm>
            <a:off x="3255030" y="5248832"/>
            <a:ext cx="180914" cy="8708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485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485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pPr>
            <a:r>
              <a:rPr sz="5485" b="0">
                <a:solidFill>
                  <a:srgbClr val="FF0000"/>
                </a:solidFill>
                <a:latin typeface="Cambria Math"/>
                <a:ea typeface="Cambria Math"/>
                <a:cs typeface="Cambria Math"/>
              </a:rPr>
              <a:t>,</a:t>
            </a:r>
          </a:p>
        </p:txBody>
      </p:sp>
      <p:sp>
        <p:nvSpPr>
          <p:cNvPr id="111" name="anim_to304_0_1">
            <a:extLst>
              <a:ext uri="{FF2B5EF4-FFF2-40B4-BE49-F238E27FC236}">
                <a16:creationId xmlns:a16="http://schemas.microsoft.com/office/drawing/2014/main" id="{AF95E424-F4BE-4291-A22E-DEEBC746F526}"/>
              </a:ext>
            </a:extLst>
          </p:cNvPr>
          <p:cNvSpPr>
            <a:spLocks noGrp="1"/>
          </p:cNvSpPr>
          <p:nvPr/>
        </p:nvSpPr>
        <p:spPr>
          <a:xfrm>
            <a:off x="3397843" y="5248832"/>
            <a:ext cx="424742" cy="8708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485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485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pPr>
            <a:r>
              <a:rPr sz="5485" b="0">
                <a:solidFill>
                  <a:srgbClr val="FF0000"/>
                </a:solidFill>
                <a:latin typeface="Cambria Math"/>
                <a:ea typeface="Cambria Math"/>
                <a:cs typeface="Cambria Math"/>
              </a:rPr>
              <a:t>0</a:t>
            </a:r>
          </a:p>
        </p:txBody>
      </p:sp>
      <p:sp>
        <p:nvSpPr>
          <p:cNvPr id="112" name="anim_to306_0_1">
            <a:extLst>
              <a:ext uri="{FF2B5EF4-FFF2-40B4-BE49-F238E27FC236}">
                <a16:creationId xmlns:a16="http://schemas.microsoft.com/office/drawing/2014/main" id="{C3957373-AC92-4F99-A2A9-5A4F52D5CEBB}"/>
              </a:ext>
            </a:extLst>
          </p:cNvPr>
          <p:cNvSpPr>
            <a:spLocks noGrp="1"/>
          </p:cNvSpPr>
          <p:nvPr/>
        </p:nvSpPr>
        <p:spPr>
          <a:xfrm>
            <a:off x="3784485" y="5248832"/>
            <a:ext cx="424742" cy="8708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485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485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pPr>
            <a:r>
              <a:rPr sz="5485" b="0">
                <a:solidFill>
                  <a:srgbClr val="FF0000"/>
                </a:solidFill>
                <a:latin typeface="Cambria Math"/>
                <a:ea typeface="Cambria Math"/>
                <a:cs typeface="Cambria Math"/>
              </a:rPr>
              <a:t>0</a:t>
            </a:r>
          </a:p>
        </p:txBody>
      </p:sp>
      <p:sp>
        <p:nvSpPr>
          <p:cNvPr id="113" name="anim_to308_0_1">
            <a:extLst>
              <a:ext uri="{FF2B5EF4-FFF2-40B4-BE49-F238E27FC236}">
                <a16:creationId xmlns:a16="http://schemas.microsoft.com/office/drawing/2014/main" id="{D36A2046-1A31-42F1-9029-874459A78618}"/>
              </a:ext>
            </a:extLst>
          </p:cNvPr>
          <p:cNvSpPr>
            <a:spLocks noGrp="1"/>
          </p:cNvSpPr>
          <p:nvPr/>
        </p:nvSpPr>
        <p:spPr>
          <a:xfrm>
            <a:off x="4171127" y="5248832"/>
            <a:ext cx="424742" cy="8708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485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485" b="0">
                <a:solidFill>
                  <a:srgbClr val="FF0000"/>
                </a:solidFill>
                <a:latin typeface="Cambria Math"/>
                <a:ea typeface="Cambria Math"/>
                <a:cs typeface="Cambria Math"/>
              </a:defRPr>
            </a:pPr>
            <a:r>
              <a:rPr sz="5485" b="0">
                <a:solidFill>
                  <a:srgbClr val="FF0000"/>
                </a:solidFill>
                <a:latin typeface="Cambria Math"/>
                <a:ea typeface="Cambria Math"/>
                <a:cs typeface="Cambria Math"/>
              </a:rPr>
              <a:t>0</a:t>
            </a:r>
          </a:p>
        </p:txBody>
      </p:sp>
      <p:sp>
        <p:nvSpPr>
          <p:cNvPr id="114" name="anim_to312_0_1">
            <a:extLst>
              <a:ext uri="{FF2B5EF4-FFF2-40B4-BE49-F238E27FC236}">
                <a16:creationId xmlns:a16="http://schemas.microsoft.com/office/drawing/2014/main" id="{AA3FB1C9-D0B4-4484-930C-C2839373E128}"/>
              </a:ext>
            </a:extLst>
          </p:cNvPr>
          <p:cNvSpPr>
            <a:spLocks noGrp="1"/>
          </p:cNvSpPr>
          <p:nvPr/>
        </p:nvSpPr>
        <p:spPr>
          <a:xfrm>
            <a:off x="4711033" y="5248832"/>
            <a:ext cx="623288" cy="8708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485" b="0">
                <a:solidFill>
                  <a:srgbClr val="83C167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485" b="0">
                <a:solidFill>
                  <a:srgbClr val="83C167"/>
                </a:solidFill>
                <a:latin typeface="Cambria Math"/>
                <a:ea typeface="Cambria Math"/>
                <a:cs typeface="Cambria Math"/>
              </a:defRPr>
            </a:pPr>
            <a:r>
              <a:rPr sz="5485" b="0">
                <a:solidFill>
                  <a:srgbClr val="83C167"/>
                </a:solidFill>
                <a:latin typeface="Cambria Math"/>
                <a:ea typeface="Cambria Math"/>
                <a:cs typeface="Cambria Math"/>
              </a:rPr>
              <a:t>→</a:t>
            </a:r>
          </a:p>
        </p:txBody>
      </p:sp>
      <p:sp>
        <p:nvSpPr>
          <p:cNvPr id="115" name="anim_to316_0_1">
            <a:extLst>
              <a:ext uri="{FF2B5EF4-FFF2-40B4-BE49-F238E27FC236}">
                <a16:creationId xmlns:a16="http://schemas.microsoft.com/office/drawing/2014/main" id="{094E43B7-DC46-4D86-A74D-2F2531BD3ADE}"/>
              </a:ext>
            </a:extLst>
          </p:cNvPr>
          <p:cNvSpPr>
            <a:spLocks noGrp="1"/>
          </p:cNvSpPr>
          <p:nvPr/>
        </p:nvSpPr>
        <p:spPr>
          <a:xfrm>
            <a:off x="5449484" y="5248832"/>
            <a:ext cx="424742" cy="8708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485" b="0">
                <a:solidFill>
                  <a:srgbClr val="83C167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485" b="0">
                <a:solidFill>
                  <a:srgbClr val="83C167"/>
                </a:solidFill>
                <a:latin typeface="Cambria Math"/>
                <a:ea typeface="Cambria Math"/>
                <a:cs typeface="Cambria Math"/>
              </a:defRPr>
            </a:pPr>
            <a:r>
              <a:rPr sz="5485" b="0">
                <a:solidFill>
                  <a:srgbClr val="83C167"/>
                </a:solidFill>
                <a:latin typeface="Cambria Math"/>
                <a:ea typeface="Cambria Math"/>
                <a:cs typeface="Cambria Math"/>
              </a:rPr>
              <a:t>2</a:t>
            </a:r>
          </a:p>
        </p:txBody>
      </p:sp>
      <p:sp>
        <p:nvSpPr>
          <p:cNvPr id="116" name="anim_to318_0_1">
            <a:extLst>
              <a:ext uri="{FF2B5EF4-FFF2-40B4-BE49-F238E27FC236}">
                <a16:creationId xmlns:a16="http://schemas.microsoft.com/office/drawing/2014/main" id="{42B2456B-C8DF-432F-A897-D287A08834D3}"/>
              </a:ext>
            </a:extLst>
          </p:cNvPr>
          <p:cNvSpPr>
            <a:spLocks noGrp="1"/>
          </p:cNvSpPr>
          <p:nvPr/>
        </p:nvSpPr>
        <p:spPr>
          <a:xfrm>
            <a:off x="5836126" y="5248832"/>
            <a:ext cx="424742" cy="8708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485" b="0">
                <a:solidFill>
                  <a:srgbClr val="83C167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485" b="0">
                <a:solidFill>
                  <a:srgbClr val="83C167"/>
                </a:solidFill>
                <a:latin typeface="Cambria Math"/>
                <a:ea typeface="Cambria Math"/>
                <a:cs typeface="Cambria Math"/>
              </a:defRPr>
            </a:pPr>
            <a:r>
              <a:rPr sz="5485" b="0">
                <a:solidFill>
                  <a:srgbClr val="83C167"/>
                </a:solidFill>
                <a:latin typeface="Cambria Math"/>
                <a:ea typeface="Cambria Math"/>
                <a:cs typeface="Cambria Math"/>
              </a:rPr>
              <a:t>5</a:t>
            </a:r>
          </a:p>
        </p:txBody>
      </p:sp>
      <p:sp>
        <p:nvSpPr>
          <p:cNvPr id="117" name="anim_to320_0_1">
            <a:extLst>
              <a:ext uri="{FF2B5EF4-FFF2-40B4-BE49-F238E27FC236}">
                <a16:creationId xmlns:a16="http://schemas.microsoft.com/office/drawing/2014/main" id="{369DA894-378B-4E16-9525-79043D6BF454}"/>
              </a:ext>
            </a:extLst>
          </p:cNvPr>
          <p:cNvSpPr>
            <a:spLocks noGrp="1"/>
          </p:cNvSpPr>
          <p:nvPr/>
        </p:nvSpPr>
        <p:spPr>
          <a:xfrm>
            <a:off x="6222768" y="5248832"/>
            <a:ext cx="424742" cy="8708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485" b="0">
                <a:solidFill>
                  <a:srgbClr val="83C167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485" b="0">
                <a:solidFill>
                  <a:srgbClr val="83C167"/>
                </a:solidFill>
                <a:latin typeface="Cambria Math"/>
                <a:ea typeface="Cambria Math"/>
                <a:cs typeface="Cambria Math"/>
              </a:defRPr>
            </a:pPr>
            <a:r>
              <a:rPr sz="5485" b="0">
                <a:solidFill>
                  <a:srgbClr val="83C167"/>
                </a:solidFill>
                <a:latin typeface="Cambria Math"/>
                <a:ea typeface="Cambria Math"/>
                <a:cs typeface="Cambria Math"/>
              </a:rPr>
              <a:t>6</a:t>
            </a:r>
          </a:p>
        </p:txBody>
      </p:sp>
      <p:sp>
        <p:nvSpPr>
          <p:cNvPr id="118" name="anim_to324_0_1">
            <a:extLst>
              <a:ext uri="{FF2B5EF4-FFF2-40B4-BE49-F238E27FC236}">
                <a16:creationId xmlns:a16="http://schemas.microsoft.com/office/drawing/2014/main" id="{A3DFCCC8-99D3-4AE9-A881-0076ADE3CEB5}"/>
              </a:ext>
            </a:extLst>
          </p:cNvPr>
          <p:cNvSpPr>
            <a:spLocks noGrp="1"/>
          </p:cNvSpPr>
          <p:nvPr/>
        </p:nvSpPr>
        <p:spPr>
          <a:xfrm>
            <a:off x="6915937" y="5247578"/>
            <a:ext cx="2479866" cy="8708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485" b="0">
                <a:solidFill>
                  <a:srgbClr val="83C167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485" b="0">
                <a:solidFill>
                  <a:srgbClr val="83C167"/>
                </a:solidFill>
                <a:latin typeface="Cambria Math"/>
                <a:ea typeface="Cambria Math"/>
                <a:cs typeface="Cambria Math"/>
              </a:defRPr>
            </a:pPr>
            <a:r>
              <a:rPr sz="5485" b="0">
                <a:solidFill>
                  <a:srgbClr val="83C167"/>
                </a:solidFill>
                <a:latin typeface="Cambria Math"/>
                <a:ea typeface="Cambria Math"/>
                <a:cs typeface="Cambria Math"/>
              </a:rPr>
              <a:t>features</a:t>
            </a:r>
          </a:p>
        </p:txBody>
      </p:sp>
      <p:sp>
        <p:nvSpPr>
          <p:cNvPr id="119" name="anim_o337_1">
            <a:extLst>
              <a:ext uri="{FF2B5EF4-FFF2-40B4-BE49-F238E27FC236}">
                <a16:creationId xmlns:a16="http://schemas.microsoft.com/office/drawing/2014/main" id="{C1EDBEBA-8C92-42EA-AC7E-A352AA997F9F}"/>
              </a:ext>
            </a:extLst>
          </p:cNvPr>
          <p:cNvSpPr>
            <a:spLocks noGrp="1"/>
          </p:cNvSpPr>
          <p:nvPr/>
        </p:nvSpPr>
        <p:spPr>
          <a:xfrm>
            <a:off x="1622845" y="5300813"/>
            <a:ext cx="8612808" cy="766852"/>
          </a:xfrm>
          <a:prstGeom prst="rect">
            <a:avLst/>
          </a:prstGeom>
          <a:noFill/>
          <a:ln w="381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0" name="anim_o94_1">
            <a:extLst>
              <a:ext uri="{FF2B5EF4-FFF2-40B4-BE49-F238E27FC236}">
                <a16:creationId xmlns:a16="http://schemas.microsoft.com/office/drawing/2014/main" id="{C29B79CF-D126-49F8-B405-F544A0CBB4E7}"/>
              </a:ext>
            </a:extLst>
          </p:cNvPr>
          <p:cNvSpPr>
            <a:spLocks noGrp="1"/>
          </p:cNvSpPr>
          <p:nvPr/>
        </p:nvSpPr>
        <p:spPr>
          <a:xfrm>
            <a:off x="9971919" y="2682527"/>
            <a:ext cx="1483377" cy="574210"/>
          </a:xfrm>
          <a:custGeom>
            <a:avLst/>
            <a:gdLst/>
            <a:ahLst/>
            <a:cxnLst/>
            <a:rect l="0" t="0" r="0" b="0"/>
            <a:pathLst>
              <a:path w="1483377" h="574210">
                <a:moveTo>
                  <a:pt x="0" y="574210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21" name="anim_o95_1">
            <a:extLst>
              <a:ext uri="{FF2B5EF4-FFF2-40B4-BE49-F238E27FC236}">
                <a16:creationId xmlns:a16="http://schemas.microsoft.com/office/drawing/2014/main" id="{53A5E428-EEA8-457D-B41D-662B0B277B6F}"/>
              </a:ext>
            </a:extLst>
          </p:cNvPr>
          <p:cNvSpPr>
            <a:spLocks noGrp="1"/>
          </p:cNvSpPr>
          <p:nvPr/>
        </p:nvSpPr>
        <p:spPr>
          <a:xfrm>
            <a:off x="9971919" y="2682527"/>
            <a:ext cx="1483377" cy="953"/>
          </a:xfrm>
          <a:custGeom>
            <a:avLst/>
            <a:gdLst/>
            <a:ahLst/>
            <a:cxnLst/>
            <a:rect l="0" t="0" r="0" b="0"/>
            <a:pathLst>
              <a:path w="1483377" h="953">
                <a:moveTo>
                  <a:pt x="0" y="0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22" name="anim_o96_1">
            <a:extLst>
              <a:ext uri="{FF2B5EF4-FFF2-40B4-BE49-F238E27FC236}">
                <a16:creationId xmlns:a16="http://schemas.microsoft.com/office/drawing/2014/main" id="{2A89AC8C-AEF3-432B-8983-C85B136C0F71}"/>
              </a:ext>
            </a:extLst>
          </p:cNvPr>
          <p:cNvSpPr>
            <a:spLocks noGrp="1"/>
          </p:cNvSpPr>
          <p:nvPr/>
        </p:nvSpPr>
        <p:spPr>
          <a:xfrm>
            <a:off x="9971919" y="2108316"/>
            <a:ext cx="1483377" cy="574210"/>
          </a:xfrm>
          <a:custGeom>
            <a:avLst/>
            <a:gdLst/>
            <a:ahLst/>
            <a:cxnLst/>
            <a:rect l="0" t="0" r="0" b="0"/>
            <a:pathLst>
              <a:path w="1483377" h="574210">
                <a:moveTo>
                  <a:pt x="0" y="0"/>
                </a:moveTo>
                <a:lnTo>
                  <a:pt x="1483377" y="57421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23" name="anim_o21_1">
            <a:extLst>
              <a:ext uri="{FF2B5EF4-FFF2-40B4-BE49-F238E27FC236}">
                <a16:creationId xmlns:a16="http://schemas.microsoft.com/office/drawing/2014/main" id="{B640007B-3ECB-4B66-AA10-1331D0FAC4DC}"/>
              </a:ext>
            </a:extLst>
          </p:cNvPr>
          <p:cNvSpPr>
            <a:spLocks noGrp="1"/>
          </p:cNvSpPr>
          <p:nvPr/>
        </p:nvSpPr>
        <p:spPr>
          <a:xfrm>
            <a:off x="9792957" y="3077775"/>
            <a:ext cx="357924" cy="357924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4" name="anim_o22_1">
            <a:extLst>
              <a:ext uri="{FF2B5EF4-FFF2-40B4-BE49-F238E27FC236}">
                <a16:creationId xmlns:a16="http://schemas.microsoft.com/office/drawing/2014/main" id="{649D638A-42AD-432E-8909-BDD366E3DEDD}"/>
              </a:ext>
            </a:extLst>
          </p:cNvPr>
          <p:cNvSpPr>
            <a:spLocks noGrp="1"/>
          </p:cNvSpPr>
          <p:nvPr/>
        </p:nvSpPr>
        <p:spPr>
          <a:xfrm>
            <a:off x="9792957" y="2503564"/>
            <a:ext cx="357924" cy="357924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5" name="anim_o23_1">
            <a:extLst>
              <a:ext uri="{FF2B5EF4-FFF2-40B4-BE49-F238E27FC236}">
                <a16:creationId xmlns:a16="http://schemas.microsoft.com/office/drawing/2014/main" id="{CF30839D-7BD9-4662-8E71-7EA9A8C05941}"/>
              </a:ext>
            </a:extLst>
          </p:cNvPr>
          <p:cNvSpPr>
            <a:spLocks noGrp="1"/>
          </p:cNvSpPr>
          <p:nvPr/>
        </p:nvSpPr>
        <p:spPr>
          <a:xfrm>
            <a:off x="9792957" y="1929354"/>
            <a:ext cx="357924" cy="357924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6" name="anim_o25_1">
            <a:extLst>
              <a:ext uri="{FF2B5EF4-FFF2-40B4-BE49-F238E27FC236}">
                <a16:creationId xmlns:a16="http://schemas.microsoft.com/office/drawing/2014/main" id="{2DFF1476-9C03-421B-9B61-996033DAFA73}"/>
              </a:ext>
            </a:extLst>
          </p:cNvPr>
          <p:cNvSpPr>
            <a:spLocks noGrp="1"/>
          </p:cNvSpPr>
          <p:nvPr/>
        </p:nvSpPr>
        <p:spPr>
          <a:xfrm>
            <a:off x="11244752" y="2471983"/>
            <a:ext cx="421088" cy="421088"/>
          </a:xfrm>
          <a:prstGeom prst="ellipse">
            <a:avLst/>
          </a:prstGeom>
          <a:solidFill>
            <a:srgbClr val="FF862F">
              <a:alpha val="100000"/>
            </a:srgbClr>
          </a:solidFill>
          <a:ln w="25400">
            <a:solidFill>
              <a:srgbClr val="FF808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661546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2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2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2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2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" dur="2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2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" dur="2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2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" dur="2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2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1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7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3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6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9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1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4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219853 -0.0770302 E" pathEditMode="relative" ptsTypes="">
                                      <p:cBhvr>
                                        <p:cTn id="127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9" dur="1000" fill="hold"/>
                                        <p:tgtEl>
                                          <p:spTgt spid="12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1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219853 -0.0636337 E" pathEditMode="relative" ptsTypes="">
                                      <p:cBhvr>
                                        <p:cTn id="131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3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1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219853 -0.0502371 E" pathEditMode="relative" ptsTypes="">
                                      <p:cBhvr>
                                        <p:cTn id="13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7" dur="1000" fill="hold"/>
                                        <p:tgtEl>
                                          <p:spTgt spid="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1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219853 -0.0368406 E" pathEditMode="relative" ptsTypes="">
                                      <p:cBhvr>
                                        <p:cTn id="13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1" dur="1000" fill="hold"/>
                                        <p:tgtEl>
                                          <p:spTgt spid="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14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219853 -0.023444 E" pathEditMode="relative" ptsTypes="">
                                      <p:cBhvr>
                                        <p:cTn id="14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5" dur="1000" fill="hold"/>
                                        <p:tgtEl>
                                          <p:spTgt spid="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14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219853 -0.0100474 E" pathEditMode="relative" ptsTypes="">
                                      <p:cBhvr>
                                        <p:cTn id="14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9" dur="1000" fill="hold"/>
                                        <p:tgtEl>
                                          <p:spTgt spid="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15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219853 -0.0636337 E" pathEditMode="relative" ptsTypes="">
                                      <p:cBhvr>
                                        <p:cTn id="15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3" dur="1000" fill="hold"/>
                                        <p:tgtEl>
                                          <p:spTgt spid="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15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219853 -0.0502371 E" pathEditMode="relative" ptsTypes="">
                                      <p:cBhvr>
                                        <p:cTn id="15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7" dur="1000" fill="hold"/>
                                        <p:tgtEl>
                                          <p:spTgt spid="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15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219853 -0.0368406 E" pathEditMode="relative" ptsTypes="">
                                      <p:cBhvr>
                                        <p:cTn id="15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1" dur="1000" fill="hold"/>
                                        <p:tgtEl>
                                          <p:spTgt spid="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16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219853 -0.023444 E" pathEditMode="relative" ptsTypes="">
                                      <p:cBhvr>
                                        <p:cTn id="16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5" dur="1000" fill="hold"/>
                                        <p:tgtEl>
                                          <p:spTgt spid="1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16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219853 -0.0100474 E" pathEditMode="relative" ptsTypes="">
                                      <p:cBhvr>
                                        <p:cTn id="16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9" dur="1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17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219853 0.0033491 E" pathEditMode="relative" ptsTypes="">
                                      <p:cBhvr>
                                        <p:cTn id="17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3" dur="1000" fill="hold"/>
                                        <p:tgtEl>
                                          <p:spTgt spid="1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17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219853 -0.0502371 E" pathEditMode="relative" ptsTypes="">
                                      <p:cBhvr>
                                        <p:cTn id="17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7" dur="1000" fill="hold"/>
                                        <p:tgtEl>
                                          <p:spTgt spid="1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17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219853 -0.0368406 E" pathEditMode="relative" ptsTypes="">
                                      <p:cBhvr>
                                        <p:cTn id="179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1" dur="1000" fill="hold"/>
                                        <p:tgtEl>
                                          <p:spTgt spid="1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18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219853 -0.023444 E" pathEditMode="relative" ptsTypes="">
                                      <p:cBhvr>
                                        <p:cTn id="183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5" dur="1000" fill="hold"/>
                                        <p:tgtEl>
                                          <p:spTgt spid="1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1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219853 -0.0100474 E" pathEditMode="relative" ptsTypes="">
                                      <p:cBhvr>
                                        <p:cTn id="18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9" dur="1000" fill="hold"/>
                                        <p:tgtEl>
                                          <p:spTgt spid="1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1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219853 0.0033491 E" pathEditMode="relative" ptsTypes="">
                                      <p:cBhvr>
                                        <p:cTn id="19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3" dur="1000" fill="hold"/>
                                        <p:tgtEl>
                                          <p:spTgt spid="1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1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219853 0.0167457 E" pathEditMode="relative" ptsTypes="">
                                      <p:cBhvr>
                                        <p:cTn id="19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7" dur="1000" fill="hold"/>
                                        <p:tgtEl>
                                          <p:spTgt spid="1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19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219853 -0.0368406 E" pathEditMode="relative" ptsTypes="">
                                      <p:cBhvr>
                                        <p:cTn id="19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1" dur="1000" fill="hold"/>
                                        <p:tgtEl>
                                          <p:spTgt spid="1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20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219853 -0.023444 E" pathEditMode="relative" ptsTypes="">
                                      <p:cBhvr>
                                        <p:cTn id="20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5" dur="1000" fill="hold"/>
                                        <p:tgtEl>
                                          <p:spTgt spid="2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20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219853 -0.0100474 E" pathEditMode="relative" ptsTypes="">
                                      <p:cBhvr>
                                        <p:cTn id="20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9" dur="1000" fill="hold"/>
                                        <p:tgtEl>
                                          <p:spTgt spid="2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21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219853 0.0033491 E" pathEditMode="relative" ptsTypes="">
                                      <p:cBhvr>
                                        <p:cTn id="21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3" dur="1000" fill="hold"/>
                                        <p:tgtEl>
                                          <p:spTgt spid="2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21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219853 0.0167457 E" pathEditMode="relative" ptsTypes="">
                                      <p:cBhvr>
                                        <p:cTn id="21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7" dur="1000" fill="hold"/>
                                        <p:tgtEl>
                                          <p:spTgt spid="2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21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219853 0.0301423 E" pathEditMode="relative" ptsTypes="">
                                      <p:cBhvr>
                                        <p:cTn id="219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1" dur="1000" fill="hold"/>
                                        <p:tgtEl>
                                          <p:spTgt spid="2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22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219853 -0.023444 E" pathEditMode="relative" ptsTypes="">
                                      <p:cBhvr>
                                        <p:cTn id="223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5" dur="1000" fill="hold"/>
                                        <p:tgtEl>
                                          <p:spTgt spid="2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2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219853 -0.0100474 E" pathEditMode="relative" ptsTypes="">
                                      <p:cBhvr>
                                        <p:cTn id="22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9" dur="1000" fill="hold"/>
                                        <p:tgtEl>
                                          <p:spTgt spid="2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2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219853 0.0033491 E" pathEditMode="relative" ptsTypes="">
                                      <p:cBhvr>
                                        <p:cTn id="231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3" dur="1000" fill="hold"/>
                                        <p:tgtEl>
                                          <p:spTgt spid="2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2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219853 0.0167457 E" pathEditMode="relative" ptsTypes="">
                                      <p:cBhvr>
                                        <p:cTn id="235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7" dur="1000" fill="hold"/>
                                        <p:tgtEl>
                                          <p:spTgt spid="2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2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219853 0.0301423 E" pathEditMode="relative" ptsTypes="">
                                      <p:cBhvr>
                                        <p:cTn id="239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1" dur="1000" fill="hold"/>
                                        <p:tgtEl>
                                          <p:spTgt spid="2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24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219853 0.0435388 E" pathEditMode="relative" ptsTypes="">
                                      <p:cBhvr>
                                        <p:cTn id="243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5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24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60919 -0.070332 E" pathEditMode="relative" ptsTypes="">
                                      <p:cBhvr>
                                        <p:cTn id="24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9" dur="1000" fill="hold"/>
                                        <p:tgtEl>
                                          <p:spTgt spid="3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25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60919 -0.0569354 E" pathEditMode="relative" ptsTypes="">
                                      <p:cBhvr>
                                        <p:cTn id="251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3" dur="1000" fill="hold"/>
                                        <p:tgtEl>
                                          <p:spTgt spid="3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25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60919 -0.0435388 E" pathEditMode="relative" ptsTypes="">
                                      <p:cBhvr>
                                        <p:cTn id="25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7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25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60919 -0.0301423 E" pathEditMode="relative" ptsTypes="">
                                      <p:cBhvr>
                                        <p:cTn id="259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1" dur="1000" fill="hold"/>
                                        <p:tgtEl>
                                          <p:spTgt spid="3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26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60919 -0.0569354 E" pathEditMode="relative" ptsTypes="">
                                      <p:cBhvr>
                                        <p:cTn id="263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5" dur="1000" fill="hold"/>
                                        <p:tgtEl>
                                          <p:spTgt spid="3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26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60919 -0.0435388 E" pathEditMode="relative" ptsTypes="">
                                      <p:cBhvr>
                                        <p:cTn id="26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9" dur="1000" fill="hold"/>
                                        <p:tgtEl>
                                          <p:spTgt spid="3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27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60919 -0.0301423 E" pathEditMode="relative" ptsTypes="">
                                      <p:cBhvr>
                                        <p:cTn id="27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3" dur="1000" fill="hold"/>
                                        <p:tgtEl>
                                          <p:spTgt spid="3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27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60919 -0.0167457 E" pathEditMode="relative" ptsTypes="">
                                      <p:cBhvr>
                                        <p:cTn id="27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7" dur="1000" fill="hold"/>
                                        <p:tgtEl>
                                          <p:spTgt spid="3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27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60919 -0.0435388 E" pathEditMode="relative" ptsTypes="">
                                      <p:cBhvr>
                                        <p:cTn id="279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1" dur="1000" fill="hold"/>
                                        <p:tgtEl>
                                          <p:spTgt spid="3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28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60919 -0.0301423 E" pathEditMode="relative" ptsTypes="">
                                      <p:cBhvr>
                                        <p:cTn id="283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5" dur="1000" fill="hold"/>
                                        <p:tgtEl>
                                          <p:spTgt spid="4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2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60919 -0.0167457 E" pathEditMode="relative" ptsTypes="">
                                      <p:cBhvr>
                                        <p:cTn id="28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9" dur="1000" fill="hold"/>
                                        <p:tgtEl>
                                          <p:spTgt spid="4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2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60919 -0.0033491 E" pathEditMode="relative" ptsTypes="">
                                      <p:cBhvr>
                                        <p:cTn id="29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3" dur="1000" fill="hold"/>
                                        <p:tgtEl>
                                          <p:spTgt spid="4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2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60919 -0.0301423 E" pathEditMode="relative" ptsTypes="">
                                      <p:cBhvr>
                                        <p:cTn id="29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7" dur="1000" fill="hold"/>
                                        <p:tgtEl>
                                          <p:spTgt spid="4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29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60919 -0.0167457 E" pathEditMode="relative" ptsTypes="">
                                      <p:cBhvr>
                                        <p:cTn id="299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1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30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60919 -0.0033491 E" pathEditMode="relative" ptsTypes="">
                                      <p:cBhvr>
                                        <p:cTn id="303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5" dur="1000" fill="hold"/>
                                        <p:tgtEl>
                                          <p:spTgt spid="4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30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60919 0.0100474 E" pathEditMode="relative" ptsTypes="">
                                      <p:cBhvr>
                                        <p:cTn id="30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9" dur="1000" fill="hold"/>
                                        <p:tgtEl>
                                          <p:spTgt spid="4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31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60919 -0.0167457 E" pathEditMode="relative" ptsTypes="">
                                      <p:cBhvr>
                                        <p:cTn id="31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3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31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60919 -0.0033491 E" pathEditMode="relative" ptsTypes="">
                                      <p:cBhvr>
                                        <p:cTn id="315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7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31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60919 0.0100474 E" pathEditMode="relative" ptsTypes="">
                                      <p:cBhvr>
                                        <p:cTn id="319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1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32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60919 0.023444 E" pathEditMode="relative" ptsTypes="">
                                      <p:cBhvr>
                                        <p:cTn id="323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5" dur="1000" fill="hold"/>
                                        <p:tgtEl>
                                          <p:spTgt spid="5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3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60919 -0.0033491 E" pathEditMode="relative" ptsTypes="">
                                      <p:cBhvr>
                                        <p:cTn id="32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9" dur="1000" fill="hold"/>
                                        <p:tgtEl>
                                          <p:spTgt spid="5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3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60919 0.0100474 E" pathEditMode="relative" ptsTypes="">
                                      <p:cBhvr>
                                        <p:cTn id="331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3" dur="1000" fill="hold"/>
                                        <p:tgtEl>
                                          <p:spTgt spid="5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3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60919 0.023444 E" pathEditMode="relative" ptsTypes="">
                                      <p:cBhvr>
                                        <p:cTn id="335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7" dur="1000" fill="hold"/>
                                        <p:tgtEl>
                                          <p:spTgt spid="5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3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60919 0.0368406 E" pathEditMode="relative" ptsTypes="">
                                      <p:cBhvr>
                                        <p:cTn id="339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1" dur="1000" fill="hold"/>
                                        <p:tgtEl>
                                          <p:spTgt spid="5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34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998528 -0.0502371 E" pathEditMode="relative" ptsTypes="">
                                      <p:cBhvr>
                                        <p:cTn id="343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5" dur="1000" fill="hold"/>
                                        <p:tgtEl>
                                          <p:spTgt spid="5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34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998528 -0.0368406 E" pathEditMode="relative" ptsTypes="">
                                      <p:cBhvr>
                                        <p:cTn id="347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9" dur="1000" fill="hold"/>
                                        <p:tgtEl>
                                          <p:spTgt spid="5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35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998528 -0.023444 E" pathEditMode="relative" ptsTypes="">
                                      <p:cBhvr>
                                        <p:cTn id="351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3" dur="1000" fill="hold"/>
                                        <p:tgtEl>
                                          <p:spTgt spid="5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35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998528 -0.0368406 E" pathEditMode="relative" ptsTypes="">
                                      <p:cBhvr>
                                        <p:cTn id="355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7" dur="1000" fill="hold"/>
                                        <p:tgtEl>
                                          <p:spTgt spid="5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35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998528 -0.023444 E" pathEditMode="relative" ptsTypes="">
                                      <p:cBhvr>
                                        <p:cTn id="359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1" dur="1000" fill="hold"/>
                                        <p:tgtEl>
                                          <p:spTgt spid="5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36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998528 -0.0100474 E" pathEditMode="relative" ptsTypes="">
                                      <p:cBhvr>
                                        <p:cTn id="363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5" dur="1000" fill="hold"/>
                                        <p:tgtEl>
                                          <p:spTgt spid="6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36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998528 -0.023444 E" pathEditMode="relative" ptsTypes="">
                                      <p:cBhvr>
                                        <p:cTn id="367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9" dur="1000" fill="hold"/>
                                        <p:tgtEl>
                                          <p:spTgt spid="6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37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998528 -0.0100474 E" pathEditMode="relative" ptsTypes="">
                                      <p:cBhvr>
                                        <p:cTn id="371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3" dur="1000" fill="hold"/>
                                        <p:tgtEl>
                                          <p:spTgt spid="6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37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998528 0.0033491 E" pathEditMode="relative" ptsTypes="">
                                      <p:cBhvr>
                                        <p:cTn id="375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7" dur="1000" fill="hold"/>
                                        <p:tgtEl>
                                          <p:spTgt spid="6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37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998528 -0.0100474 E" pathEditMode="relative" ptsTypes="">
                                      <p:cBhvr>
                                        <p:cTn id="379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1" dur="1000" fill="hold"/>
                                        <p:tgtEl>
                                          <p:spTgt spid="6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38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998528 0.0033491 E" pathEditMode="relative" ptsTypes="">
                                      <p:cBhvr>
                                        <p:cTn id="383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5" dur="1000" fill="hold"/>
                                        <p:tgtEl>
                                          <p:spTgt spid="6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3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998528 0.0167457 E" pathEditMode="relative" ptsTypes="">
                                      <p:cBhvr>
                                        <p:cTn id="387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9" dur="1000" fill="hold"/>
                                        <p:tgtEl>
                                          <p:spTgt spid="6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3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2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5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8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9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58366 -0.0167457 E" pathEditMode="relative" ptsTypes="">
                                      <p:cBhvr>
                                        <p:cTn id="400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1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2" dur="1000" fill="hold"/>
                                        <p:tgtEl>
                                          <p:spTgt spid="6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40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58366 -0.0167457 E" pathEditMode="relative" ptsTypes="">
                                      <p:cBhvr>
                                        <p:cTn id="404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6" dur="1000" fill="hold"/>
                                        <p:tgtEl>
                                          <p:spTgt spid="6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40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615249 -0.0167457 E" pathEditMode="relative" ptsTypes="">
                                      <p:cBhvr>
                                        <p:cTn id="408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0" dur="1000" fill="hold"/>
                                        <p:tgtEl>
                                          <p:spTgt spid="6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41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364063 -0.0167457 E" pathEditMode="relative" ptsTypes="">
                                      <p:cBhvr>
                                        <p:cTn id="412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4" dur="1000" fill="hold"/>
                                        <p:tgtEl>
                                          <p:spTgt spid="7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41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866435 -0.0167457 E" pathEditMode="relative" ptsTypes="">
                                      <p:cBhvr>
                                        <p:cTn id="416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7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8" dur="1000" fill="hold"/>
                                        <p:tgtEl>
                                          <p:spTgt spid="10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41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58366 0.0338953 E" pathEditMode="relative" ptsTypes="">
                                      <p:cBhvr>
                                        <p:cTn id="420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2" dur="1000" fill="hold"/>
                                        <p:tgtEl>
                                          <p:spTgt spid="7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42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615249 -0.0115373 E" pathEditMode="relative" ptsTypes="">
                                      <p:cBhvr>
                                        <p:cTn id="424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6" dur="1000" fill="hold"/>
                                        <p:tgtEl>
                                          <p:spTgt spid="7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42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615249 -0.0220485 E" pathEditMode="relative" ptsTypes="">
                                      <p:cBhvr>
                                        <p:cTn id="428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0" dur="1000" fill="hold"/>
                                        <p:tgtEl>
                                          <p:spTgt spid="7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43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025184 -0.070332 E" pathEditMode="relative" ptsTypes="">
                                      <p:cBhvr>
                                        <p:cTn id="432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4" dur="1000" fill="hold"/>
                                        <p:tgtEl>
                                          <p:spTgt spid="8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43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025184 -0.0435388 E" pathEditMode="relative" ptsTypes="">
                                      <p:cBhvr>
                                        <p:cTn id="436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8" dur="1000" fill="hold"/>
                                        <p:tgtEl>
                                          <p:spTgt spid="8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43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025184 -0.0167457 E" pathEditMode="relative" ptsTypes="">
                                      <p:cBhvr>
                                        <p:cTn id="440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2" dur="1000" fill="hold"/>
                                        <p:tgtEl>
                                          <p:spTgt spid="8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44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025184 0.0100474 E" pathEditMode="relative" ptsTypes="">
                                      <p:cBhvr>
                                        <p:cTn id="444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6" dur="1000" fill="hold"/>
                                        <p:tgtEl>
                                          <p:spTgt spid="8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44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025184 0.0368406 E" pathEditMode="relative" ptsTypes="">
                                      <p:cBhvr>
                                        <p:cTn id="448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0" dur="1000" fill="hold"/>
                                        <p:tgtEl>
                                          <p:spTgt spid="8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45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14522 -0.0837285 E" pathEditMode="relative" ptsTypes="">
                                      <p:cBhvr>
                                        <p:cTn id="452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4" dur="1000" fill="hold"/>
                                        <p:tgtEl>
                                          <p:spTgt spid="8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45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14522 -0.0569354 E" pathEditMode="relative" ptsTypes="">
                                      <p:cBhvr>
                                        <p:cTn id="456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8" dur="1000" fill="hold"/>
                                        <p:tgtEl>
                                          <p:spTgt spid="8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45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14522 -0.0301423 E" pathEditMode="relative" ptsTypes="">
                                      <p:cBhvr>
                                        <p:cTn id="460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2" dur="1000" fill="hold"/>
                                        <p:tgtEl>
                                          <p:spTgt spid="8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46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14522 -0.0033491 E" pathEditMode="relative" ptsTypes="">
                                      <p:cBhvr>
                                        <p:cTn id="464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6" dur="1000" fill="hold"/>
                                        <p:tgtEl>
                                          <p:spTgt spid="9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46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14522 0.023444 E" pathEditMode="relative" ptsTypes="">
                                      <p:cBhvr>
                                        <p:cTn id="468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0" dur="1000" fill="hold"/>
                                        <p:tgtEl>
                                          <p:spTgt spid="9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47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14522 0.0502371 E" pathEditMode="relative" ptsTypes="">
                                      <p:cBhvr>
                                        <p:cTn id="472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4" dur="1000" fill="hold"/>
                                        <p:tgtEl>
                                          <p:spTgt spid="9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47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803859 -0.0569354 E" pathEditMode="relative" ptsTypes="">
                                      <p:cBhvr>
                                        <p:cTn id="476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8" dur="1000" fill="hold"/>
                                        <p:tgtEl>
                                          <p:spTgt spid="9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47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803859 -0.0301423 E" pathEditMode="relative" ptsTypes="">
                                      <p:cBhvr>
                                        <p:cTn id="480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2" dur="1000" fill="hold"/>
                                        <p:tgtEl>
                                          <p:spTgt spid="9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48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803859 -0.0033491 E" pathEditMode="relative" ptsTypes="">
                                      <p:cBhvr>
                                        <p:cTn id="484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6" dur="1000" fill="hold"/>
                                        <p:tgtEl>
                                          <p:spTgt spid="9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48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803859 0.023444 E" pathEditMode="relative" ptsTypes="">
                                      <p:cBhvr>
                                        <p:cTn id="488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0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4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3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6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9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2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025184 -0.070332 E" pathEditMode="relative" ptsTypes="">
                                      <p:cBhvr>
                                        <p:cTn id="504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6" dur="1000" fill="hold"/>
                                        <p:tgtEl>
                                          <p:spTgt spid="9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50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025184 -0.0435388 E" pathEditMode="relative" ptsTypes="">
                                      <p:cBhvr>
                                        <p:cTn id="508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0" dur="1000" fill="hold"/>
                                        <p:tgtEl>
                                          <p:spTgt spid="9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51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025184 -0.0167457 E" pathEditMode="relative" ptsTypes="">
                                      <p:cBhvr>
                                        <p:cTn id="512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4" dur="1000" fill="hold"/>
                                        <p:tgtEl>
                                          <p:spTgt spid="9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51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025184 0.0100474 E" pathEditMode="relative" ptsTypes="">
                                      <p:cBhvr>
                                        <p:cTn id="516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8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51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025184 0.0368406 E" pathEditMode="relative" ptsTypes="">
                                      <p:cBhvr>
                                        <p:cTn id="520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2" dur="1000" fill="hold"/>
                                        <p:tgtEl>
                                          <p:spTgt spid="10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52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025184 -0.070332 E" pathEditMode="relative" ptsTypes="">
                                      <p:cBhvr>
                                        <p:cTn id="524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5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52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025184 -0.0435388 E" pathEditMode="relative" ptsTypes="">
                                      <p:cBhvr>
                                        <p:cTn id="528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9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30" dur="1000" fill="hold"/>
                                        <p:tgtEl>
                                          <p:spTgt spid="10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53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025184 -0.0167457 E" pathEditMode="relative" ptsTypes="">
                                      <p:cBhvr>
                                        <p:cTn id="532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3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34" dur="1000" fill="hold"/>
                                        <p:tgtEl>
                                          <p:spTgt spid="10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53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025184 0.0100474 E" pathEditMode="relative" ptsTypes="">
                                      <p:cBhvr>
                                        <p:cTn id="536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7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38" dur="1000" fill="hold"/>
                                        <p:tgtEl>
                                          <p:spTgt spid="10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  <p:par>
                                <p:cTn id="53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025184 0.0368406 E" pathEditMode="relative" ptsTypes="">
                                      <p:cBhvr>
                                        <p:cTn id="540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1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2" dur="1000" fill="hold"/>
                                        <p:tgtEl>
                                          <p:spTgt spid="10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75758" y="75758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7" grpId="0" animBg="1"/>
      <p:bldP spid="127" grpId="1" animBg="1"/>
      <p:bldP spid="2" grpId="0" animBg="1"/>
      <p:bldP spid="2" grpId="1" animBg="1"/>
      <p:bldP spid="3" grpId="0" animBg="1"/>
      <p:bldP spid="3" grpId="1" animBg="1"/>
      <p:bldP spid="4" grpId="0" animBg="1"/>
      <p:bldP spid="4" grpId="1" animBg="1"/>
      <p:bldP spid="5" grpId="0" animBg="1"/>
      <p:bldP spid="5" grpId="1" animBg="1"/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9" grpId="0" animBg="1"/>
      <p:bldP spid="9" grpId="1" animBg="1"/>
      <p:bldP spid="10" grpId="0" animBg="1"/>
      <p:bldP spid="10" grpId="1" animBg="1"/>
      <p:bldP spid="11" grpId="0" animBg="1"/>
      <p:bldP spid="11" grpId="1" animBg="1"/>
      <p:bldP spid="12" grpId="0" animBg="1"/>
      <p:bldP spid="12" grpId="1" animBg="1"/>
      <p:bldP spid="13" grpId="0" animBg="1"/>
      <p:bldP spid="13" grpId="1" animBg="1"/>
      <p:bldP spid="14" grpId="0" animBg="1"/>
      <p:bldP spid="14" grpId="1" animBg="1"/>
      <p:bldP spid="15" grpId="0" animBg="1"/>
      <p:bldP spid="15" grpId="1" animBg="1"/>
      <p:bldP spid="16" grpId="0" animBg="1"/>
      <p:bldP spid="16" grpId="1" animBg="1"/>
      <p:bldP spid="17" grpId="0" animBg="1"/>
      <p:bldP spid="17" grpId="1" animBg="1"/>
      <p:bldP spid="18" grpId="0" animBg="1"/>
      <p:bldP spid="18" grpId="1" animBg="1"/>
      <p:bldP spid="19" grpId="0" animBg="1"/>
      <p:bldP spid="19" grpId="1" animBg="1"/>
      <p:bldP spid="20" grpId="0" animBg="1"/>
      <p:bldP spid="20" grpId="1" animBg="1"/>
      <p:bldP spid="21" grpId="0" animBg="1"/>
      <p:bldP spid="21" grpId="1" animBg="1"/>
      <p:bldP spid="22" grpId="0" animBg="1"/>
      <p:bldP spid="22" grpId="1" animBg="1"/>
      <p:bldP spid="23" grpId="0" animBg="1"/>
      <p:bldP spid="23" grpId="1" animBg="1"/>
      <p:bldP spid="24" grpId="0" animBg="1"/>
      <p:bldP spid="24" grpId="1" animBg="1"/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  <p:bldP spid="33" grpId="0" animBg="1"/>
      <p:bldP spid="33" grpId="1" animBg="1"/>
      <p:bldP spid="34" grpId="0" animBg="1"/>
      <p:bldP spid="34" grpId="1" animBg="1"/>
      <p:bldP spid="35" grpId="0" animBg="1"/>
      <p:bldP spid="35" grpId="1" animBg="1"/>
      <p:bldP spid="36" grpId="0" animBg="1"/>
      <p:bldP spid="36" grpId="1" animBg="1"/>
      <p:bldP spid="37" grpId="0" animBg="1"/>
      <p:bldP spid="37" grpId="1" animBg="1"/>
      <p:bldP spid="38" grpId="0" animBg="1"/>
      <p:bldP spid="38" grpId="1" animBg="1"/>
      <p:bldP spid="39" grpId="0" animBg="1"/>
      <p:bldP spid="39" grpId="1" animBg="1"/>
      <p:bldP spid="40" grpId="0" animBg="1"/>
      <p:bldP spid="40" grpId="1" animBg="1"/>
      <p:bldP spid="41" grpId="0" animBg="1"/>
      <p:bldP spid="41" grpId="1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  <p:bldP spid="51" grpId="0" animBg="1"/>
      <p:bldP spid="51" grpId="1" animBg="1"/>
      <p:bldP spid="52" grpId="0" animBg="1"/>
      <p:bldP spid="52" grpId="1" animBg="1"/>
      <p:bldP spid="53" grpId="0" animBg="1"/>
      <p:bldP spid="53" grpId="1" animBg="1"/>
      <p:bldP spid="54" grpId="0" animBg="1"/>
      <p:bldP spid="54" grpId="1" animBg="1"/>
      <p:bldP spid="55" grpId="0" animBg="1"/>
      <p:bldP spid="55" grpId="1" animBg="1"/>
      <p:bldP spid="56" grpId="0" animBg="1"/>
      <p:bldP spid="56" grpId="1" animBg="1"/>
      <p:bldP spid="57" grpId="0" animBg="1"/>
      <p:bldP spid="57" grpId="1" animBg="1"/>
      <p:bldP spid="58" grpId="0" animBg="1"/>
      <p:bldP spid="58" grpId="1" animBg="1"/>
      <p:bldP spid="59" grpId="0" animBg="1"/>
      <p:bldP spid="59" grpId="1" animBg="1"/>
      <p:bldP spid="60" grpId="0" animBg="1"/>
      <p:bldP spid="60" grpId="1" animBg="1"/>
      <p:bldP spid="61" grpId="0" animBg="1"/>
      <p:bldP spid="61" grpId="1" animBg="1"/>
      <p:bldP spid="62" grpId="0" animBg="1"/>
      <p:bldP spid="62" grpId="1" animBg="1"/>
      <p:bldP spid="63" grpId="0" animBg="1"/>
      <p:bldP spid="63" grpId="1" animBg="1"/>
      <p:bldP spid="64" grpId="0" animBg="1"/>
      <p:bldP spid="64" grpId="1" animBg="1"/>
      <p:bldP spid="65" grpId="0" animBg="1"/>
      <p:bldP spid="65" grpId="1" animBg="1"/>
      <p:bldP spid="66" grpId="0" animBg="1"/>
      <p:bldP spid="66" grpId="1" animBg="1"/>
      <p:bldP spid="68" grpId="0" animBg="1"/>
      <p:bldP spid="68" grpId="1" animBg="1"/>
      <p:bldP spid="69" grpId="0" animBg="1"/>
      <p:bldP spid="69" grpId="1" animBg="1"/>
      <p:bldP spid="70" grpId="0" animBg="1"/>
      <p:bldP spid="70" grpId="1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/>
      <p:bldP spid="76" grpId="1"/>
      <p:bldP spid="77" grpId="0"/>
      <p:bldP spid="77" grpId="1"/>
      <p:bldP spid="78" grpId="0"/>
      <p:bldP spid="78" grpId="1"/>
      <p:bldP spid="79" grpId="0"/>
      <p:bldP spid="80" grpId="0"/>
      <p:bldP spid="81" grpId="0"/>
      <p:bldP spid="82" grpId="0" animBg="1"/>
      <p:bldP spid="82" grpId="1" animBg="1"/>
      <p:bldP spid="83" grpId="0" animBg="1"/>
      <p:bldP spid="83" grpId="1" animBg="1"/>
      <p:bldP spid="84" grpId="0" animBg="1"/>
      <p:bldP spid="84" grpId="1" animBg="1"/>
      <p:bldP spid="85" grpId="0" animBg="1"/>
      <p:bldP spid="85" grpId="1" animBg="1"/>
      <p:bldP spid="86" grpId="0" animBg="1"/>
      <p:bldP spid="86" grpId="1" animBg="1"/>
      <p:bldP spid="87" grpId="0" animBg="1"/>
      <p:bldP spid="87" grpId="1" animBg="1"/>
      <p:bldP spid="88" grpId="0" animBg="1"/>
      <p:bldP spid="88" grpId="1" animBg="1"/>
      <p:bldP spid="89" grpId="0" animBg="1"/>
      <p:bldP spid="89" grpId="1" animBg="1"/>
      <p:bldP spid="90" grpId="0" animBg="1"/>
      <p:bldP spid="90" grpId="1" animBg="1"/>
      <p:bldP spid="91" grpId="0" animBg="1"/>
      <p:bldP spid="91" grpId="1" animBg="1"/>
      <p:bldP spid="92" grpId="0" animBg="1"/>
      <p:bldP spid="92" grpId="1" animBg="1"/>
      <p:bldP spid="93" grpId="0" animBg="1"/>
      <p:bldP spid="93" grpId="1" animBg="1"/>
      <p:bldP spid="94" grpId="0" animBg="1"/>
      <p:bldP spid="94" grpId="1" animBg="1"/>
      <p:bldP spid="95" grpId="0" animBg="1"/>
      <p:bldP spid="95" grpId="1" animBg="1"/>
      <p:bldP spid="96" grpId="0" animBg="1"/>
      <p:bldP spid="96" grpId="1" animBg="1"/>
      <p:bldP spid="97" grpId="0" animBg="1"/>
      <p:bldP spid="97" grpId="1" animBg="1"/>
      <p:bldP spid="98" grpId="0" animBg="1"/>
      <p:bldP spid="98" grpId="1" animBg="1"/>
      <p:bldP spid="99" grpId="0" animBg="1"/>
      <p:bldP spid="99" grpId="1" animBg="1"/>
      <p:bldP spid="100" grpId="0" animBg="1"/>
      <p:bldP spid="100" grpId="1" animBg="1"/>
      <p:bldP spid="101" grpId="0" animBg="1"/>
      <p:bldP spid="101" grpId="1" animBg="1"/>
      <p:bldP spid="102" grpId="0" animBg="1"/>
      <p:bldP spid="102" grpId="1" animBg="1"/>
      <p:bldP spid="102" grpId="2" animBg="1"/>
      <p:bldP spid="103" grpId="0" animBg="1"/>
      <p:bldP spid="103" grpId="1" animBg="1"/>
      <p:bldP spid="103" grpId="2" animBg="1"/>
      <p:bldP spid="104" grpId="0" animBg="1"/>
      <p:bldP spid="104" grpId="1" animBg="1"/>
      <p:bldP spid="104" grpId="2" animBg="1"/>
      <p:bldP spid="105" grpId="0" animBg="1"/>
      <p:bldP spid="105" grpId="1" animBg="1"/>
      <p:bldP spid="105" grpId="2" animBg="1"/>
      <p:bldP spid="106" grpId="0" animBg="1"/>
      <p:bldP spid="106" grpId="1" animBg="1"/>
      <p:bldP spid="106" grpId="2" animBg="1"/>
      <p:bldP spid="107" grpId="0" animBg="1"/>
      <p:bldP spid="107" grpId="1" animBg="1"/>
      <p:bldP spid="107" grpId="2" animBg="1"/>
      <p:bldP spid="108" grpId="0"/>
      <p:bldP spid="108" grpId="1"/>
      <p:bldP spid="109" grpId="0"/>
      <p:bldP spid="109" grpId="1"/>
      <p:bldP spid="110" grpId="0"/>
      <p:bldP spid="110" grpId="1"/>
      <p:bldP spid="111" grpId="0"/>
      <p:bldP spid="111" grpId="1"/>
      <p:bldP spid="112" grpId="0"/>
      <p:bldP spid="112" grpId="1"/>
      <p:bldP spid="113" grpId="0"/>
      <p:bldP spid="113" grpId="1"/>
      <p:bldP spid="114" grpId="0"/>
      <p:bldP spid="114" grpId="1"/>
      <p:bldP spid="115" grpId="0"/>
      <p:bldP spid="115" grpId="1"/>
      <p:bldP spid="116" grpId="0"/>
      <p:bldP spid="116" grpId="1"/>
      <p:bldP spid="117" grpId="0"/>
      <p:bldP spid="117" grpId="1"/>
      <p:bldP spid="118" grpId="0"/>
      <p:bldP spid="118" grpId="1"/>
      <p:bldP spid="119" grpId="0" animBg="1"/>
      <p:bldP spid="119" grpId="1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" name="anim_o28_1">
            <a:extLst>
              <a:ext uri="{FF2B5EF4-FFF2-40B4-BE49-F238E27FC236}">
                <a16:creationId xmlns:a16="http://schemas.microsoft.com/office/drawing/2014/main" id="{E40F9DCA-828A-47E4-8E5B-E9BCC83C7B6D}"/>
              </a:ext>
            </a:extLst>
          </p:cNvPr>
          <p:cNvSpPr>
            <a:spLocks noGrp="1"/>
          </p:cNvSpPr>
          <p:nvPr/>
        </p:nvSpPr>
        <p:spPr>
          <a:xfrm>
            <a:off x="5521790" y="3830947"/>
            <a:ext cx="1483377" cy="287105"/>
          </a:xfrm>
          <a:custGeom>
            <a:avLst/>
            <a:gdLst/>
            <a:ahLst/>
            <a:cxnLst/>
            <a:rect l="0" t="0" r="0" b="0"/>
            <a:pathLst>
              <a:path w="1483377" h="287105">
                <a:moveTo>
                  <a:pt x="0" y="0"/>
                </a:moveTo>
                <a:lnTo>
                  <a:pt x="1483377" y="28710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29_1">
            <a:extLst>
              <a:ext uri="{FF2B5EF4-FFF2-40B4-BE49-F238E27FC236}">
                <a16:creationId xmlns:a16="http://schemas.microsoft.com/office/drawing/2014/main" id="{28467DA5-06A0-4587-99EE-ABE7EA3BFA3B}"/>
              </a:ext>
            </a:extLst>
          </p:cNvPr>
          <p:cNvSpPr>
            <a:spLocks noGrp="1"/>
          </p:cNvSpPr>
          <p:nvPr/>
        </p:nvSpPr>
        <p:spPr>
          <a:xfrm>
            <a:off x="5521790" y="3543842"/>
            <a:ext cx="1483377" cy="287105"/>
          </a:xfrm>
          <a:custGeom>
            <a:avLst/>
            <a:gdLst/>
            <a:ahLst/>
            <a:cxnLst/>
            <a:rect l="0" t="0" r="0" b="0"/>
            <a:pathLst>
              <a:path w="1483377" h="287105">
                <a:moveTo>
                  <a:pt x="0" y="287105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30_1">
            <a:extLst>
              <a:ext uri="{FF2B5EF4-FFF2-40B4-BE49-F238E27FC236}">
                <a16:creationId xmlns:a16="http://schemas.microsoft.com/office/drawing/2014/main" id="{E0DB6B2B-0BDC-4C0D-85C3-0C37320D4CAE}"/>
              </a:ext>
            </a:extLst>
          </p:cNvPr>
          <p:cNvSpPr>
            <a:spLocks noGrp="1"/>
          </p:cNvSpPr>
          <p:nvPr/>
        </p:nvSpPr>
        <p:spPr>
          <a:xfrm>
            <a:off x="5521790" y="2969632"/>
            <a:ext cx="1483377" cy="861315"/>
          </a:xfrm>
          <a:custGeom>
            <a:avLst/>
            <a:gdLst/>
            <a:ahLst/>
            <a:cxnLst/>
            <a:rect l="0" t="0" r="0" b="0"/>
            <a:pathLst>
              <a:path w="1483377" h="861315">
                <a:moveTo>
                  <a:pt x="0" y="861315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31_1">
            <a:extLst>
              <a:ext uri="{FF2B5EF4-FFF2-40B4-BE49-F238E27FC236}">
                <a16:creationId xmlns:a16="http://schemas.microsoft.com/office/drawing/2014/main" id="{DCF41F4E-A397-4EE5-848D-0793CC45D443}"/>
              </a:ext>
            </a:extLst>
          </p:cNvPr>
          <p:cNvSpPr>
            <a:spLocks noGrp="1"/>
          </p:cNvSpPr>
          <p:nvPr/>
        </p:nvSpPr>
        <p:spPr>
          <a:xfrm>
            <a:off x="5521790" y="2395422"/>
            <a:ext cx="1483377" cy="1435526"/>
          </a:xfrm>
          <a:custGeom>
            <a:avLst/>
            <a:gdLst/>
            <a:ahLst/>
            <a:cxnLst/>
            <a:rect l="0" t="0" r="0" b="0"/>
            <a:pathLst>
              <a:path w="1483377" h="1435526">
                <a:moveTo>
                  <a:pt x="0" y="1435526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32_1">
            <a:extLst>
              <a:ext uri="{FF2B5EF4-FFF2-40B4-BE49-F238E27FC236}">
                <a16:creationId xmlns:a16="http://schemas.microsoft.com/office/drawing/2014/main" id="{A494D856-8D51-4604-9EEA-96136FBBABE2}"/>
              </a:ext>
            </a:extLst>
          </p:cNvPr>
          <p:cNvSpPr>
            <a:spLocks noGrp="1"/>
          </p:cNvSpPr>
          <p:nvPr/>
        </p:nvSpPr>
        <p:spPr>
          <a:xfrm>
            <a:off x="5521790" y="1821211"/>
            <a:ext cx="1483377" cy="2009736"/>
          </a:xfrm>
          <a:custGeom>
            <a:avLst/>
            <a:gdLst/>
            <a:ahLst/>
            <a:cxnLst/>
            <a:rect l="0" t="0" r="0" b="0"/>
            <a:pathLst>
              <a:path w="1483377" h="2009736">
                <a:moveTo>
                  <a:pt x="0" y="2009736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33_1">
            <a:extLst>
              <a:ext uri="{FF2B5EF4-FFF2-40B4-BE49-F238E27FC236}">
                <a16:creationId xmlns:a16="http://schemas.microsoft.com/office/drawing/2014/main" id="{EB03FB4C-9799-45AF-BBA2-AB82E05180EC}"/>
              </a:ext>
            </a:extLst>
          </p:cNvPr>
          <p:cNvSpPr>
            <a:spLocks noGrp="1"/>
          </p:cNvSpPr>
          <p:nvPr/>
        </p:nvSpPr>
        <p:spPr>
          <a:xfrm>
            <a:off x="5521790" y="1247001"/>
            <a:ext cx="1483377" cy="2583946"/>
          </a:xfrm>
          <a:custGeom>
            <a:avLst/>
            <a:gdLst/>
            <a:ahLst/>
            <a:cxnLst/>
            <a:rect l="0" t="0" r="0" b="0"/>
            <a:pathLst>
              <a:path w="1483377" h="2583946">
                <a:moveTo>
                  <a:pt x="0" y="2583946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34_1">
            <a:extLst>
              <a:ext uri="{FF2B5EF4-FFF2-40B4-BE49-F238E27FC236}">
                <a16:creationId xmlns:a16="http://schemas.microsoft.com/office/drawing/2014/main" id="{2EC87698-30FC-41DB-84C3-77A2B30A071C}"/>
              </a:ext>
            </a:extLst>
          </p:cNvPr>
          <p:cNvSpPr>
            <a:spLocks noGrp="1"/>
          </p:cNvSpPr>
          <p:nvPr/>
        </p:nvSpPr>
        <p:spPr>
          <a:xfrm>
            <a:off x="5521790" y="3256737"/>
            <a:ext cx="1483377" cy="861315"/>
          </a:xfrm>
          <a:custGeom>
            <a:avLst/>
            <a:gdLst/>
            <a:ahLst/>
            <a:cxnLst/>
            <a:rect l="0" t="0" r="0" b="0"/>
            <a:pathLst>
              <a:path w="1483377" h="861315">
                <a:moveTo>
                  <a:pt x="0" y="0"/>
                </a:moveTo>
                <a:lnTo>
                  <a:pt x="1483377" y="86131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35_1">
            <a:extLst>
              <a:ext uri="{FF2B5EF4-FFF2-40B4-BE49-F238E27FC236}">
                <a16:creationId xmlns:a16="http://schemas.microsoft.com/office/drawing/2014/main" id="{B07D0A26-D287-4727-A7FC-490E38A32810}"/>
              </a:ext>
            </a:extLst>
          </p:cNvPr>
          <p:cNvSpPr>
            <a:spLocks noGrp="1"/>
          </p:cNvSpPr>
          <p:nvPr/>
        </p:nvSpPr>
        <p:spPr>
          <a:xfrm>
            <a:off x="5521790" y="3256737"/>
            <a:ext cx="1483377" cy="287105"/>
          </a:xfrm>
          <a:custGeom>
            <a:avLst/>
            <a:gdLst/>
            <a:ahLst/>
            <a:cxnLst/>
            <a:rect l="0" t="0" r="0" b="0"/>
            <a:pathLst>
              <a:path w="1483377" h="287105">
                <a:moveTo>
                  <a:pt x="0" y="0"/>
                </a:moveTo>
                <a:lnTo>
                  <a:pt x="1483377" y="28710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36_1">
            <a:extLst>
              <a:ext uri="{FF2B5EF4-FFF2-40B4-BE49-F238E27FC236}">
                <a16:creationId xmlns:a16="http://schemas.microsoft.com/office/drawing/2014/main" id="{BC296B5A-7E50-46BE-A8E5-48782CEC821E}"/>
              </a:ext>
            </a:extLst>
          </p:cNvPr>
          <p:cNvSpPr>
            <a:spLocks noGrp="1"/>
          </p:cNvSpPr>
          <p:nvPr/>
        </p:nvSpPr>
        <p:spPr>
          <a:xfrm>
            <a:off x="5521790" y="2969632"/>
            <a:ext cx="1483377" cy="287105"/>
          </a:xfrm>
          <a:custGeom>
            <a:avLst/>
            <a:gdLst/>
            <a:ahLst/>
            <a:cxnLst/>
            <a:rect l="0" t="0" r="0" b="0"/>
            <a:pathLst>
              <a:path w="1483377" h="287105">
                <a:moveTo>
                  <a:pt x="0" y="287105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37_1">
            <a:extLst>
              <a:ext uri="{FF2B5EF4-FFF2-40B4-BE49-F238E27FC236}">
                <a16:creationId xmlns:a16="http://schemas.microsoft.com/office/drawing/2014/main" id="{1D2E37B3-E4FC-4010-B958-FEF236A047BD}"/>
              </a:ext>
            </a:extLst>
          </p:cNvPr>
          <p:cNvSpPr>
            <a:spLocks noGrp="1"/>
          </p:cNvSpPr>
          <p:nvPr/>
        </p:nvSpPr>
        <p:spPr>
          <a:xfrm>
            <a:off x="5521790" y="2395422"/>
            <a:ext cx="1483377" cy="861315"/>
          </a:xfrm>
          <a:custGeom>
            <a:avLst/>
            <a:gdLst/>
            <a:ahLst/>
            <a:cxnLst/>
            <a:rect l="0" t="0" r="0" b="0"/>
            <a:pathLst>
              <a:path w="1483377" h="861315">
                <a:moveTo>
                  <a:pt x="0" y="861315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38_1">
            <a:extLst>
              <a:ext uri="{FF2B5EF4-FFF2-40B4-BE49-F238E27FC236}">
                <a16:creationId xmlns:a16="http://schemas.microsoft.com/office/drawing/2014/main" id="{971B57DF-7B81-4CB6-BA58-A41223130BF2}"/>
              </a:ext>
            </a:extLst>
          </p:cNvPr>
          <p:cNvSpPr>
            <a:spLocks noGrp="1"/>
          </p:cNvSpPr>
          <p:nvPr/>
        </p:nvSpPr>
        <p:spPr>
          <a:xfrm>
            <a:off x="5521790" y="1821211"/>
            <a:ext cx="1483377" cy="1435526"/>
          </a:xfrm>
          <a:custGeom>
            <a:avLst/>
            <a:gdLst/>
            <a:ahLst/>
            <a:cxnLst/>
            <a:rect l="0" t="0" r="0" b="0"/>
            <a:pathLst>
              <a:path w="1483377" h="1435526">
                <a:moveTo>
                  <a:pt x="0" y="1435526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39_1">
            <a:extLst>
              <a:ext uri="{FF2B5EF4-FFF2-40B4-BE49-F238E27FC236}">
                <a16:creationId xmlns:a16="http://schemas.microsoft.com/office/drawing/2014/main" id="{43DBDCF4-6FFF-4433-B202-137538C8DBDB}"/>
              </a:ext>
            </a:extLst>
          </p:cNvPr>
          <p:cNvSpPr>
            <a:spLocks noGrp="1"/>
          </p:cNvSpPr>
          <p:nvPr/>
        </p:nvSpPr>
        <p:spPr>
          <a:xfrm>
            <a:off x="5521790" y="1247001"/>
            <a:ext cx="1483377" cy="2009736"/>
          </a:xfrm>
          <a:custGeom>
            <a:avLst/>
            <a:gdLst/>
            <a:ahLst/>
            <a:cxnLst/>
            <a:rect l="0" t="0" r="0" b="0"/>
            <a:pathLst>
              <a:path w="1483377" h="2009736">
                <a:moveTo>
                  <a:pt x="0" y="2009736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40_1">
            <a:extLst>
              <a:ext uri="{FF2B5EF4-FFF2-40B4-BE49-F238E27FC236}">
                <a16:creationId xmlns:a16="http://schemas.microsoft.com/office/drawing/2014/main" id="{7DCAC4D8-8527-4C81-8D25-D9D48E2BC57A}"/>
              </a:ext>
            </a:extLst>
          </p:cNvPr>
          <p:cNvSpPr>
            <a:spLocks noGrp="1"/>
          </p:cNvSpPr>
          <p:nvPr/>
        </p:nvSpPr>
        <p:spPr>
          <a:xfrm>
            <a:off x="5521790" y="2682527"/>
            <a:ext cx="1483377" cy="1435526"/>
          </a:xfrm>
          <a:custGeom>
            <a:avLst/>
            <a:gdLst/>
            <a:ahLst/>
            <a:cxnLst/>
            <a:rect l="0" t="0" r="0" b="0"/>
            <a:pathLst>
              <a:path w="1483377" h="1435526">
                <a:moveTo>
                  <a:pt x="0" y="0"/>
                </a:moveTo>
                <a:lnTo>
                  <a:pt x="1483377" y="143552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41_1">
            <a:extLst>
              <a:ext uri="{FF2B5EF4-FFF2-40B4-BE49-F238E27FC236}">
                <a16:creationId xmlns:a16="http://schemas.microsoft.com/office/drawing/2014/main" id="{8B0A10A2-FA31-49DA-9B24-51B8C74F550F}"/>
              </a:ext>
            </a:extLst>
          </p:cNvPr>
          <p:cNvSpPr>
            <a:spLocks noGrp="1"/>
          </p:cNvSpPr>
          <p:nvPr/>
        </p:nvSpPr>
        <p:spPr>
          <a:xfrm>
            <a:off x="5521790" y="2682527"/>
            <a:ext cx="1483377" cy="861315"/>
          </a:xfrm>
          <a:custGeom>
            <a:avLst/>
            <a:gdLst/>
            <a:ahLst/>
            <a:cxnLst/>
            <a:rect l="0" t="0" r="0" b="0"/>
            <a:pathLst>
              <a:path w="1483377" h="861315">
                <a:moveTo>
                  <a:pt x="0" y="0"/>
                </a:moveTo>
                <a:lnTo>
                  <a:pt x="1483377" y="86131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42_1">
            <a:extLst>
              <a:ext uri="{FF2B5EF4-FFF2-40B4-BE49-F238E27FC236}">
                <a16:creationId xmlns:a16="http://schemas.microsoft.com/office/drawing/2014/main" id="{E492FD2F-C1B6-4696-953D-4118401951AC}"/>
              </a:ext>
            </a:extLst>
          </p:cNvPr>
          <p:cNvSpPr>
            <a:spLocks noGrp="1"/>
          </p:cNvSpPr>
          <p:nvPr/>
        </p:nvSpPr>
        <p:spPr>
          <a:xfrm>
            <a:off x="5521790" y="2682527"/>
            <a:ext cx="1483377" cy="287105"/>
          </a:xfrm>
          <a:custGeom>
            <a:avLst/>
            <a:gdLst/>
            <a:ahLst/>
            <a:cxnLst/>
            <a:rect l="0" t="0" r="0" b="0"/>
            <a:pathLst>
              <a:path w="1483377" h="287105">
                <a:moveTo>
                  <a:pt x="0" y="0"/>
                </a:moveTo>
                <a:lnTo>
                  <a:pt x="1483377" y="28710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43_1">
            <a:extLst>
              <a:ext uri="{FF2B5EF4-FFF2-40B4-BE49-F238E27FC236}">
                <a16:creationId xmlns:a16="http://schemas.microsoft.com/office/drawing/2014/main" id="{50A86174-0553-4A3B-989C-C40A2281BEE5}"/>
              </a:ext>
            </a:extLst>
          </p:cNvPr>
          <p:cNvSpPr>
            <a:spLocks noGrp="1"/>
          </p:cNvSpPr>
          <p:nvPr/>
        </p:nvSpPr>
        <p:spPr>
          <a:xfrm>
            <a:off x="5521790" y="2395422"/>
            <a:ext cx="1483377" cy="287105"/>
          </a:xfrm>
          <a:custGeom>
            <a:avLst/>
            <a:gdLst/>
            <a:ahLst/>
            <a:cxnLst/>
            <a:rect l="0" t="0" r="0" b="0"/>
            <a:pathLst>
              <a:path w="1483377" h="287105">
                <a:moveTo>
                  <a:pt x="0" y="287105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44_1">
            <a:extLst>
              <a:ext uri="{FF2B5EF4-FFF2-40B4-BE49-F238E27FC236}">
                <a16:creationId xmlns:a16="http://schemas.microsoft.com/office/drawing/2014/main" id="{325DC62E-DC2E-47F4-9112-D389BDBE60B8}"/>
              </a:ext>
            </a:extLst>
          </p:cNvPr>
          <p:cNvSpPr>
            <a:spLocks noGrp="1"/>
          </p:cNvSpPr>
          <p:nvPr/>
        </p:nvSpPr>
        <p:spPr>
          <a:xfrm>
            <a:off x="5521790" y="1821211"/>
            <a:ext cx="1483377" cy="861315"/>
          </a:xfrm>
          <a:custGeom>
            <a:avLst/>
            <a:gdLst/>
            <a:ahLst/>
            <a:cxnLst/>
            <a:rect l="0" t="0" r="0" b="0"/>
            <a:pathLst>
              <a:path w="1483377" h="861315">
                <a:moveTo>
                  <a:pt x="0" y="861315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45_1">
            <a:extLst>
              <a:ext uri="{FF2B5EF4-FFF2-40B4-BE49-F238E27FC236}">
                <a16:creationId xmlns:a16="http://schemas.microsoft.com/office/drawing/2014/main" id="{CFC1A3BE-4815-4A5F-8A5A-E1F71D443C9F}"/>
              </a:ext>
            </a:extLst>
          </p:cNvPr>
          <p:cNvSpPr>
            <a:spLocks noGrp="1"/>
          </p:cNvSpPr>
          <p:nvPr/>
        </p:nvSpPr>
        <p:spPr>
          <a:xfrm>
            <a:off x="5521790" y="1247001"/>
            <a:ext cx="1483377" cy="1435526"/>
          </a:xfrm>
          <a:custGeom>
            <a:avLst/>
            <a:gdLst/>
            <a:ahLst/>
            <a:cxnLst/>
            <a:rect l="0" t="0" r="0" b="0"/>
            <a:pathLst>
              <a:path w="1483377" h="1435526">
                <a:moveTo>
                  <a:pt x="0" y="1435526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46_1">
            <a:extLst>
              <a:ext uri="{FF2B5EF4-FFF2-40B4-BE49-F238E27FC236}">
                <a16:creationId xmlns:a16="http://schemas.microsoft.com/office/drawing/2014/main" id="{74C625D1-33DC-4A5C-9B68-A10B3463BC8C}"/>
              </a:ext>
            </a:extLst>
          </p:cNvPr>
          <p:cNvSpPr>
            <a:spLocks noGrp="1"/>
          </p:cNvSpPr>
          <p:nvPr/>
        </p:nvSpPr>
        <p:spPr>
          <a:xfrm>
            <a:off x="5521790" y="2108316"/>
            <a:ext cx="1483377" cy="2009736"/>
          </a:xfrm>
          <a:custGeom>
            <a:avLst/>
            <a:gdLst/>
            <a:ahLst/>
            <a:cxnLst/>
            <a:rect l="0" t="0" r="0" b="0"/>
            <a:pathLst>
              <a:path w="1483377" h="2009736">
                <a:moveTo>
                  <a:pt x="0" y="0"/>
                </a:moveTo>
                <a:lnTo>
                  <a:pt x="1483377" y="200973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47_1">
            <a:extLst>
              <a:ext uri="{FF2B5EF4-FFF2-40B4-BE49-F238E27FC236}">
                <a16:creationId xmlns:a16="http://schemas.microsoft.com/office/drawing/2014/main" id="{FBB34F80-F608-49BF-85CA-CD9769CF487A}"/>
              </a:ext>
            </a:extLst>
          </p:cNvPr>
          <p:cNvSpPr>
            <a:spLocks noGrp="1"/>
          </p:cNvSpPr>
          <p:nvPr/>
        </p:nvSpPr>
        <p:spPr>
          <a:xfrm>
            <a:off x="5521790" y="2108316"/>
            <a:ext cx="1483377" cy="1435526"/>
          </a:xfrm>
          <a:custGeom>
            <a:avLst/>
            <a:gdLst/>
            <a:ahLst/>
            <a:cxnLst/>
            <a:rect l="0" t="0" r="0" b="0"/>
            <a:pathLst>
              <a:path w="1483377" h="1435526">
                <a:moveTo>
                  <a:pt x="0" y="0"/>
                </a:moveTo>
                <a:lnTo>
                  <a:pt x="1483377" y="143552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48_1">
            <a:extLst>
              <a:ext uri="{FF2B5EF4-FFF2-40B4-BE49-F238E27FC236}">
                <a16:creationId xmlns:a16="http://schemas.microsoft.com/office/drawing/2014/main" id="{036A74AF-77FB-4CC6-9F0A-4FAE3039859E}"/>
              </a:ext>
            </a:extLst>
          </p:cNvPr>
          <p:cNvSpPr>
            <a:spLocks noGrp="1"/>
          </p:cNvSpPr>
          <p:nvPr/>
        </p:nvSpPr>
        <p:spPr>
          <a:xfrm>
            <a:off x="5521790" y="2108316"/>
            <a:ext cx="1483377" cy="861315"/>
          </a:xfrm>
          <a:custGeom>
            <a:avLst/>
            <a:gdLst/>
            <a:ahLst/>
            <a:cxnLst/>
            <a:rect l="0" t="0" r="0" b="0"/>
            <a:pathLst>
              <a:path w="1483377" h="861315">
                <a:moveTo>
                  <a:pt x="0" y="0"/>
                </a:moveTo>
                <a:lnTo>
                  <a:pt x="1483377" y="86131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49_1">
            <a:extLst>
              <a:ext uri="{FF2B5EF4-FFF2-40B4-BE49-F238E27FC236}">
                <a16:creationId xmlns:a16="http://schemas.microsoft.com/office/drawing/2014/main" id="{82ADB8FD-4B42-45D1-BAD0-D6FCA3D28820}"/>
              </a:ext>
            </a:extLst>
          </p:cNvPr>
          <p:cNvSpPr>
            <a:spLocks noGrp="1"/>
          </p:cNvSpPr>
          <p:nvPr/>
        </p:nvSpPr>
        <p:spPr>
          <a:xfrm>
            <a:off x="5521790" y="2108316"/>
            <a:ext cx="1483377" cy="287105"/>
          </a:xfrm>
          <a:custGeom>
            <a:avLst/>
            <a:gdLst/>
            <a:ahLst/>
            <a:cxnLst/>
            <a:rect l="0" t="0" r="0" b="0"/>
            <a:pathLst>
              <a:path w="1483377" h="287105">
                <a:moveTo>
                  <a:pt x="0" y="0"/>
                </a:moveTo>
                <a:lnTo>
                  <a:pt x="1483377" y="28710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50_1">
            <a:extLst>
              <a:ext uri="{FF2B5EF4-FFF2-40B4-BE49-F238E27FC236}">
                <a16:creationId xmlns:a16="http://schemas.microsoft.com/office/drawing/2014/main" id="{D9BAADCF-B5E8-4A41-AF98-E6C1CD39BDB3}"/>
              </a:ext>
            </a:extLst>
          </p:cNvPr>
          <p:cNvSpPr>
            <a:spLocks noGrp="1"/>
          </p:cNvSpPr>
          <p:nvPr/>
        </p:nvSpPr>
        <p:spPr>
          <a:xfrm>
            <a:off x="5521790" y="1821211"/>
            <a:ext cx="1483377" cy="287105"/>
          </a:xfrm>
          <a:custGeom>
            <a:avLst/>
            <a:gdLst/>
            <a:ahLst/>
            <a:cxnLst/>
            <a:rect l="0" t="0" r="0" b="0"/>
            <a:pathLst>
              <a:path w="1483377" h="287105">
                <a:moveTo>
                  <a:pt x="0" y="287105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51_1">
            <a:extLst>
              <a:ext uri="{FF2B5EF4-FFF2-40B4-BE49-F238E27FC236}">
                <a16:creationId xmlns:a16="http://schemas.microsoft.com/office/drawing/2014/main" id="{9B474FC0-BAA5-4B94-ADF5-F195545E29C3}"/>
              </a:ext>
            </a:extLst>
          </p:cNvPr>
          <p:cNvSpPr>
            <a:spLocks noGrp="1"/>
          </p:cNvSpPr>
          <p:nvPr/>
        </p:nvSpPr>
        <p:spPr>
          <a:xfrm>
            <a:off x="5521790" y="1247001"/>
            <a:ext cx="1483377" cy="861315"/>
          </a:xfrm>
          <a:custGeom>
            <a:avLst/>
            <a:gdLst/>
            <a:ahLst/>
            <a:cxnLst/>
            <a:rect l="0" t="0" r="0" b="0"/>
            <a:pathLst>
              <a:path w="1483377" h="861315">
                <a:moveTo>
                  <a:pt x="0" y="861315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52_1">
            <a:extLst>
              <a:ext uri="{FF2B5EF4-FFF2-40B4-BE49-F238E27FC236}">
                <a16:creationId xmlns:a16="http://schemas.microsoft.com/office/drawing/2014/main" id="{A925C003-5328-4A6F-AC14-F4D59D67327D}"/>
              </a:ext>
            </a:extLst>
          </p:cNvPr>
          <p:cNvSpPr>
            <a:spLocks noGrp="1"/>
          </p:cNvSpPr>
          <p:nvPr/>
        </p:nvSpPr>
        <p:spPr>
          <a:xfrm>
            <a:off x="5521790" y="1534106"/>
            <a:ext cx="1483377" cy="2583946"/>
          </a:xfrm>
          <a:custGeom>
            <a:avLst/>
            <a:gdLst/>
            <a:ahLst/>
            <a:cxnLst/>
            <a:rect l="0" t="0" r="0" b="0"/>
            <a:pathLst>
              <a:path w="1483377" h="2583946">
                <a:moveTo>
                  <a:pt x="0" y="0"/>
                </a:moveTo>
                <a:lnTo>
                  <a:pt x="1483377" y="258394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53_1">
            <a:extLst>
              <a:ext uri="{FF2B5EF4-FFF2-40B4-BE49-F238E27FC236}">
                <a16:creationId xmlns:a16="http://schemas.microsoft.com/office/drawing/2014/main" id="{2C754A21-5174-4D59-AA0E-09E19FA44532}"/>
              </a:ext>
            </a:extLst>
          </p:cNvPr>
          <p:cNvSpPr>
            <a:spLocks noGrp="1"/>
          </p:cNvSpPr>
          <p:nvPr/>
        </p:nvSpPr>
        <p:spPr>
          <a:xfrm>
            <a:off x="5521790" y="1534106"/>
            <a:ext cx="1483377" cy="2009736"/>
          </a:xfrm>
          <a:custGeom>
            <a:avLst/>
            <a:gdLst/>
            <a:ahLst/>
            <a:cxnLst/>
            <a:rect l="0" t="0" r="0" b="0"/>
            <a:pathLst>
              <a:path w="1483377" h="2009736">
                <a:moveTo>
                  <a:pt x="0" y="0"/>
                </a:moveTo>
                <a:lnTo>
                  <a:pt x="1483377" y="200973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54_1">
            <a:extLst>
              <a:ext uri="{FF2B5EF4-FFF2-40B4-BE49-F238E27FC236}">
                <a16:creationId xmlns:a16="http://schemas.microsoft.com/office/drawing/2014/main" id="{FDCF4EDC-189A-4C4F-9A70-A4E40A44B0B6}"/>
              </a:ext>
            </a:extLst>
          </p:cNvPr>
          <p:cNvSpPr>
            <a:spLocks noGrp="1"/>
          </p:cNvSpPr>
          <p:nvPr/>
        </p:nvSpPr>
        <p:spPr>
          <a:xfrm>
            <a:off x="5521790" y="1534106"/>
            <a:ext cx="1483377" cy="1435526"/>
          </a:xfrm>
          <a:custGeom>
            <a:avLst/>
            <a:gdLst/>
            <a:ahLst/>
            <a:cxnLst/>
            <a:rect l="0" t="0" r="0" b="0"/>
            <a:pathLst>
              <a:path w="1483377" h="1435526">
                <a:moveTo>
                  <a:pt x="0" y="0"/>
                </a:moveTo>
                <a:lnTo>
                  <a:pt x="1483377" y="143552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55_1">
            <a:extLst>
              <a:ext uri="{FF2B5EF4-FFF2-40B4-BE49-F238E27FC236}">
                <a16:creationId xmlns:a16="http://schemas.microsoft.com/office/drawing/2014/main" id="{20D379B5-EE8B-46E6-B605-9C844641347B}"/>
              </a:ext>
            </a:extLst>
          </p:cNvPr>
          <p:cNvSpPr>
            <a:spLocks noGrp="1"/>
          </p:cNvSpPr>
          <p:nvPr/>
        </p:nvSpPr>
        <p:spPr>
          <a:xfrm>
            <a:off x="5521790" y="1534106"/>
            <a:ext cx="1483377" cy="861315"/>
          </a:xfrm>
          <a:custGeom>
            <a:avLst/>
            <a:gdLst/>
            <a:ahLst/>
            <a:cxnLst/>
            <a:rect l="0" t="0" r="0" b="0"/>
            <a:pathLst>
              <a:path w="1483377" h="861315">
                <a:moveTo>
                  <a:pt x="0" y="0"/>
                </a:moveTo>
                <a:lnTo>
                  <a:pt x="1483377" y="86131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56_1">
            <a:extLst>
              <a:ext uri="{FF2B5EF4-FFF2-40B4-BE49-F238E27FC236}">
                <a16:creationId xmlns:a16="http://schemas.microsoft.com/office/drawing/2014/main" id="{3E22C8C4-EAFA-4DF6-AC4B-BBF0646C596D}"/>
              </a:ext>
            </a:extLst>
          </p:cNvPr>
          <p:cNvSpPr>
            <a:spLocks noGrp="1"/>
          </p:cNvSpPr>
          <p:nvPr/>
        </p:nvSpPr>
        <p:spPr>
          <a:xfrm>
            <a:off x="5521790" y="1534106"/>
            <a:ext cx="1483377" cy="287105"/>
          </a:xfrm>
          <a:custGeom>
            <a:avLst/>
            <a:gdLst/>
            <a:ahLst/>
            <a:cxnLst/>
            <a:rect l="0" t="0" r="0" b="0"/>
            <a:pathLst>
              <a:path w="1483377" h="287105">
                <a:moveTo>
                  <a:pt x="0" y="0"/>
                </a:moveTo>
                <a:lnTo>
                  <a:pt x="1483377" y="28710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57_1">
            <a:extLst>
              <a:ext uri="{FF2B5EF4-FFF2-40B4-BE49-F238E27FC236}">
                <a16:creationId xmlns:a16="http://schemas.microsoft.com/office/drawing/2014/main" id="{D108106C-144A-4FB4-9BA8-B67182C978A5}"/>
              </a:ext>
            </a:extLst>
          </p:cNvPr>
          <p:cNvSpPr>
            <a:spLocks noGrp="1"/>
          </p:cNvSpPr>
          <p:nvPr/>
        </p:nvSpPr>
        <p:spPr>
          <a:xfrm>
            <a:off x="5521790" y="1247001"/>
            <a:ext cx="1483377" cy="287105"/>
          </a:xfrm>
          <a:custGeom>
            <a:avLst/>
            <a:gdLst/>
            <a:ahLst/>
            <a:cxnLst/>
            <a:rect l="0" t="0" r="0" b="0"/>
            <a:pathLst>
              <a:path w="1483377" h="287105">
                <a:moveTo>
                  <a:pt x="0" y="287105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58_1">
            <a:extLst>
              <a:ext uri="{FF2B5EF4-FFF2-40B4-BE49-F238E27FC236}">
                <a16:creationId xmlns:a16="http://schemas.microsoft.com/office/drawing/2014/main" id="{3384476C-498A-4E6D-98C1-6112DD828FF5}"/>
              </a:ext>
            </a:extLst>
          </p:cNvPr>
          <p:cNvSpPr>
            <a:spLocks noGrp="1"/>
          </p:cNvSpPr>
          <p:nvPr/>
        </p:nvSpPr>
        <p:spPr>
          <a:xfrm>
            <a:off x="7005166" y="3543842"/>
            <a:ext cx="1483377" cy="574210"/>
          </a:xfrm>
          <a:custGeom>
            <a:avLst/>
            <a:gdLst/>
            <a:ahLst/>
            <a:cxnLst/>
            <a:rect l="0" t="0" r="0" b="0"/>
            <a:pathLst>
              <a:path w="1483377" h="574210">
                <a:moveTo>
                  <a:pt x="0" y="574210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59_1">
            <a:extLst>
              <a:ext uri="{FF2B5EF4-FFF2-40B4-BE49-F238E27FC236}">
                <a16:creationId xmlns:a16="http://schemas.microsoft.com/office/drawing/2014/main" id="{10760294-00B5-44B7-968C-99DCE7FCAABD}"/>
              </a:ext>
            </a:extLst>
          </p:cNvPr>
          <p:cNvSpPr>
            <a:spLocks noGrp="1"/>
          </p:cNvSpPr>
          <p:nvPr/>
        </p:nvSpPr>
        <p:spPr>
          <a:xfrm>
            <a:off x="7005166" y="2969632"/>
            <a:ext cx="1483377" cy="1148421"/>
          </a:xfrm>
          <a:custGeom>
            <a:avLst/>
            <a:gdLst/>
            <a:ahLst/>
            <a:cxnLst/>
            <a:rect l="0" t="0" r="0" b="0"/>
            <a:pathLst>
              <a:path w="1483377" h="1148421">
                <a:moveTo>
                  <a:pt x="0" y="1148421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60_1">
            <a:extLst>
              <a:ext uri="{FF2B5EF4-FFF2-40B4-BE49-F238E27FC236}">
                <a16:creationId xmlns:a16="http://schemas.microsoft.com/office/drawing/2014/main" id="{41AB32AF-8585-494A-AEB9-9677DA21CD30}"/>
              </a:ext>
            </a:extLst>
          </p:cNvPr>
          <p:cNvSpPr>
            <a:spLocks noGrp="1"/>
          </p:cNvSpPr>
          <p:nvPr/>
        </p:nvSpPr>
        <p:spPr>
          <a:xfrm>
            <a:off x="7005166" y="2395422"/>
            <a:ext cx="1483377" cy="1722631"/>
          </a:xfrm>
          <a:custGeom>
            <a:avLst/>
            <a:gdLst/>
            <a:ahLst/>
            <a:cxnLst/>
            <a:rect l="0" t="0" r="0" b="0"/>
            <a:pathLst>
              <a:path w="1483377" h="1722631">
                <a:moveTo>
                  <a:pt x="0" y="1722631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61_1">
            <a:extLst>
              <a:ext uri="{FF2B5EF4-FFF2-40B4-BE49-F238E27FC236}">
                <a16:creationId xmlns:a16="http://schemas.microsoft.com/office/drawing/2014/main" id="{46325F8F-247B-49E7-A834-92C49DC0C394}"/>
              </a:ext>
            </a:extLst>
          </p:cNvPr>
          <p:cNvSpPr>
            <a:spLocks noGrp="1"/>
          </p:cNvSpPr>
          <p:nvPr/>
        </p:nvSpPr>
        <p:spPr>
          <a:xfrm>
            <a:off x="7005166" y="1821211"/>
            <a:ext cx="1483377" cy="2296841"/>
          </a:xfrm>
          <a:custGeom>
            <a:avLst/>
            <a:gdLst/>
            <a:ahLst/>
            <a:cxnLst/>
            <a:rect l="0" t="0" r="0" b="0"/>
            <a:pathLst>
              <a:path w="1483377" h="2296841">
                <a:moveTo>
                  <a:pt x="0" y="2296841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62_1">
            <a:extLst>
              <a:ext uri="{FF2B5EF4-FFF2-40B4-BE49-F238E27FC236}">
                <a16:creationId xmlns:a16="http://schemas.microsoft.com/office/drawing/2014/main" id="{6384743C-4740-4F71-BAF2-12EB4C09B4EF}"/>
              </a:ext>
            </a:extLst>
          </p:cNvPr>
          <p:cNvSpPr>
            <a:spLocks noGrp="1"/>
          </p:cNvSpPr>
          <p:nvPr/>
        </p:nvSpPr>
        <p:spPr>
          <a:xfrm>
            <a:off x="7005166" y="3543842"/>
            <a:ext cx="1483377" cy="953"/>
          </a:xfrm>
          <a:custGeom>
            <a:avLst/>
            <a:gdLst/>
            <a:ahLst/>
            <a:cxnLst/>
            <a:rect l="0" t="0" r="0" b="0"/>
            <a:pathLst>
              <a:path w="1483377" h="953">
                <a:moveTo>
                  <a:pt x="0" y="0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63_1">
            <a:extLst>
              <a:ext uri="{FF2B5EF4-FFF2-40B4-BE49-F238E27FC236}">
                <a16:creationId xmlns:a16="http://schemas.microsoft.com/office/drawing/2014/main" id="{68A5C858-6468-45C3-AC82-13AD72A62D7B}"/>
              </a:ext>
            </a:extLst>
          </p:cNvPr>
          <p:cNvSpPr>
            <a:spLocks noGrp="1"/>
          </p:cNvSpPr>
          <p:nvPr/>
        </p:nvSpPr>
        <p:spPr>
          <a:xfrm>
            <a:off x="7005166" y="2969632"/>
            <a:ext cx="1483377" cy="574210"/>
          </a:xfrm>
          <a:custGeom>
            <a:avLst/>
            <a:gdLst/>
            <a:ahLst/>
            <a:cxnLst/>
            <a:rect l="0" t="0" r="0" b="0"/>
            <a:pathLst>
              <a:path w="1483377" h="574210">
                <a:moveTo>
                  <a:pt x="0" y="574210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64_1">
            <a:extLst>
              <a:ext uri="{FF2B5EF4-FFF2-40B4-BE49-F238E27FC236}">
                <a16:creationId xmlns:a16="http://schemas.microsoft.com/office/drawing/2014/main" id="{7CA63285-78E0-4B01-AD2A-EFCE42F62E81}"/>
              </a:ext>
            </a:extLst>
          </p:cNvPr>
          <p:cNvSpPr>
            <a:spLocks noGrp="1"/>
          </p:cNvSpPr>
          <p:nvPr/>
        </p:nvSpPr>
        <p:spPr>
          <a:xfrm>
            <a:off x="7005166" y="2395422"/>
            <a:ext cx="1483377" cy="1148421"/>
          </a:xfrm>
          <a:custGeom>
            <a:avLst/>
            <a:gdLst/>
            <a:ahLst/>
            <a:cxnLst/>
            <a:rect l="0" t="0" r="0" b="0"/>
            <a:pathLst>
              <a:path w="1483377" h="1148421">
                <a:moveTo>
                  <a:pt x="0" y="1148421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65_1">
            <a:extLst>
              <a:ext uri="{FF2B5EF4-FFF2-40B4-BE49-F238E27FC236}">
                <a16:creationId xmlns:a16="http://schemas.microsoft.com/office/drawing/2014/main" id="{775682C4-CF7B-4A4A-AA8C-A828F19BD353}"/>
              </a:ext>
            </a:extLst>
          </p:cNvPr>
          <p:cNvSpPr>
            <a:spLocks noGrp="1"/>
          </p:cNvSpPr>
          <p:nvPr/>
        </p:nvSpPr>
        <p:spPr>
          <a:xfrm>
            <a:off x="7005166" y="1821211"/>
            <a:ext cx="1483377" cy="1722631"/>
          </a:xfrm>
          <a:custGeom>
            <a:avLst/>
            <a:gdLst/>
            <a:ahLst/>
            <a:cxnLst/>
            <a:rect l="0" t="0" r="0" b="0"/>
            <a:pathLst>
              <a:path w="1483377" h="1722631">
                <a:moveTo>
                  <a:pt x="0" y="1722631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66_1">
            <a:extLst>
              <a:ext uri="{FF2B5EF4-FFF2-40B4-BE49-F238E27FC236}">
                <a16:creationId xmlns:a16="http://schemas.microsoft.com/office/drawing/2014/main" id="{469143B2-6C3E-41E3-BEED-8207A16E2C96}"/>
              </a:ext>
            </a:extLst>
          </p:cNvPr>
          <p:cNvSpPr>
            <a:spLocks noGrp="1"/>
          </p:cNvSpPr>
          <p:nvPr/>
        </p:nvSpPr>
        <p:spPr>
          <a:xfrm>
            <a:off x="7005166" y="2969632"/>
            <a:ext cx="1483377" cy="574210"/>
          </a:xfrm>
          <a:custGeom>
            <a:avLst/>
            <a:gdLst/>
            <a:ahLst/>
            <a:cxnLst/>
            <a:rect l="0" t="0" r="0" b="0"/>
            <a:pathLst>
              <a:path w="1483377" h="574210">
                <a:moveTo>
                  <a:pt x="0" y="0"/>
                </a:moveTo>
                <a:lnTo>
                  <a:pt x="1483377" y="57421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67_1">
            <a:extLst>
              <a:ext uri="{FF2B5EF4-FFF2-40B4-BE49-F238E27FC236}">
                <a16:creationId xmlns:a16="http://schemas.microsoft.com/office/drawing/2014/main" id="{6329EB83-D693-49BB-AF4F-B21793BAF79D}"/>
              </a:ext>
            </a:extLst>
          </p:cNvPr>
          <p:cNvSpPr>
            <a:spLocks noGrp="1"/>
          </p:cNvSpPr>
          <p:nvPr/>
        </p:nvSpPr>
        <p:spPr>
          <a:xfrm>
            <a:off x="7005166" y="2969632"/>
            <a:ext cx="1483377" cy="953"/>
          </a:xfrm>
          <a:custGeom>
            <a:avLst/>
            <a:gdLst/>
            <a:ahLst/>
            <a:cxnLst/>
            <a:rect l="0" t="0" r="0" b="0"/>
            <a:pathLst>
              <a:path w="1483377" h="953">
                <a:moveTo>
                  <a:pt x="0" y="0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68_1">
            <a:extLst>
              <a:ext uri="{FF2B5EF4-FFF2-40B4-BE49-F238E27FC236}">
                <a16:creationId xmlns:a16="http://schemas.microsoft.com/office/drawing/2014/main" id="{38EE00E9-BCDA-42A4-A3EE-0BCDAB190BD4}"/>
              </a:ext>
            </a:extLst>
          </p:cNvPr>
          <p:cNvSpPr>
            <a:spLocks noGrp="1"/>
          </p:cNvSpPr>
          <p:nvPr/>
        </p:nvSpPr>
        <p:spPr>
          <a:xfrm>
            <a:off x="7005166" y="2395422"/>
            <a:ext cx="1483377" cy="574210"/>
          </a:xfrm>
          <a:custGeom>
            <a:avLst/>
            <a:gdLst/>
            <a:ahLst/>
            <a:cxnLst/>
            <a:rect l="0" t="0" r="0" b="0"/>
            <a:pathLst>
              <a:path w="1483377" h="574210">
                <a:moveTo>
                  <a:pt x="0" y="574210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69_1">
            <a:extLst>
              <a:ext uri="{FF2B5EF4-FFF2-40B4-BE49-F238E27FC236}">
                <a16:creationId xmlns:a16="http://schemas.microsoft.com/office/drawing/2014/main" id="{E7291256-56F2-4301-B4C1-80615BF885FF}"/>
              </a:ext>
            </a:extLst>
          </p:cNvPr>
          <p:cNvSpPr>
            <a:spLocks noGrp="1"/>
          </p:cNvSpPr>
          <p:nvPr/>
        </p:nvSpPr>
        <p:spPr>
          <a:xfrm>
            <a:off x="7005166" y="1821211"/>
            <a:ext cx="1483377" cy="1148421"/>
          </a:xfrm>
          <a:custGeom>
            <a:avLst/>
            <a:gdLst/>
            <a:ahLst/>
            <a:cxnLst/>
            <a:rect l="0" t="0" r="0" b="0"/>
            <a:pathLst>
              <a:path w="1483377" h="1148421">
                <a:moveTo>
                  <a:pt x="0" y="1148421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70_1">
            <a:extLst>
              <a:ext uri="{FF2B5EF4-FFF2-40B4-BE49-F238E27FC236}">
                <a16:creationId xmlns:a16="http://schemas.microsoft.com/office/drawing/2014/main" id="{893AFBDB-CDC7-4074-BA29-041680459E32}"/>
              </a:ext>
            </a:extLst>
          </p:cNvPr>
          <p:cNvSpPr>
            <a:spLocks noGrp="1"/>
          </p:cNvSpPr>
          <p:nvPr/>
        </p:nvSpPr>
        <p:spPr>
          <a:xfrm>
            <a:off x="7005166" y="2395422"/>
            <a:ext cx="1483377" cy="1148421"/>
          </a:xfrm>
          <a:custGeom>
            <a:avLst/>
            <a:gdLst/>
            <a:ahLst/>
            <a:cxnLst/>
            <a:rect l="0" t="0" r="0" b="0"/>
            <a:pathLst>
              <a:path w="1483377" h="1148421">
                <a:moveTo>
                  <a:pt x="0" y="0"/>
                </a:moveTo>
                <a:lnTo>
                  <a:pt x="1483377" y="1148421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71_1">
            <a:extLst>
              <a:ext uri="{FF2B5EF4-FFF2-40B4-BE49-F238E27FC236}">
                <a16:creationId xmlns:a16="http://schemas.microsoft.com/office/drawing/2014/main" id="{40FB3532-5961-4E94-AE67-F119E847B37B}"/>
              </a:ext>
            </a:extLst>
          </p:cNvPr>
          <p:cNvSpPr>
            <a:spLocks noGrp="1"/>
          </p:cNvSpPr>
          <p:nvPr/>
        </p:nvSpPr>
        <p:spPr>
          <a:xfrm>
            <a:off x="7005166" y="2395422"/>
            <a:ext cx="1483377" cy="574210"/>
          </a:xfrm>
          <a:custGeom>
            <a:avLst/>
            <a:gdLst/>
            <a:ahLst/>
            <a:cxnLst/>
            <a:rect l="0" t="0" r="0" b="0"/>
            <a:pathLst>
              <a:path w="1483377" h="574210">
                <a:moveTo>
                  <a:pt x="0" y="0"/>
                </a:moveTo>
                <a:lnTo>
                  <a:pt x="1483377" y="57421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72_1">
            <a:extLst>
              <a:ext uri="{FF2B5EF4-FFF2-40B4-BE49-F238E27FC236}">
                <a16:creationId xmlns:a16="http://schemas.microsoft.com/office/drawing/2014/main" id="{FE275DBE-3F5B-4F36-8558-B3A8D4B036BE}"/>
              </a:ext>
            </a:extLst>
          </p:cNvPr>
          <p:cNvSpPr>
            <a:spLocks noGrp="1"/>
          </p:cNvSpPr>
          <p:nvPr/>
        </p:nvSpPr>
        <p:spPr>
          <a:xfrm>
            <a:off x="7005166" y="2395422"/>
            <a:ext cx="1483377" cy="953"/>
          </a:xfrm>
          <a:custGeom>
            <a:avLst/>
            <a:gdLst/>
            <a:ahLst/>
            <a:cxnLst/>
            <a:rect l="0" t="0" r="0" b="0"/>
            <a:pathLst>
              <a:path w="1483377" h="953">
                <a:moveTo>
                  <a:pt x="0" y="0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73_1">
            <a:extLst>
              <a:ext uri="{FF2B5EF4-FFF2-40B4-BE49-F238E27FC236}">
                <a16:creationId xmlns:a16="http://schemas.microsoft.com/office/drawing/2014/main" id="{1A8B52CC-B435-40CB-B0F2-EF09483E251C}"/>
              </a:ext>
            </a:extLst>
          </p:cNvPr>
          <p:cNvSpPr>
            <a:spLocks noGrp="1"/>
          </p:cNvSpPr>
          <p:nvPr/>
        </p:nvSpPr>
        <p:spPr>
          <a:xfrm>
            <a:off x="7005166" y="1821211"/>
            <a:ext cx="1483377" cy="574210"/>
          </a:xfrm>
          <a:custGeom>
            <a:avLst/>
            <a:gdLst/>
            <a:ahLst/>
            <a:cxnLst/>
            <a:rect l="0" t="0" r="0" b="0"/>
            <a:pathLst>
              <a:path w="1483377" h="574210">
                <a:moveTo>
                  <a:pt x="0" y="574210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74_1">
            <a:extLst>
              <a:ext uri="{FF2B5EF4-FFF2-40B4-BE49-F238E27FC236}">
                <a16:creationId xmlns:a16="http://schemas.microsoft.com/office/drawing/2014/main" id="{6B104515-3A45-48F2-9B5D-438F5614461B}"/>
              </a:ext>
            </a:extLst>
          </p:cNvPr>
          <p:cNvSpPr>
            <a:spLocks noGrp="1"/>
          </p:cNvSpPr>
          <p:nvPr/>
        </p:nvSpPr>
        <p:spPr>
          <a:xfrm>
            <a:off x="7005166" y="1821211"/>
            <a:ext cx="1483377" cy="1722631"/>
          </a:xfrm>
          <a:custGeom>
            <a:avLst/>
            <a:gdLst/>
            <a:ahLst/>
            <a:cxnLst/>
            <a:rect l="0" t="0" r="0" b="0"/>
            <a:pathLst>
              <a:path w="1483377" h="1722631">
                <a:moveTo>
                  <a:pt x="0" y="0"/>
                </a:moveTo>
                <a:lnTo>
                  <a:pt x="1483377" y="1722631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75_1">
            <a:extLst>
              <a:ext uri="{FF2B5EF4-FFF2-40B4-BE49-F238E27FC236}">
                <a16:creationId xmlns:a16="http://schemas.microsoft.com/office/drawing/2014/main" id="{3086A976-7488-4898-90BE-06DA031565C8}"/>
              </a:ext>
            </a:extLst>
          </p:cNvPr>
          <p:cNvSpPr>
            <a:spLocks noGrp="1"/>
          </p:cNvSpPr>
          <p:nvPr/>
        </p:nvSpPr>
        <p:spPr>
          <a:xfrm>
            <a:off x="7005166" y="1821211"/>
            <a:ext cx="1483377" cy="1148421"/>
          </a:xfrm>
          <a:custGeom>
            <a:avLst/>
            <a:gdLst/>
            <a:ahLst/>
            <a:cxnLst/>
            <a:rect l="0" t="0" r="0" b="0"/>
            <a:pathLst>
              <a:path w="1483377" h="1148421">
                <a:moveTo>
                  <a:pt x="0" y="0"/>
                </a:moveTo>
                <a:lnTo>
                  <a:pt x="1483377" y="1148421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76_1">
            <a:extLst>
              <a:ext uri="{FF2B5EF4-FFF2-40B4-BE49-F238E27FC236}">
                <a16:creationId xmlns:a16="http://schemas.microsoft.com/office/drawing/2014/main" id="{4DD97EB0-13EB-468D-BB81-040CFA35D309}"/>
              </a:ext>
            </a:extLst>
          </p:cNvPr>
          <p:cNvSpPr>
            <a:spLocks noGrp="1"/>
          </p:cNvSpPr>
          <p:nvPr/>
        </p:nvSpPr>
        <p:spPr>
          <a:xfrm>
            <a:off x="7005166" y="1821211"/>
            <a:ext cx="1483377" cy="574210"/>
          </a:xfrm>
          <a:custGeom>
            <a:avLst/>
            <a:gdLst/>
            <a:ahLst/>
            <a:cxnLst/>
            <a:rect l="0" t="0" r="0" b="0"/>
            <a:pathLst>
              <a:path w="1483377" h="574210">
                <a:moveTo>
                  <a:pt x="0" y="0"/>
                </a:moveTo>
                <a:lnTo>
                  <a:pt x="1483377" y="57421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77_1">
            <a:extLst>
              <a:ext uri="{FF2B5EF4-FFF2-40B4-BE49-F238E27FC236}">
                <a16:creationId xmlns:a16="http://schemas.microsoft.com/office/drawing/2014/main" id="{B2764B86-3DFD-4705-B684-447A1A7913F8}"/>
              </a:ext>
            </a:extLst>
          </p:cNvPr>
          <p:cNvSpPr>
            <a:spLocks noGrp="1"/>
          </p:cNvSpPr>
          <p:nvPr/>
        </p:nvSpPr>
        <p:spPr>
          <a:xfrm>
            <a:off x="7005166" y="1821211"/>
            <a:ext cx="1483377" cy="953"/>
          </a:xfrm>
          <a:custGeom>
            <a:avLst/>
            <a:gdLst/>
            <a:ahLst/>
            <a:cxnLst/>
            <a:rect l="0" t="0" r="0" b="0"/>
            <a:pathLst>
              <a:path w="1483377" h="953">
                <a:moveTo>
                  <a:pt x="0" y="0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78_1">
            <a:extLst>
              <a:ext uri="{FF2B5EF4-FFF2-40B4-BE49-F238E27FC236}">
                <a16:creationId xmlns:a16="http://schemas.microsoft.com/office/drawing/2014/main" id="{33041A6C-0D6C-4C3F-80C2-A52DCEC93D29}"/>
              </a:ext>
            </a:extLst>
          </p:cNvPr>
          <p:cNvSpPr>
            <a:spLocks noGrp="1"/>
          </p:cNvSpPr>
          <p:nvPr/>
        </p:nvSpPr>
        <p:spPr>
          <a:xfrm>
            <a:off x="7005166" y="1247001"/>
            <a:ext cx="1483377" cy="2296841"/>
          </a:xfrm>
          <a:custGeom>
            <a:avLst/>
            <a:gdLst/>
            <a:ahLst/>
            <a:cxnLst/>
            <a:rect l="0" t="0" r="0" b="0"/>
            <a:pathLst>
              <a:path w="1483377" h="2296841">
                <a:moveTo>
                  <a:pt x="0" y="0"/>
                </a:moveTo>
                <a:lnTo>
                  <a:pt x="1483377" y="2296841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79_1">
            <a:extLst>
              <a:ext uri="{FF2B5EF4-FFF2-40B4-BE49-F238E27FC236}">
                <a16:creationId xmlns:a16="http://schemas.microsoft.com/office/drawing/2014/main" id="{48EEFF26-5624-42EC-9F67-C71C4FA0C855}"/>
              </a:ext>
            </a:extLst>
          </p:cNvPr>
          <p:cNvSpPr>
            <a:spLocks noGrp="1"/>
          </p:cNvSpPr>
          <p:nvPr/>
        </p:nvSpPr>
        <p:spPr>
          <a:xfrm>
            <a:off x="7005166" y="1247001"/>
            <a:ext cx="1483377" cy="1722631"/>
          </a:xfrm>
          <a:custGeom>
            <a:avLst/>
            <a:gdLst/>
            <a:ahLst/>
            <a:cxnLst/>
            <a:rect l="0" t="0" r="0" b="0"/>
            <a:pathLst>
              <a:path w="1483377" h="1722631">
                <a:moveTo>
                  <a:pt x="0" y="0"/>
                </a:moveTo>
                <a:lnTo>
                  <a:pt x="1483377" y="1722631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o80_1">
            <a:extLst>
              <a:ext uri="{FF2B5EF4-FFF2-40B4-BE49-F238E27FC236}">
                <a16:creationId xmlns:a16="http://schemas.microsoft.com/office/drawing/2014/main" id="{B5BCBFA0-FF96-426F-A4E2-A939E9140943}"/>
              </a:ext>
            </a:extLst>
          </p:cNvPr>
          <p:cNvSpPr>
            <a:spLocks noGrp="1"/>
          </p:cNvSpPr>
          <p:nvPr/>
        </p:nvSpPr>
        <p:spPr>
          <a:xfrm>
            <a:off x="7005166" y="1247001"/>
            <a:ext cx="1483377" cy="1148421"/>
          </a:xfrm>
          <a:custGeom>
            <a:avLst/>
            <a:gdLst/>
            <a:ahLst/>
            <a:cxnLst/>
            <a:rect l="0" t="0" r="0" b="0"/>
            <a:pathLst>
              <a:path w="1483377" h="1148421">
                <a:moveTo>
                  <a:pt x="0" y="0"/>
                </a:moveTo>
                <a:lnTo>
                  <a:pt x="1483377" y="1148421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4" name="anim_o81_1">
            <a:extLst>
              <a:ext uri="{FF2B5EF4-FFF2-40B4-BE49-F238E27FC236}">
                <a16:creationId xmlns:a16="http://schemas.microsoft.com/office/drawing/2014/main" id="{771C990E-05AF-4D5D-B23B-A99A6CCC792F}"/>
              </a:ext>
            </a:extLst>
          </p:cNvPr>
          <p:cNvSpPr>
            <a:spLocks noGrp="1"/>
          </p:cNvSpPr>
          <p:nvPr/>
        </p:nvSpPr>
        <p:spPr>
          <a:xfrm>
            <a:off x="7005166" y="1247001"/>
            <a:ext cx="1483377" cy="574210"/>
          </a:xfrm>
          <a:custGeom>
            <a:avLst/>
            <a:gdLst/>
            <a:ahLst/>
            <a:cxnLst/>
            <a:rect l="0" t="0" r="0" b="0"/>
            <a:pathLst>
              <a:path w="1483377" h="574210">
                <a:moveTo>
                  <a:pt x="0" y="0"/>
                </a:moveTo>
                <a:lnTo>
                  <a:pt x="1483377" y="57421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5" name="anim_o82_1">
            <a:extLst>
              <a:ext uri="{FF2B5EF4-FFF2-40B4-BE49-F238E27FC236}">
                <a16:creationId xmlns:a16="http://schemas.microsoft.com/office/drawing/2014/main" id="{1F616BFE-CFA2-4113-B6A4-73E1FEFC6E05}"/>
              </a:ext>
            </a:extLst>
          </p:cNvPr>
          <p:cNvSpPr>
            <a:spLocks noGrp="1"/>
          </p:cNvSpPr>
          <p:nvPr/>
        </p:nvSpPr>
        <p:spPr>
          <a:xfrm>
            <a:off x="8488543" y="3256737"/>
            <a:ext cx="1483377" cy="287105"/>
          </a:xfrm>
          <a:custGeom>
            <a:avLst/>
            <a:gdLst/>
            <a:ahLst/>
            <a:cxnLst/>
            <a:rect l="0" t="0" r="0" b="0"/>
            <a:pathLst>
              <a:path w="1483377" h="287105">
                <a:moveTo>
                  <a:pt x="0" y="287105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6" name="anim_o83_1">
            <a:extLst>
              <a:ext uri="{FF2B5EF4-FFF2-40B4-BE49-F238E27FC236}">
                <a16:creationId xmlns:a16="http://schemas.microsoft.com/office/drawing/2014/main" id="{AC0348C6-0B6B-4BEF-A34E-B065181248C4}"/>
              </a:ext>
            </a:extLst>
          </p:cNvPr>
          <p:cNvSpPr>
            <a:spLocks noGrp="1"/>
          </p:cNvSpPr>
          <p:nvPr/>
        </p:nvSpPr>
        <p:spPr>
          <a:xfrm>
            <a:off x="8488543" y="2682527"/>
            <a:ext cx="1483377" cy="861315"/>
          </a:xfrm>
          <a:custGeom>
            <a:avLst/>
            <a:gdLst/>
            <a:ahLst/>
            <a:cxnLst/>
            <a:rect l="0" t="0" r="0" b="0"/>
            <a:pathLst>
              <a:path w="1483377" h="861315">
                <a:moveTo>
                  <a:pt x="0" y="861315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7" name="anim_o84_1">
            <a:extLst>
              <a:ext uri="{FF2B5EF4-FFF2-40B4-BE49-F238E27FC236}">
                <a16:creationId xmlns:a16="http://schemas.microsoft.com/office/drawing/2014/main" id="{66EA9559-A781-4454-AB86-4D124A054A81}"/>
              </a:ext>
            </a:extLst>
          </p:cNvPr>
          <p:cNvSpPr>
            <a:spLocks noGrp="1"/>
          </p:cNvSpPr>
          <p:nvPr/>
        </p:nvSpPr>
        <p:spPr>
          <a:xfrm>
            <a:off x="8488543" y="2108316"/>
            <a:ext cx="1483377" cy="1435526"/>
          </a:xfrm>
          <a:custGeom>
            <a:avLst/>
            <a:gdLst/>
            <a:ahLst/>
            <a:cxnLst/>
            <a:rect l="0" t="0" r="0" b="0"/>
            <a:pathLst>
              <a:path w="1483377" h="1435526">
                <a:moveTo>
                  <a:pt x="0" y="1435526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8" name="anim_o85_1">
            <a:extLst>
              <a:ext uri="{FF2B5EF4-FFF2-40B4-BE49-F238E27FC236}">
                <a16:creationId xmlns:a16="http://schemas.microsoft.com/office/drawing/2014/main" id="{55F9FB41-8701-4705-AF7B-B51B10D2B55C}"/>
              </a:ext>
            </a:extLst>
          </p:cNvPr>
          <p:cNvSpPr>
            <a:spLocks noGrp="1"/>
          </p:cNvSpPr>
          <p:nvPr/>
        </p:nvSpPr>
        <p:spPr>
          <a:xfrm>
            <a:off x="8488543" y="2969632"/>
            <a:ext cx="1483377" cy="287105"/>
          </a:xfrm>
          <a:custGeom>
            <a:avLst/>
            <a:gdLst/>
            <a:ahLst/>
            <a:cxnLst/>
            <a:rect l="0" t="0" r="0" b="0"/>
            <a:pathLst>
              <a:path w="1483377" h="287105">
                <a:moveTo>
                  <a:pt x="0" y="0"/>
                </a:moveTo>
                <a:lnTo>
                  <a:pt x="1483377" y="28710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o86_1">
            <a:extLst>
              <a:ext uri="{FF2B5EF4-FFF2-40B4-BE49-F238E27FC236}">
                <a16:creationId xmlns:a16="http://schemas.microsoft.com/office/drawing/2014/main" id="{4DD65642-609F-4915-8C5E-0495A233AB5C}"/>
              </a:ext>
            </a:extLst>
          </p:cNvPr>
          <p:cNvSpPr>
            <a:spLocks noGrp="1"/>
          </p:cNvSpPr>
          <p:nvPr/>
        </p:nvSpPr>
        <p:spPr>
          <a:xfrm>
            <a:off x="8488543" y="2682527"/>
            <a:ext cx="1483377" cy="287105"/>
          </a:xfrm>
          <a:custGeom>
            <a:avLst/>
            <a:gdLst/>
            <a:ahLst/>
            <a:cxnLst/>
            <a:rect l="0" t="0" r="0" b="0"/>
            <a:pathLst>
              <a:path w="1483377" h="287105">
                <a:moveTo>
                  <a:pt x="0" y="287105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0" name="anim_o87_1">
            <a:extLst>
              <a:ext uri="{FF2B5EF4-FFF2-40B4-BE49-F238E27FC236}">
                <a16:creationId xmlns:a16="http://schemas.microsoft.com/office/drawing/2014/main" id="{9886FDA3-91FB-49A5-8842-40D73CA9D208}"/>
              </a:ext>
            </a:extLst>
          </p:cNvPr>
          <p:cNvSpPr>
            <a:spLocks noGrp="1"/>
          </p:cNvSpPr>
          <p:nvPr/>
        </p:nvSpPr>
        <p:spPr>
          <a:xfrm>
            <a:off x="8488543" y="2108316"/>
            <a:ext cx="1483377" cy="861315"/>
          </a:xfrm>
          <a:custGeom>
            <a:avLst/>
            <a:gdLst/>
            <a:ahLst/>
            <a:cxnLst/>
            <a:rect l="0" t="0" r="0" b="0"/>
            <a:pathLst>
              <a:path w="1483377" h="861315">
                <a:moveTo>
                  <a:pt x="0" y="861315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1" name="anim_o88_1">
            <a:extLst>
              <a:ext uri="{FF2B5EF4-FFF2-40B4-BE49-F238E27FC236}">
                <a16:creationId xmlns:a16="http://schemas.microsoft.com/office/drawing/2014/main" id="{06A47749-142D-4C87-98D1-D4153AA6F125}"/>
              </a:ext>
            </a:extLst>
          </p:cNvPr>
          <p:cNvSpPr>
            <a:spLocks noGrp="1"/>
          </p:cNvSpPr>
          <p:nvPr/>
        </p:nvSpPr>
        <p:spPr>
          <a:xfrm>
            <a:off x="8488543" y="2395422"/>
            <a:ext cx="1483377" cy="861315"/>
          </a:xfrm>
          <a:custGeom>
            <a:avLst/>
            <a:gdLst/>
            <a:ahLst/>
            <a:cxnLst/>
            <a:rect l="0" t="0" r="0" b="0"/>
            <a:pathLst>
              <a:path w="1483377" h="861315">
                <a:moveTo>
                  <a:pt x="0" y="0"/>
                </a:moveTo>
                <a:lnTo>
                  <a:pt x="1483377" y="86131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2" name="anim_o89_1">
            <a:extLst>
              <a:ext uri="{FF2B5EF4-FFF2-40B4-BE49-F238E27FC236}">
                <a16:creationId xmlns:a16="http://schemas.microsoft.com/office/drawing/2014/main" id="{0928378B-02F7-4D68-8A3D-6CAE02D53A2A}"/>
              </a:ext>
            </a:extLst>
          </p:cNvPr>
          <p:cNvSpPr>
            <a:spLocks noGrp="1"/>
          </p:cNvSpPr>
          <p:nvPr/>
        </p:nvSpPr>
        <p:spPr>
          <a:xfrm>
            <a:off x="8488543" y="2395422"/>
            <a:ext cx="1483377" cy="287105"/>
          </a:xfrm>
          <a:custGeom>
            <a:avLst/>
            <a:gdLst/>
            <a:ahLst/>
            <a:cxnLst/>
            <a:rect l="0" t="0" r="0" b="0"/>
            <a:pathLst>
              <a:path w="1483377" h="287105">
                <a:moveTo>
                  <a:pt x="0" y="0"/>
                </a:moveTo>
                <a:lnTo>
                  <a:pt x="1483377" y="28710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3" name="anim_o90_1">
            <a:extLst>
              <a:ext uri="{FF2B5EF4-FFF2-40B4-BE49-F238E27FC236}">
                <a16:creationId xmlns:a16="http://schemas.microsoft.com/office/drawing/2014/main" id="{152A2740-E3C4-412F-9786-BBBFB7C33D24}"/>
              </a:ext>
            </a:extLst>
          </p:cNvPr>
          <p:cNvSpPr>
            <a:spLocks noGrp="1"/>
          </p:cNvSpPr>
          <p:nvPr/>
        </p:nvSpPr>
        <p:spPr>
          <a:xfrm>
            <a:off x="8488543" y="2108316"/>
            <a:ext cx="1483377" cy="287105"/>
          </a:xfrm>
          <a:custGeom>
            <a:avLst/>
            <a:gdLst/>
            <a:ahLst/>
            <a:cxnLst/>
            <a:rect l="0" t="0" r="0" b="0"/>
            <a:pathLst>
              <a:path w="1483377" h="287105">
                <a:moveTo>
                  <a:pt x="0" y="287105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4" name="anim_o91_1">
            <a:extLst>
              <a:ext uri="{FF2B5EF4-FFF2-40B4-BE49-F238E27FC236}">
                <a16:creationId xmlns:a16="http://schemas.microsoft.com/office/drawing/2014/main" id="{D4FAFE02-5C91-4D8B-AE9A-0863AF819519}"/>
              </a:ext>
            </a:extLst>
          </p:cNvPr>
          <p:cNvSpPr>
            <a:spLocks noGrp="1"/>
          </p:cNvSpPr>
          <p:nvPr/>
        </p:nvSpPr>
        <p:spPr>
          <a:xfrm>
            <a:off x="8488543" y="1821211"/>
            <a:ext cx="1483377" cy="1435526"/>
          </a:xfrm>
          <a:custGeom>
            <a:avLst/>
            <a:gdLst/>
            <a:ahLst/>
            <a:cxnLst/>
            <a:rect l="0" t="0" r="0" b="0"/>
            <a:pathLst>
              <a:path w="1483377" h="1435526">
                <a:moveTo>
                  <a:pt x="0" y="0"/>
                </a:moveTo>
                <a:lnTo>
                  <a:pt x="1483377" y="143552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5" name="anim_o92_1">
            <a:extLst>
              <a:ext uri="{FF2B5EF4-FFF2-40B4-BE49-F238E27FC236}">
                <a16:creationId xmlns:a16="http://schemas.microsoft.com/office/drawing/2014/main" id="{C6D451C6-EB4D-4FA4-A4D1-E1E97185AE2F}"/>
              </a:ext>
            </a:extLst>
          </p:cNvPr>
          <p:cNvSpPr>
            <a:spLocks noGrp="1"/>
          </p:cNvSpPr>
          <p:nvPr/>
        </p:nvSpPr>
        <p:spPr>
          <a:xfrm>
            <a:off x="8488543" y="1821211"/>
            <a:ext cx="1483377" cy="861315"/>
          </a:xfrm>
          <a:custGeom>
            <a:avLst/>
            <a:gdLst/>
            <a:ahLst/>
            <a:cxnLst/>
            <a:rect l="0" t="0" r="0" b="0"/>
            <a:pathLst>
              <a:path w="1483377" h="861315">
                <a:moveTo>
                  <a:pt x="0" y="0"/>
                </a:moveTo>
                <a:lnTo>
                  <a:pt x="1483377" y="86131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6" name="anim_o93_1">
            <a:extLst>
              <a:ext uri="{FF2B5EF4-FFF2-40B4-BE49-F238E27FC236}">
                <a16:creationId xmlns:a16="http://schemas.microsoft.com/office/drawing/2014/main" id="{7820F5A5-1140-4E61-ADCC-4AFF32853194}"/>
              </a:ext>
            </a:extLst>
          </p:cNvPr>
          <p:cNvSpPr>
            <a:spLocks noGrp="1"/>
          </p:cNvSpPr>
          <p:nvPr/>
        </p:nvSpPr>
        <p:spPr>
          <a:xfrm>
            <a:off x="8488543" y="1821211"/>
            <a:ext cx="1483377" cy="287105"/>
          </a:xfrm>
          <a:custGeom>
            <a:avLst/>
            <a:gdLst/>
            <a:ahLst/>
            <a:cxnLst/>
            <a:rect l="0" t="0" r="0" b="0"/>
            <a:pathLst>
              <a:path w="1483377" h="287105">
                <a:moveTo>
                  <a:pt x="0" y="0"/>
                </a:moveTo>
                <a:lnTo>
                  <a:pt x="1483377" y="28710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7" name="anim_o94_1">
            <a:extLst>
              <a:ext uri="{FF2B5EF4-FFF2-40B4-BE49-F238E27FC236}">
                <a16:creationId xmlns:a16="http://schemas.microsoft.com/office/drawing/2014/main" id="{4C1F3872-F0AD-4E5A-8ACB-F1F0F9C5F8DE}"/>
              </a:ext>
            </a:extLst>
          </p:cNvPr>
          <p:cNvSpPr>
            <a:spLocks noGrp="1"/>
          </p:cNvSpPr>
          <p:nvPr/>
        </p:nvSpPr>
        <p:spPr>
          <a:xfrm>
            <a:off x="9971919" y="2682527"/>
            <a:ext cx="1483377" cy="574210"/>
          </a:xfrm>
          <a:custGeom>
            <a:avLst/>
            <a:gdLst/>
            <a:ahLst/>
            <a:cxnLst/>
            <a:rect l="0" t="0" r="0" b="0"/>
            <a:pathLst>
              <a:path w="1483377" h="574210">
                <a:moveTo>
                  <a:pt x="0" y="574210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8" name="anim_o95_1">
            <a:extLst>
              <a:ext uri="{FF2B5EF4-FFF2-40B4-BE49-F238E27FC236}">
                <a16:creationId xmlns:a16="http://schemas.microsoft.com/office/drawing/2014/main" id="{99A2393C-B194-4184-AF29-8B7BA9F426C3}"/>
              </a:ext>
            </a:extLst>
          </p:cNvPr>
          <p:cNvSpPr>
            <a:spLocks noGrp="1"/>
          </p:cNvSpPr>
          <p:nvPr/>
        </p:nvSpPr>
        <p:spPr>
          <a:xfrm>
            <a:off x="9971919" y="2682527"/>
            <a:ext cx="1483377" cy="953"/>
          </a:xfrm>
          <a:custGeom>
            <a:avLst/>
            <a:gdLst/>
            <a:ahLst/>
            <a:cxnLst/>
            <a:rect l="0" t="0" r="0" b="0"/>
            <a:pathLst>
              <a:path w="1483377" h="953">
                <a:moveTo>
                  <a:pt x="0" y="0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9" name="anim_o96_1">
            <a:extLst>
              <a:ext uri="{FF2B5EF4-FFF2-40B4-BE49-F238E27FC236}">
                <a16:creationId xmlns:a16="http://schemas.microsoft.com/office/drawing/2014/main" id="{D8FC3203-5BC4-474A-B1E4-0981BE741B11}"/>
              </a:ext>
            </a:extLst>
          </p:cNvPr>
          <p:cNvSpPr>
            <a:spLocks noGrp="1"/>
          </p:cNvSpPr>
          <p:nvPr/>
        </p:nvSpPr>
        <p:spPr>
          <a:xfrm>
            <a:off x="9971919" y="2108316"/>
            <a:ext cx="1483377" cy="574210"/>
          </a:xfrm>
          <a:custGeom>
            <a:avLst/>
            <a:gdLst/>
            <a:ahLst/>
            <a:cxnLst/>
            <a:rect l="0" t="0" r="0" b="0"/>
            <a:pathLst>
              <a:path w="1483377" h="574210">
                <a:moveTo>
                  <a:pt x="0" y="0"/>
                </a:moveTo>
                <a:lnTo>
                  <a:pt x="1483377" y="57421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pic>
        <p:nvPicPr>
          <p:cNvPr id="70" name="Picture 69">
            <a:extLst>
              <a:ext uri="{FF2B5EF4-FFF2-40B4-BE49-F238E27FC236}">
                <a16:creationId xmlns:a16="http://schemas.microsoft.com/office/drawing/2014/main" id="{DDEFAF64-F1CF-42DF-A2B2-782BD9B6934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/>
        </p:blipFill>
        <p:spPr>
          <a:xfrm>
            <a:off x="1152017" y="1964764"/>
            <a:ext cx="1372395" cy="1435526"/>
          </a:xfrm>
          <a:prstGeom prst="rect">
            <a:avLst/>
          </a:prstGeom>
        </p:spPr>
      </p:pic>
      <p:sp>
        <p:nvSpPr>
          <p:cNvPr id="71" name="anim_o110_1">
            <a:extLst>
              <a:ext uri="{FF2B5EF4-FFF2-40B4-BE49-F238E27FC236}">
                <a16:creationId xmlns:a16="http://schemas.microsoft.com/office/drawing/2014/main" id="{3E142003-096D-4595-800E-DFD993600483}"/>
              </a:ext>
            </a:extLst>
          </p:cNvPr>
          <p:cNvSpPr>
            <a:spLocks noGrp="1"/>
          </p:cNvSpPr>
          <p:nvPr/>
        </p:nvSpPr>
        <p:spPr>
          <a:xfrm>
            <a:off x="1128091" y="1940838"/>
            <a:ext cx="1420246" cy="1483377"/>
          </a:xfrm>
          <a:prstGeom prst="rect">
            <a:avLst/>
          </a:prstGeom>
          <a:noFill/>
          <a:ln w="19050">
            <a:solidFill>
              <a:srgbClr val="C55F73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2" name="anim_o217_1">
            <a:extLst>
              <a:ext uri="{FF2B5EF4-FFF2-40B4-BE49-F238E27FC236}">
                <a16:creationId xmlns:a16="http://schemas.microsoft.com/office/drawing/2014/main" id="{F83EC26C-CD64-4882-A328-E7E028FB4864}"/>
              </a:ext>
            </a:extLst>
          </p:cNvPr>
          <p:cNvSpPr>
            <a:spLocks noGrp="1"/>
          </p:cNvSpPr>
          <p:nvPr/>
        </p:nvSpPr>
        <p:spPr>
          <a:xfrm>
            <a:off x="3481429" y="1845137"/>
            <a:ext cx="957017" cy="1674780"/>
          </a:xfrm>
          <a:prstGeom prst="roundRect">
            <a:avLst>
              <a:gd name="adj" fmla="val 7962"/>
            </a:avLst>
          </a:prstGeom>
          <a:solidFill>
            <a:srgbClr val="DA1F1F">
              <a:alpha val="20000"/>
            </a:srgbClr>
          </a:solidFill>
          <a:ln w="25400">
            <a:solidFill>
              <a:srgbClr val="DA1F1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3" name="anim_o230_1">
            <a:extLst>
              <a:ext uri="{FF2B5EF4-FFF2-40B4-BE49-F238E27FC236}">
                <a16:creationId xmlns:a16="http://schemas.microsoft.com/office/drawing/2014/main" id="{A8D6C585-5C1C-48FE-AED4-82510F01733C}"/>
              </a:ext>
            </a:extLst>
          </p:cNvPr>
          <p:cNvSpPr>
            <a:spLocks noGrp="1"/>
          </p:cNvSpPr>
          <p:nvPr/>
        </p:nvSpPr>
        <p:spPr>
          <a:xfrm>
            <a:off x="2596188" y="2601180"/>
            <a:ext cx="813465" cy="162693"/>
          </a:xfrm>
          <a:custGeom>
            <a:avLst/>
            <a:gdLst/>
            <a:ahLst/>
            <a:cxnLst/>
            <a:rect l="0" t="0" r="0" b="0"/>
            <a:pathLst>
              <a:path w="813465" h="162693">
                <a:moveTo>
                  <a:pt x="0" y="100396"/>
                </a:moveTo>
                <a:lnTo>
                  <a:pt x="650772" y="100396"/>
                </a:lnTo>
                <a:lnTo>
                  <a:pt x="650772" y="162693"/>
                </a:lnTo>
                <a:lnTo>
                  <a:pt x="813465" y="81346"/>
                </a:lnTo>
                <a:lnTo>
                  <a:pt x="650772" y="0"/>
                </a:lnTo>
                <a:lnTo>
                  <a:pt x="650772" y="62296"/>
                </a:lnTo>
                <a:lnTo>
                  <a:pt x="0" y="62296"/>
                </a:lnTo>
                <a:close/>
              </a:path>
            </a:pathLst>
          </a:custGeom>
          <a:solidFill>
            <a:srgbClr val="FFFFFF"/>
          </a:solidFill>
          <a:ln w="2540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74" name="anim_o295_1">
            <a:extLst>
              <a:ext uri="{FF2B5EF4-FFF2-40B4-BE49-F238E27FC236}">
                <a16:creationId xmlns:a16="http://schemas.microsoft.com/office/drawing/2014/main" id="{25D991BB-13D9-403B-848F-80AFFD5D8D2D}"/>
              </a:ext>
            </a:extLst>
          </p:cNvPr>
          <p:cNvSpPr>
            <a:spLocks noGrp="1"/>
          </p:cNvSpPr>
          <p:nvPr/>
        </p:nvSpPr>
        <p:spPr>
          <a:xfrm>
            <a:off x="4510223" y="2601180"/>
            <a:ext cx="813465" cy="162693"/>
          </a:xfrm>
          <a:custGeom>
            <a:avLst/>
            <a:gdLst/>
            <a:ahLst/>
            <a:cxnLst/>
            <a:rect l="0" t="0" r="0" b="0"/>
            <a:pathLst>
              <a:path w="813465" h="162693">
                <a:moveTo>
                  <a:pt x="0" y="100396"/>
                </a:moveTo>
                <a:lnTo>
                  <a:pt x="650772" y="100396"/>
                </a:lnTo>
                <a:lnTo>
                  <a:pt x="650772" y="162693"/>
                </a:lnTo>
                <a:lnTo>
                  <a:pt x="813465" y="81346"/>
                </a:lnTo>
                <a:lnTo>
                  <a:pt x="650772" y="0"/>
                </a:lnTo>
                <a:lnTo>
                  <a:pt x="650772" y="62296"/>
                </a:lnTo>
                <a:lnTo>
                  <a:pt x="0" y="62296"/>
                </a:lnTo>
                <a:close/>
              </a:path>
            </a:pathLst>
          </a:custGeom>
          <a:solidFill>
            <a:srgbClr val="FFFFFF"/>
          </a:solidFill>
          <a:ln w="2540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75" name="anim_to98_0_1">
            <a:extLst>
              <a:ext uri="{FF2B5EF4-FFF2-40B4-BE49-F238E27FC236}">
                <a16:creationId xmlns:a16="http://schemas.microsoft.com/office/drawing/2014/main" id="{EEAFAF0F-681A-461B-8331-5BFDF5809504}"/>
              </a:ext>
            </a:extLst>
          </p:cNvPr>
          <p:cNvSpPr>
            <a:spLocks noGrp="1"/>
          </p:cNvSpPr>
          <p:nvPr/>
        </p:nvSpPr>
        <p:spPr>
          <a:xfrm>
            <a:off x="831047" y="1391102"/>
            <a:ext cx="2033385" cy="4122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97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97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597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Input Image</a:t>
            </a:r>
          </a:p>
        </p:txBody>
      </p:sp>
      <p:sp>
        <p:nvSpPr>
          <p:cNvPr id="76" name="anim_to218_0_1">
            <a:extLst>
              <a:ext uri="{FF2B5EF4-FFF2-40B4-BE49-F238E27FC236}">
                <a16:creationId xmlns:a16="http://schemas.microsoft.com/office/drawing/2014/main" id="{9EC13E4A-AC32-4DF5-A858-8F58E85F8C73}"/>
              </a:ext>
            </a:extLst>
          </p:cNvPr>
          <p:cNvSpPr>
            <a:spLocks noGrp="1"/>
          </p:cNvSpPr>
          <p:nvPr/>
        </p:nvSpPr>
        <p:spPr>
          <a:xfrm>
            <a:off x="3653594" y="2402257"/>
            <a:ext cx="631738" cy="3372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25" b="1">
                <a:solidFill>
                  <a:srgbClr val="DA1F1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25" b="1">
                <a:solidFill>
                  <a:srgbClr val="DA1F1F"/>
                </a:solidFill>
                <a:latin typeface="Consolas"/>
                <a:ea typeface="Consolas"/>
                <a:cs typeface="Consolas"/>
              </a:defRPr>
            </a:pPr>
            <a:r>
              <a:rPr sz="2125" b="1">
                <a:solidFill>
                  <a:srgbClr val="DA1F1F"/>
                </a:solidFill>
                <a:latin typeface="Consolas"/>
                <a:ea typeface="Consolas"/>
                <a:cs typeface="Consolas"/>
              </a:rPr>
              <a:t>CONV</a:t>
            </a:r>
          </a:p>
        </p:txBody>
      </p:sp>
      <p:sp>
        <p:nvSpPr>
          <p:cNvPr id="77" name="anim_to223_0_1">
            <a:extLst>
              <a:ext uri="{FF2B5EF4-FFF2-40B4-BE49-F238E27FC236}">
                <a16:creationId xmlns:a16="http://schemas.microsoft.com/office/drawing/2014/main" id="{0E6B5FE0-ED0A-41AD-B4B7-3E263C89F638}"/>
              </a:ext>
            </a:extLst>
          </p:cNvPr>
          <p:cNvSpPr>
            <a:spLocks noGrp="1"/>
          </p:cNvSpPr>
          <p:nvPr/>
        </p:nvSpPr>
        <p:spPr>
          <a:xfrm>
            <a:off x="3579389" y="2627525"/>
            <a:ext cx="780148" cy="3372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25" b="1">
                <a:solidFill>
                  <a:srgbClr val="DA1F1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25" b="1">
                <a:solidFill>
                  <a:srgbClr val="DA1F1F"/>
                </a:solidFill>
                <a:latin typeface="Consolas"/>
                <a:ea typeface="Consolas"/>
                <a:cs typeface="Consolas"/>
              </a:defRPr>
            </a:pPr>
            <a:r>
              <a:rPr sz="2125" b="1">
                <a:solidFill>
                  <a:srgbClr val="DA1F1F"/>
                </a:solidFill>
                <a:latin typeface="Consolas"/>
                <a:ea typeface="Consolas"/>
                <a:cs typeface="Consolas"/>
              </a:rPr>
              <a:t>LAYER</a:t>
            </a:r>
          </a:p>
        </p:txBody>
      </p:sp>
      <p:sp>
        <p:nvSpPr>
          <p:cNvPr id="78" name="anim_o3_1">
            <a:extLst>
              <a:ext uri="{FF2B5EF4-FFF2-40B4-BE49-F238E27FC236}">
                <a16:creationId xmlns:a16="http://schemas.microsoft.com/office/drawing/2014/main" id="{7DE88BAE-6117-463F-86AD-0F14E4C65C54}"/>
              </a:ext>
            </a:extLst>
          </p:cNvPr>
          <p:cNvSpPr>
            <a:spLocks noGrp="1"/>
          </p:cNvSpPr>
          <p:nvPr/>
        </p:nvSpPr>
        <p:spPr>
          <a:xfrm>
            <a:off x="5395463" y="3704621"/>
            <a:ext cx="252653" cy="252653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9" name="anim_o4_1">
            <a:extLst>
              <a:ext uri="{FF2B5EF4-FFF2-40B4-BE49-F238E27FC236}">
                <a16:creationId xmlns:a16="http://schemas.microsoft.com/office/drawing/2014/main" id="{E34929EA-C793-4F18-91CF-80FC37177899}"/>
              </a:ext>
            </a:extLst>
          </p:cNvPr>
          <p:cNvSpPr>
            <a:spLocks noGrp="1"/>
          </p:cNvSpPr>
          <p:nvPr/>
        </p:nvSpPr>
        <p:spPr>
          <a:xfrm>
            <a:off x="5395463" y="3130411"/>
            <a:ext cx="252653" cy="252653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0" name="anim_o5_1">
            <a:extLst>
              <a:ext uri="{FF2B5EF4-FFF2-40B4-BE49-F238E27FC236}">
                <a16:creationId xmlns:a16="http://schemas.microsoft.com/office/drawing/2014/main" id="{889BD38F-1282-4D54-AC8E-0B08D6CADFCC}"/>
              </a:ext>
            </a:extLst>
          </p:cNvPr>
          <p:cNvSpPr>
            <a:spLocks noGrp="1"/>
          </p:cNvSpPr>
          <p:nvPr/>
        </p:nvSpPr>
        <p:spPr>
          <a:xfrm>
            <a:off x="5395463" y="2556200"/>
            <a:ext cx="252653" cy="252653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1" name="anim_o6_1">
            <a:extLst>
              <a:ext uri="{FF2B5EF4-FFF2-40B4-BE49-F238E27FC236}">
                <a16:creationId xmlns:a16="http://schemas.microsoft.com/office/drawing/2014/main" id="{667E18A5-C68C-4FFC-A99E-B8DA7DF94F8F}"/>
              </a:ext>
            </a:extLst>
          </p:cNvPr>
          <p:cNvSpPr>
            <a:spLocks noGrp="1"/>
          </p:cNvSpPr>
          <p:nvPr/>
        </p:nvSpPr>
        <p:spPr>
          <a:xfrm>
            <a:off x="5395463" y="1981990"/>
            <a:ext cx="252653" cy="252653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2" name="anim_o7_1">
            <a:extLst>
              <a:ext uri="{FF2B5EF4-FFF2-40B4-BE49-F238E27FC236}">
                <a16:creationId xmlns:a16="http://schemas.microsoft.com/office/drawing/2014/main" id="{AB526A37-A75E-47ED-8535-C5EA164C8BF8}"/>
              </a:ext>
            </a:extLst>
          </p:cNvPr>
          <p:cNvSpPr>
            <a:spLocks noGrp="1"/>
          </p:cNvSpPr>
          <p:nvPr/>
        </p:nvSpPr>
        <p:spPr>
          <a:xfrm>
            <a:off x="5395463" y="1407780"/>
            <a:ext cx="252653" cy="252653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3" name="anim_o9_1">
            <a:extLst>
              <a:ext uri="{FF2B5EF4-FFF2-40B4-BE49-F238E27FC236}">
                <a16:creationId xmlns:a16="http://schemas.microsoft.com/office/drawing/2014/main" id="{A5920998-916E-4E02-A5F7-D3899A63D5B7}"/>
              </a:ext>
            </a:extLst>
          </p:cNvPr>
          <p:cNvSpPr>
            <a:spLocks noGrp="1"/>
          </p:cNvSpPr>
          <p:nvPr/>
        </p:nvSpPr>
        <p:spPr>
          <a:xfrm>
            <a:off x="6826204" y="3939090"/>
            <a:ext cx="357924" cy="357924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4" name="anim_o10_1">
            <a:extLst>
              <a:ext uri="{FF2B5EF4-FFF2-40B4-BE49-F238E27FC236}">
                <a16:creationId xmlns:a16="http://schemas.microsoft.com/office/drawing/2014/main" id="{BF42FC13-F1BF-4D57-9673-15D94FA71201}"/>
              </a:ext>
            </a:extLst>
          </p:cNvPr>
          <p:cNvSpPr>
            <a:spLocks noGrp="1"/>
          </p:cNvSpPr>
          <p:nvPr/>
        </p:nvSpPr>
        <p:spPr>
          <a:xfrm>
            <a:off x="6826204" y="3364880"/>
            <a:ext cx="357924" cy="357924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5" name="anim_o11_1">
            <a:extLst>
              <a:ext uri="{FF2B5EF4-FFF2-40B4-BE49-F238E27FC236}">
                <a16:creationId xmlns:a16="http://schemas.microsoft.com/office/drawing/2014/main" id="{8AAC3660-ECB9-4717-8BA2-B61CA26A0521}"/>
              </a:ext>
            </a:extLst>
          </p:cNvPr>
          <p:cNvSpPr>
            <a:spLocks noGrp="1"/>
          </p:cNvSpPr>
          <p:nvPr/>
        </p:nvSpPr>
        <p:spPr>
          <a:xfrm>
            <a:off x="6826204" y="2790670"/>
            <a:ext cx="357924" cy="357924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6" name="anim_o12_1">
            <a:extLst>
              <a:ext uri="{FF2B5EF4-FFF2-40B4-BE49-F238E27FC236}">
                <a16:creationId xmlns:a16="http://schemas.microsoft.com/office/drawing/2014/main" id="{2A1516E3-25FF-40B7-915C-4E321A79D24F}"/>
              </a:ext>
            </a:extLst>
          </p:cNvPr>
          <p:cNvSpPr>
            <a:spLocks noGrp="1"/>
          </p:cNvSpPr>
          <p:nvPr/>
        </p:nvSpPr>
        <p:spPr>
          <a:xfrm>
            <a:off x="6826204" y="2216459"/>
            <a:ext cx="357924" cy="357924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7" name="anim_o13_1">
            <a:extLst>
              <a:ext uri="{FF2B5EF4-FFF2-40B4-BE49-F238E27FC236}">
                <a16:creationId xmlns:a16="http://schemas.microsoft.com/office/drawing/2014/main" id="{81CDA62E-9A19-4639-A9B9-6C7EFA07BB76}"/>
              </a:ext>
            </a:extLst>
          </p:cNvPr>
          <p:cNvSpPr>
            <a:spLocks noGrp="1"/>
          </p:cNvSpPr>
          <p:nvPr/>
        </p:nvSpPr>
        <p:spPr>
          <a:xfrm>
            <a:off x="6826204" y="1642249"/>
            <a:ext cx="357924" cy="357924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8" name="anim_o14_1">
            <a:extLst>
              <a:ext uri="{FF2B5EF4-FFF2-40B4-BE49-F238E27FC236}">
                <a16:creationId xmlns:a16="http://schemas.microsoft.com/office/drawing/2014/main" id="{F2A86EC1-84B7-41A8-AC67-79446B6902A4}"/>
              </a:ext>
            </a:extLst>
          </p:cNvPr>
          <p:cNvSpPr>
            <a:spLocks noGrp="1"/>
          </p:cNvSpPr>
          <p:nvPr/>
        </p:nvSpPr>
        <p:spPr>
          <a:xfrm>
            <a:off x="6826204" y="1068039"/>
            <a:ext cx="357924" cy="357924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9" name="anim_o16_1">
            <a:extLst>
              <a:ext uri="{FF2B5EF4-FFF2-40B4-BE49-F238E27FC236}">
                <a16:creationId xmlns:a16="http://schemas.microsoft.com/office/drawing/2014/main" id="{BA5010C7-BD23-45CC-A7BE-F1506F9D2E94}"/>
              </a:ext>
            </a:extLst>
          </p:cNvPr>
          <p:cNvSpPr>
            <a:spLocks noGrp="1"/>
          </p:cNvSpPr>
          <p:nvPr/>
        </p:nvSpPr>
        <p:spPr>
          <a:xfrm>
            <a:off x="8309581" y="3364880"/>
            <a:ext cx="357924" cy="357924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0" name="anim_o17_1">
            <a:extLst>
              <a:ext uri="{FF2B5EF4-FFF2-40B4-BE49-F238E27FC236}">
                <a16:creationId xmlns:a16="http://schemas.microsoft.com/office/drawing/2014/main" id="{431D5FD3-728F-4E0A-B3CE-5E3070FDE21A}"/>
              </a:ext>
            </a:extLst>
          </p:cNvPr>
          <p:cNvSpPr>
            <a:spLocks noGrp="1"/>
          </p:cNvSpPr>
          <p:nvPr/>
        </p:nvSpPr>
        <p:spPr>
          <a:xfrm>
            <a:off x="8309581" y="2790670"/>
            <a:ext cx="357924" cy="357924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1" name="anim_o18_1">
            <a:extLst>
              <a:ext uri="{FF2B5EF4-FFF2-40B4-BE49-F238E27FC236}">
                <a16:creationId xmlns:a16="http://schemas.microsoft.com/office/drawing/2014/main" id="{83360100-C3E6-4ACD-84DF-5237834594BF}"/>
              </a:ext>
            </a:extLst>
          </p:cNvPr>
          <p:cNvSpPr>
            <a:spLocks noGrp="1"/>
          </p:cNvSpPr>
          <p:nvPr/>
        </p:nvSpPr>
        <p:spPr>
          <a:xfrm>
            <a:off x="8309581" y="2216459"/>
            <a:ext cx="357924" cy="357924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2" name="anim_o19_1">
            <a:extLst>
              <a:ext uri="{FF2B5EF4-FFF2-40B4-BE49-F238E27FC236}">
                <a16:creationId xmlns:a16="http://schemas.microsoft.com/office/drawing/2014/main" id="{D3AED89D-FCF1-4BA8-9D94-95EEA1B527E5}"/>
              </a:ext>
            </a:extLst>
          </p:cNvPr>
          <p:cNvSpPr>
            <a:spLocks noGrp="1"/>
          </p:cNvSpPr>
          <p:nvPr/>
        </p:nvSpPr>
        <p:spPr>
          <a:xfrm>
            <a:off x="8309581" y="1642249"/>
            <a:ext cx="357924" cy="357924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3" name="anim_o21_1">
            <a:extLst>
              <a:ext uri="{FF2B5EF4-FFF2-40B4-BE49-F238E27FC236}">
                <a16:creationId xmlns:a16="http://schemas.microsoft.com/office/drawing/2014/main" id="{CFC727B7-3D25-44E0-8F22-05A98A5C2A60}"/>
              </a:ext>
            </a:extLst>
          </p:cNvPr>
          <p:cNvSpPr>
            <a:spLocks noGrp="1"/>
          </p:cNvSpPr>
          <p:nvPr/>
        </p:nvSpPr>
        <p:spPr>
          <a:xfrm>
            <a:off x="9792957" y="3077775"/>
            <a:ext cx="357924" cy="357924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4" name="anim_o22_1">
            <a:extLst>
              <a:ext uri="{FF2B5EF4-FFF2-40B4-BE49-F238E27FC236}">
                <a16:creationId xmlns:a16="http://schemas.microsoft.com/office/drawing/2014/main" id="{95209AF5-87ED-4B86-A777-8633AE716523}"/>
              </a:ext>
            </a:extLst>
          </p:cNvPr>
          <p:cNvSpPr>
            <a:spLocks noGrp="1"/>
          </p:cNvSpPr>
          <p:nvPr/>
        </p:nvSpPr>
        <p:spPr>
          <a:xfrm>
            <a:off x="9792957" y="2503564"/>
            <a:ext cx="357924" cy="357924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5" name="anim_o23_1">
            <a:extLst>
              <a:ext uri="{FF2B5EF4-FFF2-40B4-BE49-F238E27FC236}">
                <a16:creationId xmlns:a16="http://schemas.microsoft.com/office/drawing/2014/main" id="{52C18F57-292A-4906-AD79-3957D244A729}"/>
              </a:ext>
            </a:extLst>
          </p:cNvPr>
          <p:cNvSpPr>
            <a:spLocks noGrp="1"/>
          </p:cNvSpPr>
          <p:nvPr/>
        </p:nvSpPr>
        <p:spPr>
          <a:xfrm>
            <a:off x="9792957" y="1929354"/>
            <a:ext cx="357924" cy="357924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6" name="anim_o25_1">
            <a:extLst>
              <a:ext uri="{FF2B5EF4-FFF2-40B4-BE49-F238E27FC236}">
                <a16:creationId xmlns:a16="http://schemas.microsoft.com/office/drawing/2014/main" id="{F4035B5C-DCC8-4C5F-BF58-5709FC5240CD}"/>
              </a:ext>
            </a:extLst>
          </p:cNvPr>
          <p:cNvSpPr>
            <a:spLocks noGrp="1"/>
          </p:cNvSpPr>
          <p:nvPr/>
        </p:nvSpPr>
        <p:spPr>
          <a:xfrm>
            <a:off x="11244752" y="2471983"/>
            <a:ext cx="421088" cy="421088"/>
          </a:xfrm>
          <a:prstGeom prst="ellipse">
            <a:avLst/>
          </a:prstGeom>
          <a:solidFill>
            <a:srgbClr val="FF862F">
              <a:alpha val="100000"/>
            </a:srgbClr>
          </a:solidFill>
          <a:ln w="25400">
            <a:solidFill>
              <a:srgbClr val="FF808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7" name="anim_o172_1">
            <a:extLst>
              <a:ext uri="{FF2B5EF4-FFF2-40B4-BE49-F238E27FC236}">
                <a16:creationId xmlns:a16="http://schemas.microsoft.com/office/drawing/2014/main" id="{2B72F9E3-E6E5-4C85-A7A7-C4E842D2A469}"/>
              </a:ext>
            </a:extLst>
          </p:cNvPr>
          <p:cNvSpPr>
            <a:spLocks noGrp="1"/>
          </p:cNvSpPr>
          <p:nvPr/>
        </p:nvSpPr>
        <p:spPr>
          <a:xfrm>
            <a:off x="5395463" y="3704621"/>
            <a:ext cx="252653" cy="252653"/>
          </a:xfrm>
          <a:prstGeom prst="ellipse">
            <a:avLst/>
          </a:prstGeom>
          <a:solidFill>
            <a:srgbClr val="83C167">
              <a:alpha val="10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8" name="anim_o173_1">
            <a:extLst>
              <a:ext uri="{FF2B5EF4-FFF2-40B4-BE49-F238E27FC236}">
                <a16:creationId xmlns:a16="http://schemas.microsoft.com/office/drawing/2014/main" id="{CFB30C1B-A159-421F-B9E3-8C8FDF079675}"/>
              </a:ext>
            </a:extLst>
          </p:cNvPr>
          <p:cNvSpPr>
            <a:spLocks noGrp="1"/>
          </p:cNvSpPr>
          <p:nvPr/>
        </p:nvSpPr>
        <p:spPr>
          <a:xfrm>
            <a:off x="5395463" y="3130411"/>
            <a:ext cx="252653" cy="252653"/>
          </a:xfrm>
          <a:prstGeom prst="ellipse">
            <a:avLst/>
          </a:prstGeom>
          <a:solidFill>
            <a:srgbClr val="83C167">
              <a:alpha val="10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9" name="anim_o174_1">
            <a:extLst>
              <a:ext uri="{FF2B5EF4-FFF2-40B4-BE49-F238E27FC236}">
                <a16:creationId xmlns:a16="http://schemas.microsoft.com/office/drawing/2014/main" id="{8B4F3B18-A274-44A9-851E-61B3C02B30B6}"/>
              </a:ext>
            </a:extLst>
          </p:cNvPr>
          <p:cNvSpPr>
            <a:spLocks noGrp="1"/>
          </p:cNvSpPr>
          <p:nvPr/>
        </p:nvSpPr>
        <p:spPr>
          <a:xfrm>
            <a:off x="5395463" y="2556200"/>
            <a:ext cx="252653" cy="252653"/>
          </a:xfrm>
          <a:prstGeom prst="ellipse">
            <a:avLst/>
          </a:prstGeom>
          <a:solidFill>
            <a:srgbClr val="83C167">
              <a:alpha val="10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0" name="anim_o175_1">
            <a:extLst>
              <a:ext uri="{FF2B5EF4-FFF2-40B4-BE49-F238E27FC236}">
                <a16:creationId xmlns:a16="http://schemas.microsoft.com/office/drawing/2014/main" id="{146EB861-D124-4A5D-9CF6-A595D47E8B22}"/>
              </a:ext>
            </a:extLst>
          </p:cNvPr>
          <p:cNvSpPr>
            <a:spLocks noGrp="1"/>
          </p:cNvSpPr>
          <p:nvPr/>
        </p:nvSpPr>
        <p:spPr>
          <a:xfrm>
            <a:off x="5395463" y="1981990"/>
            <a:ext cx="252653" cy="252653"/>
          </a:xfrm>
          <a:prstGeom prst="ellipse">
            <a:avLst/>
          </a:prstGeom>
          <a:solidFill>
            <a:srgbClr val="83C167">
              <a:alpha val="10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1" name="anim_o176_1">
            <a:extLst>
              <a:ext uri="{FF2B5EF4-FFF2-40B4-BE49-F238E27FC236}">
                <a16:creationId xmlns:a16="http://schemas.microsoft.com/office/drawing/2014/main" id="{A4B79735-B527-4BBF-9679-A53222C0CA90}"/>
              </a:ext>
            </a:extLst>
          </p:cNvPr>
          <p:cNvSpPr>
            <a:spLocks noGrp="1"/>
          </p:cNvSpPr>
          <p:nvPr/>
        </p:nvSpPr>
        <p:spPr>
          <a:xfrm>
            <a:off x="5395463" y="1407780"/>
            <a:ext cx="252653" cy="252653"/>
          </a:xfrm>
          <a:prstGeom prst="ellipse">
            <a:avLst/>
          </a:prstGeom>
          <a:solidFill>
            <a:srgbClr val="83C167">
              <a:alpha val="10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2" name="anim_o290_1">
            <a:extLst>
              <a:ext uri="{FF2B5EF4-FFF2-40B4-BE49-F238E27FC236}">
                <a16:creationId xmlns:a16="http://schemas.microsoft.com/office/drawing/2014/main" id="{A00907B1-C774-42CC-8512-961FBC7B6AAB}"/>
              </a:ext>
            </a:extLst>
          </p:cNvPr>
          <p:cNvSpPr>
            <a:spLocks noGrp="1"/>
          </p:cNvSpPr>
          <p:nvPr/>
        </p:nvSpPr>
        <p:spPr>
          <a:xfrm>
            <a:off x="5395463" y="3704621"/>
            <a:ext cx="252653" cy="252653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3" name="anim_o291_1">
            <a:extLst>
              <a:ext uri="{FF2B5EF4-FFF2-40B4-BE49-F238E27FC236}">
                <a16:creationId xmlns:a16="http://schemas.microsoft.com/office/drawing/2014/main" id="{41B58919-C27B-4AE1-A23D-10F9A81596E9}"/>
              </a:ext>
            </a:extLst>
          </p:cNvPr>
          <p:cNvSpPr>
            <a:spLocks noGrp="1"/>
          </p:cNvSpPr>
          <p:nvPr/>
        </p:nvSpPr>
        <p:spPr>
          <a:xfrm>
            <a:off x="5395463" y="3130411"/>
            <a:ext cx="252653" cy="252653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4" name="anim_o292_1">
            <a:extLst>
              <a:ext uri="{FF2B5EF4-FFF2-40B4-BE49-F238E27FC236}">
                <a16:creationId xmlns:a16="http://schemas.microsoft.com/office/drawing/2014/main" id="{EDD5AC43-C543-405B-9A80-8D78492E0CFE}"/>
              </a:ext>
            </a:extLst>
          </p:cNvPr>
          <p:cNvSpPr>
            <a:spLocks noGrp="1"/>
          </p:cNvSpPr>
          <p:nvPr/>
        </p:nvSpPr>
        <p:spPr>
          <a:xfrm>
            <a:off x="5395463" y="2556200"/>
            <a:ext cx="252653" cy="252653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5" name="anim_o293_1">
            <a:extLst>
              <a:ext uri="{FF2B5EF4-FFF2-40B4-BE49-F238E27FC236}">
                <a16:creationId xmlns:a16="http://schemas.microsoft.com/office/drawing/2014/main" id="{6C60C869-3011-44CD-ABED-F1BA14B5930C}"/>
              </a:ext>
            </a:extLst>
          </p:cNvPr>
          <p:cNvSpPr>
            <a:spLocks noGrp="1"/>
          </p:cNvSpPr>
          <p:nvPr/>
        </p:nvSpPr>
        <p:spPr>
          <a:xfrm>
            <a:off x="5395463" y="1981990"/>
            <a:ext cx="252653" cy="252653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6" name="anim_o294_1">
            <a:extLst>
              <a:ext uri="{FF2B5EF4-FFF2-40B4-BE49-F238E27FC236}">
                <a16:creationId xmlns:a16="http://schemas.microsoft.com/office/drawing/2014/main" id="{C39F91C0-0959-438A-B1CA-0A2A53092814}"/>
              </a:ext>
            </a:extLst>
          </p:cNvPr>
          <p:cNvSpPr>
            <a:spLocks noGrp="1"/>
          </p:cNvSpPr>
          <p:nvPr/>
        </p:nvSpPr>
        <p:spPr>
          <a:xfrm>
            <a:off x="5395463" y="1407780"/>
            <a:ext cx="252653" cy="252653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7" name="anim_to338_0_1">
            <a:extLst>
              <a:ext uri="{FF2B5EF4-FFF2-40B4-BE49-F238E27FC236}">
                <a16:creationId xmlns:a16="http://schemas.microsoft.com/office/drawing/2014/main" id="{501F75B4-50D2-4A40-B0B2-0521FC3A46F0}"/>
              </a:ext>
            </a:extLst>
          </p:cNvPr>
          <p:cNvSpPr>
            <a:spLocks noGrp="1"/>
          </p:cNvSpPr>
          <p:nvPr/>
        </p:nvSpPr>
        <p:spPr>
          <a:xfrm>
            <a:off x="637326" y="5104432"/>
            <a:ext cx="1226064" cy="5399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0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0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01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Image</a:t>
            </a:r>
          </a:p>
        </p:txBody>
      </p:sp>
      <p:sp>
        <p:nvSpPr>
          <p:cNvPr id="108" name="anim_to345_0_1">
            <a:extLst>
              <a:ext uri="{FF2B5EF4-FFF2-40B4-BE49-F238E27FC236}">
                <a16:creationId xmlns:a16="http://schemas.microsoft.com/office/drawing/2014/main" id="{976C10B0-792C-47A9-8BF4-5DFA86D2E9F5}"/>
              </a:ext>
            </a:extLst>
          </p:cNvPr>
          <p:cNvSpPr>
            <a:spLocks noGrp="1"/>
          </p:cNvSpPr>
          <p:nvPr/>
        </p:nvSpPr>
        <p:spPr>
          <a:xfrm>
            <a:off x="2035834" y="5145970"/>
            <a:ext cx="345143" cy="45690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7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7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87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→</a:t>
            </a:r>
          </a:p>
        </p:txBody>
      </p:sp>
      <p:sp>
        <p:nvSpPr>
          <p:cNvPr id="109" name="anim_to348_0_1">
            <a:extLst>
              <a:ext uri="{FF2B5EF4-FFF2-40B4-BE49-F238E27FC236}">
                <a16:creationId xmlns:a16="http://schemas.microsoft.com/office/drawing/2014/main" id="{CDA929EC-42AA-434D-9173-2CD1BC494AF2}"/>
              </a:ext>
            </a:extLst>
          </p:cNvPr>
          <p:cNvSpPr>
            <a:spLocks noGrp="1"/>
          </p:cNvSpPr>
          <p:nvPr/>
        </p:nvSpPr>
        <p:spPr>
          <a:xfrm>
            <a:off x="2553420" y="5104432"/>
            <a:ext cx="2414028" cy="5399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01" b="0">
                <a:solidFill>
                  <a:srgbClr val="DA1F1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01" b="0">
                <a:solidFill>
                  <a:srgbClr val="DA1F1F"/>
                </a:solidFill>
                <a:latin typeface="Consolas"/>
                <a:ea typeface="Consolas"/>
                <a:cs typeface="Consolas"/>
              </a:defRPr>
            </a:pPr>
            <a:r>
              <a:rPr sz="3401" b="0">
                <a:solidFill>
                  <a:srgbClr val="DA1F1F"/>
                </a:solidFill>
                <a:latin typeface="Consolas"/>
                <a:ea typeface="Consolas"/>
                <a:cs typeface="Consolas"/>
              </a:rPr>
              <a:t>Conv Layer</a:t>
            </a:r>
          </a:p>
        </p:txBody>
      </p:sp>
      <p:sp>
        <p:nvSpPr>
          <p:cNvPr id="110" name="anim_to360_0_1">
            <a:extLst>
              <a:ext uri="{FF2B5EF4-FFF2-40B4-BE49-F238E27FC236}">
                <a16:creationId xmlns:a16="http://schemas.microsoft.com/office/drawing/2014/main" id="{C4780E31-B244-46F9-98B0-046AD8F9CCF3}"/>
              </a:ext>
            </a:extLst>
          </p:cNvPr>
          <p:cNvSpPr>
            <a:spLocks noGrp="1"/>
          </p:cNvSpPr>
          <p:nvPr/>
        </p:nvSpPr>
        <p:spPr>
          <a:xfrm>
            <a:off x="5139892" y="5145970"/>
            <a:ext cx="345143" cy="45690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7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7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87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→</a:t>
            </a:r>
          </a:p>
        </p:txBody>
      </p:sp>
      <p:sp>
        <p:nvSpPr>
          <p:cNvPr id="111" name="anim_to363_0_1">
            <a:extLst>
              <a:ext uri="{FF2B5EF4-FFF2-40B4-BE49-F238E27FC236}">
                <a16:creationId xmlns:a16="http://schemas.microsoft.com/office/drawing/2014/main" id="{B5E200D4-ADEE-441C-80DD-3B8AF2C5866E}"/>
              </a:ext>
            </a:extLst>
          </p:cNvPr>
          <p:cNvSpPr>
            <a:spLocks noGrp="1"/>
          </p:cNvSpPr>
          <p:nvPr/>
        </p:nvSpPr>
        <p:spPr>
          <a:xfrm>
            <a:off x="5657479" y="5104432"/>
            <a:ext cx="1938842" cy="5399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01" b="0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01" b="0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3401" b="0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Features</a:t>
            </a:r>
          </a:p>
        </p:txBody>
      </p:sp>
      <p:sp>
        <p:nvSpPr>
          <p:cNvPr id="112" name="anim_to373_0_1">
            <a:extLst>
              <a:ext uri="{FF2B5EF4-FFF2-40B4-BE49-F238E27FC236}">
                <a16:creationId xmlns:a16="http://schemas.microsoft.com/office/drawing/2014/main" id="{F5CD45C3-9122-4A5D-9F50-887583D9B7E6}"/>
              </a:ext>
            </a:extLst>
          </p:cNvPr>
          <p:cNvSpPr>
            <a:spLocks noGrp="1"/>
          </p:cNvSpPr>
          <p:nvPr/>
        </p:nvSpPr>
        <p:spPr>
          <a:xfrm>
            <a:off x="7768765" y="5145970"/>
            <a:ext cx="345143" cy="45690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7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7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87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→</a:t>
            </a:r>
          </a:p>
        </p:txBody>
      </p:sp>
      <p:sp>
        <p:nvSpPr>
          <p:cNvPr id="113" name="anim_to376_0_1">
            <a:extLst>
              <a:ext uri="{FF2B5EF4-FFF2-40B4-BE49-F238E27FC236}">
                <a16:creationId xmlns:a16="http://schemas.microsoft.com/office/drawing/2014/main" id="{60D2DEE9-0E6F-4B52-9BFF-48511A1C5633}"/>
              </a:ext>
            </a:extLst>
          </p:cNvPr>
          <p:cNvSpPr>
            <a:spLocks noGrp="1"/>
          </p:cNvSpPr>
          <p:nvPr/>
        </p:nvSpPr>
        <p:spPr>
          <a:xfrm>
            <a:off x="8286352" y="5104432"/>
            <a:ext cx="750878" cy="5399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01" b="0">
                <a:solidFill>
                  <a:srgbClr val="58C4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01" b="0">
                <a:solidFill>
                  <a:srgbClr val="58C4DD"/>
                </a:solidFill>
                <a:latin typeface="Consolas"/>
                <a:ea typeface="Consolas"/>
                <a:cs typeface="Consolas"/>
              </a:defRPr>
            </a:pPr>
            <a:r>
              <a:rPr sz="3401" b="0">
                <a:solidFill>
                  <a:srgbClr val="58C4DD"/>
                </a:solidFill>
                <a:latin typeface="Consolas"/>
                <a:ea typeface="Consolas"/>
                <a:cs typeface="Consolas"/>
              </a:rPr>
              <a:t>ANN</a:t>
            </a:r>
          </a:p>
        </p:txBody>
      </p:sp>
      <p:sp>
        <p:nvSpPr>
          <p:cNvPr id="114" name="anim_to381_0_1">
            <a:extLst>
              <a:ext uri="{FF2B5EF4-FFF2-40B4-BE49-F238E27FC236}">
                <a16:creationId xmlns:a16="http://schemas.microsoft.com/office/drawing/2014/main" id="{7DD1C319-1736-4B76-919F-D0BCBA60E845}"/>
              </a:ext>
            </a:extLst>
          </p:cNvPr>
          <p:cNvSpPr>
            <a:spLocks noGrp="1"/>
          </p:cNvSpPr>
          <p:nvPr/>
        </p:nvSpPr>
        <p:spPr>
          <a:xfrm>
            <a:off x="9209674" y="5145970"/>
            <a:ext cx="345143" cy="45690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7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7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87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→</a:t>
            </a:r>
          </a:p>
        </p:txBody>
      </p:sp>
      <p:sp>
        <p:nvSpPr>
          <p:cNvPr id="115" name="anim_to384_0_1">
            <a:extLst>
              <a:ext uri="{FF2B5EF4-FFF2-40B4-BE49-F238E27FC236}">
                <a16:creationId xmlns:a16="http://schemas.microsoft.com/office/drawing/2014/main" id="{515C1F0A-BC80-488A-B194-08FECF932167}"/>
              </a:ext>
            </a:extLst>
          </p:cNvPr>
          <p:cNvSpPr>
            <a:spLocks noGrp="1"/>
          </p:cNvSpPr>
          <p:nvPr/>
        </p:nvSpPr>
        <p:spPr>
          <a:xfrm>
            <a:off x="9727261" y="5104432"/>
            <a:ext cx="1463657" cy="5399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01" b="0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01" b="0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pPr>
            <a:r>
              <a:rPr sz="3401" b="0">
                <a:solidFill>
                  <a:srgbClr val="FF862F"/>
                </a:solidFill>
                <a:latin typeface="Consolas"/>
                <a:ea typeface="Consolas"/>
                <a:cs typeface="Consolas"/>
              </a:rPr>
              <a:t>Output</a:t>
            </a:r>
          </a:p>
        </p:txBody>
      </p:sp>
      <p:sp>
        <p:nvSpPr>
          <p:cNvPr id="116" name="anim_o393_1">
            <a:extLst>
              <a:ext uri="{FF2B5EF4-FFF2-40B4-BE49-F238E27FC236}">
                <a16:creationId xmlns:a16="http://schemas.microsoft.com/office/drawing/2014/main" id="{F5B947EC-FCDC-45A2-8F15-413DC04ABD04}"/>
              </a:ext>
            </a:extLst>
          </p:cNvPr>
          <p:cNvSpPr>
            <a:spLocks noGrp="1"/>
          </p:cNvSpPr>
          <p:nvPr/>
        </p:nvSpPr>
        <p:spPr>
          <a:xfrm>
            <a:off x="2402883" y="5132795"/>
            <a:ext cx="5324925" cy="483258"/>
          </a:xfrm>
          <a:prstGeom prst="rect">
            <a:avLst/>
          </a:prstGeom>
          <a:noFill/>
          <a:ln w="254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7" name="anim_to394_0_1">
            <a:extLst>
              <a:ext uri="{FF2B5EF4-FFF2-40B4-BE49-F238E27FC236}">
                <a16:creationId xmlns:a16="http://schemas.microsoft.com/office/drawing/2014/main" id="{DA20E1BE-9D3E-4B14-901D-418382D149BB}"/>
              </a:ext>
            </a:extLst>
          </p:cNvPr>
          <p:cNvSpPr>
            <a:spLocks noGrp="1"/>
          </p:cNvSpPr>
          <p:nvPr/>
        </p:nvSpPr>
        <p:spPr>
          <a:xfrm>
            <a:off x="2862656" y="5786050"/>
            <a:ext cx="4424428" cy="5246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305" b="1">
                <a:solidFill>
                  <a:srgbClr val="9A72AC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305" b="1">
                <a:solidFill>
                  <a:srgbClr val="9A72AC"/>
                </a:solidFill>
                <a:latin typeface="Consolas"/>
                <a:ea typeface="Consolas"/>
                <a:cs typeface="Consolas"/>
              </a:defRPr>
            </a:pPr>
            <a:r>
              <a:rPr sz="3305" b="1">
                <a:solidFill>
                  <a:srgbClr val="9A72AC"/>
                </a:solidFill>
                <a:latin typeface="Consolas"/>
                <a:ea typeface="Consolas"/>
                <a:cs typeface="Consolas"/>
              </a:rPr>
              <a:t>Reduces complexity!</a:t>
            </a:r>
          </a:p>
        </p:txBody>
      </p:sp>
      <p:sp>
        <p:nvSpPr>
          <p:cNvPr id="118" name="anim_to415_0_1">
            <a:extLst>
              <a:ext uri="{FF2B5EF4-FFF2-40B4-BE49-F238E27FC236}">
                <a16:creationId xmlns:a16="http://schemas.microsoft.com/office/drawing/2014/main" id="{A80D4642-8AE0-4936-A35B-911CAA6899CB}"/>
              </a:ext>
            </a:extLst>
          </p:cNvPr>
          <p:cNvSpPr>
            <a:spLocks noGrp="1"/>
          </p:cNvSpPr>
          <p:nvPr/>
        </p:nvSpPr>
        <p:spPr>
          <a:xfrm>
            <a:off x="7536090" y="5651343"/>
            <a:ext cx="457381" cy="7940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002" b="0">
                <a:solidFill>
                  <a:srgbClr val="00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002" b="0">
                <a:solidFill>
                  <a:srgbClr val="00FF00"/>
                </a:solidFill>
                <a:latin typeface="Cambria Math"/>
                <a:ea typeface="Cambria Math"/>
                <a:cs typeface="Cambria Math"/>
              </a:defRPr>
            </a:pPr>
            <a:r>
              <a:rPr sz="5002" b="0">
                <a:solidFill>
                  <a:srgbClr val="00FF00"/>
                </a:solidFill>
                <a:latin typeface="Cambria Math"/>
                <a:ea typeface="Cambria Math"/>
                <a:cs typeface="Cambria Math"/>
              </a:rPr>
              <a:t>✓</a:t>
            </a:r>
          </a:p>
        </p:txBody>
      </p:sp>
    </p:spTree>
    <p:extLst>
      <p:ext uri="{BB962C8B-B14F-4D97-AF65-F5344CB8AC3E}">
        <p14:creationId xmlns:p14="http://schemas.microsoft.com/office/powerpoint/2010/main" val="17222066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2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2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2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2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2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2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2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7" grpId="0"/>
      <p:bldP spid="108" grpId="0"/>
      <p:bldP spid="109" grpId="0"/>
      <p:bldP spid="110" grpId="0"/>
      <p:bldP spid="111" grpId="0"/>
      <p:bldP spid="112" grpId="0"/>
      <p:bldP spid="113" grpId="0"/>
      <p:bldP spid="114" grpId="0"/>
      <p:bldP spid="115" grpId="0"/>
      <p:bldP spid="116" grpId="0" animBg="1"/>
      <p:bldP spid="117" grpId="0"/>
      <p:bldP spid="118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anim_o589_1">
            <a:extLst>
              <a:ext uri="{FF2B5EF4-FFF2-40B4-BE49-F238E27FC236}">
                <a16:creationId xmlns:a16="http://schemas.microsoft.com/office/drawing/2014/main" id="{90BFC7B4-1C12-4D39-9E80-BFAC357C3A8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/>
        </p:blipFill>
        <p:spPr>
          <a:xfrm>
            <a:off x="823011" y="1500188"/>
            <a:ext cx="3687978" cy="3857625"/>
          </a:xfrm>
          <a:prstGeom prst="rect">
            <a:avLst/>
          </a:prstGeom>
        </p:spPr>
      </p:pic>
      <p:sp>
        <p:nvSpPr>
          <p:cNvPr id="2" name="anim_o590_1">
            <a:extLst>
              <a:ext uri="{FF2B5EF4-FFF2-40B4-BE49-F238E27FC236}">
                <a16:creationId xmlns:a16="http://schemas.microsoft.com/office/drawing/2014/main" id="{764B4E2C-486B-4F34-9A6B-7A47B0137CD1}"/>
              </a:ext>
            </a:extLst>
          </p:cNvPr>
          <p:cNvSpPr>
            <a:spLocks noGrp="1"/>
          </p:cNvSpPr>
          <p:nvPr/>
        </p:nvSpPr>
        <p:spPr>
          <a:xfrm>
            <a:off x="780148" y="1457325"/>
            <a:ext cx="3773703" cy="3943350"/>
          </a:xfrm>
          <a:prstGeom prst="rect">
            <a:avLst/>
          </a:prstGeom>
          <a:noFill/>
          <a:ln w="254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to591_0_1">
            <a:extLst>
              <a:ext uri="{FF2B5EF4-FFF2-40B4-BE49-F238E27FC236}">
                <a16:creationId xmlns:a16="http://schemas.microsoft.com/office/drawing/2014/main" id="{E195A0A2-E12C-4BF4-9714-45C0F238FD85}"/>
              </a:ext>
            </a:extLst>
          </p:cNvPr>
          <p:cNvSpPr>
            <a:spLocks noGrp="1"/>
          </p:cNvSpPr>
          <p:nvPr/>
        </p:nvSpPr>
        <p:spPr>
          <a:xfrm>
            <a:off x="1003133" y="5544087"/>
            <a:ext cx="3346784" cy="5371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3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3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3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Original Image</a:t>
            </a:r>
          </a:p>
        </p:txBody>
      </p:sp>
      <p:sp>
        <p:nvSpPr>
          <p:cNvPr id="4" name="anim_o644_1">
            <a:extLst>
              <a:ext uri="{FF2B5EF4-FFF2-40B4-BE49-F238E27FC236}">
                <a16:creationId xmlns:a16="http://schemas.microsoft.com/office/drawing/2014/main" id="{F166656B-F786-4E4B-A089-09113F3701B1}"/>
              </a:ext>
            </a:extLst>
          </p:cNvPr>
          <p:cNvSpPr>
            <a:spLocks noGrp="1"/>
          </p:cNvSpPr>
          <p:nvPr/>
        </p:nvSpPr>
        <p:spPr>
          <a:xfrm>
            <a:off x="4647307" y="1789365"/>
            <a:ext cx="2196234" cy="1580258"/>
          </a:xfrm>
          <a:custGeom>
            <a:avLst/>
            <a:gdLst/>
            <a:ahLst/>
            <a:cxnLst/>
            <a:rect l="0" t="0" r="0" b="0"/>
            <a:pathLst>
              <a:path w="2196234" h="1580258">
                <a:moveTo>
                  <a:pt x="22182" y="1580258"/>
                </a:moveTo>
                <a:lnTo>
                  <a:pt x="2067930" y="115309"/>
                </a:lnTo>
                <a:lnTo>
                  <a:pt x="2106749" y="169518"/>
                </a:lnTo>
                <a:lnTo>
                  <a:pt x="2196234" y="0"/>
                </a:lnTo>
                <a:lnTo>
                  <a:pt x="2006928" y="30123"/>
                </a:lnTo>
                <a:lnTo>
                  <a:pt x="2045747" y="84332"/>
                </a:lnTo>
                <a:lnTo>
                  <a:pt x="0" y="1549281"/>
                </a:lnTo>
                <a:close/>
              </a:path>
            </a:pathLst>
          </a:custGeom>
          <a:solidFill>
            <a:srgbClr val="FC6255"/>
          </a:solidFill>
          <a:ln w="25400">
            <a:noFill/>
          </a:ln>
        </p:spPr>
        <p:txBody>
          <a:bodyPr/>
          <a:lstStyle/>
          <a:p>
            <a:endParaRPr lang="en-US"/>
          </a:p>
        </p:txBody>
      </p:sp>
      <p:pic>
        <p:nvPicPr>
          <p:cNvPr id="5" name="anim_o606_1">
            <a:extLst>
              <a:ext uri="{FF2B5EF4-FFF2-40B4-BE49-F238E27FC236}">
                <a16:creationId xmlns:a16="http://schemas.microsoft.com/office/drawing/2014/main" id="{D9E323FB-71C4-4692-844A-4833414F19B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/>
        </p:blipFill>
        <p:spPr>
          <a:xfrm>
            <a:off x="6990949" y="857250"/>
            <a:ext cx="1639101" cy="1714500"/>
          </a:xfrm>
          <a:prstGeom prst="rect">
            <a:avLst/>
          </a:prstGeom>
        </p:spPr>
      </p:pic>
      <p:sp>
        <p:nvSpPr>
          <p:cNvPr id="6" name="anim_o607_1">
            <a:extLst>
              <a:ext uri="{FF2B5EF4-FFF2-40B4-BE49-F238E27FC236}">
                <a16:creationId xmlns:a16="http://schemas.microsoft.com/office/drawing/2014/main" id="{F39A7758-4845-465F-9C08-690C927ADA38}"/>
              </a:ext>
            </a:extLst>
          </p:cNvPr>
          <p:cNvSpPr>
            <a:spLocks noGrp="1"/>
          </p:cNvSpPr>
          <p:nvPr/>
        </p:nvSpPr>
        <p:spPr>
          <a:xfrm>
            <a:off x="6948087" y="814388"/>
            <a:ext cx="1724826" cy="1800225"/>
          </a:xfrm>
          <a:prstGeom prst="rect">
            <a:avLst/>
          </a:prstGeom>
          <a:noFill/>
          <a:ln w="19050">
            <a:solidFill>
              <a:srgbClr val="FC625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to608_0_1">
            <a:extLst>
              <a:ext uri="{FF2B5EF4-FFF2-40B4-BE49-F238E27FC236}">
                <a16:creationId xmlns:a16="http://schemas.microsoft.com/office/drawing/2014/main" id="{FD5F82D1-ED82-4C89-8A52-BDDA06D57453}"/>
              </a:ext>
            </a:extLst>
          </p:cNvPr>
          <p:cNvSpPr>
            <a:spLocks noGrp="1"/>
          </p:cNvSpPr>
          <p:nvPr/>
        </p:nvSpPr>
        <p:spPr>
          <a:xfrm>
            <a:off x="7357848" y="2643939"/>
            <a:ext cx="924355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FC6255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FC6255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FC6255"/>
                </a:solidFill>
                <a:latin typeface="Consolas"/>
                <a:ea typeface="Consolas"/>
                <a:cs typeface="Consolas"/>
              </a:rPr>
              <a:t>Edges</a:t>
            </a:r>
          </a:p>
        </p:txBody>
      </p:sp>
      <p:sp>
        <p:nvSpPr>
          <p:cNvPr id="8" name="anim_o645_1">
            <a:extLst>
              <a:ext uri="{FF2B5EF4-FFF2-40B4-BE49-F238E27FC236}">
                <a16:creationId xmlns:a16="http://schemas.microsoft.com/office/drawing/2014/main" id="{6683113D-1942-4F75-8A77-F2A0C0260C58}"/>
              </a:ext>
            </a:extLst>
          </p:cNvPr>
          <p:cNvSpPr>
            <a:spLocks noGrp="1"/>
          </p:cNvSpPr>
          <p:nvPr/>
        </p:nvSpPr>
        <p:spPr>
          <a:xfrm>
            <a:off x="4670629" y="1723680"/>
            <a:ext cx="5155286" cy="1684528"/>
          </a:xfrm>
          <a:custGeom>
            <a:avLst/>
            <a:gdLst/>
            <a:ahLst/>
            <a:cxnLst/>
            <a:rect l="0" t="0" r="0" b="0"/>
            <a:pathLst>
              <a:path w="5155286" h="1684528">
                <a:moveTo>
                  <a:pt x="11540" y="1684528"/>
                </a:moveTo>
                <a:lnTo>
                  <a:pt x="4997660" y="99853"/>
                </a:lnTo>
                <a:lnTo>
                  <a:pt x="5017855" y="163396"/>
                </a:lnTo>
                <a:lnTo>
                  <a:pt x="5155286" y="29768"/>
                </a:lnTo>
                <a:lnTo>
                  <a:pt x="4965924" y="0"/>
                </a:lnTo>
                <a:lnTo>
                  <a:pt x="4986120" y="63543"/>
                </a:lnTo>
                <a:lnTo>
                  <a:pt x="0" y="1648218"/>
                </a:lnTo>
                <a:close/>
              </a:path>
            </a:pathLst>
          </a:custGeom>
          <a:solidFill>
            <a:srgbClr val="83C167"/>
          </a:solidFill>
          <a:ln w="25400">
            <a:noFill/>
          </a:ln>
        </p:spPr>
        <p:txBody>
          <a:bodyPr/>
          <a:lstStyle/>
          <a:p>
            <a:endParaRPr lang="en-US"/>
          </a:p>
        </p:txBody>
      </p:sp>
      <p:pic>
        <p:nvPicPr>
          <p:cNvPr id="9" name="anim_o614_1">
            <a:extLst>
              <a:ext uri="{FF2B5EF4-FFF2-40B4-BE49-F238E27FC236}">
                <a16:creationId xmlns:a16="http://schemas.microsoft.com/office/drawing/2014/main" id="{AB6D3633-FEE8-4024-A120-070EDCCDD3F3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/>
        </p:blipFill>
        <p:spPr>
          <a:xfrm>
            <a:off x="9991324" y="857250"/>
            <a:ext cx="1639101" cy="1714500"/>
          </a:xfrm>
          <a:prstGeom prst="rect">
            <a:avLst/>
          </a:prstGeom>
        </p:spPr>
      </p:pic>
      <p:sp>
        <p:nvSpPr>
          <p:cNvPr id="10" name="anim_o615_1">
            <a:extLst>
              <a:ext uri="{FF2B5EF4-FFF2-40B4-BE49-F238E27FC236}">
                <a16:creationId xmlns:a16="http://schemas.microsoft.com/office/drawing/2014/main" id="{022F8DE0-4B38-41B9-8A47-94B6EC22842B}"/>
              </a:ext>
            </a:extLst>
          </p:cNvPr>
          <p:cNvSpPr>
            <a:spLocks noGrp="1"/>
          </p:cNvSpPr>
          <p:nvPr/>
        </p:nvSpPr>
        <p:spPr>
          <a:xfrm>
            <a:off x="9948462" y="814388"/>
            <a:ext cx="1724826" cy="1800225"/>
          </a:xfrm>
          <a:prstGeom prst="rect">
            <a:avLst/>
          </a:prstGeom>
          <a:noFill/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to616_0_1">
            <a:extLst>
              <a:ext uri="{FF2B5EF4-FFF2-40B4-BE49-F238E27FC236}">
                <a16:creationId xmlns:a16="http://schemas.microsoft.com/office/drawing/2014/main" id="{98F2422C-7606-49DC-A873-3976FD92C220}"/>
              </a:ext>
            </a:extLst>
          </p:cNvPr>
          <p:cNvSpPr>
            <a:spLocks noGrp="1"/>
          </p:cNvSpPr>
          <p:nvPr/>
        </p:nvSpPr>
        <p:spPr>
          <a:xfrm>
            <a:off x="10092346" y="2606878"/>
            <a:ext cx="1456108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Textures</a:t>
            </a:r>
          </a:p>
        </p:txBody>
      </p:sp>
      <p:sp>
        <p:nvSpPr>
          <p:cNvPr id="12" name="anim_o646_1">
            <a:extLst>
              <a:ext uri="{FF2B5EF4-FFF2-40B4-BE49-F238E27FC236}">
                <a16:creationId xmlns:a16="http://schemas.microsoft.com/office/drawing/2014/main" id="{DE61200A-5CDD-44ED-A2DA-CCA9D1631385}"/>
              </a:ext>
            </a:extLst>
          </p:cNvPr>
          <p:cNvSpPr>
            <a:spLocks noGrp="1"/>
          </p:cNvSpPr>
          <p:nvPr/>
        </p:nvSpPr>
        <p:spPr>
          <a:xfrm>
            <a:off x="4658121" y="3473058"/>
            <a:ext cx="2176682" cy="1180975"/>
          </a:xfrm>
          <a:custGeom>
            <a:avLst/>
            <a:gdLst/>
            <a:ahLst/>
            <a:cxnLst/>
            <a:rect l="0" t="0" r="0" b="0"/>
            <a:pathLst>
              <a:path w="2176682" h="1180975">
                <a:moveTo>
                  <a:pt x="0" y="33565"/>
                </a:moveTo>
                <a:lnTo>
                  <a:pt x="2016624" y="1116636"/>
                </a:lnTo>
                <a:lnTo>
                  <a:pt x="1985077" y="1175376"/>
                </a:lnTo>
                <a:lnTo>
                  <a:pt x="2176682" y="1180975"/>
                </a:lnTo>
                <a:lnTo>
                  <a:pt x="2066199" y="1024332"/>
                </a:lnTo>
                <a:lnTo>
                  <a:pt x="2034651" y="1083071"/>
                </a:lnTo>
                <a:lnTo>
                  <a:pt x="18027" y="0"/>
                </a:lnTo>
                <a:close/>
              </a:path>
            </a:pathLst>
          </a:custGeom>
          <a:solidFill>
            <a:srgbClr val="58C4DD"/>
          </a:solidFill>
          <a:ln w="25400">
            <a:noFill/>
          </a:ln>
        </p:spPr>
        <p:txBody>
          <a:bodyPr/>
          <a:lstStyle/>
          <a:p>
            <a:endParaRPr lang="en-US"/>
          </a:p>
        </p:txBody>
      </p:sp>
      <p:pic>
        <p:nvPicPr>
          <p:cNvPr id="13" name="anim_o625_1">
            <a:extLst>
              <a:ext uri="{FF2B5EF4-FFF2-40B4-BE49-F238E27FC236}">
                <a16:creationId xmlns:a16="http://schemas.microsoft.com/office/drawing/2014/main" id="{E9734851-FB69-465B-B4AD-F2D2EEDC9AD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/>
        </p:blipFill>
        <p:spPr>
          <a:xfrm>
            <a:off x="6990949" y="3857625"/>
            <a:ext cx="1639101" cy="1714500"/>
          </a:xfrm>
          <a:prstGeom prst="rect">
            <a:avLst/>
          </a:prstGeom>
        </p:spPr>
      </p:pic>
      <p:sp>
        <p:nvSpPr>
          <p:cNvPr id="14" name="anim_o626_1">
            <a:extLst>
              <a:ext uri="{FF2B5EF4-FFF2-40B4-BE49-F238E27FC236}">
                <a16:creationId xmlns:a16="http://schemas.microsoft.com/office/drawing/2014/main" id="{9F9652B3-A444-4670-9340-315366A7A45E}"/>
              </a:ext>
            </a:extLst>
          </p:cNvPr>
          <p:cNvSpPr>
            <a:spLocks noGrp="1"/>
          </p:cNvSpPr>
          <p:nvPr/>
        </p:nvSpPr>
        <p:spPr>
          <a:xfrm>
            <a:off x="6948087" y="3814763"/>
            <a:ext cx="1724826" cy="1800225"/>
          </a:xfrm>
          <a:prstGeom prst="rect">
            <a:avLst/>
          </a:prstGeom>
          <a:noFill/>
          <a:ln w="19050">
            <a:solidFill>
              <a:srgbClr val="58C4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to627_0_1">
            <a:extLst>
              <a:ext uri="{FF2B5EF4-FFF2-40B4-BE49-F238E27FC236}">
                <a16:creationId xmlns:a16="http://schemas.microsoft.com/office/drawing/2014/main" id="{C02F2B17-23ED-440C-B766-FA7AE1EBB253}"/>
              </a:ext>
            </a:extLst>
          </p:cNvPr>
          <p:cNvSpPr>
            <a:spLocks noGrp="1"/>
          </p:cNvSpPr>
          <p:nvPr/>
        </p:nvSpPr>
        <p:spPr>
          <a:xfrm>
            <a:off x="7357848" y="5607253"/>
            <a:ext cx="924355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58C4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58C4DD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58C4DD"/>
                </a:solidFill>
                <a:latin typeface="Consolas"/>
                <a:ea typeface="Consolas"/>
                <a:cs typeface="Consolas"/>
              </a:rPr>
              <a:t>Parts</a:t>
            </a:r>
          </a:p>
        </p:txBody>
      </p:sp>
    </p:spTree>
    <p:extLst>
      <p:ext uri="{BB962C8B-B14F-4D97-AF65-F5344CB8AC3E}">
        <p14:creationId xmlns:p14="http://schemas.microsoft.com/office/powerpoint/2010/main" val="6309392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8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8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8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00"/>
                            </p:stCondLst>
                            <p:childTnLst>
                              <p:par>
                                <p:cTn id="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8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8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8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8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8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8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/>
      <p:bldP spid="4" grpId="0" animBg="1"/>
      <p:bldP spid="6" grpId="0" animBg="1"/>
      <p:bldP spid="7" grpId="0"/>
      <p:bldP spid="8" grpId="0" animBg="1"/>
      <p:bldP spid="10" grpId="0" animBg="1"/>
      <p:bldP spid="11" grpId="0"/>
      <p:bldP spid="12" grpId="0" animBg="1"/>
      <p:bldP spid="14" grpId="0" animBg="1"/>
      <p:bldP spid="15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" name="Picture 23">
            <a:extLst>
              <a:ext uri="{FF2B5EF4-FFF2-40B4-BE49-F238E27FC236}">
                <a16:creationId xmlns:a16="http://schemas.microsoft.com/office/drawing/2014/main" id="{DA5FA43D-7F79-427B-A3AF-C0F0E414C96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/>
        </p:blipFill>
        <p:spPr>
          <a:xfrm>
            <a:off x="823011" y="1500188"/>
            <a:ext cx="3687978" cy="3857625"/>
          </a:xfrm>
          <a:prstGeom prst="rect">
            <a:avLst/>
          </a:prstGeom>
        </p:spPr>
      </p:pic>
      <p:sp>
        <p:nvSpPr>
          <p:cNvPr id="2" name="anim_o590_1">
            <a:extLst>
              <a:ext uri="{FF2B5EF4-FFF2-40B4-BE49-F238E27FC236}">
                <a16:creationId xmlns:a16="http://schemas.microsoft.com/office/drawing/2014/main" id="{B9C9FAF7-BB9F-471B-A1C0-2629F2EB93D7}"/>
              </a:ext>
            </a:extLst>
          </p:cNvPr>
          <p:cNvSpPr>
            <a:spLocks noGrp="1"/>
          </p:cNvSpPr>
          <p:nvPr/>
        </p:nvSpPr>
        <p:spPr>
          <a:xfrm>
            <a:off x="780148" y="1457325"/>
            <a:ext cx="3773703" cy="3943350"/>
          </a:xfrm>
          <a:prstGeom prst="rect">
            <a:avLst/>
          </a:prstGeom>
          <a:noFill/>
          <a:ln w="254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11B10DB1-CF27-44BE-A0A5-3BE4BFDF87F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/>
        </p:blipFill>
        <p:spPr>
          <a:xfrm>
            <a:off x="6990949" y="857250"/>
            <a:ext cx="1639101" cy="1714500"/>
          </a:xfrm>
          <a:prstGeom prst="rect">
            <a:avLst/>
          </a:prstGeom>
        </p:spPr>
      </p:pic>
      <p:sp>
        <p:nvSpPr>
          <p:cNvPr id="4" name="anim_o607_1">
            <a:extLst>
              <a:ext uri="{FF2B5EF4-FFF2-40B4-BE49-F238E27FC236}">
                <a16:creationId xmlns:a16="http://schemas.microsoft.com/office/drawing/2014/main" id="{51B6B449-7849-49B9-AAEA-39DE1DD4EE48}"/>
              </a:ext>
            </a:extLst>
          </p:cNvPr>
          <p:cNvSpPr>
            <a:spLocks noGrp="1"/>
          </p:cNvSpPr>
          <p:nvPr/>
        </p:nvSpPr>
        <p:spPr>
          <a:xfrm>
            <a:off x="6948087" y="814388"/>
            <a:ext cx="1724826" cy="1800225"/>
          </a:xfrm>
          <a:prstGeom prst="rect">
            <a:avLst/>
          </a:prstGeom>
          <a:noFill/>
          <a:ln w="19050">
            <a:solidFill>
              <a:srgbClr val="FC625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8734D58B-0A83-4643-A0CD-99AA80337F3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/>
        </p:blipFill>
        <p:spPr>
          <a:xfrm>
            <a:off x="9991324" y="857250"/>
            <a:ext cx="1639101" cy="1714500"/>
          </a:xfrm>
          <a:prstGeom prst="rect">
            <a:avLst/>
          </a:prstGeom>
        </p:spPr>
      </p:pic>
      <p:sp>
        <p:nvSpPr>
          <p:cNvPr id="6" name="anim_o615_1">
            <a:extLst>
              <a:ext uri="{FF2B5EF4-FFF2-40B4-BE49-F238E27FC236}">
                <a16:creationId xmlns:a16="http://schemas.microsoft.com/office/drawing/2014/main" id="{DE04C66E-3F29-44F4-BC9F-A9D7F2150AC1}"/>
              </a:ext>
            </a:extLst>
          </p:cNvPr>
          <p:cNvSpPr>
            <a:spLocks noGrp="1"/>
          </p:cNvSpPr>
          <p:nvPr/>
        </p:nvSpPr>
        <p:spPr>
          <a:xfrm>
            <a:off x="9948462" y="814388"/>
            <a:ext cx="1724826" cy="1800225"/>
          </a:xfrm>
          <a:prstGeom prst="rect">
            <a:avLst/>
          </a:prstGeom>
          <a:noFill/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8B1474FC-FAF8-4F10-9682-6160A4A0004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/>
        </p:blipFill>
        <p:spPr>
          <a:xfrm>
            <a:off x="6990949" y="3857625"/>
            <a:ext cx="1639101" cy="1714500"/>
          </a:xfrm>
          <a:prstGeom prst="rect">
            <a:avLst/>
          </a:prstGeom>
        </p:spPr>
      </p:pic>
      <p:sp>
        <p:nvSpPr>
          <p:cNvPr id="8" name="anim_o626_1">
            <a:extLst>
              <a:ext uri="{FF2B5EF4-FFF2-40B4-BE49-F238E27FC236}">
                <a16:creationId xmlns:a16="http://schemas.microsoft.com/office/drawing/2014/main" id="{1BB6240C-FFCA-48C9-884A-98F2D4142718}"/>
              </a:ext>
            </a:extLst>
          </p:cNvPr>
          <p:cNvSpPr>
            <a:spLocks noGrp="1"/>
          </p:cNvSpPr>
          <p:nvPr/>
        </p:nvSpPr>
        <p:spPr>
          <a:xfrm>
            <a:off x="6948087" y="3814763"/>
            <a:ext cx="1724826" cy="1800225"/>
          </a:xfrm>
          <a:prstGeom prst="rect">
            <a:avLst/>
          </a:prstGeom>
          <a:noFill/>
          <a:ln w="19050">
            <a:solidFill>
              <a:srgbClr val="58C4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to591_0_1">
            <a:extLst>
              <a:ext uri="{FF2B5EF4-FFF2-40B4-BE49-F238E27FC236}">
                <a16:creationId xmlns:a16="http://schemas.microsoft.com/office/drawing/2014/main" id="{E823F111-3B08-4427-80D2-9C66E1CB9C0F}"/>
              </a:ext>
            </a:extLst>
          </p:cNvPr>
          <p:cNvSpPr>
            <a:spLocks noGrp="1"/>
          </p:cNvSpPr>
          <p:nvPr/>
        </p:nvSpPr>
        <p:spPr>
          <a:xfrm>
            <a:off x="1003133" y="5544087"/>
            <a:ext cx="3346784" cy="5371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3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3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3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Original Image</a:t>
            </a:r>
          </a:p>
        </p:txBody>
      </p:sp>
      <p:sp>
        <p:nvSpPr>
          <p:cNvPr id="10" name="anim_to608_0_1">
            <a:extLst>
              <a:ext uri="{FF2B5EF4-FFF2-40B4-BE49-F238E27FC236}">
                <a16:creationId xmlns:a16="http://schemas.microsoft.com/office/drawing/2014/main" id="{F6D05D9D-E8E7-481C-89A9-6667DEA3B554}"/>
              </a:ext>
            </a:extLst>
          </p:cNvPr>
          <p:cNvSpPr>
            <a:spLocks noGrp="1"/>
          </p:cNvSpPr>
          <p:nvPr/>
        </p:nvSpPr>
        <p:spPr>
          <a:xfrm>
            <a:off x="7357848" y="2643939"/>
            <a:ext cx="924355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FC6255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FC6255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FC6255"/>
                </a:solidFill>
                <a:latin typeface="Consolas"/>
                <a:ea typeface="Consolas"/>
                <a:cs typeface="Consolas"/>
              </a:rPr>
              <a:t>Edges</a:t>
            </a:r>
          </a:p>
        </p:txBody>
      </p:sp>
      <p:sp>
        <p:nvSpPr>
          <p:cNvPr id="11" name="anim_to616_0_1">
            <a:extLst>
              <a:ext uri="{FF2B5EF4-FFF2-40B4-BE49-F238E27FC236}">
                <a16:creationId xmlns:a16="http://schemas.microsoft.com/office/drawing/2014/main" id="{A1512690-6831-4D21-8970-5024927819BF}"/>
              </a:ext>
            </a:extLst>
          </p:cNvPr>
          <p:cNvSpPr>
            <a:spLocks noGrp="1"/>
          </p:cNvSpPr>
          <p:nvPr/>
        </p:nvSpPr>
        <p:spPr>
          <a:xfrm>
            <a:off x="10092346" y="2606878"/>
            <a:ext cx="1456108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Textures</a:t>
            </a:r>
          </a:p>
        </p:txBody>
      </p:sp>
      <p:sp>
        <p:nvSpPr>
          <p:cNvPr id="12" name="anim_to627_0_1">
            <a:extLst>
              <a:ext uri="{FF2B5EF4-FFF2-40B4-BE49-F238E27FC236}">
                <a16:creationId xmlns:a16="http://schemas.microsoft.com/office/drawing/2014/main" id="{820806DD-0548-4823-ADD1-374373E63C34}"/>
              </a:ext>
            </a:extLst>
          </p:cNvPr>
          <p:cNvSpPr>
            <a:spLocks noGrp="1"/>
          </p:cNvSpPr>
          <p:nvPr/>
        </p:nvSpPr>
        <p:spPr>
          <a:xfrm>
            <a:off x="7357848" y="5607253"/>
            <a:ext cx="924355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58C4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58C4DD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58C4DD"/>
                </a:solidFill>
                <a:latin typeface="Consolas"/>
                <a:ea typeface="Consolas"/>
                <a:cs typeface="Consolas"/>
              </a:rPr>
              <a:t>Parts</a:t>
            </a:r>
          </a:p>
        </p:txBody>
      </p:sp>
      <p:sp>
        <p:nvSpPr>
          <p:cNvPr id="13" name="anim_o644_1">
            <a:extLst>
              <a:ext uri="{FF2B5EF4-FFF2-40B4-BE49-F238E27FC236}">
                <a16:creationId xmlns:a16="http://schemas.microsoft.com/office/drawing/2014/main" id="{4DC39055-243A-4C9A-A9F8-5D9504073143}"/>
              </a:ext>
            </a:extLst>
          </p:cNvPr>
          <p:cNvSpPr>
            <a:spLocks noGrp="1"/>
          </p:cNvSpPr>
          <p:nvPr/>
        </p:nvSpPr>
        <p:spPr>
          <a:xfrm>
            <a:off x="4647307" y="1789365"/>
            <a:ext cx="2196234" cy="1580258"/>
          </a:xfrm>
          <a:custGeom>
            <a:avLst/>
            <a:gdLst/>
            <a:ahLst/>
            <a:cxnLst/>
            <a:rect l="0" t="0" r="0" b="0"/>
            <a:pathLst>
              <a:path w="2196234" h="1580258">
                <a:moveTo>
                  <a:pt x="22182" y="1580258"/>
                </a:moveTo>
                <a:lnTo>
                  <a:pt x="2067930" y="115309"/>
                </a:lnTo>
                <a:lnTo>
                  <a:pt x="2106749" y="169518"/>
                </a:lnTo>
                <a:lnTo>
                  <a:pt x="2196234" y="0"/>
                </a:lnTo>
                <a:lnTo>
                  <a:pt x="2006928" y="30123"/>
                </a:lnTo>
                <a:lnTo>
                  <a:pt x="2045747" y="84332"/>
                </a:lnTo>
                <a:lnTo>
                  <a:pt x="0" y="1549281"/>
                </a:lnTo>
                <a:close/>
              </a:path>
            </a:pathLst>
          </a:custGeom>
          <a:solidFill>
            <a:srgbClr val="FC6255"/>
          </a:solidFill>
          <a:ln w="2540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645_1">
            <a:extLst>
              <a:ext uri="{FF2B5EF4-FFF2-40B4-BE49-F238E27FC236}">
                <a16:creationId xmlns:a16="http://schemas.microsoft.com/office/drawing/2014/main" id="{494ADED6-4D5F-4603-AC4C-6094CC324D63}"/>
              </a:ext>
            </a:extLst>
          </p:cNvPr>
          <p:cNvSpPr>
            <a:spLocks noGrp="1"/>
          </p:cNvSpPr>
          <p:nvPr/>
        </p:nvSpPr>
        <p:spPr>
          <a:xfrm>
            <a:off x="4670629" y="1723680"/>
            <a:ext cx="5155286" cy="1684528"/>
          </a:xfrm>
          <a:custGeom>
            <a:avLst/>
            <a:gdLst/>
            <a:ahLst/>
            <a:cxnLst/>
            <a:rect l="0" t="0" r="0" b="0"/>
            <a:pathLst>
              <a:path w="5155286" h="1684528">
                <a:moveTo>
                  <a:pt x="11540" y="1684528"/>
                </a:moveTo>
                <a:lnTo>
                  <a:pt x="4997660" y="99853"/>
                </a:lnTo>
                <a:lnTo>
                  <a:pt x="5017855" y="163396"/>
                </a:lnTo>
                <a:lnTo>
                  <a:pt x="5155286" y="29768"/>
                </a:lnTo>
                <a:lnTo>
                  <a:pt x="4965924" y="0"/>
                </a:lnTo>
                <a:lnTo>
                  <a:pt x="4986120" y="63543"/>
                </a:lnTo>
                <a:lnTo>
                  <a:pt x="0" y="1648218"/>
                </a:lnTo>
                <a:close/>
              </a:path>
            </a:pathLst>
          </a:custGeom>
          <a:solidFill>
            <a:srgbClr val="83C167"/>
          </a:solidFill>
          <a:ln w="2540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646_1">
            <a:extLst>
              <a:ext uri="{FF2B5EF4-FFF2-40B4-BE49-F238E27FC236}">
                <a16:creationId xmlns:a16="http://schemas.microsoft.com/office/drawing/2014/main" id="{02370B88-F463-4B15-BA72-FDBB6728910B}"/>
              </a:ext>
            </a:extLst>
          </p:cNvPr>
          <p:cNvSpPr>
            <a:spLocks noGrp="1"/>
          </p:cNvSpPr>
          <p:nvPr/>
        </p:nvSpPr>
        <p:spPr>
          <a:xfrm>
            <a:off x="4658121" y="3473058"/>
            <a:ext cx="2176682" cy="1180975"/>
          </a:xfrm>
          <a:custGeom>
            <a:avLst/>
            <a:gdLst/>
            <a:ahLst/>
            <a:cxnLst/>
            <a:rect l="0" t="0" r="0" b="0"/>
            <a:pathLst>
              <a:path w="2176682" h="1180975">
                <a:moveTo>
                  <a:pt x="0" y="33565"/>
                </a:moveTo>
                <a:lnTo>
                  <a:pt x="2016624" y="1116636"/>
                </a:lnTo>
                <a:lnTo>
                  <a:pt x="1985077" y="1175376"/>
                </a:lnTo>
                <a:lnTo>
                  <a:pt x="2176682" y="1180975"/>
                </a:lnTo>
                <a:lnTo>
                  <a:pt x="2066199" y="1024332"/>
                </a:lnTo>
                <a:lnTo>
                  <a:pt x="2034651" y="1083071"/>
                </a:lnTo>
                <a:lnTo>
                  <a:pt x="18027" y="0"/>
                </a:lnTo>
                <a:close/>
              </a:path>
            </a:pathLst>
          </a:custGeom>
          <a:solidFill>
            <a:srgbClr val="58C4DD"/>
          </a:solidFill>
          <a:ln w="2540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647_1">
            <a:extLst>
              <a:ext uri="{FF2B5EF4-FFF2-40B4-BE49-F238E27FC236}">
                <a16:creationId xmlns:a16="http://schemas.microsoft.com/office/drawing/2014/main" id="{9B0541D5-C1D9-4F05-A443-57CC0DCCDD33}"/>
              </a:ext>
            </a:extLst>
          </p:cNvPr>
          <p:cNvSpPr>
            <a:spLocks noGrp="1"/>
          </p:cNvSpPr>
          <p:nvPr/>
        </p:nvSpPr>
        <p:spPr>
          <a:xfrm>
            <a:off x="4674518" y="3440284"/>
            <a:ext cx="5148861" cy="1288411"/>
          </a:xfrm>
          <a:custGeom>
            <a:avLst/>
            <a:gdLst/>
            <a:ahLst/>
            <a:cxnLst/>
            <a:rect l="0" t="0" r="0" b="0"/>
            <a:pathLst>
              <a:path w="5148861" h="1288411">
                <a:moveTo>
                  <a:pt x="0" y="37062"/>
                </a:moveTo>
                <a:lnTo>
                  <a:pt x="4977666" y="1223553"/>
                </a:lnTo>
                <a:lnTo>
                  <a:pt x="4962207" y="1288411"/>
                </a:lnTo>
                <a:lnTo>
                  <a:pt x="5148861" y="1244775"/>
                </a:lnTo>
                <a:lnTo>
                  <a:pt x="5001960" y="1121633"/>
                </a:lnTo>
                <a:lnTo>
                  <a:pt x="4986501" y="1186491"/>
                </a:lnTo>
                <a:lnTo>
                  <a:pt x="8834" y="0"/>
                </a:lnTo>
                <a:close/>
              </a:path>
            </a:pathLst>
          </a:custGeom>
          <a:solidFill>
            <a:srgbClr val="FFFF00"/>
          </a:solidFill>
          <a:ln w="25400">
            <a:noFill/>
          </a:ln>
        </p:spPr>
        <p:txBody>
          <a:bodyPr/>
          <a:lstStyle/>
          <a:p>
            <a:endParaRPr lang="en-US"/>
          </a:p>
        </p:txBody>
      </p:sp>
      <p:pic>
        <p:nvPicPr>
          <p:cNvPr id="17" name="anim_o633_1">
            <a:extLst>
              <a:ext uri="{FF2B5EF4-FFF2-40B4-BE49-F238E27FC236}">
                <a16:creationId xmlns:a16="http://schemas.microsoft.com/office/drawing/2014/main" id="{110616C6-090A-4E16-9405-F1FDD29B3DEB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/>
        </p:blipFill>
        <p:spPr>
          <a:xfrm>
            <a:off x="9991324" y="3857625"/>
            <a:ext cx="1639101" cy="1714500"/>
          </a:xfrm>
          <a:prstGeom prst="rect">
            <a:avLst/>
          </a:prstGeom>
        </p:spPr>
      </p:pic>
      <p:sp>
        <p:nvSpPr>
          <p:cNvPr id="18" name="anim_o634_1">
            <a:extLst>
              <a:ext uri="{FF2B5EF4-FFF2-40B4-BE49-F238E27FC236}">
                <a16:creationId xmlns:a16="http://schemas.microsoft.com/office/drawing/2014/main" id="{A980ED31-A438-40F8-83A6-D942B28DCE0A}"/>
              </a:ext>
            </a:extLst>
          </p:cNvPr>
          <p:cNvSpPr>
            <a:spLocks noGrp="1"/>
          </p:cNvSpPr>
          <p:nvPr/>
        </p:nvSpPr>
        <p:spPr>
          <a:xfrm>
            <a:off x="9948462" y="3814763"/>
            <a:ext cx="1724826" cy="1800225"/>
          </a:xfrm>
          <a:prstGeom prst="rect">
            <a:avLst/>
          </a:prstGeom>
          <a:noFill/>
          <a:ln w="1905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to635_0_1">
            <a:extLst>
              <a:ext uri="{FF2B5EF4-FFF2-40B4-BE49-F238E27FC236}">
                <a16:creationId xmlns:a16="http://schemas.microsoft.com/office/drawing/2014/main" id="{0DAB3934-E248-4A85-8E50-6F0C04DBCFB2}"/>
              </a:ext>
            </a:extLst>
          </p:cNvPr>
          <p:cNvSpPr>
            <a:spLocks noGrp="1"/>
          </p:cNvSpPr>
          <p:nvPr/>
        </p:nvSpPr>
        <p:spPr>
          <a:xfrm>
            <a:off x="10092346" y="5607253"/>
            <a:ext cx="1456108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FFFF00"/>
                </a:solidFill>
                <a:latin typeface="Consolas"/>
                <a:ea typeface="Consolas"/>
                <a:cs typeface="Consolas"/>
              </a:rPr>
              <a:t>Contrast</a:t>
            </a:r>
          </a:p>
        </p:txBody>
      </p:sp>
      <p:sp>
        <p:nvSpPr>
          <p:cNvPr id="20" name="anim_o607_2">
            <a:extLst>
              <a:ext uri="{FF2B5EF4-FFF2-40B4-BE49-F238E27FC236}">
                <a16:creationId xmlns:a16="http://schemas.microsoft.com/office/drawing/2014/main" id="{BEEF5D00-CA60-4A47-A7DC-B2C9A747E47B}"/>
              </a:ext>
            </a:extLst>
          </p:cNvPr>
          <p:cNvSpPr>
            <a:spLocks noGrp="1"/>
          </p:cNvSpPr>
          <p:nvPr/>
        </p:nvSpPr>
        <p:spPr>
          <a:xfrm>
            <a:off x="6948087" y="814388"/>
            <a:ext cx="1724826" cy="1800225"/>
          </a:xfrm>
          <a:prstGeom prst="rect">
            <a:avLst/>
          </a:prstGeom>
          <a:noFill/>
          <a:ln w="38100">
            <a:solidFill>
              <a:srgbClr val="FC625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615_2">
            <a:extLst>
              <a:ext uri="{FF2B5EF4-FFF2-40B4-BE49-F238E27FC236}">
                <a16:creationId xmlns:a16="http://schemas.microsoft.com/office/drawing/2014/main" id="{8D58891A-C158-45B5-BFD4-A951C489422A}"/>
              </a:ext>
            </a:extLst>
          </p:cNvPr>
          <p:cNvSpPr>
            <a:spLocks noGrp="1"/>
          </p:cNvSpPr>
          <p:nvPr/>
        </p:nvSpPr>
        <p:spPr>
          <a:xfrm>
            <a:off x="9948462" y="814388"/>
            <a:ext cx="1724826" cy="1800225"/>
          </a:xfrm>
          <a:prstGeom prst="rect">
            <a:avLst/>
          </a:prstGeom>
          <a:noFill/>
          <a:ln w="3810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626_2">
            <a:extLst>
              <a:ext uri="{FF2B5EF4-FFF2-40B4-BE49-F238E27FC236}">
                <a16:creationId xmlns:a16="http://schemas.microsoft.com/office/drawing/2014/main" id="{5EB08E65-39D9-46CF-803D-29C0FFF67EFE}"/>
              </a:ext>
            </a:extLst>
          </p:cNvPr>
          <p:cNvSpPr>
            <a:spLocks noGrp="1"/>
          </p:cNvSpPr>
          <p:nvPr/>
        </p:nvSpPr>
        <p:spPr>
          <a:xfrm>
            <a:off x="6948087" y="3814763"/>
            <a:ext cx="1724826" cy="1800225"/>
          </a:xfrm>
          <a:prstGeom prst="rect">
            <a:avLst/>
          </a:prstGeom>
          <a:noFill/>
          <a:ln w="38100">
            <a:solidFill>
              <a:srgbClr val="58C4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634_2">
            <a:extLst>
              <a:ext uri="{FF2B5EF4-FFF2-40B4-BE49-F238E27FC236}">
                <a16:creationId xmlns:a16="http://schemas.microsoft.com/office/drawing/2014/main" id="{2878097F-42E2-43B5-A0E5-689E700A708A}"/>
              </a:ext>
            </a:extLst>
          </p:cNvPr>
          <p:cNvSpPr>
            <a:spLocks noGrp="1"/>
          </p:cNvSpPr>
          <p:nvPr/>
        </p:nvSpPr>
        <p:spPr>
          <a:xfrm>
            <a:off x="9948462" y="3814763"/>
            <a:ext cx="1724826" cy="1800225"/>
          </a:xfrm>
          <a:prstGeom prst="rect">
            <a:avLst/>
          </a:prstGeom>
          <a:noFill/>
          <a:ln w="381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794014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8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8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8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00"/>
                            </p:stCondLst>
                            <p:childTnLst>
                              <p:par>
                                <p:cTn id="33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" dur="8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8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8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8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" dur="8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8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" dur="8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8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" grpId="0" animBg="1"/>
      <p:bldP spid="8" grpId="0" animBg="1"/>
      <p:bldP spid="13" grpId="0" animBg="1"/>
      <p:bldP spid="14" grpId="0" animBg="1"/>
      <p:bldP spid="15" grpId="0" animBg="1"/>
      <p:bldP spid="16" grpId="0" animBg="1"/>
      <p:bldP spid="16" grpId="1" animBg="1"/>
      <p:bldP spid="18" grpId="0" animBg="1"/>
      <p:bldP spid="18" grpId="1" animBg="1"/>
      <p:bldP spid="19" grpId="0"/>
      <p:bldP spid="20" grpId="0" animBg="1"/>
      <p:bldP spid="21" grpId="0" animBg="1"/>
      <p:bldP spid="22" grpId="0" animBg="1"/>
      <p:bldP spid="23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" name="anim_o651_1">
            <a:extLst>
              <a:ext uri="{FF2B5EF4-FFF2-40B4-BE49-F238E27FC236}">
                <a16:creationId xmlns:a16="http://schemas.microsoft.com/office/drawing/2014/main" id="{E19247FC-0F36-4AEF-A1DA-8A869F968226}"/>
              </a:ext>
            </a:extLst>
          </p:cNvPr>
          <p:cNvSpPr>
            <a:spLocks noGrp="1"/>
          </p:cNvSpPr>
          <p:nvPr/>
        </p:nvSpPr>
        <p:spPr>
          <a:xfrm>
            <a:off x="907382" y="184985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655_1">
            <a:extLst>
              <a:ext uri="{FF2B5EF4-FFF2-40B4-BE49-F238E27FC236}">
                <a16:creationId xmlns:a16="http://schemas.microsoft.com/office/drawing/2014/main" id="{6544D679-E8E3-4763-86C0-318BCA772DE4}"/>
              </a:ext>
            </a:extLst>
          </p:cNvPr>
          <p:cNvSpPr>
            <a:spLocks noGrp="1"/>
          </p:cNvSpPr>
          <p:nvPr/>
        </p:nvSpPr>
        <p:spPr>
          <a:xfrm>
            <a:off x="1539039" y="184985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659_1">
            <a:extLst>
              <a:ext uri="{FF2B5EF4-FFF2-40B4-BE49-F238E27FC236}">
                <a16:creationId xmlns:a16="http://schemas.microsoft.com/office/drawing/2014/main" id="{0FE0554B-C0A1-4279-9E14-AE8C2C752320}"/>
              </a:ext>
            </a:extLst>
          </p:cNvPr>
          <p:cNvSpPr>
            <a:spLocks noGrp="1"/>
          </p:cNvSpPr>
          <p:nvPr/>
        </p:nvSpPr>
        <p:spPr>
          <a:xfrm>
            <a:off x="2170697" y="184985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663_1">
            <a:extLst>
              <a:ext uri="{FF2B5EF4-FFF2-40B4-BE49-F238E27FC236}">
                <a16:creationId xmlns:a16="http://schemas.microsoft.com/office/drawing/2014/main" id="{343A98C3-6A89-4C08-B609-47566B1A28BB}"/>
              </a:ext>
            </a:extLst>
          </p:cNvPr>
          <p:cNvSpPr>
            <a:spLocks noGrp="1"/>
          </p:cNvSpPr>
          <p:nvPr/>
        </p:nvSpPr>
        <p:spPr>
          <a:xfrm>
            <a:off x="2802355" y="184985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667_1">
            <a:extLst>
              <a:ext uri="{FF2B5EF4-FFF2-40B4-BE49-F238E27FC236}">
                <a16:creationId xmlns:a16="http://schemas.microsoft.com/office/drawing/2014/main" id="{F63354A4-24FE-45BD-8DE7-B036940B6946}"/>
              </a:ext>
            </a:extLst>
          </p:cNvPr>
          <p:cNvSpPr>
            <a:spLocks noGrp="1"/>
          </p:cNvSpPr>
          <p:nvPr/>
        </p:nvSpPr>
        <p:spPr>
          <a:xfrm>
            <a:off x="3434013" y="184985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671_1">
            <a:extLst>
              <a:ext uri="{FF2B5EF4-FFF2-40B4-BE49-F238E27FC236}">
                <a16:creationId xmlns:a16="http://schemas.microsoft.com/office/drawing/2014/main" id="{0E8CC39D-390F-4A6C-873E-720135A06000}"/>
              </a:ext>
            </a:extLst>
          </p:cNvPr>
          <p:cNvSpPr>
            <a:spLocks noGrp="1"/>
          </p:cNvSpPr>
          <p:nvPr/>
        </p:nvSpPr>
        <p:spPr>
          <a:xfrm>
            <a:off x="4065671" y="184985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675_1">
            <a:extLst>
              <a:ext uri="{FF2B5EF4-FFF2-40B4-BE49-F238E27FC236}">
                <a16:creationId xmlns:a16="http://schemas.microsoft.com/office/drawing/2014/main" id="{0226BC2A-8C3D-46F2-92D8-838EC717AD93}"/>
              </a:ext>
            </a:extLst>
          </p:cNvPr>
          <p:cNvSpPr>
            <a:spLocks noGrp="1"/>
          </p:cNvSpPr>
          <p:nvPr/>
        </p:nvSpPr>
        <p:spPr>
          <a:xfrm>
            <a:off x="907382" y="248151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679_1">
            <a:extLst>
              <a:ext uri="{FF2B5EF4-FFF2-40B4-BE49-F238E27FC236}">
                <a16:creationId xmlns:a16="http://schemas.microsoft.com/office/drawing/2014/main" id="{7630F300-72BC-477B-B237-1B10DA830DA8}"/>
              </a:ext>
            </a:extLst>
          </p:cNvPr>
          <p:cNvSpPr>
            <a:spLocks noGrp="1"/>
          </p:cNvSpPr>
          <p:nvPr/>
        </p:nvSpPr>
        <p:spPr>
          <a:xfrm>
            <a:off x="1539039" y="248151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683_1">
            <a:extLst>
              <a:ext uri="{FF2B5EF4-FFF2-40B4-BE49-F238E27FC236}">
                <a16:creationId xmlns:a16="http://schemas.microsoft.com/office/drawing/2014/main" id="{2CAD3262-5688-40E2-BC16-F57780738A4B}"/>
              </a:ext>
            </a:extLst>
          </p:cNvPr>
          <p:cNvSpPr>
            <a:spLocks noGrp="1"/>
          </p:cNvSpPr>
          <p:nvPr/>
        </p:nvSpPr>
        <p:spPr>
          <a:xfrm>
            <a:off x="2170697" y="248151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687_1">
            <a:extLst>
              <a:ext uri="{FF2B5EF4-FFF2-40B4-BE49-F238E27FC236}">
                <a16:creationId xmlns:a16="http://schemas.microsoft.com/office/drawing/2014/main" id="{BEB3EAD5-762E-45B3-A827-215EAE23538D}"/>
              </a:ext>
            </a:extLst>
          </p:cNvPr>
          <p:cNvSpPr>
            <a:spLocks noGrp="1"/>
          </p:cNvSpPr>
          <p:nvPr/>
        </p:nvSpPr>
        <p:spPr>
          <a:xfrm>
            <a:off x="2802355" y="248151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691_1">
            <a:extLst>
              <a:ext uri="{FF2B5EF4-FFF2-40B4-BE49-F238E27FC236}">
                <a16:creationId xmlns:a16="http://schemas.microsoft.com/office/drawing/2014/main" id="{DC94CC0B-CF85-43CB-80A5-D82F1D924642}"/>
              </a:ext>
            </a:extLst>
          </p:cNvPr>
          <p:cNvSpPr>
            <a:spLocks noGrp="1"/>
          </p:cNvSpPr>
          <p:nvPr/>
        </p:nvSpPr>
        <p:spPr>
          <a:xfrm>
            <a:off x="3434013" y="248151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695_1">
            <a:extLst>
              <a:ext uri="{FF2B5EF4-FFF2-40B4-BE49-F238E27FC236}">
                <a16:creationId xmlns:a16="http://schemas.microsoft.com/office/drawing/2014/main" id="{8E18CD59-42D1-4343-AB93-61F0A02E5318}"/>
              </a:ext>
            </a:extLst>
          </p:cNvPr>
          <p:cNvSpPr>
            <a:spLocks noGrp="1"/>
          </p:cNvSpPr>
          <p:nvPr/>
        </p:nvSpPr>
        <p:spPr>
          <a:xfrm>
            <a:off x="4065671" y="248151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699_1">
            <a:extLst>
              <a:ext uri="{FF2B5EF4-FFF2-40B4-BE49-F238E27FC236}">
                <a16:creationId xmlns:a16="http://schemas.microsoft.com/office/drawing/2014/main" id="{3E1DCBE1-7426-426B-9C54-0E58350440A9}"/>
              </a:ext>
            </a:extLst>
          </p:cNvPr>
          <p:cNvSpPr>
            <a:spLocks noGrp="1"/>
          </p:cNvSpPr>
          <p:nvPr/>
        </p:nvSpPr>
        <p:spPr>
          <a:xfrm>
            <a:off x="907382" y="3113171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703_1">
            <a:extLst>
              <a:ext uri="{FF2B5EF4-FFF2-40B4-BE49-F238E27FC236}">
                <a16:creationId xmlns:a16="http://schemas.microsoft.com/office/drawing/2014/main" id="{8E9D6112-144E-4188-842B-78A90DC6765B}"/>
              </a:ext>
            </a:extLst>
          </p:cNvPr>
          <p:cNvSpPr>
            <a:spLocks noGrp="1"/>
          </p:cNvSpPr>
          <p:nvPr/>
        </p:nvSpPr>
        <p:spPr>
          <a:xfrm>
            <a:off x="1539039" y="3113171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707_1">
            <a:extLst>
              <a:ext uri="{FF2B5EF4-FFF2-40B4-BE49-F238E27FC236}">
                <a16:creationId xmlns:a16="http://schemas.microsoft.com/office/drawing/2014/main" id="{5895A181-2764-47D2-9D98-71B7FCDF00F6}"/>
              </a:ext>
            </a:extLst>
          </p:cNvPr>
          <p:cNvSpPr>
            <a:spLocks noGrp="1"/>
          </p:cNvSpPr>
          <p:nvPr/>
        </p:nvSpPr>
        <p:spPr>
          <a:xfrm>
            <a:off x="2170697" y="3113171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711_1">
            <a:extLst>
              <a:ext uri="{FF2B5EF4-FFF2-40B4-BE49-F238E27FC236}">
                <a16:creationId xmlns:a16="http://schemas.microsoft.com/office/drawing/2014/main" id="{467EC2FF-D2E7-4B4B-917D-0B3A81773AA9}"/>
              </a:ext>
            </a:extLst>
          </p:cNvPr>
          <p:cNvSpPr>
            <a:spLocks noGrp="1"/>
          </p:cNvSpPr>
          <p:nvPr/>
        </p:nvSpPr>
        <p:spPr>
          <a:xfrm>
            <a:off x="2802355" y="3113171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715_1">
            <a:extLst>
              <a:ext uri="{FF2B5EF4-FFF2-40B4-BE49-F238E27FC236}">
                <a16:creationId xmlns:a16="http://schemas.microsoft.com/office/drawing/2014/main" id="{AF1CF6F3-CAC2-47A4-B64B-EC5C629EA2E8}"/>
              </a:ext>
            </a:extLst>
          </p:cNvPr>
          <p:cNvSpPr>
            <a:spLocks noGrp="1"/>
          </p:cNvSpPr>
          <p:nvPr/>
        </p:nvSpPr>
        <p:spPr>
          <a:xfrm>
            <a:off x="3434013" y="3113171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719_1">
            <a:extLst>
              <a:ext uri="{FF2B5EF4-FFF2-40B4-BE49-F238E27FC236}">
                <a16:creationId xmlns:a16="http://schemas.microsoft.com/office/drawing/2014/main" id="{F7D5588E-E78A-4891-862F-FE7BD0A7CECE}"/>
              </a:ext>
            </a:extLst>
          </p:cNvPr>
          <p:cNvSpPr>
            <a:spLocks noGrp="1"/>
          </p:cNvSpPr>
          <p:nvPr/>
        </p:nvSpPr>
        <p:spPr>
          <a:xfrm>
            <a:off x="4065671" y="3113171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723_1">
            <a:extLst>
              <a:ext uri="{FF2B5EF4-FFF2-40B4-BE49-F238E27FC236}">
                <a16:creationId xmlns:a16="http://schemas.microsoft.com/office/drawing/2014/main" id="{447A42E8-66EE-4CEE-9D1F-6B78BB8C9809}"/>
              </a:ext>
            </a:extLst>
          </p:cNvPr>
          <p:cNvSpPr>
            <a:spLocks noGrp="1"/>
          </p:cNvSpPr>
          <p:nvPr/>
        </p:nvSpPr>
        <p:spPr>
          <a:xfrm>
            <a:off x="907382" y="3744829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727_1">
            <a:extLst>
              <a:ext uri="{FF2B5EF4-FFF2-40B4-BE49-F238E27FC236}">
                <a16:creationId xmlns:a16="http://schemas.microsoft.com/office/drawing/2014/main" id="{DFCBEF6F-A5FB-43BF-A450-2E2BCFC8F4BB}"/>
              </a:ext>
            </a:extLst>
          </p:cNvPr>
          <p:cNvSpPr>
            <a:spLocks noGrp="1"/>
          </p:cNvSpPr>
          <p:nvPr/>
        </p:nvSpPr>
        <p:spPr>
          <a:xfrm>
            <a:off x="1539039" y="3744829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731_1">
            <a:extLst>
              <a:ext uri="{FF2B5EF4-FFF2-40B4-BE49-F238E27FC236}">
                <a16:creationId xmlns:a16="http://schemas.microsoft.com/office/drawing/2014/main" id="{BA1487B2-21E6-46C7-97C0-699D46F6B287}"/>
              </a:ext>
            </a:extLst>
          </p:cNvPr>
          <p:cNvSpPr>
            <a:spLocks noGrp="1"/>
          </p:cNvSpPr>
          <p:nvPr/>
        </p:nvSpPr>
        <p:spPr>
          <a:xfrm>
            <a:off x="2170697" y="3744829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735_1">
            <a:extLst>
              <a:ext uri="{FF2B5EF4-FFF2-40B4-BE49-F238E27FC236}">
                <a16:creationId xmlns:a16="http://schemas.microsoft.com/office/drawing/2014/main" id="{9C3B1628-EA82-4FD0-A44C-34FE0EEDDBBA}"/>
              </a:ext>
            </a:extLst>
          </p:cNvPr>
          <p:cNvSpPr>
            <a:spLocks noGrp="1"/>
          </p:cNvSpPr>
          <p:nvPr/>
        </p:nvSpPr>
        <p:spPr>
          <a:xfrm>
            <a:off x="2802355" y="3744829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739_1">
            <a:extLst>
              <a:ext uri="{FF2B5EF4-FFF2-40B4-BE49-F238E27FC236}">
                <a16:creationId xmlns:a16="http://schemas.microsoft.com/office/drawing/2014/main" id="{E5D12874-EA76-460C-8C33-3E4C8124CD25}"/>
              </a:ext>
            </a:extLst>
          </p:cNvPr>
          <p:cNvSpPr>
            <a:spLocks noGrp="1"/>
          </p:cNvSpPr>
          <p:nvPr/>
        </p:nvSpPr>
        <p:spPr>
          <a:xfrm>
            <a:off x="3434013" y="3744829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743_1">
            <a:extLst>
              <a:ext uri="{FF2B5EF4-FFF2-40B4-BE49-F238E27FC236}">
                <a16:creationId xmlns:a16="http://schemas.microsoft.com/office/drawing/2014/main" id="{9F17A4E6-F3A4-4990-95B8-46E39DC157D4}"/>
              </a:ext>
            </a:extLst>
          </p:cNvPr>
          <p:cNvSpPr>
            <a:spLocks noGrp="1"/>
          </p:cNvSpPr>
          <p:nvPr/>
        </p:nvSpPr>
        <p:spPr>
          <a:xfrm>
            <a:off x="4065671" y="3744829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747_1">
            <a:extLst>
              <a:ext uri="{FF2B5EF4-FFF2-40B4-BE49-F238E27FC236}">
                <a16:creationId xmlns:a16="http://schemas.microsoft.com/office/drawing/2014/main" id="{2358866F-4FB4-44BD-B154-325F623E2103}"/>
              </a:ext>
            </a:extLst>
          </p:cNvPr>
          <p:cNvSpPr>
            <a:spLocks noGrp="1"/>
          </p:cNvSpPr>
          <p:nvPr/>
        </p:nvSpPr>
        <p:spPr>
          <a:xfrm>
            <a:off x="907382" y="437648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751_1">
            <a:extLst>
              <a:ext uri="{FF2B5EF4-FFF2-40B4-BE49-F238E27FC236}">
                <a16:creationId xmlns:a16="http://schemas.microsoft.com/office/drawing/2014/main" id="{1269560A-570D-4C90-934B-0E496B1F4B28}"/>
              </a:ext>
            </a:extLst>
          </p:cNvPr>
          <p:cNvSpPr>
            <a:spLocks noGrp="1"/>
          </p:cNvSpPr>
          <p:nvPr/>
        </p:nvSpPr>
        <p:spPr>
          <a:xfrm>
            <a:off x="1539039" y="437648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755_1">
            <a:extLst>
              <a:ext uri="{FF2B5EF4-FFF2-40B4-BE49-F238E27FC236}">
                <a16:creationId xmlns:a16="http://schemas.microsoft.com/office/drawing/2014/main" id="{D8646164-3D63-4CAF-BD7D-4A5EC4F515DC}"/>
              </a:ext>
            </a:extLst>
          </p:cNvPr>
          <p:cNvSpPr>
            <a:spLocks noGrp="1"/>
          </p:cNvSpPr>
          <p:nvPr/>
        </p:nvSpPr>
        <p:spPr>
          <a:xfrm>
            <a:off x="2170697" y="437648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759_1">
            <a:extLst>
              <a:ext uri="{FF2B5EF4-FFF2-40B4-BE49-F238E27FC236}">
                <a16:creationId xmlns:a16="http://schemas.microsoft.com/office/drawing/2014/main" id="{5CF53C0E-5D92-49CE-B683-4A018B25EB38}"/>
              </a:ext>
            </a:extLst>
          </p:cNvPr>
          <p:cNvSpPr>
            <a:spLocks noGrp="1"/>
          </p:cNvSpPr>
          <p:nvPr/>
        </p:nvSpPr>
        <p:spPr>
          <a:xfrm>
            <a:off x="2802355" y="437648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763_1">
            <a:extLst>
              <a:ext uri="{FF2B5EF4-FFF2-40B4-BE49-F238E27FC236}">
                <a16:creationId xmlns:a16="http://schemas.microsoft.com/office/drawing/2014/main" id="{A75CAA88-37DA-48D5-8FAA-CE69524CABD8}"/>
              </a:ext>
            </a:extLst>
          </p:cNvPr>
          <p:cNvSpPr>
            <a:spLocks noGrp="1"/>
          </p:cNvSpPr>
          <p:nvPr/>
        </p:nvSpPr>
        <p:spPr>
          <a:xfrm>
            <a:off x="3434013" y="437648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767_1">
            <a:extLst>
              <a:ext uri="{FF2B5EF4-FFF2-40B4-BE49-F238E27FC236}">
                <a16:creationId xmlns:a16="http://schemas.microsoft.com/office/drawing/2014/main" id="{AC79A2FB-A391-47A0-9837-9801BE50B42E}"/>
              </a:ext>
            </a:extLst>
          </p:cNvPr>
          <p:cNvSpPr>
            <a:spLocks noGrp="1"/>
          </p:cNvSpPr>
          <p:nvPr/>
        </p:nvSpPr>
        <p:spPr>
          <a:xfrm>
            <a:off x="4065671" y="437648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771_1">
            <a:extLst>
              <a:ext uri="{FF2B5EF4-FFF2-40B4-BE49-F238E27FC236}">
                <a16:creationId xmlns:a16="http://schemas.microsoft.com/office/drawing/2014/main" id="{15EBB7F1-AFD2-45AD-8847-6BCF9A38CF4E}"/>
              </a:ext>
            </a:extLst>
          </p:cNvPr>
          <p:cNvSpPr>
            <a:spLocks noGrp="1"/>
          </p:cNvSpPr>
          <p:nvPr/>
        </p:nvSpPr>
        <p:spPr>
          <a:xfrm>
            <a:off x="907382" y="500814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775_1">
            <a:extLst>
              <a:ext uri="{FF2B5EF4-FFF2-40B4-BE49-F238E27FC236}">
                <a16:creationId xmlns:a16="http://schemas.microsoft.com/office/drawing/2014/main" id="{18DE60D8-0537-46AD-9710-ABF0B65FC2FD}"/>
              </a:ext>
            </a:extLst>
          </p:cNvPr>
          <p:cNvSpPr>
            <a:spLocks noGrp="1"/>
          </p:cNvSpPr>
          <p:nvPr/>
        </p:nvSpPr>
        <p:spPr>
          <a:xfrm>
            <a:off x="1539039" y="500814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779_1">
            <a:extLst>
              <a:ext uri="{FF2B5EF4-FFF2-40B4-BE49-F238E27FC236}">
                <a16:creationId xmlns:a16="http://schemas.microsoft.com/office/drawing/2014/main" id="{B910953B-7CCE-4219-B773-146B12CC4DD1}"/>
              </a:ext>
            </a:extLst>
          </p:cNvPr>
          <p:cNvSpPr>
            <a:spLocks noGrp="1"/>
          </p:cNvSpPr>
          <p:nvPr/>
        </p:nvSpPr>
        <p:spPr>
          <a:xfrm>
            <a:off x="2170697" y="500814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783_1">
            <a:extLst>
              <a:ext uri="{FF2B5EF4-FFF2-40B4-BE49-F238E27FC236}">
                <a16:creationId xmlns:a16="http://schemas.microsoft.com/office/drawing/2014/main" id="{EA74C787-7719-42B9-A089-623F423AF6AB}"/>
              </a:ext>
            </a:extLst>
          </p:cNvPr>
          <p:cNvSpPr>
            <a:spLocks noGrp="1"/>
          </p:cNvSpPr>
          <p:nvPr/>
        </p:nvSpPr>
        <p:spPr>
          <a:xfrm>
            <a:off x="2802355" y="500814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787_1">
            <a:extLst>
              <a:ext uri="{FF2B5EF4-FFF2-40B4-BE49-F238E27FC236}">
                <a16:creationId xmlns:a16="http://schemas.microsoft.com/office/drawing/2014/main" id="{A754CB28-D4A1-441C-8555-442EEFB00D99}"/>
              </a:ext>
            </a:extLst>
          </p:cNvPr>
          <p:cNvSpPr>
            <a:spLocks noGrp="1"/>
          </p:cNvSpPr>
          <p:nvPr/>
        </p:nvSpPr>
        <p:spPr>
          <a:xfrm>
            <a:off x="3434013" y="500814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791_1">
            <a:extLst>
              <a:ext uri="{FF2B5EF4-FFF2-40B4-BE49-F238E27FC236}">
                <a16:creationId xmlns:a16="http://schemas.microsoft.com/office/drawing/2014/main" id="{34881350-8BD3-4A75-A208-F4977AE210E4}"/>
              </a:ext>
            </a:extLst>
          </p:cNvPr>
          <p:cNvSpPr>
            <a:spLocks noGrp="1"/>
          </p:cNvSpPr>
          <p:nvPr/>
        </p:nvSpPr>
        <p:spPr>
          <a:xfrm>
            <a:off x="4065671" y="500814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to652_0_1">
            <a:extLst>
              <a:ext uri="{FF2B5EF4-FFF2-40B4-BE49-F238E27FC236}">
                <a16:creationId xmlns:a16="http://schemas.microsoft.com/office/drawing/2014/main" id="{D3357101-A88D-4726-9402-79786A1DFB14}"/>
              </a:ext>
            </a:extLst>
          </p:cNvPr>
          <p:cNvSpPr>
            <a:spLocks noGrp="1"/>
          </p:cNvSpPr>
          <p:nvPr/>
        </p:nvSpPr>
        <p:spPr>
          <a:xfrm>
            <a:off x="1012111" y="1953662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38" name="anim_to656_0_1">
            <a:extLst>
              <a:ext uri="{FF2B5EF4-FFF2-40B4-BE49-F238E27FC236}">
                <a16:creationId xmlns:a16="http://schemas.microsoft.com/office/drawing/2014/main" id="{F735F405-8967-48EC-92E5-1566196EF89B}"/>
              </a:ext>
            </a:extLst>
          </p:cNvPr>
          <p:cNvSpPr>
            <a:spLocks noGrp="1"/>
          </p:cNvSpPr>
          <p:nvPr/>
        </p:nvSpPr>
        <p:spPr>
          <a:xfrm>
            <a:off x="1643769" y="1953662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39" name="anim_to660_0_1">
            <a:extLst>
              <a:ext uri="{FF2B5EF4-FFF2-40B4-BE49-F238E27FC236}">
                <a16:creationId xmlns:a16="http://schemas.microsoft.com/office/drawing/2014/main" id="{291AFE22-C708-4B49-9A4E-DBA94F4D3E49}"/>
              </a:ext>
            </a:extLst>
          </p:cNvPr>
          <p:cNvSpPr>
            <a:spLocks noGrp="1"/>
          </p:cNvSpPr>
          <p:nvPr/>
        </p:nvSpPr>
        <p:spPr>
          <a:xfrm>
            <a:off x="2275427" y="1953662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40" name="anim_to664_0_1">
            <a:extLst>
              <a:ext uri="{FF2B5EF4-FFF2-40B4-BE49-F238E27FC236}">
                <a16:creationId xmlns:a16="http://schemas.microsoft.com/office/drawing/2014/main" id="{56FC6C7E-9703-4738-A412-39F8FE0D61F0}"/>
              </a:ext>
            </a:extLst>
          </p:cNvPr>
          <p:cNvSpPr>
            <a:spLocks noGrp="1"/>
          </p:cNvSpPr>
          <p:nvPr/>
        </p:nvSpPr>
        <p:spPr>
          <a:xfrm>
            <a:off x="2907085" y="1953662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41" name="anim_to668_0_1">
            <a:extLst>
              <a:ext uri="{FF2B5EF4-FFF2-40B4-BE49-F238E27FC236}">
                <a16:creationId xmlns:a16="http://schemas.microsoft.com/office/drawing/2014/main" id="{ACA1B69F-2715-42E6-8752-A08AEAF585F8}"/>
              </a:ext>
            </a:extLst>
          </p:cNvPr>
          <p:cNvSpPr>
            <a:spLocks noGrp="1"/>
          </p:cNvSpPr>
          <p:nvPr/>
        </p:nvSpPr>
        <p:spPr>
          <a:xfrm>
            <a:off x="3538743" y="1953662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42" name="anim_to672_0_1">
            <a:extLst>
              <a:ext uri="{FF2B5EF4-FFF2-40B4-BE49-F238E27FC236}">
                <a16:creationId xmlns:a16="http://schemas.microsoft.com/office/drawing/2014/main" id="{F4507ECA-0FF1-4E6D-B057-234216281424}"/>
              </a:ext>
            </a:extLst>
          </p:cNvPr>
          <p:cNvSpPr>
            <a:spLocks noGrp="1"/>
          </p:cNvSpPr>
          <p:nvPr/>
        </p:nvSpPr>
        <p:spPr>
          <a:xfrm>
            <a:off x="4170401" y="1953662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43" name="anim_to676_0_1">
            <a:extLst>
              <a:ext uri="{FF2B5EF4-FFF2-40B4-BE49-F238E27FC236}">
                <a16:creationId xmlns:a16="http://schemas.microsoft.com/office/drawing/2014/main" id="{F001A334-CD8E-4487-9CB9-2C11D3E59574}"/>
              </a:ext>
            </a:extLst>
          </p:cNvPr>
          <p:cNvSpPr>
            <a:spLocks noGrp="1"/>
          </p:cNvSpPr>
          <p:nvPr/>
        </p:nvSpPr>
        <p:spPr>
          <a:xfrm>
            <a:off x="1012111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44" name="anim_to680_0_1">
            <a:extLst>
              <a:ext uri="{FF2B5EF4-FFF2-40B4-BE49-F238E27FC236}">
                <a16:creationId xmlns:a16="http://schemas.microsoft.com/office/drawing/2014/main" id="{7CD13F82-2933-40A5-A731-684F5AA100C4}"/>
              </a:ext>
            </a:extLst>
          </p:cNvPr>
          <p:cNvSpPr>
            <a:spLocks noGrp="1"/>
          </p:cNvSpPr>
          <p:nvPr/>
        </p:nvSpPr>
        <p:spPr>
          <a:xfrm>
            <a:off x="1643769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45" name="anim_to684_0_1">
            <a:extLst>
              <a:ext uri="{FF2B5EF4-FFF2-40B4-BE49-F238E27FC236}">
                <a16:creationId xmlns:a16="http://schemas.microsoft.com/office/drawing/2014/main" id="{0B16B6A5-9F8F-4848-9651-0672FDDD4666}"/>
              </a:ext>
            </a:extLst>
          </p:cNvPr>
          <p:cNvSpPr>
            <a:spLocks noGrp="1"/>
          </p:cNvSpPr>
          <p:nvPr/>
        </p:nvSpPr>
        <p:spPr>
          <a:xfrm>
            <a:off x="2275427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46" name="anim_to688_0_1">
            <a:extLst>
              <a:ext uri="{FF2B5EF4-FFF2-40B4-BE49-F238E27FC236}">
                <a16:creationId xmlns:a16="http://schemas.microsoft.com/office/drawing/2014/main" id="{6EBCC5BA-81B0-4171-9133-7A8B353C1625}"/>
              </a:ext>
            </a:extLst>
          </p:cNvPr>
          <p:cNvSpPr>
            <a:spLocks noGrp="1"/>
          </p:cNvSpPr>
          <p:nvPr/>
        </p:nvSpPr>
        <p:spPr>
          <a:xfrm>
            <a:off x="2907085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47" name="anim_to692_0_1">
            <a:extLst>
              <a:ext uri="{FF2B5EF4-FFF2-40B4-BE49-F238E27FC236}">
                <a16:creationId xmlns:a16="http://schemas.microsoft.com/office/drawing/2014/main" id="{6EE78309-4057-4431-8B00-44E33C06EDE3}"/>
              </a:ext>
            </a:extLst>
          </p:cNvPr>
          <p:cNvSpPr>
            <a:spLocks noGrp="1"/>
          </p:cNvSpPr>
          <p:nvPr/>
        </p:nvSpPr>
        <p:spPr>
          <a:xfrm>
            <a:off x="3538743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48" name="anim_to696_0_1">
            <a:extLst>
              <a:ext uri="{FF2B5EF4-FFF2-40B4-BE49-F238E27FC236}">
                <a16:creationId xmlns:a16="http://schemas.microsoft.com/office/drawing/2014/main" id="{608DA7F2-0DBF-4687-A623-2D26EE90E2BA}"/>
              </a:ext>
            </a:extLst>
          </p:cNvPr>
          <p:cNvSpPr>
            <a:spLocks noGrp="1"/>
          </p:cNvSpPr>
          <p:nvPr/>
        </p:nvSpPr>
        <p:spPr>
          <a:xfrm>
            <a:off x="4170401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49" name="anim_to700_0_1">
            <a:extLst>
              <a:ext uri="{FF2B5EF4-FFF2-40B4-BE49-F238E27FC236}">
                <a16:creationId xmlns:a16="http://schemas.microsoft.com/office/drawing/2014/main" id="{A551C97D-E754-44D5-9FA8-52855A121A3D}"/>
              </a:ext>
            </a:extLst>
          </p:cNvPr>
          <p:cNvSpPr>
            <a:spLocks noGrp="1"/>
          </p:cNvSpPr>
          <p:nvPr/>
        </p:nvSpPr>
        <p:spPr>
          <a:xfrm>
            <a:off x="1012111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50" name="anim_to704_0_1">
            <a:extLst>
              <a:ext uri="{FF2B5EF4-FFF2-40B4-BE49-F238E27FC236}">
                <a16:creationId xmlns:a16="http://schemas.microsoft.com/office/drawing/2014/main" id="{E4EC5868-F243-4360-ABF1-551CA9230BF7}"/>
              </a:ext>
            </a:extLst>
          </p:cNvPr>
          <p:cNvSpPr>
            <a:spLocks noGrp="1"/>
          </p:cNvSpPr>
          <p:nvPr/>
        </p:nvSpPr>
        <p:spPr>
          <a:xfrm>
            <a:off x="1643769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51" name="anim_to708_0_1">
            <a:extLst>
              <a:ext uri="{FF2B5EF4-FFF2-40B4-BE49-F238E27FC236}">
                <a16:creationId xmlns:a16="http://schemas.microsoft.com/office/drawing/2014/main" id="{8820E41A-7668-47D4-BA39-E47B76C2817E}"/>
              </a:ext>
            </a:extLst>
          </p:cNvPr>
          <p:cNvSpPr>
            <a:spLocks noGrp="1"/>
          </p:cNvSpPr>
          <p:nvPr/>
        </p:nvSpPr>
        <p:spPr>
          <a:xfrm>
            <a:off x="2275427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52" name="anim_to712_0_1">
            <a:extLst>
              <a:ext uri="{FF2B5EF4-FFF2-40B4-BE49-F238E27FC236}">
                <a16:creationId xmlns:a16="http://schemas.microsoft.com/office/drawing/2014/main" id="{22144368-BC6F-4D20-BF50-7320A869A19A}"/>
              </a:ext>
            </a:extLst>
          </p:cNvPr>
          <p:cNvSpPr>
            <a:spLocks noGrp="1"/>
          </p:cNvSpPr>
          <p:nvPr/>
        </p:nvSpPr>
        <p:spPr>
          <a:xfrm>
            <a:off x="2907085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53" name="anim_to716_0_1">
            <a:extLst>
              <a:ext uri="{FF2B5EF4-FFF2-40B4-BE49-F238E27FC236}">
                <a16:creationId xmlns:a16="http://schemas.microsoft.com/office/drawing/2014/main" id="{D91D83E5-4652-438C-AA16-E78D62CACE00}"/>
              </a:ext>
            </a:extLst>
          </p:cNvPr>
          <p:cNvSpPr>
            <a:spLocks noGrp="1"/>
          </p:cNvSpPr>
          <p:nvPr/>
        </p:nvSpPr>
        <p:spPr>
          <a:xfrm>
            <a:off x="3538743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54" name="anim_to720_0_1">
            <a:extLst>
              <a:ext uri="{FF2B5EF4-FFF2-40B4-BE49-F238E27FC236}">
                <a16:creationId xmlns:a16="http://schemas.microsoft.com/office/drawing/2014/main" id="{BB48BEFB-916C-40F1-99A2-FCA9E7501954}"/>
              </a:ext>
            </a:extLst>
          </p:cNvPr>
          <p:cNvSpPr>
            <a:spLocks noGrp="1"/>
          </p:cNvSpPr>
          <p:nvPr/>
        </p:nvSpPr>
        <p:spPr>
          <a:xfrm>
            <a:off x="4170401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55" name="anim_to724_0_1">
            <a:extLst>
              <a:ext uri="{FF2B5EF4-FFF2-40B4-BE49-F238E27FC236}">
                <a16:creationId xmlns:a16="http://schemas.microsoft.com/office/drawing/2014/main" id="{60ACE486-3903-45BD-BE44-D1EBD42B6953}"/>
              </a:ext>
            </a:extLst>
          </p:cNvPr>
          <p:cNvSpPr>
            <a:spLocks noGrp="1"/>
          </p:cNvSpPr>
          <p:nvPr/>
        </p:nvSpPr>
        <p:spPr>
          <a:xfrm>
            <a:off x="1012111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56" name="anim_to728_0_1">
            <a:extLst>
              <a:ext uri="{FF2B5EF4-FFF2-40B4-BE49-F238E27FC236}">
                <a16:creationId xmlns:a16="http://schemas.microsoft.com/office/drawing/2014/main" id="{74B63310-45E6-4693-9F99-D877061A8023}"/>
              </a:ext>
            </a:extLst>
          </p:cNvPr>
          <p:cNvSpPr>
            <a:spLocks noGrp="1"/>
          </p:cNvSpPr>
          <p:nvPr/>
        </p:nvSpPr>
        <p:spPr>
          <a:xfrm>
            <a:off x="1643769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57" name="anim_to732_0_1">
            <a:extLst>
              <a:ext uri="{FF2B5EF4-FFF2-40B4-BE49-F238E27FC236}">
                <a16:creationId xmlns:a16="http://schemas.microsoft.com/office/drawing/2014/main" id="{31D08B9B-86CD-48AB-ABD5-8535712A6F70}"/>
              </a:ext>
            </a:extLst>
          </p:cNvPr>
          <p:cNvSpPr>
            <a:spLocks noGrp="1"/>
          </p:cNvSpPr>
          <p:nvPr/>
        </p:nvSpPr>
        <p:spPr>
          <a:xfrm>
            <a:off x="2275427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58" name="anim_to736_0_1">
            <a:extLst>
              <a:ext uri="{FF2B5EF4-FFF2-40B4-BE49-F238E27FC236}">
                <a16:creationId xmlns:a16="http://schemas.microsoft.com/office/drawing/2014/main" id="{7CEC080C-1267-4B9C-B24E-91EC395D2C50}"/>
              </a:ext>
            </a:extLst>
          </p:cNvPr>
          <p:cNvSpPr>
            <a:spLocks noGrp="1"/>
          </p:cNvSpPr>
          <p:nvPr/>
        </p:nvSpPr>
        <p:spPr>
          <a:xfrm>
            <a:off x="2907085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9" name="anim_to740_0_1">
            <a:extLst>
              <a:ext uri="{FF2B5EF4-FFF2-40B4-BE49-F238E27FC236}">
                <a16:creationId xmlns:a16="http://schemas.microsoft.com/office/drawing/2014/main" id="{43621966-AAEB-412F-AB15-8982CDB6AEAB}"/>
              </a:ext>
            </a:extLst>
          </p:cNvPr>
          <p:cNvSpPr>
            <a:spLocks noGrp="1"/>
          </p:cNvSpPr>
          <p:nvPr/>
        </p:nvSpPr>
        <p:spPr>
          <a:xfrm>
            <a:off x="3538743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60" name="anim_to744_0_1">
            <a:extLst>
              <a:ext uri="{FF2B5EF4-FFF2-40B4-BE49-F238E27FC236}">
                <a16:creationId xmlns:a16="http://schemas.microsoft.com/office/drawing/2014/main" id="{C05B7C73-68FF-45C3-BC76-6F0684FE43AD}"/>
              </a:ext>
            </a:extLst>
          </p:cNvPr>
          <p:cNvSpPr>
            <a:spLocks noGrp="1"/>
          </p:cNvSpPr>
          <p:nvPr/>
        </p:nvSpPr>
        <p:spPr>
          <a:xfrm>
            <a:off x="4170401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61" name="anim_to748_0_1">
            <a:extLst>
              <a:ext uri="{FF2B5EF4-FFF2-40B4-BE49-F238E27FC236}">
                <a16:creationId xmlns:a16="http://schemas.microsoft.com/office/drawing/2014/main" id="{00EF03B3-0E0F-42DF-ACCC-1ED75EEF3A77}"/>
              </a:ext>
            </a:extLst>
          </p:cNvPr>
          <p:cNvSpPr>
            <a:spLocks noGrp="1"/>
          </p:cNvSpPr>
          <p:nvPr/>
        </p:nvSpPr>
        <p:spPr>
          <a:xfrm>
            <a:off x="1012111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62" name="anim_to752_0_1">
            <a:extLst>
              <a:ext uri="{FF2B5EF4-FFF2-40B4-BE49-F238E27FC236}">
                <a16:creationId xmlns:a16="http://schemas.microsoft.com/office/drawing/2014/main" id="{DD968DA5-90C8-4E71-83EE-EDFA05675D3B}"/>
              </a:ext>
            </a:extLst>
          </p:cNvPr>
          <p:cNvSpPr>
            <a:spLocks noGrp="1"/>
          </p:cNvSpPr>
          <p:nvPr/>
        </p:nvSpPr>
        <p:spPr>
          <a:xfrm>
            <a:off x="1643769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63" name="anim_to756_0_1">
            <a:extLst>
              <a:ext uri="{FF2B5EF4-FFF2-40B4-BE49-F238E27FC236}">
                <a16:creationId xmlns:a16="http://schemas.microsoft.com/office/drawing/2014/main" id="{D9B3367C-4902-47B9-AE0E-0E82DF1270E3}"/>
              </a:ext>
            </a:extLst>
          </p:cNvPr>
          <p:cNvSpPr>
            <a:spLocks noGrp="1"/>
          </p:cNvSpPr>
          <p:nvPr/>
        </p:nvSpPr>
        <p:spPr>
          <a:xfrm>
            <a:off x="2275427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64" name="anim_to760_0_1">
            <a:extLst>
              <a:ext uri="{FF2B5EF4-FFF2-40B4-BE49-F238E27FC236}">
                <a16:creationId xmlns:a16="http://schemas.microsoft.com/office/drawing/2014/main" id="{BAF851A6-E9CE-4F80-BC65-6D656C95623E}"/>
              </a:ext>
            </a:extLst>
          </p:cNvPr>
          <p:cNvSpPr>
            <a:spLocks noGrp="1"/>
          </p:cNvSpPr>
          <p:nvPr/>
        </p:nvSpPr>
        <p:spPr>
          <a:xfrm>
            <a:off x="2907085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65" name="anim_to764_0_1">
            <a:extLst>
              <a:ext uri="{FF2B5EF4-FFF2-40B4-BE49-F238E27FC236}">
                <a16:creationId xmlns:a16="http://schemas.microsoft.com/office/drawing/2014/main" id="{4F76C491-5A14-4484-85F7-5F2968771B28}"/>
              </a:ext>
            </a:extLst>
          </p:cNvPr>
          <p:cNvSpPr>
            <a:spLocks noGrp="1"/>
          </p:cNvSpPr>
          <p:nvPr/>
        </p:nvSpPr>
        <p:spPr>
          <a:xfrm>
            <a:off x="3538743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66" name="anim_to768_0_1">
            <a:extLst>
              <a:ext uri="{FF2B5EF4-FFF2-40B4-BE49-F238E27FC236}">
                <a16:creationId xmlns:a16="http://schemas.microsoft.com/office/drawing/2014/main" id="{D22C4590-3F4A-4255-A556-50BF8FA79231}"/>
              </a:ext>
            </a:extLst>
          </p:cNvPr>
          <p:cNvSpPr>
            <a:spLocks noGrp="1"/>
          </p:cNvSpPr>
          <p:nvPr/>
        </p:nvSpPr>
        <p:spPr>
          <a:xfrm>
            <a:off x="4170401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67" name="anim_to772_0_1">
            <a:extLst>
              <a:ext uri="{FF2B5EF4-FFF2-40B4-BE49-F238E27FC236}">
                <a16:creationId xmlns:a16="http://schemas.microsoft.com/office/drawing/2014/main" id="{24B35BEA-934D-4635-9EEB-4E8C5256BEE2}"/>
              </a:ext>
            </a:extLst>
          </p:cNvPr>
          <p:cNvSpPr>
            <a:spLocks noGrp="1"/>
          </p:cNvSpPr>
          <p:nvPr/>
        </p:nvSpPr>
        <p:spPr>
          <a:xfrm>
            <a:off x="1012111" y="511195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68" name="anim_to776_0_1">
            <a:extLst>
              <a:ext uri="{FF2B5EF4-FFF2-40B4-BE49-F238E27FC236}">
                <a16:creationId xmlns:a16="http://schemas.microsoft.com/office/drawing/2014/main" id="{A1CA606B-B40F-4187-8478-F859E594A1E3}"/>
              </a:ext>
            </a:extLst>
          </p:cNvPr>
          <p:cNvSpPr>
            <a:spLocks noGrp="1"/>
          </p:cNvSpPr>
          <p:nvPr/>
        </p:nvSpPr>
        <p:spPr>
          <a:xfrm>
            <a:off x="1643769" y="511195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69" name="anim_to780_0_1">
            <a:extLst>
              <a:ext uri="{FF2B5EF4-FFF2-40B4-BE49-F238E27FC236}">
                <a16:creationId xmlns:a16="http://schemas.microsoft.com/office/drawing/2014/main" id="{B7A72C67-D1D8-4432-8364-FFE10F923782}"/>
              </a:ext>
            </a:extLst>
          </p:cNvPr>
          <p:cNvSpPr>
            <a:spLocks noGrp="1"/>
          </p:cNvSpPr>
          <p:nvPr/>
        </p:nvSpPr>
        <p:spPr>
          <a:xfrm>
            <a:off x="2275427" y="511195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70" name="anim_to784_0_1">
            <a:extLst>
              <a:ext uri="{FF2B5EF4-FFF2-40B4-BE49-F238E27FC236}">
                <a16:creationId xmlns:a16="http://schemas.microsoft.com/office/drawing/2014/main" id="{1EA85FCF-3C36-48D1-A1BE-0D00CB6C83F5}"/>
              </a:ext>
            </a:extLst>
          </p:cNvPr>
          <p:cNvSpPr>
            <a:spLocks noGrp="1"/>
          </p:cNvSpPr>
          <p:nvPr/>
        </p:nvSpPr>
        <p:spPr>
          <a:xfrm>
            <a:off x="2907085" y="511195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71" name="anim_to788_0_1">
            <a:extLst>
              <a:ext uri="{FF2B5EF4-FFF2-40B4-BE49-F238E27FC236}">
                <a16:creationId xmlns:a16="http://schemas.microsoft.com/office/drawing/2014/main" id="{65C14A61-950D-4F27-A335-A0EB6706CE25}"/>
              </a:ext>
            </a:extLst>
          </p:cNvPr>
          <p:cNvSpPr>
            <a:spLocks noGrp="1"/>
          </p:cNvSpPr>
          <p:nvPr/>
        </p:nvSpPr>
        <p:spPr>
          <a:xfrm>
            <a:off x="3538743" y="511195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72" name="anim_to792_0_1">
            <a:extLst>
              <a:ext uri="{FF2B5EF4-FFF2-40B4-BE49-F238E27FC236}">
                <a16:creationId xmlns:a16="http://schemas.microsoft.com/office/drawing/2014/main" id="{F9DE58E4-ED40-4CC3-B033-179442E4F801}"/>
              </a:ext>
            </a:extLst>
          </p:cNvPr>
          <p:cNvSpPr>
            <a:spLocks noGrp="1"/>
          </p:cNvSpPr>
          <p:nvPr/>
        </p:nvSpPr>
        <p:spPr>
          <a:xfrm>
            <a:off x="4170401" y="511195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73" name="anim_to795_0_1">
            <a:extLst>
              <a:ext uri="{FF2B5EF4-FFF2-40B4-BE49-F238E27FC236}">
                <a16:creationId xmlns:a16="http://schemas.microsoft.com/office/drawing/2014/main" id="{EECC4CC2-229A-4049-9274-2BE44175F8E9}"/>
              </a:ext>
            </a:extLst>
          </p:cNvPr>
          <p:cNvSpPr>
            <a:spLocks noGrp="1"/>
          </p:cNvSpPr>
          <p:nvPr/>
        </p:nvSpPr>
        <p:spPr>
          <a:xfrm>
            <a:off x="1125272" y="905952"/>
            <a:ext cx="3373216" cy="6890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34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34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434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Input Image</a:t>
            </a:r>
          </a:p>
        </p:txBody>
      </p:sp>
      <p:sp>
        <p:nvSpPr>
          <p:cNvPr id="74" name="anim_to911_0_1">
            <a:extLst>
              <a:ext uri="{FF2B5EF4-FFF2-40B4-BE49-F238E27FC236}">
                <a16:creationId xmlns:a16="http://schemas.microsoft.com/office/drawing/2014/main" id="{8D384AB0-81DE-4077-81CE-9D74F321C095}"/>
              </a:ext>
            </a:extLst>
          </p:cNvPr>
          <p:cNvSpPr>
            <a:spLocks noGrp="1"/>
          </p:cNvSpPr>
          <p:nvPr/>
        </p:nvSpPr>
        <p:spPr>
          <a:xfrm>
            <a:off x="4989872" y="3330138"/>
            <a:ext cx="320090" cy="8293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22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22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22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*</a:t>
            </a:r>
          </a:p>
        </p:txBody>
      </p:sp>
      <p:sp>
        <p:nvSpPr>
          <p:cNvPr id="75" name="anim_to847_0_1">
            <a:extLst>
              <a:ext uri="{FF2B5EF4-FFF2-40B4-BE49-F238E27FC236}">
                <a16:creationId xmlns:a16="http://schemas.microsoft.com/office/drawing/2014/main" id="{5444FC1D-2108-40A8-93E1-608E3A887E0F}"/>
              </a:ext>
            </a:extLst>
          </p:cNvPr>
          <p:cNvSpPr>
            <a:spLocks noGrp="1"/>
          </p:cNvSpPr>
          <p:nvPr/>
        </p:nvSpPr>
        <p:spPr>
          <a:xfrm>
            <a:off x="5698049" y="1933901"/>
            <a:ext cx="1717319" cy="63606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007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007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pPr>
            <a:r>
              <a:rPr sz="4007" b="1">
                <a:solidFill>
                  <a:srgbClr val="FFFF00"/>
                </a:solidFill>
                <a:latin typeface="Consolas"/>
                <a:ea typeface="Consolas"/>
                <a:cs typeface="Consolas"/>
              </a:rPr>
              <a:t>Filter</a:t>
            </a:r>
          </a:p>
        </p:txBody>
      </p:sp>
      <p:sp>
        <p:nvSpPr>
          <p:cNvPr id="76" name="anim_o808_1">
            <a:extLst>
              <a:ext uri="{FF2B5EF4-FFF2-40B4-BE49-F238E27FC236}">
                <a16:creationId xmlns:a16="http://schemas.microsoft.com/office/drawing/2014/main" id="{AF57FBCF-B19C-4351-A75D-DDC36CBF118E}"/>
              </a:ext>
            </a:extLst>
          </p:cNvPr>
          <p:cNvSpPr>
            <a:spLocks noGrp="1"/>
          </p:cNvSpPr>
          <p:nvPr/>
        </p:nvSpPr>
        <p:spPr>
          <a:xfrm>
            <a:off x="5599697" y="2797342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7" name="anim_o813_1">
            <a:extLst>
              <a:ext uri="{FF2B5EF4-FFF2-40B4-BE49-F238E27FC236}">
                <a16:creationId xmlns:a16="http://schemas.microsoft.com/office/drawing/2014/main" id="{A74A03B2-EB8E-4175-BA2C-946BF3BB0991}"/>
              </a:ext>
            </a:extLst>
          </p:cNvPr>
          <p:cNvSpPr>
            <a:spLocks noGrp="1"/>
          </p:cNvSpPr>
          <p:nvPr/>
        </p:nvSpPr>
        <p:spPr>
          <a:xfrm>
            <a:off x="6231355" y="2797342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8" name="anim_o817_1">
            <a:extLst>
              <a:ext uri="{FF2B5EF4-FFF2-40B4-BE49-F238E27FC236}">
                <a16:creationId xmlns:a16="http://schemas.microsoft.com/office/drawing/2014/main" id="{9D5ECEE9-75E8-4891-B9B8-5448C528FB95}"/>
              </a:ext>
            </a:extLst>
          </p:cNvPr>
          <p:cNvSpPr>
            <a:spLocks noGrp="1"/>
          </p:cNvSpPr>
          <p:nvPr/>
        </p:nvSpPr>
        <p:spPr>
          <a:xfrm>
            <a:off x="6863013" y="2797342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9" name="anim_o821_1">
            <a:extLst>
              <a:ext uri="{FF2B5EF4-FFF2-40B4-BE49-F238E27FC236}">
                <a16:creationId xmlns:a16="http://schemas.microsoft.com/office/drawing/2014/main" id="{A993837B-BBBC-4122-B750-E1C0C0EA210E}"/>
              </a:ext>
            </a:extLst>
          </p:cNvPr>
          <p:cNvSpPr>
            <a:spLocks noGrp="1"/>
          </p:cNvSpPr>
          <p:nvPr/>
        </p:nvSpPr>
        <p:spPr>
          <a:xfrm>
            <a:off x="5599697" y="3429000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0" name="anim_o826_1">
            <a:extLst>
              <a:ext uri="{FF2B5EF4-FFF2-40B4-BE49-F238E27FC236}">
                <a16:creationId xmlns:a16="http://schemas.microsoft.com/office/drawing/2014/main" id="{52E2AD11-9D9F-4079-BAB7-85A16997DC88}"/>
              </a:ext>
            </a:extLst>
          </p:cNvPr>
          <p:cNvSpPr>
            <a:spLocks noGrp="1"/>
          </p:cNvSpPr>
          <p:nvPr/>
        </p:nvSpPr>
        <p:spPr>
          <a:xfrm>
            <a:off x="6231355" y="3429000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1" name="anim_o830_1">
            <a:extLst>
              <a:ext uri="{FF2B5EF4-FFF2-40B4-BE49-F238E27FC236}">
                <a16:creationId xmlns:a16="http://schemas.microsoft.com/office/drawing/2014/main" id="{E8953391-C5A5-4FF5-AE5B-4975A1E59C53}"/>
              </a:ext>
            </a:extLst>
          </p:cNvPr>
          <p:cNvSpPr>
            <a:spLocks noGrp="1"/>
          </p:cNvSpPr>
          <p:nvPr/>
        </p:nvSpPr>
        <p:spPr>
          <a:xfrm>
            <a:off x="6863013" y="3429000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2" name="anim_o834_1">
            <a:extLst>
              <a:ext uri="{FF2B5EF4-FFF2-40B4-BE49-F238E27FC236}">
                <a16:creationId xmlns:a16="http://schemas.microsoft.com/office/drawing/2014/main" id="{2F83D062-B3EA-4774-BEC8-CB67B9D23A5C}"/>
              </a:ext>
            </a:extLst>
          </p:cNvPr>
          <p:cNvSpPr>
            <a:spLocks noGrp="1"/>
          </p:cNvSpPr>
          <p:nvPr/>
        </p:nvSpPr>
        <p:spPr>
          <a:xfrm>
            <a:off x="5599697" y="4060658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3" name="anim_o839_1">
            <a:extLst>
              <a:ext uri="{FF2B5EF4-FFF2-40B4-BE49-F238E27FC236}">
                <a16:creationId xmlns:a16="http://schemas.microsoft.com/office/drawing/2014/main" id="{AA5F8E70-6DBD-4AD8-92B0-D19DAAA413DF}"/>
              </a:ext>
            </a:extLst>
          </p:cNvPr>
          <p:cNvSpPr>
            <a:spLocks noGrp="1"/>
          </p:cNvSpPr>
          <p:nvPr/>
        </p:nvSpPr>
        <p:spPr>
          <a:xfrm>
            <a:off x="6231355" y="4060658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4" name="anim_o843_1">
            <a:extLst>
              <a:ext uri="{FF2B5EF4-FFF2-40B4-BE49-F238E27FC236}">
                <a16:creationId xmlns:a16="http://schemas.microsoft.com/office/drawing/2014/main" id="{8EDCB465-C72E-49A2-A159-49FB37AE107F}"/>
              </a:ext>
            </a:extLst>
          </p:cNvPr>
          <p:cNvSpPr>
            <a:spLocks noGrp="1"/>
          </p:cNvSpPr>
          <p:nvPr/>
        </p:nvSpPr>
        <p:spPr>
          <a:xfrm>
            <a:off x="6863013" y="4060658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5" name="anim_to809_0_1">
            <a:extLst>
              <a:ext uri="{FF2B5EF4-FFF2-40B4-BE49-F238E27FC236}">
                <a16:creationId xmlns:a16="http://schemas.microsoft.com/office/drawing/2014/main" id="{5506D38D-07EC-463A-8EA2-54BB277CC310}"/>
              </a:ext>
            </a:extLst>
          </p:cNvPr>
          <p:cNvSpPr>
            <a:spLocks noGrp="1"/>
          </p:cNvSpPr>
          <p:nvPr/>
        </p:nvSpPr>
        <p:spPr>
          <a:xfrm>
            <a:off x="5827706" y="2901148"/>
            <a:ext cx="41126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86" name="anim_to814_0_1">
            <a:extLst>
              <a:ext uri="{FF2B5EF4-FFF2-40B4-BE49-F238E27FC236}">
                <a16:creationId xmlns:a16="http://schemas.microsoft.com/office/drawing/2014/main" id="{6DECB3D0-66C5-4DA1-B9D0-4519D1D88247}"/>
              </a:ext>
            </a:extLst>
          </p:cNvPr>
          <p:cNvSpPr>
            <a:spLocks noGrp="1"/>
          </p:cNvSpPr>
          <p:nvPr/>
        </p:nvSpPr>
        <p:spPr>
          <a:xfrm>
            <a:off x="6552653" y="2901148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87" name="anim_to818_0_1">
            <a:extLst>
              <a:ext uri="{FF2B5EF4-FFF2-40B4-BE49-F238E27FC236}">
                <a16:creationId xmlns:a16="http://schemas.microsoft.com/office/drawing/2014/main" id="{C7FD72F2-DEF1-48AD-BD31-A4048894F713}"/>
              </a:ext>
            </a:extLst>
          </p:cNvPr>
          <p:cNvSpPr>
            <a:spLocks noGrp="1"/>
          </p:cNvSpPr>
          <p:nvPr/>
        </p:nvSpPr>
        <p:spPr>
          <a:xfrm>
            <a:off x="7184311" y="2901148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88" name="anim_to822_0_1">
            <a:extLst>
              <a:ext uri="{FF2B5EF4-FFF2-40B4-BE49-F238E27FC236}">
                <a16:creationId xmlns:a16="http://schemas.microsoft.com/office/drawing/2014/main" id="{7B85E5F9-DDE4-43EF-8B33-E12BCD3D8898}"/>
              </a:ext>
            </a:extLst>
          </p:cNvPr>
          <p:cNvSpPr>
            <a:spLocks noGrp="1"/>
          </p:cNvSpPr>
          <p:nvPr/>
        </p:nvSpPr>
        <p:spPr>
          <a:xfrm>
            <a:off x="5827706" y="3532806"/>
            <a:ext cx="41126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89" name="anim_to827_0_1">
            <a:extLst>
              <a:ext uri="{FF2B5EF4-FFF2-40B4-BE49-F238E27FC236}">
                <a16:creationId xmlns:a16="http://schemas.microsoft.com/office/drawing/2014/main" id="{4139EF29-BF73-40AC-88A7-123433B72992}"/>
              </a:ext>
            </a:extLst>
          </p:cNvPr>
          <p:cNvSpPr>
            <a:spLocks noGrp="1"/>
          </p:cNvSpPr>
          <p:nvPr/>
        </p:nvSpPr>
        <p:spPr>
          <a:xfrm>
            <a:off x="6552653" y="3532806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90" name="anim_to831_0_1">
            <a:extLst>
              <a:ext uri="{FF2B5EF4-FFF2-40B4-BE49-F238E27FC236}">
                <a16:creationId xmlns:a16="http://schemas.microsoft.com/office/drawing/2014/main" id="{499C1CFD-B51B-4516-8A88-D2939AF3BB82}"/>
              </a:ext>
            </a:extLst>
          </p:cNvPr>
          <p:cNvSpPr>
            <a:spLocks noGrp="1"/>
          </p:cNvSpPr>
          <p:nvPr/>
        </p:nvSpPr>
        <p:spPr>
          <a:xfrm>
            <a:off x="7184311" y="3532806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91" name="anim_to835_0_1">
            <a:extLst>
              <a:ext uri="{FF2B5EF4-FFF2-40B4-BE49-F238E27FC236}">
                <a16:creationId xmlns:a16="http://schemas.microsoft.com/office/drawing/2014/main" id="{803D4977-D5A0-45EB-B41B-3645B41ED8C2}"/>
              </a:ext>
            </a:extLst>
          </p:cNvPr>
          <p:cNvSpPr>
            <a:spLocks noGrp="1"/>
          </p:cNvSpPr>
          <p:nvPr/>
        </p:nvSpPr>
        <p:spPr>
          <a:xfrm>
            <a:off x="5827706" y="4164464"/>
            <a:ext cx="41126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92" name="anim_to840_0_1">
            <a:extLst>
              <a:ext uri="{FF2B5EF4-FFF2-40B4-BE49-F238E27FC236}">
                <a16:creationId xmlns:a16="http://schemas.microsoft.com/office/drawing/2014/main" id="{27A18E24-34CD-46F7-B828-AB322D74284C}"/>
              </a:ext>
            </a:extLst>
          </p:cNvPr>
          <p:cNvSpPr>
            <a:spLocks noGrp="1"/>
          </p:cNvSpPr>
          <p:nvPr/>
        </p:nvSpPr>
        <p:spPr>
          <a:xfrm>
            <a:off x="6552653" y="4164464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93" name="anim_to844_0_1">
            <a:extLst>
              <a:ext uri="{FF2B5EF4-FFF2-40B4-BE49-F238E27FC236}">
                <a16:creationId xmlns:a16="http://schemas.microsoft.com/office/drawing/2014/main" id="{3FCCE50E-9246-4295-BBD9-2FE3F1029C61}"/>
              </a:ext>
            </a:extLst>
          </p:cNvPr>
          <p:cNvSpPr>
            <a:spLocks noGrp="1"/>
          </p:cNvSpPr>
          <p:nvPr/>
        </p:nvSpPr>
        <p:spPr>
          <a:xfrm>
            <a:off x="7184311" y="4164464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94" name="anim_to915_0_1">
            <a:extLst>
              <a:ext uri="{FF2B5EF4-FFF2-40B4-BE49-F238E27FC236}">
                <a16:creationId xmlns:a16="http://schemas.microsoft.com/office/drawing/2014/main" id="{05047E1B-D6F7-45F0-A6F9-5DAF0982024C}"/>
              </a:ext>
            </a:extLst>
          </p:cNvPr>
          <p:cNvSpPr>
            <a:spLocks noGrp="1"/>
          </p:cNvSpPr>
          <p:nvPr/>
        </p:nvSpPr>
        <p:spPr>
          <a:xfrm>
            <a:off x="7895060" y="3330138"/>
            <a:ext cx="535730" cy="8293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22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22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22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95" name="anim_o855_1">
            <a:extLst>
              <a:ext uri="{FF2B5EF4-FFF2-40B4-BE49-F238E27FC236}">
                <a16:creationId xmlns:a16="http://schemas.microsoft.com/office/drawing/2014/main" id="{2FF77165-2A46-419A-8962-63351F344A6B}"/>
              </a:ext>
            </a:extLst>
          </p:cNvPr>
          <p:cNvSpPr>
            <a:spLocks noGrp="1"/>
          </p:cNvSpPr>
          <p:nvPr/>
        </p:nvSpPr>
        <p:spPr>
          <a:xfrm>
            <a:off x="8929437" y="2481513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6" name="anim_o858_1">
            <a:extLst>
              <a:ext uri="{FF2B5EF4-FFF2-40B4-BE49-F238E27FC236}">
                <a16:creationId xmlns:a16="http://schemas.microsoft.com/office/drawing/2014/main" id="{BF870A41-E000-4491-827D-B5B0AC532983}"/>
              </a:ext>
            </a:extLst>
          </p:cNvPr>
          <p:cNvSpPr>
            <a:spLocks noGrp="1"/>
          </p:cNvSpPr>
          <p:nvPr/>
        </p:nvSpPr>
        <p:spPr>
          <a:xfrm>
            <a:off x="9561095" y="2481513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7" name="anim_o861_1">
            <a:extLst>
              <a:ext uri="{FF2B5EF4-FFF2-40B4-BE49-F238E27FC236}">
                <a16:creationId xmlns:a16="http://schemas.microsoft.com/office/drawing/2014/main" id="{78162ABD-9CEA-4B48-ACD8-E5CC85511B85}"/>
              </a:ext>
            </a:extLst>
          </p:cNvPr>
          <p:cNvSpPr>
            <a:spLocks noGrp="1"/>
          </p:cNvSpPr>
          <p:nvPr/>
        </p:nvSpPr>
        <p:spPr>
          <a:xfrm>
            <a:off x="10192753" y="2481513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8" name="anim_o864_1">
            <a:extLst>
              <a:ext uri="{FF2B5EF4-FFF2-40B4-BE49-F238E27FC236}">
                <a16:creationId xmlns:a16="http://schemas.microsoft.com/office/drawing/2014/main" id="{671BA969-E5C0-49EB-970A-3D355B798FB6}"/>
              </a:ext>
            </a:extLst>
          </p:cNvPr>
          <p:cNvSpPr>
            <a:spLocks noGrp="1"/>
          </p:cNvSpPr>
          <p:nvPr/>
        </p:nvSpPr>
        <p:spPr>
          <a:xfrm>
            <a:off x="10824411" y="2481513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9" name="anim_o867_1">
            <a:extLst>
              <a:ext uri="{FF2B5EF4-FFF2-40B4-BE49-F238E27FC236}">
                <a16:creationId xmlns:a16="http://schemas.microsoft.com/office/drawing/2014/main" id="{855C8D39-0CD3-4923-85E2-881A8DF8A6EA}"/>
              </a:ext>
            </a:extLst>
          </p:cNvPr>
          <p:cNvSpPr>
            <a:spLocks noGrp="1"/>
          </p:cNvSpPr>
          <p:nvPr/>
        </p:nvSpPr>
        <p:spPr>
          <a:xfrm>
            <a:off x="8929437" y="3113171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0" name="anim_o870_1">
            <a:extLst>
              <a:ext uri="{FF2B5EF4-FFF2-40B4-BE49-F238E27FC236}">
                <a16:creationId xmlns:a16="http://schemas.microsoft.com/office/drawing/2014/main" id="{CDE3899C-AB32-4530-AAA9-B34AA9F29060}"/>
              </a:ext>
            </a:extLst>
          </p:cNvPr>
          <p:cNvSpPr>
            <a:spLocks noGrp="1"/>
          </p:cNvSpPr>
          <p:nvPr/>
        </p:nvSpPr>
        <p:spPr>
          <a:xfrm>
            <a:off x="9561095" y="3113171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1" name="anim_o873_1">
            <a:extLst>
              <a:ext uri="{FF2B5EF4-FFF2-40B4-BE49-F238E27FC236}">
                <a16:creationId xmlns:a16="http://schemas.microsoft.com/office/drawing/2014/main" id="{A1919E2E-E3C0-497A-8B90-DBC7CC61DDC4}"/>
              </a:ext>
            </a:extLst>
          </p:cNvPr>
          <p:cNvSpPr>
            <a:spLocks noGrp="1"/>
          </p:cNvSpPr>
          <p:nvPr/>
        </p:nvSpPr>
        <p:spPr>
          <a:xfrm>
            <a:off x="10192753" y="3113171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2" name="anim_o876_1">
            <a:extLst>
              <a:ext uri="{FF2B5EF4-FFF2-40B4-BE49-F238E27FC236}">
                <a16:creationId xmlns:a16="http://schemas.microsoft.com/office/drawing/2014/main" id="{5D30E96A-130B-42EF-9B5C-807DEB91789B}"/>
              </a:ext>
            </a:extLst>
          </p:cNvPr>
          <p:cNvSpPr>
            <a:spLocks noGrp="1"/>
          </p:cNvSpPr>
          <p:nvPr/>
        </p:nvSpPr>
        <p:spPr>
          <a:xfrm>
            <a:off x="10824411" y="3113171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3" name="anim_o879_1">
            <a:extLst>
              <a:ext uri="{FF2B5EF4-FFF2-40B4-BE49-F238E27FC236}">
                <a16:creationId xmlns:a16="http://schemas.microsoft.com/office/drawing/2014/main" id="{E81FA8B3-F366-4803-84E0-4F60A1DDA0DF}"/>
              </a:ext>
            </a:extLst>
          </p:cNvPr>
          <p:cNvSpPr>
            <a:spLocks noGrp="1"/>
          </p:cNvSpPr>
          <p:nvPr/>
        </p:nvSpPr>
        <p:spPr>
          <a:xfrm>
            <a:off x="8929437" y="3744829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4" name="anim_o882_1">
            <a:extLst>
              <a:ext uri="{FF2B5EF4-FFF2-40B4-BE49-F238E27FC236}">
                <a16:creationId xmlns:a16="http://schemas.microsoft.com/office/drawing/2014/main" id="{72862B6C-1663-40A6-BBBC-A20A5F3AEA24}"/>
              </a:ext>
            </a:extLst>
          </p:cNvPr>
          <p:cNvSpPr>
            <a:spLocks noGrp="1"/>
          </p:cNvSpPr>
          <p:nvPr/>
        </p:nvSpPr>
        <p:spPr>
          <a:xfrm>
            <a:off x="9561095" y="3744829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5" name="anim_o885_1">
            <a:extLst>
              <a:ext uri="{FF2B5EF4-FFF2-40B4-BE49-F238E27FC236}">
                <a16:creationId xmlns:a16="http://schemas.microsoft.com/office/drawing/2014/main" id="{AA1A4381-ECCE-4303-8FDB-B648140FA182}"/>
              </a:ext>
            </a:extLst>
          </p:cNvPr>
          <p:cNvSpPr>
            <a:spLocks noGrp="1"/>
          </p:cNvSpPr>
          <p:nvPr/>
        </p:nvSpPr>
        <p:spPr>
          <a:xfrm>
            <a:off x="10192753" y="3744829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6" name="anim_o888_1">
            <a:extLst>
              <a:ext uri="{FF2B5EF4-FFF2-40B4-BE49-F238E27FC236}">
                <a16:creationId xmlns:a16="http://schemas.microsoft.com/office/drawing/2014/main" id="{433C015F-B528-4D7D-AAB4-C51C7E1AEF7F}"/>
              </a:ext>
            </a:extLst>
          </p:cNvPr>
          <p:cNvSpPr>
            <a:spLocks noGrp="1"/>
          </p:cNvSpPr>
          <p:nvPr/>
        </p:nvSpPr>
        <p:spPr>
          <a:xfrm>
            <a:off x="10824411" y="3744829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7" name="anim_o891_1">
            <a:extLst>
              <a:ext uri="{FF2B5EF4-FFF2-40B4-BE49-F238E27FC236}">
                <a16:creationId xmlns:a16="http://schemas.microsoft.com/office/drawing/2014/main" id="{269939D9-B9F0-4A21-BDE2-352DEB9F7527}"/>
              </a:ext>
            </a:extLst>
          </p:cNvPr>
          <p:cNvSpPr>
            <a:spLocks noGrp="1"/>
          </p:cNvSpPr>
          <p:nvPr/>
        </p:nvSpPr>
        <p:spPr>
          <a:xfrm>
            <a:off x="8929437" y="4376487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8" name="anim_o894_1">
            <a:extLst>
              <a:ext uri="{FF2B5EF4-FFF2-40B4-BE49-F238E27FC236}">
                <a16:creationId xmlns:a16="http://schemas.microsoft.com/office/drawing/2014/main" id="{559E1E30-DC50-4D63-AA4C-368F6103FD12}"/>
              </a:ext>
            </a:extLst>
          </p:cNvPr>
          <p:cNvSpPr>
            <a:spLocks noGrp="1"/>
          </p:cNvSpPr>
          <p:nvPr/>
        </p:nvSpPr>
        <p:spPr>
          <a:xfrm>
            <a:off x="9561095" y="4376487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9" name="anim_o897_1">
            <a:extLst>
              <a:ext uri="{FF2B5EF4-FFF2-40B4-BE49-F238E27FC236}">
                <a16:creationId xmlns:a16="http://schemas.microsoft.com/office/drawing/2014/main" id="{C2D16A1D-2F59-408F-A4BC-6F00B491CE6D}"/>
              </a:ext>
            </a:extLst>
          </p:cNvPr>
          <p:cNvSpPr>
            <a:spLocks noGrp="1"/>
          </p:cNvSpPr>
          <p:nvPr/>
        </p:nvSpPr>
        <p:spPr>
          <a:xfrm>
            <a:off x="10192753" y="4376487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0" name="anim_o900_1">
            <a:extLst>
              <a:ext uri="{FF2B5EF4-FFF2-40B4-BE49-F238E27FC236}">
                <a16:creationId xmlns:a16="http://schemas.microsoft.com/office/drawing/2014/main" id="{93CA4DEF-9C74-4EF8-8D1C-7524C5EBC227}"/>
              </a:ext>
            </a:extLst>
          </p:cNvPr>
          <p:cNvSpPr>
            <a:spLocks noGrp="1"/>
          </p:cNvSpPr>
          <p:nvPr/>
        </p:nvSpPr>
        <p:spPr>
          <a:xfrm>
            <a:off x="10824411" y="4376487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1" name="anim_to856_0_1">
            <a:extLst>
              <a:ext uri="{FF2B5EF4-FFF2-40B4-BE49-F238E27FC236}">
                <a16:creationId xmlns:a16="http://schemas.microsoft.com/office/drawing/2014/main" id="{803FA08A-586F-4DEC-9894-D78D46F656B8}"/>
              </a:ext>
            </a:extLst>
          </p:cNvPr>
          <p:cNvSpPr>
            <a:spLocks noGrp="1"/>
          </p:cNvSpPr>
          <p:nvPr/>
        </p:nvSpPr>
        <p:spPr>
          <a:xfrm>
            <a:off x="9142451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12" name="anim_to859_0_1">
            <a:extLst>
              <a:ext uri="{FF2B5EF4-FFF2-40B4-BE49-F238E27FC236}">
                <a16:creationId xmlns:a16="http://schemas.microsoft.com/office/drawing/2014/main" id="{AADEFD55-D9B6-4D5D-8850-B6E77B024BB5}"/>
              </a:ext>
            </a:extLst>
          </p:cNvPr>
          <p:cNvSpPr>
            <a:spLocks noGrp="1"/>
          </p:cNvSpPr>
          <p:nvPr/>
        </p:nvSpPr>
        <p:spPr>
          <a:xfrm>
            <a:off x="9774109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13" name="anim_to862_0_1">
            <a:extLst>
              <a:ext uri="{FF2B5EF4-FFF2-40B4-BE49-F238E27FC236}">
                <a16:creationId xmlns:a16="http://schemas.microsoft.com/office/drawing/2014/main" id="{793360F0-D7FE-49CB-9D70-6107D5048F5C}"/>
              </a:ext>
            </a:extLst>
          </p:cNvPr>
          <p:cNvSpPr>
            <a:spLocks noGrp="1"/>
          </p:cNvSpPr>
          <p:nvPr/>
        </p:nvSpPr>
        <p:spPr>
          <a:xfrm>
            <a:off x="10405767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14" name="anim_to865_0_1">
            <a:extLst>
              <a:ext uri="{FF2B5EF4-FFF2-40B4-BE49-F238E27FC236}">
                <a16:creationId xmlns:a16="http://schemas.microsoft.com/office/drawing/2014/main" id="{D29A7EB7-B220-4EF7-8CD5-D87C295D2590}"/>
              </a:ext>
            </a:extLst>
          </p:cNvPr>
          <p:cNvSpPr>
            <a:spLocks noGrp="1"/>
          </p:cNvSpPr>
          <p:nvPr/>
        </p:nvSpPr>
        <p:spPr>
          <a:xfrm>
            <a:off x="11037425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15" name="anim_to868_0_1">
            <a:extLst>
              <a:ext uri="{FF2B5EF4-FFF2-40B4-BE49-F238E27FC236}">
                <a16:creationId xmlns:a16="http://schemas.microsoft.com/office/drawing/2014/main" id="{6E3F0982-11CD-4C67-A1A1-55728FB389F5}"/>
              </a:ext>
            </a:extLst>
          </p:cNvPr>
          <p:cNvSpPr>
            <a:spLocks noGrp="1"/>
          </p:cNvSpPr>
          <p:nvPr/>
        </p:nvSpPr>
        <p:spPr>
          <a:xfrm>
            <a:off x="9142451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16" name="anim_to871_0_1">
            <a:extLst>
              <a:ext uri="{FF2B5EF4-FFF2-40B4-BE49-F238E27FC236}">
                <a16:creationId xmlns:a16="http://schemas.microsoft.com/office/drawing/2014/main" id="{A6D743FD-4CB3-4539-9EFE-484098C38EC9}"/>
              </a:ext>
            </a:extLst>
          </p:cNvPr>
          <p:cNvSpPr>
            <a:spLocks noGrp="1"/>
          </p:cNvSpPr>
          <p:nvPr/>
        </p:nvSpPr>
        <p:spPr>
          <a:xfrm>
            <a:off x="9774109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17" name="anim_to874_0_1">
            <a:extLst>
              <a:ext uri="{FF2B5EF4-FFF2-40B4-BE49-F238E27FC236}">
                <a16:creationId xmlns:a16="http://schemas.microsoft.com/office/drawing/2014/main" id="{4D9698A3-D27A-4294-A742-1892A97F4069}"/>
              </a:ext>
            </a:extLst>
          </p:cNvPr>
          <p:cNvSpPr>
            <a:spLocks noGrp="1"/>
          </p:cNvSpPr>
          <p:nvPr/>
        </p:nvSpPr>
        <p:spPr>
          <a:xfrm>
            <a:off x="10405767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18" name="anim_to877_0_1">
            <a:extLst>
              <a:ext uri="{FF2B5EF4-FFF2-40B4-BE49-F238E27FC236}">
                <a16:creationId xmlns:a16="http://schemas.microsoft.com/office/drawing/2014/main" id="{E25A456E-9DBD-40D5-B1BD-7E1A781604F0}"/>
              </a:ext>
            </a:extLst>
          </p:cNvPr>
          <p:cNvSpPr>
            <a:spLocks noGrp="1"/>
          </p:cNvSpPr>
          <p:nvPr/>
        </p:nvSpPr>
        <p:spPr>
          <a:xfrm>
            <a:off x="11037425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19" name="anim_to880_0_1">
            <a:extLst>
              <a:ext uri="{FF2B5EF4-FFF2-40B4-BE49-F238E27FC236}">
                <a16:creationId xmlns:a16="http://schemas.microsoft.com/office/drawing/2014/main" id="{1C593574-066C-4BAA-9682-5F348C411E85}"/>
              </a:ext>
            </a:extLst>
          </p:cNvPr>
          <p:cNvSpPr>
            <a:spLocks noGrp="1"/>
          </p:cNvSpPr>
          <p:nvPr/>
        </p:nvSpPr>
        <p:spPr>
          <a:xfrm>
            <a:off x="9142451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20" name="anim_to883_0_1">
            <a:extLst>
              <a:ext uri="{FF2B5EF4-FFF2-40B4-BE49-F238E27FC236}">
                <a16:creationId xmlns:a16="http://schemas.microsoft.com/office/drawing/2014/main" id="{DBBE8609-34A4-4F1C-86E3-756FB35AD491}"/>
              </a:ext>
            </a:extLst>
          </p:cNvPr>
          <p:cNvSpPr>
            <a:spLocks noGrp="1"/>
          </p:cNvSpPr>
          <p:nvPr/>
        </p:nvSpPr>
        <p:spPr>
          <a:xfrm>
            <a:off x="9774109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21" name="anim_to886_0_1">
            <a:extLst>
              <a:ext uri="{FF2B5EF4-FFF2-40B4-BE49-F238E27FC236}">
                <a16:creationId xmlns:a16="http://schemas.microsoft.com/office/drawing/2014/main" id="{F5C7FBF7-3324-4C1B-9B08-BDE847E5EF08}"/>
              </a:ext>
            </a:extLst>
          </p:cNvPr>
          <p:cNvSpPr>
            <a:spLocks noGrp="1"/>
          </p:cNvSpPr>
          <p:nvPr/>
        </p:nvSpPr>
        <p:spPr>
          <a:xfrm>
            <a:off x="10405767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22" name="anim_to889_0_1">
            <a:extLst>
              <a:ext uri="{FF2B5EF4-FFF2-40B4-BE49-F238E27FC236}">
                <a16:creationId xmlns:a16="http://schemas.microsoft.com/office/drawing/2014/main" id="{B9226C07-DBA7-4AC8-9F9C-B5FCC16B8CDD}"/>
              </a:ext>
            </a:extLst>
          </p:cNvPr>
          <p:cNvSpPr>
            <a:spLocks noGrp="1"/>
          </p:cNvSpPr>
          <p:nvPr/>
        </p:nvSpPr>
        <p:spPr>
          <a:xfrm>
            <a:off x="11037425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23" name="anim_to892_0_1">
            <a:extLst>
              <a:ext uri="{FF2B5EF4-FFF2-40B4-BE49-F238E27FC236}">
                <a16:creationId xmlns:a16="http://schemas.microsoft.com/office/drawing/2014/main" id="{4AF41EB0-F811-481D-A4E4-A4E812F2E687}"/>
              </a:ext>
            </a:extLst>
          </p:cNvPr>
          <p:cNvSpPr>
            <a:spLocks noGrp="1"/>
          </p:cNvSpPr>
          <p:nvPr/>
        </p:nvSpPr>
        <p:spPr>
          <a:xfrm>
            <a:off x="9142451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24" name="anim_to895_0_1">
            <a:extLst>
              <a:ext uri="{FF2B5EF4-FFF2-40B4-BE49-F238E27FC236}">
                <a16:creationId xmlns:a16="http://schemas.microsoft.com/office/drawing/2014/main" id="{E0EABC68-B1F9-4F14-896C-888AA07B73C7}"/>
              </a:ext>
            </a:extLst>
          </p:cNvPr>
          <p:cNvSpPr>
            <a:spLocks noGrp="1"/>
          </p:cNvSpPr>
          <p:nvPr/>
        </p:nvSpPr>
        <p:spPr>
          <a:xfrm>
            <a:off x="9774109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25" name="anim_to898_0_1">
            <a:extLst>
              <a:ext uri="{FF2B5EF4-FFF2-40B4-BE49-F238E27FC236}">
                <a16:creationId xmlns:a16="http://schemas.microsoft.com/office/drawing/2014/main" id="{CA8E2E89-36B6-41F6-891C-1AD846FE780A}"/>
              </a:ext>
            </a:extLst>
          </p:cNvPr>
          <p:cNvSpPr>
            <a:spLocks noGrp="1"/>
          </p:cNvSpPr>
          <p:nvPr/>
        </p:nvSpPr>
        <p:spPr>
          <a:xfrm>
            <a:off x="10405767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26" name="anim_to901_0_1">
            <a:extLst>
              <a:ext uri="{FF2B5EF4-FFF2-40B4-BE49-F238E27FC236}">
                <a16:creationId xmlns:a16="http://schemas.microsoft.com/office/drawing/2014/main" id="{7AA0099B-7C5D-44B6-9D59-CBB698B55654}"/>
              </a:ext>
            </a:extLst>
          </p:cNvPr>
          <p:cNvSpPr>
            <a:spLocks noGrp="1"/>
          </p:cNvSpPr>
          <p:nvPr/>
        </p:nvSpPr>
        <p:spPr>
          <a:xfrm>
            <a:off x="11037425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27" name="anim_to903_0_1">
            <a:extLst>
              <a:ext uri="{FF2B5EF4-FFF2-40B4-BE49-F238E27FC236}">
                <a16:creationId xmlns:a16="http://schemas.microsoft.com/office/drawing/2014/main" id="{ED40A83A-0CEB-4A7C-9166-C8EEED0F40B9}"/>
              </a:ext>
            </a:extLst>
          </p:cNvPr>
          <p:cNvSpPr>
            <a:spLocks noGrp="1"/>
          </p:cNvSpPr>
          <p:nvPr/>
        </p:nvSpPr>
        <p:spPr>
          <a:xfrm>
            <a:off x="9320295" y="1570120"/>
            <a:ext cx="1763964" cy="6537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118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118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4118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Output</a:t>
            </a:r>
          </a:p>
        </p:txBody>
      </p:sp>
    </p:spTree>
    <p:extLst>
      <p:ext uri="{BB962C8B-B14F-4D97-AF65-F5344CB8AC3E}">
        <p14:creationId xmlns:p14="http://schemas.microsoft.com/office/powerpoint/2010/main" val="19123763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1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1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1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1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1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1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1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1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1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1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1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1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1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1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1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1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1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1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1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1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1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1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1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1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1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1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1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1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1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1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1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1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1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1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1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1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1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1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1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1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1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1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1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1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1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1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1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1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1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1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1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1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1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8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9" fill="hold">
                      <p:stCondLst>
                        <p:cond delay="indefinite"/>
                      </p:stCondLst>
                      <p:childTnLst>
                        <p:par>
                          <p:cTn id="230" fill="hold">
                            <p:stCondLst>
                              <p:cond delay="0"/>
                            </p:stCondLst>
                            <p:childTnLst>
                              <p:par>
                                <p:cTn id="2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3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6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9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2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5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8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1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4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7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0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3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6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9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2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5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8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1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4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7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8" fill="hold">
                      <p:stCondLst>
                        <p:cond delay="indefinite"/>
                      </p:stCondLst>
                      <p:childTnLst>
                        <p:par>
                          <p:cTn id="289" fill="hold">
                            <p:stCondLst>
                              <p:cond delay="0"/>
                            </p:stCondLst>
                            <p:childTnLst>
                              <p:par>
                                <p:cTn id="2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2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3" fill="hold">
                            <p:stCondLst>
                              <p:cond delay="1000"/>
                            </p:stCondLst>
                            <p:childTnLst>
                              <p:par>
                                <p:cTn id="29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6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9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2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5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8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1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4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7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0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3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6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9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2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5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8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1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4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0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3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6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9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2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5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8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1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4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7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0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3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6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9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2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8" grpId="0" animBg="1"/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/>
      <p:bldP spid="112" grpId="0"/>
      <p:bldP spid="113" grpId="0"/>
      <p:bldP spid="114" grpId="0"/>
      <p:bldP spid="115" grpId="0"/>
      <p:bldP spid="116" grpId="0"/>
      <p:bldP spid="117" grpId="0"/>
      <p:bldP spid="118" grpId="0"/>
      <p:bldP spid="119" grpId="0"/>
      <p:bldP spid="120" grpId="0"/>
      <p:bldP spid="121" grpId="0"/>
      <p:bldP spid="122" grpId="0"/>
      <p:bldP spid="123" grpId="0"/>
      <p:bldP spid="124" grpId="0"/>
      <p:bldP spid="125" grpId="0"/>
      <p:bldP spid="126" grpId="0"/>
      <p:bldP spid="127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anim_o651_1">
            <a:extLst>
              <a:ext uri="{FF2B5EF4-FFF2-40B4-BE49-F238E27FC236}">
                <a16:creationId xmlns:a16="http://schemas.microsoft.com/office/drawing/2014/main" id="{E01DB525-124D-4FD4-A2A5-AAE2D5696484}"/>
              </a:ext>
            </a:extLst>
          </p:cNvPr>
          <p:cNvSpPr>
            <a:spLocks noGrp="1"/>
          </p:cNvSpPr>
          <p:nvPr/>
        </p:nvSpPr>
        <p:spPr>
          <a:xfrm>
            <a:off x="907382" y="184985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655_1">
            <a:extLst>
              <a:ext uri="{FF2B5EF4-FFF2-40B4-BE49-F238E27FC236}">
                <a16:creationId xmlns:a16="http://schemas.microsoft.com/office/drawing/2014/main" id="{D9504C7C-9F03-4230-9E62-30395FCC64AE}"/>
              </a:ext>
            </a:extLst>
          </p:cNvPr>
          <p:cNvSpPr>
            <a:spLocks noGrp="1"/>
          </p:cNvSpPr>
          <p:nvPr/>
        </p:nvSpPr>
        <p:spPr>
          <a:xfrm>
            <a:off x="1539039" y="184985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659_1">
            <a:extLst>
              <a:ext uri="{FF2B5EF4-FFF2-40B4-BE49-F238E27FC236}">
                <a16:creationId xmlns:a16="http://schemas.microsoft.com/office/drawing/2014/main" id="{6854BC2E-A634-454C-99BF-FAD29D3EAB16}"/>
              </a:ext>
            </a:extLst>
          </p:cNvPr>
          <p:cNvSpPr>
            <a:spLocks noGrp="1"/>
          </p:cNvSpPr>
          <p:nvPr/>
        </p:nvSpPr>
        <p:spPr>
          <a:xfrm>
            <a:off x="2170697" y="184985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663_1">
            <a:extLst>
              <a:ext uri="{FF2B5EF4-FFF2-40B4-BE49-F238E27FC236}">
                <a16:creationId xmlns:a16="http://schemas.microsoft.com/office/drawing/2014/main" id="{17D7FEC1-DF42-49C6-BE70-0E38C2DF2BE9}"/>
              </a:ext>
            </a:extLst>
          </p:cNvPr>
          <p:cNvSpPr>
            <a:spLocks noGrp="1"/>
          </p:cNvSpPr>
          <p:nvPr/>
        </p:nvSpPr>
        <p:spPr>
          <a:xfrm>
            <a:off x="2802355" y="184985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667_1">
            <a:extLst>
              <a:ext uri="{FF2B5EF4-FFF2-40B4-BE49-F238E27FC236}">
                <a16:creationId xmlns:a16="http://schemas.microsoft.com/office/drawing/2014/main" id="{A662F38A-1EB7-44C8-9437-C9A645298653}"/>
              </a:ext>
            </a:extLst>
          </p:cNvPr>
          <p:cNvSpPr>
            <a:spLocks noGrp="1"/>
          </p:cNvSpPr>
          <p:nvPr/>
        </p:nvSpPr>
        <p:spPr>
          <a:xfrm>
            <a:off x="3434013" y="184985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671_1">
            <a:extLst>
              <a:ext uri="{FF2B5EF4-FFF2-40B4-BE49-F238E27FC236}">
                <a16:creationId xmlns:a16="http://schemas.microsoft.com/office/drawing/2014/main" id="{DF22BC0E-F203-4774-A009-2160AF979090}"/>
              </a:ext>
            </a:extLst>
          </p:cNvPr>
          <p:cNvSpPr>
            <a:spLocks noGrp="1"/>
          </p:cNvSpPr>
          <p:nvPr/>
        </p:nvSpPr>
        <p:spPr>
          <a:xfrm>
            <a:off x="4065671" y="184985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675_1">
            <a:extLst>
              <a:ext uri="{FF2B5EF4-FFF2-40B4-BE49-F238E27FC236}">
                <a16:creationId xmlns:a16="http://schemas.microsoft.com/office/drawing/2014/main" id="{764A1DA2-AA78-4644-B40E-BDE0A1A7AD8A}"/>
              </a:ext>
            </a:extLst>
          </p:cNvPr>
          <p:cNvSpPr>
            <a:spLocks noGrp="1"/>
          </p:cNvSpPr>
          <p:nvPr/>
        </p:nvSpPr>
        <p:spPr>
          <a:xfrm>
            <a:off x="907382" y="248151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679_1">
            <a:extLst>
              <a:ext uri="{FF2B5EF4-FFF2-40B4-BE49-F238E27FC236}">
                <a16:creationId xmlns:a16="http://schemas.microsoft.com/office/drawing/2014/main" id="{F558B881-56F5-4C03-8EC5-A9D835576E40}"/>
              </a:ext>
            </a:extLst>
          </p:cNvPr>
          <p:cNvSpPr>
            <a:spLocks noGrp="1"/>
          </p:cNvSpPr>
          <p:nvPr/>
        </p:nvSpPr>
        <p:spPr>
          <a:xfrm>
            <a:off x="1539039" y="248151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683_1">
            <a:extLst>
              <a:ext uri="{FF2B5EF4-FFF2-40B4-BE49-F238E27FC236}">
                <a16:creationId xmlns:a16="http://schemas.microsoft.com/office/drawing/2014/main" id="{316CDA20-401B-4764-AF07-137D350637DD}"/>
              </a:ext>
            </a:extLst>
          </p:cNvPr>
          <p:cNvSpPr>
            <a:spLocks noGrp="1"/>
          </p:cNvSpPr>
          <p:nvPr/>
        </p:nvSpPr>
        <p:spPr>
          <a:xfrm>
            <a:off x="2170697" y="248151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687_1">
            <a:extLst>
              <a:ext uri="{FF2B5EF4-FFF2-40B4-BE49-F238E27FC236}">
                <a16:creationId xmlns:a16="http://schemas.microsoft.com/office/drawing/2014/main" id="{9CD12BBA-AA36-4377-88C1-E4EBFA58CBFD}"/>
              </a:ext>
            </a:extLst>
          </p:cNvPr>
          <p:cNvSpPr>
            <a:spLocks noGrp="1"/>
          </p:cNvSpPr>
          <p:nvPr/>
        </p:nvSpPr>
        <p:spPr>
          <a:xfrm>
            <a:off x="2802355" y="248151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691_1">
            <a:extLst>
              <a:ext uri="{FF2B5EF4-FFF2-40B4-BE49-F238E27FC236}">
                <a16:creationId xmlns:a16="http://schemas.microsoft.com/office/drawing/2014/main" id="{4B5D051A-4F2F-4DAA-AEFA-964DCC1E47FF}"/>
              </a:ext>
            </a:extLst>
          </p:cNvPr>
          <p:cNvSpPr>
            <a:spLocks noGrp="1"/>
          </p:cNvSpPr>
          <p:nvPr/>
        </p:nvSpPr>
        <p:spPr>
          <a:xfrm>
            <a:off x="3434013" y="248151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695_1">
            <a:extLst>
              <a:ext uri="{FF2B5EF4-FFF2-40B4-BE49-F238E27FC236}">
                <a16:creationId xmlns:a16="http://schemas.microsoft.com/office/drawing/2014/main" id="{8064C4A4-9EF1-4889-BE4E-94CA3ADBE78B}"/>
              </a:ext>
            </a:extLst>
          </p:cNvPr>
          <p:cNvSpPr>
            <a:spLocks noGrp="1"/>
          </p:cNvSpPr>
          <p:nvPr/>
        </p:nvSpPr>
        <p:spPr>
          <a:xfrm>
            <a:off x="4065671" y="248151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699_1">
            <a:extLst>
              <a:ext uri="{FF2B5EF4-FFF2-40B4-BE49-F238E27FC236}">
                <a16:creationId xmlns:a16="http://schemas.microsoft.com/office/drawing/2014/main" id="{79219815-67E6-422E-BF6B-9D8FE9F0DE93}"/>
              </a:ext>
            </a:extLst>
          </p:cNvPr>
          <p:cNvSpPr>
            <a:spLocks noGrp="1"/>
          </p:cNvSpPr>
          <p:nvPr/>
        </p:nvSpPr>
        <p:spPr>
          <a:xfrm>
            <a:off x="907382" y="3113171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703_1">
            <a:extLst>
              <a:ext uri="{FF2B5EF4-FFF2-40B4-BE49-F238E27FC236}">
                <a16:creationId xmlns:a16="http://schemas.microsoft.com/office/drawing/2014/main" id="{400DC1A6-9C86-4027-8BEF-E8EFA5A3E31C}"/>
              </a:ext>
            </a:extLst>
          </p:cNvPr>
          <p:cNvSpPr>
            <a:spLocks noGrp="1"/>
          </p:cNvSpPr>
          <p:nvPr/>
        </p:nvSpPr>
        <p:spPr>
          <a:xfrm>
            <a:off x="1539039" y="3113171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707_1">
            <a:extLst>
              <a:ext uri="{FF2B5EF4-FFF2-40B4-BE49-F238E27FC236}">
                <a16:creationId xmlns:a16="http://schemas.microsoft.com/office/drawing/2014/main" id="{6ABB47BA-C9AF-4FE8-A15B-E293F8B5B660}"/>
              </a:ext>
            </a:extLst>
          </p:cNvPr>
          <p:cNvSpPr>
            <a:spLocks noGrp="1"/>
          </p:cNvSpPr>
          <p:nvPr/>
        </p:nvSpPr>
        <p:spPr>
          <a:xfrm>
            <a:off x="2170697" y="3113171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711_1">
            <a:extLst>
              <a:ext uri="{FF2B5EF4-FFF2-40B4-BE49-F238E27FC236}">
                <a16:creationId xmlns:a16="http://schemas.microsoft.com/office/drawing/2014/main" id="{FF503152-C52E-4F1B-83AD-2A2FA7CE672F}"/>
              </a:ext>
            </a:extLst>
          </p:cNvPr>
          <p:cNvSpPr>
            <a:spLocks noGrp="1"/>
          </p:cNvSpPr>
          <p:nvPr/>
        </p:nvSpPr>
        <p:spPr>
          <a:xfrm>
            <a:off x="2802355" y="3113171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715_1">
            <a:extLst>
              <a:ext uri="{FF2B5EF4-FFF2-40B4-BE49-F238E27FC236}">
                <a16:creationId xmlns:a16="http://schemas.microsoft.com/office/drawing/2014/main" id="{A0C32999-7664-4F94-94EA-77D7BBE08121}"/>
              </a:ext>
            </a:extLst>
          </p:cNvPr>
          <p:cNvSpPr>
            <a:spLocks noGrp="1"/>
          </p:cNvSpPr>
          <p:nvPr/>
        </p:nvSpPr>
        <p:spPr>
          <a:xfrm>
            <a:off x="3434013" y="3113171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719_1">
            <a:extLst>
              <a:ext uri="{FF2B5EF4-FFF2-40B4-BE49-F238E27FC236}">
                <a16:creationId xmlns:a16="http://schemas.microsoft.com/office/drawing/2014/main" id="{FD86FC7C-61A9-4498-BBF0-319CC57CA79F}"/>
              </a:ext>
            </a:extLst>
          </p:cNvPr>
          <p:cNvSpPr>
            <a:spLocks noGrp="1"/>
          </p:cNvSpPr>
          <p:nvPr/>
        </p:nvSpPr>
        <p:spPr>
          <a:xfrm>
            <a:off x="4065671" y="3113171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723_1">
            <a:extLst>
              <a:ext uri="{FF2B5EF4-FFF2-40B4-BE49-F238E27FC236}">
                <a16:creationId xmlns:a16="http://schemas.microsoft.com/office/drawing/2014/main" id="{DFD0DF32-A653-4B21-8654-0815626BDFE3}"/>
              </a:ext>
            </a:extLst>
          </p:cNvPr>
          <p:cNvSpPr>
            <a:spLocks noGrp="1"/>
          </p:cNvSpPr>
          <p:nvPr/>
        </p:nvSpPr>
        <p:spPr>
          <a:xfrm>
            <a:off x="907382" y="3744829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727_1">
            <a:extLst>
              <a:ext uri="{FF2B5EF4-FFF2-40B4-BE49-F238E27FC236}">
                <a16:creationId xmlns:a16="http://schemas.microsoft.com/office/drawing/2014/main" id="{16466A4E-081B-4A1D-959F-75B569A417C7}"/>
              </a:ext>
            </a:extLst>
          </p:cNvPr>
          <p:cNvSpPr>
            <a:spLocks noGrp="1"/>
          </p:cNvSpPr>
          <p:nvPr/>
        </p:nvSpPr>
        <p:spPr>
          <a:xfrm>
            <a:off x="1539039" y="3744829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731_1">
            <a:extLst>
              <a:ext uri="{FF2B5EF4-FFF2-40B4-BE49-F238E27FC236}">
                <a16:creationId xmlns:a16="http://schemas.microsoft.com/office/drawing/2014/main" id="{1AA558D3-AD69-437C-A041-34E49A934F41}"/>
              </a:ext>
            </a:extLst>
          </p:cNvPr>
          <p:cNvSpPr>
            <a:spLocks noGrp="1"/>
          </p:cNvSpPr>
          <p:nvPr/>
        </p:nvSpPr>
        <p:spPr>
          <a:xfrm>
            <a:off x="2170697" y="3744829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735_1">
            <a:extLst>
              <a:ext uri="{FF2B5EF4-FFF2-40B4-BE49-F238E27FC236}">
                <a16:creationId xmlns:a16="http://schemas.microsoft.com/office/drawing/2014/main" id="{DD5C0CBB-359B-40EB-B5BF-AE2E687B661A}"/>
              </a:ext>
            </a:extLst>
          </p:cNvPr>
          <p:cNvSpPr>
            <a:spLocks noGrp="1"/>
          </p:cNvSpPr>
          <p:nvPr/>
        </p:nvSpPr>
        <p:spPr>
          <a:xfrm>
            <a:off x="2802355" y="3744829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739_1">
            <a:extLst>
              <a:ext uri="{FF2B5EF4-FFF2-40B4-BE49-F238E27FC236}">
                <a16:creationId xmlns:a16="http://schemas.microsoft.com/office/drawing/2014/main" id="{6991D74C-F83D-4ECB-BB4E-0CDE17A81A3C}"/>
              </a:ext>
            </a:extLst>
          </p:cNvPr>
          <p:cNvSpPr>
            <a:spLocks noGrp="1"/>
          </p:cNvSpPr>
          <p:nvPr/>
        </p:nvSpPr>
        <p:spPr>
          <a:xfrm>
            <a:off x="3434013" y="3744829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743_1">
            <a:extLst>
              <a:ext uri="{FF2B5EF4-FFF2-40B4-BE49-F238E27FC236}">
                <a16:creationId xmlns:a16="http://schemas.microsoft.com/office/drawing/2014/main" id="{2D635715-C689-4E6F-9470-DD12A1FEC373}"/>
              </a:ext>
            </a:extLst>
          </p:cNvPr>
          <p:cNvSpPr>
            <a:spLocks noGrp="1"/>
          </p:cNvSpPr>
          <p:nvPr/>
        </p:nvSpPr>
        <p:spPr>
          <a:xfrm>
            <a:off x="4065671" y="3744829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747_1">
            <a:extLst>
              <a:ext uri="{FF2B5EF4-FFF2-40B4-BE49-F238E27FC236}">
                <a16:creationId xmlns:a16="http://schemas.microsoft.com/office/drawing/2014/main" id="{EE99A873-4B18-44A1-9FD8-1C5A1A823CC1}"/>
              </a:ext>
            </a:extLst>
          </p:cNvPr>
          <p:cNvSpPr>
            <a:spLocks noGrp="1"/>
          </p:cNvSpPr>
          <p:nvPr/>
        </p:nvSpPr>
        <p:spPr>
          <a:xfrm>
            <a:off x="907382" y="437648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751_1">
            <a:extLst>
              <a:ext uri="{FF2B5EF4-FFF2-40B4-BE49-F238E27FC236}">
                <a16:creationId xmlns:a16="http://schemas.microsoft.com/office/drawing/2014/main" id="{4CB06736-2949-4299-9028-9DE2FF17765D}"/>
              </a:ext>
            </a:extLst>
          </p:cNvPr>
          <p:cNvSpPr>
            <a:spLocks noGrp="1"/>
          </p:cNvSpPr>
          <p:nvPr/>
        </p:nvSpPr>
        <p:spPr>
          <a:xfrm>
            <a:off x="1539039" y="437648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755_1">
            <a:extLst>
              <a:ext uri="{FF2B5EF4-FFF2-40B4-BE49-F238E27FC236}">
                <a16:creationId xmlns:a16="http://schemas.microsoft.com/office/drawing/2014/main" id="{DB674E11-6898-4FE8-8487-251B0EEAFEAF}"/>
              </a:ext>
            </a:extLst>
          </p:cNvPr>
          <p:cNvSpPr>
            <a:spLocks noGrp="1"/>
          </p:cNvSpPr>
          <p:nvPr/>
        </p:nvSpPr>
        <p:spPr>
          <a:xfrm>
            <a:off x="2170697" y="437648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759_1">
            <a:extLst>
              <a:ext uri="{FF2B5EF4-FFF2-40B4-BE49-F238E27FC236}">
                <a16:creationId xmlns:a16="http://schemas.microsoft.com/office/drawing/2014/main" id="{3BB9918F-10C8-448B-B93F-922C6C6A2A5B}"/>
              </a:ext>
            </a:extLst>
          </p:cNvPr>
          <p:cNvSpPr>
            <a:spLocks noGrp="1"/>
          </p:cNvSpPr>
          <p:nvPr/>
        </p:nvSpPr>
        <p:spPr>
          <a:xfrm>
            <a:off x="2802355" y="437648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763_1">
            <a:extLst>
              <a:ext uri="{FF2B5EF4-FFF2-40B4-BE49-F238E27FC236}">
                <a16:creationId xmlns:a16="http://schemas.microsoft.com/office/drawing/2014/main" id="{14E022FC-0154-413B-A7F2-D00092D5A12B}"/>
              </a:ext>
            </a:extLst>
          </p:cNvPr>
          <p:cNvSpPr>
            <a:spLocks noGrp="1"/>
          </p:cNvSpPr>
          <p:nvPr/>
        </p:nvSpPr>
        <p:spPr>
          <a:xfrm>
            <a:off x="3434013" y="437648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767_1">
            <a:extLst>
              <a:ext uri="{FF2B5EF4-FFF2-40B4-BE49-F238E27FC236}">
                <a16:creationId xmlns:a16="http://schemas.microsoft.com/office/drawing/2014/main" id="{43138CC8-B9CB-42A6-A1BE-8FA9D50DD0E8}"/>
              </a:ext>
            </a:extLst>
          </p:cNvPr>
          <p:cNvSpPr>
            <a:spLocks noGrp="1"/>
          </p:cNvSpPr>
          <p:nvPr/>
        </p:nvSpPr>
        <p:spPr>
          <a:xfrm>
            <a:off x="4065671" y="437648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771_1">
            <a:extLst>
              <a:ext uri="{FF2B5EF4-FFF2-40B4-BE49-F238E27FC236}">
                <a16:creationId xmlns:a16="http://schemas.microsoft.com/office/drawing/2014/main" id="{E44A18CD-22AB-41AA-9806-F4C6620B50B2}"/>
              </a:ext>
            </a:extLst>
          </p:cNvPr>
          <p:cNvSpPr>
            <a:spLocks noGrp="1"/>
          </p:cNvSpPr>
          <p:nvPr/>
        </p:nvSpPr>
        <p:spPr>
          <a:xfrm>
            <a:off x="907382" y="500814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775_1">
            <a:extLst>
              <a:ext uri="{FF2B5EF4-FFF2-40B4-BE49-F238E27FC236}">
                <a16:creationId xmlns:a16="http://schemas.microsoft.com/office/drawing/2014/main" id="{99E4893B-8024-43D1-A7F4-587828A4D42C}"/>
              </a:ext>
            </a:extLst>
          </p:cNvPr>
          <p:cNvSpPr>
            <a:spLocks noGrp="1"/>
          </p:cNvSpPr>
          <p:nvPr/>
        </p:nvSpPr>
        <p:spPr>
          <a:xfrm>
            <a:off x="1539039" y="500814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779_1">
            <a:extLst>
              <a:ext uri="{FF2B5EF4-FFF2-40B4-BE49-F238E27FC236}">
                <a16:creationId xmlns:a16="http://schemas.microsoft.com/office/drawing/2014/main" id="{1B8AA0A9-0AF6-40D4-8476-70DCB347EEBA}"/>
              </a:ext>
            </a:extLst>
          </p:cNvPr>
          <p:cNvSpPr>
            <a:spLocks noGrp="1"/>
          </p:cNvSpPr>
          <p:nvPr/>
        </p:nvSpPr>
        <p:spPr>
          <a:xfrm>
            <a:off x="2170697" y="500814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783_1">
            <a:extLst>
              <a:ext uri="{FF2B5EF4-FFF2-40B4-BE49-F238E27FC236}">
                <a16:creationId xmlns:a16="http://schemas.microsoft.com/office/drawing/2014/main" id="{51E1A1F8-D4F1-41A9-992C-F788C05DC210}"/>
              </a:ext>
            </a:extLst>
          </p:cNvPr>
          <p:cNvSpPr>
            <a:spLocks noGrp="1"/>
          </p:cNvSpPr>
          <p:nvPr/>
        </p:nvSpPr>
        <p:spPr>
          <a:xfrm>
            <a:off x="2802355" y="500814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787_1">
            <a:extLst>
              <a:ext uri="{FF2B5EF4-FFF2-40B4-BE49-F238E27FC236}">
                <a16:creationId xmlns:a16="http://schemas.microsoft.com/office/drawing/2014/main" id="{0D38F2D2-A13E-4686-B41D-95FAB6FEA8B1}"/>
              </a:ext>
            </a:extLst>
          </p:cNvPr>
          <p:cNvSpPr>
            <a:spLocks noGrp="1"/>
          </p:cNvSpPr>
          <p:nvPr/>
        </p:nvSpPr>
        <p:spPr>
          <a:xfrm>
            <a:off x="3434013" y="500814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791_1">
            <a:extLst>
              <a:ext uri="{FF2B5EF4-FFF2-40B4-BE49-F238E27FC236}">
                <a16:creationId xmlns:a16="http://schemas.microsoft.com/office/drawing/2014/main" id="{72A0E08B-6E7A-4054-8786-4E8DE511FA36}"/>
              </a:ext>
            </a:extLst>
          </p:cNvPr>
          <p:cNvSpPr>
            <a:spLocks noGrp="1"/>
          </p:cNvSpPr>
          <p:nvPr/>
        </p:nvSpPr>
        <p:spPr>
          <a:xfrm>
            <a:off x="4065671" y="500814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855_1">
            <a:extLst>
              <a:ext uri="{FF2B5EF4-FFF2-40B4-BE49-F238E27FC236}">
                <a16:creationId xmlns:a16="http://schemas.microsoft.com/office/drawing/2014/main" id="{D8741E38-C69A-48A6-803D-69F260D37CE5}"/>
              </a:ext>
            </a:extLst>
          </p:cNvPr>
          <p:cNvSpPr>
            <a:spLocks noGrp="1"/>
          </p:cNvSpPr>
          <p:nvPr/>
        </p:nvSpPr>
        <p:spPr>
          <a:xfrm>
            <a:off x="8929437" y="2481513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858_1">
            <a:extLst>
              <a:ext uri="{FF2B5EF4-FFF2-40B4-BE49-F238E27FC236}">
                <a16:creationId xmlns:a16="http://schemas.microsoft.com/office/drawing/2014/main" id="{A68DD194-6BCE-4C2F-A810-ACC5BCDA06EB}"/>
              </a:ext>
            </a:extLst>
          </p:cNvPr>
          <p:cNvSpPr>
            <a:spLocks noGrp="1"/>
          </p:cNvSpPr>
          <p:nvPr/>
        </p:nvSpPr>
        <p:spPr>
          <a:xfrm>
            <a:off x="9561095" y="2481513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861_1">
            <a:extLst>
              <a:ext uri="{FF2B5EF4-FFF2-40B4-BE49-F238E27FC236}">
                <a16:creationId xmlns:a16="http://schemas.microsoft.com/office/drawing/2014/main" id="{9BEBAF39-9BF1-4F36-BB72-B96CC397E4B0}"/>
              </a:ext>
            </a:extLst>
          </p:cNvPr>
          <p:cNvSpPr>
            <a:spLocks noGrp="1"/>
          </p:cNvSpPr>
          <p:nvPr/>
        </p:nvSpPr>
        <p:spPr>
          <a:xfrm>
            <a:off x="10192753" y="2481513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864_1">
            <a:extLst>
              <a:ext uri="{FF2B5EF4-FFF2-40B4-BE49-F238E27FC236}">
                <a16:creationId xmlns:a16="http://schemas.microsoft.com/office/drawing/2014/main" id="{4AD29310-372E-4A37-9A24-ED210E8A1A89}"/>
              </a:ext>
            </a:extLst>
          </p:cNvPr>
          <p:cNvSpPr>
            <a:spLocks noGrp="1"/>
          </p:cNvSpPr>
          <p:nvPr/>
        </p:nvSpPr>
        <p:spPr>
          <a:xfrm>
            <a:off x="10824411" y="2481513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867_1">
            <a:extLst>
              <a:ext uri="{FF2B5EF4-FFF2-40B4-BE49-F238E27FC236}">
                <a16:creationId xmlns:a16="http://schemas.microsoft.com/office/drawing/2014/main" id="{9B1FC86A-67B8-4C61-9C5A-45518C160222}"/>
              </a:ext>
            </a:extLst>
          </p:cNvPr>
          <p:cNvSpPr>
            <a:spLocks noGrp="1"/>
          </p:cNvSpPr>
          <p:nvPr/>
        </p:nvSpPr>
        <p:spPr>
          <a:xfrm>
            <a:off x="8929437" y="3113171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870_1">
            <a:extLst>
              <a:ext uri="{FF2B5EF4-FFF2-40B4-BE49-F238E27FC236}">
                <a16:creationId xmlns:a16="http://schemas.microsoft.com/office/drawing/2014/main" id="{F1EF694F-7C14-4F33-B0F1-84A8C2482387}"/>
              </a:ext>
            </a:extLst>
          </p:cNvPr>
          <p:cNvSpPr>
            <a:spLocks noGrp="1"/>
          </p:cNvSpPr>
          <p:nvPr/>
        </p:nvSpPr>
        <p:spPr>
          <a:xfrm>
            <a:off x="9561095" y="3113171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873_1">
            <a:extLst>
              <a:ext uri="{FF2B5EF4-FFF2-40B4-BE49-F238E27FC236}">
                <a16:creationId xmlns:a16="http://schemas.microsoft.com/office/drawing/2014/main" id="{00E71C4F-6DD3-4E34-B102-2138F522264F}"/>
              </a:ext>
            </a:extLst>
          </p:cNvPr>
          <p:cNvSpPr>
            <a:spLocks noGrp="1"/>
          </p:cNvSpPr>
          <p:nvPr/>
        </p:nvSpPr>
        <p:spPr>
          <a:xfrm>
            <a:off x="10192753" y="3113171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876_1">
            <a:extLst>
              <a:ext uri="{FF2B5EF4-FFF2-40B4-BE49-F238E27FC236}">
                <a16:creationId xmlns:a16="http://schemas.microsoft.com/office/drawing/2014/main" id="{2822A114-2EBD-4E95-9FC9-FF2F29E1E2C7}"/>
              </a:ext>
            </a:extLst>
          </p:cNvPr>
          <p:cNvSpPr>
            <a:spLocks noGrp="1"/>
          </p:cNvSpPr>
          <p:nvPr/>
        </p:nvSpPr>
        <p:spPr>
          <a:xfrm>
            <a:off x="10824411" y="3113171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879_1">
            <a:extLst>
              <a:ext uri="{FF2B5EF4-FFF2-40B4-BE49-F238E27FC236}">
                <a16:creationId xmlns:a16="http://schemas.microsoft.com/office/drawing/2014/main" id="{8395E092-F3DC-4883-8CCB-D4A2DB0B543E}"/>
              </a:ext>
            </a:extLst>
          </p:cNvPr>
          <p:cNvSpPr>
            <a:spLocks noGrp="1"/>
          </p:cNvSpPr>
          <p:nvPr/>
        </p:nvSpPr>
        <p:spPr>
          <a:xfrm>
            <a:off x="8929437" y="3744829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882_1">
            <a:extLst>
              <a:ext uri="{FF2B5EF4-FFF2-40B4-BE49-F238E27FC236}">
                <a16:creationId xmlns:a16="http://schemas.microsoft.com/office/drawing/2014/main" id="{6808FE69-78F2-467D-A50E-69E13FC1F7DD}"/>
              </a:ext>
            </a:extLst>
          </p:cNvPr>
          <p:cNvSpPr>
            <a:spLocks noGrp="1"/>
          </p:cNvSpPr>
          <p:nvPr/>
        </p:nvSpPr>
        <p:spPr>
          <a:xfrm>
            <a:off x="9561095" y="3744829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885_1">
            <a:extLst>
              <a:ext uri="{FF2B5EF4-FFF2-40B4-BE49-F238E27FC236}">
                <a16:creationId xmlns:a16="http://schemas.microsoft.com/office/drawing/2014/main" id="{6434DAFB-3569-45B6-BD2E-9253A50DAB7C}"/>
              </a:ext>
            </a:extLst>
          </p:cNvPr>
          <p:cNvSpPr>
            <a:spLocks noGrp="1"/>
          </p:cNvSpPr>
          <p:nvPr/>
        </p:nvSpPr>
        <p:spPr>
          <a:xfrm>
            <a:off x="10192753" y="3744829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888_1">
            <a:extLst>
              <a:ext uri="{FF2B5EF4-FFF2-40B4-BE49-F238E27FC236}">
                <a16:creationId xmlns:a16="http://schemas.microsoft.com/office/drawing/2014/main" id="{BA523F93-458C-41A8-BCD8-45864F9AB09F}"/>
              </a:ext>
            </a:extLst>
          </p:cNvPr>
          <p:cNvSpPr>
            <a:spLocks noGrp="1"/>
          </p:cNvSpPr>
          <p:nvPr/>
        </p:nvSpPr>
        <p:spPr>
          <a:xfrm>
            <a:off x="10824411" y="3744829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891_1">
            <a:extLst>
              <a:ext uri="{FF2B5EF4-FFF2-40B4-BE49-F238E27FC236}">
                <a16:creationId xmlns:a16="http://schemas.microsoft.com/office/drawing/2014/main" id="{C5BEBA6E-2433-4861-8391-B6C0CFDA1534}"/>
              </a:ext>
            </a:extLst>
          </p:cNvPr>
          <p:cNvSpPr>
            <a:spLocks noGrp="1"/>
          </p:cNvSpPr>
          <p:nvPr/>
        </p:nvSpPr>
        <p:spPr>
          <a:xfrm>
            <a:off x="8929437" y="4376487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894_1">
            <a:extLst>
              <a:ext uri="{FF2B5EF4-FFF2-40B4-BE49-F238E27FC236}">
                <a16:creationId xmlns:a16="http://schemas.microsoft.com/office/drawing/2014/main" id="{B4F01E1C-EB98-4B35-9131-EEC2528DF603}"/>
              </a:ext>
            </a:extLst>
          </p:cNvPr>
          <p:cNvSpPr>
            <a:spLocks noGrp="1"/>
          </p:cNvSpPr>
          <p:nvPr/>
        </p:nvSpPr>
        <p:spPr>
          <a:xfrm>
            <a:off x="9561095" y="4376487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897_1">
            <a:extLst>
              <a:ext uri="{FF2B5EF4-FFF2-40B4-BE49-F238E27FC236}">
                <a16:creationId xmlns:a16="http://schemas.microsoft.com/office/drawing/2014/main" id="{494870CF-CA8E-4C81-94AA-9ECA922A4E71}"/>
              </a:ext>
            </a:extLst>
          </p:cNvPr>
          <p:cNvSpPr>
            <a:spLocks noGrp="1"/>
          </p:cNvSpPr>
          <p:nvPr/>
        </p:nvSpPr>
        <p:spPr>
          <a:xfrm>
            <a:off x="10192753" y="4376487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900_1">
            <a:extLst>
              <a:ext uri="{FF2B5EF4-FFF2-40B4-BE49-F238E27FC236}">
                <a16:creationId xmlns:a16="http://schemas.microsoft.com/office/drawing/2014/main" id="{F12303D7-1E06-43C8-8B3A-1D6184049666}"/>
              </a:ext>
            </a:extLst>
          </p:cNvPr>
          <p:cNvSpPr>
            <a:spLocks noGrp="1"/>
          </p:cNvSpPr>
          <p:nvPr/>
        </p:nvSpPr>
        <p:spPr>
          <a:xfrm>
            <a:off x="10824411" y="4376487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to652_0_1">
            <a:extLst>
              <a:ext uri="{FF2B5EF4-FFF2-40B4-BE49-F238E27FC236}">
                <a16:creationId xmlns:a16="http://schemas.microsoft.com/office/drawing/2014/main" id="{C010C4BC-CC36-462B-950E-7FB22AE197DF}"/>
              </a:ext>
            </a:extLst>
          </p:cNvPr>
          <p:cNvSpPr>
            <a:spLocks noGrp="1"/>
          </p:cNvSpPr>
          <p:nvPr/>
        </p:nvSpPr>
        <p:spPr>
          <a:xfrm>
            <a:off x="1012111" y="1953662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54" name="anim_to656_0_1">
            <a:extLst>
              <a:ext uri="{FF2B5EF4-FFF2-40B4-BE49-F238E27FC236}">
                <a16:creationId xmlns:a16="http://schemas.microsoft.com/office/drawing/2014/main" id="{EDF531B2-DB3C-464A-8784-6B90E7625DC8}"/>
              </a:ext>
            </a:extLst>
          </p:cNvPr>
          <p:cNvSpPr>
            <a:spLocks noGrp="1"/>
          </p:cNvSpPr>
          <p:nvPr/>
        </p:nvSpPr>
        <p:spPr>
          <a:xfrm>
            <a:off x="1643769" y="1953662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55" name="anim_to660_0_1">
            <a:extLst>
              <a:ext uri="{FF2B5EF4-FFF2-40B4-BE49-F238E27FC236}">
                <a16:creationId xmlns:a16="http://schemas.microsoft.com/office/drawing/2014/main" id="{CDC89B79-AA89-49C1-80D5-E2C186396BC3}"/>
              </a:ext>
            </a:extLst>
          </p:cNvPr>
          <p:cNvSpPr>
            <a:spLocks noGrp="1"/>
          </p:cNvSpPr>
          <p:nvPr/>
        </p:nvSpPr>
        <p:spPr>
          <a:xfrm>
            <a:off x="2275427" y="1953662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56" name="anim_to664_0_1">
            <a:extLst>
              <a:ext uri="{FF2B5EF4-FFF2-40B4-BE49-F238E27FC236}">
                <a16:creationId xmlns:a16="http://schemas.microsoft.com/office/drawing/2014/main" id="{266AEA89-1407-47C9-AFF5-5D10D7BC02A6}"/>
              </a:ext>
            </a:extLst>
          </p:cNvPr>
          <p:cNvSpPr>
            <a:spLocks noGrp="1"/>
          </p:cNvSpPr>
          <p:nvPr/>
        </p:nvSpPr>
        <p:spPr>
          <a:xfrm>
            <a:off x="2907085" y="1953662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57" name="anim_to668_0_1">
            <a:extLst>
              <a:ext uri="{FF2B5EF4-FFF2-40B4-BE49-F238E27FC236}">
                <a16:creationId xmlns:a16="http://schemas.microsoft.com/office/drawing/2014/main" id="{608275BC-9A04-42E8-A2FC-8BABF817B06C}"/>
              </a:ext>
            </a:extLst>
          </p:cNvPr>
          <p:cNvSpPr>
            <a:spLocks noGrp="1"/>
          </p:cNvSpPr>
          <p:nvPr/>
        </p:nvSpPr>
        <p:spPr>
          <a:xfrm>
            <a:off x="3538743" y="1953662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58" name="anim_to672_0_1">
            <a:extLst>
              <a:ext uri="{FF2B5EF4-FFF2-40B4-BE49-F238E27FC236}">
                <a16:creationId xmlns:a16="http://schemas.microsoft.com/office/drawing/2014/main" id="{BDB741E5-A470-4493-B483-3461CD4949B5}"/>
              </a:ext>
            </a:extLst>
          </p:cNvPr>
          <p:cNvSpPr>
            <a:spLocks noGrp="1"/>
          </p:cNvSpPr>
          <p:nvPr/>
        </p:nvSpPr>
        <p:spPr>
          <a:xfrm>
            <a:off x="4170401" y="1953662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59" name="anim_to676_0_1">
            <a:extLst>
              <a:ext uri="{FF2B5EF4-FFF2-40B4-BE49-F238E27FC236}">
                <a16:creationId xmlns:a16="http://schemas.microsoft.com/office/drawing/2014/main" id="{EFB2A9FA-C321-4F4C-A60E-93D517DE8911}"/>
              </a:ext>
            </a:extLst>
          </p:cNvPr>
          <p:cNvSpPr>
            <a:spLocks noGrp="1"/>
          </p:cNvSpPr>
          <p:nvPr/>
        </p:nvSpPr>
        <p:spPr>
          <a:xfrm>
            <a:off x="1012111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60" name="anim_to680_0_1">
            <a:extLst>
              <a:ext uri="{FF2B5EF4-FFF2-40B4-BE49-F238E27FC236}">
                <a16:creationId xmlns:a16="http://schemas.microsoft.com/office/drawing/2014/main" id="{BAA25A96-E897-4D53-B0A7-CC7CF51ABAF0}"/>
              </a:ext>
            </a:extLst>
          </p:cNvPr>
          <p:cNvSpPr>
            <a:spLocks noGrp="1"/>
          </p:cNvSpPr>
          <p:nvPr/>
        </p:nvSpPr>
        <p:spPr>
          <a:xfrm>
            <a:off x="1643769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61" name="anim_to684_0_1">
            <a:extLst>
              <a:ext uri="{FF2B5EF4-FFF2-40B4-BE49-F238E27FC236}">
                <a16:creationId xmlns:a16="http://schemas.microsoft.com/office/drawing/2014/main" id="{ACE1C017-F56E-46EA-A0DB-BDD3F8485F37}"/>
              </a:ext>
            </a:extLst>
          </p:cNvPr>
          <p:cNvSpPr>
            <a:spLocks noGrp="1"/>
          </p:cNvSpPr>
          <p:nvPr/>
        </p:nvSpPr>
        <p:spPr>
          <a:xfrm>
            <a:off x="2275427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62" name="anim_to688_0_1">
            <a:extLst>
              <a:ext uri="{FF2B5EF4-FFF2-40B4-BE49-F238E27FC236}">
                <a16:creationId xmlns:a16="http://schemas.microsoft.com/office/drawing/2014/main" id="{4AF1E58F-9E6D-4981-8F5E-D418F99AEDBA}"/>
              </a:ext>
            </a:extLst>
          </p:cNvPr>
          <p:cNvSpPr>
            <a:spLocks noGrp="1"/>
          </p:cNvSpPr>
          <p:nvPr/>
        </p:nvSpPr>
        <p:spPr>
          <a:xfrm>
            <a:off x="2907085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63" name="anim_to692_0_1">
            <a:extLst>
              <a:ext uri="{FF2B5EF4-FFF2-40B4-BE49-F238E27FC236}">
                <a16:creationId xmlns:a16="http://schemas.microsoft.com/office/drawing/2014/main" id="{4C7031A5-BF73-40AF-B83F-64B6FE6F9285}"/>
              </a:ext>
            </a:extLst>
          </p:cNvPr>
          <p:cNvSpPr>
            <a:spLocks noGrp="1"/>
          </p:cNvSpPr>
          <p:nvPr/>
        </p:nvSpPr>
        <p:spPr>
          <a:xfrm>
            <a:off x="3538743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64" name="anim_to696_0_1">
            <a:extLst>
              <a:ext uri="{FF2B5EF4-FFF2-40B4-BE49-F238E27FC236}">
                <a16:creationId xmlns:a16="http://schemas.microsoft.com/office/drawing/2014/main" id="{0EBF87B9-38F6-4DD4-A253-2C65CA816C2D}"/>
              </a:ext>
            </a:extLst>
          </p:cNvPr>
          <p:cNvSpPr>
            <a:spLocks noGrp="1"/>
          </p:cNvSpPr>
          <p:nvPr/>
        </p:nvSpPr>
        <p:spPr>
          <a:xfrm>
            <a:off x="4170401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65" name="anim_to700_0_1">
            <a:extLst>
              <a:ext uri="{FF2B5EF4-FFF2-40B4-BE49-F238E27FC236}">
                <a16:creationId xmlns:a16="http://schemas.microsoft.com/office/drawing/2014/main" id="{B778CB7B-0D4C-4447-A005-1F4A73050045}"/>
              </a:ext>
            </a:extLst>
          </p:cNvPr>
          <p:cNvSpPr>
            <a:spLocks noGrp="1"/>
          </p:cNvSpPr>
          <p:nvPr/>
        </p:nvSpPr>
        <p:spPr>
          <a:xfrm>
            <a:off x="1012111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66" name="anim_to704_0_1">
            <a:extLst>
              <a:ext uri="{FF2B5EF4-FFF2-40B4-BE49-F238E27FC236}">
                <a16:creationId xmlns:a16="http://schemas.microsoft.com/office/drawing/2014/main" id="{6A51A564-CBC7-498B-809A-5B63C7CF86C2}"/>
              </a:ext>
            </a:extLst>
          </p:cNvPr>
          <p:cNvSpPr>
            <a:spLocks noGrp="1"/>
          </p:cNvSpPr>
          <p:nvPr/>
        </p:nvSpPr>
        <p:spPr>
          <a:xfrm>
            <a:off x="1643769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67" name="anim_to708_0_1">
            <a:extLst>
              <a:ext uri="{FF2B5EF4-FFF2-40B4-BE49-F238E27FC236}">
                <a16:creationId xmlns:a16="http://schemas.microsoft.com/office/drawing/2014/main" id="{37F40203-77D8-442D-BE14-581A4FE48C1A}"/>
              </a:ext>
            </a:extLst>
          </p:cNvPr>
          <p:cNvSpPr>
            <a:spLocks noGrp="1"/>
          </p:cNvSpPr>
          <p:nvPr/>
        </p:nvSpPr>
        <p:spPr>
          <a:xfrm>
            <a:off x="2275427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68" name="anim_to712_0_1">
            <a:extLst>
              <a:ext uri="{FF2B5EF4-FFF2-40B4-BE49-F238E27FC236}">
                <a16:creationId xmlns:a16="http://schemas.microsoft.com/office/drawing/2014/main" id="{108FEF23-431B-460F-80C9-C6B054726891}"/>
              </a:ext>
            </a:extLst>
          </p:cNvPr>
          <p:cNvSpPr>
            <a:spLocks noGrp="1"/>
          </p:cNvSpPr>
          <p:nvPr/>
        </p:nvSpPr>
        <p:spPr>
          <a:xfrm>
            <a:off x="2907085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69" name="anim_to716_0_1">
            <a:extLst>
              <a:ext uri="{FF2B5EF4-FFF2-40B4-BE49-F238E27FC236}">
                <a16:creationId xmlns:a16="http://schemas.microsoft.com/office/drawing/2014/main" id="{8A59854B-7A65-438B-A1BD-857CE5156C8F}"/>
              </a:ext>
            </a:extLst>
          </p:cNvPr>
          <p:cNvSpPr>
            <a:spLocks noGrp="1"/>
          </p:cNvSpPr>
          <p:nvPr/>
        </p:nvSpPr>
        <p:spPr>
          <a:xfrm>
            <a:off x="3538743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70" name="anim_to720_0_1">
            <a:extLst>
              <a:ext uri="{FF2B5EF4-FFF2-40B4-BE49-F238E27FC236}">
                <a16:creationId xmlns:a16="http://schemas.microsoft.com/office/drawing/2014/main" id="{AD875DB1-2939-4DD7-9023-C7ED0E3E3045}"/>
              </a:ext>
            </a:extLst>
          </p:cNvPr>
          <p:cNvSpPr>
            <a:spLocks noGrp="1"/>
          </p:cNvSpPr>
          <p:nvPr/>
        </p:nvSpPr>
        <p:spPr>
          <a:xfrm>
            <a:off x="4170401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71" name="anim_to724_0_1">
            <a:extLst>
              <a:ext uri="{FF2B5EF4-FFF2-40B4-BE49-F238E27FC236}">
                <a16:creationId xmlns:a16="http://schemas.microsoft.com/office/drawing/2014/main" id="{DC7A0050-7CF0-4AAE-AC38-75F80609CF6E}"/>
              </a:ext>
            </a:extLst>
          </p:cNvPr>
          <p:cNvSpPr>
            <a:spLocks noGrp="1"/>
          </p:cNvSpPr>
          <p:nvPr/>
        </p:nvSpPr>
        <p:spPr>
          <a:xfrm>
            <a:off x="1012111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72" name="anim_to728_0_1">
            <a:extLst>
              <a:ext uri="{FF2B5EF4-FFF2-40B4-BE49-F238E27FC236}">
                <a16:creationId xmlns:a16="http://schemas.microsoft.com/office/drawing/2014/main" id="{A9448014-6CD2-4E24-8AE4-DBED143126CC}"/>
              </a:ext>
            </a:extLst>
          </p:cNvPr>
          <p:cNvSpPr>
            <a:spLocks noGrp="1"/>
          </p:cNvSpPr>
          <p:nvPr/>
        </p:nvSpPr>
        <p:spPr>
          <a:xfrm>
            <a:off x="1643769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73" name="anim_to732_0_1">
            <a:extLst>
              <a:ext uri="{FF2B5EF4-FFF2-40B4-BE49-F238E27FC236}">
                <a16:creationId xmlns:a16="http://schemas.microsoft.com/office/drawing/2014/main" id="{A55CE76E-2276-44F1-BE95-47A0D0C3BFD8}"/>
              </a:ext>
            </a:extLst>
          </p:cNvPr>
          <p:cNvSpPr>
            <a:spLocks noGrp="1"/>
          </p:cNvSpPr>
          <p:nvPr/>
        </p:nvSpPr>
        <p:spPr>
          <a:xfrm>
            <a:off x="2275427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74" name="anim_to736_0_1">
            <a:extLst>
              <a:ext uri="{FF2B5EF4-FFF2-40B4-BE49-F238E27FC236}">
                <a16:creationId xmlns:a16="http://schemas.microsoft.com/office/drawing/2014/main" id="{EA47FDC8-DF09-44AD-840D-F0310CA9EA1D}"/>
              </a:ext>
            </a:extLst>
          </p:cNvPr>
          <p:cNvSpPr>
            <a:spLocks noGrp="1"/>
          </p:cNvSpPr>
          <p:nvPr/>
        </p:nvSpPr>
        <p:spPr>
          <a:xfrm>
            <a:off x="2907085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75" name="anim_to740_0_1">
            <a:extLst>
              <a:ext uri="{FF2B5EF4-FFF2-40B4-BE49-F238E27FC236}">
                <a16:creationId xmlns:a16="http://schemas.microsoft.com/office/drawing/2014/main" id="{3300EEF5-DC42-4804-91F4-39F42616F4D4}"/>
              </a:ext>
            </a:extLst>
          </p:cNvPr>
          <p:cNvSpPr>
            <a:spLocks noGrp="1"/>
          </p:cNvSpPr>
          <p:nvPr/>
        </p:nvSpPr>
        <p:spPr>
          <a:xfrm>
            <a:off x="3538743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76" name="anim_to744_0_1">
            <a:extLst>
              <a:ext uri="{FF2B5EF4-FFF2-40B4-BE49-F238E27FC236}">
                <a16:creationId xmlns:a16="http://schemas.microsoft.com/office/drawing/2014/main" id="{FB1FDFF3-DEC9-4A32-A48F-05BAFAA24FEF}"/>
              </a:ext>
            </a:extLst>
          </p:cNvPr>
          <p:cNvSpPr>
            <a:spLocks noGrp="1"/>
          </p:cNvSpPr>
          <p:nvPr/>
        </p:nvSpPr>
        <p:spPr>
          <a:xfrm>
            <a:off x="4170401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77" name="anim_to748_0_1">
            <a:extLst>
              <a:ext uri="{FF2B5EF4-FFF2-40B4-BE49-F238E27FC236}">
                <a16:creationId xmlns:a16="http://schemas.microsoft.com/office/drawing/2014/main" id="{ADD8D5C5-DC0D-4E62-BC7A-86F88DDEA774}"/>
              </a:ext>
            </a:extLst>
          </p:cNvPr>
          <p:cNvSpPr>
            <a:spLocks noGrp="1"/>
          </p:cNvSpPr>
          <p:nvPr/>
        </p:nvSpPr>
        <p:spPr>
          <a:xfrm>
            <a:off x="1012111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78" name="anim_to752_0_1">
            <a:extLst>
              <a:ext uri="{FF2B5EF4-FFF2-40B4-BE49-F238E27FC236}">
                <a16:creationId xmlns:a16="http://schemas.microsoft.com/office/drawing/2014/main" id="{33BB0D4B-85AD-4534-983D-810D98DCA734}"/>
              </a:ext>
            </a:extLst>
          </p:cNvPr>
          <p:cNvSpPr>
            <a:spLocks noGrp="1"/>
          </p:cNvSpPr>
          <p:nvPr/>
        </p:nvSpPr>
        <p:spPr>
          <a:xfrm>
            <a:off x="1643769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79" name="anim_to756_0_1">
            <a:extLst>
              <a:ext uri="{FF2B5EF4-FFF2-40B4-BE49-F238E27FC236}">
                <a16:creationId xmlns:a16="http://schemas.microsoft.com/office/drawing/2014/main" id="{3B4284B7-6830-4D9D-B2D3-F2E2952F323C}"/>
              </a:ext>
            </a:extLst>
          </p:cNvPr>
          <p:cNvSpPr>
            <a:spLocks noGrp="1"/>
          </p:cNvSpPr>
          <p:nvPr/>
        </p:nvSpPr>
        <p:spPr>
          <a:xfrm>
            <a:off x="2275427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80" name="anim_to760_0_1">
            <a:extLst>
              <a:ext uri="{FF2B5EF4-FFF2-40B4-BE49-F238E27FC236}">
                <a16:creationId xmlns:a16="http://schemas.microsoft.com/office/drawing/2014/main" id="{0689E493-CC98-4D86-B5BF-6F75858123AD}"/>
              </a:ext>
            </a:extLst>
          </p:cNvPr>
          <p:cNvSpPr>
            <a:spLocks noGrp="1"/>
          </p:cNvSpPr>
          <p:nvPr/>
        </p:nvSpPr>
        <p:spPr>
          <a:xfrm>
            <a:off x="2907085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81" name="anim_to764_0_1">
            <a:extLst>
              <a:ext uri="{FF2B5EF4-FFF2-40B4-BE49-F238E27FC236}">
                <a16:creationId xmlns:a16="http://schemas.microsoft.com/office/drawing/2014/main" id="{855F2A1B-723B-4F0D-A3CC-F2BBA5478B1E}"/>
              </a:ext>
            </a:extLst>
          </p:cNvPr>
          <p:cNvSpPr>
            <a:spLocks noGrp="1"/>
          </p:cNvSpPr>
          <p:nvPr/>
        </p:nvSpPr>
        <p:spPr>
          <a:xfrm>
            <a:off x="3538743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82" name="anim_to768_0_1">
            <a:extLst>
              <a:ext uri="{FF2B5EF4-FFF2-40B4-BE49-F238E27FC236}">
                <a16:creationId xmlns:a16="http://schemas.microsoft.com/office/drawing/2014/main" id="{BA7B2B60-AF9A-4FEE-9A77-FF9715BFFC3E}"/>
              </a:ext>
            </a:extLst>
          </p:cNvPr>
          <p:cNvSpPr>
            <a:spLocks noGrp="1"/>
          </p:cNvSpPr>
          <p:nvPr/>
        </p:nvSpPr>
        <p:spPr>
          <a:xfrm>
            <a:off x="4170401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83" name="anim_to772_0_1">
            <a:extLst>
              <a:ext uri="{FF2B5EF4-FFF2-40B4-BE49-F238E27FC236}">
                <a16:creationId xmlns:a16="http://schemas.microsoft.com/office/drawing/2014/main" id="{BAB7B8A6-1B26-4E29-B78B-1E9DD0AE2C6B}"/>
              </a:ext>
            </a:extLst>
          </p:cNvPr>
          <p:cNvSpPr>
            <a:spLocks noGrp="1"/>
          </p:cNvSpPr>
          <p:nvPr/>
        </p:nvSpPr>
        <p:spPr>
          <a:xfrm>
            <a:off x="1012111" y="511195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84" name="anim_to776_0_1">
            <a:extLst>
              <a:ext uri="{FF2B5EF4-FFF2-40B4-BE49-F238E27FC236}">
                <a16:creationId xmlns:a16="http://schemas.microsoft.com/office/drawing/2014/main" id="{1CC4E01F-25CE-4586-B61B-087CBDED5E12}"/>
              </a:ext>
            </a:extLst>
          </p:cNvPr>
          <p:cNvSpPr>
            <a:spLocks noGrp="1"/>
          </p:cNvSpPr>
          <p:nvPr/>
        </p:nvSpPr>
        <p:spPr>
          <a:xfrm>
            <a:off x="1643769" y="511195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85" name="anim_to780_0_1">
            <a:extLst>
              <a:ext uri="{FF2B5EF4-FFF2-40B4-BE49-F238E27FC236}">
                <a16:creationId xmlns:a16="http://schemas.microsoft.com/office/drawing/2014/main" id="{1183B5EC-7477-48FD-9741-D66CA03EC3B5}"/>
              </a:ext>
            </a:extLst>
          </p:cNvPr>
          <p:cNvSpPr>
            <a:spLocks noGrp="1"/>
          </p:cNvSpPr>
          <p:nvPr/>
        </p:nvSpPr>
        <p:spPr>
          <a:xfrm>
            <a:off x="2275427" y="511195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86" name="anim_to784_0_1">
            <a:extLst>
              <a:ext uri="{FF2B5EF4-FFF2-40B4-BE49-F238E27FC236}">
                <a16:creationId xmlns:a16="http://schemas.microsoft.com/office/drawing/2014/main" id="{986B576A-9C37-4EA9-9557-209F333C857C}"/>
              </a:ext>
            </a:extLst>
          </p:cNvPr>
          <p:cNvSpPr>
            <a:spLocks noGrp="1"/>
          </p:cNvSpPr>
          <p:nvPr/>
        </p:nvSpPr>
        <p:spPr>
          <a:xfrm>
            <a:off x="2907085" y="511195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87" name="anim_to788_0_1">
            <a:extLst>
              <a:ext uri="{FF2B5EF4-FFF2-40B4-BE49-F238E27FC236}">
                <a16:creationId xmlns:a16="http://schemas.microsoft.com/office/drawing/2014/main" id="{A02E91A7-FEC4-4E93-B6AF-35AA1B2A7C52}"/>
              </a:ext>
            </a:extLst>
          </p:cNvPr>
          <p:cNvSpPr>
            <a:spLocks noGrp="1"/>
          </p:cNvSpPr>
          <p:nvPr/>
        </p:nvSpPr>
        <p:spPr>
          <a:xfrm>
            <a:off x="3538743" y="511195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88" name="anim_to792_0_1">
            <a:extLst>
              <a:ext uri="{FF2B5EF4-FFF2-40B4-BE49-F238E27FC236}">
                <a16:creationId xmlns:a16="http://schemas.microsoft.com/office/drawing/2014/main" id="{45744E89-F8E2-4AE8-B001-DF203771930D}"/>
              </a:ext>
            </a:extLst>
          </p:cNvPr>
          <p:cNvSpPr>
            <a:spLocks noGrp="1"/>
          </p:cNvSpPr>
          <p:nvPr/>
        </p:nvSpPr>
        <p:spPr>
          <a:xfrm>
            <a:off x="4170401" y="511195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89" name="anim_to795_0_1">
            <a:extLst>
              <a:ext uri="{FF2B5EF4-FFF2-40B4-BE49-F238E27FC236}">
                <a16:creationId xmlns:a16="http://schemas.microsoft.com/office/drawing/2014/main" id="{E207C386-D0A6-4614-B4A5-044DFABE6289}"/>
              </a:ext>
            </a:extLst>
          </p:cNvPr>
          <p:cNvSpPr>
            <a:spLocks noGrp="1"/>
          </p:cNvSpPr>
          <p:nvPr/>
        </p:nvSpPr>
        <p:spPr>
          <a:xfrm>
            <a:off x="1125272" y="905952"/>
            <a:ext cx="3373216" cy="6890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34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34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434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Input Image</a:t>
            </a:r>
          </a:p>
        </p:txBody>
      </p:sp>
      <p:sp>
        <p:nvSpPr>
          <p:cNvPr id="90" name="anim_to911_0_1">
            <a:extLst>
              <a:ext uri="{FF2B5EF4-FFF2-40B4-BE49-F238E27FC236}">
                <a16:creationId xmlns:a16="http://schemas.microsoft.com/office/drawing/2014/main" id="{A13603BA-21C4-4BBF-966A-8CDB9397ABE9}"/>
              </a:ext>
            </a:extLst>
          </p:cNvPr>
          <p:cNvSpPr>
            <a:spLocks noGrp="1"/>
          </p:cNvSpPr>
          <p:nvPr/>
        </p:nvSpPr>
        <p:spPr>
          <a:xfrm>
            <a:off x="4989872" y="3330138"/>
            <a:ext cx="320090" cy="8293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22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22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22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*</a:t>
            </a:r>
          </a:p>
        </p:txBody>
      </p:sp>
      <p:sp>
        <p:nvSpPr>
          <p:cNvPr id="91" name="anim_to847_0_1">
            <a:extLst>
              <a:ext uri="{FF2B5EF4-FFF2-40B4-BE49-F238E27FC236}">
                <a16:creationId xmlns:a16="http://schemas.microsoft.com/office/drawing/2014/main" id="{8E132BA5-4ECC-47CD-8356-76FF872B1458}"/>
              </a:ext>
            </a:extLst>
          </p:cNvPr>
          <p:cNvSpPr>
            <a:spLocks noGrp="1"/>
          </p:cNvSpPr>
          <p:nvPr/>
        </p:nvSpPr>
        <p:spPr>
          <a:xfrm>
            <a:off x="5698049" y="1933901"/>
            <a:ext cx="1717319" cy="63606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007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007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pPr>
            <a:r>
              <a:rPr sz="4007" b="1">
                <a:solidFill>
                  <a:srgbClr val="FFFF00"/>
                </a:solidFill>
                <a:latin typeface="Consolas"/>
                <a:ea typeface="Consolas"/>
                <a:cs typeface="Consolas"/>
              </a:rPr>
              <a:t>Filter</a:t>
            </a:r>
          </a:p>
        </p:txBody>
      </p:sp>
      <p:sp>
        <p:nvSpPr>
          <p:cNvPr id="92" name="anim_to915_0_1">
            <a:extLst>
              <a:ext uri="{FF2B5EF4-FFF2-40B4-BE49-F238E27FC236}">
                <a16:creationId xmlns:a16="http://schemas.microsoft.com/office/drawing/2014/main" id="{C80EBC6C-6D5D-4646-9FF9-310F83DD4943}"/>
              </a:ext>
            </a:extLst>
          </p:cNvPr>
          <p:cNvSpPr>
            <a:spLocks noGrp="1"/>
          </p:cNvSpPr>
          <p:nvPr/>
        </p:nvSpPr>
        <p:spPr>
          <a:xfrm>
            <a:off x="7895060" y="3330138"/>
            <a:ext cx="535730" cy="8293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22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22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22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93" name="anim_to856_0_1">
            <a:extLst>
              <a:ext uri="{FF2B5EF4-FFF2-40B4-BE49-F238E27FC236}">
                <a16:creationId xmlns:a16="http://schemas.microsoft.com/office/drawing/2014/main" id="{2556FD7F-951E-433D-B490-4E3C198BFFDF}"/>
              </a:ext>
            </a:extLst>
          </p:cNvPr>
          <p:cNvSpPr>
            <a:spLocks noGrp="1"/>
          </p:cNvSpPr>
          <p:nvPr/>
        </p:nvSpPr>
        <p:spPr>
          <a:xfrm>
            <a:off x="9142451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94" name="anim_to859_0_1">
            <a:extLst>
              <a:ext uri="{FF2B5EF4-FFF2-40B4-BE49-F238E27FC236}">
                <a16:creationId xmlns:a16="http://schemas.microsoft.com/office/drawing/2014/main" id="{C3D59C53-7567-4C9C-AE89-BF958F72DDE0}"/>
              </a:ext>
            </a:extLst>
          </p:cNvPr>
          <p:cNvSpPr>
            <a:spLocks noGrp="1"/>
          </p:cNvSpPr>
          <p:nvPr/>
        </p:nvSpPr>
        <p:spPr>
          <a:xfrm>
            <a:off x="9774109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95" name="anim_to862_0_1">
            <a:extLst>
              <a:ext uri="{FF2B5EF4-FFF2-40B4-BE49-F238E27FC236}">
                <a16:creationId xmlns:a16="http://schemas.microsoft.com/office/drawing/2014/main" id="{5A8FCBC6-905E-465F-B296-5536EF683D5E}"/>
              </a:ext>
            </a:extLst>
          </p:cNvPr>
          <p:cNvSpPr>
            <a:spLocks noGrp="1"/>
          </p:cNvSpPr>
          <p:nvPr/>
        </p:nvSpPr>
        <p:spPr>
          <a:xfrm>
            <a:off x="10405767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96" name="anim_to865_0_1">
            <a:extLst>
              <a:ext uri="{FF2B5EF4-FFF2-40B4-BE49-F238E27FC236}">
                <a16:creationId xmlns:a16="http://schemas.microsoft.com/office/drawing/2014/main" id="{6D03008B-823E-4213-A284-842B4133FA0A}"/>
              </a:ext>
            </a:extLst>
          </p:cNvPr>
          <p:cNvSpPr>
            <a:spLocks noGrp="1"/>
          </p:cNvSpPr>
          <p:nvPr/>
        </p:nvSpPr>
        <p:spPr>
          <a:xfrm>
            <a:off x="11037425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97" name="anim_to868_0_1">
            <a:extLst>
              <a:ext uri="{FF2B5EF4-FFF2-40B4-BE49-F238E27FC236}">
                <a16:creationId xmlns:a16="http://schemas.microsoft.com/office/drawing/2014/main" id="{799C7A98-5903-43B1-9021-EEF7C6F8AF75}"/>
              </a:ext>
            </a:extLst>
          </p:cNvPr>
          <p:cNvSpPr>
            <a:spLocks noGrp="1"/>
          </p:cNvSpPr>
          <p:nvPr/>
        </p:nvSpPr>
        <p:spPr>
          <a:xfrm>
            <a:off x="9142451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98" name="anim_to871_0_1">
            <a:extLst>
              <a:ext uri="{FF2B5EF4-FFF2-40B4-BE49-F238E27FC236}">
                <a16:creationId xmlns:a16="http://schemas.microsoft.com/office/drawing/2014/main" id="{BA805790-3B9B-412D-9613-A50A7FC65EA3}"/>
              </a:ext>
            </a:extLst>
          </p:cNvPr>
          <p:cNvSpPr>
            <a:spLocks noGrp="1"/>
          </p:cNvSpPr>
          <p:nvPr/>
        </p:nvSpPr>
        <p:spPr>
          <a:xfrm>
            <a:off x="9774109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99" name="anim_to874_0_1">
            <a:extLst>
              <a:ext uri="{FF2B5EF4-FFF2-40B4-BE49-F238E27FC236}">
                <a16:creationId xmlns:a16="http://schemas.microsoft.com/office/drawing/2014/main" id="{4CE5EA6C-DEEA-4349-9DAC-562B6884FEF8}"/>
              </a:ext>
            </a:extLst>
          </p:cNvPr>
          <p:cNvSpPr>
            <a:spLocks noGrp="1"/>
          </p:cNvSpPr>
          <p:nvPr/>
        </p:nvSpPr>
        <p:spPr>
          <a:xfrm>
            <a:off x="10405767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0" name="anim_to877_0_1">
            <a:extLst>
              <a:ext uri="{FF2B5EF4-FFF2-40B4-BE49-F238E27FC236}">
                <a16:creationId xmlns:a16="http://schemas.microsoft.com/office/drawing/2014/main" id="{F6D6E940-F30A-430C-B3C5-AE4328AD4477}"/>
              </a:ext>
            </a:extLst>
          </p:cNvPr>
          <p:cNvSpPr>
            <a:spLocks noGrp="1"/>
          </p:cNvSpPr>
          <p:nvPr/>
        </p:nvSpPr>
        <p:spPr>
          <a:xfrm>
            <a:off x="11037425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1" name="anim_to880_0_1">
            <a:extLst>
              <a:ext uri="{FF2B5EF4-FFF2-40B4-BE49-F238E27FC236}">
                <a16:creationId xmlns:a16="http://schemas.microsoft.com/office/drawing/2014/main" id="{EB949512-6983-427E-B19A-188E74AB2291}"/>
              </a:ext>
            </a:extLst>
          </p:cNvPr>
          <p:cNvSpPr>
            <a:spLocks noGrp="1"/>
          </p:cNvSpPr>
          <p:nvPr/>
        </p:nvSpPr>
        <p:spPr>
          <a:xfrm>
            <a:off x="9142451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2" name="anim_to883_0_1">
            <a:extLst>
              <a:ext uri="{FF2B5EF4-FFF2-40B4-BE49-F238E27FC236}">
                <a16:creationId xmlns:a16="http://schemas.microsoft.com/office/drawing/2014/main" id="{E35C9FF1-55F7-43E0-9FAA-08A995711850}"/>
              </a:ext>
            </a:extLst>
          </p:cNvPr>
          <p:cNvSpPr>
            <a:spLocks noGrp="1"/>
          </p:cNvSpPr>
          <p:nvPr/>
        </p:nvSpPr>
        <p:spPr>
          <a:xfrm>
            <a:off x="9774109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3" name="anim_to886_0_1">
            <a:extLst>
              <a:ext uri="{FF2B5EF4-FFF2-40B4-BE49-F238E27FC236}">
                <a16:creationId xmlns:a16="http://schemas.microsoft.com/office/drawing/2014/main" id="{4046D531-5F1A-4D15-B494-5D542BFFD22F}"/>
              </a:ext>
            </a:extLst>
          </p:cNvPr>
          <p:cNvSpPr>
            <a:spLocks noGrp="1"/>
          </p:cNvSpPr>
          <p:nvPr/>
        </p:nvSpPr>
        <p:spPr>
          <a:xfrm>
            <a:off x="10405767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4" name="anim_to889_0_1">
            <a:extLst>
              <a:ext uri="{FF2B5EF4-FFF2-40B4-BE49-F238E27FC236}">
                <a16:creationId xmlns:a16="http://schemas.microsoft.com/office/drawing/2014/main" id="{45E0C7A6-073F-4458-9F7F-7E52F19C7833}"/>
              </a:ext>
            </a:extLst>
          </p:cNvPr>
          <p:cNvSpPr>
            <a:spLocks noGrp="1"/>
          </p:cNvSpPr>
          <p:nvPr/>
        </p:nvSpPr>
        <p:spPr>
          <a:xfrm>
            <a:off x="11037425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5" name="anim_to892_0_1">
            <a:extLst>
              <a:ext uri="{FF2B5EF4-FFF2-40B4-BE49-F238E27FC236}">
                <a16:creationId xmlns:a16="http://schemas.microsoft.com/office/drawing/2014/main" id="{2FB1BCAC-D43F-4910-BDF7-A6F1455AB008}"/>
              </a:ext>
            </a:extLst>
          </p:cNvPr>
          <p:cNvSpPr>
            <a:spLocks noGrp="1"/>
          </p:cNvSpPr>
          <p:nvPr/>
        </p:nvSpPr>
        <p:spPr>
          <a:xfrm>
            <a:off x="9142451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6" name="anim_to895_0_1">
            <a:extLst>
              <a:ext uri="{FF2B5EF4-FFF2-40B4-BE49-F238E27FC236}">
                <a16:creationId xmlns:a16="http://schemas.microsoft.com/office/drawing/2014/main" id="{13AF5B36-A5A3-4E02-AA5D-19E5B81DB3CC}"/>
              </a:ext>
            </a:extLst>
          </p:cNvPr>
          <p:cNvSpPr>
            <a:spLocks noGrp="1"/>
          </p:cNvSpPr>
          <p:nvPr/>
        </p:nvSpPr>
        <p:spPr>
          <a:xfrm>
            <a:off x="9774109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7" name="anim_to898_0_1">
            <a:extLst>
              <a:ext uri="{FF2B5EF4-FFF2-40B4-BE49-F238E27FC236}">
                <a16:creationId xmlns:a16="http://schemas.microsoft.com/office/drawing/2014/main" id="{49290C26-0345-4828-9676-26E0AF9679D6}"/>
              </a:ext>
            </a:extLst>
          </p:cNvPr>
          <p:cNvSpPr>
            <a:spLocks noGrp="1"/>
          </p:cNvSpPr>
          <p:nvPr/>
        </p:nvSpPr>
        <p:spPr>
          <a:xfrm>
            <a:off x="10405767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8" name="anim_to901_0_1">
            <a:extLst>
              <a:ext uri="{FF2B5EF4-FFF2-40B4-BE49-F238E27FC236}">
                <a16:creationId xmlns:a16="http://schemas.microsoft.com/office/drawing/2014/main" id="{9C2959A5-4757-47E8-8BF6-7F1FF0D132F5}"/>
              </a:ext>
            </a:extLst>
          </p:cNvPr>
          <p:cNvSpPr>
            <a:spLocks noGrp="1"/>
          </p:cNvSpPr>
          <p:nvPr/>
        </p:nvSpPr>
        <p:spPr>
          <a:xfrm>
            <a:off x="11037425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9" name="anim_to903_0_1">
            <a:extLst>
              <a:ext uri="{FF2B5EF4-FFF2-40B4-BE49-F238E27FC236}">
                <a16:creationId xmlns:a16="http://schemas.microsoft.com/office/drawing/2014/main" id="{D1EF1B5E-C275-4688-A2BC-0FF107DB6BDC}"/>
              </a:ext>
            </a:extLst>
          </p:cNvPr>
          <p:cNvSpPr>
            <a:spLocks noGrp="1"/>
          </p:cNvSpPr>
          <p:nvPr/>
        </p:nvSpPr>
        <p:spPr>
          <a:xfrm>
            <a:off x="9320295" y="1570120"/>
            <a:ext cx="1763964" cy="6537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118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118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4118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Output</a:t>
            </a:r>
          </a:p>
        </p:txBody>
      </p:sp>
      <p:sp>
        <p:nvSpPr>
          <p:cNvPr id="110" name="anim_o808_1">
            <a:extLst>
              <a:ext uri="{FF2B5EF4-FFF2-40B4-BE49-F238E27FC236}">
                <a16:creationId xmlns:a16="http://schemas.microsoft.com/office/drawing/2014/main" id="{2CF93390-90D0-4735-B880-8D06097733F7}"/>
              </a:ext>
            </a:extLst>
          </p:cNvPr>
          <p:cNvSpPr>
            <a:spLocks noGrp="1"/>
          </p:cNvSpPr>
          <p:nvPr/>
        </p:nvSpPr>
        <p:spPr>
          <a:xfrm>
            <a:off x="5599697" y="2797342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1" name="anim_o813_1">
            <a:extLst>
              <a:ext uri="{FF2B5EF4-FFF2-40B4-BE49-F238E27FC236}">
                <a16:creationId xmlns:a16="http://schemas.microsoft.com/office/drawing/2014/main" id="{80143DEB-2EC9-4059-8FD2-1851A97DD7F5}"/>
              </a:ext>
            </a:extLst>
          </p:cNvPr>
          <p:cNvSpPr>
            <a:spLocks noGrp="1"/>
          </p:cNvSpPr>
          <p:nvPr/>
        </p:nvSpPr>
        <p:spPr>
          <a:xfrm>
            <a:off x="6231355" y="2797342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2" name="anim_o817_1">
            <a:extLst>
              <a:ext uri="{FF2B5EF4-FFF2-40B4-BE49-F238E27FC236}">
                <a16:creationId xmlns:a16="http://schemas.microsoft.com/office/drawing/2014/main" id="{3339518E-8D5E-4B9B-ABAE-CECBAC0B8C38}"/>
              </a:ext>
            </a:extLst>
          </p:cNvPr>
          <p:cNvSpPr>
            <a:spLocks noGrp="1"/>
          </p:cNvSpPr>
          <p:nvPr/>
        </p:nvSpPr>
        <p:spPr>
          <a:xfrm>
            <a:off x="6863013" y="2797342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3" name="anim_o821_1">
            <a:extLst>
              <a:ext uri="{FF2B5EF4-FFF2-40B4-BE49-F238E27FC236}">
                <a16:creationId xmlns:a16="http://schemas.microsoft.com/office/drawing/2014/main" id="{3708BA37-E4B0-40E1-879E-C0E42A7D42AE}"/>
              </a:ext>
            </a:extLst>
          </p:cNvPr>
          <p:cNvSpPr>
            <a:spLocks noGrp="1"/>
          </p:cNvSpPr>
          <p:nvPr/>
        </p:nvSpPr>
        <p:spPr>
          <a:xfrm>
            <a:off x="5599697" y="3429000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4" name="anim_o826_1">
            <a:extLst>
              <a:ext uri="{FF2B5EF4-FFF2-40B4-BE49-F238E27FC236}">
                <a16:creationId xmlns:a16="http://schemas.microsoft.com/office/drawing/2014/main" id="{0EC5D9CB-18E9-491B-94E4-47D46E744ABB}"/>
              </a:ext>
            </a:extLst>
          </p:cNvPr>
          <p:cNvSpPr>
            <a:spLocks noGrp="1"/>
          </p:cNvSpPr>
          <p:nvPr/>
        </p:nvSpPr>
        <p:spPr>
          <a:xfrm>
            <a:off x="6231355" y="3429000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5" name="anim_o830_1">
            <a:extLst>
              <a:ext uri="{FF2B5EF4-FFF2-40B4-BE49-F238E27FC236}">
                <a16:creationId xmlns:a16="http://schemas.microsoft.com/office/drawing/2014/main" id="{F391AFE3-D832-47E3-ADDB-AB7D4C11221B}"/>
              </a:ext>
            </a:extLst>
          </p:cNvPr>
          <p:cNvSpPr>
            <a:spLocks noGrp="1"/>
          </p:cNvSpPr>
          <p:nvPr/>
        </p:nvSpPr>
        <p:spPr>
          <a:xfrm>
            <a:off x="6863013" y="3429000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6" name="anim_o834_1">
            <a:extLst>
              <a:ext uri="{FF2B5EF4-FFF2-40B4-BE49-F238E27FC236}">
                <a16:creationId xmlns:a16="http://schemas.microsoft.com/office/drawing/2014/main" id="{3F620D08-41C5-454E-B03A-AC1746B006E6}"/>
              </a:ext>
            </a:extLst>
          </p:cNvPr>
          <p:cNvSpPr>
            <a:spLocks noGrp="1"/>
          </p:cNvSpPr>
          <p:nvPr/>
        </p:nvSpPr>
        <p:spPr>
          <a:xfrm>
            <a:off x="5599697" y="4060658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7" name="anim_o839_1">
            <a:extLst>
              <a:ext uri="{FF2B5EF4-FFF2-40B4-BE49-F238E27FC236}">
                <a16:creationId xmlns:a16="http://schemas.microsoft.com/office/drawing/2014/main" id="{D634BCDD-D76E-4E56-9270-2CA956918B89}"/>
              </a:ext>
            </a:extLst>
          </p:cNvPr>
          <p:cNvSpPr>
            <a:spLocks noGrp="1"/>
          </p:cNvSpPr>
          <p:nvPr/>
        </p:nvSpPr>
        <p:spPr>
          <a:xfrm>
            <a:off x="6231355" y="4060658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8" name="anim_o843_1">
            <a:extLst>
              <a:ext uri="{FF2B5EF4-FFF2-40B4-BE49-F238E27FC236}">
                <a16:creationId xmlns:a16="http://schemas.microsoft.com/office/drawing/2014/main" id="{5F302D6D-D119-4FF1-9096-91ADD208D8EC}"/>
              </a:ext>
            </a:extLst>
          </p:cNvPr>
          <p:cNvSpPr>
            <a:spLocks noGrp="1"/>
          </p:cNvSpPr>
          <p:nvPr/>
        </p:nvSpPr>
        <p:spPr>
          <a:xfrm>
            <a:off x="6863013" y="4060658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9" name="anim_to809_0_1">
            <a:extLst>
              <a:ext uri="{FF2B5EF4-FFF2-40B4-BE49-F238E27FC236}">
                <a16:creationId xmlns:a16="http://schemas.microsoft.com/office/drawing/2014/main" id="{AA1EAB12-B1D5-438A-85CF-31F6D6BE8C29}"/>
              </a:ext>
            </a:extLst>
          </p:cNvPr>
          <p:cNvSpPr>
            <a:spLocks noGrp="1"/>
          </p:cNvSpPr>
          <p:nvPr/>
        </p:nvSpPr>
        <p:spPr>
          <a:xfrm>
            <a:off x="5827706" y="2901148"/>
            <a:ext cx="41126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20" name="anim_to814_0_1">
            <a:extLst>
              <a:ext uri="{FF2B5EF4-FFF2-40B4-BE49-F238E27FC236}">
                <a16:creationId xmlns:a16="http://schemas.microsoft.com/office/drawing/2014/main" id="{C1021F7C-01E1-4FA3-9975-D6AAE4419725}"/>
              </a:ext>
            </a:extLst>
          </p:cNvPr>
          <p:cNvSpPr>
            <a:spLocks noGrp="1"/>
          </p:cNvSpPr>
          <p:nvPr/>
        </p:nvSpPr>
        <p:spPr>
          <a:xfrm>
            <a:off x="6552653" y="2901148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21" name="anim_to818_0_1">
            <a:extLst>
              <a:ext uri="{FF2B5EF4-FFF2-40B4-BE49-F238E27FC236}">
                <a16:creationId xmlns:a16="http://schemas.microsoft.com/office/drawing/2014/main" id="{9C455C7F-4723-44FE-A608-C2FF6B53195D}"/>
              </a:ext>
            </a:extLst>
          </p:cNvPr>
          <p:cNvSpPr>
            <a:spLocks noGrp="1"/>
          </p:cNvSpPr>
          <p:nvPr/>
        </p:nvSpPr>
        <p:spPr>
          <a:xfrm>
            <a:off x="7184311" y="2901148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22" name="anim_to822_0_1">
            <a:extLst>
              <a:ext uri="{FF2B5EF4-FFF2-40B4-BE49-F238E27FC236}">
                <a16:creationId xmlns:a16="http://schemas.microsoft.com/office/drawing/2014/main" id="{DBD7C96B-3D17-477E-8C1E-1A8133928D1E}"/>
              </a:ext>
            </a:extLst>
          </p:cNvPr>
          <p:cNvSpPr>
            <a:spLocks noGrp="1"/>
          </p:cNvSpPr>
          <p:nvPr/>
        </p:nvSpPr>
        <p:spPr>
          <a:xfrm>
            <a:off x="5827706" y="3532806"/>
            <a:ext cx="41126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23" name="anim_to827_0_1">
            <a:extLst>
              <a:ext uri="{FF2B5EF4-FFF2-40B4-BE49-F238E27FC236}">
                <a16:creationId xmlns:a16="http://schemas.microsoft.com/office/drawing/2014/main" id="{AB6A22F4-32FD-4A2E-BF95-FBDA15E1C03B}"/>
              </a:ext>
            </a:extLst>
          </p:cNvPr>
          <p:cNvSpPr>
            <a:spLocks noGrp="1"/>
          </p:cNvSpPr>
          <p:nvPr/>
        </p:nvSpPr>
        <p:spPr>
          <a:xfrm>
            <a:off x="6552653" y="3532806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24" name="anim_to831_0_1">
            <a:extLst>
              <a:ext uri="{FF2B5EF4-FFF2-40B4-BE49-F238E27FC236}">
                <a16:creationId xmlns:a16="http://schemas.microsoft.com/office/drawing/2014/main" id="{297D0F06-C6C0-401C-88CC-086D57B2AE32}"/>
              </a:ext>
            </a:extLst>
          </p:cNvPr>
          <p:cNvSpPr>
            <a:spLocks noGrp="1"/>
          </p:cNvSpPr>
          <p:nvPr/>
        </p:nvSpPr>
        <p:spPr>
          <a:xfrm>
            <a:off x="7184311" y="3532806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25" name="anim_to835_0_1">
            <a:extLst>
              <a:ext uri="{FF2B5EF4-FFF2-40B4-BE49-F238E27FC236}">
                <a16:creationId xmlns:a16="http://schemas.microsoft.com/office/drawing/2014/main" id="{A82C2890-19EF-4E7B-B71B-FBD6F1C6C3E6}"/>
              </a:ext>
            </a:extLst>
          </p:cNvPr>
          <p:cNvSpPr>
            <a:spLocks noGrp="1"/>
          </p:cNvSpPr>
          <p:nvPr/>
        </p:nvSpPr>
        <p:spPr>
          <a:xfrm>
            <a:off x="5827706" y="4164464"/>
            <a:ext cx="41126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26" name="anim_to840_0_1">
            <a:extLst>
              <a:ext uri="{FF2B5EF4-FFF2-40B4-BE49-F238E27FC236}">
                <a16:creationId xmlns:a16="http://schemas.microsoft.com/office/drawing/2014/main" id="{8541DDCF-F0A8-46F0-B29E-E5AE1B3347EF}"/>
              </a:ext>
            </a:extLst>
          </p:cNvPr>
          <p:cNvSpPr>
            <a:spLocks noGrp="1"/>
          </p:cNvSpPr>
          <p:nvPr/>
        </p:nvSpPr>
        <p:spPr>
          <a:xfrm>
            <a:off x="6552653" y="4164464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27" name="anim_to844_0_1">
            <a:extLst>
              <a:ext uri="{FF2B5EF4-FFF2-40B4-BE49-F238E27FC236}">
                <a16:creationId xmlns:a16="http://schemas.microsoft.com/office/drawing/2014/main" id="{C8DC6567-A979-44CA-9F61-0E321F6F1426}"/>
              </a:ext>
            </a:extLst>
          </p:cNvPr>
          <p:cNvSpPr>
            <a:spLocks noGrp="1"/>
          </p:cNvSpPr>
          <p:nvPr/>
        </p:nvSpPr>
        <p:spPr>
          <a:xfrm>
            <a:off x="7184311" y="4164464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28" name="anim_o808_2">
            <a:extLst>
              <a:ext uri="{FF2B5EF4-FFF2-40B4-BE49-F238E27FC236}">
                <a16:creationId xmlns:a16="http://schemas.microsoft.com/office/drawing/2014/main" id="{82F5DA04-EB8C-4CFA-AF5C-6A089A2BEF83}"/>
              </a:ext>
            </a:extLst>
          </p:cNvPr>
          <p:cNvSpPr>
            <a:spLocks noGrp="1"/>
          </p:cNvSpPr>
          <p:nvPr/>
        </p:nvSpPr>
        <p:spPr>
          <a:xfrm>
            <a:off x="5599697" y="2797342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9" name="anim_o813_2">
            <a:extLst>
              <a:ext uri="{FF2B5EF4-FFF2-40B4-BE49-F238E27FC236}">
                <a16:creationId xmlns:a16="http://schemas.microsoft.com/office/drawing/2014/main" id="{B79FBAE2-4D5A-4D35-994C-7E1BFA9774C8}"/>
              </a:ext>
            </a:extLst>
          </p:cNvPr>
          <p:cNvSpPr>
            <a:spLocks noGrp="1"/>
          </p:cNvSpPr>
          <p:nvPr/>
        </p:nvSpPr>
        <p:spPr>
          <a:xfrm>
            <a:off x="6231355" y="2797342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0" name="anim_o817_2">
            <a:extLst>
              <a:ext uri="{FF2B5EF4-FFF2-40B4-BE49-F238E27FC236}">
                <a16:creationId xmlns:a16="http://schemas.microsoft.com/office/drawing/2014/main" id="{D3370AA4-C41A-4FAC-93DE-D96594BF2293}"/>
              </a:ext>
            </a:extLst>
          </p:cNvPr>
          <p:cNvSpPr>
            <a:spLocks noGrp="1"/>
          </p:cNvSpPr>
          <p:nvPr/>
        </p:nvSpPr>
        <p:spPr>
          <a:xfrm>
            <a:off x="6863013" y="2797342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1" name="anim_o821_2">
            <a:extLst>
              <a:ext uri="{FF2B5EF4-FFF2-40B4-BE49-F238E27FC236}">
                <a16:creationId xmlns:a16="http://schemas.microsoft.com/office/drawing/2014/main" id="{BF4C3F24-9958-4A91-BAFB-ACFFF6A1A21E}"/>
              </a:ext>
            </a:extLst>
          </p:cNvPr>
          <p:cNvSpPr>
            <a:spLocks noGrp="1"/>
          </p:cNvSpPr>
          <p:nvPr/>
        </p:nvSpPr>
        <p:spPr>
          <a:xfrm>
            <a:off x="5599697" y="3429000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2" name="anim_o826_2">
            <a:extLst>
              <a:ext uri="{FF2B5EF4-FFF2-40B4-BE49-F238E27FC236}">
                <a16:creationId xmlns:a16="http://schemas.microsoft.com/office/drawing/2014/main" id="{A4A4C14C-6126-4618-9159-8DB96A83953C}"/>
              </a:ext>
            </a:extLst>
          </p:cNvPr>
          <p:cNvSpPr>
            <a:spLocks noGrp="1"/>
          </p:cNvSpPr>
          <p:nvPr/>
        </p:nvSpPr>
        <p:spPr>
          <a:xfrm>
            <a:off x="6231355" y="3429000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3" name="anim_o830_2">
            <a:extLst>
              <a:ext uri="{FF2B5EF4-FFF2-40B4-BE49-F238E27FC236}">
                <a16:creationId xmlns:a16="http://schemas.microsoft.com/office/drawing/2014/main" id="{C18784AB-4063-45B3-A456-B635E4296FD0}"/>
              </a:ext>
            </a:extLst>
          </p:cNvPr>
          <p:cNvSpPr>
            <a:spLocks noGrp="1"/>
          </p:cNvSpPr>
          <p:nvPr/>
        </p:nvSpPr>
        <p:spPr>
          <a:xfrm>
            <a:off x="6863013" y="3429000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4" name="anim_o834_2">
            <a:extLst>
              <a:ext uri="{FF2B5EF4-FFF2-40B4-BE49-F238E27FC236}">
                <a16:creationId xmlns:a16="http://schemas.microsoft.com/office/drawing/2014/main" id="{09C416CF-AE3E-4497-A23E-536CB9E57682}"/>
              </a:ext>
            </a:extLst>
          </p:cNvPr>
          <p:cNvSpPr>
            <a:spLocks noGrp="1"/>
          </p:cNvSpPr>
          <p:nvPr/>
        </p:nvSpPr>
        <p:spPr>
          <a:xfrm>
            <a:off x="5599697" y="4060658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5" name="anim_o839_2">
            <a:extLst>
              <a:ext uri="{FF2B5EF4-FFF2-40B4-BE49-F238E27FC236}">
                <a16:creationId xmlns:a16="http://schemas.microsoft.com/office/drawing/2014/main" id="{ADEDEA10-5BFA-466B-B7DE-B9EE9754C56E}"/>
              </a:ext>
            </a:extLst>
          </p:cNvPr>
          <p:cNvSpPr>
            <a:spLocks noGrp="1"/>
          </p:cNvSpPr>
          <p:nvPr/>
        </p:nvSpPr>
        <p:spPr>
          <a:xfrm>
            <a:off x="6231355" y="4060658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6" name="anim_o843_2">
            <a:extLst>
              <a:ext uri="{FF2B5EF4-FFF2-40B4-BE49-F238E27FC236}">
                <a16:creationId xmlns:a16="http://schemas.microsoft.com/office/drawing/2014/main" id="{FC180D66-E7DD-40CC-94CF-6561EDC65DDA}"/>
              </a:ext>
            </a:extLst>
          </p:cNvPr>
          <p:cNvSpPr>
            <a:spLocks noGrp="1"/>
          </p:cNvSpPr>
          <p:nvPr/>
        </p:nvSpPr>
        <p:spPr>
          <a:xfrm>
            <a:off x="6863013" y="4060658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7" name="anim_to919_0_1">
            <a:extLst>
              <a:ext uri="{FF2B5EF4-FFF2-40B4-BE49-F238E27FC236}">
                <a16:creationId xmlns:a16="http://schemas.microsoft.com/office/drawing/2014/main" id="{86431E09-DE1D-42B1-9B9E-996411854F8C}"/>
              </a:ext>
            </a:extLst>
          </p:cNvPr>
          <p:cNvSpPr>
            <a:spLocks noGrp="1"/>
          </p:cNvSpPr>
          <p:nvPr/>
        </p:nvSpPr>
        <p:spPr>
          <a:xfrm>
            <a:off x="3884156" y="5212022"/>
            <a:ext cx="223245" cy="4207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51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(</a:t>
            </a:r>
          </a:p>
        </p:txBody>
      </p:sp>
      <p:sp>
        <p:nvSpPr>
          <p:cNvPr id="138" name="anim_to926_0_1">
            <a:extLst>
              <a:ext uri="{FF2B5EF4-FFF2-40B4-BE49-F238E27FC236}">
                <a16:creationId xmlns:a16="http://schemas.microsoft.com/office/drawing/2014/main" id="{5EBCBF7A-9365-42E4-91DE-E98FDF10579D}"/>
              </a:ext>
            </a:extLst>
          </p:cNvPr>
          <p:cNvSpPr>
            <a:spLocks noGrp="1"/>
          </p:cNvSpPr>
          <p:nvPr/>
        </p:nvSpPr>
        <p:spPr>
          <a:xfrm>
            <a:off x="4419869" y="5181558"/>
            <a:ext cx="313639" cy="4817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0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139" name="anim_to936_0_1">
            <a:extLst>
              <a:ext uri="{FF2B5EF4-FFF2-40B4-BE49-F238E27FC236}">
                <a16:creationId xmlns:a16="http://schemas.microsoft.com/office/drawing/2014/main" id="{8111D631-CE76-4245-81A5-7315D4FD01D9}"/>
              </a:ext>
            </a:extLst>
          </p:cNvPr>
          <p:cNvSpPr>
            <a:spLocks noGrp="1"/>
          </p:cNvSpPr>
          <p:nvPr/>
        </p:nvSpPr>
        <p:spPr>
          <a:xfrm>
            <a:off x="5314510" y="5212022"/>
            <a:ext cx="223245" cy="4207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51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)</a:t>
            </a:r>
          </a:p>
        </p:txBody>
      </p:sp>
      <p:sp>
        <p:nvSpPr>
          <p:cNvPr id="140" name="anim_to943_0_1">
            <a:extLst>
              <a:ext uri="{FF2B5EF4-FFF2-40B4-BE49-F238E27FC236}">
                <a16:creationId xmlns:a16="http://schemas.microsoft.com/office/drawing/2014/main" id="{A7CC5DFF-BD2F-4FAA-A1BE-948D605DAB02}"/>
              </a:ext>
            </a:extLst>
          </p:cNvPr>
          <p:cNvSpPr>
            <a:spLocks noGrp="1"/>
          </p:cNvSpPr>
          <p:nvPr/>
        </p:nvSpPr>
        <p:spPr>
          <a:xfrm>
            <a:off x="5780769" y="5212022"/>
            <a:ext cx="223245" cy="4207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51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(</a:t>
            </a:r>
          </a:p>
        </p:txBody>
      </p:sp>
      <p:sp>
        <p:nvSpPr>
          <p:cNvPr id="141" name="anim_to950_0_1">
            <a:extLst>
              <a:ext uri="{FF2B5EF4-FFF2-40B4-BE49-F238E27FC236}">
                <a16:creationId xmlns:a16="http://schemas.microsoft.com/office/drawing/2014/main" id="{C7AE12E1-F834-485F-B931-844803624DBE}"/>
              </a:ext>
            </a:extLst>
          </p:cNvPr>
          <p:cNvSpPr>
            <a:spLocks noGrp="1"/>
          </p:cNvSpPr>
          <p:nvPr/>
        </p:nvSpPr>
        <p:spPr>
          <a:xfrm>
            <a:off x="6316482" y="5181558"/>
            <a:ext cx="313639" cy="4817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0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142" name="anim_to959_0_1">
            <a:extLst>
              <a:ext uri="{FF2B5EF4-FFF2-40B4-BE49-F238E27FC236}">
                <a16:creationId xmlns:a16="http://schemas.microsoft.com/office/drawing/2014/main" id="{214B7C12-CF07-4758-A3BA-44C496C83842}"/>
              </a:ext>
            </a:extLst>
          </p:cNvPr>
          <p:cNvSpPr>
            <a:spLocks noGrp="1"/>
          </p:cNvSpPr>
          <p:nvPr/>
        </p:nvSpPr>
        <p:spPr>
          <a:xfrm>
            <a:off x="7027371" y="5212022"/>
            <a:ext cx="223245" cy="4207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51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)</a:t>
            </a:r>
          </a:p>
        </p:txBody>
      </p:sp>
      <p:sp>
        <p:nvSpPr>
          <p:cNvPr id="143" name="anim_to966_0_1">
            <a:extLst>
              <a:ext uri="{FF2B5EF4-FFF2-40B4-BE49-F238E27FC236}">
                <a16:creationId xmlns:a16="http://schemas.microsoft.com/office/drawing/2014/main" id="{CDFC785D-5318-4C4C-BFCA-1758377B3D68}"/>
              </a:ext>
            </a:extLst>
          </p:cNvPr>
          <p:cNvSpPr>
            <a:spLocks noGrp="1"/>
          </p:cNvSpPr>
          <p:nvPr/>
        </p:nvSpPr>
        <p:spPr>
          <a:xfrm>
            <a:off x="7585506" y="5212022"/>
            <a:ext cx="223245" cy="4207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51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(</a:t>
            </a:r>
          </a:p>
        </p:txBody>
      </p:sp>
      <p:sp>
        <p:nvSpPr>
          <p:cNvPr id="144" name="anim_to973_0_1">
            <a:extLst>
              <a:ext uri="{FF2B5EF4-FFF2-40B4-BE49-F238E27FC236}">
                <a16:creationId xmlns:a16="http://schemas.microsoft.com/office/drawing/2014/main" id="{4183AE07-22DA-4267-8513-760956950162}"/>
              </a:ext>
            </a:extLst>
          </p:cNvPr>
          <p:cNvSpPr>
            <a:spLocks noGrp="1"/>
          </p:cNvSpPr>
          <p:nvPr/>
        </p:nvSpPr>
        <p:spPr>
          <a:xfrm>
            <a:off x="8121219" y="5181558"/>
            <a:ext cx="313639" cy="4817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0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145" name="anim_to982_0_1">
            <a:extLst>
              <a:ext uri="{FF2B5EF4-FFF2-40B4-BE49-F238E27FC236}">
                <a16:creationId xmlns:a16="http://schemas.microsoft.com/office/drawing/2014/main" id="{6FBCF30C-975A-4AA4-851C-0A388A3EB1B8}"/>
              </a:ext>
            </a:extLst>
          </p:cNvPr>
          <p:cNvSpPr>
            <a:spLocks noGrp="1"/>
          </p:cNvSpPr>
          <p:nvPr/>
        </p:nvSpPr>
        <p:spPr>
          <a:xfrm>
            <a:off x="8832107" y="5212022"/>
            <a:ext cx="223245" cy="4207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51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)</a:t>
            </a:r>
          </a:p>
        </p:txBody>
      </p:sp>
      <p:sp>
        <p:nvSpPr>
          <p:cNvPr id="146" name="anim_to985_0_1">
            <a:extLst>
              <a:ext uri="{FF2B5EF4-FFF2-40B4-BE49-F238E27FC236}">
                <a16:creationId xmlns:a16="http://schemas.microsoft.com/office/drawing/2014/main" id="{9D476497-F7E3-442D-B75F-5AFBDA0C7CFB}"/>
              </a:ext>
            </a:extLst>
          </p:cNvPr>
          <p:cNvSpPr>
            <a:spLocks noGrp="1"/>
          </p:cNvSpPr>
          <p:nvPr/>
        </p:nvSpPr>
        <p:spPr>
          <a:xfrm>
            <a:off x="3884156" y="5704223"/>
            <a:ext cx="223245" cy="4207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51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(</a:t>
            </a:r>
          </a:p>
        </p:txBody>
      </p:sp>
      <p:sp>
        <p:nvSpPr>
          <p:cNvPr id="147" name="anim_to992_0_1">
            <a:extLst>
              <a:ext uri="{FF2B5EF4-FFF2-40B4-BE49-F238E27FC236}">
                <a16:creationId xmlns:a16="http://schemas.microsoft.com/office/drawing/2014/main" id="{5FCB1FC4-2B44-416E-8E24-9BE5B031EA97}"/>
              </a:ext>
            </a:extLst>
          </p:cNvPr>
          <p:cNvSpPr>
            <a:spLocks noGrp="1"/>
          </p:cNvSpPr>
          <p:nvPr/>
        </p:nvSpPr>
        <p:spPr>
          <a:xfrm>
            <a:off x="4419869" y="5673759"/>
            <a:ext cx="313639" cy="4817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0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148" name="anim_to1002_0_1">
            <a:extLst>
              <a:ext uri="{FF2B5EF4-FFF2-40B4-BE49-F238E27FC236}">
                <a16:creationId xmlns:a16="http://schemas.microsoft.com/office/drawing/2014/main" id="{40C46E38-2A72-44DB-A1C3-BF194E5FA992}"/>
              </a:ext>
            </a:extLst>
          </p:cNvPr>
          <p:cNvSpPr>
            <a:spLocks noGrp="1"/>
          </p:cNvSpPr>
          <p:nvPr/>
        </p:nvSpPr>
        <p:spPr>
          <a:xfrm>
            <a:off x="5314510" y="5704223"/>
            <a:ext cx="223245" cy="4207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51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)</a:t>
            </a:r>
          </a:p>
        </p:txBody>
      </p:sp>
      <p:sp>
        <p:nvSpPr>
          <p:cNvPr id="149" name="anim_to1009_0_1">
            <a:extLst>
              <a:ext uri="{FF2B5EF4-FFF2-40B4-BE49-F238E27FC236}">
                <a16:creationId xmlns:a16="http://schemas.microsoft.com/office/drawing/2014/main" id="{191572B9-2102-416B-9320-2370F532F07E}"/>
              </a:ext>
            </a:extLst>
          </p:cNvPr>
          <p:cNvSpPr>
            <a:spLocks noGrp="1"/>
          </p:cNvSpPr>
          <p:nvPr/>
        </p:nvSpPr>
        <p:spPr>
          <a:xfrm>
            <a:off x="5780769" y="5704223"/>
            <a:ext cx="223245" cy="4207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51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(</a:t>
            </a:r>
          </a:p>
        </p:txBody>
      </p:sp>
      <p:sp>
        <p:nvSpPr>
          <p:cNvPr id="150" name="anim_to1016_0_1">
            <a:extLst>
              <a:ext uri="{FF2B5EF4-FFF2-40B4-BE49-F238E27FC236}">
                <a16:creationId xmlns:a16="http://schemas.microsoft.com/office/drawing/2014/main" id="{0DD3F958-7CAD-4B38-8DB0-6DDB399A8875}"/>
              </a:ext>
            </a:extLst>
          </p:cNvPr>
          <p:cNvSpPr>
            <a:spLocks noGrp="1"/>
          </p:cNvSpPr>
          <p:nvPr/>
        </p:nvSpPr>
        <p:spPr>
          <a:xfrm>
            <a:off x="6316482" y="5673759"/>
            <a:ext cx="313639" cy="4817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0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151" name="anim_to1025_0_1">
            <a:extLst>
              <a:ext uri="{FF2B5EF4-FFF2-40B4-BE49-F238E27FC236}">
                <a16:creationId xmlns:a16="http://schemas.microsoft.com/office/drawing/2014/main" id="{A8EBA90B-C0E0-40F6-906C-8B1CBFC70E10}"/>
              </a:ext>
            </a:extLst>
          </p:cNvPr>
          <p:cNvSpPr>
            <a:spLocks noGrp="1"/>
          </p:cNvSpPr>
          <p:nvPr/>
        </p:nvSpPr>
        <p:spPr>
          <a:xfrm>
            <a:off x="7027371" y="5704223"/>
            <a:ext cx="223245" cy="4207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51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)</a:t>
            </a:r>
          </a:p>
        </p:txBody>
      </p:sp>
      <p:sp>
        <p:nvSpPr>
          <p:cNvPr id="152" name="anim_to1032_0_1">
            <a:extLst>
              <a:ext uri="{FF2B5EF4-FFF2-40B4-BE49-F238E27FC236}">
                <a16:creationId xmlns:a16="http://schemas.microsoft.com/office/drawing/2014/main" id="{C0FC2F18-10F7-49FB-A66F-E103D354BBEC}"/>
              </a:ext>
            </a:extLst>
          </p:cNvPr>
          <p:cNvSpPr>
            <a:spLocks noGrp="1"/>
          </p:cNvSpPr>
          <p:nvPr/>
        </p:nvSpPr>
        <p:spPr>
          <a:xfrm>
            <a:off x="7585506" y="5704223"/>
            <a:ext cx="223245" cy="4207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51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(</a:t>
            </a:r>
          </a:p>
        </p:txBody>
      </p:sp>
      <p:sp>
        <p:nvSpPr>
          <p:cNvPr id="153" name="anim_to1039_0_1">
            <a:extLst>
              <a:ext uri="{FF2B5EF4-FFF2-40B4-BE49-F238E27FC236}">
                <a16:creationId xmlns:a16="http://schemas.microsoft.com/office/drawing/2014/main" id="{F5324161-99EF-47D8-9A4D-877AFCC67A75}"/>
              </a:ext>
            </a:extLst>
          </p:cNvPr>
          <p:cNvSpPr>
            <a:spLocks noGrp="1"/>
          </p:cNvSpPr>
          <p:nvPr/>
        </p:nvSpPr>
        <p:spPr>
          <a:xfrm>
            <a:off x="8121219" y="5673759"/>
            <a:ext cx="313639" cy="4817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0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154" name="anim_to1048_0_1">
            <a:extLst>
              <a:ext uri="{FF2B5EF4-FFF2-40B4-BE49-F238E27FC236}">
                <a16:creationId xmlns:a16="http://schemas.microsoft.com/office/drawing/2014/main" id="{666A019D-12DC-48F2-A0AD-6354FDF88917}"/>
              </a:ext>
            </a:extLst>
          </p:cNvPr>
          <p:cNvSpPr>
            <a:spLocks noGrp="1"/>
          </p:cNvSpPr>
          <p:nvPr/>
        </p:nvSpPr>
        <p:spPr>
          <a:xfrm>
            <a:off x="8832107" y="5704223"/>
            <a:ext cx="223245" cy="4207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51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)</a:t>
            </a:r>
          </a:p>
        </p:txBody>
      </p:sp>
      <p:sp>
        <p:nvSpPr>
          <p:cNvPr id="155" name="anim_to1051_0_1">
            <a:extLst>
              <a:ext uri="{FF2B5EF4-FFF2-40B4-BE49-F238E27FC236}">
                <a16:creationId xmlns:a16="http://schemas.microsoft.com/office/drawing/2014/main" id="{F3151AE2-51ED-4844-88C9-B16F4355F62F}"/>
              </a:ext>
            </a:extLst>
          </p:cNvPr>
          <p:cNvSpPr>
            <a:spLocks noGrp="1"/>
          </p:cNvSpPr>
          <p:nvPr/>
        </p:nvSpPr>
        <p:spPr>
          <a:xfrm>
            <a:off x="3884156" y="6196424"/>
            <a:ext cx="223245" cy="4207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51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(</a:t>
            </a:r>
          </a:p>
        </p:txBody>
      </p:sp>
      <p:sp>
        <p:nvSpPr>
          <p:cNvPr id="156" name="anim_to1058_0_1">
            <a:extLst>
              <a:ext uri="{FF2B5EF4-FFF2-40B4-BE49-F238E27FC236}">
                <a16:creationId xmlns:a16="http://schemas.microsoft.com/office/drawing/2014/main" id="{7031EFEC-228F-4A73-99BA-D573B1E14F4B}"/>
              </a:ext>
            </a:extLst>
          </p:cNvPr>
          <p:cNvSpPr>
            <a:spLocks noGrp="1"/>
          </p:cNvSpPr>
          <p:nvPr/>
        </p:nvSpPr>
        <p:spPr>
          <a:xfrm>
            <a:off x="4419869" y="6165960"/>
            <a:ext cx="313639" cy="4817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0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157" name="anim_to1068_0_1">
            <a:extLst>
              <a:ext uri="{FF2B5EF4-FFF2-40B4-BE49-F238E27FC236}">
                <a16:creationId xmlns:a16="http://schemas.microsoft.com/office/drawing/2014/main" id="{49A1F35C-B3F5-410F-959C-FDFB757860E3}"/>
              </a:ext>
            </a:extLst>
          </p:cNvPr>
          <p:cNvSpPr>
            <a:spLocks noGrp="1"/>
          </p:cNvSpPr>
          <p:nvPr/>
        </p:nvSpPr>
        <p:spPr>
          <a:xfrm>
            <a:off x="5314510" y="6196424"/>
            <a:ext cx="223245" cy="4207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51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)</a:t>
            </a:r>
          </a:p>
        </p:txBody>
      </p:sp>
      <p:sp>
        <p:nvSpPr>
          <p:cNvPr id="158" name="anim_to1075_0_1">
            <a:extLst>
              <a:ext uri="{FF2B5EF4-FFF2-40B4-BE49-F238E27FC236}">
                <a16:creationId xmlns:a16="http://schemas.microsoft.com/office/drawing/2014/main" id="{559D7AB2-09A5-4533-9DE6-8AB8F3BCDDF7}"/>
              </a:ext>
            </a:extLst>
          </p:cNvPr>
          <p:cNvSpPr>
            <a:spLocks noGrp="1"/>
          </p:cNvSpPr>
          <p:nvPr/>
        </p:nvSpPr>
        <p:spPr>
          <a:xfrm>
            <a:off x="5780769" y="6196424"/>
            <a:ext cx="223245" cy="4207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51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(</a:t>
            </a:r>
          </a:p>
        </p:txBody>
      </p:sp>
      <p:sp>
        <p:nvSpPr>
          <p:cNvPr id="159" name="anim_to1082_0_1">
            <a:extLst>
              <a:ext uri="{FF2B5EF4-FFF2-40B4-BE49-F238E27FC236}">
                <a16:creationId xmlns:a16="http://schemas.microsoft.com/office/drawing/2014/main" id="{037CB76D-1AC0-4AC0-8942-32474E7B8867}"/>
              </a:ext>
            </a:extLst>
          </p:cNvPr>
          <p:cNvSpPr>
            <a:spLocks noGrp="1"/>
          </p:cNvSpPr>
          <p:nvPr/>
        </p:nvSpPr>
        <p:spPr>
          <a:xfrm>
            <a:off x="6316482" y="6165960"/>
            <a:ext cx="313639" cy="4817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0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160" name="anim_to1091_0_1">
            <a:extLst>
              <a:ext uri="{FF2B5EF4-FFF2-40B4-BE49-F238E27FC236}">
                <a16:creationId xmlns:a16="http://schemas.microsoft.com/office/drawing/2014/main" id="{B396B5EA-8F33-4EF5-9584-829ACF1E03D7}"/>
              </a:ext>
            </a:extLst>
          </p:cNvPr>
          <p:cNvSpPr>
            <a:spLocks noGrp="1"/>
          </p:cNvSpPr>
          <p:nvPr/>
        </p:nvSpPr>
        <p:spPr>
          <a:xfrm>
            <a:off x="7027371" y="6196424"/>
            <a:ext cx="223245" cy="4207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51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)</a:t>
            </a:r>
          </a:p>
        </p:txBody>
      </p:sp>
      <p:sp>
        <p:nvSpPr>
          <p:cNvPr id="161" name="anim_to1098_0_1">
            <a:extLst>
              <a:ext uri="{FF2B5EF4-FFF2-40B4-BE49-F238E27FC236}">
                <a16:creationId xmlns:a16="http://schemas.microsoft.com/office/drawing/2014/main" id="{A755A22B-2622-41EB-9280-3C722E45318F}"/>
              </a:ext>
            </a:extLst>
          </p:cNvPr>
          <p:cNvSpPr>
            <a:spLocks noGrp="1"/>
          </p:cNvSpPr>
          <p:nvPr/>
        </p:nvSpPr>
        <p:spPr>
          <a:xfrm>
            <a:off x="7585506" y="6196424"/>
            <a:ext cx="223245" cy="4207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51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(</a:t>
            </a:r>
          </a:p>
        </p:txBody>
      </p:sp>
      <p:sp>
        <p:nvSpPr>
          <p:cNvPr id="162" name="anim_to1105_0_1">
            <a:extLst>
              <a:ext uri="{FF2B5EF4-FFF2-40B4-BE49-F238E27FC236}">
                <a16:creationId xmlns:a16="http://schemas.microsoft.com/office/drawing/2014/main" id="{45BD0775-F7AA-4737-9668-6E1FAEAF6D70}"/>
              </a:ext>
            </a:extLst>
          </p:cNvPr>
          <p:cNvSpPr>
            <a:spLocks noGrp="1"/>
          </p:cNvSpPr>
          <p:nvPr/>
        </p:nvSpPr>
        <p:spPr>
          <a:xfrm>
            <a:off x="8121219" y="6165960"/>
            <a:ext cx="313639" cy="4817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0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163" name="anim_to1114_0_1">
            <a:extLst>
              <a:ext uri="{FF2B5EF4-FFF2-40B4-BE49-F238E27FC236}">
                <a16:creationId xmlns:a16="http://schemas.microsoft.com/office/drawing/2014/main" id="{F5BF6115-B91A-45D2-B83A-48CEE09B811C}"/>
              </a:ext>
            </a:extLst>
          </p:cNvPr>
          <p:cNvSpPr>
            <a:spLocks noGrp="1"/>
          </p:cNvSpPr>
          <p:nvPr/>
        </p:nvSpPr>
        <p:spPr>
          <a:xfrm>
            <a:off x="8832107" y="6196424"/>
            <a:ext cx="223245" cy="4207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5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51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)</a:t>
            </a:r>
          </a:p>
        </p:txBody>
      </p:sp>
      <p:sp>
        <p:nvSpPr>
          <p:cNvPr id="164" name="anim_to921_0_1">
            <a:extLst>
              <a:ext uri="{FF2B5EF4-FFF2-40B4-BE49-F238E27FC236}">
                <a16:creationId xmlns:a16="http://schemas.microsoft.com/office/drawing/2014/main" id="{0C322FB2-BB51-46B9-AA4C-C10B1221EBF1}"/>
              </a:ext>
            </a:extLst>
          </p:cNvPr>
          <p:cNvSpPr>
            <a:spLocks noGrp="1"/>
          </p:cNvSpPr>
          <p:nvPr/>
        </p:nvSpPr>
        <p:spPr>
          <a:xfrm>
            <a:off x="1466350" y="1505690"/>
            <a:ext cx="221853" cy="4176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3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3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3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165" name="anim_to933_0_1">
            <a:extLst>
              <a:ext uri="{FF2B5EF4-FFF2-40B4-BE49-F238E27FC236}">
                <a16:creationId xmlns:a16="http://schemas.microsoft.com/office/drawing/2014/main" id="{2574C7F1-A239-4BC9-8B7B-1A6D42069C87}"/>
              </a:ext>
            </a:extLst>
          </p:cNvPr>
          <p:cNvSpPr>
            <a:spLocks noGrp="1"/>
          </p:cNvSpPr>
          <p:nvPr/>
        </p:nvSpPr>
        <p:spPr>
          <a:xfrm>
            <a:off x="1571354" y="1505690"/>
            <a:ext cx="405606" cy="4176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31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31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pPr>
            <a:r>
              <a:rPr sz="2631" b="1">
                <a:solidFill>
                  <a:srgbClr val="FFFF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66" name="anim_to945_0_1">
            <a:extLst>
              <a:ext uri="{FF2B5EF4-FFF2-40B4-BE49-F238E27FC236}">
                <a16:creationId xmlns:a16="http://schemas.microsoft.com/office/drawing/2014/main" id="{E0C7BB95-604B-464E-931D-850076FED8CF}"/>
              </a:ext>
            </a:extLst>
          </p:cNvPr>
          <p:cNvSpPr>
            <a:spLocks noGrp="1"/>
          </p:cNvSpPr>
          <p:nvPr/>
        </p:nvSpPr>
        <p:spPr>
          <a:xfrm>
            <a:off x="2040584" y="1505690"/>
            <a:ext cx="221853" cy="4176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3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3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3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167" name="anim_to957_0_1">
            <a:extLst>
              <a:ext uri="{FF2B5EF4-FFF2-40B4-BE49-F238E27FC236}">
                <a16:creationId xmlns:a16="http://schemas.microsoft.com/office/drawing/2014/main" id="{E29207E9-8C77-451F-AF68-D42AFD2232D0}"/>
              </a:ext>
            </a:extLst>
          </p:cNvPr>
          <p:cNvSpPr>
            <a:spLocks noGrp="1"/>
          </p:cNvSpPr>
          <p:nvPr/>
        </p:nvSpPr>
        <p:spPr>
          <a:xfrm>
            <a:off x="2237465" y="1505690"/>
            <a:ext cx="221853" cy="4176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31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31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pPr>
            <a:r>
              <a:rPr sz="2631" b="1">
                <a:solidFill>
                  <a:srgbClr val="FFFF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68" name="anim_to968_0_1">
            <a:extLst>
              <a:ext uri="{FF2B5EF4-FFF2-40B4-BE49-F238E27FC236}">
                <a16:creationId xmlns:a16="http://schemas.microsoft.com/office/drawing/2014/main" id="{E5AEBD9E-53BE-41BE-9521-6E0FD185B59E}"/>
              </a:ext>
            </a:extLst>
          </p:cNvPr>
          <p:cNvSpPr>
            <a:spLocks noGrp="1"/>
          </p:cNvSpPr>
          <p:nvPr/>
        </p:nvSpPr>
        <p:spPr>
          <a:xfrm>
            <a:off x="2614819" y="1505690"/>
            <a:ext cx="221853" cy="4176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3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3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3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169" name="anim_to980_0_1">
            <a:extLst>
              <a:ext uri="{FF2B5EF4-FFF2-40B4-BE49-F238E27FC236}">
                <a16:creationId xmlns:a16="http://schemas.microsoft.com/office/drawing/2014/main" id="{1B304C25-B3A1-401B-9174-37B131228C1E}"/>
              </a:ext>
            </a:extLst>
          </p:cNvPr>
          <p:cNvSpPr>
            <a:spLocks noGrp="1"/>
          </p:cNvSpPr>
          <p:nvPr/>
        </p:nvSpPr>
        <p:spPr>
          <a:xfrm>
            <a:off x="2811699" y="1505690"/>
            <a:ext cx="221853" cy="4176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31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31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pPr>
            <a:r>
              <a:rPr sz="2631" b="1">
                <a:solidFill>
                  <a:srgbClr val="FFFF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70" name="anim_to987_0_1">
            <a:extLst>
              <a:ext uri="{FF2B5EF4-FFF2-40B4-BE49-F238E27FC236}">
                <a16:creationId xmlns:a16="http://schemas.microsoft.com/office/drawing/2014/main" id="{49AD403E-156F-40A6-B3DA-D8D0EDF7A7FC}"/>
              </a:ext>
            </a:extLst>
          </p:cNvPr>
          <p:cNvSpPr>
            <a:spLocks noGrp="1"/>
          </p:cNvSpPr>
          <p:nvPr/>
        </p:nvSpPr>
        <p:spPr>
          <a:xfrm>
            <a:off x="1466350" y="2079924"/>
            <a:ext cx="221853" cy="4176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3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3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3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71" name="anim_to999_0_1">
            <a:extLst>
              <a:ext uri="{FF2B5EF4-FFF2-40B4-BE49-F238E27FC236}">
                <a16:creationId xmlns:a16="http://schemas.microsoft.com/office/drawing/2014/main" id="{2D9B2FC8-15F7-4B20-A4E3-EBFF442B8C6F}"/>
              </a:ext>
            </a:extLst>
          </p:cNvPr>
          <p:cNvSpPr>
            <a:spLocks noGrp="1"/>
          </p:cNvSpPr>
          <p:nvPr/>
        </p:nvSpPr>
        <p:spPr>
          <a:xfrm>
            <a:off x="1571354" y="2079924"/>
            <a:ext cx="405606" cy="4176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31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31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pPr>
            <a:r>
              <a:rPr sz="2631" b="1">
                <a:solidFill>
                  <a:srgbClr val="FFFF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72" name="anim_to1011_0_1">
            <a:extLst>
              <a:ext uri="{FF2B5EF4-FFF2-40B4-BE49-F238E27FC236}">
                <a16:creationId xmlns:a16="http://schemas.microsoft.com/office/drawing/2014/main" id="{EBE331B5-CE0B-4998-9FE5-537EF671265D}"/>
              </a:ext>
            </a:extLst>
          </p:cNvPr>
          <p:cNvSpPr>
            <a:spLocks noGrp="1"/>
          </p:cNvSpPr>
          <p:nvPr/>
        </p:nvSpPr>
        <p:spPr>
          <a:xfrm>
            <a:off x="2040584" y="2079924"/>
            <a:ext cx="221853" cy="4176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3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3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3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173" name="anim_to1023_0_1">
            <a:extLst>
              <a:ext uri="{FF2B5EF4-FFF2-40B4-BE49-F238E27FC236}">
                <a16:creationId xmlns:a16="http://schemas.microsoft.com/office/drawing/2014/main" id="{596D1735-E032-459E-9B6A-163479884FAE}"/>
              </a:ext>
            </a:extLst>
          </p:cNvPr>
          <p:cNvSpPr>
            <a:spLocks noGrp="1"/>
          </p:cNvSpPr>
          <p:nvPr/>
        </p:nvSpPr>
        <p:spPr>
          <a:xfrm>
            <a:off x="2237465" y="2079924"/>
            <a:ext cx="221853" cy="4176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31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31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pPr>
            <a:r>
              <a:rPr sz="2631" b="1">
                <a:solidFill>
                  <a:srgbClr val="FFFF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74" name="anim_to1034_0_1">
            <a:extLst>
              <a:ext uri="{FF2B5EF4-FFF2-40B4-BE49-F238E27FC236}">
                <a16:creationId xmlns:a16="http://schemas.microsoft.com/office/drawing/2014/main" id="{80B7930B-7BC2-4EE9-B57B-F4572DFA9A95}"/>
              </a:ext>
            </a:extLst>
          </p:cNvPr>
          <p:cNvSpPr>
            <a:spLocks noGrp="1"/>
          </p:cNvSpPr>
          <p:nvPr/>
        </p:nvSpPr>
        <p:spPr>
          <a:xfrm>
            <a:off x="2614819" y="2079924"/>
            <a:ext cx="221853" cy="4176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3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3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3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175" name="anim_to1046_0_1">
            <a:extLst>
              <a:ext uri="{FF2B5EF4-FFF2-40B4-BE49-F238E27FC236}">
                <a16:creationId xmlns:a16="http://schemas.microsoft.com/office/drawing/2014/main" id="{F3950F26-617F-4610-B2BC-DE73EAAA7C06}"/>
              </a:ext>
            </a:extLst>
          </p:cNvPr>
          <p:cNvSpPr>
            <a:spLocks noGrp="1"/>
          </p:cNvSpPr>
          <p:nvPr/>
        </p:nvSpPr>
        <p:spPr>
          <a:xfrm>
            <a:off x="2811699" y="2079924"/>
            <a:ext cx="221853" cy="4176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31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31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pPr>
            <a:r>
              <a:rPr sz="2631" b="1">
                <a:solidFill>
                  <a:srgbClr val="FFFF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76" name="anim_to1053_0_1">
            <a:extLst>
              <a:ext uri="{FF2B5EF4-FFF2-40B4-BE49-F238E27FC236}">
                <a16:creationId xmlns:a16="http://schemas.microsoft.com/office/drawing/2014/main" id="{4E7FF94D-FF7F-42C6-A43B-BA144936D652}"/>
              </a:ext>
            </a:extLst>
          </p:cNvPr>
          <p:cNvSpPr>
            <a:spLocks noGrp="1"/>
          </p:cNvSpPr>
          <p:nvPr/>
        </p:nvSpPr>
        <p:spPr>
          <a:xfrm>
            <a:off x="1466350" y="2654159"/>
            <a:ext cx="221853" cy="4176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3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3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3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177" name="anim_to1065_0_1">
            <a:extLst>
              <a:ext uri="{FF2B5EF4-FFF2-40B4-BE49-F238E27FC236}">
                <a16:creationId xmlns:a16="http://schemas.microsoft.com/office/drawing/2014/main" id="{23187390-CF65-4F7E-9448-0313B3F2092E}"/>
              </a:ext>
            </a:extLst>
          </p:cNvPr>
          <p:cNvSpPr>
            <a:spLocks noGrp="1"/>
          </p:cNvSpPr>
          <p:nvPr/>
        </p:nvSpPr>
        <p:spPr>
          <a:xfrm>
            <a:off x="1571354" y="2654159"/>
            <a:ext cx="405606" cy="4176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31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31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pPr>
            <a:r>
              <a:rPr sz="2631" b="1">
                <a:solidFill>
                  <a:srgbClr val="FFFF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78" name="anim_to1077_0_1">
            <a:extLst>
              <a:ext uri="{FF2B5EF4-FFF2-40B4-BE49-F238E27FC236}">
                <a16:creationId xmlns:a16="http://schemas.microsoft.com/office/drawing/2014/main" id="{9EF3AFF1-BEA9-4350-86BF-B9720428BFB8}"/>
              </a:ext>
            </a:extLst>
          </p:cNvPr>
          <p:cNvSpPr>
            <a:spLocks noGrp="1"/>
          </p:cNvSpPr>
          <p:nvPr/>
        </p:nvSpPr>
        <p:spPr>
          <a:xfrm>
            <a:off x="2040584" y="2654159"/>
            <a:ext cx="221853" cy="4176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3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3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3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79" name="anim_to1089_0_1">
            <a:extLst>
              <a:ext uri="{FF2B5EF4-FFF2-40B4-BE49-F238E27FC236}">
                <a16:creationId xmlns:a16="http://schemas.microsoft.com/office/drawing/2014/main" id="{319D83DB-E32E-46E3-AA69-A09EE2CF6662}"/>
              </a:ext>
            </a:extLst>
          </p:cNvPr>
          <p:cNvSpPr>
            <a:spLocks noGrp="1"/>
          </p:cNvSpPr>
          <p:nvPr/>
        </p:nvSpPr>
        <p:spPr>
          <a:xfrm>
            <a:off x="2237465" y="2654159"/>
            <a:ext cx="221853" cy="4176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31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31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pPr>
            <a:r>
              <a:rPr sz="2631" b="1">
                <a:solidFill>
                  <a:srgbClr val="FFFF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80" name="anim_to1100_0_1">
            <a:extLst>
              <a:ext uri="{FF2B5EF4-FFF2-40B4-BE49-F238E27FC236}">
                <a16:creationId xmlns:a16="http://schemas.microsoft.com/office/drawing/2014/main" id="{B0C87DC2-1E5A-4DA9-9DF6-68413F3F56CF}"/>
              </a:ext>
            </a:extLst>
          </p:cNvPr>
          <p:cNvSpPr>
            <a:spLocks noGrp="1"/>
          </p:cNvSpPr>
          <p:nvPr/>
        </p:nvSpPr>
        <p:spPr>
          <a:xfrm>
            <a:off x="2614819" y="2654159"/>
            <a:ext cx="221853" cy="4176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3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3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3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181" name="anim_to1112_0_1">
            <a:extLst>
              <a:ext uri="{FF2B5EF4-FFF2-40B4-BE49-F238E27FC236}">
                <a16:creationId xmlns:a16="http://schemas.microsoft.com/office/drawing/2014/main" id="{E43D9C52-1A61-45BC-80AE-476A4A014D25}"/>
              </a:ext>
            </a:extLst>
          </p:cNvPr>
          <p:cNvSpPr>
            <a:spLocks noGrp="1"/>
          </p:cNvSpPr>
          <p:nvPr/>
        </p:nvSpPr>
        <p:spPr>
          <a:xfrm>
            <a:off x="2811699" y="2654159"/>
            <a:ext cx="221853" cy="4176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31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31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pPr>
            <a:r>
              <a:rPr sz="2631" b="1">
                <a:solidFill>
                  <a:srgbClr val="FFFF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82" name="anim_to940_0_1">
            <a:extLst>
              <a:ext uri="{FF2B5EF4-FFF2-40B4-BE49-F238E27FC236}">
                <a16:creationId xmlns:a16="http://schemas.microsoft.com/office/drawing/2014/main" id="{B5A0B20B-443D-4CC0-8BD1-1518AEA016EE}"/>
              </a:ext>
            </a:extLst>
          </p:cNvPr>
          <p:cNvSpPr>
            <a:spLocks noGrp="1"/>
          </p:cNvSpPr>
          <p:nvPr/>
        </p:nvSpPr>
        <p:spPr>
          <a:xfrm>
            <a:off x="5512592" y="5286278"/>
            <a:ext cx="201463" cy="27227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15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15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15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183" name="anim_to963_0_1">
            <a:extLst>
              <a:ext uri="{FF2B5EF4-FFF2-40B4-BE49-F238E27FC236}">
                <a16:creationId xmlns:a16="http://schemas.microsoft.com/office/drawing/2014/main" id="{F4C1C0E0-3675-4FDA-B8B2-772DC435D734}"/>
              </a:ext>
            </a:extLst>
          </p:cNvPr>
          <p:cNvSpPr>
            <a:spLocks noGrp="1"/>
          </p:cNvSpPr>
          <p:nvPr/>
        </p:nvSpPr>
        <p:spPr>
          <a:xfrm>
            <a:off x="7317329" y="5286278"/>
            <a:ext cx="201463" cy="27227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15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15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15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184" name="anim_to1006_0_1">
            <a:extLst>
              <a:ext uri="{FF2B5EF4-FFF2-40B4-BE49-F238E27FC236}">
                <a16:creationId xmlns:a16="http://schemas.microsoft.com/office/drawing/2014/main" id="{5AC199C0-71F4-439F-BB9D-EA9145122998}"/>
              </a:ext>
            </a:extLst>
          </p:cNvPr>
          <p:cNvSpPr>
            <a:spLocks noGrp="1"/>
          </p:cNvSpPr>
          <p:nvPr/>
        </p:nvSpPr>
        <p:spPr>
          <a:xfrm>
            <a:off x="5512592" y="5778479"/>
            <a:ext cx="201463" cy="27227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15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15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15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185" name="anim_to1029_0_1">
            <a:extLst>
              <a:ext uri="{FF2B5EF4-FFF2-40B4-BE49-F238E27FC236}">
                <a16:creationId xmlns:a16="http://schemas.microsoft.com/office/drawing/2014/main" id="{A2E048CA-CA95-4712-8059-47D59FD64646}"/>
              </a:ext>
            </a:extLst>
          </p:cNvPr>
          <p:cNvSpPr>
            <a:spLocks noGrp="1"/>
          </p:cNvSpPr>
          <p:nvPr/>
        </p:nvSpPr>
        <p:spPr>
          <a:xfrm>
            <a:off x="7317329" y="5778479"/>
            <a:ext cx="201463" cy="27227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15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15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15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186" name="anim_to1072_0_1">
            <a:extLst>
              <a:ext uri="{FF2B5EF4-FFF2-40B4-BE49-F238E27FC236}">
                <a16:creationId xmlns:a16="http://schemas.microsoft.com/office/drawing/2014/main" id="{4B15002F-0C70-4EEC-AA41-BC54898CE171}"/>
              </a:ext>
            </a:extLst>
          </p:cNvPr>
          <p:cNvSpPr>
            <a:spLocks noGrp="1"/>
          </p:cNvSpPr>
          <p:nvPr/>
        </p:nvSpPr>
        <p:spPr>
          <a:xfrm>
            <a:off x="5512592" y="6270680"/>
            <a:ext cx="201463" cy="27227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15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15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15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187" name="anim_to1095_0_1">
            <a:extLst>
              <a:ext uri="{FF2B5EF4-FFF2-40B4-BE49-F238E27FC236}">
                <a16:creationId xmlns:a16="http://schemas.microsoft.com/office/drawing/2014/main" id="{428FB656-2660-4ABB-89AA-3E79E0D273EB}"/>
              </a:ext>
            </a:extLst>
          </p:cNvPr>
          <p:cNvSpPr>
            <a:spLocks noGrp="1"/>
          </p:cNvSpPr>
          <p:nvPr/>
        </p:nvSpPr>
        <p:spPr>
          <a:xfrm>
            <a:off x="7317329" y="6270680"/>
            <a:ext cx="201463" cy="27227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15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15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15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188" name="anim_to1118_0_1">
            <a:extLst>
              <a:ext uri="{FF2B5EF4-FFF2-40B4-BE49-F238E27FC236}">
                <a16:creationId xmlns:a16="http://schemas.microsoft.com/office/drawing/2014/main" id="{DE931E22-39CF-4B35-8822-9124687403D7}"/>
              </a:ext>
            </a:extLst>
          </p:cNvPr>
          <p:cNvSpPr>
            <a:spLocks noGrp="1"/>
          </p:cNvSpPr>
          <p:nvPr/>
        </p:nvSpPr>
        <p:spPr>
          <a:xfrm>
            <a:off x="6125603" y="5175748"/>
            <a:ext cx="688303" cy="147773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930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930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930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89" name="anim_to1120_0_1">
            <a:extLst>
              <a:ext uri="{FF2B5EF4-FFF2-40B4-BE49-F238E27FC236}">
                <a16:creationId xmlns:a16="http://schemas.microsoft.com/office/drawing/2014/main" id="{6D807D23-13BD-4E77-B8AF-CABA6EE18B83}"/>
              </a:ext>
            </a:extLst>
          </p:cNvPr>
          <p:cNvSpPr>
            <a:spLocks noGrp="1"/>
          </p:cNvSpPr>
          <p:nvPr/>
        </p:nvSpPr>
        <p:spPr>
          <a:xfrm>
            <a:off x="9142451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</p:spTree>
    <p:extLst>
      <p:ext uri="{BB962C8B-B14F-4D97-AF65-F5344CB8AC3E}">
        <p14:creationId xmlns:p14="http://schemas.microsoft.com/office/powerpoint/2010/main" val="12785698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8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8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8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800"/>
                            </p:stCondLst>
                            <p:childTnLst>
                              <p:par>
                                <p:cTn id="15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1300"/>
                            </p:stCondLst>
                            <p:childTnLst>
                              <p:par>
                                <p:cTn id="70" presetID="63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48684 -0.1381579 E" pathEditMode="relative" ptsTypes="">
                                      <p:cBhvr>
                                        <p:cTn id="71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48684 -0.1381579 E" pathEditMode="relative" ptsTypes="">
                                      <p:cBhvr>
                                        <p:cTn id="73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48684 -0.1381579 E" pathEditMode="relative" ptsTypes="">
                                      <p:cBhvr>
                                        <p:cTn id="75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48684 -0.1381579 E" pathEditMode="relative" ptsTypes="">
                                      <p:cBhvr>
                                        <p:cTn id="77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48684 -0.1381579 E" pathEditMode="relative" ptsTypes="">
                                      <p:cBhvr>
                                        <p:cTn id="79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48684 -0.1381579 E" pathEditMode="relative" ptsTypes="">
                                      <p:cBhvr>
                                        <p:cTn id="81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48684 -0.1381579 E" pathEditMode="relative" ptsTypes="">
                                      <p:cBhvr>
                                        <p:cTn id="83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48684 -0.1381579 E" pathEditMode="relative" ptsTypes="">
                                      <p:cBhvr>
                                        <p:cTn id="85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48684 -0.1381579 E" pathEditMode="relative" ptsTypes="">
                                      <p:cBhvr>
                                        <p:cTn id="87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48684 -0.1381579 E" pathEditMode="relative" ptsTypes="">
                                      <p:cBhvr>
                                        <p:cTn id="89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48684 -0.1381579 E" pathEditMode="relative" ptsTypes="">
                                      <p:cBhvr>
                                        <p:cTn id="91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48684 -0.1381579 E" pathEditMode="relative" ptsTypes="">
                                      <p:cBhvr>
                                        <p:cTn id="93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48684 -0.1381579 E" pathEditMode="relative" ptsTypes="">
                                      <p:cBhvr>
                                        <p:cTn id="95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48684 -0.1381579 E" pathEditMode="relative" ptsTypes="">
                                      <p:cBhvr>
                                        <p:cTn id="97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48684 -0.1381579 E" pathEditMode="relative" ptsTypes="">
                                      <p:cBhvr>
                                        <p:cTn id="99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48684 -0.1381579 E" pathEditMode="relative" ptsTypes="">
                                      <p:cBhvr>
                                        <p:cTn id="101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48684 -0.1381579 E" pathEditMode="relative" ptsTypes="">
                                      <p:cBhvr>
                                        <p:cTn id="103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48684 -0.1381579 E" pathEditMode="relative" ptsTypes="">
                                      <p:cBhvr>
                                        <p:cTn id="105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63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63337 -0.0657895 E" pathEditMode="relative" ptsTypes="">
                                      <p:cBhvr>
                                        <p:cTn id="109" dur="10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1" dur="1000" fill="hold"/>
                                        <p:tgtEl>
                                          <p:spTgt spid="19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238 -0.0657895 E" pathEditMode="relative" ptsTypes="">
                                      <p:cBhvr>
                                        <p:cTn id="11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5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9139 -0.0657895 E" pathEditMode="relative" ptsTypes="">
                                      <p:cBhvr>
                                        <p:cTn id="11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9" dur="1000" fill="hold"/>
                                        <p:tgtEl>
                                          <p:spTgt spid="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22039 -0.0657895 E" pathEditMode="relative" ptsTypes="">
                                      <p:cBhvr>
                                        <p:cTn id="12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3" dur="1000" fill="hold"/>
                                        <p:tgtEl>
                                          <p:spTgt spid="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7494 -0.0657895 E" pathEditMode="relative" ptsTypes="">
                                      <p:cBhvr>
                                        <p:cTn id="12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7" dur="1000" fill="hold"/>
                                        <p:tgtEl>
                                          <p:spTgt spid="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27841 -0.0657895 E" pathEditMode="relative" ptsTypes="">
                                      <p:cBhvr>
                                        <p:cTn id="12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1" dur="1000" fill="hold"/>
                                        <p:tgtEl>
                                          <p:spTgt spid="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63337 -0.0741627 E" pathEditMode="relative" ptsTypes="">
                                      <p:cBhvr>
                                        <p:cTn id="13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5" dur="1000" fill="hold"/>
                                        <p:tgtEl>
                                          <p:spTgt spid="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238 -0.0741627 E" pathEditMode="relative" ptsTypes="">
                                      <p:cBhvr>
                                        <p:cTn id="13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9" dur="1000" fill="hold"/>
                                        <p:tgtEl>
                                          <p:spTgt spid="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9139 -0.0741627 E" pathEditMode="relative" ptsTypes="">
                                      <p:cBhvr>
                                        <p:cTn id="14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3" dur="1000" fill="hold"/>
                                        <p:tgtEl>
                                          <p:spTgt spid="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22039 -0.0741627 E" pathEditMode="relative" ptsTypes="">
                                      <p:cBhvr>
                                        <p:cTn id="14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7" dur="1000" fill="hold"/>
                                        <p:tgtEl>
                                          <p:spTgt spid="1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7494 -0.0741627 E" pathEditMode="relative" ptsTypes="">
                                      <p:cBhvr>
                                        <p:cTn id="14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1" dur="1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27841 -0.0741627 E" pathEditMode="relative" ptsTypes="">
                                      <p:cBhvr>
                                        <p:cTn id="15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5" dur="1000" fill="hold"/>
                                        <p:tgtEl>
                                          <p:spTgt spid="1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63337 -0.0825359 E" pathEditMode="relative" ptsTypes="">
                                      <p:cBhvr>
                                        <p:cTn id="15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9" dur="1000" fill="hold"/>
                                        <p:tgtEl>
                                          <p:spTgt spid="1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238 -0.0825359 E" pathEditMode="relative" ptsTypes="">
                                      <p:cBhvr>
                                        <p:cTn id="161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3" dur="1000" fill="hold"/>
                                        <p:tgtEl>
                                          <p:spTgt spid="1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9139 -0.0825359 E" pathEditMode="relative" ptsTypes="">
                                      <p:cBhvr>
                                        <p:cTn id="165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7" dur="1000" fill="hold"/>
                                        <p:tgtEl>
                                          <p:spTgt spid="1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22039 -0.0825359 E" pathEditMode="relative" ptsTypes="">
                                      <p:cBhvr>
                                        <p:cTn id="169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1" dur="1000" fill="hold"/>
                                        <p:tgtEl>
                                          <p:spTgt spid="1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7494 -0.0825359 E" pathEditMode="relative" ptsTypes="">
                                      <p:cBhvr>
                                        <p:cTn id="17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5" dur="1000" fill="hold"/>
                                        <p:tgtEl>
                                          <p:spTgt spid="1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27841 -0.0825359 E" pathEditMode="relative" ptsTypes="">
                                      <p:cBhvr>
                                        <p:cTn id="17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9" dur="1000" fill="hold"/>
                                        <p:tgtEl>
                                          <p:spTgt spid="1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63337 -0.0909091 E" pathEditMode="relative" ptsTypes="">
                                      <p:cBhvr>
                                        <p:cTn id="181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3" dur="1000" fill="hold"/>
                                        <p:tgtEl>
                                          <p:spTgt spid="1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238 -0.0909091 E" pathEditMode="relative" ptsTypes="">
                                      <p:cBhvr>
                                        <p:cTn id="185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7" dur="1000" fill="hold"/>
                                        <p:tgtEl>
                                          <p:spTgt spid="2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9139 -0.0909091 E" pathEditMode="relative" ptsTypes="">
                                      <p:cBhvr>
                                        <p:cTn id="18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1" dur="1000" fill="hold"/>
                                        <p:tgtEl>
                                          <p:spTgt spid="2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22039 -0.0909091 E" pathEditMode="relative" ptsTypes="">
                                      <p:cBhvr>
                                        <p:cTn id="19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5" dur="1000" fill="hold"/>
                                        <p:tgtEl>
                                          <p:spTgt spid="2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7494 -0.0909091 E" pathEditMode="relative" ptsTypes="">
                                      <p:cBhvr>
                                        <p:cTn id="197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9" dur="1000" fill="hold"/>
                                        <p:tgtEl>
                                          <p:spTgt spid="2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27841 -0.0909091 E" pathEditMode="relative" ptsTypes="">
                                      <p:cBhvr>
                                        <p:cTn id="201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3" dur="1000" fill="hold"/>
                                        <p:tgtEl>
                                          <p:spTgt spid="2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63337 -0.0992823 E" pathEditMode="relative" ptsTypes="">
                                      <p:cBhvr>
                                        <p:cTn id="205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7" dur="1000" fill="hold"/>
                                        <p:tgtEl>
                                          <p:spTgt spid="2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238 -0.0992823 E" pathEditMode="relative" ptsTypes="">
                                      <p:cBhvr>
                                        <p:cTn id="209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1" dur="1000" fill="hold"/>
                                        <p:tgtEl>
                                          <p:spTgt spid="2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9139 -0.0992823 E" pathEditMode="relative" ptsTypes="">
                                      <p:cBhvr>
                                        <p:cTn id="21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5" dur="1000" fill="hold"/>
                                        <p:tgtEl>
                                          <p:spTgt spid="2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22039 -0.0992823 E" pathEditMode="relative" ptsTypes="">
                                      <p:cBhvr>
                                        <p:cTn id="217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9" dur="1000" fill="hold"/>
                                        <p:tgtEl>
                                          <p:spTgt spid="2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7494 -0.0992823 E" pathEditMode="relative" ptsTypes="">
                                      <p:cBhvr>
                                        <p:cTn id="221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3" dur="1000" fill="hold"/>
                                        <p:tgtEl>
                                          <p:spTgt spid="2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27841 -0.0992823 E" pathEditMode="relative" ptsTypes="">
                                      <p:cBhvr>
                                        <p:cTn id="225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7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63337 -0.1076555 E" pathEditMode="relative" ptsTypes="">
                                      <p:cBhvr>
                                        <p:cTn id="229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1" dur="1000" fill="hold"/>
                                        <p:tgtEl>
                                          <p:spTgt spid="3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238 -0.1076555 E" pathEditMode="relative" ptsTypes="">
                                      <p:cBhvr>
                                        <p:cTn id="23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5" dur="1000" fill="hold"/>
                                        <p:tgtEl>
                                          <p:spTgt spid="3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9139 -0.1076555 E" pathEditMode="relative" ptsTypes="">
                                      <p:cBhvr>
                                        <p:cTn id="237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9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22039 -0.1076555 E" pathEditMode="relative" ptsTypes="">
                                      <p:cBhvr>
                                        <p:cTn id="241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3" dur="1000" fill="hold"/>
                                        <p:tgtEl>
                                          <p:spTgt spid="3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7494 -0.1076555 E" pathEditMode="relative" ptsTypes="">
                                      <p:cBhvr>
                                        <p:cTn id="245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7" dur="1000" fill="hold"/>
                                        <p:tgtEl>
                                          <p:spTgt spid="3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27841 -0.1076555 E" pathEditMode="relative" ptsTypes="">
                                      <p:cBhvr>
                                        <p:cTn id="249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1" dur="1000" fill="hold"/>
                                        <p:tgtEl>
                                          <p:spTgt spid="3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34824 -0.0741627 E" pathEditMode="relative" ptsTypes="">
                                      <p:cBhvr>
                                        <p:cTn id="25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5" dur="1000" fill="hold"/>
                                        <p:tgtEl>
                                          <p:spTgt spid="3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1923 -0.0741627 E" pathEditMode="relative" ptsTypes="">
                                      <p:cBhvr>
                                        <p:cTn id="257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9" dur="1000" fill="hold"/>
                                        <p:tgtEl>
                                          <p:spTgt spid="3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29022 -0.0741627 E" pathEditMode="relative" ptsTypes="">
                                      <p:cBhvr>
                                        <p:cTn id="261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3" dur="1000" fill="hold"/>
                                        <p:tgtEl>
                                          <p:spTgt spid="3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6121 -0.0741627 E" pathEditMode="relative" ptsTypes="">
                                      <p:cBhvr>
                                        <p:cTn id="26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7" dur="1000" fill="hold"/>
                                        <p:tgtEl>
                                          <p:spTgt spid="4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34824 -0.0825359 E" pathEditMode="relative" ptsTypes="">
                                      <p:cBhvr>
                                        <p:cTn id="269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1" dur="1000" fill="hold"/>
                                        <p:tgtEl>
                                          <p:spTgt spid="4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1923 -0.0825359 E" pathEditMode="relative" ptsTypes="">
                                      <p:cBhvr>
                                        <p:cTn id="27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5" dur="1000" fill="hold"/>
                                        <p:tgtEl>
                                          <p:spTgt spid="4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29022 -0.0825359 E" pathEditMode="relative" ptsTypes="">
                                      <p:cBhvr>
                                        <p:cTn id="27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9" dur="1000" fill="hold"/>
                                        <p:tgtEl>
                                          <p:spTgt spid="4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6121 -0.0825359 E" pathEditMode="relative" ptsTypes="">
                                      <p:cBhvr>
                                        <p:cTn id="281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3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34824 -0.0909091 E" pathEditMode="relative" ptsTypes="">
                                      <p:cBhvr>
                                        <p:cTn id="285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7" dur="1000" fill="hold"/>
                                        <p:tgtEl>
                                          <p:spTgt spid="4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1923 -0.0909091 E" pathEditMode="relative" ptsTypes="">
                                      <p:cBhvr>
                                        <p:cTn id="289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1" dur="1000" fill="hold"/>
                                        <p:tgtEl>
                                          <p:spTgt spid="4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29022 -0.0909091 E" pathEditMode="relative" ptsTypes="">
                                      <p:cBhvr>
                                        <p:cTn id="29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5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6121 -0.0909091 E" pathEditMode="relative" ptsTypes="">
                                      <p:cBhvr>
                                        <p:cTn id="297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9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34824 -0.0992823 E" pathEditMode="relative" ptsTypes="">
                                      <p:cBhvr>
                                        <p:cTn id="30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3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1923 -0.0992823 E" pathEditMode="relative" ptsTypes="">
                                      <p:cBhvr>
                                        <p:cTn id="305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7" dur="1000" fill="hold"/>
                                        <p:tgtEl>
                                          <p:spTgt spid="5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29022 -0.0992823 E" pathEditMode="relative" ptsTypes="">
                                      <p:cBhvr>
                                        <p:cTn id="309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1" dur="1000" fill="hold"/>
                                        <p:tgtEl>
                                          <p:spTgt spid="5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6121 -0.0992823 E" pathEditMode="relative" ptsTypes="">
                                      <p:cBhvr>
                                        <p:cTn id="313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5" dur="1000" fill="hold"/>
                                        <p:tgtEl>
                                          <p:spTgt spid="5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71411 -0.0657895 E" pathEditMode="relative" ptsTypes="">
                                      <p:cBhvr>
                                        <p:cTn id="317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9" dur="1000" fill="hold"/>
                                        <p:tgtEl>
                                          <p:spTgt spid="5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24312 -0.0657895 E" pathEditMode="relative" ptsTypes="">
                                      <p:cBhvr>
                                        <p:cTn id="321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3" dur="1000" fill="hold"/>
                                        <p:tgtEl>
                                          <p:spTgt spid="5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7213 -0.0657895 E" pathEditMode="relative" ptsTypes="">
                                      <p:cBhvr>
                                        <p:cTn id="325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7" dur="1000" fill="hold"/>
                                        <p:tgtEl>
                                          <p:spTgt spid="5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30114 -0.0657895 E" pathEditMode="relative" ptsTypes="">
                                      <p:cBhvr>
                                        <p:cTn id="329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1" dur="1000" fill="hold"/>
                                        <p:tgtEl>
                                          <p:spTgt spid="5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83014 -0.0657895 E" pathEditMode="relative" ptsTypes="">
                                      <p:cBhvr>
                                        <p:cTn id="333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5" dur="1000" fill="hold"/>
                                        <p:tgtEl>
                                          <p:spTgt spid="5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35915 -0.0657895 E" pathEditMode="relative" ptsTypes="">
                                      <p:cBhvr>
                                        <p:cTn id="337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9" dur="1000" fill="hold"/>
                                        <p:tgtEl>
                                          <p:spTgt spid="5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71411 -0.0741627 E" pathEditMode="relative" ptsTypes="">
                                      <p:cBhvr>
                                        <p:cTn id="34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3" dur="1000" fill="hold"/>
                                        <p:tgtEl>
                                          <p:spTgt spid="5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24312 -0.0741627 E" pathEditMode="relative" ptsTypes="">
                                      <p:cBhvr>
                                        <p:cTn id="345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7" dur="1000" fill="hold"/>
                                        <p:tgtEl>
                                          <p:spTgt spid="6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7213 -0.0741627 E" pathEditMode="relative" ptsTypes="">
                                      <p:cBhvr>
                                        <p:cTn id="349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1" dur="1000" fill="hold"/>
                                        <p:tgtEl>
                                          <p:spTgt spid="6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30114 -0.0741627 E" pathEditMode="relative" ptsTypes="">
                                      <p:cBhvr>
                                        <p:cTn id="353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5" dur="1000" fill="hold"/>
                                        <p:tgtEl>
                                          <p:spTgt spid="6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83014 -0.0741627 E" pathEditMode="relative" ptsTypes="">
                                      <p:cBhvr>
                                        <p:cTn id="357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9" dur="1000" fill="hold"/>
                                        <p:tgtEl>
                                          <p:spTgt spid="6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35915 -0.0741627 E" pathEditMode="relative" ptsTypes="">
                                      <p:cBhvr>
                                        <p:cTn id="361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3" dur="1000" fill="hold"/>
                                        <p:tgtEl>
                                          <p:spTgt spid="6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71411 -0.0825359 E" pathEditMode="relative" ptsTypes="">
                                      <p:cBhvr>
                                        <p:cTn id="365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7" dur="1000" fill="hold"/>
                                        <p:tgtEl>
                                          <p:spTgt spid="6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24312 -0.0825359 E" pathEditMode="relative" ptsTypes="">
                                      <p:cBhvr>
                                        <p:cTn id="369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1" dur="1000" fill="hold"/>
                                        <p:tgtEl>
                                          <p:spTgt spid="6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7213 -0.0825359 E" pathEditMode="relative" ptsTypes="">
                                      <p:cBhvr>
                                        <p:cTn id="373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5" dur="1000" fill="hold"/>
                                        <p:tgtEl>
                                          <p:spTgt spid="6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30114 -0.0825359 E" pathEditMode="relative" ptsTypes="">
                                      <p:cBhvr>
                                        <p:cTn id="377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9" dur="1000" fill="hold"/>
                                        <p:tgtEl>
                                          <p:spTgt spid="6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83014 -0.0825359 E" pathEditMode="relative" ptsTypes="">
                                      <p:cBhvr>
                                        <p:cTn id="381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3" dur="1000" fill="hold"/>
                                        <p:tgtEl>
                                          <p:spTgt spid="6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35915 -0.0825359 E" pathEditMode="relative" ptsTypes="">
                                      <p:cBhvr>
                                        <p:cTn id="385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7" dur="1000" fill="hold"/>
                                        <p:tgtEl>
                                          <p:spTgt spid="7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71411 -0.0909091 E" pathEditMode="relative" ptsTypes="">
                                      <p:cBhvr>
                                        <p:cTn id="389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1" dur="1000" fill="hold"/>
                                        <p:tgtEl>
                                          <p:spTgt spid="7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24312 -0.0909091 E" pathEditMode="relative" ptsTypes="">
                                      <p:cBhvr>
                                        <p:cTn id="393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5" dur="1000" fill="hold"/>
                                        <p:tgtEl>
                                          <p:spTgt spid="7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7213 -0.0909091 E" pathEditMode="relative" ptsTypes="">
                                      <p:cBhvr>
                                        <p:cTn id="397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9" dur="1000" fill="hold"/>
                                        <p:tgtEl>
                                          <p:spTgt spid="7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30114 -0.0909091 E" pathEditMode="relative" ptsTypes="">
                                      <p:cBhvr>
                                        <p:cTn id="401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3" dur="1000" fill="hold"/>
                                        <p:tgtEl>
                                          <p:spTgt spid="7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83014 -0.0909091 E" pathEditMode="relative" ptsTypes="">
                                      <p:cBhvr>
                                        <p:cTn id="405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7" dur="1000" fill="hold"/>
                                        <p:tgtEl>
                                          <p:spTgt spid="7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35915 -0.0909091 E" pathEditMode="relative" ptsTypes="">
                                      <p:cBhvr>
                                        <p:cTn id="409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1" dur="1000" fill="hold"/>
                                        <p:tgtEl>
                                          <p:spTgt spid="7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71411 -0.0992823 E" pathEditMode="relative" ptsTypes="">
                                      <p:cBhvr>
                                        <p:cTn id="413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5" dur="1000" fill="hold"/>
                                        <p:tgtEl>
                                          <p:spTgt spid="7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24312 -0.0992823 E" pathEditMode="relative" ptsTypes="">
                                      <p:cBhvr>
                                        <p:cTn id="417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9" dur="1000" fill="hold"/>
                                        <p:tgtEl>
                                          <p:spTgt spid="7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7213 -0.0992823 E" pathEditMode="relative" ptsTypes="">
                                      <p:cBhvr>
                                        <p:cTn id="421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3" dur="1000" fill="hold"/>
                                        <p:tgtEl>
                                          <p:spTgt spid="7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30114 -0.0992823 E" pathEditMode="relative" ptsTypes="">
                                      <p:cBhvr>
                                        <p:cTn id="425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7" dur="1000" fill="hold"/>
                                        <p:tgtEl>
                                          <p:spTgt spid="8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83014 -0.0992823 E" pathEditMode="relative" ptsTypes="">
                                      <p:cBhvr>
                                        <p:cTn id="429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1" dur="1000" fill="hold"/>
                                        <p:tgtEl>
                                          <p:spTgt spid="8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35915 -0.0992823 E" pathEditMode="relative" ptsTypes="">
                                      <p:cBhvr>
                                        <p:cTn id="433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5" dur="1000" fill="hold"/>
                                        <p:tgtEl>
                                          <p:spTgt spid="8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71411 -0.1076555 E" pathEditMode="relative" ptsTypes="">
                                      <p:cBhvr>
                                        <p:cTn id="437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9" dur="1000" fill="hold"/>
                                        <p:tgtEl>
                                          <p:spTgt spid="8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24312 -0.1076555 E" pathEditMode="relative" ptsTypes="">
                                      <p:cBhvr>
                                        <p:cTn id="441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3" dur="1000" fill="hold"/>
                                        <p:tgtEl>
                                          <p:spTgt spid="8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7213 -0.1076555 E" pathEditMode="relative" ptsTypes="">
                                      <p:cBhvr>
                                        <p:cTn id="445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7" dur="1000" fill="hold"/>
                                        <p:tgtEl>
                                          <p:spTgt spid="8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30114 -0.1076555 E" pathEditMode="relative" ptsTypes="">
                                      <p:cBhvr>
                                        <p:cTn id="449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1" dur="1000" fill="hold"/>
                                        <p:tgtEl>
                                          <p:spTgt spid="8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83014 -0.1076555 E" pathEditMode="relative" ptsTypes="">
                                      <p:cBhvr>
                                        <p:cTn id="453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5" dur="1000" fill="hold"/>
                                        <p:tgtEl>
                                          <p:spTgt spid="8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35915 -0.1076555 E" pathEditMode="relative" ptsTypes="">
                                      <p:cBhvr>
                                        <p:cTn id="457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9" dur="1000" fill="hold"/>
                                        <p:tgtEl>
                                          <p:spTgt spid="8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45589 -0.0536577 E" pathEditMode="relative" ptsTypes="">
                                      <p:cBhvr>
                                        <p:cTn id="461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3" dur="1000" fill="hold"/>
                                        <p:tgtEl>
                                          <p:spTgt spid="8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34824 -0.0741627 E" pathEditMode="relative" ptsTypes="">
                                      <p:cBhvr>
                                        <p:cTn id="465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7" dur="1000" fill="hold"/>
                                        <p:tgtEl>
                                          <p:spTgt spid="9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1923 -0.0741627 E" pathEditMode="relative" ptsTypes="">
                                      <p:cBhvr>
                                        <p:cTn id="469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1" dur="1000" fill="hold"/>
                                        <p:tgtEl>
                                          <p:spTgt spid="9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29022 -0.0741627 E" pathEditMode="relative" ptsTypes="">
                                      <p:cBhvr>
                                        <p:cTn id="473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5" dur="1000" fill="hold"/>
                                        <p:tgtEl>
                                          <p:spTgt spid="9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6121 -0.0741627 E" pathEditMode="relative" ptsTypes="">
                                      <p:cBhvr>
                                        <p:cTn id="477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9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34824 -0.0825359 E" pathEditMode="relative" ptsTypes="">
                                      <p:cBhvr>
                                        <p:cTn id="481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3" dur="1000" fill="hold"/>
                                        <p:tgtEl>
                                          <p:spTgt spid="9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1923 -0.0825359 E" pathEditMode="relative" ptsTypes="">
                                      <p:cBhvr>
                                        <p:cTn id="485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7" dur="1000" fill="hold"/>
                                        <p:tgtEl>
                                          <p:spTgt spid="9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29022 -0.0825359 E" pathEditMode="relative" ptsTypes="">
                                      <p:cBhvr>
                                        <p:cTn id="489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1" dur="1000" fill="hold"/>
                                        <p:tgtEl>
                                          <p:spTgt spid="9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6121 -0.0825359 E" pathEditMode="relative" ptsTypes="">
                                      <p:cBhvr>
                                        <p:cTn id="493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5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34824 -0.0909091 E" pathEditMode="relative" ptsTypes="">
                                      <p:cBhvr>
                                        <p:cTn id="497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9" dur="1000" fill="hold"/>
                                        <p:tgtEl>
                                          <p:spTgt spid="10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1923 -0.0909091 E" pathEditMode="relative" ptsTypes="">
                                      <p:cBhvr>
                                        <p:cTn id="501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3" dur="1000" fill="hold"/>
                                        <p:tgtEl>
                                          <p:spTgt spid="10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29022 -0.0909091 E" pathEditMode="relative" ptsTypes="">
                                      <p:cBhvr>
                                        <p:cTn id="505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7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6121 -0.0909091 E" pathEditMode="relative" ptsTypes="">
                                      <p:cBhvr>
                                        <p:cTn id="509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1" dur="1000" fill="hold"/>
                                        <p:tgtEl>
                                          <p:spTgt spid="10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34824 -0.0992823 E" pathEditMode="relative" ptsTypes="">
                                      <p:cBhvr>
                                        <p:cTn id="513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5" dur="1000" fill="hold"/>
                                        <p:tgtEl>
                                          <p:spTgt spid="10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1923 -0.0992823 E" pathEditMode="relative" ptsTypes="">
                                      <p:cBhvr>
                                        <p:cTn id="517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9" dur="1000" fill="hold"/>
                                        <p:tgtEl>
                                          <p:spTgt spid="10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29022 -0.0992823 E" pathEditMode="relative" ptsTypes="">
                                      <p:cBhvr>
                                        <p:cTn id="521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3" dur="1000" fill="hold"/>
                                        <p:tgtEl>
                                          <p:spTgt spid="10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6121 -0.0992823 E" pathEditMode="relative" ptsTypes="">
                                      <p:cBhvr>
                                        <p:cTn id="525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7" dur="1000" fill="hold"/>
                                        <p:tgtEl>
                                          <p:spTgt spid="10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05472 -0.0622277 E" pathEditMode="relative" ptsTypes="">
                                      <p:cBhvr>
                                        <p:cTn id="529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31" dur="1000" fill="hold"/>
                                        <p:tgtEl>
                                          <p:spTgt spid="10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3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48684 -0.1381579 L -0.3485347 -0.2039474 E" pathEditMode="relative" ptsTypes="">
                                      <p:cBhvr>
                                        <p:cTn id="533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4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35" dur="1000" fill="hold"/>
                                        <p:tgtEl>
                                          <p:spTgt spid="12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3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48684 -0.1381579 L -0.3532446 -0.2039474 E" pathEditMode="relative" ptsTypes="">
                                      <p:cBhvr>
                                        <p:cTn id="537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8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39" dur="1000" fill="hold"/>
                                        <p:tgtEl>
                                          <p:spTgt spid="12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4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48684 -0.1381579 L -0.3579545 -0.2039474 E" pathEditMode="relative" ptsTypes="">
                                      <p:cBhvr>
                                        <p:cTn id="541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2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3" dur="1000" fill="hold"/>
                                        <p:tgtEl>
                                          <p:spTgt spid="13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4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48684 -0.1381579 L -0.3485347 -0.2123206 E" pathEditMode="relative" ptsTypes="">
                                      <p:cBhvr>
                                        <p:cTn id="545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6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7" dur="1000" fill="hold"/>
                                        <p:tgtEl>
                                          <p:spTgt spid="13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4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48684 -0.1381579 L -0.3532446 -0.2123206 E" pathEditMode="relative" ptsTypes="">
                                      <p:cBhvr>
                                        <p:cTn id="549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0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51" dur="1000" fill="hold"/>
                                        <p:tgtEl>
                                          <p:spTgt spid="13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5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48684 -0.1381579 L -0.3579545 -0.2123206 E" pathEditMode="relative" ptsTypes="">
                                      <p:cBhvr>
                                        <p:cTn id="553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4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55" dur="1000" fill="hold"/>
                                        <p:tgtEl>
                                          <p:spTgt spid="13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5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48684 -0.1381579 L -0.3485347 -0.2206938 E" pathEditMode="relative" ptsTypes="">
                                      <p:cBhvr>
                                        <p:cTn id="557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8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59" dur="1000" fill="hold"/>
                                        <p:tgtEl>
                                          <p:spTgt spid="13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6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48684 -0.1381579 L -0.3532446 -0.2206938 E" pathEditMode="relative" ptsTypes="">
                                      <p:cBhvr>
                                        <p:cTn id="561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2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63" dur="1000" fill="hold"/>
                                        <p:tgtEl>
                                          <p:spTgt spid="13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6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48684 -0.1381579 L -0.3579545 -0.2206938 E" pathEditMode="relative" ptsTypes="">
                                      <p:cBhvr>
                                        <p:cTn id="565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6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67" dur="1000" fill="hold"/>
                                        <p:tgtEl>
                                          <p:spTgt spid="13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6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48684 -0.1381579 L -0.3493421 -0.2039474 E" pathEditMode="relative" ptsTypes="">
                                      <p:cBhvr>
                                        <p:cTn id="569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71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7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48684 -0.1381579 L -0.354052 -0.2039474 E" pathEditMode="relative" ptsTypes="">
                                      <p:cBhvr>
                                        <p:cTn id="573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75" dur="1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7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48684 -0.1381579 L -0.358762 -0.2039474 E" pathEditMode="relative" ptsTypes="">
                                      <p:cBhvr>
                                        <p:cTn id="577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79" dur="1000" fill="hold"/>
                                        <p:tgtEl>
                                          <p:spTgt spid="12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8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48684 -0.1381579 L -0.3493421 -0.2123206 E" pathEditMode="relative" ptsTypes="">
                                      <p:cBhvr>
                                        <p:cTn id="58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83" dur="1000" fill="hold"/>
                                        <p:tgtEl>
                                          <p:spTgt spid="12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8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48684 -0.1381579 L -0.354052 -0.2123206 E" pathEditMode="relative" ptsTypes="">
                                      <p:cBhvr>
                                        <p:cTn id="585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87" dur="1000" fill="hold"/>
                                        <p:tgtEl>
                                          <p:spTgt spid="12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8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48684 -0.1381579 L -0.358762 -0.2123206 E" pathEditMode="relative" ptsTypes="">
                                      <p:cBhvr>
                                        <p:cTn id="589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91" dur="1000" fill="hold"/>
                                        <p:tgtEl>
                                          <p:spTgt spid="12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9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48684 -0.1381579 L -0.3493421 -0.2206938 E" pathEditMode="relative" ptsTypes="">
                                      <p:cBhvr>
                                        <p:cTn id="593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95" dur="1000" fill="hold"/>
                                        <p:tgtEl>
                                          <p:spTgt spid="12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9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48684 -0.1381579 L -0.354052 -0.2206938 E" pathEditMode="relative" ptsTypes="">
                                      <p:cBhvr>
                                        <p:cTn id="597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99" dur="1000" fill="hold"/>
                                        <p:tgtEl>
                                          <p:spTgt spid="12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60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48684 -0.1381579 L -0.358762 -0.2206938 E" pathEditMode="relative" ptsTypes="">
                                      <p:cBhvr>
                                        <p:cTn id="601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3" dur="1000" fill="hold"/>
                                        <p:tgtEl>
                                          <p:spTgt spid="12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4" fill="hold">
                            <p:stCondLst>
                              <p:cond delay="1000"/>
                            </p:stCondLst>
                            <p:childTnLst>
                              <p:par>
                                <p:cTn id="60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7" dur="2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0" dur="2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3" dur="2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6" dur="2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9" dur="2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2" dur="2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5" dur="2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8" dur="2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1" dur="2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4" dur="2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7" dur="2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0" dur="2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3" dur="2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6" dur="2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9" dur="2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2" dur="2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5" dur="2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8" dur="2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1" dur="2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4" dur="2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7" dur="2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0" dur="2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3" dur="2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6" dur="20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9" dur="20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2" dur="20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5" dur="20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8" dur="20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168609 0.5406699 E" pathEditMode="relative" ptsTypes="">
                                      <p:cBhvr>
                                        <p:cTn id="690" dur="20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3" dur="20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7351 0.5406699 E" pathEditMode="relative" ptsTypes="">
                                      <p:cBhvr>
                                        <p:cTn id="695" dur="20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8" dur="20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3253237 0.5406699 E" pathEditMode="relative" ptsTypes="">
                                      <p:cBhvr>
                                        <p:cTn id="700" dur="20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3" dur="20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374437 0.5406699 E" pathEditMode="relative" ptsTypes="">
                                      <p:cBhvr>
                                        <p:cTn id="705" dur="20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8" dur="20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62508 0.5406699 E" pathEditMode="relative" ptsTypes="">
                                      <p:cBhvr>
                                        <p:cTn id="710" dur="20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3" dur="20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753641 0.5406699 E" pathEditMode="relative" ptsTypes="">
                                      <p:cBhvr>
                                        <p:cTn id="715" dur="20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8" dur="20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168609 0.5287081 E" pathEditMode="relative" ptsTypes="">
                                      <p:cBhvr>
                                        <p:cTn id="720" dur="20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3" dur="20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7351 0.5287081 E" pathEditMode="relative" ptsTypes="">
                                      <p:cBhvr>
                                        <p:cTn id="725" dur="20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8" dur="20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3253237 0.5287081 E" pathEditMode="relative" ptsTypes="">
                                      <p:cBhvr>
                                        <p:cTn id="730" dur="20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3" dur="20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374437 0.5287081 E" pathEditMode="relative" ptsTypes="">
                                      <p:cBhvr>
                                        <p:cTn id="735" dur="20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8" dur="20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62508 0.5287081 E" pathEditMode="relative" ptsTypes="">
                                      <p:cBhvr>
                                        <p:cTn id="740" dur="20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3" dur="20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753641 0.5287081 E" pathEditMode="relative" ptsTypes="">
                                      <p:cBhvr>
                                        <p:cTn id="745" dur="20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8" dur="20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168609 0.5167464 E" pathEditMode="relative" ptsTypes="">
                                      <p:cBhvr>
                                        <p:cTn id="750" dur="20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3" dur="20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7351 0.5167464 E" pathEditMode="relative" ptsTypes="">
                                      <p:cBhvr>
                                        <p:cTn id="755" dur="20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8" dur="20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3253237 0.5167464 E" pathEditMode="relative" ptsTypes="">
                                      <p:cBhvr>
                                        <p:cTn id="760" dur="20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3" dur="20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374437 0.5167464 E" pathEditMode="relative" ptsTypes="">
                                      <p:cBhvr>
                                        <p:cTn id="765" dur="20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8" dur="20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62508 0.5167464 E" pathEditMode="relative" ptsTypes="">
                                      <p:cBhvr>
                                        <p:cTn id="770" dur="20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3" dur="20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753641 0.5167464 E" pathEditMode="relative" ptsTypes="">
                                      <p:cBhvr>
                                        <p:cTn id="775" dur="20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8" dur="20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1" dur="20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4" dur="20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7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0" dur="2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3" dur="20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4" fill="hold">
                      <p:stCondLst>
                        <p:cond delay="indefinite"/>
                      </p:stCondLst>
                      <p:childTnLst>
                        <p:par>
                          <p:cTn id="795" fill="hold">
                            <p:stCondLst>
                              <p:cond delay="0"/>
                            </p:stCondLst>
                            <p:childTnLst>
                              <p:par>
                                <p:cTn id="79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7" dur="1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8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0" dur="1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3" dur="1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6" dur="1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7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9" dur="1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0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2" dur="1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5" dur="1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8" dur="1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9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1" dur="1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2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4" dur="1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5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7" dur="1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0" dur="1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1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3" dur="1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4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6" dur="1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9" dur="1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2" dur="1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3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5" dur="1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6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8" dur="1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9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1" dur="1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2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4" dur="1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5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7" dur="1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8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60" dur="1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63" dur="1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66" dur="1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7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69" dur="1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0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2" dur="1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3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5" dur="1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7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8" dur="1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9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81" dur="1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2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84" dur="1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5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87" dur="1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8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90" dur="1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1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2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93" dur="1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96" dur="1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99" dur="1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0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2" dur="1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3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4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5" dur="1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6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7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8" dur="1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11" dur="1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2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14" dur="1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5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17" dur="1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8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20" dur="1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23" dur="1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4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26" dur="1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7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29" dur="1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0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2" dur="1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5" dur="1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8" dur="1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9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1" dur="1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4" dur="1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7" dur="1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8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1" dur="1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2" fill="hold">
                      <p:stCondLst>
                        <p:cond delay="indefinite"/>
                      </p:stCondLst>
                      <p:childTnLst>
                        <p:par>
                          <p:cTn id="953" fill="hold">
                            <p:stCondLst>
                              <p:cond delay="0"/>
                            </p:stCondLst>
                            <p:childTnLst>
                              <p:par>
                                <p:cTn id="954" presetID="10" presetClass="exit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5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8" dur="10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63337 -0.0657895 L 0 0 E" pathEditMode="relative" ptsTypes="">
                                      <p:cBhvr>
                                        <p:cTn id="961" dur="10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2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63" dur="1000" fill="hold"/>
                                        <p:tgtEl>
                                          <p:spTgt spid="190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96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238 -0.0657895 L 0 0 E" pathEditMode="relative" ptsTypes="">
                                      <p:cBhvr>
                                        <p:cTn id="965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6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67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96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69139 -0.0657895 L 0 0 E" pathEditMode="relative" ptsTypes="">
                                      <p:cBhvr>
                                        <p:cTn id="96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0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71" dur="1000" fill="hold"/>
                                        <p:tgtEl>
                                          <p:spTgt spid="3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97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22039 -0.0657895 L 0 0 E" pathEditMode="relative" ptsTypes="">
                                      <p:cBhvr>
                                        <p:cTn id="973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4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75" dur="1000" fill="hold"/>
                                        <p:tgtEl>
                                          <p:spTgt spid="4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97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7494 -0.0657895 L 0 0 E" pathEditMode="relative" ptsTypes="">
                                      <p:cBhvr>
                                        <p:cTn id="97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8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79" dur="1000" fill="hold"/>
                                        <p:tgtEl>
                                          <p:spTgt spid="5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98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27841 -0.0657895 L 0 0 E" pathEditMode="relative" ptsTypes="">
                                      <p:cBhvr>
                                        <p:cTn id="98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2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83" dur="1000" fill="hold"/>
                                        <p:tgtEl>
                                          <p:spTgt spid="6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98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63337 -0.0741627 L 0 0 E" pathEditMode="relative" ptsTypes="">
                                      <p:cBhvr>
                                        <p:cTn id="98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6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87" dur="1000" fill="hold"/>
                                        <p:tgtEl>
                                          <p:spTgt spid="7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98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238 -0.0741627 L 0 0 E" pathEditMode="relative" ptsTypes="">
                                      <p:cBhvr>
                                        <p:cTn id="98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0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91" dur="1000" fill="hold"/>
                                        <p:tgtEl>
                                          <p:spTgt spid="8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99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69139 -0.0741627 L 0 0 E" pathEditMode="relative" ptsTypes="">
                                      <p:cBhvr>
                                        <p:cTn id="99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4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95" dur="1000" fill="hold"/>
                                        <p:tgtEl>
                                          <p:spTgt spid="9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99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22039 -0.0741627 L 0 0 E" pathEditMode="relative" ptsTypes="">
                                      <p:cBhvr>
                                        <p:cTn id="99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8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99" dur="1000" fill="hold"/>
                                        <p:tgtEl>
                                          <p:spTgt spid="10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0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7494 -0.0741627 L 0 0 E" pathEditMode="relative" ptsTypes="">
                                      <p:cBhvr>
                                        <p:cTn id="1001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2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03" dur="1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0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27841 -0.0741627 L 0 0 E" pathEditMode="relative" ptsTypes="">
                                      <p:cBhvr>
                                        <p:cTn id="100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6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07" dur="1000" fill="hold"/>
                                        <p:tgtEl>
                                          <p:spTgt spid="12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0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63337 -0.0825359 L 0 0 E" pathEditMode="relative" ptsTypes="">
                                      <p:cBhvr>
                                        <p:cTn id="100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0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11" dur="1000" fill="hold"/>
                                        <p:tgtEl>
                                          <p:spTgt spid="13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1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238 -0.0825359 L 0 0 E" pathEditMode="relative" ptsTypes="">
                                      <p:cBhvr>
                                        <p:cTn id="101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4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15" dur="1000" fill="hold"/>
                                        <p:tgtEl>
                                          <p:spTgt spid="14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1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69139 -0.0825359 L 0 0 E" pathEditMode="relative" ptsTypes="">
                                      <p:cBhvr>
                                        <p:cTn id="101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8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19" dur="1000" fill="hold"/>
                                        <p:tgtEl>
                                          <p:spTgt spid="15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2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22039 -0.0825359 L 0 0 E" pathEditMode="relative" ptsTypes="">
                                      <p:cBhvr>
                                        <p:cTn id="1021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22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23" dur="1000" fill="hold"/>
                                        <p:tgtEl>
                                          <p:spTgt spid="16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2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7494 -0.0825359 L 0 0 E" pathEditMode="relative" ptsTypes="">
                                      <p:cBhvr>
                                        <p:cTn id="1025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26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27" dur="1000" fill="hold"/>
                                        <p:tgtEl>
                                          <p:spTgt spid="17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2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27841 -0.0825359 L 0 0 E" pathEditMode="relative" ptsTypes="">
                                      <p:cBhvr>
                                        <p:cTn id="102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0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31" dur="1000" fill="hold"/>
                                        <p:tgtEl>
                                          <p:spTgt spid="18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3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63337 -0.0909091 L 0 0 E" pathEditMode="relative" ptsTypes="">
                                      <p:cBhvr>
                                        <p:cTn id="103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4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35" dur="1000" fill="hold"/>
                                        <p:tgtEl>
                                          <p:spTgt spid="19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3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238 -0.0909091 L 0 0 E" pathEditMode="relative" ptsTypes="">
                                      <p:cBhvr>
                                        <p:cTn id="1037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8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39" dur="1000" fill="hold"/>
                                        <p:tgtEl>
                                          <p:spTgt spid="20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4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69139 -0.0909091 L 0 0 E" pathEditMode="relative" ptsTypes="">
                                      <p:cBhvr>
                                        <p:cTn id="1041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42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43" dur="1000" fill="hold"/>
                                        <p:tgtEl>
                                          <p:spTgt spid="21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4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22039 -0.0909091 L 0 0 E" pathEditMode="relative" ptsTypes="">
                                      <p:cBhvr>
                                        <p:cTn id="1045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46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47" dur="1000" fill="hold"/>
                                        <p:tgtEl>
                                          <p:spTgt spid="22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4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7494 -0.0909091 L 0 0 E" pathEditMode="relative" ptsTypes="">
                                      <p:cBhvr>
                                        <p:cTn id="104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0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51" dur="1000" fill="hold"/>
                                        <p:tgtEl>
                                          <p:spTgt spid="23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5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27841 -0.0909091 L 0 0 E" pathEditMode="relative" ptsTypes="">
                                      <p:cBhvr>
                                        <p:cTn id="105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4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55" dur="1000" fill="hold"/>
                                        <p:tgtEl>
                                          <p:spTgt spid="24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5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63337 -0.0992823 L 0 0 E" pathEditMode="relative" ptsTypes="">
                                      <p:cBhvr>
                                        <p:cTn id="1057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8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59" dur="1000" fill="hold"/>
                                        <p:tgtEl>
                                          <p:spTgt spid="25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6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238 -0.0992823 L 0 0 E" pathEditMode="relative" ptsTypes="">
                                      <p:cBhvr>
                                        <p:cTn id="1061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62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63" dur="1000" fill="hold"/>
                                        <p:tgtEl>
                                          <p:spTgt spid="26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6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69139 -0.0992823 L 0 0 E" pathEditMode="relative" ptsTypes="">
                                      <p:cBhvr>
                                        <p:cTn id="1065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66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67" dur="1000" fill="hold"/>
                                        <p:tgtEl>
                                          <p:spTgt spid="27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6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22039 -0.0992823 L 0 0 E" pathEditMode="relative" ptsTypes="">
                                      <p:cBhvr>
                                        <p:cTn id="106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0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71" dur="1000" fill="hold"/>
                                        <p:tgtEl>
                                          <p:spTgt spid="28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7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7494 -0.0992823 L 0 0 E" pathEditMode="relative" ptsTypes="">
                                      <p:cBhvr>
                                        <p:cTn id="107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4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75" dur="1000" fill="hold"/>
                                        <p:tgtEl>
                                          <p:spTgt spid="29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7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27841 -0.0992823 L 0 0 E" pathEditMode="relative" ptsTypes="">
                                      <p:cBhvr>
                                        <p:cTn id="1077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8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79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8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63337 -0.1076555 L 0 0 E" pathEditMode="relative" ptsTypes="">
                                      <p:cBhvr>
                                        <p:cTn id="1081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82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83" dur="1000" fill="hold"/>
                                        <p:tgtEl>
                                          <p:spTgt spid="31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8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238 -0.1076555 L 0 0 E" pathEditMode="relative" ptsTypes="">
                                      <p:cBhvr>
                                        <p:cTn id="1085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86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87" dur="1000" fill="hold"/>
                                        <p:tgtEl>
                                          <p:spTgt spid="32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8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69139 -0.1076555 L 0 0 E" pathEditMode="relative" ptsTypes="">
                                      <p:cBhvr>
                                        <p:cTn id="108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0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91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9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22039 -0.1076555 L 0 0 E" pathEditMode="relative" ptsTypes="">
                                      <p:cBhvr>
                                        <p:cTn id="1093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4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95" dur="1000" fill="hold"/>
                                        <p:tgtEl>
                                          <p:spTgt spid="34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9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7494 -0.1076555 L 0 0 E" pathEditMode="relative" ptsTypes="">
                                      <p:cBhvr>
                                        <p:cTn id="1097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8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99" dur="1000" fill="hold"/>
                                        <p:tgtEl>
                                          <p:spTgt spid="35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10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27841 -0.1076555 L 0 0 E" pathEditMode="relative" ptsTypes="">
                                      <p:cBhvr>
                                        <p:cTn id="1101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02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03" dur="1000" fill="hold"/>
                                        <p:tgtEl>
                                          <p:spTgt spid="36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10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34824 -0.0741627 L 0 0 E" pathEditMode="relative" ptsTypes="">
                                      <p:cBhvr>
                                        <p:cTn id="1105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06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07" dur="1000" fill="hold"/>
                                        <p:tgtEl>
                                          <p:spTgt spid="37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10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81923 -0.0741627 L 0 0 E" pathEditMode="relative" ptsTypes="">
                                      <p:cBhvr>
                                        <p:cTn id="110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10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11" dur="1000" fill="hold"/>
                                        <p:tgtEl>
                                          <p:spTgt spid="38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11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29022 -0.0741627 L 0 0 E" pathEditMode="relative" ptsTypes="">
                                      <p:cBhvr>
                                        <p:cTn id="1113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14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15" dur="1000" fill="hold"/>
                                        <p:tgtEl>
                                          <p:spTgt spid="39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11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76121 -0.0741627 L 0 0 E" pathEditMode="relative" ptsTypes="">
                                      <p:cBhvr>
                                        <p:cTn id="1117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18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19" dur="1000" fill="hold"/>
                                        <p:tgtEl>
                                          <p:spTgt spid="40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12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34824 -0.0825359 L 0 0 E" pathEditMode="relative" ptsTypes="">
                                      <p:cBhvr>
                                        <p:cTn id="1121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22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23" dur="1000" fill="hold"/>
                                        <p:tgtEl>
                                          <p:spTgt spid="41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12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81923 -0.0825359 L 0 0 E" pathEditMode="relative" ptsTypes="">
                                      <p:cBhvr>
                                        <p:cTn id="1125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26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27" dur="1000" fill="hold"/>
                                        <p:tgtEl>
                                          <p:spTgt spid="42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12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29022 -0.0825359 L 0 0 E" pathEditMode="relative" ptsTypes="">
                                      <p:cBhvr>
                                        <p:cTn id="1129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30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31" dur="1000" fill="hold"/>
                                        <p:tgtEl>
                                          <p:spTgt spid="43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13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76121 -0.0825359 L 0 0 E" pathEditMode="relative" ptsTypes="">
                                      <p:cBhvr>
                                        <p:cTn id="1133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34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35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13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34824 -0.0909091 L 0 0 E" pathEditMode="relative" ptsTypes="">
                                      <p:cBhvr>
                                        <p:cTn id="1137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38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39" dur="1000" fill="hold"/>
                                        <p:tgtEl>
                                          <p:spTgt spid="45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14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81923 -0.0909091 L 0 0 E" pathEditMode="relative" ptsTypes="">
                                      <p:cBhvr>
                                        <p:cTn id="1141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42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43" dur="1000" fill="hold"/>
                                        <p:tgtEl>
                                          <p:spTgt spid="46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14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29022 -0.0909091 L 0 0 E" pathEditMode="relative" ptsTypes="">
                                      <p:cBhvr>
                                        <p:cTn id="1145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46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47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14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76121 -0.0909091 L 0 0 E" pathEditMode="relative" ptsTypes="">
                                      <p:cBhvr>
                                        <p:cTn id="114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50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51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15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34824 -0.0992823 L 0 0 E" pathEditMode="relative" ptsTypes="">
                                      <p:cBhvr>
                                        <p:cTn id="1153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54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55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15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81923 -0.0992823 L 0 0 E" pathEditMode="relative" ptsTypes="">
                                      <p:cBhvr>
                                        <p:cTn id="1157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58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59" dur="1000" fill="hold"/>
                                        <p:tgtEl>
                                          <p:spTgt spid="50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16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29022 -0.0992823 L 0 0 E" pathEditMode="relative" ptsTypes="">
                                      <p:cBhvr>
                                        <p:cTn id="1161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62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63" dur="1000" fill="hold"/>
                                        <p:tgtEl>
                                          <p:spTgt spid="51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16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76121 -0.0992823 L 0 0 E" pathEditMode="relative" ptsTypes="">
                                      <p:cBhvr>
                                        <p:cTn id="1165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66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67" dur="1000" fill="hold"/>
                                        <p:tgtEl>
                                          <p:spTgt spid="52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16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1411 -0.0657895 L 0 0 E" pathEditMode="relative" ptsTypes="">
                                      <p:cBhvr>
                                        <p:cTn id="116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0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71" dur="1000" fill="hold"/>
                                        <p:tgtEl>
                                          <p:spTgt spid="53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17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24312 -0.0657895 L 0 0 E" pathEditMode="relative" ptsTypes="">
                                      <p:cBhvr>
                                        <p:cTn id="1173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4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75" dur="1000" fill="hold"/>
                                        <p:tgtEl>
                                          <p:spTgt spid="54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17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77213 -0.0657895 L 0 0 E" pathEditMode="relative" ptsTypes="">
                                      <p:cBhvr>
                                        <p:cTn id="1177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8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79" dur="1000" fill="hold"/>
                                        <p:tgtEl>
                                          <p:spTgt spid="55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18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30114 -0.0657895 L 0 0 E" pathEditMode="relative" ptsTypes="">
                                      <p:cBhvr>
                                        <p:cTn id="1181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2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83" dur="1000" fill="hold"/>
                                        <p:tgtEl>
                                          <p:spTgt spid="56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18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83014 -0.0657895 L 0 0 E" pathEditMode="relative" ptsTypes="">
                                      <p:cBhvr>
                                        <p:cTn id="1185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6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87" dur="1000" fill="hold"/>
                                        <p:tgtEl>
                                          <p:spTgt spid="57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18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35915 -0.0657895 L 0 0 E" pathEditMode="relative" ptsTypes="">
                                      <p:cBhvr>
                                        <p:cTn id="1189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0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91" dur="1000" fill="hold"/>
                                        <p:tgtEl>
                                          <p:spTgt spid="58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19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1411 -0.0741627 L 0 0 E" pathEditMode="relative" ptsTypes="">
                                      <p:cBhvr>
                                        <p:cTn id="1193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4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95" dur="1000" fill="hold"/>
                                        <p:tgtEl>
                                          <p:spTgt spid="59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19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24312 -0.0741627 L 0 0 E" pathEditMode="relative" ptsTypes="">
                                      <p:cBhvr>
                                        <p:cTn id="1197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8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99" dur="1000" fill="hold"/>
                                        <p:tgtEl>
                                          <p:spTgt spid="60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0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77213 -0.0741627 L 0 0 E" pathEditMode="relative" ptsTypes="">
                                      <p:cBhvr>
                                        <p:cTn id="1201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02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03" dur="1000" fill="hold"/>
                                        <p:tgtEl>
                                          <p:spTgt spid="61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0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30114 -0.0741627 L 0 0 E" pathEditMode="relative" ptsTypes="">
                                      <p:cBhvr>
                                        <p:cTn id="1205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06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07" dur="1000" fill="hold"/>
                                        <p:tgtEl>
                                          <p:spTgt spid="62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0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83014 -0.0741627 L 0 0 E" pathEditMode="relative" ptsTypes="">
                                      <p:cBhvr>
                                        <p:cTn id="1209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0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11" dur="1000" fill="hold"/>
                                        <p:tgtEl>
                                          <p:spTgt spid="63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1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35915 -0.0741627 L 0 0 E" pathEditMode="relative" ptsTypes="">
                                      <p:cBhvr>
                                        <p:cTn id="1213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4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15" dur="1000" fill="hold"/>
                                        <p:tgtEl>
                                          <p:spTgt spid="64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1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1411 -0.0825359 L 0 0 E" pathEditMode="relative" ptsTypes="">
                                      <p:cBhvr>
                                        <p:cTn id="121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8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19" dur="1000" fill="hold"/>
                                        <p:tgtEl>
                                          <p:spTgt spid="65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2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24312 -0.0825359 L 0 0 E" pathEditMode="relative" ptsTypes="">
                                      <p:cBhvr>
                                        <p:cTn id="1221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2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23" dur="1000" fill="hold"/>
                                        <p:tgtEl>
                                          <p:spTgt spid="66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2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77213 -0.0825359 L 0 0 E" pathEditMode="relative" ptsTypes="">
                                      <p:cBhvr>
                                        <p:cTn id="1225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6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27" dur="1000" fill="hold"/>
                                        <p:tgtEl>
                                          <p:spTgt spid="67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2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30114 -0.0825359 L 0 0 E" pathEditMode="relative" ptsTypes="">
                                      <p:cBhvr>
                                        <p:cTn id="1229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0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31" dur="1000" fill="hold"/>
                                        <p:tgtEl>
                                          <p:spTgt spid="68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3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83014 -0.0825359 L 0 0 E" pathEditMode="relative" ptsTypes="">
                                      <p:cBhvr>
                                        <p:cTn id="1233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4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35" dur="1000" fill="hold"/>
                                        <p:tgtEl>
                                          <p:spTgt spid="69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3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35915 -0.0825359 L 0 0 E" pathEditMode="relative" ptsTypes="">
                                      <p:cBhvr>
                                        <p:cTn id="1237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8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39" dur="1000" fill="hold"/>
                                        <p:tgtEl>
                                          <p:spTgt spid="70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4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1411 -0.0909091 L 0 0 E" pathEditMode="relative" ptsTypes="">
                                      <p:cBhvr>
                                        <p:cTn id="1241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42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43" dur="1000" fill="hold"/>
                                        <p:tgtEl>
                                          <p:spTgt spid="71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4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24312 -0.0909091 L 0 0 E" pathEditMode="relative" ptsTypes="">
                                      <p:cBhvr>
                                        <p:cTn id="1245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46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47" dur="1000" fill="hold"/>
                                        <p:tgtEl>
                                          <p:spTgt spid="72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4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77213 -0.0909091 L 0 0 E" pathEditMode="relative" ptsTypes="">
                                      <p:cBhvr>
                                        <p:cTn id="1249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50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51" dur="1000" fill="hold"/>
                                        <p:tgtEl>
                                          <p:spTgt spid="73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5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30114 -0.0909091 L 0 0 E" pathEditMode="relative" ptsTypes="">
                                      <p:cBhvr>
                                        <p:cTn id="1253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54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55" dur="1000" fill="hold"/>
                                        <p:tgtEl>
                                          <p:spTgt spid="74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5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83014 -0.0909091 L 0 0 E" pathEditMode="relative" ptsTypes="">
                                      <p:cBhvr>
                                        <p:cTn id="1257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58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59" dur="1000" fill="hold"/>
                                        <p:tgtEl>
                                          <p:spTgt spid="75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6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35915 -0.0909091 L 0 0 E" pathEditMode="relative" ptsTypes="">
                                      <p:cBhvr>
                                        <p:cTn id="1261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62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63" dur="1000" fill="hold"/>
                                        <p:tgtEl>
                                          <p:spTgt spid="76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6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1411 -0.0992823 L 0 0 E" pathEditMode="relative" ptsTypes="">
                                      <p:cBhvr>
                                        <p:cTn id="1265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66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67" dur="1000" fill="hold"/>
                                        <p:tgtEl>
                                          <p:spTgt spid="77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6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24312 -0.0992823 L 0 0 E" pathEditMode="relative" ptsTypes="">
                                      <p:cBhvr>
                                        <p:cTn id="1269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0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71" dur="1000" fill="hold"/>
                                        <p:tgtEl>
                                          <p:spTgt spid="78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7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77213 -0.0992823 L 0 0 E" pathEditMode="relative" ptsTypes="">
                                      <p:cBhvr>
                                        <p:cTn id="1273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4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75" dur="1000" fill="hold"/>
                                        <p:tgtEl>
                                          <p:spTgt spid="79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7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30114 -0.0992823 L 0 0 E" pathEditMode="relative" ptsTypes="">
                                      <p:cBhvr>
                                        <p:cTn id="1277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8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79" dur="1000" fill="hold"/>
                                        <p:tgtEl>
                                          <p:spTgt spid="80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8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83014 -0.0992823 L 0 0 E" pathEditMode="relative" ptsTypes="">
                                      <p:cBhvr>
                                        <p:cTn id="1281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82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83" dur="1000" fill="hold"/>
                                        <p:tgtEl>
                                          <p:spTgt spid="81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8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35915 -0.0992823 L 0 0 E" pathEditMode="relative" ptsTypes="">
                                      <p:cBhvr>
                                        <p:cTn id="1285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86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87" dur="1000" fill="hold"/>
                                        <p:tgtEl>
                                          <p:spTgt spid="82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8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1411 -0.1076555 L 0 0 E" pathEditMode="relative" ptsTypes="">
                                      <p:cBhvr>
                                        <p:cTn id="1289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90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91" dur="1000" fill="hold"/>
                                        <p:tgtEl>
                                          <p:spTgt spid="83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9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24312 -0.1076555 L 0 0 E" pathEditMode="relative" ptsTypes="">
                                      <p:cBhvr>
                                        <p:cTn id="1293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94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95" dur="1000" fill="hold"/>
                                        <p:tgtEl>
                                          <p:spTgt spid="84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9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77213 -0.1076555 L 0 0 E" pathEditMode="relative" ptsTypes="">
                                      <p:cBhvr>
                                        <p:cTn id="1297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98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99" dur="1000" fill="hold"/>
                                        <p:tgtEl>
                                          <p:spTgt spid="85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0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30114 -0.1076555 L 0 0 E" pathEditMode="relative" ptsTypes="">
                                      <p:cBhvr>
                                        <p:cTn id="1301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02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03" dur="1000" fill="hold"/>
                                        <p:tgtEl>
                                          <p:spTgt spid="86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0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83014 -0.1076555 L 0 0 E" pathEditMode="relative" ptsTypes="">
                                      <p:cBhvr>
                                        <p:cTn id="1305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06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07" dur="1000" fill="hold"/>
                                        <p:tgtEl>
                                          <p:spTgt spid="87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0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35915 -0.1076555 L 0 0 E" pathEditMode="relative" ptsTypes="">
                                      <p:cBhvr>
                                        <p:cTn id="1309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10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11" dur="1000" fill="hold"/>
                                        <p:tgtEl>
                                          <p:spTgt spid="88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1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45589 -0.0536577 L 0 0 E" pathEditMode="relative" ptsTypes="">
                                      <p:cBhvr>
                                        <p:cTn id="1313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14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15" dur="1000" fill="hold"/>
                                        <p:tgtEl>
                                          <p:spTgt spid="89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1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81923 -0.0741627 L 0 0 E" pathEditMode="relative" ptsTypes="">
                                      <p:cBhvr>
                                        <p:cTn id="1317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18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19" dur="1000" fill="hold"/>
                                        <p:tgtEl>
                                          <p:spTgt spid="94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2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29022 -0.0741627 L 0 0 E" pathEditMode="relative" ptsTypes="">
                                      <p:cBhvr>
                                        <p:cTn id="1321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22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23" dur="1000" fill="hold"/>
                                        <p:tgtEl>
                                          <p:spTgt spid="95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2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76121 -0.0741627 L 0 0 E" pathEditMode="relative" ptsTypes="">
                                      <p:cBhvr>
                                        <p:cTn id="1325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26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27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2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34824 -0.0825359 L 0 0 E" pathEditMode="relative" ptsTypes="">
                                      <p:cBhvr>
                                        <p:cTn id="1329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30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31" dur="1000" fill="hold"/>
                                        <p:tgtEl>
                                          <p:spTgt spid="97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3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81923 -0.0825359 L 0 0 E" pathEditMode="relative" ptsTypes="">
                                      <p:cBhvr>
                                        <p:cTn id="1333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34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35" dur="1000" fill="hold"/>
                                        <p:tgtEl>
                                          <p:spTgt spid="98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3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29022 -0.0825359 L 0 0 E" pathEditMode="relative" ptsTypes="">
                                      <p:cBhvr>
                                        <p:cTn id="1337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38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39" dur="1000" fill="hold"/>
                                        <p:tgtEl>
                                          <p:spTgt spid="99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4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76121 -0.0825359 L 0 0 E" pathEditMode="relative" ptsTypes="">
                                      <p:cBhvr>
                                        <p:cTn id="1341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42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43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4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34824 -0.0909091 L 0 0 E" pathEditMode="relative" ptsTypes="">
                                      <p:cBhvr>
                                        <p:cTn id="1345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46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47" dur="1000" fill="hold"/>
                                        <p:tgtEl>
                                          <p:spTgt spid="101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4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81923 -0.0909091 L 0 0 E" pathEditMode="relative" ptsTypes="">
                                      <p:cBhvr>
                                        <p:cTn id="1349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0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51" dur="1000" fill="hold"/>
                                        <p:tgtEl>
                                          <p:spTgt spid="102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5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29022 -0.0909091 L 0 0 E" pathEditMode="relative" ptsTypes="">
                                      <p:cBhvr>
                                        <p:cTn id="1353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4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55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5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76121 -0.0909091 L 0 0 E" pathEditMode="relative" ptsTypes="">
                                      <p:cBhvr>
                                        <p:cTn id="1357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8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59" dur="1000" fill="hold"/>
                                        <p:tgtEl>
                                          <p:spTgt spid="104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6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34824 -0.0992823 L 0 0 E" pathEditMode="relative" ptsTypes="">
                                      <p:cBhvr>
                                        <p:cTn id="1361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62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63" dur="1000" fill="hold"/>
                                        <p:tgtEl>
                                          <p:spTgt spid="105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6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81923 -0.0992823 L 0 0 E" pathEditMode="relative" ptsTypes="">
                                      <p:cBhvr>
                                        <p:cTn id="1365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66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67" dur="1000" fill="hold"/>
                                        <p:tgtEl>
                                          <p:spTgt spid="106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6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29022 -0.0992823 L 0 0 E" pathEditMode="relative" ptsTypes="">
                                      <p:cBhvr>
                                        <p:cTn id="1369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70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71" dur="1000" fill="hold"/>
                                        <p:tgtEl>
                                          <p:spTgt spid="107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7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76121 -0.0992823 L 0 0 E" pathEditMode="relative" ptsTypes="">
                                      <p:cBhvr>
                                        <p:cTn id="1373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74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75" dur="1000" fill="hold"/>
                                        <p:tgtEl>
                                          <p:spTgt spid="108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7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05472 -0.0622277 L 0 0 E" pathEditMode="relative" ptsTypes="">
                                      <p:cBhvr>
                                        <p:cTn id="1377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78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79" dur="1000" fill="hold"/>
                                        <p:tgtEl>
                                          <p:spTgt spid="109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2" dur="10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3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485347 -0.2039474 L -0.3848684 -0.1381579 E" pathEditMode="relative" ptsTypes="">
                                      <p:cBhvr>
                                        <p:cTn id="1384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85" presetID="6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86" dur="1000" fill="hold"/>
                                        <p:tgtEl>
                                          <p:spTgt spid="128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87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532446 -0.2039474 L -0.3848684 -0.1381579 E" pathEditMode="relative" ptsTypes="">
                                      <p:cBhvr>
                                        <p:cTn id="1388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89" presetID="6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90" dur="1000" fill="hold"/>
                                        <p:tgtEl>
                                          <p:spTgt spid="129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91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579545 -0.2039474 L -0.3848684 -0.1381579 E" pathEditMode="relative" ptsTypes="">
                                      <p:cBhvr>
                                        <p:cTn id="1392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93" presetID="6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94" dur="1000" fill="hold"/>
                                        <p:tgtEl>
                                          <p:spTgt spid="130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95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485347 -0.2123206 L -0.3848684 -0.1381579 E" pathEditMode="relative" ptsTypes="">
                                      <p:cBhvr>
                                        <p:cTn id="1396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97" presetID="6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98" dur="1000" fill="hold"/>
                                        <p:tgtEl>
                                          <p:spTgt spid="131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99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532446 -0.2123206 L -0.3848684 -0.1381579 E" pathEditMode="relative" ptsTypes="">
                                      <p:cBhvr>
                                        <p:cTn id="1400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01" presetID="6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02" dur="1000" fill="hold"/>
                                        <p:tgtEl>
                                          <p:spTgt spid="132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403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579545 -0.2123206 L -0.3848684 -0.1381579 E" pathEditMode="relative" ptsTypes="">
                                      <p:cBhvr>
                                        <p:cTn id="1404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05" presetID="6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06" dur="1000" fill="hold"/>
                                        <p:tgtEl>
                                          <p:spTgt spid="133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407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485347 -0.2206938 L -0.3848684 -0.1381579 E" pathEditMode="relative" ptsTypes="">
                                      <p:cBhvr>
                                        <p:cTn id="1408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09" presetID="6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10" dur="1000" fill="hold"/>
                                        <p:tgtEl>
                                          <p:spTgt spid="134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411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532446 -0.2206938 L -0.3848684 -0.1381579 E" pathEditMode="relative" ptsTypes="">
                                      <p:cBhvr>
                                        <p:cTn id="1412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13" presetID="6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14" dur="1000" fill="hold"/>
                                        <p:tgtEl>
                                          <p:spTgt spid="135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415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579545 -0.2206938 L -0.3848684 -0.1381579 E" pathEditMode="relative" ptsTypes="">
                                      <p:cBhvr>
                                        <p:cTn id="1416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17" presetID="6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18" dur="1000" fill="hold"/>
                                        <p:tgtEl>
                                          <p:spTgt spid="136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419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493421 -0.2039474 L -0.3848684 -0.1381579 E" pathEditMode="relative" ptsTypes="">
                                      <p:cBhvr>
                                        <p:cTn id="1420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21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22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423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54052 -0.2039474 L -0.3848684 -0.1381579 E" pathEditMode="relative" ptsTypes="">
                                      <p:cBhvr>
                                        <p:cTn id="1424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25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26" dur="1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427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58762 -0.2039474 L -0.3848684 -0.1381579 E" pathEditMode="relative" ptsTypes="">
                                      <p:cBhvr>
                                        <p:cTn id="1428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29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30" dur="1000" fill="hold"/>
                                        <p:tgtEl>
                                          <p:spTgt spid="121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431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493421 -0.2123206 L -0.3848684 -0.1381579 E" pathEditMode="relative" ptsTypes="">
                                      <p:cBhvr>
                                        <p:cTn id="14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33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34" dur="1000" fill="hold"/>
                                        <p:tgtEl>
                                          <p:spTgt spid="122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435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54052 -0.2123206 L -0.3848684 -0.1381579 E" pathEditMode="relative" ptsTypes="">
                                      <p:cBhvr>
                                        <p:cTn id="1436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37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38" dur="1000" fill="hold"/>
                                        <p:tgtEl>
                                          <p:spTgt spid="123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439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58762 -0.2123206 L -0.3848684 -0.1381579 E" pathEditMode="relative" ptsTypes="">
                                      <p:cBhvr>
                                        <p:cTn id="1440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41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42" dur="1000" fill="hold"/>
                                        <p:tgtEl>
                                          <p:spTgt spid="124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443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493421 -0.2206938 L -0.3848684 -0.1381579 E" pathEditMode="relative" ptsTypes="">
                                      <p:cBhvr>
                                        <p:cTn id="1444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45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46" dur="1000" fill="hold"/>
                                        <p:tgtEl>
                                          <p:spTgt spid="125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447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54052 -0.2206938 L -0.3848684 -0.1381579 E" pathEditMode="relative" ptsTypes="">
                                      <p:cBhvr>
                                        <p:cTn id="1448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49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50" dur="1000" fill="hold"/>
                                        <p:tgtEl>
                                          <p:spTgt spid="126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451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58762 -0.2206938 L -0.3848684 -0.1381579 E" pathEditMode="relative" ptsTypes="">
                                      <p:cBhvr>
                                        <p:cTn id="1452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53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54" dur="1000" fill="hold"/>
                                        <p:tgtEl>
                                          <p:spTgt spid="127"/>
                                        </p:tgtEl>
                                      </p:cBhvr>
                                      <p:by x="150000" y="150000"/>
                                      <p:from x="90909" y="9090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0" grpId="0" animBg="1"/>
      <p:bldP spid="190" grpId="1" animBg="1"/>
      <p:bldP spid="190" grpId="2" animBg="1"/>
      <p:bldP spid="190" grpId="3" animBg="1"/>
      <p:bldP spid="2" grpId="0" animBg="1"/>
      <p:bldP spid="2" grpId="1" animBg="1"/>
      <p:bldP spid="2" grpId="2" animBg="1"/>
      <p:bldP spid="2" grpId="3" animBg="1"/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  <p:bldP spid="43" grpId="0" animBg="1"/>
      <p:bldP spid="43" grpId="1" animBg="1"/>
      <p:bldP spid="43" grpId="2" animBg="1"/>
      <p:bldP spid="43" grpId="3" animBg="1"/>
      <p:bldP spid="44" grpId="0" animBg="1"/>
      <p:bldP spid="44" grpId="1" animBg="1"/>
      <p:bldP spid="44" grpId="2" animBg="1"/>
      <p:bldP spid="44" grpId="3" animBg="1"/>
      <p:bldP spid="45" grpId="0" animBg="1"/>
      <p:bldP spid="45" grpId="1" animBg="1"/>
      <p:bldP spid="45" grpId="2" animBg="1"/>
      <p:bldP spid="45" grpId="3" animBg="1"/>
      <p:bldP spid="46" grpId="0" animBg="1"/>
      <p:bldP spid="46" grpId="1" animBg="1"/>
      <p:bldP spid="46" grpId="2" animBg="1"/>
      <p:bldP spid="46" grpId="3" animBg="1"/>
      <p:bldP spid="47" grpId="0" animBg="1"/>
      <p:bldP spid="47" grpId="1" animBg="1"/>
      <p:bldP spid="47" grpId="2" animBg="1"/>
      <p:bldP spid="47" grpId="3" animBg="1"/>
      <p:bldP spid="48" grpId="0" animBg="1"/>
      <p:bldP spid="48" grpId="1" animBg="1"/>
      <p:bldP spid="48" grpId="2" animBg="1"/>
      <p:bldP spid="48" grpId="3" animBg="1"/>
      <p:bldP spid="49" grpId="0" animBg="1"/>
      <p:bldP spid="49" grpId="1" animBg="1"/>
      <p:bldP spid="49" grpId="2" animBg="1"/>
      <p:bldP spid="49" grpId="3" animBg="1"/>
      <p:bldP spid="50" grpId="0" animBg="1"/>
      <p:bldP spid="50" grpId="1" animBg="1"/>
      <p:bldP spid="50" grpId="2" animBg="1"/>
      <p:bldP spid="50" grpId="3" animBg="1"/>
      <p:bldP spid="51" grpId="0" animBg="1"/>
      <p:bldP spid="51" grpId="1" animBg="1"/>
      <p:bldP spid="51" grpId="2" animBg="1"/>
      <p:bldP spid="51" grpId="3" animBg="1"/>
      <p:bldP spid="52" grpId="0" animBg="1"/>
      <p:bldP spid="52" grpId="1" animBg="1"/>
      <p:bldP spid="52" grpId="2" animBg="1"/>
      <p:bldP spid="52" grpId="3" animBg="1"/>
      <p:bldP spid="53" grpId="0"/>
      <p:bldP spid="53" grpId="1"/>
      <p:bldP spid="53" grpId="2"/>
      <p:bldP spid="53" grpId="3"/>
      <p:bldP spid="54" grpId="0"/>
      <p:bldP spid="54" grpId="1"/>
      <p:bldP spid="54" grpId="2"/>
      <p:bldP spid="54" grpId="3"/>
      <p:bldP spid="55" grpId="0"/>
      <p:bldP spid="55" grpId="1"/>
      <p:bldP spid="55" grpId="2"/>
      <p:bldP spid="55" grpId="3"/>
      <p:bldP spid="56" grpId="0"/>
      <p:bldP spid="56" grpId="1"/>
      <p:bldP spid="56" grpId="2"/>
      <p:bldP spid="56" grpId="3"/>
      <p:bldP spid="57" grpId="0"/>
      <p:bldP spid="57" grpId="1"/>
      <p:bldP spid="57" grpId="2"/>
      <p:bldP spid="57" grpId="3"/>
      <p:bldP spid="58" grpId="0"/>
      <p:bldP spid="58" grpId="1"/>
      <p:bldP spid="58" grpId="2"/>
      <p:bldP spid="58" grpId="3"/>
      <p:bldP spid="59" grpId="0"/>
      <p:bldP spid="59" grpId="1"/>
      <p:bldP spid="59" grpId="2"/>
      <p:bldP spid="59" grpId="3"/>
      <p:bldP spid="60" grpId="0"/>
      <p:bldP spid="60" grpId="1"/>
      <p:bldP spid="60" grpId="2"/>
      <p:bldP spid="60" grpId="3"/>
      <p:bldP spid="61" grpId="0"/>
      <p:bldP spid="61" grpId="1"/>
      <p:bldP spid="61" grpId="2"/>
      <p:bldP spid="61" grpId="3"/>
      <p:bldP spid="62" grpId="0"/>
      <p:bldP spid="62" grpId="1"/>
      <p:bldP spid="62" grpId="2"/>
      <p:bldP spid="62" grpId="3"/>
      <p:bldP spid="63" grpId="0"/>
      <p:bldP spid="63" grpId="1"/>
      <p:bldP spid="63" grpId="2"/>
      <p:bldP spid="63" grpId="3"/>
      <p:bldP spid="64" grpId="0"/>
      <p:bldP spid="64" grpId="1"/>
      <p:bldP spid="64" grpId="2"/>
      <p:bldP spid="64" grpId="3"/>
      <p:bldP spid="65" grpId="0"/>
      <p:bldP spid="65" grpId="1"/>
      <p:bldP spid="65" grpId="2"/>
      <p:bldP spid="65" grpId="3"/>
      <p:bldP spid="66" grpId="0"/>
      <p:bldP spid="66" grpId="1"/>
      <p:bldP spid="66" grpId="2"/>
      <p:bldP spid="66" grpId="3"/>
      <p:bldP spid="67" grpId="0"/>
      <p:bldP spid="67" grpId="1"/>
      <p:bldP spid="67" grpId="2"/>
      <p:bldP spid="67" grpId="3"/>
      <p:bldP spid="68" grpId="0"/>
      <p:bldP spid="68" grpId="1"/>
      <p:bldP spid="68" grpId="2"/>
      <p:bldP spid="68" grpId="3"/>
      <p:bldP spid="69" grpId="0"/>
      <p:bldP spid="69" grpId="1"/>
      <p:bldP spid="69" grpId="2"/>
      <p:bldP spid="69" grpId="3"/>
      <p:bldP spid="70" grpId="0"/>
      <p:bldP spid="70" grpId="1"/>
      <p:bldP spid="70" grpId="2"/>
      <p:bldP spid="70" grpId="3"/>
      <p:bldP spid="71" grpId="0"/>
      <p:bldP spid="71" grpId="1"/>
      <p:bldP spid="71" grpId="2"/>
      <p:bldP spid="71" grpId="3"/>
      <p:bldP spid="72" grpId="0"/>
      <p:bldP spid="72" grpId="1"/>
      <p:bldP spid="72" grpId="2"/>
      <p:bldP spid="72" grpId="3"/>
      <p:bldP spid="73" grpId="0"/>
      <p:bldP spid="73" grpId="1"/>
      <p:bldP spid="73" grpId="2"/>
      <p:bldP spid="73" grpId="3"/>
      <p:bldP spid="74" grpId="0"/>
      <p:bldP spid="74" grpId="1"/>
      <p:bldP spid="74" grpId="2"/>
      <p:bldP spid="74" grpId="3"/>
      <p:bldP spid="75" grpId="0"/>
      <p:bldP spid="75" grpId="1"/>
      <p:bldP spid="75" grpId="2"/>
      <p:bldP spid="75" grpId="3"/>
      <p:bldP spid="76" grpId="0"/>
      <p:bldP spid="76" grpId="1"/>
      <p:bldP spid="76" grpId="2"/>
      <p:bldP spid="76" grpId="3"/>
      <p:bldP spid="77" grpId="0"/>
      <p:bldP spid="77" grpId="1"/>
      <p:bldP spid="77" grpId="2"/>
      <p:bldP spid="77" grpId="3"/>
      <p:bldP spid="78" grpId="0"/>
      <p:bldP spid="78" grpId="1"/>
      <p:bldP spid="78" grpId="2"/>
      <p:bldP spid="78" grpId="3"/>
      <p:bldP spid="79" grpId="0"/>
      <p:bldP spid="79" grpId="1"/>
      <p:bldP spid="79" grpId="2"/>
      <p:bldP spid="79" grpId="3"/>
      <p:bldP spid="80" grpId="0"/>
      <p:bldP spid="80" grpId="1"/>
      <p:bldP spid="80" grpId="2"/>
      <p:bldP spid="80" grpId="3"/>
      <p:bldP spid="81" grpId="0"/>
      <p:bldP spid="81" grpId="1"/>
      <p:bldP spid="81" grpId="2"/>
      <p:bldP spid="81" grpId="3"/>
      <p:bldP spid="82" grpId="0"/>
      <p:bldP spid="82" grpId="1"/>
      <p:bldP spid="82" grpId="2"/>
      <p:bldP spid="82" grpId="3"/>
      <p:bldP spid="83" grpId="0"/>
      <p:bldP spid="83" grpId="1"/>
      <p:bldP spid="83" grpId="2"/>
      <p:bldP spid="83" grpId="3"/>
      <p:bldP spid="84" grpId="0"/>
      <p:bldP spid="84" grpId="1"/>
      <p:bldP spid="84" grpId="2"/>
      <p:bldP spid="84" grpId="3"/>
      <p:bldP spid="85" grpId="0"/>
      <p:bldP spid="85" grpId="1"/>
      <p:bldP spid="85" grpId="2"/>
      <p:bldP spid="85" grpId="3"/>
      <p:bldP spid="86" grpId="0"/>
      <p:bldP spid="86" grpId="1"/>
      <p:bldP spid="86" grpId="2"/>
      <p:bldP spid="86" grpId="3"/>
      <p:bldP spid="87" grpId="0"/>
      <p:bldP spid="87" grpId="1"/>
      <p:bldP spid="87" grpId="2"/>
      <p:bldP spid="87" grpId="3"/>
      <p:bldP spid="88" grpId="0"/>
      <p:bldP spid="88" grpId="1"/>
      <p:bldP spid="88" grpId="2"/>
      <p:bldP spid="88" grpId="3"/>
      <p:bldP spid="89" grpId="0"/>
      <p:bldP spid="89" grpId="1"/>
      <p:bldP spid="89" grpId="2"/>
      <p:bldP spid="89" grpId="3"/>
      <p:bldP spid="90" grpId="0"/>
      <p:bldP spid="91" grpId="0"/>
      <p:bldP spid="92" grpId="0"/>
      <p:bldP spid="93" grpId="0"/>
      <p:bldP spid="93" grpId="1"/>
      <p:bldP spid="93" grpId="2"/>
      <p:bldP spid="94" grpId="0"/>
      <p:bldP spid="94" grpId="1"/>
      <p:bldP spid="94" grpId="2"/>
      <p:bldP spid="94" grpId="3"/>
      <p:bldP spid="95" grpId="0"/>
      <p:bldP spid="95" grpId="1"/>
      <p:bldP spid="95" grpId="2"/>
      <p:bldP spid="95" grpId="3"/>
      <p:bldP spid="96" grpId="0"/>
      <p:bldP spid="96" grpId="1"/>
      <p:bldP spid="96" grpId="2"/>
      <p:bldP spid="96" grpId="3"/>
      <p:bldP spid="97" grpId="0"/>
      <p:bldP spid="97" grpId="1"/>
      <p:bldP spid="97" grpId="2"/>
      <p:bldP spid="97" grpId="3"/>
      <p:bldP spid="98" grpId="0"/>
      <p:bldP spid="98" grpId="1"/>
      <p:bldP spid="98" grpId="2"/>
      <p:bldP spid="98" grpId="3"/>
      <p:bldP spid="99" grpId="0"/>
      <p:bldP spid="99" grpId="1"/>
      <p:bldP spid="99" grpId="2"/>
      <p:bldP spid="99" grpId="3"/>
      <p:bldP spid="100" grpId="0"/>
      <p:bldP spid="100" grpId="1"/>
      <p:bldP spid="100" grpId="2"/>
      <p:bldP spid="100" grpId="3"/>
      <p:bldP spid="101" grpId="0"/>
      <p:bldP spid="101" grpId="1"/>
      <p:bldP spid="101" grpId="2"/>
      <p:bldP spid="101" grpId="3"/>
      <p:bldP spid="102" grpId="0"/>
      <p:bldP spid="102" grpId="1"/>
      <p:bldP spid="102" grpId="2"/>
      <p:bldP spid="102" grpId="3"/>
      <p:bldP spid="103" grpId="0"/>
      <p:bldP spid="103" grpId="1"/>
      <p:bldP spid="103" grpId="2"/>
      <p:bldP spid="103" grpId="3"/>
      <p:bldP spid="104" grpId="0"/>
      <p:bldP spid="104" grpId="1"/>
      <p:bldP spid="104" grpId="2"/>
      <p:bldP spid="104" grpId="3"/>
      <p:bldP spid="105" grpId="0"/>
      <p:bldP spid="105" grpId="1"/>
      <p:bldP spid="105" grpId="2"/>
      <p:bldP spid="105" grpId="3"/>
      <p:bldP spid="106" grpId="0"/>
      <p:bldP spid="106" grpId="1"/>
      <p:bldP spid="106" grpId="2"/>
      <p:bldP spid="106" grpId="3"/>
      <p:bldP spid="107" grpId="0"/>
      <p:bldP spid="107" grpId="1"/>
      <p:bldP spid="107" grpId="2"/>
      <p:bldP spid="107" grpId="3"/>
      <p:bldP spid="108" grpId="0"/>
      <p:bldP spid="108" grpId="1"/>
      <p:bldP spid="108" grpId="2"/>
      <p:bldP spid="108" grpId="3"/>
      <p:bldP spid="109" grpId="0"/>
      <p:bldP spid="109" grpId="1"/>
      <p:bldP spid="109" grpId="2"/>
      <p:bldP spid="109" grpId="3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/>
      <p:bldP spid="119" grpId="1"/>
      <p:bldP spid="119" grpId="2"/>
      <p:bldP spid="119" grpId="3"/>
      <p:bldP spid="119" grpId="4"/>
      <p:bldP spid="120" grpId="0"/>
      <p:bldP spid="120" grpId="1"/>
      <p:bldP spid="120" grpId="2"/>
      <p:bldP spid="120" grpId="3"/>
      <p:bldP spid="120" grpId="4"/>
      <p:bldP spid="121" grpId="0"/>
      <p:bldP spid="121" grpId="1"/>
      <p:bldP spid="121" grpId="2"/>
      <p:bldP spid="121" grpId="3"/>
      <p:bldP spid="121" grpId="4"/>
      <p:bldP spid="122" grpId="0"/>
      <p:bldP spid="122" grpId="1"/>
      <p:bldP spid="122" grpId="2"/>
      <p:bldP spid="122" grpId="3"/>
      <p:bldP spid="122" grpId="4"/>
      <p:bldP spid="123" grpId="0"/>
      <p:bldP spid="123" grpId="1"/>
      <p:bldP spid="123" grpId="2"/>
      <p:bldP spid="123" grpId="3"/>
      <p:bldP spid="123" grpId="4"/>
      <p:bldP spid="124" grpId="0"/>
      <p:bldP spid="124" grpId="1"/>
      <p:bldP spid="124" grpId="2"/>
      <p:bldP spid="124" grpId="3"/>
      <p:bldP spid="124" grpId="4"/>
      <p:bldP spid="125" grpId="0"/>
      <p:bldP spid="125" grpId="1"/>
      <p:bldP spid="125" grpId="2"/>
      <p:bldP spid="125" grpId="3"/>
      <p:bldP spid="125" grpId="4"/>
      <p:bldP spid="126" grpId="0"/>
      <p:bldP spid="126" grpId="1"/>
      <p:bldP spid="126" grpId="2"/>
      <p:bldP spid="126" grpId="3"/>
      <p:bldP spid="126" grpId="4"/>
      <p:bldP spid="127" grpId="0"/>
      <p:bldP spid="127" grpId="1"/>
      <p:bldP spid="127" grpId="2"/>
      <p:bldP spid="127" grpId="3"/>
      <p:bldP spid="127" grpId="4"/>
      <p:bldP spid="128" grpId="0" animBg="1"/>
      <p:bldP spid="128" grpId="1" animBg="1"/>
      <p:bldP spid="128" grpId="2" animBg="1"/>
      <p:bldP spid="128" grpId="3" animBg="1"/>
      <p:bldP spid="128" grpId="4" animBg="1"/>
      <p:bldP spid="128" grpId="5" animBg="1"/>
      <p:bldP spid="129" grpId="0" animBg="1"/>
      <p:bldP spid="129" grpId="1" animBg="1"/>
      <p:bldP spid="129" grpId="2" animBg="1"/>
      <p:bldP spid="129" grpId="3" animBg="1"/>
      <p:bldP spid="129" grpId="4" animBg="1"/>
      <p:bldP spid="129" grpId="5" animBg="1"/>
      <p:bldP spid="130" grpId="0" animBg="1"/>
      <p:bldP spid="130" grpId="1" animBg="1"/>
      <p:bldP spid="130" grpId="2" animBg="1"/>
      <p:bldP spid="130" grpId="3" animBg="1"/>
      <p:bldP spid="130" grpId="4" animBg="1"/>
      <p:bldP spid="130" grpId="5" animBg="1"/>
      <p:bldP spid="131" grpId="0" animBg="1"/>
      <p:bldP spid="131" grpId="1" animBg="1"/>
      <p:bldP spid="131" grpId="2" animBg="1"/>
      <p:bldP spid="131" grpId="3" animBg="1"/>
      <p:bldP spid="131" grpId="4" animBg="1"/>
      <p:bldP spid="131" grpId="5" animBg="1"/>
      <p:bldP spid="132" grpId="0" animBg="1"/>
      <p:bldP spid="132" grpId="1" animBg="1"/>
      <p:bldP spid="132" grpId="2" animBg="1"/>
      <p:bldP spid="132" grpId="3" animBg="1"/>
      <p:bldP spid="132" grpId="4" animBg="1"/>
      <p:bldP spid="132" grpId="5" animBg="1"/>
      <p:bldP spid="133" grpId="0" animBg="1"/>
      <p:bldP spid="133" grpId="1" animBg="1"/>
      <p:bldP spid="133" grpId="2" animBg="1"/>
      <p:bldP spid="133" grpId="3" animBg="1"/>
      <p:bldP spid="133" grpId="4" animBg="1"/>
      <p:bldP spid="133" grpId="5" animBg="1"/>
      <p:bldP spid="134" grpId="0" animBg="1"/>
      <p:bldP spid="134" grpId="1" animBg="1"/>
      <p:bldP spid="134" grpId="2" animBg="1"/>
      <p:bldP spid="134" grpId="3" animBg="1"/>
      <p:bldP spid="134" grpId="4" animBg="1"/>
      <p:bldP spid="134" grpId="5" animBg="1"/>
      <p:bldP spid="135" grpId="0" animBg="1"/>
      <p:bldP spid="135" grpId="1" animBg="1"/>
      <p:bldP spid="135" grpId="2" animBg="1"/>
      <p:bldP spid="135" grpId="3" animBg="1"/>
      <p:bldP spid="135" grpId="4" animBg="1"/>
      <p:bldP spid="135" grpId="5" animBg="1"/>
      <p:bldP spid="136" grpId="0" animBg="1"/>
      <p:bldP spid="136" grpId="1" animBg="1"/>
      <p:bldP spid="136" grpId="2" animBg="1"/>
      <p:bldP spid="136" grpId="3" animBg="1"/>
      <p:bldP spid="136" grpId="4" animBg="1"/>
      <p:bldP spid="136" grpId="5" animBg="1"/>
      <p:bldP spid="137" grpId="0"/>
      <p:bldP spid="137" grpId="1"/>
      <p:bldP spid="138" grpId="0"/>
      <p:bldP spid="138" grpId="1"/>
      <p:bldP spid="139" grpId="0"/>
      <p:bldP spid="139" grpId="1"/>
      <p:bldP spid="140" grpId="0"/>
      <p:bldP spid="140" grpId="1"/>
      <p:bldP spid="141" grpId="0"/>
      <p:bldP spid="141" grpId="1"/>
      <p:bldP spid="142" grpId="0"/>
      <p:bldP spid="142" grpId="1"/>
      <p:bldP spid="143" grpId="0"/>
      <p:bldP spid="143" grpId="1"/>
      <p:bldP spid="144" grpId="0"/>
      <p:bldP spid="144" grpId="1"/>
      <p:bldP spid="145" grpId="0"/>
      <p:bldP spid="145" grpId="1"/>
      <p:bldP spid="146" grpId="0"/>
      <p:bldP spid="146" grpId="1"/>
      <p:bldP spid="147" grpId="0"/>
      <p:bldP spid="147" grpId="1"/>
      <p:bldP spid="148" grpId="0"/>
      <p:bldP spid="148" grpId="1"/>
      <p:bldP spid="149" grpId="0"/>
      <p:bldP spid="149" grpId="1"/>
      <p:bldP spid="150" grpId="0"/>
      <p:bldP spid="150" grpId="1"/>
      <p:bldP spid="151" grpId="0"/>
      <p:bldP spid="151" grpId="1"/>
      <p:bldP spid="152" grpId="0"/>
      <p:bldP spid="152" grpId="1"/>
      <p:bldP spid="153" grpId="0"/>
      <p:bldP spid="153" grpId="1"/>
      <p:bldP spid="154" grpId="0"/>
      <p:bldP spid="154" grpId="1"/>
      <p:bldP spid="155" grpId="0"/>
      <p:bldP spid="155" grpId="1"/>
      <p:bldP spid="156" grpId="0"/>
      <p:bldP spid="156" grpId="1"/>
      <p:bldP spid="157" grpId="0"/>
      <p:bldP spid="157" grpId="1"/>
      <p:bldP spid="158" grpId="0"/>
      <p:bldP spid="158" grpId="1"/>
      <p:bldP spid="159" grpId="0"/>
      <p:bldP spid="159" grpId="1"/>
      <p:bldP spid="160" grpId="0"/>
      <p:bldP spid="160" grpId="1"/>
      <p:bldP spid="161" grpId="0"/>
      <p:bldP spid="161" grpId="1"/>
      <p:bldP spid="162" grpId="0"/>
      <p:bldP spid="162" grpId="1"/>
      <p:bldP spid="163" grpId="0"/>
      <p:bldP spid="163" grpId="1"/>
      <p:bldP spid="164" grpId="0"/>
      <p:bldP spid="164" grpId="1"/>
      <p:bldP spid="164" grpId="2"/>
      <p:bldP spid="165" grpId="0"/>
      <p:bldP spid="165" grpId="1"/>
      <p:bldP spid="165" grpId="2"/>
      <p:bldP spid="166" grpId="0"/>
      <p:bldP spid="166" grpId="1"/>
      <p:bldP spid="166" grpId="2"/>
      <p:bldP spid="167" grpId="0"/>
      <p:bldP spid="167" grpId="1"/>
      <p:bldP spid="167" grpId="2"/>
      <p:bldP spid="168" grpId="0"/>
      <p:bldP spid="168" grpId="1"/>
      <p:bldP spid="168" grpId="2"/>
      <p:bldP spid="169" grpId="0"/>
      <p:bldP spid="169" grpId="1"/>
      <p:bldP spid="169" grpId="2"/>
      <p:bldP spid="170" grpId="0"/>
      <p:bldP spid="170" grpId="1"/>
      <p:bldP spid="170" grpId="2"/>
      <p:bldP spid="171" grpId="0"/>
      <p:bldP spid="171" grpId="1"/>
      <p:bldP spid="171" grpId="2"/>
      <p:bldP spid="172" grpId="0"/>
      <p:bldP spid="172" grpId="1"/>
      <p:bldP spid="172" grpId="2"/>
      <p:bldP spid="173" grpId="0"/>
      <p:bldP spid="173" grpId="1"/>
      <p:bldP spid="173" grpId="2"/>
      <p:bldP spid="174" grpId="0"/>
      <p:bldP spid="174" grpId="1"/>
      <p:bldP spid="174" grpId="2"/>
      <p:bldP spid="175" grpId="0"/>
      <p:bldP spid="175" grpId="1"/>
      <p:bldP spid="175" grpId="2"/>
      <p:bldP spid="176" grpId="0"/>
      <p:bldP spid="176" grpId="1"/>
      <p:bldP spid="176" grpId="2"/>
      <p:bldP spid="177" grpId="0"/>
      <p:bldP spid="177" grpId="1"/>
      <p:bldP spid="177" grpId="2"/>
      <p:bldP spid="178" grpId="0"/>
      <p:bldP spid="178" grpId="1"/>
      <p:bldP spid="178" grpId="2"/>
      <p:bldP spid="179" grpId="0"/>
      <p:bldP spid="179" grpId="1"/>
      <p:bldP spid="179" grpId="2"/>
      <p:bldP spid="180" grpId="0"/>
      <p:bldP spid="180" grpId="1"/>
      <p:bldP spid="180" grpId="2"/>
      <p:bldP spid="181" grpId="0"/>
      <p:bldP spid="181" grpId="1"/>
      <p:bldP spid="181" grpId="2"/>
      <p:bldP spid="182" grpId="0"/>
      <p:bldP spid="182" grpId="1"/>
      <p:bldP spid="183" grpId="0"/>
      <p:bldP spid="183" grpId="1"/>
      <p:bldP spid="184" grpId="0"/>
      <p:bldP spid="184" grpId="1"/>
      <p:bldP spid="185" grpId="0"/>
      <p:bldP spid="185" grpId="1"/>
      <p:bldP spid="186" grpId="0"/>
      <p:bldP spid="186" grpId="1"/>
      <p:bldP spid="187" grpId="0"/>
      <p:bldP spid="187" grpId="1"/>
      <p:bldP spid="188" grpId="0"/>
      <p:bldP spid="188" grpId="1"/>
      <p:bldP spid="189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anim_o651_1">
            <a:extLst>
              <a:ext uri="{FF2B5EF4-FFF2-40B4-BE49-F238E27FC236}">
                <a16:creationId xmlns:a16="http://schemas.microsoft.com/office/drawing/2014/main" id="{05470DBF-9F5E-4642-8779-C88277BF14BD}"/>
              </a:ext>
            </a:extLst>
          </p:cNvPr>
          <p:cNvSpPr>
            <a:spLocks noGrp="1"/>
          </p:cNvSpPr>
          <p:nvPr/>
        </p:nvSpPr>
        <p:spPr>
          <a:xfrm>
            <a:off x="907382" y="184985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655_1">
            <a:extLst>
              <a:ext uri="{FF2B5EF4-FFF2-40B4-BE49-F238E27FC236}">
                <a16:creationId xmlns:a16="http://schemas.microsoft.com/office/drawing/2014/main" id="{F12C2EB4-349F-4263-B73F-709A313D5404}"/>
              </a:ext>
            </a:extLst>
          </p:cNvPr>
          <p:cNvSpPr>
            <a:spLocks noGrp="1"/>
          </p:cNvSpPr>
          <p:nvPr/>
        </p:nvSpPr>
        <p:spPr>
          <a:xfrm>
            <a:off x="1539039" y="184985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659_1">
            <a:extLst>
              <a:ext uri="{FF2B5EF4-FFF2-40B4-BE49-F238E27FC236}">
                <a16:creationId xmlns:a16="http://schemas.microsoft.com/office/drawing/2014/main" id="{73D18D84-9F51-4012-A1AA-E4EFE0372AD8}"/>
              </a:ext>
            </a:extLst>
          </p:cNvPr>
          <p:cNvSpPr>
            <a:spLocks noGrp="1"/>
          </p:cNvSpPr>
          <p:nvPr/>
        </p:nvSpPr>
        <p:spPr>
          <a:xfrm>
            <a:off x="2170697" y="184985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663_1">
            <a:extLst>
              <a:ext uri="{FF2B5EF4-FFF2-40B4-BE49-F238E27FC236}">
                <a16:creationId xmlns:a16="http://schemas.microsoft.com/office/drawing/2014/main" id="{EC297B5A-1D8B-407F-B6F8-B07B169E688C}"/>
              </a:ext>
            </a:extLst>
          </p:cNvPr>
          <p:cNvSpPr>
            <a:spLocks noGrp="1"/>
          </p:cNvSpPr>
          <p:nvPr/>
        </p:nvSpPr>
        <p:spPr>
          <a:xfrm>
            <a:off x="2802355" y="184985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667_1">
            <a:extLst>
              <a:ext uri="{FF2B5EF4-FFF2-40B4-BE49-F238E27FC236}">
                <a16:creationId xmlns:a16="http://schemas.microsoft.com/office/drawing/2014/main" id="{00BAEB34-ECA5-4F28-A68D-3FF092F6BD03}"/>
              </a:ext>
            </a:extLst>
          </p:cNvPr>
          <p:cNvSpPr>
            <a:spLocks noGrp="1"/>
          </p:cNvSpPr>
          <p:nvPr/>
        </p:nvSpPr>
        <p:spPr>
          <a:xfrm>
            <a:off x="3434013" y="184985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671_1">
            <a:extLst>
              <a:ext uri="{FF2B5EF4-FFF2-40B4-BE49-F238E27FC236}">
                <a16:creationId xmlns:a16="http://schemas.microsoft.com/office/drawing/2014/main" id="{7E273CA0-8B13-488A-AFCD-779607B12FA1}"/>
              </a:ext>
            </a:extLst>
          </p:cNvPr>
          <p:cNvSpPr>
            <a:spLocks noGrp="1"/>
          </p:cNvSpPr>
          <p:nvPr/>
        </p:nvSpPr>
        <p:spPr>
          <a:xfrm>
            <a:off x="4065671" y="184985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675_1">
            <a:extLst>
              <a:ext uri="{FF2B5EF4-FFF2-40B4-BE49-F238E27FC236}">
                <a16:creationId xmlns:a16="http://schemas.microsoft.com/office/drawing/2014/main" id="{87AF7820-3955-4DE0-AE46-C67104058E90}"/>
              </a:ext>
            </a:extLst>
          </p:cNvPr>
          <p:cNvSpPr>
            <a:spLocks noGrp="1"/>
          </p:cNvSpPr>
          <p:nvPr/>
        </p:nvSpPr>
        <p:spPr>
          <a:xfrm>
            <a:off x="907382" y="248151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679_1">
            <a:extLst>
              <a:ext uri="{FF2B5EF4-FFF2-40B4-BE49-F238E27FC236}">
                <a16:creationId xmlns:a16="http://schemas.microsoft.com/office/drawing/2014/main" id="{952484D3-04B1-432D-B023-3BFE119C7AE3}"/>
              </a:ext>
            </a:extLst>
          </p:cNvPr>
          <p:cNvSpPr>
            <a:spLocks noGrp="1"/>
          </p:cNvSpPr>
          <p:nvPr/>
        </p:nvSpPr>
        <p:spPr>
          <a:xfrm>
            <a:off x="1539039" y="248151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683_1">
            <a:extLst>
              <a:ext uri="{FF2B5EF4-FFF2-40B4-BE49-F238E27FC236}">
                <a16:creationId xmlns:a16="http://schemas.microsoft.com/office/drawing/2014/main" id="{57BCA8C9-417A-477D-B339-DD5CF18D8B5F}"/>
              </a:ext>
            </a:extLst>
          </p:cNvPr>
          <p:cNvSpPr>
            <a:spLocks noGrp="1"/>
          </p:cNvSpPr>
          <p:nvPr/>
        </p:nvSpPr>
        <p:spPr>
          <a:xfrm>
            <a:off x="2170697" y="248151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687_1">
            <a:extLst>
              <a:ext uri="{FF2B5EF4-FFF2-40B4-BE49-F238E27FC236}">
                <a16:creationId xmlns:a16="http://schemas.microsoft.com/office/drawing/2014/main" id="{6E10522F-1AAB-4989-BDDD-6059C76C8980}"/>
              </a:ext>
            </a:extLst>
          </p:cNvPr>
          <p:cNvSpPr>
            <a:spLocks noGrp="1"/>
          </p:cNvSpPr>
          <p:nvPr/>
        </p:nvSpPr>
        <p:spPr>
          <a:xfrm>
            <a:off x="2802355" y="248151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691_1">
            <a:extLst>
              <a:ext uri="{FF2B5EF4-FFF2-40B4-BE49-F238E27FC236}">
                <a16:creationId xmlns:a16="http://schemas.microsoft.com/office/drawing/2014/main" id="{5907BDCD-44EB-4512-B402-B6BBA3BF4A43}"/>
              </a:ext>
            </a:extLst>
          </p:cNvPr>
          <p:cNvSpPr>
            <a:spLocks noGrp="1"/>
          </p:cNvSpPr>
          <p:nvPr/>
        </p:nvSpPr>
        <p:spPr>
          <a:xfrm>
            <a:off x="3434013" y="248151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695_1">
            <a:extLst>
              <a:ext uri="{FF2B5EF4-FFF2-40B4-BE49-F238E27FC236}">
                <a16:creationId xmlns:a16="http://schemas.microsoft.com/office/drawing/2014/main" id="{95F68FC2-CECC-44A1-B39C-2E9D2138335A}"/>
              </a:ext>
            </a:extLst>
          </p:cNvPr>
          <p:cNvSpPr>
            <a:spLocks noGrp="1"/>
          </p:cNvSpPr>
          <p:nvPr/>
        </p:nvSpPr>
        <p:spPr>
          <a:xfrm>
            <a:off x="4065671" y="248151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699_1">
            <a:extLst>
              <a:ext uri="{FF2B5EF4-FFF2-40B4-BE49-F238E27FC236}">
                <a16:creationId xmlns:a16="http://schemas.microsoft.com/office/drawing/2014/main" id="{14AECE89-E3CD-479C-AFAC-A51126681F24}"/>
              </a:ext>
            </a:extLst>
          </p:cNvPr>
          <p:cNvSpPr>
            <a:spLocks noGrp="1"/>
          </p:cNvSpPr>
          <p:nvPr/>
        </p:nvSpPr>
        <p:spPr>
          <a:xfrm>
            <a:off x="907382" y="3113171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703_1">
            <a:extLst>
              <a:ext uri="{FF2B5EF4-FFF2-40B4-BE49-F238E27FC236}">
                <a16:creationId xmlns:a16="http://schemas.microsoft.com/office/drawing/2014/main" id="{EAF8F809-2B68-43F7-9C4A-5731024A7315}"/>
              </a:ext>
            </a:extLst>
          </p:cNvPr>
          <p:cNvSpPr>
            <a:spLocks noGrp="1"/>
          </p:cNvSpPr>
          <p:nvPr/>
        </p:nvSpPr>
        <p:spPr>
          <a:xfrm>
            <a:off x="1539039" y="3113171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707_1">
            <a:extLst>
              <a:ext uri="{FF2B5EF4-FFF2-40B4-BE49-F238E27FC236}">
                <a16:creationId xmlns:a16="http://schemas.microsoft.com/office/drawing/2014/main" id="{5529BEEA-085B-4F0D-81D8-D19F7297BC6F}"/>
              </a:ext>
            </a:extLst>
          </p:cNvPr>
          <p:cNvSpPr>
            <a:spLocks noGrp="1"/>
          </p:cNvSpPr>
          <p:nvPr/>
        </p:nvSpPr>
        <p:spPr>
          <a:xfrm>
            <a:off x="2170697" y="3113171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711_1">
            <a:extLst>
              <a:ext uri="{FF2B5EF4-FFF2-40B4-BE49-F238E27FC236}">
                <a16:creationId xmlns:a16="http://schemas.microsoft.com/office/drawing/2014/main" id="{CBC1528E-2B9E-4935-9D35-743D1649E2AE}"/>
              </a:ext>
            </a:extLst>
          </p:cNvPr>
          <p:cNvSpPr>
            <a:spLocks noGrp="1"/>
          </p:cNvSpPr>
          <p:nvPr/>
        </p:nvSpPr>
        <p:spPr>
          <a:xfrm>
            <a:off x="2802355" y="3113171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715_1">
            <a:extLst>
              <a:ext uri="{FF2B5EF4-FFF2-40B4-BE49-F238E27FC236}">
                <a16:creationId xmlns:a16="http://schemas.microsoft.com/office/drawing/2014/main" id="{09CA6326-B773-4D19-9556-32C3C44F66A6}"/>
              </a:ext>
            </a:extLst>
          </p:cNvPr>
          <p:cNvSpPr>
            <a:spLocks noGrp="1"/>
          </p:cNvSpPr>
          <p:nvPr/>
        </p:nvSpPr>
        <p:spPr>
          <a:xfrm>
            <a:off x="3434013" y="3113171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719_1">
            <a:extLst>
              <a:ext uri="{FF2B5EF4-FFF2-40B4-BE49-F238E27FC236}">
                <a16:creationId xmlns:a16="http://schemas.microsoft.com/office/drawing/2014/main" id="{0BFA2AA6-1AA5-4AF6-8C9C-4BC1B45AC241}"/>
              </a:ext>
            </a:extLst>
          </p:cNvPr>
          <p:cNvSpPr>
            <a:spLocks noGrp="1"/>
          </p:cNvSpPr>
          <p:nvPr/>
        </p:nvSpPr>
        <p:spPr>
          <a:xfrm>
            <a:off x="4065671" y="3113171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723_1">
            <a:extLst>
              <a:ext uri="{FF2B5EF4-FFF2-40B4-BE49-F238E27FC236}">
                <a16:creationId xmlns:a16="http://schemas.microsoft.com/office/drawing/2014/main" id="{6C632E74-20EF-4114-8E21-90C5E25492D1}"/>
              </a:ext>
            </a:extLst>
          </p:cNvPr>
          <p:cNvSpPr>
            <a:spLocks noGrp="1"/>
          </p:cNvSpPr>
          <p:nvPr/>
        </p:nvSpPr>
        <p:spPr>
          <a:xfrm>
            <a:off x="907382" y="3744829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727_1">
            <a:extLst>
              <a:ext uri="{FF2B5EF4-FFF2-40B4-BE49-F238E27FC236}">
                <a16:creationId xmlns:a16="http://schemas.microsoft.com/office/drawing/2014/main" id="{76C39028-EA2B-41ED-86BC-0637B0EA1255}"/>
              </a:ext>
            </a:extLst>
          </p:cNvPr>
          <p:cNvSpPr>
            <a:spLocks noGrp="1"/>
          </p:cNvSpPr>
          <p:nvPr/>
        </p:nvSpPr>
        <p:spPr>
          <a:xfrm>
            <a:off x="1539039" y="3744829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731_1">
            <a:extLst>
              <a:ext uri="{FF2B5EF4-FFF2-40B4-BE49-F238E27FC236}">
                <a16:creationId xmlns:a16="http://schemas.microsoft.com/office/drawing/2014/main" id="{5B23AF95-FDAA-4A4A-BED0-CF74564BE0C2}"/>
              </a:ext>
            </a:extLst>
          </p:cNvPr>
          <p:cNvSpPr>
            <a:spLocks noGrp="1"/>
          </p:cNvSpPr>
          <p:nvPr/>
        </p:nvSpPr>
        <p:spPr>
          <a:xfrm>
            <a:off x="2170697" y="3744829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735_1">
            <a:extLst>
              <a:ext uri="{FF2B5EF4-FFF2-40B4-BE49-F238E27FC236}">
                <a16:creationId xmlns:a16="http://schemas.microsoft.com/office/drawing/2014/main" id="{F600E6DF-7225-4689-AD37-FE78E8878FD8}"/>
              </a:ext>
            </a:extLst>
          </p:cNvPr>
          <p:cNvSpPr>
            <a:spLocks noGrp="1"/>
          </p:cNvSpPr>
          <p:nvPr/>
        </p:nvSpPr>
        <p:spPr>
          <a:xfrm>
            <a:off x="2802355" y="3744829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739_1">
            <a:extLst>
              <a:ext uri="{FF2B5EF4-FFF2-40B4-BE49-F238E27FC236}">
                <a16:creationId xmlns:a16="http://schemas.microsoft.com/office/drawing/2014/main" id="{9B588BD7-AEBA-4A50-89CE-9062BC5577AE}"/>
              </a:ext>
            </a:extLst>
          </p:cNvPr>
          <p:cNvSpPr>
            <a:spLocks noGrp="1"/>
          </p:cNvSpPr>
          <p:nvPr/>
        </p:nvSpPr>
        <p:spPr>
          <a:xfrm>
            <a:off x="3434013" y="3744829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743_1">
            <a:extLst>
              <a:ext uri="{FF2B5EF4-FFF2-40B4-BE49-F238E27FC236}">
                <a16:creationId xmlns:a16="http://schemas.microsoft.com/office/drawing/2014/main" id="{DF64227B-E987-4035-8CF2-2B98DE77D56E}"/>
              </a:ext>
            </a:extLst>
          </p:cNvPr>
          <p:cNvSpPr>
            <a:spLocks noGrp="1"/>
          </p:cNvSpPr>
          <p:nvPr/>
        </p:nvSpPr>
        <p:spPr>
          <a:xfrm>
            <a:off x="4065671" y="3744829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747_1">
            <a:extLst>
              <a:ext uri="{FF2B5EF4-FFF2-40B4-BE49-F238E27FC236}">
                <a16:creationId xmlns:a16="http://schemas.microsoft.com/office/drawing/2014/main" id="{70684D8A-9620-4AA5-9C96-F1C7332B821F}"/>
              </a:ext>
            </a:extLst>
          </p:cNvPr>
          <p:cNvSpPr>
            <a:spLocks noGrp="1"/>
          </p:cNvSpPr>
          <p:nvPr/>
        </p:nvSpPr>
        <p:spPr>
          <a:xfrm>
            <a:off x="907382" y="437648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751_1">
            <a:extLst>
              <a:ext uri="{FF2B5EF4-FFF2-40B4-BE49-F238E27FC236}">
                <a16:creationId xmlns:a16="http://schemas.microsoft.com/office/drawing/2014/main" id="{3BC97228-03D9-4111-B132-116FF6A5A5F7}"/>
              </a:ext>
            </a:extLst>
          </p:cNvPr>
          <p:cNvSpPr>
            <a:spLocks noGrp="1"/>
          </p:cNvSpPr>
          <p:nvPr/>
        </p:nvSpPr>
        <p:spPr>
          <a:xfrm>
            <a:off x="1539039" y="437648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755_1">
            <a:extLst>
              <a:ext uri="{FF2B5EF4-FFF2-40B4-BE49-F238E27FC236}">
                <a16:creationId xmlns:a16="http://schemas.microsoft.com/office/drawing/2014/main" id="{0BBFCAF7-7FBA-4823-9E8F-F9C7233A6C8C}"/>
              </a:ext>
            </a:extLst>
          </p:cNvPr>
          <p:cNvSpPr>
            <a:spLocks noGrp="1"/>
          </p:cNvSpPr>
          <p:nvPr/>
        </p:nvSpPr>
        <p:spPr>
          <a:xfrm>
            <a:off x="2170697" y="437648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759_1">
            <a:extLst>
              <a:ext uri="{FF2B5EF4-FFF2-40B4-BE49-F238E27FC236}">
                <a16:creationId xmlns:a16="http://schemas.microsoft.com/office/drawing/2014/main" id="{533AA30D-34EE-40B5-BBD5-6DA4D38BB3DC}"/>
              </a:ext>
            </a:extLst>
          </p:cNvPr>
          <p:cNvSpPr>
            <a:spLocks noGrp="1"/>
          </p:cNvSpPr>
          <p:nvPr/>
        </p:nvSpPr>
        <p:spPr>
          <a:xfrm>
            <a:off x="2802355" y="437648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763_1">
            <a:extLst>
              <a:ext uri="{FF2B5EF4-FFF2-40B4-BE49-F238E27FC236}">
                <a16:creationId xmlns:a16="http://schemas.microsoft.com/office/drawing/2014/main" id="{9E069ED9-CD7F-489E-8DE0-72C22AF7275D}"/>
              </a:ext>
            </a:extLst>
          </p:cNvPr>
          <p:cNvSpPr>
            <a:spLocks noGrp="1"/>
          </p:cNvSpPr>
          <p:nvPr/>
        </p:nvSpPr>
        <p:spPr>
          <a:xfrm>
            <a:off x="3434013" y="437648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767_1">
            <a:extLst>
              <a:ext uri="{FF2B5EF4-FFF2-40B4-BE49-F238E27FC236}">
                <a16:creationId xmlns:a16="http://schemas.microsoft.com/office/drawing/2014/main" id="{45610909-C363-4E32-93AA-7810B6E21922}"/>
              </a:ext>
            </a:extLst>
          </p:cNvPr>
          <p:cNvSpPr>
            <a:spLocks noGrp="1"/>
          </p:cNvSpPr>
          <p:nvPr/>
        </p:nvSpPr>
        <p:spPr>
          <a:xfrm>
            <a:off x="4065671" y="437648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771_1">
            <a:extLst>
              <a:ext uri="{FF2B5EF4-FFF2-40B4-BE49-F238E27FC236}">
                <a16:creationId xmlns:a16="http://schemas.microsoft.com/office/drawing/2014/main" id="{08CC9DEA-DBC0-4B49-AB31-3A781022B87A}"/>
              </a:ext>
            </a:extLst>
          </p:cNvPr>
          <p:cNvSpPr>
            <a:spLocks noGrp="1"/>
          </p:cNvSpPr>
          <p:nvPr/>
        </p:nvSpPr>
        <p:spPr>
          <a:xfrm>
            <a:off x="907382" y="500814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775_1">
            <a:extLst>
              <a:ext uri="{FF2B5EF4-FFF2-40B4-BE49-F238E27FC236}">
                <a16:creationId xmlns:a16="http://schemas.microsoft.com/office/drawing/2014/main" id="{B1D45A3D-E0F8-4054-ABF9-B13BEBE1C0A4}"/>
              </a:ext>
            </a:extLst>
          </p:cNvPr>
          <p:cNvSpPr>
            <a:spLocks noGrp="1"/>
          </p:cNvSpPr>
          <p:nvPr/>
        </p:nvSpPr>
        <p:spPr>
          <a:xfrm>
            <a:off x="1539039" y="500814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779_1">
            <a:extLst>
              <a:ext uri="{FF2B5EF4-FFF2-40B4-BE49-F238E27FC236}">
                <a16:creationId xmlns:a16="http://schemas.microsoft.com/office/drawing/2014/main" id="{5D4A18DA-EEE4-4246-8E89-DFCE3AB4B81A}"/>
              </a:ext>
            </a:extLst>
          </p:cNvPr>
          <p:cNvSpPr>
            <a:spLocks noGrp="1"/>
          </p:cNvSpPr>
          <p:nvPr/>
        </p:nvSpPr>
        <p:spPr>
          <a:xfrm>
            <a:off x="2170697" y="500814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783_1">
            <a:extLst>
              <a:ext uri="{FF2B5EF4-FFF2-40B4-BE49-F238E27FC236}">
                <a16:creationId xmlns:a16="http://schemas.microsoft.com/office/drawing/2014/main" id="{C05F2478-6D3D-4477-8B21-BBF22957A115}"/>
              </a:ext>
            </a:extLst>
          </p:cNvPr>
          <p:cNvSpPr>
            <a:spLocks noGrp="1"/>
          </p:cNvSpPr>
          <p:nvPr/>
        </p:nvSpPr>
        <p:spPr>
          <a:xfrm>
            <a:off x="2802355" y="500814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787_1">
            <a:extLst>
              <a:ext uri="{FF2B5EF4-FFF2-40B4-BE49-F238E27FC236}">
                <a16:creationId xmlns:a16="http://schemas.microsoft.com/office/drawing/2014/main" id="{9213E237-68E5-49BC-9836-CE92B11E3A1B}"/>
              </a:ext>
            </a:extLst>
          </p:cNvPr>
          <p:cNvSpPr>
            <a:spLocks noGrp="1"/>
          </p:cNvSpPr>
          <p:nvPr/>
        </p:nvSpPr>
        <p:spPr>
          <a:xfrm>
            <a:off x="3434013" y="500814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791_1">
            <a:extLst>
              <a:ext uri="{FF2B5EF4-FFF2-40B4-BE49-F238E27FC236}">
                <a16:creationId xmlns:a16="http://schemas.microsoft.com/office/drawing/2014/main" id="{0A7BCAD2-FE2C-424A-9F05-F2D589D24F91}"/>
              </a:ext>
            </a:extLst>
          </p:cNvPr>
          <p:cNvSpPr>
            <a:spLocks noGrp="1"/>
          </p:cNvSpPr>
          <p:nvPr/>
        </p:nvSpPr>
        <p:spPr>
          <a:xfrm>
            <a:off x="4065671" y="500814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855_1">
            <a:extLst>
              <a:ext uri="{FF2B5EF4-FFF2-40B4-BE49-F238E27FC236}">
                <a16:creationId xmlns:a16="http://schemas.microsoft.com/office/drawing/2014/main" id="{7F937FAD-390B-4701-AB10-F444A9F691AF}"/>
              </a:ext>
            </a:extLst>
          </p:cNvPr>
          <p:cNvSpPr>
            <a:spLocks noGrp="1"/>
          </p:cNvSpPr>
          <p:nvPr/>
        </p:nvSpPr>
        <p:spPr>
          <a:xfrm>
            <a:off x="8929437" y="2481513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858_1">
            <a:extLst>
              <a:ext uri="{FF2B5EF4-FFF2-40B4-BE49-F238E27FC236}">
                <a16:creationId xmlns:a16="http://schemas.microsoft.com/office/drawing/2014/main" id="{1D6C4529-983E-40A7-9F30-21BAFC4F29AC}"/>
              </a:ext>
            </a:extLst>
          </p:cNvPr>
          <p:cNvSpPr>
            <a:spLocks noGrp="1"/>
          </p:cNvSpPr>
          <p:nvPr/>
        </p:nvSpPr>
        <p:spPr>
          <a:xfrm>
            <a:off x="9561095" y="2481513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861_1">
            <a:extLst>
              <a:ext uri="{FF2B5EF4-FFF2-40B4-BE49-F238E27FC236}">
                <a16:creationId xmlns:a16="http://schemas.microsoft.com/office/drawing/2014/main" id="{52751770-EBBB-463A-9155-7A6A93BC3DB2}"/>
              </a:ext>
            </a:extLst>
          </p:cNvPr>
          <p:cNvSpPr>
            <a:spLocks noGrp="1"/>
          </p:cNvSpPr>
          <p:nvPr/>
        </p:nvSpPr>
        <p:spPr>
          <a:xfrm>
            <a:off x="10192753" y="2481513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864_1">
            <a:extLst>
              <a:ext uri="{FF2B5EF4-FFF2-40B4-BE49-F238E27FC236}">
                <a16:creationId xmlns:a16="http://schemas.microsoft.com/office/drawing/2014/main" id="{32DD69EA-EB9D-44EC-A6A8-7918A64AF33E}"/>
              </a:ext>
            </a:extLst>
          </p:cNvPr>
          <p:cNvSpPr>
            <a:spLocks noGrp="1"/>
          </p:cNvSpPr>
          <p:nvPr/>
        </p:nvSpPr>
        <p:spPr>
          <a:xfrm>
            <a:off x="10824411" y="2481513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867_1">
            <a:extLst>
              <a:ext uri="{FF2B5EF4-FFF2-40B4-BE49-F238E27FC236}">
                <a16:creationId xmlns:a16="http://schemas.microsoft.com/office/drawing/2014/main" id="{C5BD3DF2-50FA-4CF6-9EBD-328CC3E68917}"/>
              </a:ext>
            </a:extLst>
          </p:cNvPr>
          <p:cNvSpPr>
            <a:spLocks noGrp="1"/>
          </p:cNvSpPr>
          <p:nvPr/>
        </p:nvSpPr>
        <p:spPr>
          <a:xfrm>
            <a:off x="8929437" y="3113171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870_1">
            <a:extLst>
              <a:ext uri="{FF2B5EF4-FFF2-40B4-BE49-F238E27FC236}">
                <a16:creationId xmlns:a16="http://schemas.microsoft.com/office/drawing/2014/main" id="{9D831F9F-B843-4A06-9189-FBA3C33D9BC2}"/>
              </a:ext>
            </a:extLst>
          </p:cNvPr>
          <p:cNvSpPr>
            <a:spLocks noGrp="1"/>
          </p:cNvSpPr>
          <p:nvPr/>
        </p:nvSpPr>
        <p:spPr>
          <a:xfrm>
            <a:off x="9561095" y="3113171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873_1">
            <a:extLst>
              <a:ext uri="{FF2B5EF4-FFF2-40B4-BE49-F238E27FC236}">
                <a16:creationId xmlns:a16="http://schemas.microsoft.com/office/drawing/2014/main" id="{DCDB7079-2B9C-438A-A596-A204CDC02307}"/>
              </a:ext>
            </a:extLst>
          </p:cNvPr>
          <p:cNvSpPr>
            <a:spLocks noGrp="1"/>
          </p:cNvSpPr>
          <p:nvPr/>
        </p:nvSpPr>
        <p:spPr>
          <a:xfrm>
            <a:off x="10192753" y="3113171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876_1">
            <a:extLst>
              <a:ext uri="{FF2B5EF4-FFF2-40B4-BE49-F238E27FC236}">
                <a16:creationId xmlns:a16="http://schemas.microsoft.com/office/drawing/2014/main" id="{47E78363-758F-4902-B572-6827D881B60C}"/>
              </a:ext>
            </a:extLst>
          </p:cNvPr>
          <p:cNvSpPr>
            <a:spLocks noGrp="1"/>
          </p:cNvSpPr>
          <p:nvPr/>
        </p:nvSpPr>
        <p:spPr>
          <a:xfrm>
            <a:off x="10824411" y="3113171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879_1">
            <a:extLst>
              <a:ext uri="{FF2B5EF4-FFF2-40B4-BE49-F238E27FC236}">
                <a16:creationId xmlns:a16="http://schemas.microsoft.com/office/drawing/2014/main" id="{1053E204-D97F-4517-A01D-AD5865E7F6D5}"/>
              </a:ext>
            </a:extLst>
          </p:cNvPr>
          <p:cNvSpPr>
            <a:spLocks noGrp="1"/>
          </p:cNvSpPr>
          <p:nvPr/>
        </p:nvSpPr>
        <p:spPr>
          <a:xfrm>
            <a:off x="8929437" y="3744829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882_1">
            <a:extLst>
              <a:ext uri="{FF2B5EF4-FFF2-40B4-BE49-F238E27FC236}">
                <a16:creationId xmlns:a16="http://schemas.microsoft.com/office/drawing/2014/main" id="{34824E54-6220-460C-8A73-A3200A838FF8}"/>
              </a:ext>
            </a:extLst>
          </p:cNvPr>
          <p:cNvSpPr>
            <a:spLocks noGrp="1"/>
          </p:cNvSpPr>
          <p:nvPr/>
        </p:nvSpPr>
        <p:spPr>
          <a:xfrm>
            <a:off x="9561095" y="3744829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885_1">
            <a:extLst>
              <a:ext uri="{FF2B5EF4-FFF2-40B4-BE49-F238E27FC236}">
                <a16:creationId xmlns:a16="http://schemas.microsoft.com/office/drawing/2014/main" id="{09FCC55E-445E-40FB-9953-23FEB99F4897}"/>
              </a:ext>
            </a:extLst>
          </p:cNvPr>
          <p:cNvSpPr>
            <a:spLocks noGrp="1"/>
          </p:cNvSpPr>
          <p:nvPr/>
        </p:nvSpPr>
        <p:spPr>
          <a:xfrm>
            <a:off x="10192753" y="3744829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888_1">
            <a:extLst>
              <a:ext uri="{FF2B5EF4-FFF2-40B4-BE49-F238E27FC236}">
                <a16:creationId xmlns:a16="http://schemas.microsoft.com/office/drawing/2014/main" id="{BB2F4F34-B550-4E05-BD1A-12009F984AB5}"/>
              </a:ext>
            </a:extLst>
          </p:cNvPr>
          <p:cNvSpPr>
            <a:spLocks noGrp="1"/>
          </p:cNvSpPr>
          <p:nvPr/>
        </p:nvSpPr>
        <p:spPr>
          <a:xfrm>
            <a:off x="10824411" y="3744829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891_1">
            <a:extLst>
              <a:ext uri="{FF2B5EF4-FFF2-40B4-BE49-F238E27FC236}">
                <a16:creationId xmlns:a16="http://schemas.microsoft.com/office/drawing/2014/main" id="{21ECA393-5EBC-4A23-B979-B5CF3B15B1F4}"/>
              </a:ext>
            </a:extLst>
          </p:cNvPr>
          <p:cNvSpPr>
            <a:spLocks noGrp="1"/>
          </p:cNvSpPr>
          <p:nvPr/>
        </p:nvSpPr>
        <p:spPr>
          <a:xfrm>
            <a:off x="8929437" y="4376487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894_1">
            <a:extLst>
              <a:ext uri="{FF2B5EF4-FFF2-40B4-BE49-F238E27FC236}">
                <a16:creationId xmlns:a16="http://schemas.microsoft.com/office/drawing/2014/main" id="{233E4615-049F-432D-83A4-95564EBF9740}"/>
              </a:ext>
            </a:extLst>
          </p:cNvPr>
          <p:cNvSpPr>
            <a:spLocks noGrp="1"/>
          </p:cNvSpPr>
          <p:nvPr/>
        </p:nvSpPr>
        <p:spPr>
          <a:xfrm>
            <a:off x="9561095" y="4376487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897_1">
            <a:extLst>
              <a:ext uri="{FF2B5EF4-FFF2-40B4-BE49-F238E27FC236}">
                <a16:creationId xmlns:a16="http://schemas.microsoft.com/office/drawing/2014/main" id="{4B47F327-468D-40CF-873D-5D3BE32AB307}"/>
              </a:ext>
            </a:extLst>
          </p:cNvPr>
          <p:cNvSpPr>
            <a:spLocks noGrp="1"/>
          </p:cNvSpPr>
          <p:nvPr/>
        </p:nvSpPr>
        <p:spPr>
          <a:xfrm>
            <a:off x="10192753" y="4376487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900_1">
            <a:extLst>
              <a:ext uri="{FF2B5EF4-FFF2-40B4-BE49-F238E27FC236}">
                <a16:creationId xmlns:a16="http://schemas.microsoft.com/office/drawing/2014/main" id="{75580FBF-DC4C-4D00-826C-5E70B44E1FFD}"/>
              </a:ext>
            </a:extLst>
          </p:cNvPr>
          <p:cNvSpPr>
            <a:spLocks noGrp="1"/>
          </p:cNvSpPr>
          <p:nvPr/>
        </p:nvSpPr>
        <p:spPr>
          <a:xfrm>
            <a:off x="10824411" y="4376487"/>
            <a:ext cx="631658" cy="631658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to652_0_1">
            <a:extLst>
              <a:ext uri="{FF2B5EF4-FFF2-40B4-BE49-F238E27FC236}">
                <a16:creationId xmlns:a16="http://schemas.microsoft.com/office/drawing/2014/main" id="{9AB68429-38CB-4A48-B943-DA7A30C01FF2}"/>
              </a:ext>
            </a:extLst>
          </p:cNvPr>
          <p:cNvSpPr>
            <a:spLocks noGrp="1"/>
          </p:cNvSpPr>
          <p:nvPr/>
        </p:nvSpPr>
        <p:spPr>
          <a:xfrm>
            <a:off x="1012111" y="1953662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54" name="anim_to656_0_1">
            <a:extLst>
              <a:ext uri="{FF2B5EF4-FFF2-40B4-BE49-F238E27FC236}">
                <a16:creationId xmlns:a16="http://schemas.microsoft.com/office/drawing/2014/main" id="{7FF64524-DF2F-43E5-9F53-77E4D1968D1C}"/>
              </a:ext>
            </a:extLst>
          </p:cNvPr>
          <p:cNvSpPr>
            <a:spLocks noGrp="1"/>
          </p:cNvSpPr>
          <p:nvPr/>
        </p:nvSpPr>
        <p:spPr>
          <a:xfrm>
            <a:off x="1643769" y="1953662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55" name="anim_to660_0_1">
            <a:extLst>
              <a:ext uri="{FF2B5EF4-FFF2-40B4-BE49-F238E27FC236}">
                <a16:creationId xmlns:a16="http://schemas.microsoft.com/office/drawing/2014/main" id="{4ECB8996-9E38-4DBE-B5EF-055D2CA45228}"/>
              </a:ext>
            </a:extLst>
          </p:cNvPr>
          <p:cNvSpPr>
            <a:spLocks noGrp="1"/>
          </p:cNvSpPr>
          <p:nvPr/>
        </p:nvSpPr>
        <p:spPr>
          <a:xfrm>
            <a:off x="2275427" y="1953662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56" name="anim_to664_0_1">
            <a:extLst>
              <a:ext uri="{FF2B5EF4-FFF2-40B4-BE49-F238E27FC236}">
                <a16:creationId xmlns:a16="http://schemas.microsoft.com/office/drawing/2014/main" id="{F57B3743-FB65-453B-8D2A-1B8847A56595}"/>
              </a:ext>
            </a:extLst>
          </p:cNvPr>
          <p:cNvSpPr>
            <a:spLocks noGrp="1"/>
          </p:cNvSpPr>
          <p:nvPr/>
        </p:nvSpPr>
        <p:spPr>
          <a:xfrm>
            <a:off x="2907085" y="1953662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57" name="anim_to668_0_1">
            <a:extLst>
              <a:ext uri="{FF2B5EF4-FFF2-40B4-BE49-F238E27FC236}">
                <a16:creationId xmlns:a16="http://schemas.microsoft.com/office/drawing/2014/main" id="{6CFC1A1A-7A6C-41BE-B861-55FB6048C307}"/>
              </a:ext>
            </a:extLst>
          </p:cNvPr>
          <p:cNvSpPr>
            <a:spLocks noGrp="1"/>
          </p:cNvSpPr>
          <p:nvPr/>
        </p:nvSpPr>
        <p:spPr>
          <a:xfrm>
            <a:off x="3538743" y="1953662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58" name="anim_to672_0_1">
            <a:extLst>
              <a:ext uri="{FF2B5EF4-FFF2-40B4-BE49-F238E27FC236}">
                <a16:creationId xmlns:a16="http://schemas.microsoft.com/office/drawing/2014/main" id="{AAC686AA-C0FB-491A-AC75-496B3325C4F2}"/>
              </a:ext>
            </a:extLst>
          </p:cNvPr>
          <p:cNvSpPr>
            <a:spLocks noGrp="1"/>
          </p:cNvSpPr>
          <p:nvPr/>
        </p:nvSpPr>
        <p:spPr>
          <a:xfrm>
            <a:off x="4170401" y="1953662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59" name="anim_to676_0_1">
            <a:extLst>
              <a:ext uri="{FF2B5EF4-FFF2-40B4-BE49-F238E27FC236}">
                <a16:creationId xmlns:a16="http://schemas.microsoft.com/office/drawing/2014/main" id="{CFDFEF8F-3FF5-4887-8B1F-BFB5B4D25558}"/>
              </a:ext>
            </a:extLst>
          </p:cNvPr>
          <p:cNvSpPr>
            <a:spLocks noGrp="1"/>
          </p:cNvSpPr>
          <p:nvPr/>
        </p:nvSpPr>
        <p:spPr>
          <a:xfrm>
            <a:off x="1012111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60" name="anim_to680_0_1">
            <a:extLst>
              <a:ext uri="{FF2B5EF4-FFF2-40B4-BE49-F238E27FC236}">
                <a16:creationId xmlns:a16="http://schemas.microsoft.com/office/drawing/2014/main" id="{84A5E9FD-19F5-45DA-94D2-6475485EA4A3}"/>
              </a:ext>
            </a:extLst>
          </p:cNvPr>
          <p:cNvSpPr>
            <a:spLocks noGrp="1"/>
          </p:cNvSpPr>
          <p:nvPr/>
        </p:nvSpPr>
        <p:spPr>
          <a:xfrm>
            <a:off x="1643769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61" name="anim_to684_0_1">
            <a:extLst>
              <a:ext uri="{FF2B5EF4-FFF2-40B4-BE49-F238E27FC236}">
                <a16:creationId xmlns:a16="http://schemas.microsoft.com/office/drawing/2014/main" id="{37C37CAE-0703-4031-82CE-B4AE164F040B}"/>
              </a:ext>
            </a:extLst>
          </p:cNvPr>
          <p:cNvSpPr>
            <a:spLocks noGrp="1"/>
          </p:cNvSpPr>
          <p:nvPr/>
        </p:nvSpPr>
        <p:spPr>
          <a:xfrm>
            <a:off x="2275427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62" name="anim_to688_0_1">
            <a:extLst>
              <a:ext uri="{FF2B5EF4-FFF2-40B4-BE49-F238E27FC236}">
                <a16:creationId xmlns:a16="http://schemas.microsoft.com/office/drawing/2014/main" id="{C6A4817B-6544-456A-93EA-32F68CEA52DF}"/>
              </a:ext>
            </a:extLst>
          </p:cNvPr>
          <p:cNvSpPr>
            <a:spLocks noGrp="1"/>
          </p:cNvSpPr>
          <p:nvPr/>
        </p:nvSpPr>
        <p:spPr>
          <a:xfrm>
            <a:off x="2907085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63" name="anim_to692_0_1">
            <a:extLst>
              <a:ext uri="{FF2B5EF4-FFF2-40B4-BE49-F238E27FC236}">
                <a16:creationId xmlns:a16="http://schemas.microsoft.com/office/drawing/2014/main" id="{99DC5CD1-5022-410E-A654-90F32813498F}"/>
              </a:ext>
            </a:extLst>
          </p:cNvPr>
          <p:cNvSpPr>
            <a:spLocks noGrp="1"/>
          </p:cNvSpPr>
          <p:nvPr/>
        </p:nvSpPr>
        <p:spPr>
          <a:xfrm>
            <a:off x="3538743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64" name="anim_to696_0_1">
            <a:extLst>
              <a:ext uri="{FF2B5EF4-FFF2-40B4-BE49-F238E27FC236}">
                <a16:creationId xmlns:a16="http://schemas.microsoft.com/office/drawing/2014/main" id="{599BC83B-F931-4C7C-9464-58FE36303151}"/>
              </a:ext>
            </a:extLst>
          </p:cNvPr>
          <p:cNvSpPr>
            <a:spLocks noGrp="1"/>
          </p:cNvSpPr>
          <p:nvPr/>
        </p:nvSpPr>
        <p:spPr>
          <a:xfrm>
            <a:off x="4170401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65" name="anim_to700_0_1">
            <a:extLst>
              <a:ext uri="{FF2B5EF4-FFF2-40B4-BE49-F238E27FC236}">
                <a16:creationId xmlns:a16="http://schemas.microsoft.com/office/drawing/2014/main" id="{9568D52C-3E28-4122-A7CE-8B732207F621}"/>
              </a:ext>
            </a:extLst>
          </p:cNvPr>
          <p:cNvSpPr>
            <a:spLocks noGrp="1"/>
          </p:cNvSpPr>
          <p:nvPr/>
        </p:nvSpPr>
        <p:spPr>
          <a:xfrm>
            <a:off x="1012111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66" name="anim_to704_0_1">
            <a:extLst>
              <a:ext uri="{FF2B5EF4-FFF2-40B4-BE49-F238E27FC236}">
                <a16:creationId xmlns:a16="http://schemas.microsoft.com/office/drawing/2014/main" id="{EF9297E4-3517-432E-8C63-D01F6E12174D}"/>
              </a:ext>
            </a:extLst>
          </p:cNvPr>
          <p:cNvSpPr>
            <a:spLocks noGrp="1"/>
          </p:cNvSpPr>
          <p:nvPr/>
        </p:nvSpPr>
        <p:spPr>
          <a:xfrm>
            <a:off x="1643769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67" name="anim_to708_0_1">
            <a:extLst>
              <a:ext uri="{FF2B5EF4-FFF2-40B4-BE49-F238E27FC236}">
                <a16:creationId xmlns:a16="http://schemas.microsoft.com/office/drawing/2014/main" id="{9D077369-E11D-44F4-B58F-C6BD0CDE8BB5}"/>
              </a:ext>
            </a:extLst>
          </p:cNvPr>
          <p:cNvSpPr>
            <a:spLocks noGrp="1"/>
          </p:cNvSpPr>
          <p:nvPr/>
        </p:nvSpPr>
        <p:spPr>
          <a:xfrm>
            <a:off x="2275427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68" name="anim_to712_0_1">
            <a:extLst>
              <a:ext uri="{FF2B5EF4-FFF2-40B4-BE49-F238E27FC236}">
                <a16:creationId xmlns:a16="http://schemas.microsoft.com/office/drawing/2014/main" id="{9AC21819-09A1-4C77-9A17-5C38DA31599F}"/>
              </a:ext>
            </a:extLst>
          </p:cNvPr>
          <p:cNvSpPr>
            <a:spLocks noGrp="1"/>
          </p:cNvSpPr>
          <p:nvPr/>
        </p:nvSpPr>
        <p:spPr>
          <a:xfrm>
            <a:off x="2907085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69" name="anim_to716_0_1">
            <a:extLst>
              <a:ext uri="{FF2B5EF4-FFF2-40B4-BE49-F238E27FC236}">
                <a16:creationId xmlns:a16="http://schemas.microsoft.com/office/drawing/2014/main" id="{9A58A4A5-5BAF-4ED9-A8B0-94FBF300458D}"/>
              </a:ext>
            </a:extLst>
          </p:cNvPr>
          <p:cNvSpPr>
            <a:spLocks noGrp="1"/>
          </p:cNvSpPr>
          <p:nvPr/>
        </p:nvSpPr>
        <p:spPr>
          <a:xfrm>
            <a:off x="3538743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70" name="anim_to720_0_1">
            <a:extLst>
              <a:ext uri="{FF2B5EF4-FFF2-40B4-BE49-F238E27FC236}">
                <a16:creationId xmlns:a16="http://schemas.microsoft.com/office/drawing/2014/main" id="{EE910901-1937-4977-A408-8466E35CA1C9}"/>
              </a:ext>
            </a:extLst>
          </p:cNvPr>
          <p:cNvSpPr>
            <a:spLocks noGrp="1"/>
          </p:cNvSpPr>
          <p:nvPr/>
        </p:nvSpPr>
        <p:spPr>
          <a:xfrm>
            <a:off x="4170401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71" name="anim_to724_0_1">
            <a:extLst>
              <a:ext uri="{FF2B5EF4-FFF2-40B4-BE49-F238E27FC236}">
                <a16:creationId xmlns:a16="http://schemas.microsoft.com/office/drawing/2014/main" id="{8BA301D4-FA6E-4D52-88A3-E7CB4EC354F9}"/>
              </a:ext>
            </a:extLst>
          </p:cNvPr>
          <p:cNvSpPr>
            <a:spLocks noGrp="1"/>
          </p:cNvSpPr>
          <p:nvPr/>
        </p:nvSpPr>
        <p:spPr>
          <a:xfrm>
            <a:off x="1012111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72" name="anim_to728_0_1">
            <a:extLst>
              <a:ext uri="{FF2B5EF4-FFF2-40B4-BE49-F238E27FC236}">
                <a16:creationId xmlns:a16="http://schemas.microsoft.com/office/drawing/2014/main" id="{16F1F628-2E2F-4B52-9AAD-B1B558B4F1D3}"/>
              </a:ext>
            </a:extLst>
          </p:cNvPr>
          <p:cNvSpPr>
            <a:spLocks noGrp="1"/>
          </p:cNvSpPr>
          <p:nvPr/>
        </p:nvSpPr>
        <p:spPr>
          <a:xfrm>
            <a:off x="1643769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73" name="anim_to732_0_1">
            <a:extLst>
              <a:ext uri="{FF2B5EF4-FFF2-40B4-BE49-F238E27FC236}">
                <a16:creationId xmlns:a16="http://schemas.microsoft.com/office/drawing/2014/main" id="{B25C1AEC-BEEA-4893-BC3F-0A50E574ADE0}"/>
              </a:ext>
            </a:extLst>
          </p:cNvPr>
          <p:cNvSpPr>
            <a:spLocks noGrp="1"/>
          </p:cNvSpPr>
          <p:nvPr/>
        </p:nvSpPr>
        <p:spPr>
          <a:xfrm>
            <a:off x="2275427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74" name="anim_to736_0_1">
            <a:extLst>
              <a:ext uri="{FF2B5EF4-FFF2-40B4-BE49-F238E27FC236}">
                <a16:creationId xmlns:a16="http://schemas.microsoft.com/office/drawing/2014/main" id="{1E605FDF-274A-412C-A1D1-85E9DCE88E6D}"/>
              </a:ext>
            </a:extLst>
          </p:cNvPr>
          <p:cNvSpPr>
            <a:spLocks noGrp="1"/>
          </p:cNvSpPr>
          <p:nvPr/>
        </p:nvSpPr>
        <p:spPr>
          <a:xfrm>
            <a:off x="2907085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75" name="anim_to740_0_1">
            <a:extLst>
              <a:ext uri="{FF2B5EF4-FFF2-40B4-BE49-F238E27FC236}">
                <a16:creationId xmlns:a16="http://schemas.microsoft.com/office/drawing/2014/main" id="{886212A1-EF48-4DD1-B024-84FE77546ADC}"/>
              </a:ext>
            </a:extLst>
          </p:cNvPr>
          <p:cNvSpPr>
            <a:spLocks noGrp="1"/>
          </p:cNvSpPr>
          <p:nvPr/>
        </p:nvSpPr>
        <p:spPr>
          <a:xfrm>
            <a:off x="3538743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76" name="anim_to744_0_1">
            <a:extLst>
              <a:ext uri="{FF2B5EF4-FFF2-40B4-BE49-F238E27FC236}">
                <a16:creationId xmlns:a16="http://schemas.microsoft.com/office/drawing/2014/main" id="{D0EC99E0-19D4-4336-8927-8C799C774558}"/>
              </a:ext>
            </a:extLst>
          </p:cNvPr>
          <p:cNvSpPr>
            <a:spLocks noGrp="1"/>
          </p:cNvSpPr>
          <p:nvPr/>
        </p:nvSpPr>
        <p:spPr>
          <a:xfrm>
            <a:off x="4170401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77" name="anim_to748_0_1">
            <a:extLst>
              <a:ext uri="{FF2B5EF4-FFF2-40B4-BE49-F238E27FC236}">
                <a16:creationId xmlns:a16="http://schemas.microsoft.com/office/drawing/2014/main" id="{88EACD21-830E-45F8-A4A7-0CEEDD7CDC02}"/>
              </a:ext>
            </a:extLst>
          </p:cNvPr>
          <p:cNvSpPr>
            <a:spLocks noGrp="1"/>
          </p:cNvSpPr>
          <p:nvPr/>
        </p:nvSpPr>
        <p:spPr>
          <a:xfrm>
            <a:off x="1012111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78" name="anim_to752_0_1">
            <a:extLst>
              <a:ext uri="{FF2B5EF4-FFF2-40B4-BE49-F238E27FC236}">
                <a16:creationId xmlns:a16="http://schemas.microsoft.com/office/drawing/2014/main" id="{A611F648-CE39-43CF-B155-447ECC966651}"/>
              </a:ext>
            </a:extLst>
          </p:cNvPr>
          <p:cNvSpPr>
            <a:spLocks noGrp="1"/>
          </p:cNvSpPr>
          <p:nvPr/>
        </p:nvSpPr>
        <p:spPr>
          <a:xfrm>
            <a:off x="1643769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79" name="anim_to756_0_1">
            <a:extLst>
              <a:ext uri="{FF2B5EF4-FFF2-40B4-BE49-F238E27FC236}">
                <a16:creationId xmlns:a16="http://schemas.microsoft.com/office/drawing/2014/main" id="{E156CFEF-EFEF-48C9-A6E4-E960DDC1AA86}"/>
              </a:ext>
            </a:extLst>
          </p:cNvPr>
          <p:cNvSpPr>
            <a:spLocks noGrp="1"/>
          </p:cNvSpPr>
          <p:nvPr/>
        </p:nvSpPr>
        <p:spPr>
          <a:xfrm>
            <a:off x="2275427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80" name="anim_to760_0_1">
            <a:extLst>
              <a:ext uri="{FF2B5EF4-FFF2-40B4-BE49-F238E27FC236}">
                <a16:creationId xmlns:a16="http://schemas.microsoft.com/office/drawing/2014/main" id="{95119F35-5CEB-4F29-96DA-F62EC65D7E23}"/>
              </a:ext>
            </a:extLst>
          </p:cNvPr>
          <p:cNvSpPr>
            <a:spLocks noGrp="1"/>
          </p:cNvSpPr>
          <p:nvPr/>
        </p:nvSpPr>
        <p:spPr>
          <a:xfrm>
            <a:off x="2907085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81" name="anim_to764_0_1">
            <a:extLst>
              <a:ext uri="{FF2B5EF4-FFF2-40B4-BE49-F238E27FC236}">
                <a16:creationId xmlns:a16="http://schemas.microsoft.com/office/drawing/2014/main" id="{EB78F40E-D924-4F48-81AB-6252D16D97A2}"/>
              </a:ext>
            </a:extLst>
          </p:cNvPr>
          <p:cNvSpPr>
            <a:spLocks noGrp="1"/>
          </p:cNvSpPr>
          <p:nvPr/>
        </p:nvSpPr>
        <p:spPr>
          <a:xfrm>
            <a:off x="3538743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82" name="anim_to768_0_1">
            <a:extLst>
              <a:ext uri="{FF2B5EF4-FFF2-40B4-BE49-F238E27FC236}">
                <a16:creationId xmlns:a16="http://schemas.microsoft.com/office/drawing/2014/main" id="{1AC92A54-B5C4-4B09-8D47-E1AF18C4C55C}"/>
              </a:ext>
            </a:extLst>
          </p:cNvPr>
          <p:cNvSpPr>
            <a:spLocks noGrp="1"/>
          </p:cNvSpPr>
          <p:nvPr/>
        </p:nvSpPr>
        <p:spPr>
          <a:xfrm>
            <a:off x="4170401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83" name="anim_to772_0_1">
            <a:extLst>
              <a:ext uri="{FF2B5EF4-FFF2-40B4-BE49-F238E27FC236}">
                <a16:creationId xmlns:a16="http://schemas.microsoft.com/office/drawing/2014/main" id="{B9D3C458-55EB-4D2C-A41A-1AF72065E4F8}"/>
              </a:ext>
            </a:extLst>
          </p:cNvPr>
          <p:cNvSpPr>
            <a:spLocks noGrp="1"/>
          </p:cNvSpPr>
          <p:nvPr/>
        </p:nvSpPr>
        <p:spPr>
          <a:xfrm>
            <a:off x="1012111" y="511195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84" name="anim_to776_0_1">
            <a:extLst>
              <a:ext uri="{FF2B5EF4-FFF2-40B4-BE49-F238E27FC236}">
                <a16:creationId xmlns:a16="http://schemas.microsoft.com/office/drawing/2014/main" id="{C6BD4F08-06F7-4795-BFCE-D850AEF8B5CA}"/>
              </a:ext>
            </a:extLst>
          </p:cNvPr>
          <p:cNvSpPr>
            <a:spLocks noGrp="1"/>
          </p:cNvSpPr>
          <p:nvPr/>
        </p:nvSpPr>
        <p:spPr>
          <a:xfrm>
            <a:off x="1643769" y="511195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85" name="anim_to780_0_1">
            <a:extLst>
              <a:ext uri="{FF2B5EF4-FFF2-40B4-BE49-F238E27FC236}">
                <a16:creationId xmlns:a16="http://schemas.microsoft.com/office/drawing/2014/main" id="{A5CFCEC3-C976-4F64-9173-FC91228701FE}"/>
              </a:ext>
            </a:extLst>
          </p:cNvPr>
          <p:cNvSpPr>
            <a:spLocks noGrp="1"/>
          </p:cNvSpPr>
          <p:nvPr/>
        </p:nvSpPr>
        <p:spPr>
          <a:xfrm>
            <a:off x="2275427" y="511195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86" name="anim_to784_0_1">
            <a:extLst>
              <a:ext uri="{FF2B5EF4-FFF2-40B4-BE49-F238E27FC236}">
                <a16:creationId xmlns:a16="http://schemas.microsoft.com/office/drawing/2014/main" id="{0B628B4C-E7D5-4CB4-91CF-6BAD033A23AA}"/>
              </a:ext>
            </a:extLst>
          </p:cNvPr>
          <p:cNvSpPr>
            <a:spLocks noGrp="1"/>
          </p:cNvSpPr>
          <p:nvPr/>
        </p:nvSpPr>
        <p:spPr>
          <a:xfrm>
            <a:off x="2907085" y="511195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87" name="anim_to788_0_1">
            <a:extLst>
              <a:ext uri="{FF2B5EF4-FFF2-40B4-BE49-F238E27FC236}">
                <a16:creationId xmlns:a16="http://schemas.microsoft.com/office/drawing/2014/main" id="{1F696B5E-60B8-4481-90B1-E4B1520AB30A}"/>
              </a:ext>
            </a:extLst>
          </p:cNvPr>
          <p:cNvSpPr>
            <a:spLocks noGrp="1"/>
          </p:cNvSpPr>
          <p:nvPr/>
        </p:nvSpPr>
        <p:spPr>
          <a:xfrm>
            <a:off x="3538743" y="511195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88" name="anim_to792_0_1">
            <a:extLst>
              <a:ext uri="{FF2B5EF4-FFF2-40B4-BE49-F238E27FC236}">
                <a16:creationId xmlns:a16="http://schemas.microsoft.com/office/drawing/2014/main" id="{C854E868-3279-4737-95DD-F5C6519333D6}"/>
              </a:ext>
            </a:extLst>
          </p:cNvPr>
          <p:cNvSpPr>
            <a:spLocks noGrp="1"/>
          </p:cNvSpPr>
          <p:nvPr/>
        </p:nvSpPr>
        <p:spPr>
          <a:xfrm>
            <a:off x="4170401" y="511195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89" name="anim_to795_0_1">
            <a:extLst>
              <a:ext uri="{FF2B5EF4-FFF2-40B4-BE49-F238E27FC236}">
                <a16:creationId xmlns:a16="http://schemas.microsoft.com/office/drawing/2014/main" id="{CE847274-2790-48F0-A2C4-8161E699D933}"/>
              </a:ext>
            </a:extLst>
          </p:cNvPr>
          <p:cNvSpPr>
            <a:spLocks noGrp="1"/>
          </p:cNvSpPr>
          <p:nvPr/>
        </p:nvSpPr>
        <p:spPr>
          <a:xfrm>
            <a:off x="1125272" y="905952"/>
            <a:ext cx="3373216" cy="6890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34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34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434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Input Image</a:t>
            </a:r>
          </a:p>
        </p:txBody>
      </p:sp>
      <p:sp>
        <p:nvSpPr>
          <p:cNvPr id="90" name="anim_to859_0_1">
            <a:extLst>
              <a:ext uri="{FF2B5EF4-FFF2-40B4-BE49-F238E27FC236}">
                <a16:creationId xmlns:a16="http://schemas.microsoft.com/office/drawing/2014/main" id="{0F692D53-2B38-44C5-BE61-B1AA5DA56C3B}"/>
              </a:ext>
            </a:extLst>
          </p:cNvPr>
          <p:cNvSpPr>
            <a:spLocks noGrp="1"/>
          </p:cNvSpPr>
          <p:nvPr/>
        </p:nvSpPr>
        <p:spPr>
          <a:xfrm>
            <a:off x="9774109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91" name="anim_to862_0_1">
            <a:extLst>
              <a:ext uri="{FF2B5EF4-FFF2-40B4-BE49-F238E27FC236}">
                <a16:creationId xmlns:a16="http://schemas.microsoft.com/office/drawing/2014/main" id="{E3A121B6-3CB1-46EE-994D-A199A06CBACE}"/>
              </a:ext>
            </a:extLst>
          </p:cNvPr>
          <p:cNvSpPr>
            <a:spLocks noGrp="1"/>
          </p:cNvSpPr>
          <p:nvPr/>
        </p:nvSpPr>
        <p:spPr>
          <a:xfrm>
            <a:off x="10405767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92" name="anim_to865_0_1">
            <a:extLst>
              <a:ext uri="{FF2B5EF4-FFF2-40B4-BE49-F238E27FC236}">
                <a16:creationId xmlns:a16="http://schemas.microsoft.com/office/drawing/2014/main" id="{52EF7F59-27D8-4A20-BF0F-C698046DB4B0}"/>
              </a:ext>
            </a:extLst>
          </p:cNvPr>
          <p:cNvSpPr>
            <a:spLocks noGrp="1"/>
          </p:cNvSpPr>
          <p:nvPr/>
        </p:nvSpPr>
        <p:spPr>
          <a:xfrm>
            <a:off x="11037425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93" name="anim_to868_0_1">
            <a:extLst>
              <a:ext uri="{FF2B5EF4-FFF2-40B4-BE49-F238E27FC236}">
                <a16:creationId xmlns:a16="http://schemas.microsoft.com/office/drawing/2014/main" id="{AF5A8895-9461-4C14-A90E-0998F3EEEE4A}"/>
              </a:ext>
            </a:extLst>
          </p:cNvPr>
          <p:cNvSpPr>
            <a:spLocks noGrp="1"/>
          </p:cNvSpPr>
          <p:nvPr/>
        </p:nvSpPr>
        <p:spPr>
          <a:xfrm>
            <a:off x="9142451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94" name="anim_to871_0_1">
            <a:extLst>
              <a:ext uri="{FF2B5EF4-FFF2-40B4-BE49-F238E27FC236}">
                <a16:creationId xmlns:a16="http://schemas.microsoft.com/office/drawing/2014/main" id="{0DB2B458-6A76-48BE-B79A-D2E760A3BBA0}"/>
              </a:ext>
            </a:extLst>
          </p:cNvPr>
          <p:cNvSpPr>
            <a:spLocks noGrp="1"/>
          </p:cNvSpPr>
          <p:nvPr/>
        </p:nvSpPr>
        <p:spPr>
          <a:xfrm>
            <a:off x="9774109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95" name="anim_to874_0_1">
            <a:extLst>
              <a:ext uri="{FF2B5EF4-FFF2-40B4-BE49-F238E27FC236}">
                <a16:creationId xmlns:a16="http://schemas.microsoft.com/office/drawing/2014/main" id="{4CD36FC0-3863-496A-A927-6193CF0222BD}"/>
              </a:ext>
            </a:extLst>
          </p:cNvPr>
          <p:cNvSpPr>
            <a:spLocks noGrp="1"/>
          </p:cNvSpPr>
          <p:nvPr/>
        </p:nvSpPr>
        <p:spPr>
          <a:xfrm>
            <a:off x="10405767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96" name="anim_to877_0_1">
            <a:extLst>
              <a:ext uri="{FF2B5EF4-FFF2-40B4-BE49-F238E27FC236}">
                <a16:creationId xmlns:a16="http://schemas.microsoft.com/office/drawing/2014/main" id="{C0354585-587C-4947-A77D-6804C128A5E4}"/>
              </a:ext>
            </a:extLst>
          </p:cNvPr>
          <p:cNvSpPr>
            <a:spLocks noGrp="1"/>
          </p:cNvSpPr>
          <p:nvPr/>
        </p:nvSpPr>
        <p:spPr>
          <a:xfrm>
            <a:off x="11037425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97" name="anim_to880_0_1">
            <a:extLst>
              <a:ext uri="{FF2B5EF4-FFF2-40B4-BE49-F238E27FC236}">
                <a16:creationId xmlns:a16="http://schemas.microsoft.com/office/drawing/2014/main" id="{6160625E-7642-4F2E-BDD2-711F6F0CEA2A}"/>
              </a:ext>
            </a:extLst>
          </p:cNvPr>
          <p:cNvSpPr>
            <a:spLocks noGrp="1"/>
          </p:cNvSpPr>
          <p:nvPr/>
        </p:nvSpPr>
        <p:spPr>
          <a:xfrm>
            <a:off x="9142451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98" name="anim_to883_0_1">
            <a:extLst>
              <a:ext uri="{FF2B5EF4-FFF2-40B4-BE49-F238E27FC236}">
                <a16:creationId xmlns:a16="http://schemas.microsoft.com/office/drawing/2014/main" id="{8B8F8400-74A1-4C63-81EC-FFF684B727AB}"/>
              </a:ext>
            </a:extLst>
          </p:cNvPr>
          <p:cNvSpPr>
            <a:spLocks noGrp="1"/>
          </p:cNvSpPr>
          <p:nvPr/>
        </p:nvSpPr>
        <p:spPr>
          <a:xfrm>
            <a:off x="9774109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99" name="anim_to886_0_1">
            <a:extLst>
              <a:ext uri="{FF2B5EF4-FFF2-40B4-BE49-F238E27FC236}">
                <a16:creationId xmlns:a16="http://schemas.microsoft.com/office/drawing/2014/main" id="{59B6338C-8168-4822-8168-D33D46CB9FF8}"/>
              </a:ext>
            </a:extLst>
          </p:cNvPr>
          <p:cNvSpPr>
            <a:spLocks noGrp="1"/>
          </p:cNvSpPr>
          <p:nvPr/>
        </p:nvSpPr>
        <p:spPr>
          <a:xfrm>
            <a:off x="10405767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0" name="anim_to889_0_1">
            <a:extLst>
              <a:ext uri="{FF2B5EF4-FFF2-40B4-BE49-F238E27FC236}">
                <a16:creationId xmlns:a16="http://schemas.microsoft.com/office/drawing/2014/main" id="{27603A0F-9158-4C33-8350-94AEC6FC2B12}"/>
              </a:ext>
            </a:extLst>
          </p:cNvPr>
          <p:cNvSpPr>
            <a:spLocks noGrp="1"/>
          </p:cNvSpPr>
          <p:nvPr/>
        </p:nvSpPr>
        <p:spPr>
          <a:xfrm>
            <a:off x="11037425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1" name="anim_to892_0_1">
            <a:extLst>
              <a:ext uri="{FF2B5EF4-FFF2-40B4-BE49-F238E27FC236}">
                <a16:creationId xmlns:a16="http://schemas.microsoft.com/office/drawing/2014/main" id="{7999582D-51EE-4E3E-8CD4-88B9DFF0F1E8}"/>
              </a:ext>
            </a:extLst>
          </p:cNvPr>
          <p:cNvSpPr>
            <a:spLocks noGrp="1"/>
          </p:cNvSpPr>
          <p:nvPr/>
        </p:nvSpPr>
        <p:spPr>
          <a:xfrm>
            <a:off x="9142451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2" name="anim_to895_0_1">
            <a:extLst>
              <a:ext uri="{FF2B5EF4-FFF2-40B4-BE49-F238E27FC236}">
                <a16:creationId xmlns:a16="http://schemas.microsoft.com/office/drawing/2014/main" id="{80F1782B-B596-4A51-9423-74A2F5CAB05E}"/>
              </a:ext>
            </a:extLst>
          </p:cNvPr>
          <p:cNvSpPr>
            <a:spLocks noGrp="1"/>
          </p:cNvSpPr>
          <p:nvPr/>
        </p:nvSpPr>
        <p:spPr>
          <a:xfrm>
            <a:off x="9774109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3" name="anim_to898_0_1">
            <a:extLst>
              <a:ext uri="{FF2B5EF4-FFF2-40B4-BE49-F238E27FC236}">
                <a16:creationId xmlns:a16="http://schemas.microsoft.com/office/drawing/2014/main" id="{65A62D1F-07E3-4933-BD63-35055C46BB52}"/>
              </a:ext>
            </a:extLst>
          </p:cNvPr>
          <p:cNvSpPr>
            <a:spLocks noGrp="1"/>
          </p:cNvSpPr>
          <p:nvPr/>
        </p:nvSpPr>
        <p:spPr>
          <a:xfrm>
            <a:off x="10405767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4" name="anim_to901_0_1">
            <a:extLst>
              <a:ext uri="{FF2B5EF4-FFF2-40B4-BE49-F238E27FC236}">
                <a16:creationId xmlns:a16="http://schemas.microsoft.com/office/drawing/2014/main" id="{42DF71DA-6546-4338-BF0B-E61E83CDA165}"/>
              </a:ext>
            </a:extLst>
          </p:cNvPr>
          <p:cNvSpPr>
            <a:spLocks noGrp="1"/>
          </p:cNvSpPr>
          <p:nvPr/>
        </p:nvSpPr>
        <p:spPr>
          <a:xfrm>
            <a:off x="11037425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5" name="anim_to903_0_1">
            <a:extLst>
              <a:ext uri="{FF2B5EF4-FFF2-40B4-BE49-F238E27FC236}">
                <a16:creationId xmlns:a16="http://schemas.microsoft.com/office/drawing/2014/main" id="{ED28C405-AD0F-4A31-972B-FF91209089CE}"/>
              </a:ext>
            </a:extLst>
          </p:cNvPr>
          <p:cNvSpPr>
            <a:spLocks noGrp="1"/>
          </p:cNvSpPr>
          <p:nvPr/>
        </p:nvSpPr>
        <p:spPr>
          <a:xfrm>
            <a:off x="9320295" y="1570120"/>
            <a:ext cx="1763964" cy="6537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118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118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4118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Output</a:t>
            </a:r>
          </a:p>
        </p:txBody>
      </p:sp>
      <p:sp>
        <p:nvSpPr>
          <p:cNvPr id="106" name="anim_to1120_0_1">
            <a:extLst>
              <a:ext uri="{FF2B5EF4-FFF2-40B4-BE49-F238E27FC236}">
                <a16:creationId xmlns:a16="http://schemas.microsoft.com/office/drawing/2014/main" id="{97D7DD7B-F6DB-4894-A989-6A391FFC0788}"/>
              </a:ext>
            </a:extLst>
          </p:cNvPr>
          <p:cNvSpPr>
            <a:spLocks noGrp="1"/>
          </p:cNvSpPr>
          <p:nvPr/>
        </p:nvSpPr>
        <p:spPr>
          <a:xfrm>
            <a:off x="9142451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07" name="anim_o808_1">
            <a:extLst>
              <a:ext uri="{FF2B5EF4-FFF2-40B4-BE49-F238E27FC236}">
                <a16:creationId xmlns:a16="http://schemas.microsoft.com/office/drawing/2014/main" id="{A9BAB001-9ACC-48C6-BFC7-54FB664F452A}"/>
              </a:ext>
            </a:extLst>
          </p:cNvPr>
          <p:cNvSpPr>
            <a:spLocks noGrp="1"/>
          </p:cNvSpPr>
          <p:nvPr/>
        </p:nvSpPr>
        <p:spPr>
          <a:xfrm>
            <a:off x="907382" y="1849855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8" name="anim_o813_1">
            <a:extLst>
              <a:ext uri="{FF2B5EF4-FFF2-40B4-BE49-F238E27FC236}">
                <a16:creationId xmlns:a16="http://schemas.microsoft.com/office/drawing/2014/main" id="{CFE0225B-9B16-4C12-A0D9-E0B8EFC7BDE3}"/>
              </a:ext>
            </a:extLst>
          </p:cNvPr>
          <p:cNvSpPr>
            <a:spLocks noGrp="1"/>
          </p:cNvSpPr>
          <p:nvPr/>
        </p:nvSpPr>
        <p:spPr>
          <a:xfrm>
            <a:off x="1539039" y="1849855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9" name="anim_o817_1">
            <a:extLst>
              <a:ext uri="{FF2B5EF4-FFF2-40B4-BE49-F238E27FC236}">
                <a16:creationId xmlns:a16="http://schemas.microsoft.com/office/drawing/2014/main" id="{1B49E0C3-AD58-4096-9996-BF85558B79CD}"/>
              </a:ext>
            </a:extLst>
          </p:cNvPr>
          <p:cNvSpPr>
            <a:spLocks noGrp="1"/>
          </p:cNvSpPr>
          <p:nvPr/>
        </p:nvSpPr>
        <p:spPr>
          <a:xfrm>
            <a:off x="2170697" y="1849855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0" name="anim_o821_1">
            <a:extLst>
              <a:ext uri="{FF2B5EF4-FFF2-40B4-BE49-F238E27FC236}">
                <a16:creationId xmlns:a16="http://schemas.microsoft.com/office/drawing/2014/main" id="{D8A79D08-54CE-4EC7-B6B0-159E3E8E34C3}"/>
              </a:ext>
            </a:extLst>
          </p:cNvPr>
          <p:cNvSpPr>
            <a:spLocks noGrp="1"/>
          </p:cNvSpPr>
          <p:nvPr/>
        </p:nvSpPr>
        <p:spPr>
          <a:xfrm>
            <a:off x="907382" y="2481513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1" name="anim_o826_1">
            <a:extLst>
              <a:ext uri="{FF2B5EF4-FFF2-40B4-BE49-F238E27FC236}">
                <a16:creationId xmlns:a16="http://schemas.microsoft.com/office/drawing/2014/main" id="{5BFA4E18-224A-4EC6-A4A5-84A69B9A542B}"/>
              </a:ext>
            </a:extLst>
          </p:cNvPr>
          <p:cNvSpPr>
            <a:spLocks noGrp="1"/>
          </p:cNvSpPr>
          <p:nvPr/>
        </p:nvSpPr>
        <p:spPr>
          <a:xfrm>
            <a:off x="1539039" y="2481513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2" name="anim_o830_1">
            <a:extLst>
              <a:ext uri="{FF2B5EF4-FFF2-40B4-BE49-F238E27FC236}">
                <a16:creationId xmlns:a16="http://schemas.microsoft.com/office/drawing/2014/main" id="{B4E4F720-F9D9-4C45-B991-9CC52C11B5E5}"/>
              </a:ext>
            </a:extLst>
          </p:cNvPr>
          <p:cNvSpPr>
            <a:spLocks noGrp="1"/>
          </p:cNvSpPr>
          <p:nvPr/>
        </p:nvSpPr>
        <p:spPr>
          <a:xfrm>
            <a:off x="2170697" y="2481513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3" name="anim_o834_1">
            <a:extLst>
              <a:ext uri="{FF2B5EF4-FFF2-40B4-BE49-F238E27FC236}">
                <a16:creationId xmlns:a16="http://schemas.microsoft.com/office/drawing/2014/main" id="{A2C5C10F-2573-4172-BA0A-7A63A8747430}"/>
              </a:ext>
            </a:extLst>
          </p:cNvPr>
          <p:cNvSpPr>
            <a:spLocks noGrp="1"/>
          </p:cNvSpPr>
          <p:nvPr/>
        </p:nvSpPr>
        <p:spPr>
          <a:xfrm>
            <a:off x="907382" y="3113171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4" name="anim_o839_1">
            <a:extLst>
              <a:ext uri="{FF2B5EF4-FFF2-40B4-BE49-F238E27FC236}">
                <a16:creationId xmlns:a16="http://schemas.microsoft.com/office/drawing/2014/main" id="{03113509-D019-42E9-99B8-0B244AD9A46D}"/>
              </a:ext>
            </a:extLst>
          </p:cNvPr>
          <p:cNvSpPr>
            <a:spLocks noGrp="1"/>
          </p:cNvSpPr>
          <p:nvPr/>
        </p:nvSpPr>
        <p:spPr>
          <a:xfrm>
            <a:off x="1539039" y="3113171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5" name="anim_o843_1">
            <a:extLst>
              <a:ext uri="{FF2B5EF4-FFF2-40B4-BE49-F238E27FC236}">
                <a16:creationId xmlns:a16="http://schemas.microsoft.com/office/drawing/2014/main" id="{FAD659E3-DA5F-48F3-A0DD-F468470EC5A1}"/>
              </a:ext>
            </a:extLst>
          </p:cNvPr>
          <p:cNvSpPr>
            <a:spLocks noGrp="1"/>
          </p:cNvSpPr>
          <p:nvPr/>
        </p:nvSpPr>
        <p:spPr>
          <a:xfrm>
            <a:off x="2170697" y="3113171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6" name="anim_to809_0_1">
            <a:extLst>
              <a:ext uri="{FF2B5EF4-FFF2-40B4-BE49-F238E27FC236}">
                <a16:creationId xmlns:a16="http://schemas.microsoft.com/office/drawing/2014/main" id="{26438E8C-51AA-41EA-AA38-7875A8FFCB14}"/>
              </a:ext>
            </a:extLst>
          </p:cNvPr>
          <p:cNvSpPr>
            <a:spLocks noGrp="1"/>
          </p:cNvSpPr>
          <p:nvPr/>
        </p:nvSpPr>
        <p:spPr>
          <a:xfrm>
            <a:off x="1135390" y="1953662"/>
            <a:ext cx="41126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17" name="anim_to814_0_1">
            <a:extLst>
              <a:ext uri="{FF2B5EF4-FFF2-40B4-BE49-F238E27FC236}">
                <a16:creationId xmlns:a16="http://schemas.microsoft.com/office/drawing/2014/main" id="{8BAE1878-13A3-4D7C-A4B9-05B901034E7F}"/>
              </a:ext>
            </a:extLst>
          </p:cNvPr>
          <p:cNvSpPr>
            <a:spLocks noGrp="1"/>
          </p:cNvSpPr>
          <p:nvPr/>
        </p:nvSpPr>
        <p:spPr>
          <a:xfrm>
            <a:off x="1860338" y="1953662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18" name="anim_to818_0_1">
            <a:extLst>
              <a:ext uri="{FF2B5EF4-FFF2-40B4-BE49-F238E27FC236}">
                <a16:creationId xmlns:a16="http://schemas.microsoft.com/office/drawing/2014/main" id="{0E3D48C9-ADBF-4B41-B789-E312DCC36FCA}"/>
              </a:ext>
            </a:extLst>
          </p:cNvPr>
          <p:cNvSpPr>
            <a:spLocks noGrp="1"/>
          </p:cNvSpPr>
          <p:nvPr/>
        </p:nvSpPr>
        <p:spPr>
          <a:xfrm>
            <a:off x="2491996" y="1953662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19" name="anim_to822_0_1">
            <a:extLst>
              <a:ext uri="{FF2B5EF4-FFF2-40B4-BE49-F238E27FC236}">
                <a16:creationId xmlns:a16="http://schemas.microsoft.com/office/drawing/2014/main" id="{2D4333EA-48CE-4A93-880D-FA17EB45A14E}"/>
              </a:ext>
            </a:extLst>
          </p:cNvPr>
          <p:cNvSpPr>
            <a:spLocks noGrp="1"/>
          </p:cNvSpPr>
          <p:nvPr/>
        </p:nvSpPr>
        <p:spPr>
          <a:xfrm>
            <a:off x="1135390" y="2585319"/>
            <a:ext cx="41126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20" name="anim_to827_0_1">
            <a:extLst>
              <a:ext uri="{FF2B5EF4-FFF2-40B4-BE49-F238E27FC236}">
                <a16:creationId xmlns:a16="http://schemas.microsoft.com/office/drawing/2014/main" id="{B12E6A40-07EE-4B01-8CE4-7639F4E7927A}"/>
              </a:ext>
            </a:extLst>
          </p:cNvPr>
          <p:cNvSpPr>
            <a:spLocks noGrp="1"/>
          </p:cNvSpPr>
          <p:nvPr/>
        </p:nvSpPr>
        <p:spPr>
          <a:xfrm>
            <a:off x="1860338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21" name="anim_to831_0_1">
            <a:extLst>
              <a:ext uri="{FF2B5EF4-FFF2-40B4-BE49-F238E27FC236}">
                <a16:creationId xmlns:a16="http://schemas.microsoft.com/office/drawing/2014/main" id="{3EEA6080-1249-4AE9-865E-1192F29A8B7A}"/>
              </a:ext>
            </a:extLst>
          </p:cNvPr>
          <p:cNvSpPr>
            <a:spLocks noGrp="1"/>
          </p:cNvSpPr>
          <p:nvPr/>
        </p:nvSpPr>
        <p:spPr>
          <a:xfrm>
            <a:off x="2491996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22" name="anim_to835_0_1">
            <a:extLst>
              <a:ext uri="{FF2B5EF4-FFF2-40B4-BE49-F238E27FC236}">
                <a16:creationId xmlns:a16="http://schemas.microsoft.com/office/drawing/2014/main" id="{CEF985AB-FDDA-4E52-937B-D62DCEFD328A}"/>
              </a:ext>
            </a:extLst>
          </p:cNvPr>
          <p:cNvSpPr>
            <a:spLocks noGrp="1"/>
          </p:cNvSpPr>
          <p:nvPr/>
        </p:nvSpPr>
        <p:spPr>
          <a:xfrm>
            <a:off x="1135390" y="3216977"/>
            <a:ext cx="41126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23" name="anim_to840_0_1">
            <a:extLst>
              <a:ext uri="{FF2B5EF4-FFF2-40B4-BE49-F238E27FC236}">
                <a16:creationId xmlns:a16="http://schemas.microsoft.com/office/drawing/2014/main" id="{45F2D81E-FF38-419F-9A67-8EF13D0CF55C}"/>
              </a:ext>
            </a:extLst>
          </p:cNvPr>
          <p:cNvSpPr>
            <a:spLocks noGrp="1"/>
          </p:cNvSpPr>
          <p:nvPr/>
        </p:nvSpPr>
        <p:spPr>
          <a:xfrm>
            <a:off x="1860338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24" name="anim_to844_0_1">
            <a:extLst>
              <a:ext uri="{FF2B5EF4-FFF2-40B4-BE49-F238E27FC236}">
                <a16:creationId xmlns:a16="http://schemas.microsoft.com/office/drawing/2014/main" id="{5CF46F0A-7F58-4918-B4D7-4F71E5032682}"/>
              </a:ext>
            </a:extLst>
          </p:cNvPr>
          <p:cNvSpPr>
            <a:spLocks noGrp="1"/>
          </p:cNvSpPr>
          <p:nvPr/>
        </p:nvSpPr>
        <p:spPr>
          <a:xfrm>
            <a:off x="2491996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25" name="anim_to1122_0_1">
            <a:extLst>
              <a:ext uri="{FF2B5EF4-FFF2-40B4-BE49-F238E27FC236}">
                <a16:creationId xmlns:a16="http://schemas.microsoft.com/office/drawing/2014/main" id="{4CF422BB-233E-4E5D-B5E1-1BFEE587B023}"/>
              </a:ext>
            </a:extLst>
          </p:cNvPr>
          <p:cNvSpPr>
            <a:spLocks noGrp="1"/>
          </p:cNvSpPr>
          <p:nvPr/>
        </p:nvSpPr>
        <p:spPr>
          <a:xfrm>
            <a:off x="2437853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26" name="anim_to1124_0_1">
            <a:extLst>
              <a:ext uri="{FF2B5EF4-FFF2-40B4-BE49-F238E27FC236}">
                <a16:creationId xmlns:a16="http://schemas.microsoft.com/office/drawing/2014/main" id="{8DFB9739-965D-4636-880A-195B9BCAD542}"/>
              </a:ext>
            </a:extLst>
          </p:cNvPr>
          <p:cNvSpPr>
            <a:spLocks noGrp="1"/>
          </p:cNvSpPr>
          <p:nvPr/>
        </p:nvSpPr>
        <p:spPr>
          <a:xfrm>
            <a:off x="2976221" y="2585319"/>
            <a:ext cx="41126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-9</a:t>
            </a:r>
          </a:p>
        </p:txBody>
      </p:sp>
      <p:sp>
        <p:nvSpPr>
          <p:cNvPr id="127" name="anim_to1127_0_1">
            <a:extLst>
              <a:ext uri="{FF2B5EF4-FFF2-40B4-BE49-F238E27FC236}">
                <a16:creationId xmlns:a16="http://schemas.microsoft.com/office/drawing/2014/main" id="{E19532F3-D881-4767-82AA-C0723E9328BC}"/>
              </a:ext>
            </a:extLst>
          </p:cNvPr>
          <p:cNvSpPr>
            <a:spLocks noGrp="1"/>
          </p:cNvSpPr>
          <p:nvPr/>
        </p:nvSpPr>
        <p:spPr>
          <a:xfrm>
            <a:off x="3607879" y="2585319"/>
            <a:ext cx="41126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11</a:t>
            </a:r>
          </a:p>
        </p:txBody>
      </p:sp>
      <p:sp>
        <p:nvSpPr>
          <p:cNvPr id="128" name="anim_to1130_0_1">
            <a:extLst>
              <a:ext uri="{FF2B5EF4-FFF2-40B4-BE49-F238E27FC236}">
                <a16:creationId xmlns:a16="http://schemas.microsoft.com/office/drawing/2014/main" id="{8E93AF57-50F8-450F-B3DF-0D4264CFDD80}"/>
              </a:ext>
            </a:extLst>
          </p:cNvPr>
          <p:cNvSpPr>
            <a:spLocks noGrp="1"/>
          </p:cNvSpPr>
          <p:nvPr/>
        </p:nvSpPr>
        <p:spPr>
          <a:xfrm>
            <a:off x="1806196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29" name="anim_to1132_0_1">
            <a:extLst>
              <a:ext uri="{FF2B5EF4-FFF2-40B4-BE49-F238E27FC236}">
                <a16:creationId xmlns:a16="http://schemas.microsoft.com/office/drawing/2014/main" id="{EF743E3F-9374-4665-8D31-C3B7F75032C1}"/>
              </a:ext>
            </a:extLst>
          </p:cNvPr>
          <p:cNvSpPr>
            <a:spLocks noGrp="1"/>
          </p:cNvSpPr>
          <p:nvPr/>
        </p:nvSpPr>
        <p:spPr>
          <a:xfrm>
            <a:off x="2344563" y="3216977"/>
            <a:ext cx="41126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30" name="anim_to1135_0_1">
            <a:extLst>
              <a:ext uri="{FF2B5EF4-FFF2-40B4-BE49-F238E27FC236}">
                <a16:creationId xmlns:a16="http://schemas.microsoft.com/office/drawing/2014/main" id="{06F7D67B-A856-4342-8EFD-E669115E78E0}"/>
              </a:ext>
            </a:extLst>
          </p:cNvPr>
          <p:cNvSpPr>
            <a:spLocks noGrp="1"/>
          </p:cNvSpPr>
          <p:nvPr/>
        </p:nvSpPr>
        <p:spPr>
          <a:xfrm>
            <a:off x="2976221" y="3216977"/>
            <a:ext cx="41126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-3</a:t>
            </a:r>
          </a:p>
        </p:txBody>
      </p:sp>
      <p:sp>
        <p:nvSpPr>
          <p:cNvPr id="131" name="anim_to1138_0_1">
            <a:extLst>
              <a:ext uri="{FF2B5EF4-FFF2-40B4-BE49-F238E27FC236}">
                <a16:creationId xmlns:a16="http://schemas.microsoft.com/office/drawing/2014/main" id="{5056A27E-8F7F-43D7-BE3E-5E6A03E3367A}"/>
              </a:ext>
            </a:extLst>
          </p:cNvPr>
          <p:cNvSpPr>
            <a:spLocks noGrp="1"/>
          </p:cNvSpPr>
          <p:nvPr/>
        </p:nvSpPr>
        <p:spPr>
          <a:xfrm>
            <a:off x="3607879" y="3216977"/>
            <a:ext cx="41126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11</a:t>
            </a:r>
          </a:p>
        </p:txBody>
      </p:sp>
      <p:sp>
        <p:nvSpPr>
          <p:cNvPr id="132" name="anim_to1141_0_1">
            <a:extLst>
              <a:ext uri="{FF2B5EF4-FFF2-40B4-BE49-F238E27FC236}">
                <a16:creationId xmlns:a16="http://schemas.microsoft.com/office/drawing/2014/main" id="{0B4B556A-3681-4AD6-B53A-A625BBB275C4}"/>
              </a:ext>
            </a:extLst>
          </p:cNvPr>
          <p:cNvSpPr>
            <a:spLocks noGrp="1"/>
          </p:cNvSpPr>
          <p:nvPr/>
        </p:nvSpPr>
        <p:spPr>
          <a:xfrm>
            <a:off x="1712906" y="3848635"/>
            <a:ext cx="41126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-2</a:t>
            </a:r>
          </a:p>
        </p:txBody>
      </p:sp>
      <p:sp>
        <p:nvSpPr>
          <p:cNvPr id="133" name="anim_to1144_0_1">
            <a:extLst>
              <a:ext uri="{FF2B5EF4-FFF2-40B4-BE49-F238E27FC236}">
                <a16:creationId xmlns:a16="http://schemas.microsoft.com/office/drawing/2014/main" id="{774D4288-645E-40D0-908E-6A79D33BAF96}"/>
              </a:ext>
            </a:extLst>
          </p:cNvPr>
          <p:cNvSpPr>
            <a:spLocks noGrp="1"/>
          </p:cNvSpPr>
          <p:nvPr/>
        </p:nvSpPr>
        <p:spPr>
          <a:xfrm>
            <a:off x="2437853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134" name="anim_to1146_0_1">
            <a:extLst>
              <a:ext uri="{FF2B5EF4-FFF2-40B4-BE49-F238E27FC236}">
                <a16:creationId xmlns:a16="http://schemas.microsoft.com/office/drawing/2014/main" id="{D85DED4F-A7BC-4428-A106-23B4E5D1CCC3}"/>
              </a:ext>
            </a:extLst>
          </p:cNvPr>
          <p:cNvSpPr>
            <a:spLocks noGrp="1"/>
          </p:cNvSpPr>
          <p:nvPr/>
        </p:nvSpPr>
        <p:spPr>
          <a:xfrm>
            <a:off x="2976221" y="3848635"/>
            <a:ext cx="41126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-2</a:t>
            </a:r>
          </a:p>
        </p:txBody>
      </p:sp>
      <p:sp>
        <p:nvSpPr>
          <p:cNvPr id="135" name="anim_to1149_0_1">
            <a:extLst>
              <a:ext uri="{FF2B5EF4-FFF2-40B4-BE49-F238E27FC236}">
                <a16:creationId xmlns:a16="http://schemas.microsoft.com/office/drawing/2014/main" id="{C72F7D89-446C-4EBB-ADBE-23B38A88A746}"/>
              </a:ext>
            </a:extLst>
          </p:cNvPr>
          <p:cNvSpPr>
            <a:spLocks noGrp="1"/>
          </p:cNvSpPr>
          <p:nvPr/>
        </p:nvSpPr>
        <p:spPr>
          <a:xfrm>
            <a:off x="3701169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136" name="anim_to1151_0_1">
            <a:extLst>
              <a:ext uri="{FF2B5EF4-FFF2-40B4-BE49-F238E27FC236}">
                <a16:creationId xmlns:a16="http://schemas.microsoft.com/office/drawing/2014/main" id="{E6B6735C-11CD-4315-909F-C2ABB9681ECC}"/>
              </a:ext>
            </a:extLst>
          </p:cNvPr>
          <p:cNvSpPr>
            <a:spLocks noGrp="1"/>
          </p:cNvSpPr>
          <p:nvPr/>
        </p:nvSpPr>
        <p:spPr>
          <a:xfrm>
            <a:off x="1712906" y="4480293"/>
            <a:ext cx="41126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-4</a:t>
            </a:r>
          </a:p>
        </p:txBody>
      </p:sp>
      <p:sp>
        <p:nvSpPr>
          <p:cNvPr id="137" name="anim_to1154_0_1">
            <a:extLst>
              <a:ext uri="{FF2B5EF4-FFF2-40B4-BE49-F238E27FC236}">
                <a16:creationId xmlns:a16="http://schemas.microsoft.com/office/drawing/2014/main" id="{37C91ECA-8AF0-4E0E-89BD-ABE16A77A40C}"/>
              </a:ext>
            </a:extLst>
          </p:cNvPr>
          <p:cNvSpPr>
            <a:spLocks noGrp="1"/>
          </p:cNvSpPr>
          <p:nvPr/>
        </p:nvSpPr>
        <p:spPr>
          <a:xfrm>
            <a:off x="2437853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38" name="anim_to1156_0_1">
            <a:extLst>
              <a:ext uri="{FF2B5EF4-FFF2-40B4-BE49-F238E27FC236}">
                <a16:creationId xmlns:a16="http://schemas.microsoft.com/office/drawing/2014/main" id="{F8A2D365-2AFC-41ED-9F1A-49278A72D86D}"/>
              </a:ext>
            </a:extLst>
          </p:cNvPr>
          <p:cNvSpPr>
            <a:spLocks noGrp="1"/>
          </p:cNvSpPr>
          <p:nvPr/>
        </p:nvSpPr>
        <p:spPr>
          <a:xfrm>
            <a:off x="3069511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39" name="anim_to1158_0_1">
            <a:extLst>
              <a:ext uri="{FF2B5EF4-FFF2-40B4-BE49-F238E27FC236}">
                <a16:creationId xmlns:a16="http://schemas.microsoft.com/office/drawing/2014/main" id="{713377BA-6BBA-411F-B6A5-99E273F88DB2}"/>
              </a:ext>
            </a:extLst>
          </p:cNvPr>
          <p:cNvSpPr>
            <a:spLocks noGrp="1"/>
          </p:cNvSpPr>
          <p:nvPr/>
        </p:nvSpPr>
        <p:spPr>
          <a:xfrm>
            <a:off x="3701169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</p:spTree>
    <p:extLst>
      <p:ext uri="{BB962C8B-B14F-4D97-AF65-F5344CB8AC3E}">
        <p14:creationId xmlns:p14="http://schemas.microsoft.com/office/powerpoint/2010/main" val="15331654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3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18092 0 E" pathEditMode="relative" ptsTypes="">
                                      <p:cBhvr>
                                        <p:cTn id="6" dur="6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18092 0 E" pathEditMode="relative" ptsTypes="">
                                      <p:cBhvr>
                                        <p:cTn id="8" dur="6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18092 0 E" pathEditMode="relative" ptsTypes="">
                                      <p:cBhvr>
                                        <p:cTn id="10" dur="6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18092 0 E" pathEditMode="relative" ptsTypes="">
                                      <p:cBhvr>
                                        <p:cTn id="12" dur="6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18092 0 E" pathEditMode="relative" ptsTypes="">
                                      <p:cBhvr>
                                        <p:cTn id="14" dur="6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18092 0 E" pathEditMode="relative" ptsTypes="">
                                      <p:cBhvr>
                                        <p:cTn id="16" dur="6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18092 0 E" pathEditMode="relative" ptsTypes="">
                                      <p:cBhvr>
                                        <p:cTn id="18" dur="6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18092 0 E" pathEditMode="relative" ptsTypes="">
                                      <p:cBhvr>
                                        <p:cTn id="20" dur="6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18092 0 E" pathEditMode="relative" ptsTypes="">
                                      <p:cBhvr>
                                        <p:cTn id="22" dur="6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18092 0 E" pathEditMode="relative" ptsTypes="">
                                      <p:cBhvr>
                                        <p:cTn id="24" dur="6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18092 0 E" pathEditMode="relative" ptsTypes="">
                                      <p:cBhvr>
                                        <p:cTn id="26" dur="6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18092 0 E" pathEditMode="relative" ptsTypes="">
                                      <p:cBhvr>
                                        <p:cTn id="28" dur="6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18092 0 E" pathEditMode="relative" ptsTypes="">
                                      <p:cBhvr>
                                        <p:cTn id="30" dur="6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18092 0 E" pathEditMode="relative" ptsTypes="">
                                      <p:cBhvr>
                                        <p:cTn id="32" dur="6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18092 0 E" pathEditMode="relative" ptsTypes="">
                                      <p:cBhvr>
                                        <p:cTn id="34" dur="6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18092 0 E" pathEditMode="relative" ptsTypes="">
                                      <p:cBhvr>
                                        <p:cTn id="36" dur="6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18092 0 E" pathEditMode="relative" ptsTypes="">
                                      <p:cBhvr>
                                        <p:cTn id="38" dur="6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18092 0 E" pathEditMode="relative" ptsTypes="">
                                      <p:cBhvr>
                                        <p:cTn id="40" dur="6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600"/>
                            </p:stCondLst>
                            <p:childTnLst>
                              <p:par>
                                <p:cTn id="42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6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6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601727 0 E" pathEditMode="relative" ptsTypes="">
                                      <p:cBhvr>
                                        <p:cTn id="49" dur="6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200"/>
                            </p:stCondLst>
                            <p:childTnLst>
                              <p:par>
                                <p:cTn id="51" presetID="63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 L 0.1036184 0 E" pathEditMode="relative" ptsTypes="">
                                      <p:cBhvr>
                                        <p:cTn id="52" dur="6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 L 0.1036184 0 E" pathEditMode="relative" ptsTypes="">
                                      <p:cBhvr>
                                        <p:cTn id="54" dur="6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 L 0.1036184 0 E" pathEditMode="relative" ptsTypes="">
                                      <p:cBhvr>
                                        <p:cTn id="56" dur="6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 L 0.1036184 0 E" pathEditMode="relative" ptsTypes="">
                                      <p:cBhvr>
                                        <p:cTn id="58" dur="6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 L 0.1036184 0 E" pathEditMode="relative" ptsTypes="">
                                      <p:cBhvr>
                                        <p:cTn id="60" dur="6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 L 0.1036184 0 E" pathEditMode="relative" ptsTypes="">
                                      <p:cBhvr>
                                        <p:cTn id="62" dur="6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 L 0.1036184 0 E" pathEditMode="relative" ptsTypes="">
                                      <p:cBhvr>
                                        <p:cTn id="64" dur="6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 L 0.1036184 0 E" pathEditMode="relative" ptsTypes="">
                                      <p:cBhvr>
                                        <p:cTn id="66" dur="6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 L 0.1036184 0 E" pathEditMode="relative" ptsTypes="">
                                      <p:cBhvr>
                                        <p:cTn id="68" dur="6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 L 0.1036184 0 E" pathEditMode="relative" ptsTypes="">
                                      <p:cBhvr>
                                        <p:cTn id="70" dur="6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 L 0.1036184 0 E" pathEditMode="relative" ptsTypes="">
                                      <p:cBhvr>
                                        <p:cTn id="72" dur="6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 L 0.1036184 0 E" pathEditMode="relative" ptsTypes="">
                                      <p:cBhvr>
                                        <p:cTn id="74" dur="6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 L 0.1036184 0 E" pathEditMode="relative" ptsTypes="">
                                      <p:cBhvr>
                                        <p:cTn id="76" dur="6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 L 0.1036184 0 E" pathEditMode="relative" ptsTypes="">
                                      <p:cBhvr>
                                        <p:cTn id="78" dur="6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 L 0.1036184 0 E" pathEditMode="relative" ptsTypes="">
                                      <p:cBhvr>
                                        <p:cTn id="80" dur="6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 L 0.1036184 0 E" pathEditMode="relative" ptsTypes="">
                                      <p:cBhvr>
                                        <p:cTn id="82" dur="6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 L 0.1036184 0 E" pathEditMode="relative" ptsTypes="">
                                      <p:cBhvr>
                                        <p:cTn id="84" dur="6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 L 0.1036184 0 E" pathEditMode="relative" ptsTypes="">
                                      <p:cBhvr>
                                        <p:cTn id="86" dur="6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1800"/>
                            </p:stCondLst>
                            <p:childTnLst>
                              <p:par>
                                <p:cTn id="88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9" dur="6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6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601727 0 E" pathEditMode="relative" ptsTypes="">
                                      <p:cBhvr>
                                        <p:cTn id="95" dur="6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2400"/>
                            </p:stCondLst>
                            <p:childTnLst>
                              <p:par>
                                <p:cTn id="97" presetID="63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 L 0.1554276 0 E" pathEditMode="relative" ptsTypes="">
                                      <p:cBhvr>
                                        <p:cTn id="98" dur="6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 L 0.1554276 0 E" pathEditMode="relative" ptsTypes="">
                                      <p:cBhvr>
                                        <p:cTn id="100" dur="6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 L 0.1554276 0 E" pathEditMode="relative" ptsTypes="">
                                      <p:cBhvr>
                                        <p:cTn id="102" dur="6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 L 0.1554276 0 E" pathEditMode="relative" ptsTypes="">
                                      <p:cBhvr>
                                        <p:cTn id="104" dur="6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 L 0.1554276 0 E" pathEditMode="relative" ptsTypes="">
                                      <p:cBhvr>
                                        <p:cTn id="106" dur="6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 L 0.1554276 0 E" pathEditMode="relative" ptsTypes="">
                                      <p:cBhvr>
                                        <p:cTn id="108" dur="6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 L 0.1554276 0 E" pathEditMode="relative" ptsTypes="">
                                      <p:cBhvr>
                                        <p:cTn id="110" dur="6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 L 0.1554276 0 E" pathEditMode="relative" ptsTypes="">
                                      <p:cBhvr>
                                        <p:cTn id="112" dur="6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 L 0.1554276 0 E" pathEditMode="relative" ptsTypes="">
                                      <p:cBhvr>
                                        <p:cTn id="114" dur="6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 L 0.1554276 0 E" pathEditMode="relative" ptsTypes="">
                                      <p:cBhvr>
                                        <p:cTn id="116" dur="6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 L 0.1554276 0 E" pathEditMode="relative" ptsTypes="">
                                      <p:cBhvr>
                                        <p:cTn id="118" dur="6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 L 0.1554276 0 E" pathEditMode="relative" ptsTypes="">
                                      <p:cBhvr>
                                        <p:cTn id="120" dur="6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 L 0.1554276 0 E" pathEditMode="relative" ptsTypes="">
                                      <p:cBhvr>
                                        <p:cTn id="122" dur="6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 L 0.1554276 0 E" pathEditMode="relative" ptsTypes="">
                                      <p:cBhvr>
                                        <p:cTn id="124" dur="6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 L 0.1554276 0 E" pathEditMode="relative" ptsTypes="">
                                      <p:cBhvr>
                                        <p:cTn id="126" dur="6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 L 0.1554276 0 E" pathEditMode="relative" ptsTypes="">
                                      <p:cBhvr>
                                        <p:cTn id="128" dur="6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 L 0.1554276 0 E" pathEditMode="relative" ptsTypes="">
                                      <p:cBhvr>
                                        <p:cTn id="130" dur="6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 L 0.1554276 0 E" pathEditMode="relative" ptsTypes="">
                                      <p:cBhvr>
                                        <p:cTn id="132" dur="6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3000"/>
                            </p:stCondLst>
                            <p:childTnLst>
                              <p:par>
                                <p:cTn id="134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5" dur="6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6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601727 0 E" pathEditMode="relative" ptsTypes="">
                                      <p:cBhvr>
                                        <p:cTn id="141" dur="6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3600"/>
                            </p:stCondLst>
                            <p:childTnLst>
                              <p:par>
                                <p:cTn id="143" presetID="63" presetClass="path" presetSubtype="0" accel="50000" decel="5000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 L 0 0.0921053 E" pathEditMode="relative" ptsTypes="">
                                      <p:cBhvr>
                                        <p:cTn id="144" dur="6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5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 L 0 0.0921053 E" pathEditMode="relative" ptsTypes="">
                                      <p:cBhvr>
                                        <p:cTn id="146" dur="6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7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 L 0 0.0921053 E" pathEditMode="relative" ptsTypes="">
                                      <p:cBhvr>
                                        <p:cTn id="148" dur="6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9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 L 0 0.0921053 E" pathEditMode="relative" ptsTypes="">
                                      <p:cBhvr>
                                        <p:cTn id="150" dur="6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1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 L 0 0.0921053 E" pathEditMode="relative" ptsTypes="">
                                      <p:cBhvr>
                                        <p:cTn id="152" dur="6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3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 L 0 0.0921053 E" pathEditMode="relative" ptsTypes="">
                                      <p:cBhvr>
                                        <p:cTn id="154" dur="6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5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 L 0 0.0921053 E" pathEditMode="relative" ptsTypes="">
                                      <p:cBhvr>
                                        <p:cTn id="156" dur="6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7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 L 0 0.0921053 E" pathEditMode="relative" ptsTypes="">
                                      <p:cBhvr>
                                        <p:cTn id="158" dur="6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9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 L 0 0.0921053 E" pathEditMode="relative" ptsTypes="">
                                      <p:cBhvr>
                                        <p:cTn id="160" dur="6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1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 L 0 0.0921053 E" pathEditMode="relative" ptsTypes="">
                                      <p:cBhvr>
                                        <p:cTn id="162" dur="6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3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 L 0 0.0921053 E" pathEditMode="relative" ptsTypes="">
                                      <p:cBhvr>
                                        <p:cTn id="164" dur="6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5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 L 0 0.0921053 E" pathEditMode="relative" ptsTypes="">
                                      <p:cBhvr>
                                        <p:cTn id="166" dur="6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7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 L 0 0.0921053 E" pathEditMode="relative" ptsTypes="">
                                      <p:cBhvr>
                                        <p:cTn id="168" dur="6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9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 L 0 0.0921053 E" pathEditMode="relative" ptsTypes="">
                                      <p:cBhvr>
                                        <p:cTn id="170" dur="6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1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 L 0 0.0921053 E" pathEditMode="relative" ptsTypes="">
                                      <p:cBhvr>
                                        <p:cTn id="172" dur="6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3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 L 0 0.0921053 E" pathEditMode="relative" ptsTypes="">
                                      <p:cBhvr>
                                        <p:cTn id="174" dur="6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5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 L 0 0.0921053 E" pathEditMode="relative" ptsTypes="">
                                      <p:cBhvr>
                                        <p:cTn id="176" dur="6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7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 L 0 0.0921053 E" pathEditMode="relative" ptsTypes="">
                                      <p:cBhvr>
                                        <p:cTn id="178" dur="6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>
                            <p:stCondLst>
                              <p:cond delay="4200"/>
                            </p:stCondLst>
                            <p:childTnLst>
                              <p:par>
                                <p:cTn id="180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1" dur="6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6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601727 0 E" pathEditMode="relative" ptsTypes="">
                                      <p:cBhvr>
                                        <p:cTn id="187" dur="6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8" fill="hold">
                            <p:stCondLst>
                              <p:cond delay="4800"/>
                            </p:stCondLst>
                            <p:childTnLst>
                              <p:par>
                                <p:cTn id="189" presetID="63" presetClass="path" presetSubtype="0" accel="50000" decel="50000" fill="hold" grpId="4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921053 L 0.0518092 0.0921053 E" pathEditMode="relative" ptsTypes="">
                                      <p:cBhvr>
                                        <p:cTn id="190" dur="6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1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921053 L 0.0518092 0.0921053 E" pathEditMode="relative" ptsTypes="">
                                      <p:cBhvr>
                                        <p:cTn id="192" dur="6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3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921053 L 0.0518092 0.0921053 E" pathEditMode="relative" ptsTypes="">
                                      <p:cBhvr>
                                        <p:cTn id="194" dur="6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5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921053 L 0.0518092 0.0921053 E" pathEditMode="relative" ptsTypes="">
                                      <p:cBhvr>
                                        <p:cTn id="196" dur="6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7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921053 L 0.0518092 0.0921053 E" pathEditMode="relative" ptsTypes="">
                                      <p:cBhvr>
                                        <p:cTn id="198" dur="6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9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921053 L 0.0518092 0.0921053 E" pathEditMode="relative" ptsTypes="">
                                      <p:cBhvr>
                                        <p:cTn id="200" dur="6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1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921053 L 0.0518092 0.0921053 E" pathEditMode="relative" ptsTypes="">
                                      <p:cBhvr>
                                        <p:cTn id="202" dur="6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3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921053 L 0.0518092 0.0921053 E" pathEditMode="relative" ptsTypes="">
                                      <p:cBhvr>
                                        <p:cTn id="204" dur="6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5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921053 L 0.0518092 0.0921053 E" pathEditMode="relative" ptsTypes="">
                                      <p:cBhvr>
                                        <p:cTn id="206" dur="6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7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921053 L 0.0518092 0.0921053 E" pathEditMode="relative" ptsTypes="">
                                      <p:cBhvr>
                                        <p:cTn id="208" dur="6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9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921053 L 0.0518092 0.0921053 E" pathEditMode="relative" ptsTypes="">
                                      <p:cBhvr>
                                        <p:cTn id="210" dur="6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1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921053 L 0.0518092 0.0921053 E" pathEditMode="relative" ptsTypes="">
                                      <p:cBhvr>
                                        <p:cTn id="212" dur="6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3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921053 L 0.0518092 0.0921053 E" pathEditMode="relative" ptsTypes="">
                                      <p:cBhvr>
                                        <p:cTn id="214" dur="6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5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921053 L 0.0518092 0.0921053 E" pathEditMode="relative" ptsTypes="">
                                      <p:cBhvr>
                                        <p:cTn id="216" dur="6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7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921053 L 0.0518092 0.0921053 E" pathEditMode="relative" ptsTypes="">
                                      <p:cBhvr>
                                        <p:cTn id="218" dur="6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9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921053 L 0.0518092 0.0921053 E" pathEditMode="relative" ptsTypes="">
                                      <p:cBhvr>
                                        <p:cTn id="220" dur="6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1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921053 L 0.0518092 0.0921053 E" pathEditMode="relative" ptsTypes="">
                                      <p:cBhvr>
                                        <p:cTn id="222" dur="6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3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921053 L 0.0518092 0.0921053 E" pathEditMode="relative" ptsTypes="">
                                      <p:cBhvr>
                                        <p:cTn id="224" dur="6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5" fill="hold">
                            <p:stCondLst>
                              <p:cond delay="5400"/>
                            </p:stCondLst>
                            <p:childTnLst>
                              <p:par>
                                <p:cTn id="226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7" dur="6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" dur="6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601727 0 E" pathEditMode="relative" ptsTypes="">
                                      <p:cBhvr>
                                        <p:cTn id="233" dur="6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4" fill="hold">
                            <p:stCondLst>
                              <p:cond delay="6000"/>
                            </p:stCondLst>
                            <p:childTnLst>
                              <p:par>
                                <p:cTn id="235" presetID="63" presetClass="path" presetSubtype="0" accel="50000" decel="50000" fill="hold" grpId="5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0921053 L 0.1036184 0.0921053 E" pathEditMode="relative" ptsTypes="">
                                      <p:cBhvr>
                                        <p:cTn id="236" dur="6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7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0921053 L 0.1036184 0.0921053 E" pathEditMode="relative" ptsTypes="">
                                      <p:cBhvr>
                                        <p:cTn id="238" dur="6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9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0921053 L 0.1036184 0.0921053 E" pathEditMode="relative" ptsTypes="">
                                      <p:cBhvr>
                                        <p:cTn id="240" dur="6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1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0921053 L 0.1036184 0.0921053 E" pathEditMode="relative" ptsTypes="">
                                      <p:cBhvr>
                                        <p:cTn id="242" dur="6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3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0921053 L 0.1036184 0.0921053 E" pathEditMode="relative" ptsTypes="">
                                      <p:cBhvr>
                                        <p:cTn id="244" dur="6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5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0921053 L 0.1036184 0.0921053 E" pathEditMode="relative" ptsTypes="">
                                      <p:cBhvr>
                                        <p:cTn id="246" dur="6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7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0921053 L 0.1036184 0.0921053 E" pathEditMode="relative" ptsTypes="">
                                      <p:cBhvr>
                                        <p:cTn id="248" dur="6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9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0921053 L 0.1036184 0.0921053 E" pathEditMode="relative" ptsTypes="">
                                      <p:cBhvr>
                                        <p:cTn id="250" dur="6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1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0921053 L 0.1036184 0.0921053 E" pathEditMode="relative" ptsTypes="">
                                      <p:cBhvr>
                                        <p:cTn id="252" dur="6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3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0921053 L 0.1036184 0.0921053 E" pathEditMode="relative" ptsTypes="">
                                      <p:cBhvr>
                                        <p:cTn id="254" dur="6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5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0921053 L 0.1036184 0.0921053 E" pathEditMode="relative" ptsTypes="">
                                      <p:cBhvr>
                                        <p:cTn id="256" dur="6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7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0921053 L 0.1036184 0.0921053 E" pathEditMode="relative" ptsTypes="">
                                      <p:cBhvr>
                                        <p:cTn id="258" dur="6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9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0921053 L 0.1036184 0.0921053 E" pathEditMode="relative" ptsTypes="">
                                      <p:cBhvr>
                                        <p:cTn id="260" dur="6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1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0921053 L 0.1036184 0.0921053 E" pathEditMode="relative" ptsTypes="">
                                      <p:cBhvr>
                                        <p:cTn id="262" dur="6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3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0921053 L 0.1036184 0.0921053 E" pathEditMode="relative" ptsTypes="">
                                      <p:cBhvr>
                                        <p:cTn id="264" dur="6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5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0921053 L 0.1036184 0.0921053 E" pathEditMode="relative" ptsTypes="">
                                      <p:cBhvr>
                                        <p:cTn id="266" dur="6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7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0921053 L 0.1036184 0.0921053 E" pathEditMode="relative" ptsTypes="">
                                      <p:cBhvr>
                                        <p:cTn id="268" dur="6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9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0921053 L 0.1036184 0.0921053 E" pathEditMode="relative" ptsTypes="">
                                      <p:cBhvr>
                                        <p:cTn id="270" dur="6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1" fill="hold">
                            <p:stCondLst>
                              <p:cond delay="6600"/>
                            </p:stCondLst>
                            <p:childTnLst>
                              <p:par>
                                <p:cTn id="272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3" dur="6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7" dur="6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601727 0 E" pathEditMode="relative" ptsTypes="">
                                      <p:cBhvr>
                                        <p:cTn id="279" dur="6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0" fill="hold">
                            <p:stCondLst>
                              <p:cond delay="7200"/>
                            </p:stCondLst>
                            <p:childTnLst>
                              <p:par>
                                <p:cTn id="281" presetID="63" presetClass="path" presetSubtype="0" accel="50000" decel="50000" fill="hold" grpId="6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0921053 L 0.1554276 0.0921053 E" pathEditMode="relative" ptsTypes="">
                                      <p:cBhvr>
                                        <p:cTn id="282" dur="6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3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0921053 L 0.1554276 0.0921053 E" pathEditMode="relative" ptsTypes="">
                                      <p:cBhvr>
                                        <p:cTn id="284" dur="6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5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0921053 L 0.1554276 0.0921053 E" pathEditMode="relative" ptsTypes="">
                                      <p:cBhvr>
                                        <p:cTn id="286" dur="6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7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0921053 L 0.1554276 0.0921053 E" pathEditMode="relative" ptsTypes="">
                                      <p:cBhvr>
                                        <p:cTn id="288" dur="6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9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0921053 L 0.1554276 0.0921053 E" pathEditMode="relative" ptsTypes="">
                                      <p:cBhvr>
                                        <p:cTn id="290" dur="6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1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0921053 L 0.1554276 0.0921053 E" pathEditMode="relative" ptsTypes="">
                                      <p:cBhvr>
                                        <p:cTn id="292" dur="6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3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0921053 L 0.1554276 0.0921053 E" pathEditMode="relative" ptsTypes="">
                                      <p:cBhvr>
                                        <p:cTn id="294" dur="6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5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0921053 L 0.1554276 0.0921053 E" pathEditMode="relative" ptsTypes="">
                                      <p:cBhvr>
                                        <p:cTn id="296" dur="6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7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0921053 L 0.1554276 0.0921053 E" pathEditMode="relative" ptsTypes="">
                                      <p:cBhvr>
                                        <p:cTn id="298" dur="6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9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0921053 L 0.1554276 0.0921053 E" pathEditMode="relative" ptsTypes="">
                                      <p:cBhvr>
                                        <p:cTn id="300" dur="6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1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0921053 L 0.1554276 0.0921053 E" pathEditMode="relative" ptsTypes="">
                                      <p:cBhvr>
                                        <p:cTn id="302" dur="6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3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0921053 L 0.1554276 0.0921053 E" pathEditMode="relative" ptsTypes="">
                                      <p:cBhvr>
                                        <p:cTn id="304" dur="6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5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0921053 L 0.1554276 0.0921053 E" pathEditMode="relative" ptsTypes="">
                                      <p:cBhvr>
                                        <p:cTn id="306" dur="6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7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0921053 L 0.1554276 0.0921053 E" pathEditMode="relative" ptsTypes="">
                                      <p:cBhvr>
                                        <p:cTn id="308" dur="6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9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0921053 L 0.1554276 0.0921053 E" pathEditMode="relative" ptsTypes="">
                                      <p:cBhvr>
                                        <p:cTn id="310" dur="6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1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0921053 L 0.1554276 0.0921053 E" pathEditMode="relative" ptsTypes="">
                                      <p:cBhvr>
                                        <p:cTn id="312" dur="6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3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0921053 L 0.1554276 0.0921053 E" pathEditMode="relative" ptsTypes="">
                                      <p:cBhvr>
                                        <p:cTn id="314" dur="6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5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0921053 L 0.1554276 0.0921053 E" pathEditMode="relative" ptsTypes="">
                                      <p:cBhvr>
                                        <p:cTn id="316" dur="6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7" fill="hold">
                            <p:stCondLst>
                              <p:cond delay="7800"/>
                            </p:stCondLst>
                            <p:childTnLst>
                              <p:par>
                                <p:cTn id="318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9" dur="6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3" dur="6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601727 0 E" pathEditMode="relative" ptsTypes="">
                                      <p:cBhvr>
                                        <p:cTn id="325" dur="6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6" fill="hold">
                            <p:stCondLst>
                              <p:cond delay="8400"/>
                            </p:stCondLst>
                            <p:childTnLst>
                              <p:par>
                                <p:cTn id="327" presetID="63" presetClass="path" presetSubtype="0" accel="50000" decel="50000" fill="hold" grpId="7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0921053 L 0 0.1842105 E" pathEditMode="relative" ptsTypes="">
                                      <p:cBhvr>
                                        <p:cTn id="328" dur="6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9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0921053 L 0 0.1842105 E" pathEditMode="relative" ptsTypes="">
                                      <p:cBhvr>
                                        <p:cTn id="330" dur="6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1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0921053 L 0 0.1842105 E" pathEditMode="relative" ptsTypes="">
                                      <p:cBhvr>
                                        <p:cTn id="332" dur="6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3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0921053 L 0 0.1842105 E" pathEditMode="relative" ptsTypes="">
                                      <p:cBhvr>
                                        <p:cTn id="334" dur="6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5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0921053 L 0 0.1842105 E" pathEditMode="relative" ptsTypes="">
                                      <p:cBhvr>
                                        <p:cTn id="336" dur="6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7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0921053 L 0 0.1842105 E" pathEditMode="relative" ptsTypes="">
                                      <p:cBhvr>
                                        <p:cTn id="338" dur="6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9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0921053 L 0 0.1842105 E" pathEditMode="relative" ptsTypes="">
                                      <p:cBhvr>
                                        <p:cTn id="340" dur="6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1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0921053 L 0 0.1842105 E" pathEditMode="relative" ptsTypes="">
                                      <p:cBhvr>
                                        <p:cTn id="342" dur="6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3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0921053 L 0 0.1842105 E" pathEditMode="relative" ptsTypes="">
                                      <p:cBhvr>
                                        <p:cTn id="344" dur="6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5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0921053 L 0 0.1842105 E" pathEditMode="relative" ptsTypes="">
                                      <p:cBhvr>
                                        <p:cTn id="346" dur="6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7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0921053 L 0 0.1842105 E" pathEditMode="relative" ptsTypes="">
                                      <p:cBhvr>
                                        <p:cTn id="348" dur="6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9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0921053 L 0 0.1842105 E" pathEditMode="relative" ptsTypes="">
                                      <p:cBhvr>
                                        <p:cTn id="350" dur="6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1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0921053 L 0 0.1842105 E" pathEditMode="relative" ptsTypes="">
                                      <p:cBhvr>
                                        <p:cTn id="352" dur="6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3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0921053 L 0 0.1842105 E" pathEditMode="relative" ptsTypes="">
                                      <p:cBhvr>
                                        <p:cTn id="354" dur="6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5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0921053 L 0 0.1842105 E" pathEditMode="relative" ptsTypes="">
                                      <p:cBhvr>
                                        <p:cTn id="356" dur="6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7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0921053 L 0 0.1842105 E" pathEditMode="relative" ptsTypes="">
                                      <p:cBhvr>
                                        <p:cTn id="358" dur="6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9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0921053 L 0 0.1842105 E" pathEditMode="relative" ptsTypes="">
                                      <p:cBhvr>
                                        <p:cTn id="360" dur="6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1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0921053 L 0 0.1842105 E" pathEditMode="relative" ptsTypes="">
                                      <p:cBhvr>
                                        <p:cTn id="362" dur="6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3" fill="hold">
                            <p:stCondLst>
                              <p:cond delay="9000"/>
                            </p:stCondLst>
                            <p:childTnLst>
                              <p:par>
                                <p:cTn id="364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5" dur="6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9" dur="6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601727 0.0 E" pathEditMode="relative" ptsTypes="">
                                      <p:cBhvr>
                                        <p:cTn id="371" dur="6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2" fill="hold">
                            <p:stCondLst>
                              <p:cond delay="9600"/>
                            </p:stCondLst>
                            <p:childTnLst>
                              <p:par>
                                <p:cTn id="373" presetID="63" presetClass="path" presetSubtype="0" accel="50000" decel="50000" fill="hold" grpId="8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842105 L 0.0518092 0.1842105 E" pathEditMode="relative" ptsTypes="">
                                      <p:cBhvr>
                                        <p:cTn id="374" dur="6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5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842105 L 0.0518092 0.1842105 E" pathEditMode="relative" ptsTypes="">
                                      <p:cBhvr>
                                        <p:cTn id="376" dur="6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7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842105 L 0.0518092 0.1842105 E" pathEditMode="relative" ptsTypes="">
                                      <p:cBhvr>
                                        <p:cTn id="378" dur="6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9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842105 L 0.0518092 0.1842105 E" pathEditMode="relative" ptsTypes="">
                                      <p:cBhvr>
                                        <p:cTn id="380" dur="6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1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842105 L 0.0518092 0.1842105 E" pathEditMode="relative" ptsTypes="">
                                      <p:cBhvr>
                                        <p:cTn id="382" dur="6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3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842105 L 0.0518092 0.1842105 E" pathEditMode="relative" ptsTypes="">
                                      <p:cBhvr>
                                        <p:cTn id="384" dur="6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5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842105 L 0.0518092 0.1842105 E" pathEditMode="relative" ptsTypes="">
                                      <p:cBhvr>
                                        <p:cTn id="386" dur="6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7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842105 L 0.0518092 0.1842105 E" pathEditMode="relative" ptsTypes="">
                                      <p:cBhvr>
                                        <p:cTn id="388" dur="6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9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842105 L 0.0518092 0.1842105 E" pathEditMode="relative" ptsTypes="">
                                      <p:cBhvr>
                                        <p:cTn id="390" dur="6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1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842105 L 0.0518092 0.1842105 E" pathEditMode="relative" ptsTypes="">
                                      <p:cBhvr>
                                        <p:cTn id="392" dur="6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3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842105 L 0.0518092 0.1842105 E" pathEditMode="relative" ptsTypes="">
                                      <p:cBhvr>
                                        <p:cTn id="394" dur="6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5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842105 L 0.0518092 0.1842105 E" pathEditMode="relative" ptsTypes="">
                                      <p:cBhvr>
                                        <p:cTn id="396" dur="6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7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842105 L 0.0518092 0.1842105 E" pathEditMode="relative" ptsTypes="">
                                      <p:cBhvr>
                                        <p:cTn id="398" dur="6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9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842105 L 0.0518092 0.1842105 E" pathEditMode="relative" ptsTypes="">
                                      <p:cBhvr>
                                        <p:cTn id="400" dur="6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1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842105 L 0.0518092 0.1842105 E" pathEditMode="relative" ptsTypes="">
                                      <p:cBhvr>
                                        <p:cTn id="402" dur="6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3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842105 L 0.0518092 0.1842105 E" pathEditMode="relative" ptsTypes="">
                                      <p:cBhvr>
                                        <p:cTn id="404" dur="6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5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842105 L 0.0518092 0.1842105 E" pathEditMode="relative" ptsTypes="">
                                      <p:cBhvr>
                                        <p:cTn id="406" dur="6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7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842105 L 0.0518092 0.1842105 E" pathEditMode="relative" ptsTypes="">
                                      <p:cBhvr>
                                        <p:cTn id="408" dur="6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9" fill="hold">
                            <p:stCondLst>
                              <p:cond delay="10200"/>
                            </p:stCondLst>
                            <p:childTnLst>
                              <p:par>
                                <p:cTn id="410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1" dur="6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5" dur="6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601727 0.0 E" pathEditMode="relative" ptsTypes="">
                                      <p:cBhvr>
                                        <p:cTn id="417" dur="6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8" fill="hold">
                            <p:stCondLst>
                              <p:cond delay="10800"/>
                            </p:stCondLst>
                            <p:childTnLst>
                              <p:par>
                                <p:cTn id="419" presetID="63" presetClass="path" presetSubtype="0" accel="50000" decel="50000" fill="hold" grpId="9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1842105 L 0.1036184 0.1842105 E" pathEditMode="relative" ptsTypes="">
                                      <p:cBhvr>
                                        <p:cTn id="420" dur="6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1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1842105 L 0.1036184 0.1842105 E" pathEditMode="relative" ptsTypes="">
                                      <p:cBhvr>
                                        <p:cTn id="422" dur="6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3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1842105 L 0.1036184 0.1842105 E" pathEditMode="relative" ptsTypes="">
                                      <p:cBhvr>
                                        <p:cTn id="424" dur="6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5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1842105 L 0.1036184 0.1842105 E" pathEditMode="relative" ptsTypes="">
                                      <p:cBhvr>
                                        <p:cTn id="426" dur="6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7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1842105 L 0.1036184 0.1842105 E" pathEditMode="relative" ptsTypes="">
                                      <p:cBhvr>
                                        <p:cTn id="428" dur="6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9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1842105 L 0.1036184 0.1842105 E" pathEditMode="relative" ptsTypes="">
                                      <p:cBhvr>
                                        <p:cTn id="430" dur="6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1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1842105 L 0.1036184 0.1842105 E" pathEditMode="relative" ptsTypes="">
                                      <p:cBhvr>
                                        <p:cTn id="432" dur="6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3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1842105 L 0.1036184 0.1842105 E" pathEditMode="relative" ptsTypes="">
                                      <p:cBhvr>
                                        <p:cTn id="434" dur="6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5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1842105 L 0.1036184 0.1842105 E" pathEditMode="relative" ptsTypes="">
                                      <p:cBhvr>
                                        <p:cTn id="436" dur="6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7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1842105 L 0.1036184 0.1842105 E" pathEditMode="relative" ptsTypes="">
                                      <p:cBhvr>
                                        <p:cTn id="438" dur="6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9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1842105 L 0.1036184 0.1842105 E" pathEditMode="relative" ptsTypes="">
                                      <p:cBhvr>
                                        <p:cTn id="440" dur="6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1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1842105 L 0.1036184 0.1842105 E" pathEditMode="relative" ptsTypes="">
                                      <p:cBhvr>
                                        <p:cTn id="442" dur="6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3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1842105 L 0.1036184 0.1842105 E" pathEditMode="relative" ptsTypes="">
                                      <p:cBhvr>
                                        <p:cTn id="444" dur="6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5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1842105 L 0.1036184 0.1842105 E" pathEditMode="relative" ptsTypes="">
                                      <p:cBhvr>
                                        <p:cTn id="446" dur="6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7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1842105 L 0.1036184 0.1842105 E" pathEditMode="relative" ptsTypes="">
                                      <p:cBhvr>
                                        <p:cTn id="448" dur="6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9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1842105 L 0.1036184 0.1842105 E" pathEditMode="relative" ptsTypes="">
                                      <p:cBhvr>
                                        <p:cTn id="450" dur="6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1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1842105 L 0.1036184 0.1842105 E" pathEditMode="relative" ptsTypes="">
                                      <p:cBhvr>
                                        <p:cTn id="452" dur="6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3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1842105 L 0.1036184 0.1842105 E" pathEditMode="relative" ptsTypes="">
                                      <p:cBhvr>
                                        <p:cTn id="454" dur="6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5" fill="hold">
                            <p:stCondLst>
                              <p:cond delay="11400"/>
                            </p:stCondLst>
                            <p:childTnLst>
                              <p:par>
                                <p:cTn id="456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7" dur="6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1" dur="6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601727 0.0 E" pathEditMode="relative" ptsTypes="">
                                      <p:cBhvr>
                                        <p:cTn id="463" dur="6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4" fill="hold">
                            <p:stCondLst>
                              <p:cond delay="12000"/>
                            </p:stCondLst>
                            <p:childTnLst>
                              <p:par>
                                <p:cTn id="465" presetID="63" presetClass="path" presetSubtype="0" accel="50000" decel="50000" fill="hold" grpId="1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1842105 L 0.1554276 0.1842105 E" pathEditMode="relative" ptsTypes="">
                                      <p:cBhvr>
                                        <p:cTn id="466" dur="6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7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1842105 L 0.1554276 0.1842105 E" pathEditMode="relative" ptsTypes="">
                                      <p:cBhvr>
                                        <p:cTn id="468" dur="6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9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1842105 L 0.1554276 0.1842105 E" pathEditMode="relative" ptsTypes="">
                                      <p:cBhvr>
                                        <p:cTn id="470" dur="6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1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1842105 L 0.1554276 0.1842105 E" pathEditMode="relative" ptsTypes="">
                                      <p:cBhvr>
                                        <p:cTn id="472" dur="6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3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1842105 L 0.1554276 0.1842105 E" pathEditMode="relative" ptsTypes="">
                                      <p:cBhvr>
                                        <p:cTn id="474" dur="6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5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1842105 L 0.1554276 0.1842105 E" pathEditMode="relative" ptsTypes="">
                                      <p:cBhvr>
                                        <p:cTn id="476" dur="6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7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1842105 L 0.1554276 0.1842105 E" pathEditMode="relative" ptsTypes="">
                                      <p:cBhvr>
                                        <p:cTn id="478" dur="6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9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1842105 L 0.1554276 0.1842105 E" pathEditMode="relative" ptsTypes="">
                                      <p:cBhvr>
                                        <p:cTn id="480" dur="6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1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1842105 L 0.1554276 0.1842105 E" pathEditMode="relative" ptsTypes="">
                                      <p:cBhvr>
                                        <p:cTn id="482" dur="6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3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1842105 L 0.1554276 0.1842105 E" pathEditMode="relative" ptsTypes="">
                                      <p:cBhvr>
                                        <p:cTn id="484" dur="6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5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1842105 L 0.1554276 0.1842105 E" pathEditMode="relative" ptsTypes="">
                                      <p:cBhvr>
                                        <p:cTn id="486" dur="6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7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1842105 L 0.1554276 0.1842105 E" pathEditMode="relative" ptsTypes="">
                                      <p:cBhvr>
                                        <p:cTn id="488" dur="6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9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1842105 L 0.1554276 0.1842105 E" pathEditMode="relative" ptsTypes="">
                                      <p:cBhvr>
                                        <p:cTn id="490" dur="6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1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1842105 L 0.1554276 0.1842105 E" pathEditMode="relative" ptsTypes="">
                                      <p:cBhvr>
                                        <p:cTn id="492" dur="6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3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1842105 L 0.1554276 0.1842105 E" pathEditMode="relative" ptsTypes="">
                                      <p:cBhvr>
                                        <p:cTn id="494" dur="6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5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1842105 L 0.1554276 0.1842105 E" pathEditMode="relative" ptsTypes="">
                                      <p:cBhvr>
                                        <p:cTn id="496" dur="6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7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1842105 L 0.1554276 0.1842105 E" pathEditMode="relative" ptsTypes="">
                                      <p:cBhvr>
                                        <p:cTn id="498" dur="6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9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1842105 L 0.1554276 0.1842105 E" pathEditMode="relative" ptsTypes="">
                                      <p:cBhvr>
                                        <p:cTn id="500" dur="6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1" fill="hold">
                            <p:stCondLst>
                              <p:cond delay="12600"/>
                            </p:stCondLst>
                            <p:childTnLst>
                              <p:par>
                                <p:cTn id="502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3" dur="6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7" dur="6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601727 0.0 E" pathEditMode="relative" ptsTypes="">
                                      <p:cBhvr>
                                        <p:cTn id="509" dur="6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0" fill="hold">
                            <p:stCondLst>
                              <p:cond delay="13200"/>
                            </p:stCondLst>
                            <p:childTnLst>
                              <p:par>
                                <p:cTn id="511" presetID="63" presetClass="path" presetSubtype="0" accel="50000" decel="50000" fill="hold" grpId="1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1842105 L 0 0.2763158 E" pathEditMode="relative" ptsTypes="">
                                      <p:cBhvr>
                                        <p:cTn id="512" dur="6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3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1842105 L 0 0.2763158 E" pathEditMode="relative" ptsTypes="">
                                      <p:cBhvr>
                                        <p:cTn id="514" dur="6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5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1842105 L 0 0.2763158 E" pathEditMode="relative" ptsTypes="">
                                      <p:cBhvr>
                                        <p:cTn id="516" dur="6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7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1842105 L 0 0.2763158 E" pathEditMode="relative" ptsTypes="">
                                      <p:cBhvr>
                                        <p:cTn id="518" dur="6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9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1842105 L 0 0.2763158 E" pathEditMode="relative" ptsTypes="">
                                      <p:cBhvr>
                                        <p:cTn id="520" dur="6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1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1842105 L 0 0.2763158 E" pathEditMode="relative" ptsTypes="">
                                      <p:cBhvr>
                                        <p:cTn id="522" dur="6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3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1842105 L 0 0.2763158 E" pathEditMode="relative" ptsTypes="">
                                      <p:cBhvr>
                                        <p:cTn id="524" dur="6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5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1842105 L 0 0.2763158 E" pathEditMode="relative" ptsTypes="">
                                      <p:cBhvr>
                                        <p:cTn id="526" dur="6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7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1842105 L 0 0.2763158 E" pathEditMode="relative" ptsTypes="">
                                      <p:cBhvr>
                                        <p:cTn id="528" dur="6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9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1842105 L 0 0.2763158 E" pathEditMode="relative" ptsTypes="">
                                      <p:cBhvr>
                                        <p:cTn id="530" dur="6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1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1842105 L 0 0.2763158 E" pathEditMode="relative" ptsTypes="">
                                      <p:cBhvr>
                                        <p:cTn id="532" dur="6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3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1842105 L 0 0.2763158 E" pathEditMode="relative" ptsTypes="">
                                      <p:cBhvr>
                                        <p:cTn id="534" dur="6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5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1842105 L 0 0.2763158 E" pathEditMode="relative" ptsTypes="">
                                      <p:cBhvr>
                                        <p:cTn id="536" dur="6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7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1842105 L 0 0.2763158 E" pathEditMode="relative" ptsTypes="">
                                      <p:cBhvr>
                                        <p:cTn id="538" dur="6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9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1842105 L 0 0.2763158 E" pathEditMode="relative" ptsTypes="">
                                      <p:cBhvr>
                                        <p:cTn id="540" dur="6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1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1842105 L 0 0.2763158 E" pathEditMode="relative" ptsTypes="">
                                      <p:cBhvr>
                                        <p:cTn id="542" dur="6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3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1842105 L 0 0.2763158 E" pathEditMode="relative" ptsTypes="">
                                      <p:cBhvr>
                                        <p:cTn id="544" dur="6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5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54276 0.1842105 L 0 0.2763158 E" pathEditMode="relative" ptsTypes="">
                                      <p:cBhvr>
                                        <p:cTn id="546" dur="6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7" fill="hold">
                            <p:stCondLst>
                              <p:cond delay="13800"/>
                            </p:stCondLst>
                            <p:childTnLst>
                              <p:par>
                                <p:cTn id="548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9" dur="6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0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3" dur="6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601727 -0.0 E" pathEditMode="relative" ptsTypes="">
                                      <p:cBhvr>
                                        <p:cTn id="555" dur="6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6" fill="hold">
                            <p:stCondLst>
                              <p:cond delay="14400"/>
                            </p:stCondLst>
                            <p:childTnLst>
                              <p:par>
                                <p:cTn id="557" presetID="63" presetClass="path" presetSubtype="0" accel="50000" decel="50000" fill="hold" grpId="1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763158 L 0.0518092 0.2763158 E" pathEditMode="relative" ptsTypes="">
                                      <p:cBhvr>
                                        <p:cTn id="558" dur="6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9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763158 L 0.0518092 0.2763158 E" pathEditMode="relative" ptsTypes="">
                                      <p:cBhvr>
                                        <p:cTn id="560" dur="6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1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763158 L 0.0518092 0.2763158 E" pathEditMode="relative" ptsTypes="">
                                      <p:cBhvr>
                                        <p:cTn id="562" dur="6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3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763158 L 0.0518092 0.2763158 E" pathEditMode="relative" ptsTypes="">
                                      <p:cBhvr>
                                        <p:cTn id="564" dur="6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5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763158 L 0.0518092 0.2763158 E" pathEditMode="relative" ptsTypes="">
                                      <p:cBhvr>
                                        <p:cTn id="566" dur="6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7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763158 L 0.0518092 0.2763158 E" pathEditMode="relative" ptsTypes="">
                                      <p:cBhvr>
                                        <p:cTn id="568" dur="6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9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763158 L 0.0518092 0.2763158 E" pathEditMode="relative" ptsTypes="">
                                      <p:cBhvr>
                                        <p:cTn id="570" dur="6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1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763158 L 0.0518092 0.2763158 E" pathEditMode="relative" ptsTypes="">
                                      <p:cBhvr>
                                        <p:cTn id="572" dur="6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3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763158 L 0.0518092 0.2763158 E" pathEditMode="relative" ptsTypes="">
                                      <p:cBhvr>
                                        <p:cTn id="574" dur="6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5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763158 L 0.0518092 0.2763158 E" pathEditMode="relative" ptsTypes="">
                                      <p:cBhvr>
                                        <p:cTn id="576" dur="6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7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763158 L 0.0518092 0.2763158 E" pathEditMode="relative" ptsTypes="">
                                      <p:cBhvr>
                                        <p:cTn id="578" dur="6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9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763158 L 0.0518092 0.2763158 E" pathEditMode="relative" ptsTypes="">
                                      <p:cBhvr>
                                        <p:cTn id="580" dur="6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1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763158 L 0.0518092 0.2763158 E" pathEditMode="relative" ptsTypes="">
                                      <p:cBhvr>
                                        <p:cTn id="582" dur="6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3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763158 L 0.0518092 0.2763158 E" pathEditMode="relative" ptsTypes="">
                                      <p:cBhvr>
                                        <p:cTn id="584" dur="6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5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763158 L 0.0518092 0.2763158 E" pathEditMode="relative" ptsTypes="">
                                      <p:cBhvr>
                                        <p:cTn id="586" dur="6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7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763158 L 0.0518092 0.2763158 E" pathEditMode="relative" ptsTypes="">
                                      <p:cBhvr>
                                        <p:cTn id="588" dur="6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9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763158 L 0.0518092 0.2763158 E" pathEditMode="relative" ptsTypes="">
                                      <p:cBhvr>
                                        <p:cTn id="590" dur="6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1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763158 L 0.0518092 0.2763158 E" pathEditMode="relative" ptsTypes="">
                                      <p:cBhvr>
                                        <p:cTn id="592" dur="6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3" fill="hold">
                            <p:stCondLst>
                              <p:cond delay="15000"/>
                            </p:stCondLst>
                            <p:childTnLst>
                              <p:par>
                                <p:cTn id="594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5" dur="6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9" dur="6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601727 -0.0 E" pathEditMode="relative" ptsTypes="">
                                      <p:cBhvr>
                                        <p:cTn id="601" dur="6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2" fill="hold">
                            <p:stCondLst>
                              <p:cond delay="15600"/>
                            </p:stCondLst>
                            <p:childTnLst>
                              <p:par>
                                <p:cTn id="603" presetID="63" presetClass="path" presetSubtype="0" accel="50000" decel="50000" fill="hold" grpId="1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2763158 L 0.1036184 0.2763158 E" pathEditMode="relative" ptsTypes="">
                                      <p:cBhvr>
                                        <p:cTn id="604" dur="6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5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2763158 L 0.1036184 0.2763158 E" pathEditMode="relative" ptsTypes="">
                                      <p:cBhvr>
                                        <p:cTn id="606" dur="6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7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2763158 L 0.1036184 0.2763158 E" pathEditMode="relative" ptsTypes="">
                                      <p:cBhvr>
                                        <p:cTn id="608" dur="6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9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2763158 L 0.1036184 0.2763158 E" pathEditMode="relative" ptsTypes="">
                                      <p:cBhvr>
                                        <p:cTn id="610" dur="6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1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2763158 L 0.1036184 0.2763158 E" pathEditMode="relative" ptsTypes="">
                                      <p:cBhvr>
                                        <p:cTn id="612" dur="6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3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2763158 L 0.1036184 0.2763158 E" pathEditMode="relative" ptsTypes="">
                                      <p:cBhvr>
                                        <p:cTn id="614" dur="6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5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2763158 L 0.1036184 0.2763158 E" pathEditMode="relative" ptsTypes="">
                                      <p:cBhvr>
                                        <p:cTn id="616" dur="6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7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2763158 L 0.1036184 0.2763158 E" pathEditMode="relative" ptsTypes="">
                                      <p:cBhvr>
                                        <p:cTn id="618" dur="6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9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2763158 L 0.1036184 0.2763158 E" pathEditMode="relative" ptsTypes="">
                                      <p:cBhvr>
                                        <p:cTn id="620" dur="6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1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2763158 L 0.1036184 0.2763158 E" pathEditMode="relative" ptsTypes="">
                                      <p:cBhvr>
                                        <p:cTn id="622" dur="6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3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2763158 L 0.1036184 0.2763158 E" pathEditMode="relative" ptsTypes="">
                                      <p:cBhvr>
                                        <p:cTn id="624" dur="6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5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2763158 L 0.1036184 0.2763158 E" pathEditMode="relative" ptsTypes="">
                                      <p:cBhvr>
                                        <p:cTn id="626" dur="6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7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2763158 L 0.1036184 0.2763158 E" pathEditMode="relative" ptsTypes="">
                                      <p:cBhvr>
                                        <p:cTn id="628" dur="6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9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2763158 L 0.1036184 0.2763158 E" pathEditMode="relative" ptsTypes="">
                                      <p:cBhvr>
                                        <p:cTn id="630" dur="6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1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2763158 L 0.1036184 0.2763158 E" pathEditMode="relative" ptsTypes="">
                                      <p:cBhvr>
                                        <p:cTn id="632" dur="6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3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2763158 L 0.1036184 0.2763158 E" pathEditMode="relative" ptsTypes="">
                                      <p:cBhvr>
                                        <p:cTn id="634" dur="6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5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2763158 L 0.1036184 0.2763158 E" pathEditMode="relative" ptsTypes="">
                                      <p:cBhvr>
                                        <p:cTn id="636" dur="6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7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18092 0.2763158 L 0.1036184 0.2763158 E" pathEditMode="relative" ptsTypes="">
                                      <p:cBhvr>
                                        <p:cTn id="638" dur="6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9" fill="hold">
                            <p:stCondLst>
                              <p:cond delay="16200"/>
                            </p:stCondLst>
                            <p:childTnLst>
                              <p:par>
                                <p:cTn id="640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1" dur="6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2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5" dur="6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601727 -0.0 E" pathEditMode="relative" ptsTypes="">
                                      <p:cBhvr>
                                        <p:cTn id="647" dur="6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8" fill="hold">
                            <p:stCondLst>
                              <p:cond delay="16800"/>
                            </p:stCondLst>
                            <p:childTnLst>
                              <p:par>
                                <p:cTn id="649" presetID="63" presetClass="path" presetSubtype="0" accel="50000" decel="50000" fill="hold" grpId="14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2763158 L 0.1554276 0.2763158 E" pathEditMode="relative" ptsTypes="">
                                      <p:cBhvr>
                                        <p:cTn id="650" dur="6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1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2763158 L 0.1554276 0.2763158 E" pathEditMode="relative" ptsTypes="">
                                      <p:cBhvr>
                                        <p:cTn id="652" dur="6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3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2763158 L 0.1554276 0.2763158 E" pathEditMode="relative" ptsTypes="">
                                      <p:cBhvr>
                                        <p:cTn id="654" dur="6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5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2763158 L 0.1554276 0.2763158 E" pathEditMode="relative" ptsTypes="">
                                      <p:cBhvr>
                                        <p:cTn id="656" dur="6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7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2763158 L 0.1554276 0.2763158 E" pathEditMode="relative" ptsTypes="">
                                      <p:cBhvr>
                                        <p:cTn id="658" dur="6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9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2763158 L 0.1554276 0.2763158 E" pathEditMode="relative" ptsTypes="">
                                      <p:cBhvr>
                                        <p:cTn id="660" dur="6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1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2763158 L 0.1554276 0.2763158 E" pathEditMode="relative" ptsTypes="">
                                      <p:cBhvr>
                                        <p:cTn id="662" dur="6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3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2763158 L 0.1554276 0.2763158 E" pathEditMode="relative" ptsTypes="">
                                      <p:cBhvr>
                                        <p:cTn id="664" dur="6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5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2763158 L 0.1554276 0.2763158 E" pathEditMode="relative" ptsTypes="">
                                      <p:cBhvr>
                                        <p:cTn id="666" dur="6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7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2763158 L 0.1554276 0.2763158 E" pathEditMode="relative" ptsTypes="">
                                      <p:cBhvr>
                                        <p:cTn id="668" dur="6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9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2763158 L 0.1554276 0.2763158 E" pathEditMode="relative" ptsTypes="">
                                      <p:cBhvr>
                                        <p:cTn id="670" dur="6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1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2763158 L 0.1554276 0.2763158 E" pathEditMode="relative" ptsTypes="">
                                      <p:cBhvr>
                                        <p:cTn id="672" dur="6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3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2763158 L 0.1554276 0.2763158 E" pathEditMode="relative" ptsTypes="">
                                      <p:cBhvr>
                                        <p:cTn id="674" dur="6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5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2763158 L 0.1554276 0.2763158 E" pathEditMode="relative" ptsTypes="">
                                      <p:cBhvr>
                                        <p:cTn id="676" dur="6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7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2763158 L 0.1554276 0.2763158 E" pathEditMode="relative" ptsTypes="">
                                      <p:cBhvr>
                                        <p:cTn id="678" dur="6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9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2763158 L 0.1554276 0.2763158 E" pathEditMode="relative" ptsTypes="">
                                      <p:cBhvr>
                                        <p:cTn id="680" dur="6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1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2763158 L 0.1554276 0.2763158 E" pathEditMode="relative" ptsTypes="">
                                      <p:cBhvr>
                                        <p:cTn id="682" dur="6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3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36184 0.2763158 L 0.1554276 0.2763158 E" pathEditMode="relative" ptsTypes="">
                                      <p:cBhvr>
                                        <p:cTn id="684" dur="6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5" fill="hold">
                            <p:stCondLst>
                              <p:cond delay="17400"/>
                            </p:stCondLst>
                            <p:childTnLst>
                              <p:par>
                                <p:cTn id="686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7" dur="6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1" dur="6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601727 -0.0 E" pathEditMode="relative" ptsTypes="">
                                      <p:cBhvr>
                                        <p:cTn id="693" dur="6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7" grpId="0" animBg="1"/>
      <p:bldP spid="107" grpId="1" animBg="1"/>
      <p:bldP spid="107" grpId="2" animBg="1"/>
      <p:bldP spid="107" grpId="3" animBg="1"/>
      <p:bldP spid="107" grpId="4" animBg="1"/>
      <p:bldP spid="107" grpId="5" animBg="1"/>
      <p:bldP spid="107" grpId="6" animBg="1"/>
      <p:bldP spid="107" grpId="7" animBg="1"/>
      <p:bldP spid="107" grpId="8" animBg="1"/>
      <p:bldP spid="107" grpId="9" animBg="1"/>
      <p:bldP spid="107" grpId="10" animBg="1"/>
      <p:bldP spid="107" grpId="11" animBg="1"/>
      <p:bldP spid="107" grpId="12" animBg="1"/>
      <p:bldP spid="107" grpId="13" animBg="1"/>
      <p:bldP spid="107" grpId="14" animBg="1"/>
      <p:bldP spid="108" grpId="0" animBg="1"/>
      <p:bldP spid="108" grpId="1" animBg="1"/>
      <p:bldP spid="108" grpId="2" animBg="1"/>
      <p:bldP spid="108" grpId="3" animBg="1"/>
      <p:bldP spid="108" grpId="4" animBg="1"/>
      <p:bldP spid="108" grpId="5" animBg="1"/>
      <p:bldP spid="108" grpId="6" animBg="1"/>
      <p:bldP spid="108" grpId="7" animBg="1"/>
      <p:bldP spid="108" grpId="8" animBg="1"/>
      <p:bldP spid="108" grpId="9" animBg="1"/>
      <p:bldP spid="108" grpId="10" animBg="1"/>
      <p:bldP spid="108" grpId="11" animBg="1"/>
      <p:bldP spid="108" grpId="12" animBg="1"/>
      <p:bldP spid="108" grpId="13" animBg="1"/>
      <p:bldP spid="108" grpId="14" animBg="1"/>
      <p:bldP spid="109" grpId="0" animBg="1"/>
      <p:bldP spid="109" grpId="1" animBg="1"/>
      <p:bldP spid="109" grpId="2" animBg="1"/>
      <p:bldP spid="109" grpId="3" animBg="1"/>
      <p:bldP spid="109" grpId="4" animBg="1"/>
      <p:bldP spid="109" grpId="5" animBg="1"/>
      <p:bldP spid="109" grpId="6" animBg="1"/>
      <p:bldP spid="109" grpId="7" animBg="1"/>
      <p:bldP spid="109" grpId="8" animBg="1"/>
      <p:bldP spid="109" grpId="9" animBg="1"/>
      <p:bldP spid="109" grpId="10" animBg="1"/>
      <p:bldP spid="109" grpId="11" animBg="1"/>
      <p:bldP spid="109" grpId="12" animBg="1"/>
      <p:bldP spid="109" grpId="13" animBg="1"/>
      <p:bldP spid="109" grpId="14" animBg="1"/>
      <p:bldP spid="110" grpId="0" animBg="1"/>
      <p:bldP spid="110" grpId="1" animBg="1"/>
      <p:bldP spid="110" grpId="2" animBg="1"/>
      <p:bldP spid="110" grpId="3" animBg="1"/>
      <p:bldP spid="110" grpId="4" animBg="1"/>
      <p:bldP spid="110" grpId="5" animBg="1"/>
      <p:bldP spid="110" grpId="6" animBg="1"/>
      <p:bldP spid="110" grpId="7" animBg="1"/>
      <p:bldP spid="110" grpId="8" animBg="1"/>
      <p:bldP spid="110" grpId="9" animBg="1"/>
      <p:bldP spid="110" grpId="10" animBg="1"/>
      <p:bldP spid="110" grpId="11" animBg="1"/>
      <p:bldP spid="110" grpId="12" animBg="1"/>
      <p:bldP spid="110" grpId="13" animBg="1"/>
      <p:bldP spid="110" grpId="14" animBg="1"/>
      <p:bldP spid="111" grpId="0" animBg="1"/>
      <p:bldP spid="111" grpId="1" animBg="1"/>
      <p:bldP spid="111" grpId="2" animBg="1"/>
      <p:bldP spid="111" grpId="3" animBg="1"/>
      <p:bldP spid="111" grpId="4" animBg="1"/>
      <p:bldP spid="111" grpId="5" animBg="1"/>
      <p:bldP spid="111" grpId="6" animBg="1"/>
      <p:bldP spid="111" grpId="7" animBg="1"/>
      <p:bldP spid="111" grpId="8" animBg="1"/>
      <p:bldP spid="111" grpId="9" animBg="1"/>
      <p:bldP spid="111" grpId="10" animBg="1"/>
      <p:bldP spid="111" grpId="11" animBg="1"/>
      <p:bldP spid="111" grpId="12" animBg="1"/>
      <p:bldP spid="111" grpId="13" animBg="1"/>
      <p:bldP spid="111" grpId="14" animBg="1"/>
      <p:bldP spid="112" grpId="0" animBg="1"/>
      <p:bldP spid="112" grpId="1" animBg="1"/>
      <p:bldP spid="112" grpId="2" animBg="1"/>
      <p:bldP spid="112" grpId="3" animBg="1"/>
      <p:bldP spid="112" grpId="4" animBg="1"/>
      <p:bldP spid="112" grpId="5" animBg="1"/>
      <p:bldP spid="112" grpId="6" animBg="1"/>
      <p:bldP spid="112" grpId="7" animBg="1"/>
      <p:bldP spid="112" grpId="8" animBg="1"/>
      <p:bldP spid="112" grpId="9" animBg="1"/>
      <p:bldP spid="112" grpId="10" animBg="1"/>
      <p:bldP spid="112" grpId="11" animBg="1"/>
      <p:bldP spid="112" grpId="12" animBg="1"/>
      <p:bldP spid="112" grpId="13" animBg="1"/>
      <p:bldP spid="112" grpId="14" animBg="1"/>
      <p:bldP spid="113" grpId="0" animBg="1"/>
      <p:bldP spid="113" grpId="1" animBg="1"/>
      <p:bldP spid="113" grpId="2" animBg="1"/>
      <p:bldP spid="113" grpId="3" animBg="1"/>
      <p:bldP spid="113" grpId="4" animBg="1"/>
      <p:bldP spid="113" grpId="5" animBg="1"/>
      <p:bldP spid="113" grpId="6" animBg="1"/>
      <p:bldP spid="113" grpId="7" animBg="1"/>
      <p:bldP spid="113" grpId="8" animBg="1"/>
      <p:bldP spid="113" grpId="9" animBg="1"/>
      <p:bldP spid="113" grpId="10" animBg="1"/>
      <p:bldP spid="113" grpId="11" animBg="1"/>
      <p:bldP spid="113" grpId="12" animBg="1"/>
      <p:bldP spid="113" grpId="13" animBg="1"/>
      <p:bldP spid="113" grpId="14" animBg="1"/>
      <p:bldP spid="114" grpId="0" animBg="1"/>
      <p:bldP spid="114" grpId="1" animBg="1"/>
      <p:bldP spid="114" grpId="2" animBg="1"/>
      <p:bldP spid="114" grpId="3" animBg="1"/>
      <p:bldP spid="114" grpId="4" animBg="1"/>
      <p:bldP spid="114" grpId="5" animBg="1"/>
      <p:bldP spid="114" grpId="6" animBg="1"/>
      <p:bldP spid="114" grpId="7" animBg="1"/>
      <p:bldP spid="114" grpId="8" animBg="1"/>
      <p:bldP spid="114" grpId="9" animBg="1"/>
      <p:bldP spid="114" grpId="10" animBg="1"/>
      <p:bldP spid="114" grpId="11" animBg="1"/>
      <p:bldP spid="114" grpId="12" animBg="1"/>
      <p:bldP spid="114" grpId="13" animBg="1"/>
      <p:bldP spid="114" grpId="14" animBg="1"/>
      <p:bldP spid="115" grpId="0" animBg="1"/>
      <p:bldP spid="115" grpId="1" animBg="1"/>
      <p:bldP spid="115" grpId="2" animBg="1"/>
      <p:bldP spid="115" grpId="3" animBg="1"/>
      <p:bldP spid="115" grpId="4" animBg="1"/>
      <p:bldP spid="115" grpId="5" animBg="1"/>
      <p:bldP spid="115" grpId="6" animBg="1"/>
      <p:bldP spid="115" grpId="7" animBg="1"/>
      <p:bldP spid="115" grpId="8" animBg="1"/>
      <p:bldP spid="115" grpId="9" animBg="1"/>
      <p:bldP spid="115" grpId="10" animBg="1"/>
      <p:bldP spid="115" grpId="11" animBg="1"/>
      <p:bldP spid="115" grpId="12" animBg="1"/>
      <p:bldP spid="115" grpId="13" animBg="1"/>
      <p:bldP spid="115" grpId="14" animBg="1"/>
      <p:bldP spid="116" grpId="0"/>
      <p:bldP spid="116" grpId="1"/>
      <p:bldP spid="116" grpId="2"/>
      <p:bldP spid="116" grpId="3"/>
      <p:bldP spid="116" grpId="4"/>
      <p:bldP spid="116" grpId="5"/>
      <p:bldP spid="116" grpId="6"/>
      <p:bldP spid="116" grpId="7"/>
      <p:bldP spid="116" grpId="8"/>
      <p:bldP spid="116" grpId="9"/>
      <p:bldP spid="116" grpId="10"/>
      <p:bldP spid="116" grpId="11"/>
      <p:bldP spid="116" grpId="12"/>
      <p:bldP spid="116" grpId="13"/>
      <p:bldP spid="116" grpId="14"/>
      <p:bldP spid="117" grpId="0"/>
      <p:bldP spid="117" grpId="1"/>
      <p:bldP spid="117" grpId="2"/>
      <p:bldP spid="117" grpId="3"/>
      <p:bldP spid="117" grpId="4"/>
      <p:bldP spid="117" grpId="5"/>
      <p:bldP spid="117" grpId="6"/>
      <p:bldP spid="117" grpId="7"/>
      <p:bldP spid="117" grpId="8"/>
      <p:bldP spid="117" grpId="9"/>
      <p:bldP spid="117" grpId="10"/>
      <p:bldP spid="117" grpId="11"/>
      <p:bldP spid="117" grpId="12"/>
      <p:bldP spid="117" grpId="13"/>
      <p:bldP spid="117" grpId="14"/>
      <p:bldP spid="118" grpId="0"/>
      <p:bldP spid="118" grpId="1"/>
      <p:bldP spid="118" grpId="2"/>
      <p:bldP spid="118" grpId="3"/>
      <p:bldP spid="118" grpId="4"/>
      <p:bldP spid="118" grpId="5"/>
      <p:bldP spid="118" grpId="6"/>
      <p:bldP spid="118" grpId="7"/>
      <p:bldP spid="118" grpId="8"/>
      <p:bldP spid="118" grpId="9"/>
      <p:bldP spid="118" grpId="10"/>
      <p:bldP spid="118" grpId="11"/>
      <p:bldP spid="118" grpId="12"/>
      <p:bldP spid="118" grpId="13"/>
      <p:bldP spid="118" grpId="14"/>
      <p:bldP spid="119" grpId="0"/>
      <p:bldP spid="119" grpId="1"/>
      <p:bldP spid="119" grpId="2"/>
      <p:bldP spid="119" grpId="3"/>
      <p:bldP spid="119" grpId="4"/>
      <p:bldP spid="119" grpId="5"/>
      <p:bldP spid="119" grpId="6"/>
      <p:bldP spid="119" grpId="7"/>
      <p:bldP spid="119" grpId="8"/>
      <p:bldP spid="119" grpId="9"/>
      <p:bldP spid="119" grpId="10"/>
      <p:bldP spid="119" grpId="11"/>
      <p:bldP spid="119" grpId="12"/>
      <p:bldP spid="119" grpId="13"/>
      <p:bldP spid="119" grpId="14"/>
      <p:bldP spid="120" grpId="0"/>
      <p:bldP spid="120" grpId="1"/>
      <p:bldP spid="120" grpId="2"/>
      <p:bldP spid="120" grpId="3"/>
      <p:bldP spid="120" grpId="4"/>
      <p:bldP spid="120" grpId="5"/>
      <p:bldP spid="120" grpId="6"/>
      <p:bldP spid="120" grpId="7"/>
      <p:bldP spid="120" grpId="8"/>
      <p:bldP spid="120" grpId="9"/>
      <p:bldP spid="120" grpId="10"/>
      <p:bldP spid="120" grpId="11"/>
      <p:bldP spid="120" grpId="12"/>
      <p:bldP spid="120" grpId="13"/>
      <p:bldP spid="120" grpId="14"/>
      <p:bldP spid="121" grpId="0"/>
      <p:bldP spid="121" grpId="1"/>
      <p:bldP spid="121" grpId="2"/>
      <p:bldP spid="121" grpId="3"/>
      <p:bldP spid="121" grpId="4"/>
      <p:bldP spid="121" grpId="5"/>
      <p:bldP spid="121" grpId="6"/>
      <p:bldP spid="121" grpId="7"/>
      <p:bldP spid="121" grpId="8"/>
      <p:bldP spid="121" grpId="9"/>
      <p:bldP spid="121" grpId="10"/>
      <p:bldP spid="121" grpId="11"/>
      <p:bldP spid="121" grpId="12"/>
      <p:bldP spid="121" grpId="13"/>
      <p:bldP spid="121" grpId="14"/>
      <p:bldP spid="122" grpId="0"/>
      <p:bldP spid="122" grpId="1"/>
      <p:bldP spid="122" grpId="2"/>
      <p:bldP spid="122" grpId="3"/>
      <p:bldP spid="122" grpId="4"/>
      <p:bldP spid="122" grpId="5"/>
      <p:bldP spid="122" grpId="6"/>
      <p:bldP spid="122" grpId="7"/>
      <p:bldP spid="122" grpId="8"/>
      <p:bldP spid="122" grpId="9"/>
      <p:bldP spid="122" grpId="10"/>
      <p:bldP spid="122" grpId="11"/>
      <p:bldP spid="122" grpId="12"/>
      <p:bldP spid="122" grpId="13"/>
      <p:bldP spid="122" grpId="14"/>
      <p:bldP spid="123" grpId="0"/>
      <p:bldP spid="123" grpId="1"/>
      <p:bldP spid="123" grpId="2"/>
      <p:bldP spid="123" grpId="3"/>
      <p:bldP spid="123" grpId="4"/>
      <p:bldP spid="123" grpId="5"/>
      <p:bldP spid="123" grpId="6"/>
      <p:bldP spid="123" grpId="7"/>
      <p:bldP spid="123" grpId="8"/>
      <p:bldP spid="123" grpId="9"/>
      <p:bldP spid="123" grpId="10"/>
      <p:bldP spid="123" grpId="11"/>
      <p:bldP spid="123" grpId="12"/>
      <p:bldP spid="123" grpId="13"/>
      <p:bldP spid="123" grpId="14"/>
      <p:bldP spid="124" grpId="0"/>
      <p:bldP spid="124" grpId="1"/>
      <p:bldP spid="124" grpId="2"/>
      <p:bldP spid="124" grpId="3"/>
      <p:bldP spid="124" grpId="4"/>
      <p:bldP spid="124" grpId="5"/>
      <p:bldP spid="124" grpId="6"/>
      <p:bldP spid="124" grpId="7"/>
      <p:bldP spid="124" grpId="8"/>
      <p:bldP spid="124" grpId="9"/>
      <p:bldP spid="124" grpId="10"/>
      <p:bldP spid="124" grpId="11"/>
      <p:bldP spid="124" grpId="12"/>
      <p:bldP spid="124" grpId="13"/>
      <p:bldP spid="124" grpId="14"/>
      <p:bldP spid="125" grpId="0"/>
      <p:bldP spid="125" grpId="1"/>
      <p:bldP spid="126" grpId="0"/>
      <p:bldP spid="126" grpId="1"/>
      <p:bldP spid="127" grpId="0"/>
      <p:bldP spid="127" grpId="1"/>
      <p:bldP spid="128" grpId="0"/>
      <p:bldP spid="128" grpId="1"/>
      <p:bldP spid="129" grpId="0"/>
      <p:bldP spid="129" grpId="1"/>
      <p:bldP spid="130" grpId="0"/>
      <p:bldP spid="130" grpId="1"/>
      <p:bldP spid="131" grpId="0"/>
      <p:bldP spid="131" grpId="1"/>
      <p:bldP spid="132" grpId="0"/>
      <p:bldP spid="132" grpId="1"/>
      <p:bldP spid="133" grpId="0"/>
      <p:bldP spid="133" grpId="1"/>
      <p:bldP spid="134" grpId="0"/>
      <p:bldP spid="134" grpId="1"/>
      <p:bldP spid="135" grpId="0"/>
      <p:bldP spid="135" grpId="1"/>
      <p:bldP spid="136" grpId="0"/>
      <p:bldP spid="136" grpId="1"/>
      <p:bldP spid="137" grpId="0"/>
      <p:bldP spid="137" grpId="1"/>
      <p:bldP spid="138" grpId="0"/>
      <p:bldP spid="138" grpId="1"/>
      <p:bldP spid="139" grpId="0"/>
      <p:bldP spid="139" grpId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" name="anim_o651_1">
            <a:extLst>
              <a:ext uri="{FF2B5EF4-FFF2-40B4-BE49-F238E27FC236}">
                <a16:creationId xmlns:a16="http://schemas.microsoft.com/office/drawing/2014/main" id="{17F38327-C2D0-4EA4-82EC-6819FD51A1A8}"/>
              </a:ext>
            </a:extLst>
          </p:cNvPr>
          <p:cNvSpPr>
            <a:spLocks noGrp="1"/>
          </p:cNvSpPr>
          <p:nvPr/>
        </p:nvSpPr>
        <p:spPr>
          <a:xfrm>
            <a:off x="1698866" y="1823090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655_1">
            <a:extLst>
              <a:ext uri="{FF2B5EF4-FFF2-40B4-BE49-F238E27FC236}">
                <a16:creationId xmlns:a16="http://schemas.microsoft.com/office/drawing/2014/main" id="{4A2FE243-C3F1-46D8-B07D-1E5B7E048268}"/>
              </a:ext>
            </a:extLst>
          </p:cNvPr>
          <p:cNvSpPr>
            <a:spLocks noGrp="1"/>
          </p:cNvSpPr>
          <p:nvPr/>
        </p:nvSpPr>
        <p:spPr>
          <a:xfrm>
            <a:off x="2234169" y="1823090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659_1">
            <a:extLst>
              <a:ext uri="{FF2B5EF4-FFF2-40B4-BE49-F238E27FC236}">
                <a16:creationId xmlns:a16="http://schemas.microsoft.com/office/drawing/2014/main" id="{EBF80F4E-3365-453A-B125-532A3824EF14}"/>
              </a:ext>
            </a:extLst>
          </p:cNvPr>
          <p:cNvSpPr>
            <a:spLocks noGrp="1"/>
          </p:cNvSpPr>
          <p:nvPr/>
        </p:nvSpPr>
        <p:spPr>
          <a:xfrm>
            <a:off x="2769472" y="1823090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663_1">
            <a:extLst>
              <a:ext uri="{FF2B5EF4-FFF2-40B4-BE49-F238E27FC236}">
                <a16:creationId xmlns:a16="http://schemas.microsoft.com/office/drawing/2014/main" id="{39EE51EF-6B03-4489-AECD-1294D61561BA}"/>
              </a:ext>
            </a:extLst>
          </p:cNvPr>
          <p:cNvSpPr>
            <a:spLocks noGrp="1"/>
          </p:cNvSpPr>
          <p:nvPr/>
        </p:nvSpPr>
        <p:spPr>
          <a:xfrm>
            <a:off x="3304776" y="1823090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667_1">
            <a:extLst>
              <a:ext uri="{FF2B5EF4-FFF2-40B4-BE49-F238E27FC236}">
                <a16:creationId xmlns:a16="http://schemas.microsoft.com/office/drawing/2014/main" id="{51C865CE-DCFE-41D1-9FD6-2BE97845B1CB}"/>
              </a:ext>
            </a:extLst>
          </p:cNvPr>
          <p:cNvSpPr>
            <a:spLocks noGrp="1"/>
          </p:cNvSpPr>
          <p:nvPr/>
        </p:nvSpPr>
        <p:spPr>
          <a:xfrm>
            <a:off x="3840079" y="1823090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671_1">
            <a:extLst>
              <a:ext uri="{FF2B5EF4-FFF2-40B4-BE49-F238E27FC236}">
                <a16:creationId xmlns:a16="http://schemas.microsoft.com/office/drawing/2014/main" id="{04D6D43C-162E-48D4-99DB-E9B1773CD4FD}"/>
              </a:ext>
            </a:extLst>
          </p:cNvPr>
          <p:cNvSpPr>
            <a:spLocks noGrp="1"/>
          </p:cNvSpPr>
          <p:nvPr/>
        </p:nvSpPr>
        <p:spPr>
          <a:xfrm>
            <a:off x="4375382" y="1823090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675_1">
            <a:extLst>
              <a:ext uri="{FF2B5EF4-FFF2-40B4-BE49-F238E27FC236}">
                <a16:creationId xmlns:a16="http://schemas.microsoft.com/office/drawing/2014/main" id="{33BF532C-7086-4025-B2DA-20D259058E38}"/>
              </a:ext>
            </a:extLst>
          </p:cNvPr>
          <p:cNvSpPr>
            <a:spLocks noGrp="1"/>
          </p:cNvSpPr>
          <p:nvPr/>
        </p:nvSpPr>
        <p:spPr>
          <a:xfrm>
            <a:off x="1698866" y="2358393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679_1">
            <a:extLst>
              <a:ext uri="{FF2B5EF4-FFF2-40B4-BE49-F238E27FC236}">
                <a16:creationId xmlns:a16="http://schemas.microsoft.com/office/drawing/2014/main" id="{92786274-EF47-433B-AB19-165DAE406F40}"/>
              </a:ext>
            </a:extLst>
          </p:cNvPr>
          <p:cNvSpPr>
            <a:spLocks noGrp="1"/>
          </p:cNvSpPr>
          <p:nvPr/>
        </p:nvSpPr>
        <p:spPr>
          <a:xfrm>
            <a:off x="2234169" y="2358393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683_1">
            <a:extLst>
              <a:ext uri="{FF2B5EF4-FFF2-40B4-BE49-F238E27FC236}">
                <a16:creationId xmlns:a16="http://schemas.microsoft.com/office/drawing/2014/main" id="{D11EA5E1-9D78-48FD-8AA6-ECCCEEEDA4C8}"/>
              </a:ext>
            </a:extLst>
          </p:cNvPr>
          <p:cNvSpPr>
            <a:spLocks noGrp="1"/>
          </p:cNvSpPr>
          <p:nvPr/>
        </p:nvSpPr>
        <p:spPr>
          <a:xfrm>
            <a:off x="2769472" y="2358393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687_1">
            <a:extLst>
              <a:ext uri="{FF2B5EF4-FFF2-40B4-BE49-F238E27FC236}">
                <a16:creationId xmlns:a16="http://schemas.microsoft.com/office/drawing/2014/main" id="{3D50B9AC-1F80-4A59-B9EC-8CE75FD6F3BB}"/>
              </a:ext>
            </a:extLst>
          </p:cNvPr>
          <p:cNvSpPr>
            <a:spLocks noGrp="1"/>
          </p:cNvSpPr>
          <p:nvPr/>
        </p:nvSpPr>
        <p:spPr>
          <a:xfrm>
            <a:off x="3304776" y="2358393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691_1">
            <a:extLst>
              <a:ext uri="{FF2B5EF4-FFF2-40B4-BE49-F238E27FC236}">
                <a16:creationId xmlns:a16="http://schemas.microsoft.com/office/drawing/2014/main" id="{2F995E63-DCF0-47C2-9BBE-1E09574C1846}"/>
              </a:ext>
            </a:extLst>
          </p:cNvPr>
          <p:cNvSpPr>
            <a:spLocks noGrp="1"/>
          </p:cNvSpPr>
          <p:nvPr/>
        </p:nvSpPr>
        <p:spPr>
          <a:xfrm>
            <a:off x="3840079" y="2358393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695_1">
            <a:extLst>
              <a:ext uri="{FF2B5EF4-FFF2-40B4-BE49-F238E27FC236}">
                <a16:creationId xmlns:a16="http://schemas.microsoft.com/office/drawing/2014/main" id="{182C7BEC-38A9-4FB7-AB55-E4B6E5032460}"/>
              </a:ext>
            </a:extLst>
          </p:cNvPr>
          <p:cNvSpPr>
            <a:spLocks noGrp="1"/>
          </p:cNvSpPr>
          <p:nvPr/>
        </p:nvSpPr>
        <p:spPr>
          <a:xfrm>
            <a:off x="4375382" y="2358393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699_1">
            <a:extLst>
              <a:ext uri="{FF2B5EF4-FFF2-40B4-BE49-F238E27FC236}">
                <a16:creationId xmlns:a16="http://schemas.microsoft.com/office/drawing/2014/main" id="{EEE041AB-1961-4A25-AD77-47D15B15DC20}"/>
              </a:ext>
            </a:extLst>
          </p:cNvPr>
          <p:cNvSpPr>
            <a:spLocks noGrp="1"/>
          </p:cNvSpPr>
          <p:nvPr/>
        </p:nvSpPr>
        <p:spPr>
          <a:xfrm>
            <a:off x="1698866" y="2893697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703_1">
            <a:extLst>
              <a:ext uri="{FF2B5EF4-FFF2-40B4-BE49-F238E27FC236}">
                <a16:creationId xmlns:a16="http://schemas.microsoft.com/office/drawing/2014/main" id="{7806ECB7-3C7D-4291-9CEE-DB2AAE745DF4}"/>
              </a:ext>
            </a:extLst>
          </p:cNvPr>
          <p:cNvSpPr>
            <a:spLocks noGrp="1"/>
          </p:cNvSpPr>
          <p:nvPr/>
        </p:nvSpPr>
        <p:spPr>
          <a:xfrm>
            <a:off x="2234169" y="2893697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707_1">
            <a:extLst>
              <a:ext uri="{FF2B5EF4-FFF2-40B4-BE49-F238E27FC236}">
                <a16:creationId xmlns:a16="http://schemas.microsoft.com/office/drawing/2014/main" id="{1B9B0911-71C0-419B-A51A-DA0CE3C9A3FA}"/>
              </a:ext>
            </a:extLst>
          </p:cNvPr>
          <p:cNvSpPr>
            <a:spLocks noGrp="1"/>
          </p:cNvSpPr>
          <p:nvPr/>
        </p:nvSpPr>
        <p:spPr>
          <a:xfrm>
            <a:off x="2769472" y="2893697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711_1">
            <a:extLst>
              <a:ext uri="{FF2B5EF4-FFF2-40B4-BE49-F238E27FC236}">
                <a16:creationId xmlns:a16="http://schemas.microsoft.com/office/drawing/2014/main" id="{1517A6A8-2EF4-4022-AC49-E4C787AB194F}"/>
              </a:ext>
            </a:extLst>
          </p:cNvPr>
          <p:cNvSpPr>
            <a:spLocks noGrp="1"/>
          </p:cNvSpPr>
          <p:nvPr/>
        </p:nvSpPr>
        <p:spPr>
          <a:xfrm>
            <a:off x="3304776" y="2893697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715_1">
            <a:extLst>
              <a:ext uri="{FF2B5EF4-FFF2-40B4-BE49-F238E27FC236}">
                <a16:creationId xmlns:a16="http://schemas.microsoft.com/office/drawing/2014/main" id="{5C6A25D2-D275-454B-8AB2-B12A4516CBD9}"/>
              </a:ext>
            </a:extLst>
          </p:cNvPr>
          <p:cNvSpPr>
            <a:spLocks noGrp="1"/>
          </p:cNvSpPr>
          <p:nvPr/>
        </p:nvSpPr>
        <p:spPr>
          <a:xfrm>
            <a:off x="3840079" y="2893697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719_1">
            <a:extLst>
              <a:ext uri="{FF2B5EF4-FFF2-40B4-BE49-F238E27FC236}">
                <a16:creationId xmlns:a16="http://schemas.microsoft.com/office/drawing/2014/main" id="{B72807BE-3102-4331-8D0D-9AAC7A1BAF6C}"/>
              </a:ext>
            </a:extLst>
          </p:cNvPr>
          <p:cNvSpPr>
            <a:spLocks noGrp="1"/>
          </p:cNvSpPr>
          <p:nvPr/>
        </p:nvSpPr>
        <p:spPr>
          <a:xfrm>
            <a:off x="4375382" y="2893697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723_1">
            <a:extLst>
              <a:ext uri="{FF2B5EF4-FFF2-40B4-BE49-F238E27FC236}">
                <a16:creationId xmlns:a16="http://schemas.microsoft.com/office/drawing/2014/main" id="{C0065498-60A4-4E17-AD24-762C69C4A55E}"/>
              </a:ext>
            </a:extLst>
          </p:cNvPr>
          <p:cNvSpPr>
            <a:spLocks noGrp="1"/>
          </p:cNvSpPr>
          <p:nvPr/>
        </p:nvSpPr>
        <p:spPr>
          <a:xfrm>
            <a:off x="1698866" y="3429000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727_1">
            <a:extLst>
              <a:ext uri="{FF2B5EF4-FFF2-40B4-BE49-F238E27FC236}">
                <a16:creationId xmlns:a16="http://schemas.microsoft.com/office/drawing/2014/main" id="{9B6F068E-666F-4290-9360-7DE75933F6F2}"/>
              </a:ext>
            </a:extLst>
          </p:cNvPr>
          <p:cNvSpPr>
            <a:spLocks noGrp="1"/>
          </p:cNvSpPr>
          <p:nvPr/>
        </p:nvSpPr>
        <p:spPr>
          <a:xfrm>
            <a:off x="2234169" y="3429000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731_1">
            <a:extLst>
              <a:ext uri="{FF2B5EF4-FFF2-40B4-BE49-F238E27FC236}">
                <a16:creationId xmlns:a16="http://schemas.microsoft.com/office/drawing/2014/main" id="{244FB359-945B-4190-93DD-BC29AAFF0633}"/>
              </a:ext>
            </a:extLst>
          </p:cNvPr>
          <p:cNvSpPr>
            <a:spLocks noGrp="1"/>
          </p:cNvSpPr>
          <p:nvPr/>
        </p:nvSpPr>
        <p:spPr>
          <a:xfrm>
            <a:off x="2769472" y="3429000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735_1">
            <a:extLst>
              <a:ext uri="{FF2B5EF4-FFF2-40B4-BE49-F238E27FC236}">
                <a16:creationId xmlns:a16="http://schemas.microsoft.com/office/drawing/2014/main" id="{F18471BA-8CD1-4F9B-AE02-C78A88DEB265}"/>
              </a:ext>
            </a:extLst>
          </p:cNvPr>
          <p:cNvSpPr>
            <a:spLocks noGrp="1"/>
          </p:cNvSpPr>
          <p:nvPr/>
        </p:nvSpPr>
        <p:spPr>
          <a:xfrm>
            <a:off x="3304776" y="3429000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739_1">
            <a:extLst>
              <a:ext uri="{FF2B5EF4-FFF2-40B4-BE49-F238E27FC236}">
                <a16:creationId xmlns:a16="http://schemas.microsoft.com/office/drawing/2014/main" id="{D89515A4-5ACC-4366-89FF-B7594E53562C}"/>
              </a:ext>
            </a:extLst>
          </p:cNvPr>
          <p:cNvSpPr>
            <a:spLocks noGrp="1"/>
          </p:cNvSpPr>
          <p:nvPr/>
        </p:nvSpPr>
        <p:spPr>
          <a:xfrm>
            <a:off x="3840079" y="3429000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743_1">
            <a:extLst>
              <a:ext uri="{FF2B5EF4-FFF2-40B4-BE49-F238E27FC236}">
                <a16:creationId xmlns:a16="http://schemas.microsoft.com/office/drawing/2014/main" id="{C6E55628-B43E-466B-9463-5117BBD88A77}"/>
              </a:ext>
            </a:extLst>
          </p:cNvPr>
          <p:cNvSpPr>
            <a:spLocks noGrp="1"/>
          </p:cNvSpPr>
          <p:nvPr/>
        </p:nvSpPr>
        <p:spPr>
          <a:xfrm>
            <a:off x="4375382" y="3429000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747_1">
            <a:extLst>
              <a:ext uri="{FF2B5EF4-FFF2-40B4-BE49-F238E27FC236}">
                <a16:creationId xmlns:a16="http://schemas.microsoft.com/office/drawing/2014/main" id="{E6875EDE-AD0F-405E-BC92-C4A4FE1267F3}"/>
              </a:ext>
            </a:extLst>
          </p:cNvPr>
          <p:cNvSpPr>
            <a:spLocks noGrp="1"/>
          </p:cNvSpPr>
          <p:nvPr/>
        </p:nvSpPr>
        <p:spPr>
          <a:xfrm>
            <a:off x="1698866" y="3964303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751_1">
            <a:extLst>
              <a:ext uri="{FF2B5EF4-FFF2-40B4-BE49-F238E27FC236}">
                <a16:creationId xmlns:a16="http://schemas.microsoft.com/office/drawing/2014/main" id="{5D3DC902-15AE-4892-90F6-7FF5FAFCE960}"/>
              </a:ext>
            </a:extLst>
          </p:cNvPr>
          <p:cNvSpPr>
            <a:spLocks noGrp="1"/>
          </p:cNvSpPr>
          <p:nvPr/>
        </p:nvSpPr>
        <p:spPr>
          <a:xfrm>
            <a:off x="2234169" y="3964303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755_1">
            <a:extLst>
              <a:ext uri="{FF2B5EF4-FFF2-40B4-BE49-F238E27FC236}">
                <a16:creationId xmlns:a16="http://schemas.microsoft.com/office/drawing/2014/main" id="{880003BB-4B09-41F6-AEDD-7720FFDA7718}"/>
              </a:ext>
            </a:extLst>
          </p:cNvPr>
          <p:cNvSpPr>
            <a:spLocks noGrp="1"/>
          </p:cNvSpPr>
          <p:nvPr/>
        </p:nvSpPr>
        <p:spPr>
          <a:xfrm>
            <a:off x="2769472" y="3964303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759_1">
            <a:extLst>
              <a:ext uri="{FF2B5EF4-FFF2-40B4-BE49-F238E27FC236}">
                <a16:creationId xmlns:a16="http://schemas.microsoft.com/office/drawing/2014/main" id="{68228AEF-BD2C-4FDF-B986-C03B4EE01D53}"/>
              </a:ext>
            </a:extLst>
          </p:cNvPr>
          <p:cNvSpPr>
            <a:spLocks noGrp="1"/>
          </p:cNvSpPr>
          <p:nvPr/>
        </p:nvSpPr>
        <p:spPr>
          <a:xfrm>
            <a:off x="3304776" y="3964303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763_1">
            <a:extLst>
              <a:ext uri="{FF2B5EF4-FFF2-40B4-BE49-F238E27FC236}">
                <a16:creationId xmlns:a16="http://schemas.microsoft.com/office/drawing/2014/main" id="{4C4B6FA6-1BF0-4389-B347-C4DF510E8BBB}"/>
              </a:ext>
            </a:extLst>
          </p:cNvPr>
          <p:cNvSpPr>
            <a:spLocks noGrp="1"/>
          </p:cNvSpPr>
          <p:nvPr/>
        </p:nvSpPr>
        <p:spPr>
          <a:xfrm>
            <a:off x="3840079" y="3964303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767_1">
            <a:extLst>
              <a:ext uri="{FF2B5EF4-FFF2-40B4-BE49-F238E27FC236}">
                <a16:creationId xmlns:a16="http://schemas.microsoft.com/office/drawing/2014/main" id="{A27C6ED3-3181-42AC-9329-65BC50C688C7}"/>
              </a:ext>
            </a:extLst>
          </p:cNvPr>
          <p:cNvSpPr>
            <a:spLocks noGrp="1"/>
          </p:cNvSpPr>
          <p:nvPr/>
        </p:nvSpPr>
        <p:spPr>
          <a:xfrm>
            <a:off x="4375382" y="3964303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771_1">
            <a:extLst>
              <a:ext uri="{FF2B5EF4-FFF2-40B4-BE49-F238E27FC236}">
                <a16:creationId xmlns:a16="http://schemas.microsoft.com/office/drawing/2014/main" id="{EC065AF8-09AD-4B4F-B8DD-89E1666A448A}"/>
              </a:ext>
            </a:extLst>
          </p:cNvPr>
          <p:cNvSpPr>
            <a:spLocks noGrp="1"/>
          </p:cNvSpPr>
          <p:nvPr/>
        </p:nvSpPr>
        <p:spPr>
          <a:xfrm>
            <a:off x="1698866" y="4499607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775_1">
            <a:extLst>
              <a:ext uri="{FF2B5EF4-FFF2-40B4-BE49-F238E27FC236}">
                <a16:creationId xmlns:a16="http://schemas.microsoft.com/office/drawing/2014/main" id="{BCBEE2E3-7D7A-4B44-8F32-DBA16BF16D81}"/>
              </a:ext>
            </a:extLst>
          </p:cNvPr>
          <p:cNvSpPr>
            <a:spLocks noGrp="1"/>
          </p:cNvSpPr>
          <p:nvPr/>
        </p:nvSpPr>
        <p:spPr>
          <a:xfrm>
            <a:off x="2234169" y="4499607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779_1">
            <a:extLst>
              <a:ext uri="{FF2B5EF4-FFF2-40B4-BE49-F238E27FC236}">
                <a16:creationId xmlns:a16="http://schemas.microsoft.com/office/drawing/2014/main" id="{CAF7DE28-38E3-4007-ABB4-3632FF3B2678}"/>
              </a:ext>
            </a:extLst>
          </p:cNvPr>
          <p:cNvSpPr>
            <a:spLocks noGrp="1"/>
          </p:cNvSpPr>
          <p:nvPr/>
        </p:nvSpPr>
        <p:spPr>
          <a:xfrm>
            <a:off x="2769472" y="4499607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783_1">
            <a:extLst>
              <a:ext uri="{FF2B5EF4-FFF2-40B4-BE49-F238E27FC236}">
                <a16:creationId xmlns:a16="http://schemas.microsoft.com/office/drawing/2014/main" id="{852BC154-7800-47CE-A11A-D1742636C439}"/>
              </a:ext>
            </a:extLst>
          </p:cNvPr>
          <p:cNvSpPr>
            <a:spLocks noGrp="1"/>
          </p:cNvSpPr>
          <p:nvPr/>
        </p:nvSpPr>
        <p:spPr>
          <a:xfrm>
            <a:off x="3304776" y="4499607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787_1">
            <a:extLst>
              <a:ext uri="{FF2B5EF4-FFF2-40B4-BE49-F238E27FC236}">
                <a16:creationId xmlns:a16="http://schemas.microsoft.com/office/drawing/2014/main" id="{29FC6483-87F9-44B2-A6E8-F79EEFBD3F5F}"/>
              </a:ext>
            </a:extLst>
          </p:cNvPr>
          <p:cNvSpPr>
            <a:spLocks noGrp="1"/>
          </p:cNvSpPr>
          <p:nvPr/>
        </p:nvSpPr>
        <p:spPr>
          <a:xfrm>
            <a:off x="3840079" y="4499607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791_1">
            <a:extLst>
              <a:ext uri="{FF2B5EF4-FFF2-40B4-BE49-F238E27FC236}">
                <a16:creationId xmlns:a16="http://schemas.microsoft.com/office/drawing/2014/main" id="{873204CE-0256-4F48-AE9C-831FE5575484}"/>
              </a:ext>
            </a:extLst>
          </p:cNvPr>
          <p:cNvSpPr>
            <a:spLocks noGrp="1"/>
          </p:cNvSpPr>
          <p:nvPr/>
        </p:nvSpPr>
        <p:spPr>
          <a:xfrm>
            <a:off x="4375382" y="4499607"/>
            <a:ext cx="535303" cy="535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855_1">
            <a:extLst>
              <a:ext uri="{FF2B5EF4-FFF2-40B4-BE49-F238E27FC236}">
                <a16:creationId xmlns:a16="http://schemas.microsoft.com/office/drawing/2014/main" id="{24F3EA4A-4018-4A0D-A9BA-30CC6BD7A1A4}"/>
              </a:ext>
            </a:extLst>
          </p:cNvPr>
          <p:cNvSpPr>
            <a:spLocks noGrp="1"/>
          </p:cNvSpPr>
          <p:nvPr/>
        </p:nvSpPr>
        <p:spPr>
          <a:xfrm>
            <a:off x="8497218" y="2358393"/>
            <a:ext cx="535303" cy="53530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858_1">
            <a:extLst>
              <a:ext uri="{FF2B5EF4-FFF2-40B4-BE49-F238E27FC236}">
                <a16:creationId xmlns:a16="http://schemas.microsoft.com/office/drawing/2014/main" id="{E016F72D-397C-4093-AF03-7CABFEE063DE}"/>
              </a:ext>
            </a:extLst>
          </p:cNvPr>
          <p:cNvSpPr>
            <a:spLocks noGrp="1"/>
          </p:cNvSpPr>
          <p:nvPr/>
        </p:nvSpPr>
        <p:spPr>
          <a:xfrm>
            <a:off x="9032521" y="2358393"/>
            <a:ext cx="535303" cy="53530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861_1">
            <a:extLst>
              <a:ext uri="{FF2B5EF4-FFF2-40B4-BE49-F238E27FC236}">
                <a16:creationId xmlns:a16="http://schemas.microsoft.com/office/drawing/2014/main" id="{BD1B08DC-D985-44E3-87BB-A40CAC99AE7C}"/>
              </a:ext>
            </a:extLst>
          </p:cNvPr>
          <p:cNvSpPr>
            <a:spLocks noGrp="1"/>
          </p:cNvSpPr>
          <p:nvPr/>
        </p:nvSpPr>
        <p:spPr>
          <a:xfrm>
            <a:off x="9567824" y="2358393"/>
            <a:ext cx="535303" cy="53530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864_1">
            <a:extLst>
              <a:ext uri="{FF2B5EF4-FFF2-40B4-BE49-F238E27FC236}">
                <a16:creationId xmlns:a16="http://schemas.microsoft.com/office/drawing/2014/main" id="{6F2AEF5B-61D2-412B-B77B-06B2A03A7E94}"/>
              </a:ext>
            </a:extLst>
          </p:cNvPr>
          <p:cNvSpPr>
            <a:spLocks noGrp="1"/>
          </p:cNvSpPr>
          <p:nvPr/>
        </p:nvSpPr>
        <p:spPr>
          <a:xfrm>
            <a:off x="10103128" y="2358393"/>
            <a:ext cx="535303" cy="53530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867_1">
            <a:extLst>
              <a:ext uri="{FF2B5EF4-FFF2-40B4-BE49-F238E27FC236}">
                <a16:creationId xmlns:a16="http://schemas.microsoft.com/office/drawing/2014/main" id="{CD184325-258E-4F9E-B276-D640F4F3F34F}"/>
              </a:ext>
            </a:extLst>
          </p:cNvPr>
          <p:cNvSpPr>
            <a:spLocks noGrp="1"/>
          </p:cNvSpPr>
          <p:nvPr/>
        </p:nvSpPr>
        <p:spPr>
          <a:xfrm>
            <a:off x="8497218" y="2893697"/>
            <a:ext cx="535303" cy="53530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870_1">
            <a:extLst>
              <a:ext uri="{FF2B5EF4-FFF2-40B4-BE49-F238E27FC236}">
                <a16:creationId xmlns:a16="http://schemas.microsoft.com/office/drawing/2014/main" id="{B53A3FEE-E08D-4ED5-A2EE-04EBFDBA20E1}"/>
              </a:ext>
            </a:extLst>
          </p:cNvPr>
          <p:cNvSpPr>
            <a:spLocks noGrp="1"/>
          </p:cNvSpPr>
          <p:nvPr/>
        </p:nvSpPr>
        <p:spPr>
          <a:xfrm>
            <a:off x="9032521" y="2893697"/>
            <a:ext cx="535303" cy="53530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873_1">
            <a:extLst>
              <a:ext uri="{FF2B5EF4-FFF2-40B4-BE49-F238E27FC236}">
                <a16:creationId xmlns:a16="http://schemas.microsoft.com/office/drawing/2014/main" id="{6CB7627C-E27F-4519-A508-6047325C31FD}"/>
              </a:ext>
            </a:extLst>
          </p:cNvPr>
          <p:cNvSpPr>
            <a:spLocks noGrp="1"/>
          </p:cNvSpPr>
          <p:nvPr/>
        </p:nvSpPr>
        <p:spPr>
          <a:xfrm>
            <a:off x="9567824" y="2893697"/>
            <a:ext cx="535303" cy="53530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876_1">
            <a:extLst>
              <a:ext uri="{FF2B5EF4-FFF2-40B4-BE49-F238E27FC236}">
                <a16:creationId xmlns:a16="http://schemas.microsoft.com/office/drawing/2014/main" id="{095C4A16-7712-4D4D-A453-D9074C15BF0C}"/>
              </a:ext>
            </a:extLst>
          </p:cNvPr>
          <p:cNvSpPr>
            <a:spLocks noGrp="1"/>
          </p:cNvSpPr>
          <p:nvPr/>
        </p:nvSpPr>
        <p:spPr>
          <a:xfrm>
            <a:off x="10103128" y="2893697"/>
            <a:ext cx="535303" cy="53530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879_1">
            <a:extLst>
              <a:ext uri="{FF2B5EF4-FFF2-40B4-BE49-F238E27FC236}">
                <a16:creationId xmlns:a16="http://schemas.microsoft.com/office/drawing/2014/main" id="{A6EB9958-212E-4026-AA33-2594D97C0BDF}"/>
              </a:ext>
            </a:extLst>
          </p:cNvPr>
          <p:cNvSpPr>
            <a:spLocks noGrp="1"/>
          </p:cNvSpPr>
          <p:nvPr/>
        </p:nvSpPr>
        <p:spPr>
          <a:xfrm>
            <a:off x="8497218" y="3429000"/>
            <a:ext cx="535303" cy="53530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882_1">
            <a:extLst>
              <a:ext uri="{FF2B5EF4-FFF2-40B4-BE49-F238E27FC236}">
                <a16:creationId xmlns:a16="http://schemas.microsoft.com/office/drawing/2014/main" id="{BC6DDFCC-C2B4-45D3-B625-F9E0871D2A25}"/>
              </a:ext>
            </a:extLst>
          </p:cNvPr>
          <p:cNvSpPr>
            <a:spLocks noGrp="1"/>
          </p:cNvSpPr>
          <p:nvPr/>
        </p:nvSpPr>
        <p:spPr>
          <a:xfrm>
            <a:off x="9032521" y="3429000"/>
            <a:ext cx="535303" cy="53530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885_1">
            <a:extLst>
              <a:ext uri="{FF2B5EF4-FFF2-40B4-BE49-F238E27FC236}">
                <a16:creationId xmlns:a16="http://schemas.microsoft.com/office/drawing/2014/main" id="{E1CF1514-524E-4C11-8233-652EE0BEF99A}"/>
              </a:ext>
            </a:extLst>
          </p:cNvPr>
          <p:cNvSpPr>
            <a:spLocks noGrp="1"/>
          </p:cNvSpPr>
          <p:nvPr/>
        </p:nvSpPr>
        <p:spPr>
          <a:xfrm>
            <a:off x="9567824" y="3429000"/>
            <a:ext cx="535303" cy="53530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888_1">
            <a:extLst>
              <a:ext uri="{FF2B5EF4-FFF2-40B4-BE49-F238E27FC236}">
                <a16:creationId xmlns:a16="http://schemas.microsoft.com/office/drawing/2014/main" id="{1D195656-B38B-462A-AB45-CC962D22304B}"/>
              </a:ext>
            </a:extLst>
          </p:cNvPr>
          <p:cNvSpPr>
            <a:spLocks noGrp="1"/>
          </p:cNvSpPr>
          <p:nvPr/>
        </p:nvSpPr>
        <p:spPr>
          <a:xfrm>
            <a:off x="10103128" y="3429000"/>
            <a:ext cx="535303" cy="53530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891_1">
            <a:extLst>
              <a:ext uri="{FF2B5EF4-FFF2-40B4-BE49-F238E27FC236}">
                <a16:creationId xmlns:a16="http://schemas.microsoft.com/office/drawing/2014/main" id="{86A2B9B1-878B-4BF4-976D-C8580C88FF89}"/>
              </a:ext>
            </a:extLst>
          </p:cNvPr>
          <p:cNvSpPr>
            <a:spLocks noGrp="1"/>
          </p:cNvSpPr>
          <p:nvPr/>
        </p:nvSpPr>
        <p:spPr>
          <a:xfrm>
            <a:off x="8497218" y="3964303"/>
            <a:ext cx="535303" cy="53530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894_1">
            <a:extLst>
              <a:ext uri="{FF2B5EF4-FFF2-40B4-BE49-F238E27FC236}">
                <a16:creationId xmlns:a16="http://schemas.microsoft.com/office/drawing/2014/main" id="{897D1233-A4F5-45B9-AFC2-FDC674E9A64F}"/>
              </a:ext>
            </a:extLst>
          </p:cNvPr>
          <p:cNvSpPr>
            <a:spLocks noGrp="1"/>
          </p:cNvSpPr>
          <p:nvPr/>
        </p:nvSpPr>
        <p:spPr>
          <a:xfrm>
            <a:off x="9032521" y="3964303"/>
            <a:ext cx="535303" cy="53530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897_1">
            <a:extLst>
              <a:ext uri="{FF2B5EF4-FFF2-40B4-BE49-F238E27FC236}">
                <a16:creationId xmlns:a16="http://schemas.microsoft.com/office/drawing/2014/main" id="{B0825B4A-94C7-4588-9CBC-A1C6B18BAD3B}"/>
              </a:ext>
            </a:extLst>
          </p:cNvPr>
          <p:cNvSpPr>
            <a:spLocks noGrp="1"/>
          </p:cNvSpPr>
          <p:nvPr/>
        </p:nvSpPr>
        <p:spPr>
          <a:xfrm>
            <a:off x="9567824" y="3964303"/>
            <a:ext cx="535303" cy="53530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900_1">
            <a:extLst>
              <a:ext uri="{FF2B5EF4-FFF2-40B4-BE49-F238E27FC236}">
                <a16:creationId xmlns:a16="http://schemas.microsoft.com/office/drawing/2014/main" id="{C329654A-F955-4EC5-96B7-079B2033F3A1}"/>
              </a:ext>
            </a:extLst>
          </p:cNvPr>
          <p:cNvSpPr>
            <a:spLocks noGrp="1"/>
          </p:cNvSpPr>
          <p:nvPr/>
        </p:nvSpPr>
        <p:spPr>
          <a:xfrm>
            <a:off x="10103128" y="3964303"/>
            <a:ext cx="535303" cy="53530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to652_0_1">
            <a:extLst>
              <a:ext uri="{FF2B5EF4-FFF2-40B4-BE49-F238E27FC236}">
                <a16:creationId xmlns:a16="http://schemas.microsoft.com/office/drawing/2014/main" id="{413FE674-866A-4C57-996D-B53D7EEAE968}"/>
              </a:ext>
            </a:extLst>
          </p:cNvPr>
          <p:cNvSpPr>
            <a:spLocks noGrp="1"/>
          </p:cNvSpPr>
          <p:nvPr/>
        </p:nvSpPr>
        <p:spPr>
          <a:xfrm>
            <a:off x="1786167" y="1911062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54" name="anim_to656_0_1">
            <a:extLst>
              <a:ext uri="{FF2B5EF4-FFF2-40B4-BE49-F238E27FC236}">
                <a16:creationId xmlns:a16="http://schemas.microsoft.com/office/drawing/2014/main" id="{8DC150D2-B7BE-49E5-9D15-208E1C87747D}"/>
              </a:ext>
            </a:extLst>
          </p:cNvPr>
          <p:cNvSpPr>
            <a:spLocks noGrp="1"/>
          </p:cNvSpPr>
          <p:nvPr/>
        </p:nvSpPr>
        <p:spPr>
          <a:xfrm>
            <a:off x="2321470" y="1911062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55" name="anim_to660_0_1">
            <a:extLst>
              <a:ext uri="{FF2B5EF4-FFF2-40B4-BE49-F238E27FC236}">
                <a16:creationId xmlns:a16="http://schemas.microsoft.com/office/drawing/2014/main" id="{3B62A14D-196F-4A38-8E9D-A39D06D7FA4D}"/>
              </a:ext>
            </a:extLst>
          </p:cNvPr>
          <p:cNvSpPr>
            <a:spLocks noGrp="1"/>
          </p:cNvSpPr>
          <p:nvPr/>
        </p:nvSpPr>
        <p:spPr>
          <a:xfrm>
            <a:off x="2856773" y="1911062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56" name="anim_to664_0_1">
            <a:extLst>
              <a:ext uri="{FF2B5EF4-FFF2-40B4-BE49-F238E27FC236}">
                <a16:creationId xmlns:a16="http://schemas.microsoft.com/office/drawing/2014/main" id="{DD32895C-FC4E-4ACA-9EB6-DB94C1813E02}"/>
              </a:ext>
            </a:extLst>
          </p:cNvPr>
          <p:cNvSpPr>
            <a:spLocks noGrp="1"/>
          </p:cNvSpPr>
          <p:nvPr/>
        </p:nvSpPr>
        <p:spPr>
          <a:xfrm>
            <a:off x="3392077" y="1911062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57" name="anim_to668_0_1">
            <a:extLst>
              <a:ext uri="{FF2B5EF4-FFF2-40B4-BE49-F238E27FC236}">
                <a16:creationId xmlns:a16="http://schemas.microsoft.com/office/drawing/2014/main" id="{23FAEAA3-BA4C-451B-8CD8-AD957AE5CC02}"/>
              </a:ext>
            </a:extLst>
          </p:cNvPr>
          <p:cNvSpPr>
            <a:spLocks noGrp="1"/>
          </p:cNvSpPr>
          <p:nvPr/>
        </p:nvSpPr>
        <p:spPr>
          <a:xfrm>
            <a:off x="3927380" y="1911062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58" name="anim_to672_0_1">
            <a:extLst>
              <a:ext uri="{FF2B5EF4-FFF2-40B4-BE49-F238E27FC236}">
                <a16:creationId xmlns:a16="http://schemas.microsoft.com/office/drawing/2014/main" id="{C229BB74-3A14-4112-B390-7803BA95145A}"/>
              </a:ext>
            </a:extLst>
          </p:cNvPr>
          <p:cNvSpPr>
            <a:spLocks noGrp="1"/>
          </p:cNvSpPr>
          <p:nvPr/>
        </p:nvSpPr>
        <p:spPr>
          <a:xfrm>
            <a:off x="4462683" y="1911062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59" name="anim_to676_0_1">
            <a:extLst>
              <a:ext uri="{FF2B5EF4-FFF2-40B4-BE49-F238E27FC236}">
                <a16:creationId xmlns:a16="http://schemas.microsoft.com/office/drawing/2014/main" id="{4EC0F384-D10D-42BC-901A-C57C6207EEB8}"/>
              </a:ext>
            </a:extLst>
          </p:cNvPr>
          <p:cNvSpPr>
            <a:spLocks noGrp="1"/>
          </p:cNvSpPr>
          <p:nvPr/>
        </p:nvSpPr>
        <p:spPr>
          <a:xfrm>
            <a:off x="1786167" y="2446365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60" name="anim_to680_0_1">
            <a:extLst>
              <a:ext uri="{FF2B5EF4-FFF2-40B4-BE49-F238E27FC236}">
                <a16:creationId xmlns:a16="http://schemas.microsoft.com/office/drawing/2014/main" id="{4ABA9A26-8732-4A3A-8568-06029D36EE11}"/>
              </a:ext>
            </a:extLst>
          </p:cNvPr>
          <p:cNvSpPr>
            <a:spLocks noGrp="1"/>
          </p:cNvSpPr>
          <p:nvPr/>
        </p:nvSpPr>
        <p:spPr>
          <a:xfrm>
            <a:off x="2321470" y="2446365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61" name="anim_to684_0_1">
            <a:extLst>
              <a:ext uri="{FF2B5EF4-FFF2-40B4-BE49-F238E27FC236}">
                <a16:creationId xmlns:a16="http://schemas.microsoft.com/office/drawing/2014/main" id="{C41341BD-F9D4-4BBB-826B-C2C507002814}"/>
              </a:ext>
            </a:extLst>
          </p:cNvPr>
          <p:cNvSpPr>
            <a:spLocks noGrp="1"/>
          </p:cNvSpPr>
          <p:nvPr/>
        </p:nvSpPr>
        <p:spPr>
          <a:xfrm>
            <a:off x="2856773" y="2446365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62" name="anim_to688_0_1">
            <a:extLst>
              <a:ext uri="{FF2B5EF4-FFF2-40B4-BE49-F238E27FC236}">
                <a16:creationId xmlns:a16="http://schemas.microsoft.com/office/drawing/2014/main" id="{04FC8953-AF07-4022-84A2-E002A8428556}"/>
              </a:ext>
            </a:extLst>
          </p:cNvPr>
          <p:cNvSpPr>
            <a:spLocks noGrp="1"/>
          </p:cNvSpPr>
          <p:nvPr/>
        </p:nvSpPr>
        <p:spPr>
          <a:xfrm>
            <a:off x="3392077" y="2446365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63" name="anim_to692_0_1">
            <a:extLst>
              <a:ext uri="{FF2B5EF4-FFF2-40B4-BE49-F238E27FC236}">
                <a16:creationId xmlns:a16="http://schemas.microsoft.com/office/drawing/2014/main" id="{B04FC092-A914-4FA8-A2B1-7A4A7504D647}"/>
              </a:ext>
            </a:extLst>
          </p:cNvPr>
          <p:cNvSpPr>
            <a:spLocks noGrp="1"/>
          </p:cNvSpPr>
          <p:nvPr/>
        </p:nvSpPr>
        <p:spPr>
          <a:xfrm>
            <a:off x="3927380" y="2446365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64" name="anim_to696_0_1">
            <a:extLst>
              <a:ext uri="{FF2B5EF4-FFF2-40B4-BE49-F238E27FC236}">
                <a16:creationId xmlns:a16="http://schemas.microsoft.com/office/drawing/2014/main" id="{280C6525-D6C7-4A05-AFC0-D2CBAE311E75}"/>
              </a:ext>
            </a:extLst>
          </p:cNvPr>
          <p:cNvSpPr>
            <a:spLocks noGrp="1"/>
          </p:cNvSpPr>
          <p:nvPr/>
        </p:nvSpPr>
        <p:spPr>
          <a:xfrm>
            <a:off x="4462683" y="2446365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65" name="anim_to700_0_1">
            <a:extLst>
              <a:ext uri="{FF2B5EF4-FFF2-40B4-BE49-F238E27FC236}">
                <a16:creationId xmlns:a16="http://schemas.microsoft.com/office/drawing/2014/main" id="{4BE9D931-F9D2-4630-8DF6-B692F1355EDE}"/>
              </a:ext>
            </a:extLst>
          </p:cNvPr>
          <p:cNvSpPr>
            <a:spLocks noGrp="1"/>
          </p:cNvSpPr>
          <p:nvPr/>
        </p:nvSpPr>
        <p:spPr>
          <a:xfrm>
            <a:off x="1786167" y="2981668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66" name="anim_to704_0_1">
            <a:extLst>
              <a:ext uri="{FF2B5EF4-FFF2-40B4-BE49-F238E27FC236}">
                <a16:creationId xmlns:a16="http://schemas.microsoft.com/office/drawing/2014/main" id="{C93FB6B3-CF3C-45E2-9990-E78B61CCA41E}"/>
              </a:ext>
            </a:extLst>
          </p:cNvPr>
          <p:cNvSpPr>
            <a:spLocks noGrp="1"/>
          </p:cNvSpPr>
          <p:nvPr/>
        </p:nvSpPr>
        <p:spPr>
          <a:xfrm>
            <a:off x="2321470" y="2981668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67" name="anim_to708_0_1">
            <a:extLst>
              <a:ext uri="{FF2B5EF4-FFF2-40B4-BE49-F238E27FC236}">
                <a16:creationId xmlns:a16="http://schemas.microsoft.com/office/drawing/2014/main" id="{C25C6D40-4001-4C58-AABB-6970F8987BF6}"/>
              </a:ext>
            </a:extLst>
          </p:cNvPr>
          <p:cNvSpPr>
            <a:spLocks noGrp="1"/>
          </p:cNvSpPr>
          <p:nvPr/>
        </p:nvSpPr>
        <p:spPr>
          <a:xfrm>
            <a:off x="2856773" y="2981668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68" name="anim_to712_0_1">
            <a:extLst>
              <a:ext uri="{FF2B5EF4-FFF2-40B4-BE49-F238E27FC236}">
                <a16:creationId xmlns:a16="http://schemas.microsoft.com/office/drawing/2014/main" id="{F21DAA5A-6511-46C8-BE4E-470A385A86A9}"/>
              </a:ext>
            </a:extLst>
          </p:cNvPr>
          <p:cNvSpPr>
            <a:spLocks noGrp="1"/>
          </p:cNvSpPr>
          <p:nvPr/>
        </p:nvSpPr>
        <p:spPr>
          <a:xfrm>
            <a:off x="3392077" y="2981668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69" name="anim_to716_0_1">
            <a:extLst>
              <a:ext uri="{FF2B5EF4-FFF2-40B4-BE49-F238E27FC236}">
                <a16:creationId xmlns:a16="http://schemas.microsoft.com/office/drawing/2014/main" id="{4B5FCB67-9B64-4FD9-8747-56DBB5CF15B2}"/>
              </a:ext>
            </a:extLst>
          </p:cNvPr>
          <p:cNvSpPr>
            <a:spLocks noGrp="1"/>
          </p:cNvSpPr>
          <p:nvPr/>
        </p:nvSpPr>
        <p:spPr>
          <a:xfrm>
            <a:off x="3927380" y="2981668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70" name="anim_to720_0_1">
            <a:extLst>
              <a:ext uri="{FF2B5EF4-FFF2-40B4-BE49-F238E27FC236}">
                <a16:creationId xmlns:a16="http://schemas.microsoft.com/office/drawing/2014/main" id="{9C3915F5-6C15-424A-94B2-7366BFDC5014}"/>
              </a:ext>
            </a:extLst>
          </p:cNvPr>
          <p:cNvSpPr>
            <a:spLocks noGrp="1"/>
          </p:cNvSpPr>
          <p:nvPr/>
        </p:nvSpPr>
        <p:spPr>
          <a:xfrm>
            <a:off x="4462683" y="2981668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71" name="anim_to724_0_1">
            <a:extLst>
              <a:ext uri="{FF2B5EF4-FFF2-40B4-BE49-F238E27FC236}">
                <a16:creationId xmlns:a16="http://schemas.microsoft.com/office/drawing/2014/main" id="{03904A20-5537-4905-A1C7-972FADCD998B}"/>
              </a:ext>
            </a:extLst>
          </p:cNvPr>
          <p:cNvSpPr>
            <a:spLocks noGrp="1"/>
          </p:cNvSpPr>
          <p:nvPr/>
        </p:nvSpPr>
        <p:spPr>
          <a:xfrm>
            <a:off x="1786167" y="3516971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72" name="anim_to728_0_1">
            <a:extLst>
              <a:ext uri="{FF2B5EF4-FFF2-40B4-BE49-F238E27FC236}">
                <a16:creationId xmlns:a16="http://schemas.microsoft.com/office/drawing/2014/main" id="{C3F1D5C8-7392-426D-81A8-96B4C8311971}"/>
              </a:ext>
            </a:extLst>
          </p:cNvPr>
          <p:cNvSpPr>
            <a:spLocks noGrp="1"/>
          </p:cNvSpPr>
          <p:nvPr/>
        </p:nvSpPr>
        <p:spPr>
          <a:xfrm>
            <a:off x="2321470" y="3516971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73" name="anim_to732_0_1">
            <a:extLst>
              <a:ext uri="{FF2B5EF4-FFF2-40B4-BE49-F238E27FC236}">
                <a16:creationId xmlns:a16="http://schemas.microsoft.com/office/drawing/2014/main" id="{4203C6DD-6EEE-41DA-AECA-E98676BABFEC}"/>
              </a:ext>
            </a:extLst>
          </p:cNvPr>
          <p:cNvSpPr>
            <a:spLocks noGrp="1"/>
          </p:cNvSpPr>
          <p:nvPr/>
        </p:nvSpPr>
        <p:spPr>
          <a:xfrm>
            <a:off x="2856773" y="3516971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74" name="anim_to736_0_1">
            <a:extLst>
              <a:ext uri="{FF2B5EF4-FFF2-40B4-BE49-F238E27FC236}">
                <a16:creationId xmlns:a16="http://schemas.microsoft.com/office/drawing/2014/main" id="{A6043B98-05D6-46C0-8B50-5F07400A9817}"/>
              </a:ext>
            </a:extLst>
          </p:cNvPr>
          <p:cNvSpPr>
            <a:spLocks noGrp="1"/>
          </p:cNvSpPr>
          <p:nvPr/>
        </p:nvSpPr>
        <p:spPr>
          <a:xfrm>
            <a:off x="3392077" y="3516971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75" name="anim_to740_0_1">
            <a:extLst>
              <a:ext uri="{FF2B5EF4-FFF2-40B4-BE49-F238E27FC236}">
                <a16:creationId xmlns:a16="http://schemas.microsoft.com/office/drawing/2014/main" id="{39D8DA25-2A56-4041-9AFD-7FC4054BF2F4}"/>
              </a:ext>
            </a:extLst>
          </p:cNvPr>
          <p:cNvSpPr>
            <a:spLocks noGrp="1"/>
          </p:cNvSpPr>
          <p:nvPr/>
        </p:nvSpPr>
        <p:spPr>
          <a:xfrm>
            <a:off x="3927380" y="3516971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76" name="anim_to744_0_1">
            <a:extLst>
              <a:ext uri="{FF2B5EF4-FFF2-40B4-BE49-F238E27FC236}">
                <a16:creationId xmlns:a16="http://schemas.microsoft.com/office/drawing/2014/main" id="{FDFDF3DD-833F-4D8E-872A-B0CC3F2A1764}"/>
              </a:ext>
            </a:extLst>
          </p:cNvPr>
          <p:cNvSpPr>
            <a:spLocks noGrp="1"/>
          </p:cNvSpPr>
          <p:nvPr/>
        </p:nvSpPr>
        <p:spPr>
          <a:xfrm>
            <a:off x="4462683" y="3516971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77" name="anim_to748_0_1">
            <a:extLst>
              <a:ext uri="{FF2B5EF4-FFF2-40B4-BE49-F238E27FC236}">
                <a16:creationId xmlns:a16="http://schemas.microsoft.com/office/drawing/2014/main" id="{349B69B2-0B6E-45E9-9EF3-75A0B6BA4673}"/>
              </a:ext>
            </a:extLst>
          </p:cNvPr>
          <p:cNvSpPr>
            <a:spLocks noGrp="1"/>
          </p:cNvSpPr>
          <p:nvPr/>
        </p:nvSpPr>
        <p:spPr>
          <a:xfrm>
            <a:off x="1786167" y="4052275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78" name="anim_to752_0_1">
            <a:extLst>
              <a:ext uri="{FF2B5EF4-FFF2-40B4-BE49-F238E27FC236}">
                <a16:creationId xmlns:a16="http://schemas.microsoft.com/office/drawing/2014/main" id="{4D445693-502E-4CD1-B35E-E760AA4AB1FC}"/>
              </a:ext>
            </a:extLst>
          </p:cNvPr>
          <p:cNvSpPr>
            <a:spLocks noGrp="1"/>
          </p:cNvSpPr>
          <p:nvPr/>
        </p:nvSpPr>
        <p:spPr>
          <a:xfrm>
            <a:off x="2321470" y="4052275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79" name="anim_to756_0_1">
            <a:extLst>
              <a:ext uri="{FF2B5EF4-FFF2-40B4-BE49-F238E27FC236}">
                <a16:creationId xmlns:a16="http://schemas.microsoft.com/office/drawing/2014/main" id="{7743808E-2C91-4FF0-868E-6EEE8195DB67}"/>
              </a:ext>
            </a:extLst>
          </p:cNvPr>
          <p:cNvSpPr>
            <a:spLocks noGrp="1"/>
          </p:cNvSpPr>
          <p:nvPr/>
        </p:nvSpPr>
        <p:spPr>
          <a:xfrm>
            <a:off x="2856773" y="4052275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80" name="anim_to760_0_1">
            <a:extLst>
              <a:ext uri="{FF2B5EF4-FFF2-40B4-BE49-F238E27FC236}">
                <a16:creationId xmlns:a16="http://schemas.microsoft.com/office/drawing/2014/main" id="{A1312FFD-F31C-4AE1-8FB8-C6B55CC5BC02}"/>
              </a:ext>
            </a:extLst>
          </p:cNvPr>
          <p:cNvSpPr>
            <a:spLocks noGrp="1"/>
          </p:cNvSpPr>
          <p:nvPr/>
        </p:nvSpPr>
        <p:spPr>
          <a:xfrm>
            <a:off x="3392077" y="4052275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81" name="anim_to764_0_1">
            <a:extLst>
              <a:ext uri="{FF2B5EF4-FFF2-40B4-BE49-F238E27FC236}">
                <a16:creationId xmlns:a16="http://schemas.microsoft.com/office/drawing/2014/main" id="{99D49C71-B78D-41DD-A28D-7489A5ABBB24}"/>
              </a:ext>
            </a:extLst>
          </p:cNvPr>
          <p:cNvSpPr>
            <a:spLocks noGrp="1"/>
          </p:cNvSpPr>
          <p:nvPr/>
        </p:nvSpPr>
        <p:spPr>
          <a:xfrm>
            <a:off x="3927380" y="4052275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82" name="anim_to768_0_1">
            <a:extLst>
              <a:ext uri="{FF2B5EF4-FFF2-40B4-BE49-F238E27FC236}">
                <a16:creationId xmlns:a16="http://schemas.microsoft.com/office/drawing/2014/main" id="{11A1CED9-13D7-49EB-A0B5-457ABE2211FE}"/>
              </a:ext>
            </a:extLst>
          </p:cNvPr>
          <p:cNvSpPr>
            <a:spLocks noGrp="1"/>
          </p:cNvSpPr>
          <p:nvPr/>
        </p:nvSpPr>
        <p:spPr>
          <a:xfrm>
            <a:off x="4462683" y="4052275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83" name="anim_to772_0_1">
            <a:extLst>
              <a:ext uri="{FF2B5EF4-FFF2-40B4-BE49-F238E27FC236}">
                <a16:creationId xmlns:a16="http://schemas.microsoft.com/office/drawing/2014/main" id="{DFABEB98-ACA3-4244-918E-0BACB0E8EF38}"/>
              </a:ext>
            </a:extLst>
          </p:cNvPr>
          <p:cNvSpPr>
            <a:spLocks noGrp="1"/>
          </p:cNvSpPr>
          <p:nvPr/>
        </p:nvSpPr>
        <p:spPr>
          <a:xfrm>
            <a:off x="1786167" y="4587578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84" name="anim_to776_0_1">
            <a:extLst>
              <a:ext uri="{FF2B5EF4-FFF2-40B4-BE49-F238E27FC236}">
                <a16:creationId xmlns:a16="http://schemas.microsoft.com/office/drawing/2014/main" id="{971E754E-315F-46F6-B68C-6AE933CA13C1}"/>
              </a:ext>
            </a:extLst>
          </p:cNvPr>
          <p:cNvSpPr>
            <a:spLocks noGrp="1"/>
          </p:cNvSpPr>
          <p:nvPr/>
        </p:nvSpPr>
        <p:spPr>
          <a:xfrm>
            <a:off x="2321470" y="4587578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85" name="anim_to780_0_1">
            <a:extLst>
              <a:ext uri="{FF2B5EF4-FFF2-40B4-BE49-F238E27FC236}">
                <a16:creationId xmlns:a16="http://schemas.microsoft.com/office/drawing/2014/main" id="{F6A9FDAE-36EC-4259-89E4-BFDB5220DF85}"/>
              </a:ext>
            </a:extLst>
          </p:cNvPr>
          <p:cNvSpPr>
            <a:spLocks noGrp="1"/>
          </p:cNvSpPr>
          <p:nvPr/>
        </p:nvSpPr>
        <p:spPr>
          <a:xfrm>
            <a:off x="2856773" y="4587578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86" name="anim_to784_0_1">
            <a:extLst>
              <a:ext uri="{FF2B5EF4-FFF2-40B4-BE49-F238E27FC236}">
                <a16:creationId xmlns:a16="http://schemas.microsoft.com/office/drawing/2014/main" id="{619382B8-D6A5-4876-9EA6-E52BD2C1B8ED}"/>
              </a:ext>
            </a:extLst>
          </p:cNvPr>
          <p:cNvSpPr>
            <a:spLocks noGrp="1"/>
          </p:cNvSpPr>
          <p:nvPr/>
        </p:nvSpPr>
        <p:spPr>
          <a:xfrm>
            <a:off x="3392077" y="4587578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87" name="anim_to788_0_1">
            <a:extLst>
              <a:ext uri="{FF2B5EF4-FFF2-40B4-BE49-F238E27FC236}">
                <a16:creationId xmlns:a16="http://schemas.microsoft.com/office/drawing/2014/main" id="{0DE4904F-5AB2-4A02-B638-DEB2A0C33477}"/>
              </a:ext>
            </a:extLst>
          </p:cNvPr>
          <p:cNvSpPr>
            <a:spLocks noGrp="1"/>
          </p:cNvSpPr>
          <p:nvPr/>
        </p:nvSpPr>
        <p:spPr>
          <a:xfrm>
            <a:off x="3927380" y="4587578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88" name="anim_to792_0_1">
            <a:extLst>
              <a:ext uri="{FF2B5EF4-FFF2-40B4-BE49-F238E27FC236}">
                <a16:creationId xmlns:a16="http://schemas.microsoft.com/office/drawing/2014/main" id="{34171470-F97A-47C7-8313-30EE37C5A29E}"/>
              </a:ext>
            </a:extLst>
          </p:cNvPr>
          <p:cNvSpPr>
            <a:spLocks noGrp="1"/>
          </p:cNvSpPr>
          <p:nvPr/>
        </p:nvSpPr>
        <p:spPr>
          <a:xfrm>
            <a:off x="4462683" y="4587578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89" name="anim_to795_0_1">
            <a:extLst>
              <a:ext uri="{FF2B5EF4-FFF2-40B4-BE49-F238E27FC236}">
                <a16:creationId xmlns:a16="http://schemas.microsoft.com/office/drawing/2014/main" id="{58564B00-98BD-4D59-8BAC-BAEB357745BB}"/>
              </a:ext>
            </a:extLst>
          </p:cNvPr>
          <p:cNvSpPr>
            <a:spLocks noGrp="1"/>
          </p:cNvSpPr>
          <p:nvPr/>
        </p:nvSpPr>
        <p:spPr>
          <a:xfrm>
            <a:off x="1882066" y="1023172"/>
            <a:ext cx="2864470" cy="58396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678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678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678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Input Image</a:t>
            </a:r>
          </a:p>
        </p:txBody>
      </p:sp>
      <p:sp>
        <p:nvSpPr>
          <p:cNvPr id="90" name="anim_to903_0_1">
            <a:extLst>
              <a:ext uri="{FF2B5EF4-FFF2-40B4-BE49-F238E27FC236}">
                <a16:creationId xmlns:a16="http://schemas.microsoft.com/office/drawing/2014/main" id="{8A1F6EC7-4014-49BE-9B93-7BD32BB3348A}"/>
              </a:ext>
            </a:extLst>
          </p:cNvPr>
          <p:cNvSpPr>
            <a:spLocks noGrp="1"/>
          </p:cNvSpPr>
          <p:nvPr/>
        </p:nvSpPr>
        <p:spPr>
          <a:xfrm>
            <a:off x="8827001" y="1586026"/>
            <a:ext cx="1500697" cy="55401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90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90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3490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Output</a:t>
            </a:r>
          </a:p>
        </p:txBody>
      </p:sp>
      <p:sp>
        <p:nvSpPr>
          <p:cNvPr id="91" name="anim_to1120_0_1">
            <a:extLst>
              <a:ext uri="{FF2B5EF4-FFF2-40B4-BE49-F238E27FC236}">
                <a16:creationId xmlns:a16="http://schemas.microsoft.com/office/drawing/2014/main" id="{D1016E34-44C4-4844-A79E-DC3F0023AD39}"/>
              </a:ext>
            </a:extLst>
          </p:cNvPr>
          <p:cNvSpPr>
            <a:spLocks noGrp="1"/>
          </p:cNvSpPr>
          <p:nvPr/>
        </p:nvSpPr>
        <p:spPr>
          <a:xfrm>
            <a:off x="8676285" y="2446365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92" name="anim_to1122_0_1">
            <a:extLst>
              <a:ext uri="{FF2B5EF4-FFF2-40B4-BE49-F238E27FC236}">
                <a16:creationId xmlns:a16="http://schemas.microsoft.com/office/drawing/2014/main" id="{32B5A3E0-9848-4206-A434-60230F8FA04B}"/>
              </a:ext>
            </a:extLst>
          </p:cNvPr>
          <p:cNvSpPr>
            <a:spLocks noGrp="1"/>
          </p:cNvSpPr>
          <p:nvPr/>
        </p:nvSpPr>
        <p:spPr>
          <a:xfrm>
            <a:off x="9211588" y="2446365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93" name="anim_to1124_0_1">
            <a:extLst>
              <a:ext uri="{FF2B5EF4-FFF2-40B4-BE49-F238E27FC236}">
                <a16:creationId xmlns:a16="http://schemas.microsoft.com/office/drawing/2014/main" id="{7DFD0E5D-1EC9-4BEC-ABCC-DAE726A4E27C}"/>
              </a:ext>
            </a:extLst>
          </p:cNvPr>
          <p:cNvSpPr>
            <a:spLocks noGrp="1"/>
          </p:cNvSpPr>
          <p:nvPr/>
        </p:nvSpPr>
        <p:spPr>
          <a:xfrm>
            <a:off x="9667832" y="2446365"/>
            <a:ext cx="354337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-9</a:t>
            </a:r>
          </a:p>
        </p:txBody>
      </p:sp>
      <p:sp>
        <p:nvSpPr>
          <p:cNvPr id="94" name="anim_to1127_0_1">
            <a:extLst>
              <a:ext uri="{FF2B5EF4-FFF2-40B4-BE49-F238E27FC236}">
                <a16:creationId xmlns:a16="http://schemas.microsoft.com/office/drawing/2014/main" id="{2A0E8AEB-7A95-4943-9C5D-4EE33A64D572}"/>
              </a:ext>
            </a:extLst>
          </p:cNvPr>
          <p:cNvSpPr>
            <a:spLocks noGrp="1"/>
          </p:cNvSpPr>
          <p:nvPr/>
        </p:nvSpPr>
        <p:spPr>
          <a:xfrm>
            <a:off x="10203136" y="2446365"/>
            <a:ext cx="354337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11</a:t>
            </a:r>
          </a:p>
        </p:txBody>
      </p:sp>
      <p:sp>
        <p:nvSpPr>
          <p:cNvPr id="95" name="anim_to1130_0_1">
            <a:extLst>
              <a:ext uri="{FF2B5EF4-FFF2-40B4-BE49-F238E27FC236}">
                <a16:creationId xmlns:a16="http://schemas.microsoft.com/office/drawing/2014/main" id="{D4E3F625-23DF-4A4C-9B5D-AEC6FF0BF981}"/>
              </a:ext>
            </a:extLst>
          </p:cNvPr>
          <p:cNvSpPr>
            <a:spLocks noGrp="1"/>
          </p:cNvSpPr>
          <p:nvPr/>
        </p:nvSpPr>
        <p:spPr>
          <a:xfrm>
            <a:off x="8676285" y="2981668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96" name="anim_to1132_0_1">
            <a:extLst>
              <a:ext uri="{FF2B5EF4-FFF2-40B4-BE49-F238E27FC236}">
                <a16:creationId xmlns:a16="http://schemas.microsoft.com/office/drawing/2014/main" id="{A34E740D-5DDC-4CD5-A56F-74FCBAF59F4F}"/>
              </a:ext>
            </a:extLst>
          </p:cNvPr>
          <p:cNvSpPr>
            <a:spLocks noGrp="1"/>
          </p:cNvSpPr>
          <p:nvPr/>
        </p:nvSpPr>
        <p:spPr>
          <a:xfrm>
            <a:off x="9132529" y="2981668"/>
            <a:ext cx="354337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97" name="anim_to1135_0_1">
            <a:extLst>
              <a:ext uri="{FF2B5EF4-FFF2-40B4-BE49-F238E27FC236}">
                <a16:creationId xmlns:a16="http://schemas.microsoft.com/office/drawing/2014/main" id="{9B22638D-5CFA-4636-8533-6C0415D073DE}"/>
              </a:ext>
            </a:extLst>
          </p:cNvPr>
          <p:cNvSpPr>
            <a:spLocks noGrp="1"/>
          </p:cNvSpPr>
          <p:nvPr/>
        </p:nvSpPr>
        <p:spPr>
          <a:xfrm>
            <a:off x="9667832" y="2981668"/>
            <a:ext cx="354337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-3</a:t>
            </a:r>
          </a:p>
        </p:txBody>
      </p:sp>
      <p:sp>
        <p:nvSpPr>
          <p:cNvPr id="98" name="anim_to1138_0_1">
            <a:extLst>
              <a:ext uri="{FF2B5EF4-FFF2-40B4-BE49-F238E27FC236}">
                <a16:creationId xmlns:a16="http://schemas.microsoft.com/office/drawing/2014/main" id="{2D7176F2-86C9-4B52-B677-ED54AC6D93CF}"/>
              </a:ext>
            </a:extLst>
          </p:cNvPr>
          <p:cNvSpPr>
            <a:spLocks noGrp="1"/>
          </p:cNvSpPr>
          <p:nvPr/>
        </p:nvSpPr>
        <p:spPr>
          <a:xfrm>
            <a:off x="10203136" y="2981668"/>
            <a:ext cx="354337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11</a:t>
            </a:r>
          </a:p>
        </p:txBody>
      </p:sp>
      <p:sp>
        <p:nvSpPr>
          <p:cNvPr id="99" name="anim_to1141_0_1">
            <a:extLst>
              <a:ext uri="{FF2B5EF4-FFF2-40B4-BE49-F238E27FC236}">
                <a16:creationId xmlns:a16="http://schemas.microsoft.com/office/drawing/2014/main" id="{AA3F2D42-826F-4041-AA7D-10A430B0895F}"/>
              </a:ext>
            </a:extLst>
          </p:cNvPr>
          <p:cNvSpPr>
            <a:spLocks noGrp="1"/>
          </p:cNvSpPr>
          <p:nvPr/>
        </p:nvSpPr>
        <p:spPr>
          <a:xfrm>
            <a:off x="8597226" y="3516971"/>
            <a:ext cx="354337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-2</a:t>
            </a:r>
          </a:p>
        </p:txBody>
      </p:sp>
      <p:sp>
        <p:nvSpPr>
          <p:cNvPr id="100" name="anim_to1144_0_1">
            <a:extLst>
              <a:ext uri="{FF2B5EF4-FFF2-40B4-BE49-F238E27FC236}">
                <a16:creationId xmlns:a16="http://schemas.microsoft.com/office/drawing/2014/main" id="{3109EE05-C001-4979-8175-479713226105}"/>
              </a:ext>
            </a:extLst>
          </p:cNvPr>
          <p:cNvSpPr>
            <a:spLocks noGrp="1"/>
          </p:cNvSpPr>
          <p:nvPr/>
        </p:nvSpPr>
        <p:spPr>
          <a:xfrm>
            <a:off x="9211588" y="3516971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101" name="anim_to1146_0_1">
            <a:extLst>
              <a:ext uri="{FF2B5EF4-FFF2-40B4-BE49-F238E27FC236}">
                <a16:creationId xmlns:a16="http://schemas.microsoft.com/office/drawing/2014/main" id="{5F7C4343-C04D-48C2-85B2-499C14067263}"/>
              </a:ext>
            </a:extLst>
          </p:cNvPr>
          <p:cNvSpPr>
            <a:spLocks noGrp="1"/>
          </p:cNvSpPr>
          <p:nvPr/>
        </p:nvSpPr>
        <p:spPr>
          <a:xfrm>
            <a:off x="9667832" y="3516971"/>
            <a:ext cx="354337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-2</a:t>
            </a:r>
          </a:p>
        </p:txBody>
      </p:sp>
      <p:sp>
        <p:nvSpPr>
          <p:cNvPr id="102" name="anim_to1149_0_1">
            <a:extLst>
              <a:ext uri="{FF2B5EF4-FFF2-40B4-BE49-F238E27FC236}">
                <a16:creationId xmlns:a16="http://schemas.microsoft.com/office/drawing/2014/main" id="{1ABD227B-460B-467B-8101-E4F4656161C6}"/>
              </a:ext>
            </a:extLst>
          </p:cNvPr>
          <p:cNvSpPr>
            <a:spLocks noGrp="1"/>
          </p:cNvSpPr>
          <p:nvPr/>
        </p:nvSpPr>
        <p:spPr>
          <a:xfrm>
            <a:off x="10282195" y="3516971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103" name="anim_to1151_0_1">
            <a:extLst>
              <a:ext uri="{FF2B5EF4-FFF2-40B4-BE49-F238E27FC236}">
                <a16:creationId xmlns:a16="http://schemas.microsoft.com/office/drawing/2014/main" id="{8FAB52C7-6B15-48AF-BC92-A6D48475E5DE}"/>
              </a:ext>
            </a:extLst>
          </p:cNvPr>
          <p:cNvSpPr>
            <a:spLocks noGrp="1"/>
          </p:cNvSpPr>
          <p:nvPr/>
        </p:nvSpPr>
        <p:spPr>
          <a:xfrm>
            <a:off x="8597226" y="4052275"/>
            <a:ext cx="354337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-4</a:t>
            </a:r>
          </a:p>
        </p:txBody>
      </p:sp>
      <p:sp>
        <p:nvSpPr>
          <p:cNvPr id="104" name="anim_to1154_0_1">
            <a:extLst>
              <a:ext uri="{FF2B5EF4-FFF2-40B4-BE49-F238E27FC236}">
                <a16:creationId xmlns:a16="http://schemas.microsoft.com/office/drawing/2014/main" id="{9EB40E06-ED79-48E2-94B8-91B988D625AF}"/>
              </a:ext>
            </a:extLst>
          </p:cNvPr>
          <p:cNvSpPr>
            <a:spLocks noGrp="1"/>
          </p:cNvSpPr>
          <p:nvPr/>
        </p:nvSpPr>
        <p:spPr>
          <a:xfrm>
            <a:off x="9211588" y="4052275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05" name="anim_to1156_0_1">
            <a:extLst>
              <a:ext uri="{FF2B5EF4-FFF2-40B4-BE49-F238E27FC236}">
                <a16:creationId xmlns:a16="http://schemas.microsoft.com/office/drawing/2014/main" id="{F1477B1E-B3FE-41A9-A5C4-557EC383A128}"/>
              </a:ext>
            </a:extLst>
          </p:cNvPr>
          <p:cNvSpPr>
            <a:spLocks noGrp="1"/>
          </p:cNvSpPr>
          <p:nvPr/>
        </p:nvSpPr>
        <p:spPr>
          <a:xfrm>
            <a:off x="9746892" y="4052275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06" name="anim_to1158_0_1">
            <a:extLst>
              <a:ext uri="{FF2B5EF4-FFF2-40B4-BE49-F238E27FC236}">
                <a16:creationId xmlns:a16="http://schemas.microsoft.com/office/drawing/2014/main" id="{7D1F575E-93C3-4F0C-8650-0CC162A52D85}"/>
              </a:ext>
            </a:extLst>
          </p:cNvPr>
          <p:cNvSpPr>
            <a:spLocks noGrp="1"/>
          </p:cNvSpPr>
          <p:nvPr/>
        </p:nvSpPr>
        <p:spPr>
          <a:xfrm>
            <a:off x="10282195" y="4052275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107" name="anim_o808_1">
            <a:extLst>
              <a:ext uri="{FF2B5EF4-FFF2-40B4-BE49-F238E27FC236}">
                <a16:creationId xmlns:a16="http://schemas.microsoft.com/office/drawing/2014/main" id="{12C03595-0A64-438F-BB52-1FDE327D14F9}"/>
              </a:ext>
            </a:extLst>
          </p:cNvPr>
          <p:cNvSpPr>
            <a:spLocks noGrp="1"/>
          </p:cNvSpPr>
          <p:nvPr/>
        </p:nvSpPr>
        <p:spPr>
          <a:xfrm>
            <a:off x="3304776" y="3429000"/>
            <a:ext cx="535303" cy="53530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8" name="anim_o813_1">
            <a:extLst>
              <a:ext uri="{FF2B5EF4-FFF2-40B4-BE49-F238E27FC236}">
                <a16:creationId xmlns:a16="http://schemas.microsoft.com/office/drawing/2014/main" id="{DF0F6144-F902-40E6-8E08-ED9E83E43359}"/>
              </a:ext>
            </a:extLst>
          </p:cNvPr>
          <p:cNvSpPr>
            <a:spLocks noGrp="1"/>
          </p:cNvSpPr>
          <p:nvPr/>
        </p:nvSpPr>
        <p:spPr>
          <a:xfrm>
            <a:off x="3840079" y="3429000"/>
            <a:ext cx="535303" cy="53530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9" name="anim_o817_1">
            <a:extLst>
              <a:ext uri="{FF2B5EF4-FFF2-40B4-BE49-F238E27FC236}">
                <a16:creationId xmlns:a16="http://schemas.microsoft.com/office/drawing/2014/main" id="{3169C94A-7A85-4FD1-92C2-377B0B0C248E}"/>
              </a:ext>
            </a:extLst>
          </p:cNvPr>
          <p:cNvSpPr>
            <a:spLocks noGrp="1"/>
          </p:cNvSpPr>
          <p:nvPr/>
        </p:nvSpPr>
        <p:spPr>
          <a:xfrm>
            <a:off x="4375382" y="3429000"/>
            <a:ext cx="535303" cy="53530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0" name="anim_o821_1">
            <a:extLst>
              <a:ext uri="{FF2B5EF4-FFF2-40B4-BE49-F238E27FC236}">
                <a16:creationId xmlns:a16="http://schemas.microsoft.com/office/drawing/2014/main" id="{52084207-9B92-44B3-8B5A-2FFD0BCC4F8A}"/>
              </a:ext>
            </a:extLst>
          </p:cNvPr>
          <p:cNvSpPr>
            <a:spLocks noGrp="1"/>
          </p:cNvSpPr>
          <p:nvPr/>
        </p:nvSpPr>
        <p:spPr>
          <a:xfrm>
            <a:off x="3304776" y="3964303"/>
            <a:ext cx="535303" cy="53530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1" name="anim_o826_1">
            <a:extLst>
              <a:ext uri="{FF2B5EF4-FFF2-40B4-BE49-F238E27FC236}">
                <a16:creationId xmlns:a16="http://schemas.microsoft.com/office/drawing/2014/main" id="{761FBACB-830E-49A9-B948-A273016BF145}"/>
              </a:ext>
            </a:extLst>
          </p:cNvPr>
          <p:cNvSpPr>
            <a:spLocks noGrp="1"/>
          </p:cNvSpPr>
          <p:nvPr/>
        </p:nvSpPr>
        <p:spPr>
          <a:xfrm>
            <a:off x="3840079" y="3964303"/>
            <a:ext cx="535303" cy="53530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2" name="anim_o830_1">
            <a:extLst>
              <a:ext uri="{FF2B5EF4-FFF2-40B4-BE49-F238E27FC236}">
                <a16:creationId xmlns:a16="http://schemas.microsoft.com/office/drawing/2014/main" id="{7759CD43-2BB3-40D0-A75A-61D3C5E46CAC}"/>
              </a:ext>
            </a:extLst>
          </p:cNvPr>
          <p:cNvSpPr>
            <a:spLocks noGrp="1"/>
          </p:cNvSpPr>
          <p:nvPr/>
        </p:nvSpPr>
        <p:spPr>
          <a:xfrm>
            <a:off x="4375382" y="3964303"/>
            <a:ext cx="535303" cy="53530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3" name="anim_o834_1">
            <a:extLst>
              <a:ext uri="{FF2B5EF4-FFF2-40B4-BE49-F238E27FC236}">
                <a16:creationId xmlns:a16="http://schemas.microsoft.com/office/drawing/2014/main" id="{F5D4B947-9DA6-4C46-9760-ECDCB93D9932}"/>
              </a:ext>
            </a:extLst>
          </p:cNvPr>
          <p:cNvSpPr>
            <a:spLocks noGrp="1"/>
          </p:cNvSpPr>
          <p:nvPr/>
        </p:nvSpPr>
        <p:spPr>
          <a:xfrm>
            <a:off x="3304776" y="4499607"/>
            <a:ext cx="535303" cy="53530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4" name="anim_o839_1">
            <a:extLst>
              <a:ext uri="{FF2B5EF4-FFF2-40B4-BE49-F238E27FC236}">
                <a16:creationId xmlns:a16="http://schemas.microsoft.com/office/drawing/2014/main" id="{ED38879A-26E0-4D75-A236-FA2079CA41E3}"/>
              </a:ext>
            </a:extLst>
          </p:cNvPr>
          <p:cNvSpPr>
            <a:spLocks noGrp="1"/>
          </p:cNvSpPr>
          <p:nvPr/>
        </p:nvSpPr>
        <p:spPr>
          <a:xfrm>
            <a:off x="3840079" y="4499607"/>
            <a:ext cx="535303" cy="53530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5" name="anim_o843_1">
            <a:extLst>
              <a:ext uri="{FF2B5EF4-FFF2-40B4-BE49-F238E27FC236}">
                <a16:creationId xmlns:a16="http://schemas.microsoft.com/office/drawing/2014/main" id="{4AA9EB1A-74D1-4D94-BF46-5A3B806D4575}"/>
              </a:ext>
            </a:extLst>
          </p:cNvPr>
          <p:cNvSpPr>
            <a:spLocks noGrp="1"/>
          </p:cNvSpPr>
          <p:nvPr/>
        </p:nvSpPr>
        <p:spPr>
          <a:xfrm>
            <a:off x="4375382" y="4499607"/>
            <a:ext cx="535303" cy="53530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6" name="anim_to809_0_1">
            <a:extLst>
              <a:ext uri="{FF2B5EF4-FFF2-40B4-BE49-F238E27FC236}">
                <a16:creationId xmlns:a16="http://schemas.microsoft.com/office/drawing/2014/main" id="{F7DB8D8A-6022-4DE3-BF8A-15366D56A488}"/>
              </a:ext>
            </a:extLst>
          </p:cNvPr>
          <p:cNvSpPr>
            <a:spLocks noGrp="1"/>
          </p:cNvSpPr>
          <p:nvPr/>
        </p:nvSpPr>
        <p:spPr>
          <a:xfrm>
            <a:off x="3496550" y="3516971"/>
            <a:ext cx="354337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17" name="anim_to814_0_1">
            <a:extLst>
              <a:ext uri="{FF2B5EF4-FFF2-40B4-BE49-F238E27FC236}">
                <a16:creationId xmlns:a16="http://schemas.microsoft.com/office/drawing/2014/main" id="{E1C2A675-0F44-48B1-8375-985CADDB9E71}"/>
              </a:ext>
            </a:extLst>
          </p:cNvPr>
          <p:cNvSpPr>
            <a:spLocks noGrp="1"/>
          </p:cNvSpPr>
          <p:nvPr/>
        </p:nvSpPr>
        <p:spPr>
          <a:xfrm>
            <a:off x="4110913" y="3516971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18" name="anim_to818_0_1">
            <a:extLst>
              <a:ext uri="{FF2B5EF4-FFF2-40B4-BE49-F238E27FC236}">
                <a16:creationId xmlns:a16="http://schemas.microsoft.com/office/drawing/2014/main" id="{4C0FD8E6-69DB-423B-BDC5-5688DEE71C2F}"/>
              </a:ext>
            </a:extLst>
          </p:cNvPr>
          <p:cNvSpPr>
            <a:spLocks noGrp="1"/>
          </p:cNvSpPr>
          <p:nvPr/>
        </p:nvSpPr>
        <p:spPr>
          <a:xfrm>
            <a:off x="4646216" y="3516971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19" name="anim_to822_0_1">
            <a:extLst>
              <a:ext uri="{FF2B5EF4-FFF2-40B4-BE49-F238E27FC236}">
                <a16:creationId xmlns:a16="http://schemas.microsoft.com/office/drawing/2014/main" id="{19FA2AA1-25B3-4497-BF3F-A7A83A9BEE25}"/>
              </a:ext>
            </a:extLst>
          </p:cNvPr>
          <p:cNvSpPr>
            <a:spLocks noGrp="1"/>
          </p:cNvSpPr>
          <p:nvPr/>
        </p:nvSpPr>
        <p:spPr>
          <a:xfrm>
            <a:off x="3496550" y="4052275"/>
            <a:ext cx="354337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20" name="anim_to827_0_1">
            <a:extLst>
              <a:ext uri="{FF2B5EF4-FFF2-40B4-BE49-F238E27FC236}">
                <a16:creationId xmlns:a16="http://schemas.microsoft.com/office/drawing/2014/main" id="{FB66104F-43B1-4AEA-86D3-83E36B719171}"/>
              </a:ext>
            </a:extLst>
          </p:cNvPr>
          <p:cNvSpPr>
            <a:spLocks noGrp="1"/>
          </p:cNvSpPr>
          <p:nvPr/>
        </p:nvSpPr>
        <p:spPr>
          <a:xfrm>
            <a:off x="4110913" y="4052275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21" name="anim_to831_0_1">
            <a:extLst>
              <a:ext uri="{FF2B5EF4-FFF2-40B4-BE49-F238E27FC236}">
                <a16:creationId xmlns:a16="http://schemas.microsoft.com/office/drawing/2014/main" id="{763EC467-798A-4553-9180-3B77C8E7ABBC}"/>
              </a:ext>
            </a:extLst>
          </p:cNvPr>
          <p:cNvSpPr>
            <a:spLocks noGrp="1"/>
          </p:cNvSpPr>
          <p:nvPr/>
        </p:nvSpPr>
        <p:spPr>
          <a:xfrm>
            <a:off x="4646216" y="4052275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22" name="anim_to835_0_1">
            <a:extLst>
              <a:ext uri="{FF2B5EF4-FFF2-40B4-BE49-F238E27FC236}">
                <a16:creationId xmlns:a16="http://schemas.microsoft.com/office/drawing/2014/main" id="{F86A0A04-7294-47D9-A4EC-478EBD4FF1AA}"/>
              </a:ext>
            </a:extLst>
          </p:cNvPr>
          <p:cNvSpPr>
            <a:spLocks noGrp="1"/>
          </p:cNvSpPr>
          <p:nvPr/>
        </p:nvSpPr>
        <p:spPr>
          <a:xfrm>
            <a:off x="3496550" y="4587578"/>
            <a:ext cx="354337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23" name="anim_to840_0_1">
            <a:extLst>
              <a:ext uri="{FF2B5EF4-FFF2-40B4-BE49-F238E27FC236}">
                <a16:creationId xmlns:a16="http://schemas.microsoft.com/office/drawing/2014/main" id="{B33C3C29-E177-4F84-ACCF-007C7F52AB91}"/>
              </a:ext>
            </a:extLst>
          </p:cNvPr>
          <p:cNvSpPr>
            <a:spLocks noGrp="1"/>
          </p:cNvSpPr>
          <p:nvPr/>
        </p:nvSpPr>
        <p:spPr>
          <a:xfrm>
            <a:off x="4110913" y="4587578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24" name="anim_to844_0_1">
            <a:extLst>
              <a:ext uri="{FF2B5EF4-FFF2-40B4-BE49-F238E27FC236}">
                <a16:creationId xmlns:a16="http://schemas.microsoft.com/office/drawing/2014/main" id="{5FC26CEC-6071-4E70-8FEA-0AA965641B55}"/>
              </a:ext>
            </a:extLst>
          </p:cNvPr>
          <p:cNvSpPr>
            <a:spLocks noGrp="1"/>
          </p:cNvSpPr>
          <p:nvPr/>
        </p:nvSpPr>
        <p:spPr>
          <a:xfrm>
            <a:off x="4646216" y="4587578"/>
            <a:ext cx="196219" cy="359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64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64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25" name="anim_o808_2">
            <a:extLst>
              <a:ext uri="{FF2B5EF4-FFF2-40B4-BE49-F238E27FC236}">
                <a16:creationId xmlns:a16="http://schemas.microsoft.com/office/drawing/2014/main" id="{2461352D-7AB3-4BF6-9B87-58B43DB6119B}"/>
              </a:ext>
            </a:extLst>
          </p:cNvPr>
          <p:cNvSpPr>
            <a:spLocks noGrp="1"/>
          </p:cNvSpPr>
          <p:nvPr/>
        </p:nvSpPr>
        <p:spPr>
          <a:xfrm>
            <a:off x="5675405" y="2626045"/>
            <a:ext cx="535303" cy="535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6" name="anim_o813_2">
            <a:extLst>
              <a:ext uri="{FF2B5EF4-FFF2-40B4-BE49-F238E27FC236}">
                <a16:creationId xmlns:a16="http://schemas.microsoft.com/office/drawing/2014/main" id="{D6C7DC9A-6F9D-4860-B342-6307D2AC1FB4}"/>
              </a:ext>
            </a:extLst>
          </p:cNvPr>
          <p:cNvSpPr>
            <a:spLocks noGrp="1"/>
          </p:cNvSpPr>
          <p:nvPr/>
        </p:nvSpPr>
        <p:spPr>
          <a:xfrm>
            <a:off x="6210708" y="2626045"/>
            <a:ext cx="535303" cy="535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7" name="anim_o817_2">
            <a:extLst>
              <a:ext uri="{FF2B5EF4-FFF2-40B4-BE49-F238E27FC236}">
                <a16:creationId xmlns:a16="http://schemas.microsoft.com/office/drawing/2014/main" id="{4A5E413C-36DB-4BDD-9912-589F0FF00DA8}"/>
              </a:ext>
            </a:extLst>
          </p:cNvPr>
          <p:cNvSpPr>
            <a:spLocks noGrp="1"/>
          </p:cNvSpPr>
          <p:nvPr/>
        </p:nvSpPr>
        <p:spPr>
          <a:xfrm>
            <a:off x="6746011" y="2626045"/>
            <a:ext cx="535303" cy="535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8" name="anim_o821_2">
            <a:extLst>
              <a:ext uri="{FF2B5EF4-FFF2-40B4-BE49-F238E27FC236}">
                <a16:creationId xmlns:a16="http://schemas.microsoft.com/office/drawing/2014/main" id="{E4DF6776-6E0F-4BD5-8E4A-C7B95C245EE2}"/>
              </a:ext>
            </a:extLst>
          </p:cNvPr>
          <p:cNvSpPr>
            <a:spLocks noGrp="1"/>
          </p:cNvSpPr>
          <p:nvPr/>
        </p:nvSpPr>
        <p:spPr>
          <a:xfrm>
            <a:off x="5675405" y="3161348"/>
            <a:ext cx="535303" cy="535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9" name="anim_o826_2">
            <a:extLst>
              <a:ext uri="{FF2B5EF4-FFF2-40B4-BE49-F238E27FC236}">
                <a16:creationId xmlns:a16="http://schemas.microsoft.com/office/drawing/2014/main" id="{897D11CD-03C6-42D3-B598-E88EBE7075C4}"/>
              </a:ext>
            </a:extLst>
          </p:cNvPr>
          <p:cNvSpPr>
            <a:spLocks noGrp="1"/>
          </p:cNvSpPr>
          <p:nvPr/>
        </p:nvSpPr>
        <p:spPr>
          <a:xfrm>
            <a:off x="6210708" y="3161348"/>
            <a:ext cx="535303" cy="535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0" name="anim_o830_2">
            <a:extLst>
              <a:ext uri="{FF2B5EF4-FFF2-40B4-BE49-F238E27FC236}">
                <a16:creationId xmlns:a16="http://schemas.microsoft.com/office/drawing/2014/main" id="{DB1B7B7E-136B-4324-AE95-CDDC6FF8173A}"/>
              </a:ext>
            </a:extLst>
          </p:cNvPr>
          <p:cNvSpPr>
            <a:spLocks noGrp="1"/>
          </p:cNvSpPr>
          <p:nvPr/>
        </p:nvSpPr>
        <p:spPr>
          <a:xfrm>
            <a:off x="6746011" y="3161348"/>
            <a:ext cx="535303" cy="535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1" name="anim_o834_2">
            <a:extLst>
              <a:ext uri="{FF2B5EF4-FFF2-40B4-BE49-F238E27FC236}">
                <a16:creationId xmlns:a16="http://schemas.microsoft.com/office/drawing/2014/main" id="{A982B0AC-DD74-43ED-8234-EDD7D8C4E2AB}"/>
              </a:ext>
            </a:extLst>
          </p:cNvPr>
          <p:cNvSpPr>
            <a:spLocks noGrp="1"/>
          </p:cNvSpPr>
          <p:nvPr/>
        </p:nvSpPr>
        <p:spPr>
          <a:xfrm>
            <a:off x="5675405" y="3696652"/>
            <a:ext cx="535303" cy="535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2" name="anim_o839_2">
            <a:extLst>
              <a:ext uri="{FF2B5EF4-FFF2-40B4-BE49-F238E27FC236}">
                <a16:creationId xmlns:a16="http://schemas.microsoft.com/office/drawing/2014/main" id="{3E5D943B-4A1C-45A0-ACF3-487DAEBCFAE6}"/>
              </a:ext>
            </a:extLst>
          </p:cNvPr>
          <p:cNvSpPr>
            <a:spLocks noGrp="1"/>
          </p:cNvSpPr>
          <p:nvPr/>
        </p:nvSpPr>
        <p:spPr>
          <a:xfrm>
            <a:off x="6210708" y="3696652"/>
            <a:ext cx="535303" cy="535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3" name="anim_o843_2">
            <a:extLst>
              <a:ext uri="{FF2B5EF4-FFF2-40B4-BE49-F238E27FC236}">
                <a16:creationId xmlns:a16="http://schemas.microsoft.com/office/drawing/2014/main" id="{D627DF26-A705-4E02-8A0D-4DAA7194CEF1}"/>
              </a:ext>
            </a:extLst>
          </p:cNvPr>
          <p:cNvSpPr>
            <a:spLocks noGrp="1"/>
          </p:cNvSpPr>
          <p:nvPr/>
        </p:nvSpPr>
        <p:spPr>
          <a:xfrm>
            <a:off x="6746011" y="3696652"/>
            <a:ext cx="535303" cy="535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4" name="anim_to911_0_1">
            <a:extLst>
              <a:ext uri="{FF2B5EF4-FFF2-40B4-BE49-F238E27FC236}">
                <a16:creationId xmlns:a16="http://schemas.microsoft.com/office/drawing/2014/main" id="{2763F98A-DF8A-46A8-BDD9-23D0A4F06DE0}"/>
              </a:ext>
            </a:extLst>
          </p:cNvPr>
          <p:cNvSpPr>
            <a:spLocks noGrp="1"/>
          </p:cNvSpPr>
          <p:nvPr/>
        </p:nvSpPr>
        <p:spPr>
          <a:xfrm>
            <a:off x="5157150" y="3077567"/>
            <a:ext cx="277075" cy="70286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2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2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2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*</a:t>
            </a:r>
          </a:p>
        </p:txBody>
      </p:sp>
      <p:sp>
        <p:nvSpPr>
          <p:cNvPr id="135" name="anim_to847_0_1">
            <a:extLst>
              <a:ext uri="{FF2B5EF4-FFF2-40B4-BE49-F238E27FC236}">
                <a16:creationId xmlns:a16="http://schemas.microsoft.com/office/drawing/2014/main" id="{57D42999-7910-4827-B23D-5AEBDAA90AF3}"/>
              </a:ext>
            </a:extLst>
          </p:cNvPr>
          <p:cNvSpPr>
            <a:spLocks noGrp="1"/>
          </p:cNvSpPr>
          <p:nvPr/>
        </p:nvSpPr>
        <p:spPr>
          <a:xfrm>
            <a:off x="5757301" y="1894315"/>
            <a:ext cx="1461167" cy="53904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396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396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pPr>
            <a:r>
              <a:rPr sz="3396" b="1">
                <a:solidFill>
                  <a:srgbClr val="FFFF00"/>
                </a:solidFill>
                <a:latin typeface="Consolas"/>
                <a:ea typeface="Consolas"/>
                <a:cs typeface="Consolas"/>
              </a:rPr>
              <a:t>Filter</a:t>
            </a:r>
          </a:p>
        </p:txBody>
      </p:sp>
      <p:sp>
        <p:nvSpPr>
          <p:cNvPr id="136" name="anim_to915_0_1">
            <a:extLst>
              <a:ext uri="{FF2B5EF4-FFF2-40B4-BE49-F238E27FC236}">
                <a16:creationId xmlns:a16="http://schemas.microsoft.com/office/drawing/2014/main" id="{29A550FF-8627-477E-BEAB-1709CEE3FC06}"/>
              </a:ext>
            </a:extLst>
          </p:cNvPr>
          <p:cNvSpPr>
            <a:spLocks noGrp="1"/>
          </p:cNvSpPr>
          <p:nvPr/>
        </p:nvSpPr>
        <p:spPr>
          <a:xfrm>
            <a:off x="7619174" y="3077567"/>
            <a:ext cx="459820" cy="70286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2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2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2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137" name="anim_to1160_0_1">
            <a:extLst>
              <a:ext uri="{FF2B5EF4-FFF2-40B4-BE49-F238E27FC236}">
                <a16:creationId xmlns:a16="http://schemas.microsoft.com/office/drawing/2014/main" id="{65F53343-373B-49AB-9F97-02DA145AB97C}"/>
              </a:ext>
            </a:extLst>
          </p:cNvPr>
          <p:cNvSpPr>
            <a:spLocks noGrp="1"/>
          </p:cNvSpPr>
          <p:nvPr/>
        </p:nvSpPr>
        <p:spPr>
          <a:xfrm>
            <a:off x="8135232" y="4727872"/>
            <a:ext cx="2884235" cy="53904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396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396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3396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Feature Map!</a:t>
            </a:r>
          </a:p>
        </p:txBody>
      </p:sp>
      <p:sp>
        <p:nvSpPr>
          <p:cNvPr id="138" name="anim_to1173_0_1">
            <a:extLst>
              <a:ext uri="{FF2B5EF4-FFF2-40B4-BE49-F238E27FC236}">
                <a16:creationId xmlns:a16="http://schemas.microsoft.com/office/drawing/2014/main" id="{3328D4E9-C2A7-44F6-BEF0-B6CE2603D0BD}"/>
              </a:ext>
            </a:extLst>
          </p:cNvPr>
          <p:cNvSpPr>
            <a:spLocks noGrp="1"/>
          </p:cNvSpPr>
          <p:nvPr/>
        </p:nvSpPr>
        <p:spPr>
          <a:xfrm>
            <a:off x="2883076" y="4698235"/>
            <a:ext cx="1460568" cy="64657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073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073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4073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n x n</a:t>
            </a:r>
          </a:p>
        </p:txBody>
      </p:sp>
      <p:sp>
        <p:nvSpPr>
          <p:cNvPr id="139" name="anim_to1179_0_1">
            <a:extLst>
              <a:ext uri="{FF2B5EF4-FFF2-40B4-BE49-F238E27FC236}">
                <a16:creationId xmlns:a16="http://schemas.microsoft.com/office/drawing/2014/main" id="{7E6121A1-E680-45B4-96D6-BEC7468450B8}"/>
              </a:ext>
            </a:extLst>
          </p:cNvPr>
          <p:cNvSpPr>
            <a:spLocks noGrp="1"/>
          </p:cNvSpPr>
          <p:nvPr/>
        </p:nvSpPr>
        <p:spPr>
          <a:xfrm>
            <a:off x="5716633" y="4033037"/>
            <a:ext cx="1460568" cy="64657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073" b="0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073" b="0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pPr>
            <a:r>
              <a:rPr sz="4073" b="0">
                <a:solidFill>
                  <a:srgbClr val="FFFF00"/>
                </a:solidFill>
                <a:latin typeface="Consolas"/>
                <a:ea typeface="Consolas"/>
                <a:cs typeface="Consolas"/>
              </a:rPr>
              <a:t>f x f</a:t>
            </a:r>
          </a:p>
        </p:txBody>
      </p:sp>
      <p:sp>
        <p:nvSpPr>
          <p:cNvPr id="140" name="anim_to1185_0_1">
            <a:extLst>
              <a:ext uri="{FF2B5EF4-FFF2-40B4-BE49-F238E27FC236}">
                <a16:creationId xmlns:a16="http://schemas.microsoft.com/office/drawing/2014/main" id="{A3A79E4E-E070-4B22-8C06-AF3EF71B50F5}"/>
              </a:ext>
            </a:extLst>
          </p:cNvPr>
          <p:cNvSpPr>
            <a:spLocks noGrp="1"/>
          </p:cNvSpPr>
          <p:nvPr/>
        </p:nvSpPr>
        <p:spPr>
          <a:xfrm>
            <a:off x="7991445" y="4795160"/>
            <a:ext cx="2228701" cy="45260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51" b="0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851" b="0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2851" b="0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(n - f + 1)</a:t>
            </a:r>
          </a:p>
        </p:txBody>
      </p:sp>
      <p:sp>
        <p:nvSpPr>
          <p:cNvPr id="141" name="anim_to1185_1_1">
            <a:extLst>
              <a:ext uri="{FF2B5EF4-FFF2-40B4-BE49-F238E27FC236}">
                <a16:creationId xmlns:a16="http://schemas.microsoft.com/office/drawing/2014/main" id="{678E0828-668A-4D10-A8DE-1F6F5BF126FA}"/>
              </a:ext>
            </a:extLst>
          </p:cNvPr>
          <p:cNvSpPr>
            <a:spLocks noGrp="1"/>
          </p:cNvSpPr>
          <p:nvPr/>
        </p:nvSpPr>
        <p:spPr>
          <a:xfrm>
            <a:off x="8987173" y="5216986"/>
            <a:ext cx="237246" cy="45260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51" b="0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851" b="0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2851" b="0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x</a:t>
            </a:r>
          </a:p>
        </p:txBody>
      </p:sp>
      <p:sp>
        <p:nvSpPr>
          <p:cNvPr id="142" name="anim_to1185_2_1">
            <a:extLst>
              <a:ext uri="{FF2B5EF4-FFF2-40B4-BE49-F238E27FC236}">
                <a16:creationId xmlns:a16="http://schemas.microsoft.com/office/drawing/2014/main" id="{486D5F60-3675-4CA0-822C-64D66F544BA0}"/>
              </a:ext>
            </a:extLst>
          </p:cNvPr>
          <p:cNvSpPr>
            <a:spLocks noGrp="1"/>
          </p:cNvSpPr>
          <p:nvPr/>
        </p:nvSpPr>
        <p:spPr>
          <a:xfrm>
            <a:off x="7991445" y="5627951"/>
            <a:ext cx="2228701" cy="45260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51" b="0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851" b="0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2851" b="0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(n - f + 1)</a:t>
            </a:r>
          </a:p>
        </p:txBody>
      </p:sp>
      <p:sp>
        <p:nvSpPr>
          <p:cNvPr id="143" name="anim_o1216_1">
            <a:extLst>
              <a:ext uri="{FF2B5EF4-FFF2-40B4-BE49-F238E27FC236}">
                <a16:creationId xmlns:a16="http://schemas.microsoft.com/office/drawing/2014/main" id="{9BFF3619-C072-4812-B946-AC1A08ADB2DF}"/>
              </a:ext>
            </a:extLst>
          </p:cNvPr>
          <p:cNvSpPr>
            <a:spLocks noGrp="1"/>
          </p:cNvSpPr>
          <p:nvPr/>
        </p:nvSpPr>
        <p:spPr>
          <a:xfrm>
            <a:off x="7730587" y="4678228"/>
            <a:ext cx="2930512" cy="1519258"/>
          </a:xfrm>
          <a:prstGeom prst="rect">
            <a:avLst/>
          </a:prstGeom>
          <a:noFill/>
          <a:ln w="38100">
            <a:solidFill>
              <a:srgbClr val="FC625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917724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3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944413 -0.117083 E" pathEditMode="relative" ptsTypes="">
                                      <p:cBhvr>
                                        <p:cTn id="6" dur="8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944413 -0.117083 E" pathEditMode="relative" ptsTypes="">
                                      <p:cBhvr>
                                        <p:cTn id="8" dur="8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944413 -0.117083 E" pathEditMode="relative" ptsTypes="">
                                      <p:cBhvr>
                                        <p:cTn id="10" dur="8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944413 -0.117083 E" pathEditMode="relative" ptsTypes="">
                                      <p:cBhvr>
                                        <p:cTn id="12" dur="8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944413 -0.117083 E" pathEditMode="relative" ptsTypes="">
                                      <p:cBhvr>
                                        <p:cTn id="14" dur="8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944413 -0.117083 E" pathEditMode="relative" ptsTypes="">
                                      <p:cBhvr>
                                        <p:cTn id="16" dur="8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944413 -0.117083 E" pathEditMode="relative" ptsTypes="">
                                      <p:cBhvr>
                                        <p:cTn id="18" dur="8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944413 -0.117083 E" pathEditMode="relative" ptsTypes="">
                                      <p:cBhvr>
                                        <p:cTn id="20" dur="8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944413 -0.117083 E" pathEditMode="relative" ptsTypes="">
                                      <p:cBhvr>
                                        <p:cTn id="22" dur="8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944413 -0.117083 E" pathEditMode="relative" ptsTypes="">
                                      <p:cBhvr>
                                        <p:cTn id="24" dur="8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944413 -0.117083 E" pathEditMode="relative" ptsTypes="">
                                      <p:cBhvr>
                                        <p:cTn id="26" dur="8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944413 -0.117083 E" pathEditMode="relative" ptsTypes="">
                                      <p:cBhvr>
                                        <p:cTn id="28" dur="8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944413 -0.117083 E" pathEditMode="relative" ptsTypes="">
                                      <p:cBhvr>
                                        <p:cTn id="30" dur="8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944413 -0.117083 E" pathEditMode="relative" ptsTypes="">
                                      <p:cBhvr>
                                        <p:cTn id="32" dur="8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944413 -0.117083 E" pathEditMode="relative" ptsTypes="">
                                      <p:cBhvr>
                                        <p:cTn id="34" dur="8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944413 -0.117083 E" pathEditMode="relative" ptsTypes="">
                                      <p:cBhvr>
                                        <p:cTn id="36" dur="8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944413 -0.117083 E" pathEditMode="relative" ptsTypes="">
                                      <p:cBhvr>
                                        <p:cTn id="38" dur="8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944413 -0.117083 E" pathEditMode="relative" ptsTypes="">
                                      <p:cBhvr>
                                        <p:cTn id="40" dur="8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800"/>
                            </p:stCondLst>
                            <p:childTnLst>
                              <p:par>
                                <p:cTn id="42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1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800"/>
                            </p:stCondLst>
                            <p:childTnLst>
                              <p:par>
                                <p:cTn id="9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63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62897 -0.0544595 E" pathEditMode="relative" ptsTypes="">
                                      <p:cBhvr>
                                        <p:cTn id="114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6" dur="1000" fill="hold"/>
                                        <p:tgtEl>
                                          <p:spTgt spid="14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17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5855 -0.0544595 E" pathEditMode="relative" ptsTypes="">
                                      <p:cBhvr>
                                        <p:cTn id="11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0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21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8813 -0.0544595 E" pathEditMode="relative" ptsTypes="">
                                      <p:cBhvr>
                                        <p:cTn id="122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4" dur="1000" fill="hold"/>
                                        <p:tgtEl>
                                          <p:spTgt spid="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25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21771 -0.0544595 E" pathEditMode="relative" ptsTypes="">
                                      <p:cBhvr>
                                        <p:cTn id="1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8" dur="1000" fill="hold"/>
                                        <p:tgtEl>
                                          <p:spTgt spid="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29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74728 -0.0544595 E" pathEditMode="relative" ptsTypes="">
                                      <p:cBhvr>
                                        <p:cTn id="13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1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2" dur="1000" fill="hold"/>
                                        <p:tgtEl>
                                          <p:spTgt spid="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33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27686 -0.0544595 E" pathEditMode="relative" ptsTypes="">
                                      <p:cBhvr>
                                        <p:cTn id="13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6" dur="1000" fill="hold"/>
                                        <p:tgtEl>
                                          <p:spTgt spid="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37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62897 -0.0628226 E" pathEditMode="relative" ptsTypes="">
                                      <p:cBhvr>
                                        <p:cTn id="13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9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0" dur="1000" fill="hold"/>
                                        <p:tgtEl>
                                          <p:spTgt spid="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41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5855 -0.0628226 E" pathEditMode="relative" ptsTypes="">
                                      <p:cBhvr>
                                        <p:cTn id="14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3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4" dur="1000" fill="hold"/>
                                        <p:tgtEl>
                                          <p:spTgt spid="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45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8813 -0.0628226 E" pathEditMode="relative" ptsTypes="">
                                      <p:cBhvr>
                                        <p:cTn id="14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7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8" dur="1000" fill="hold"/>
                                        <p:tgtEl>
                                          <p:spTgt spid="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49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21771 -0.0628226 E" pathEditMode="relative" ptsTypes="">
                                      <p:cBhvr>
                                        <p:cTn id="15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1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2" dur="1000" fill="hold"/>
                                        <p:tgtEl>
                                          <p:spTgt spid="1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53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74728 -0.0628226 E" pathEditMode="relative" ptsTypes="">
                                      <p:cBhvr>
                                        <p:cTn id="15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6" dur="1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57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27686 -0.0628226 E" pathEditMode="relative" ptsTypes="">
                                      <p:cBhvr>
                                        <p:cTn id="15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9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0" dur="1000" fill="hold"/>
                                        <p:tgtEl>
                                          <p:spTgt spid="1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61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62897 -0.0711856 E" pathEditMode="relative" ptsTypes="">
                                      <p:cBhvr>
                                        <p:cTn id="16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3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4" dur="1000" fill="hold"/>
                                        <p:tgtEl>
                                          <p:spTgt spid="1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65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5855 -0.0711856 E" pathEditMode="relative" ptsTypes="">
                                      <p:cBhvr>
                                        <p:cTn id="16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7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8" dur="1000" fill="hold"/>
                                        <p:tgtEl>
                                          <p:spTgt spid="1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69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8813 -0.0711856 E" pathEditMode="relative" ptsTypes="">
                                      <p:cBhvr>
                                        <p:cTn id="17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1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2" dur="1000" fill="hold"/>
                                        <p:tgtEl>
                                          <p:spTgt spid="1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73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21771 -0.0711856 E" pathEditMode="relative" ptsTypes="">
                                      <p:cBhvr>
                                        <p:cTn id="17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6" dur="1000" fill="hold"/>
                                        <p:tgtEl>
                                          <p:spTgt spid="1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77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74728 -0.0711856 E" pathEditMode="relative" ptsTypes="">
                                      <p:cBhvr>
                                        <p:cTn id="17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9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0" dur="1000" fill="hold"/>
                                        <p:tgtEl>
                                          <p:spTgt spid="1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81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27686 -0.0711856 E" pathEditMode="relative" ptsTypes="">
                                      <p:cBhvr>
                                        <p:cTn id="182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3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4" dur="1000" fill="hold"/>
                                        <p:tgtEl>
                                          <p:spTgt spid="1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85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62897 -0.0795487 E" pathEditMode="relative" ptsTypes="">
                                      <p:cBhvr>
                                        <p:cTn id="18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7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8" dur="1000" fill="hold"/>
                                        <p:tgtEl>
                                          <p:spTgt spid="1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89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5855 -0.0795487 E" pathEditMode="relative" ptsTypes="">
                                      <p:cBhvr>
                                        <p:cTn id="19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1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2" dur="1000" fill="hold"/>
                                        <p:tgtEl>
                                          <p:spTgt spid="2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93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8813 -0.0795487 E" pathEditMode="relative" ptsTypes="">
                                      <p:cBhvr>
                                        <p:cTn id="19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6" dur="1000" fill="hold"/>
                                        <p:tgtEl>
                                          <p:spTgt spid="2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97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21771 -0.0795487 E" pathEditMode="relative" ptsTypes="">
                                      <p:cBhvr>
                                        <p:cTn id="19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9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0" dur="1000" fill="hold"/>
                                        <p:tgtEl>
                                          <p:spTgt spid="2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201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74728 -0.0795487 E" pathEditMode="relative" ptsTypes="">
                                      <p:cBhvr>
                                        <p:cTn id="202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3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4" dur="1000" fill="hold"/>
                                        <p:tgtEl>
                                          <p:spTgt spid="2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205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27686 -0.0795487 E" pathEditMode="relative" ptsTypes="">
                                      <p:cBhvr>
                                        <p:cTn id="20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7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8" dur="1000" fill="hold"/>
                                        <p:tgtEl>
                                          <p:spTgt spid="2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209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62897 -0.0879118 E" pathEditMode="relative" ptsTypes="">
                                      <p:cBhvr>
                                        <p:cTn id="21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1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2" dur="1000" fill="hold"/>
                                        <p:tgtEl>
                                          <p:spTgt spid="2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213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5855 -0.0879118 E" pathEditMode="relative" ptsTypes="">
                                      <p:cBhvr>
                                        <p:cTn id="21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6" dur="1000" fill="hold"/>
                                        <p:tgtEl>
                                          <p:spTgt spid="2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217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8813 -0.0879118 E" pathEditMode="relative" ptsTypes="">
                                      <p:cBhvr>
                                        <p:cTn id="21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9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0" dur="1000" fill="hold"/>
                                        <p:tgtEl>
                                          <p:spTgt spid="2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221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21771 -0.0879118 E" pathEditMode="relative" ptsTypes="">
                                      <p:cBhvr>
                                        <p:cTn id="22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3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4" dur="1000" fill="hold"/>
                                        <p:tgtEl>
                                          <p:spTgt spid="2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225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74728 -0.0879118 E" pathEditMode="relative" ptsTypes="">
                                      <p:cBhvr>
                                        <p:cTn id="22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7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8" dur="1000" fill="hold"/>
                                        <p:tgtEl>
                                          <p:spTgt spid="2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229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27686 -0.0879118 E" pathEditMode="relative" ptsTypes="">
                                      <p:cBhvr>
                                        <p:cTn id="23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1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2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233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62897 -0.0962749 E" pathEditMode="relative" ptsTypes="">
                                      <p:cBhvr>
                                        <p:cTn id="23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6" dur="1000" fill="hold"/>
                                        <p:tgtEl>
                                          <p:spTgt spid="3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237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5855 -0.0962749 E" pathEditMode="relative" ptsTypes="">
                                      <p:cBhvr>
                                        <p:cTn id="23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9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0" dur="1000" fill="hold"/>
                                        <p:tgtEl>
                                          <p:spTgt spid="3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241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8813 -0.0962749 E" pathEditMode="relative" ptsTypes="">
                                      <p:cBhvr>
                                        <p:cTn id="242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3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4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245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21771 -0.0962749 E" pathEditMode="relative" ptsTypes="">
                                      <p:cBhvr>
                                        <p:cTn id="24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7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8" dur="1000" fill="hold"/>
                                        <p:tgtEl>
                                          <p:spTgt spid="3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249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74728 -0.0962749 E" pathEditMode="relative" ptsTypes="">
                                      <p:cBhvr>
                                        <p:cTn id="25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1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2" dur="1000" fill="hold"/>
                                        <p:tgtEl>
                                          <p:spTgt spid="3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253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27686 -0.0962749 E" pathEditMode="relative" ptsTypes="">
                                      <p:cBhvr>
                                        <p:cTn id="25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6" dur="1000" fill="hold"/>
                                        <p:tgtEl>
                                          <p:spTgt spid="3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257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34539 -0.0628226 E" pathEditMode="relative" ptsTypes="">
                                      <p:cBhvr>
                                        <p:cTn id="258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9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0" dur="1000" fill="hold"/>
                                        <p:tgtEl>
                                          <p:spTgt spid="3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261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1582 -0.0628226 E" pathEditMode="relative" ptsTypes="">
                                      <p:cBhvr>
                                        <p:cTn id="262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3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4" dur="1000" fill="hold"/>
                                        <p:tgtEl>
                                          <p:spTgt spid="3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265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28624 -0.0628226 E" pathEditMode="relative" ptsTypes="">
                                      <p:cBhvr>
                                        <p:cTn id="26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7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8" dur="1000" fill="hold"/>
                                        <p:tgtEl>
                                          <p:spTgt spid="3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269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5666 -0.0628226 E" pathEditMode="relative" ptsTypes="">
                                      <p:cBhvr>
                                        <p:cTn id="27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1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2" dur="1000" fill="hold"/>
                                        <p:tgtEl>
                                          <p:spTgt spid="4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273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34539 -0.0711856 E" pathEditMode="relative" ptsTypes="">
                                      <p:cBhvr>
                                        <p:cTn id="27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6" dur="1000" fill="hold"/>
                                        <p:tgtEl>
                                          <p:spTgt spid="4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277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1582 -0.0711856 E" pathEditMode="relative" ptsTypes="">
                                      <p:cBhvr>
                                        <p:cTn id="278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9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0" dur="1000" fill="hold"/>
                                        <p:tgtEl>
                                          <p:spTgt spid="4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281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28624 -0.0711856 E" pathEditMode="relative" ptsTypes="">
                                      <p:cBhvr>
                                        <p:cTn id="282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3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4" dur="1000" fill="hold"/>
                                        <p:tgtEl>
                                          <p:spTgt spid="4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285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5666 -0.0711856 E" pathEditMode="relative" ptsTypes="">
                                      <p:cBhvr>
                                        <p:cTn id="28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7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8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289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34539 -0.0795487 E" pathEditMode="relative" ptsTypes="">
                                      <p:cBhvr>
                                        <p:cTn id="29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1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2" dur="1000" fill="hold"/>
                                        <p:tgtEl>
                                          <p:spTgt spid="4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293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1582 -0.0795487 E" pathEditMode="relative" ptsTypes="">
                                      <p:cBhvr>
                                        <p:cTn id="29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6" dur="1000" fill="hold"/>
                                        <p:tgtEl>
                                          <p:spTgt spid="4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297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28624 -0.0795487 E" pathEditMode="relative" ptsTypes="">
                                      <p:cBhvr>
                                        <p:cTn id="298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9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301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5666 -0.0795487 E" pathEditMode="relative" ptsTypes="">
                                      <p:cBhvr>
                                        <p:cTn id="302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3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4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305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34539 -0.0879118 E" pathEditMode="relative" ptsTypes="">
                                      <p:cBhvr>
                                        <p:cTn id="30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7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309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1582 -0.0879118 E" pathEditMode="relative" ptsTypes="">
                                      <p:cBhvr>
                                        <p:cTn id="31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1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2" dur="1000" fill="hold"/>
                                        <p:tgtEl>
                                          <p:spTgt spid="5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313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28624 -0.0879118 E" pathEditMode="relative" ptsTypes="">
                                      <p:cBhvr>
                                        <p:cTn id="314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6" dur="1000" fill="hold"/>
                                        <p:tgtEl>
                                          <p:spTgt spid="5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317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5666 -0.0879118 E" pathEditMode="relative" ptsTypes="">
                                      <p:cBhvr>
                                        <p:cTn id="318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9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0" dur="1000" fill="hold"/>
                                        <p:tgtEl>
                                          <p:spTgt spid="5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32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70962 -0.0544595 E" pathEditMode="relative" ptsTypes="">
                                      <p:cBhvr>
                                        <p:cTn id="322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4" dur="1000" fill="hold"/>
                                        <p:tgtEl>
                                          <p:spTgt spid="5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3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2392 -0.0544595 E" pathEditMode="relative" ptsTypes="">
                                      <p:cBhvr>
                                        <p:cTn id="326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8" dur="1000" fill="hold"/>
                                        <p:tgtEl>
                                          <p:spTgt spid="5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32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6877 -0.0544595 E" pathEditMode="relative" ptsTypes="">
                                      <p:cBhvr>
                                        <p:cTn id="330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2" dur="1000" fill="hold"/>
                                        <p:tgtEl>
                                          <p:spTgt spid="5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33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29835 -0.0544595 E" pathEditMode="relative" ptsTypes="">
                                      <p:cBhvr>
                                        <p:cTn id="334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6" dur="1000" fill="hold"/>
                                        <p:tgtEl>
                                          <p:spTgt spid="5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33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82793 -0.0544595 E" pathEditMode="relative" ptsTypes="">
                                      <p:cBhvr>
                                        <p:cTn id="338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0" dur="1000" fill="hold"/>
                                        <p:tgtEl>
                                          <p:spTgt spid="5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34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35751 -0.0544595 E" pathEditMode="relative" ptsTypes="">
                                      <p:cBhvr>
                                        <p:cTn id="342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4" dur="1000" fill="hold"/>
                                        <p:tgtEl>
                                          <p:spTgt spid="5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34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70962 -0.0628226 E" pathEditMode="relative" ptsTypes="">
                                      <p:cBhvr>
                                        <p:cTn id="346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8" dur="1000" fill="hold"/>
                                        <p:tgtEl>
                                          <p:spTgt spid="5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34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2392 -0.0628226 E" pathEditMode="relative" ptsTypes="">
                                      <p:cBhvr>
                                        <p:cTn id="350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2" dur="1000" fill="hold"/>
                                        <p:tgtEl>
                                          <p:spTgt spid="6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35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6877 -0.0628226 E" pathEditMode="relative" ptsTypes="">
                                      <p:cBhvr>
                                        <p:cTn id="354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6" dur="1000" fill="hold"/>
                                        <p:tgtEl>
                                          <p:spTgt spid="6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35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29835 -0.0628226 E" pathEditMode="relative" ptsTypes="">
                                      <p:cBhvr>
                                        <p:cTn id="358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0" dur="1000" fill="hold"/>
                                        <p:tgtEl>
                                          <p:spTgt spid="6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3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82793 -0.0628226 E" pathEditMode="relative" ptsTypes="">
                                      <p:cBhvr>
                                        <p:cTn id="362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4" dur="1000" fill="hold"/>
                                        <p:tgtEl>
                                          <p:spTgt spid="6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36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35751 -0.0628226 E" pathEditMode="relative" ptsTypes="">
                                      <p:cBhvr>
                                        <p:cTn id="366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8" dur="1000" fill="hold"/>
                                        <p:tgtEl>
                                          <p:spTgt spid="6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36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70962 -0.0711856 E" pathEditMode="relative" ptsTypes="">
                                      <p:cBhvr>
                                        <p:cTn id="370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2" dur="1000" fill="hold"/>
                                        <p:tgtEl>
                                          <p:spTgt spid="6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37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2392 -0.0711856 E" pathEditMode="relative" ptsTypes="">
                                      <p:cBhvr>
                                        <p:cTn id="374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6" dur="1000" fill="hold"/>
                                        <p:tgtEl>
                                          <p:spTgt spid="6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37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6877 -0.0711856 E" pathEditMode="relative" ptsTypes="">
                                      <p:cBhvr>
                                        <p:cTn id="378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0" dur="1000" fill="hold"/>
                                        <p:tgtEl>
                                          <p:spTgt spid="6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38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29835 -0.0711856 E" pathEditMode="relative" ptsTypes="">
                                      <p:cBhvr>
                                        <p:cTn id="382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4" dur="1000" fill="hold"/>
                                        <p:tgtEl>
                                          <p:spTgt spid="6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38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82793 -0.0711856 E" pathEditMode="relative" ptsTypes="">
                                      <p:cBhvr>
                                        <p:cTn id="386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8" dur="1000" fill="hold"/>
                                        <p:tgtEl>
                                          <p:spTgt spid="6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38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35751 -0.0711856 E" pathEditMode="relative" ptsTypes="">
                                      <p:cBhvr>
                                        <p:cTn id="390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2" dur="1000" fill="hold"/>
                                        <p:tgtEl>
                                          <p:spTgt spid="7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39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70962 -0.0795487 E" pathEditMode="relative" ptsTypes="">
                                      <p:cBhvr>
                                        <p:cTn id="394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6" dur="1000" fill="hold"/>
                                        <p:tgtEl>
                                          <p:spTgt spid="7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39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2392 -0.0795487 E" pathEditMode="relative" ptsTypes="">
                                      <p:cBhvr>
                                        <p:cTn id="398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0" dur="1000" fill="hold"/>
                                        <p:tgtEl>
                                          <p:spTgt spid="7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40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6877 -0.0795487 E" pathEditMode="relative" ptsTypes="">
                                      <p:cBhvr>
                                        <p:cTn id="402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4" dur="1000" fill="hold"/>
                                        <p:tgtEl>
                                          <p:spTgt spid="7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40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29835 -0.0795487 E" pathEditMode="relative" ptsTypes="">
                                      <p:cBhvr>
                                        <p:cTn id="406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8" dur="1000" fill="hold"/>
                                        <p:tgtEl>
                                          <p:spTgt spid="7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40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82793 -0.0795487 E" pathEditMode="relative" ptsTypes="">
                                      <p:cBhvr>
                                        <p:cTn id="410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2" dur="1000" fill="hold"/>
                                        <p:tgtEl>
                                          <p:spTgt spid="7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41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35751 -0.0795487 E" pathEditMode="relative" ptsTypes="">
                                      <p:cBhvr>
                                        <p:cTn id="414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6" dur="1000" fill="hold"/>
                                        <p:tgtEl>
                                          <p:spTgt spid="7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41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70962 -0.0879118 E" pathEditMode="relative" ptsTypes="">
                                      <p:cBhvr>
                                        <p:cTn id="418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0" dur="1000" fill="hold"/>
                                        <p:tgtEl>
                                          <p:spTgt spid="7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42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2392 -0.0879118 E" pathEditMode="relative" ptsTypes="">
                                      <p:cBhvr>
                                        <p:cTn id="422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4" dur="1000" fill="hold"/>
                                        <p:tgtEl>
                                          <p:spTgt spid="7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4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6877 -0.0879118 E" pathEditMode="relative" ptsTypes="">
                                      <p:cBhvr>
                                        <p:cTn id="426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8" dur="1000" fill="hold"/>
                                        <p:tgtEl>
                                          <p:spTgt spid="7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42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29835 -0.0879118 E" pathEditMode="relative" ptsTypes="">
                                      <p:cBhvr>
                                        <p:cTn id="430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2" dur="1000" fill="hold"/>
                                        <p:tgtEl>
                                          <p:spTgt spid="8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43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82793 -0.0879118 E" pathEditMode="relative" ptsTypes="">
                                      <p:cBhvr>
                                        <p:cTn id="434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6" dur="1000" fill="hold"/>
                                        <p:tgtEl>
                                          <p:spTgt spid="8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43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35751 -0.0879118 E" pathEditMode="relative" ptsTypes="">
                                      <p:cBhvr>
                                        <p:cTn id="438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0" dur="1000" fill="hold"/>
                                        <p:tgtEl>
                                          <p:spTgt spid="8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44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70962 -0.0962749 E" pathEditMode="relative" ptsTypes="">
                                      <p:cBhvr>
                                        <p:cTn id="442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4" dur="1000" fill="hold"/>
                                        <p:tgtEl>
                                          <p:spTgt spid="8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44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2392 -0.0962749 E" pathEditMode="relative" ptsTypes="">
                                      <p:cBhvr>
                                        <p:cTn id="446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8" dur="1000" fill="hold"/>
                                        <p:tgtEl>
                                          <p:spTgt spid="8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44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6877 -0.0962749 E" pathEditMode="relative" ptsTypes="">
                                      <p:cBhvr>
                                        <p:cTn id="450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2" dur="1000" fill="hold"/>
                                        <p:tgtEl>
                                          <p:spTgt spid="8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45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29835 -0.0962749 E" pathEditMode="relative" ptsTypes="">
                                      <p:cBhvr>
                                        <p:cTn id="454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6" dur="1000" fill="hold"/>
                                        <p:tgtEl>
                                          <p:spTgt spid="8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45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82793 -0.0962749 E" pathEditMode="relative" ptsTypes="">
                                      <p:cBhvr>
                                        <p:cTn id="458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0" dur="1000" fill="hold"/>
                                        <p:tgtEl>
                                          <p:spTgt spid="8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4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35751 -0.0962749 E" pathEditMode="relative" ptsTypes="">
                                      <p:cBhvr>
                                        <p:cTn id="462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4" dur="1000" fill="hold"/>
                                        <p:tgtEl>
                                          <p:spTgt spid="8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46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45292 -0.0423424 E" pathEditMode="relative" ptsTypes="">
                                      <p:cBhvr>
                                        <p:cTn id="466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8" dur="1000" fill="hold"/>
                                        <p:tgtEl>
                                          <p:spTgt spid="8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46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05103 -0.050902 E" pathEditMode="relative" ptsTypes="">
                                      <p:cBhvr>
                                        <p:cTn id="470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2" dur="1000" fill="hold"/>
                                        <p:tgtEl>
                                          <p:spTgt spid="9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47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34539 -0.0628226 E" pathEditMode="relative" ptsTypes="">
                                      <p:cBhvr>
                                        <p:cTn id="474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6" dur="1000" fill="hold"/>
                                        <p:tgtEl>
                                          <p:spTgt spid="9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47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1582 -0.0628226 E" pathEditMode="relative" ptsTypes="">
                                      <p:cBhvr>
                                        <p:cTn id="478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0" dur="1000" fill="hold"/>
                                        <p:tgtEl>
                                          <p:spTgt spid="9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48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28624 -0.0628226 E" pathEditMode="relative" ptsTypes="">
                                      <p:cBhvr>
                                        <p:cTn id="482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4" dur="1000" fill="hold"/>
                                        <p:tgtEl>
                                          <p:spTgt spid="9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48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5666 -0.0628226 E" pathEditMode="relative" ptsTypes="">
                                      <p:cBhvr>
                                        <p:cTn id="486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8" dur="1000" fill="hold"/>
                                        <p:tgtEl>
                                          <p:spTgt spid="9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48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34539 -0.0711856 E" pathEditMode="relative" ptsTypes="">
                                      <p:cBhvr>
                                        <p:cTn id="490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2" dur="1000" fill="hold"/>
                                        <p:tgtEl>
                                          <p:spTgt spid="9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49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1582 -0.0711856 E" pathEditMode="relative" ptsTypes="">
                                      <p:cBhvr>
                                        <p:cTn id="494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6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49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28624 -0.0711856 E" pathEditMode="relative" ptsTypes="">
                                      <p:cBhvr>
                                        <p:cTn id="498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0" dur="1000" fill="hold"/>
                                        <p:tgtEl>
                                          <p:spTgt spid="9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50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5666 -0.0711856 E" pathEditMode="relative" ptsTypes="">
                                      <p:cBhvr>
                                        <p:cTn id="502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4" dur="1000" fill="hold"/>
                                        <p:tgtEl>
                                          <p:spTgt spid="9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50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34539 -0.0795487 E" pathEditMode="relative" ptsTypes="">
                                      <p:cBhvr>
                                        <p:cTn id="506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8" dur="1000" fill="hold"/>
                                        <p:tgtEl>
                                          <p:spTgt spid="9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50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1582 -0.0795487 E" pathEditMode="relative" ptsTypes="">
                                      <p:cBhvr>
                                        <p:cTn id="510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2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51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28624 -0.0795487 E" pathEditMode="relative" ptsTypes="">
                                      <p:cBhvr>
                                        <p:cTn id="514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6" dur="1000" fill="hold"/>
                                        <p:tgtEl>
                                          <p:spTgt spid="10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51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5666 -0.0795487 E" pathEditMode="relative" ptsTypes="">
                                      <p:cBhvr>
                                        <p:cTn id="518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0" dur="1000" fill="hold"/>
                                        <p:tgtEl>
                                          <p:spTgt spid="10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52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34539 -0.0879118 E" pathEditMode="relative" ptsTypes="">
                                      <p:cBhvr>
                                        <p:cTn id="522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4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5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1582 -0.0879118 E" pathEditMode="relative" ptsTypes="">
                                      <p:cBhvr>
                                        <p:cTn id="526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8" dur="1000" fill="hold"/>
                                        <p:tgtEl>
                                          <p:spTgt spid="10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52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28624 -0.0879118 E" pathEditMode="relative" ptsTypes="">
                                      <p:cBhvr>
                                        <p:cTn id="530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32" dur="1000" fill="hold"/>
                                        <p:tgtEl>
                                          <p:spTgt spid="10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53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5666 -0.0879118 E" pathEditMode="relative" ptsTypes="">
                                      <p:cBhvr>
                                        <p:cTn id="534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36" dur="1000" fill="hold"/>
                                        <p:tgtEl>
                                          <p:spTgt spid="10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53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71168 -0.0753672 E" pathEditMode="relative" ptsTypes="">
                                      <p:cBhvr>
                                        <p:cTn id="538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9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0" dur="1000" fill="hold"/>
                                        <p:tgtEl>
                                          <p:spTgt spid="13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54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33602 -0.0556015 E" pathEditMode="relative" ptsTypes="">
                                      <p:cBhvr>
                                        <p:cTn id="542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3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4" dur="1000" fill="hold"/>
                                        <p:tgtEl>
                                          <p:spTgt spid="13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54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53223 -0.0753672 E" pathEditMode="relative" ptsTypes="">
                                      <p:cBhvr>
                                        <p:cTn id="546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7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8" dur="1000" fill="hold"/>
                                        <p:tgtEl>
                                          <p:spTgt spid="13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54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05103 -0.0998703 E" pathEditMode="relative" ptsTypes="">
                                      <p:cBhvr>
                                        <p:cTn id="550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1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52" dur="1000" fill="hold"/>
                                        <p:tgtEl>
                                          <p:spTgt spid="13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553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13441 -0.0670041 E" pathEditMode="relative" ptsTypes="">
                                      <p:cBhvr>
                                        <p:cTn id="554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56" dur="1000" fill="hold"/>
                                        <p:tgtEl>
                                          <p:spTgt spid="12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557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33602 -0.0670041 E" pathEditMode="relative" ptsTypes="">
                                      <p:cBhvr>
                                        <p:cTn id="558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9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60" dur="1000" fill="hold"/>
                                        <p:tgtEl>
                                          <p:spTgt spid="12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561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0644 -0.0670041 E" pathEditMode="relative" ptsTypes="">
                                      <p:cBhvr>
                                        <p:cTn id="562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3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64" dur="1000" fill="hold"/>
                                        <p:tgtEl>
                                          <p:spTgt spid="12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565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13441 -0.0753672 E" pathEditMode="relative" ptsTypes="">
                                      <p:cBhvr>
                                        <p:cTn id="566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7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68" dur="1000" fill="hold"/>
                                        <p:tgtEl>
                                          <p:spTgt spid="12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569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33602 -0.0753672 E" pathEditMode="relative" ptsTypes="">
                                      <p:cBhvr>
                                        <p:cTn id="570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1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72" dur="1000" fill="hold"/>
                                        <p:tgtEl>
                                          <p:spTgt spid="12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573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0644 -0.0753672 E" pathEditMode="relative" ptsTypes="">
                                      <p:cBhvr>
                                        <p:cTn id="574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76" dur="1000" fill="hold"/>
                                        <p:tgtEl>
                                          <p:spTgt spid="13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577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13441 -0.0837302 E" pathEditMode="relative" ptsTypes="">
                                      <p:cBhvr>
                                        <p:cTn id="578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9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80" dur="1000" fill="hold"/>
                                        <p:tgtEl>
                                          <p:spTgt spid="13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581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33602 -0.0837302 E" pathEditMode="relative" ptsTypes="">
                                      <p:cBhvr>
                                        <p:cTn id="582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3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84" dur="1000" fill="hold"/>
                                        <p:tgtEl>
                                          <p:spTgt spid="13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585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0644 -0.0837302 E" pathEditMode="relative" ptsTypes="">
                                      <p:cBhvr>
                                        <p:cTn id="586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7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88" dur="1000" fill="hold"/>
                                        <p:tgtEl>
                                          <p:spTgt spid="13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58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44413 -0.117083 L 0.194979 -0.1840871 E" pathEditMode="relative" ptsTypes="">
                                      <p:cBhvr>
                                        <p:cTn id="590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1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92" dur="1000" fill="hold"/>
                                        <p:tgtEl>
                                          <p:spTgt spid="11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59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44413 -0.117083 L 0.1902747 -0.1840871 E" pathEditMode="relative" ptsTypes="">
                                      <p:cBhvr>
                                        <p:cTn id="594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5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96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59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44413 -0.117083 L 0.1855705 -0.1840871 E" pathEditMode="relative" ptsTypes="">
                                      <p:cBhvr>
                                        <p:cTn id="598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9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0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60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44413 -0.117083 L 0.194979 -0.1924501 E" pathEditMode="relative" ptsTypes="">
                                      <p:cBhvr>
                                        <p:cTn id="602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3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4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60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44413 -0.117083 L 0.1902747 -0.1924501 E" pathEditMode="relative" ptsTypes="">
                                      <p:cBhvr>
                                        <p:cTn id="606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7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8" dur="1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60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44413 -0.117083 L 0.1855705 -0.1924501 E" pathEditMode="relative" ptsTypes="">
                                      <p:cBhvr>
                                        <p:cTn id="610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1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12" dur="1000" fill="hold"/>
                                        <p:tgtEl>
                                          <p:spTgt spid="12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61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44413 -0.117083 L 0.194979 -0.2008132 E" pathEditMode="relative" ptsTypes="">
                                      <p:cBhvr>
                                        <p:cTn id="614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5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16" dur="1000" fill="hold"/>
                                        <p:tgtEl>
                                          <p:spTgt spid="12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61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44413 -0.117083 L 0.1902747 -0.2008132 E" pathEditMode="relative" ptsTypes="">
                                      <p:cBhvr>
                                        <p:cTn id="618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9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20" dur="1000" fill="hold"/>
                                        <p:tgtEl>
                                          <p:spTgt spid="12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62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44413 -0.117083 L 0.1855705 -0.2008132 E" pathEditMode="relative" ptsTypes="">
                                      <p:cBhvr>
                                        <p:cTn id="622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3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24" dur="1000" fill="hold"/>
                                        <p:tgtEl>
                                          <p:spTgt spid="12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5" fill="hold">
                            <p:stCondLst>
                              <p:cond delay="1000"/>
                            </p:stCondLst>
                            <p:childTnLst>
                              <p:par>
                                <p:cTn id="6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8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9" fill="hold">
                            <p:stCondLst>
                              <p:cond delay="2000"/>
                            </p:stCondLst>
                            <p:childTnLst>
                              <p:par>
                                <p:cTn id="6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2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3" fill="hold">
                      <p:stCondLst>
                        <p:cond delay="indefinite"/>
                      </p:stCondLst>
                      <p:childTnLst>
                        <p:par>
                          <p:cTn id="634" fill="hold">
                            <p:stCondLst>
                              <p:cond delay="0"/>
                            </p:stCondLst>
                            <p:childTnLst>
                              <p:par>
                                <p:cTn id="6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7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0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3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4" fill="hold">
                            <p:stCondLst>
                              <p:cond delay="1000"/>
                            </p:stCondLst>
                            <p:childTnLst>
                              <p:par>
                                <p:cTn id="6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7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/>
      <p:bldP spid="53" grpId="1"/>
      <p:bldP spid="54" grpId="0"/>
      <p:bldP spid="54" grpId="1"/>
      <p:bldP spid="55" grpId="0"/>
      <p:bldP spid="55" grpId="1"/>
      <p:bldP spid="56" grpId="0"/>
      <p:bldP spid="56" grpId="1"/>
      <p:bldP spid="57" grpId="0"/>
      <p:bldP spid="57" grpId="1"/>
      <p:bldP spid="58" grpId="0"/>
      <p:bldP spid="58" grpId="1"/>
      <p:bldP spid="59" grpId="0"/>
      <p:bldP spid="59" grpId="1"/>
      <p:bldP spid="60" grpId="0"/>
      <p:bldP spid="60" grpId="1"/>
      <p:bldP spid="61" grpId="0"/>
      <p:bldP spid="61" grpId="1"/>
      <p:bldP spid="62" grpId="0"/>
      <p:bldP spid="62" grpId="1"/>
      <p:bldP spid="63" grpId="0"/>
      <p:bldP spid="63" grpId="1"/>
      <p:bldP spid="64" grpId="0"/>
      <p:bldP spid="64" grpId="1"/>
      <p:bldP spid="65" grpId="0"/>
      <p:bldP spid="65" grpId="1"/>
      <p:bldP spid="66" grpId="0"/>
      <p:bldP spid="66" grpId="1"/>
      <p:bldP spid="67" grpId="0"/>
      <p:bldP spid="67" grpId="1"/>
      <p:bldP spid="68" grpId="0"/>
      <p:bldP spid="68" grpId="1"/>
      <p:bldP spid="69" grpId="0"/>
      <p:bldP spid="69" grpId="1"/>
      <p:bldP spid="70" grpId="0"/>
      <p:bldP spid="70" grpId="1"/>
      <p:bldP spid="71" grpId="0"/>
      <p:bldP spid="71" grpId="1"/>
      <p:bldP spid="72" grpId="0"/>
      <p:bldP spid="72" grpId="1"/>
      <p:bldP spid="73" grpId="0"/>
      <p:bldP spid="73" grpId="1"/>
      <p:bldP spid="74" grpId="0"/>
      <p:bldP spid="74" grpId="1"/>
      <p:bldP spid="75" grpId="0"/>
      <p:bldP spid="75" grpId="1"/>
      <p:bldP spid="76" grpId="0"/>
      <p:bldP spid="76" grpId="1"/>
      <p:bldP spid="77" grpId="0"/>
      <p:bldP spid="77" grpId="1"/>
      <p:bldP spid="78" grpId="0"/>
      <p:bldP spid="78" grpId="1"/>
      <p:bldP spid="79" grpId="0"/>
      <p:bldP spid="79" grpId="1"/>
      <p:bldP spid="80" grpId="0"/>
      <p:bldP spid="80" grpId="1"/>
      <p:bldP spid="81" grpId="0"/>
      <p:bldP spid="81" grpId="1"/>
      <p:bldP spid="82" grpId="0"/>
      <p:bldP spid="82" grpId="1"/>
      <p:bldP spid="83" grpId="0"/>
      <p:bldP spid="83" grpId="1"/>
      <p:bldP spid="84" grpId="0"/>
      <p:bldP spid="84" grpId="1"/>
      <p:bldP spid="85" grpId="0"/>
      <p:bldP spid="85" grpId="1"/>
      <p:bldP spid="86" grpId="0"/>
      <p:bldP spid="86" grpId="1"/>
      <p:bldP spid="87" grpId="0"/>
      <p:bldP spid="87" grpId="1"/>
      <p:bldP spid="88" grpId="0"/>
      <p:bldP spid="88" grpId="1"/>
      <p:bldP spid="89" grpId="0"/>
      <p:bldP spid="89" grpId="1"/>
      <p:bldP spid="90" grpId="0"/>
      <p:bldP spid="90" grpId="1"/>
      <p:bldP spid="91" grpId="0"/>
      <p:bldP spid="91" grpId="1"/>
      <p:bldP spid="92" grpId="0"/>
      <p:bldP spid="92" grpId="1"/>
      <p:bldP spid="93" grpId="0"/>
      <p:bldP spid="93" grpId="1"/>
      <p:bldP spid="94" grpId="0"/>
      <p:bldP spid="94" grpId="1"/>
      <p:bldP spid="95" grpId="0"/>
      <p:bldP spid="95" grpId="1"/>
      <p:bldP spid="96" grpId="0"/>
      <p:bldP spid="96" grpId="1"/>
      <p:bldP spid="97" grpId="0"/>
      <p:bldP spid="97" grpId="1"/>
      <p:bldP spid="98" grpId="0"/>
      <p:bldP spid="98" grpId="1"/>
      <p:bldP spid="99" grpId="0"/>
      <p:bldP spid="99" grpId="1"/>
      <p:bldP spid="100" grpId="0"/>
      <p:bldP spid="100" grpId="1"/>
      <p:bldP spid="101" grpId="0"/>
      <p:bldP spid="101" grpId="1"/>
      <p:bldP spid="102" grpId="0"/>
      <p:bldP spid="102" grpId="1"/>
      <p:bldP spid="103" grpId="0"/>
      <p:bldP spid="103" grpId="1"/>
      <p:bldP spid="104" grpId="0"/>
      <p:bldP spid="104" grpId="1"/>
      <p:bldP spid="105" grpId="0"/>
      <p:bldP spid="105" grpId="1"/>
      <p:bldP spid="106" grpId="0"/>
      <p:bldP spid="106" grpId="1"/>
      <p:bldP spid="116" grpId="0"/>
      <p:bldP spid="116" grpId="1"/>
      <p:bldP spid="116" grpId="2"/>
      <p:bldP spid="117" grpId="0"/>
      <p:bldP spid="117" grpId="1"/>
      <p:bldP spid="117" grpId="2"/>
      <p:bldP spid="118" grpId="0"/>
      <p:bldP spid="118" grpId="1"/>
      <p:bldP spid="118" grpId="2"/>
      <p:bldP spid="119" grpId="0"/>
      <p:bldP spid="119" grpId="1"/>
      <p:bldP spid="119" grpId="2"/>
      <p:bldP spid="120" grpId="0"/>
      <p:bldP spid="120" grpId="1"/>
      <p:bldP spid="120" grpId="2"/>
      <p:bldP spid="121" grpId="0"/>
      <p:bldP spid="121" grpId="1"/>
      <p:bldP spid="121" grpId="2"/>
      <p:bldP spid="122" grpId="0"/>
      <p:bldP spid="122" grpId="1"/>
      <p:bldP spid="122" grpId="2"/>
      <p:bldP spid="123" grpId="0"/>
      <p:bldP spid="123" grpId="1"/>
      <p:bldP spid="123" grpId="2"/>
      <p:bldP spid="124" grpId="0"/>
      <p:bldP spid="124" grpId="1"/>
      <p:bldP spid="124" grpId="2"/>
      <p:bldP spid="134" grpId="0"/>
      <p:bldP spid="134" grpId="1"/>
      <p:bldP spid="134" grpId="2"/>
      <p:bldP spid="135" grpId="0"/>
      <p:bldP spid="135" grpId="1"/>
      <p:bldP spid="135" grpId="2"/>
      <p:bldP spid="136" grpId="0"/>
      <p:bldP spid="136" grpId="1"/>
      <p:bldP spid="136" grpId="2"/>
      <p:bldP spid="137" grpId="0"/>
      <p:bldP spid="137" grpId="1"/>
      <p:bldP spid="137" grpId="2"/>
      <p:bldP spid="138" grpId="0"/>
      <p:bldP spid="139" grpId="0"/>
      <p:bldP spid="140" grpId="0"/>
      <p:bldP spid="141" grpId="0"/>
      <p:bldP spid="142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" name="anim_o651_1">
            <a:extLst>
              <a:ext uri="{FF2B5EF4-FFF2-40B4-BE49-F238E27FC236}">
                <a16:creationId xmlns:a16="http://schemas.microsoft.com/office/drawing/2014/main" id="{28F96A3B-B767-4041-AC02-AF183EB4798B}"/>
              </a:ext>
            </a:extLst>
          </p:cNvPr>
          <p:cNvSpPr>
            <a:spLocks noGrp="1"/>
          </p:cNvSpPr>
          <p:nvPr/>
        </p:nvSpPr>
        <p:spPr>
          <a:xfrm>
            <a:off x="1463305" y="1409145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655_1">
            <a:extLst>
              <a:ext uri="{FF2B5EF4-FFF2-40B4-BE49-F238E27FC236}">
                <a16:creationId xmlns:a16="http://schemas.microsoft.com/office/drawing/2014/main" id="{310915CC-7BB9-4DD8-9F23-F2A75ADCE360}"/>
              </a:ext>
            </a:extLst>
          </p:cNvPr>
          <p:cNvSpPr>
            <a:spLocks noGrp="1"/>
          </p:cNvSpPr>
          <p:nvPr/>
        </p:nvSpPr>
        <p:spPr>
          <a:xfrm>
            <a:off x="2027285" y="1409145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659_1">
            <a:extLst>
              <a:ext uri="{FF2B5EF4-FFF2-40B4-BE49-F238E27FC236}">
                <a16:creationId xmlns:a16="http://schemas.microsoft.com/office/drawing/2014/main" id="{479B2C4A-967A-4E11-9CB5-1A50741171F9}"/>
              </a:ext>
            </a:extLst>
          </p:cNvPr>
          <p:cNvSpPr>
            <a:spLocks noGrp="1"/>
          </p:cNvSpPr>
          <p:nvPr/>
        </p:nvSpPr>
        <p:spPr>
          <a:xfrm>
            <a:off x="2591266" y="1409145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663_1">
            <a:extLst>
              <a:ext uri="{FF2B5EF4-FFF2-40B4-BE49-F238E27FC236}">
                <a16:creationId xmlns:a16="http://schemas.microsoft.com/office/drawing/2014/main" id="{3A385EC3-1354-4BD1-A44D-F44679E81D8F}"/>
              </a:ext>
            </a:extLst>
          </p:cNvPr>
          <p:cNvSpPr>
            <a:spLocks noGrp="1"/>
          </p:cNvSpPr>
          <p:nvPr/>
        </p:nvSpPr>
        <p:spPr>
          <a:xfrm>
            <a:off x="3155246" y="1409145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667_1">
            <a:extLst>
              <a:ext uri="{FF2B5EF4-FFF2-40B4-BE49-F238E27FC236}">
                <a16:creationId xmlns:a16="http://schemas.microsoft.com/office/drawing/2014/main" id="{B45AB8FD-602D-463D-8DB3-7C3394CBE705}"/>
              </a:ext>
            </a:extLst>
          </p:cNvPr>
          <p:cNvSpPr>
            <a:spLocks noGrp="1"/>
          </p:cNvSpPr>
          <p:nvPr/>
        </p:nvSpPr>
        <p:spPr>
          <a:xfrm>
            <a:off x="3719226" y="1409145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671_1">
            <a:extLst>
              <a:ext uri="{FF2B5EF4-FFF2-40B4-BE49-F238E27FC236}">
                <a16:creationId xmlns:a16="http://schemas.microsoft.com/office/drawing/2014/main" id="{F221644D-E520-4AA9-AEF8-9972C0A5C1E4}"/>
              </a:ext>
            </a:extLst>
          </p:cNvPr>
          <p:cNvSpPr>
            <a:spLocks noGrp="1"/>
          </p:cNvSpPr>
          <p:nvPr/>
        </p:nvSpPr>
        <p:spPr>
          <a:xfrm>
            <a:off x="4283206" y="1409145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675_1">
            <a:extLst>
              <a:ext uri="{FF2B5EF4-FFF2-40B4-BE49-F238E27FC236}">
                <a16:creationId xmlns:a16="http://schemas.microsoft.com/office/drawing/2014/main" id="{6C58EFDB-31D6-4AEA-9936-7314F4A7FC12}"/>
              </a:ext>
            </a:extLst>
          </p:cNvPr>
          <p:cNvSpPr>
            <a:spLocks noGrp="1"/>
          </p:cNvSpPr>
          <p:nvPr/>
        </p:nvSpPr>
        <p:spPr>
          <a:xfrm>
            <a:off x="1463305" y="1973125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679_1">
            <a:extLst>
              <a:ext uri="{FF2B5EF4-FFF2-40B4-BE49-F238E27FC236}">
                <a16:creationId xmlns:a16="http://schemas.microsoft.com/office/drawing/2014/main" id="{C2408177-BC4E-42F0-AD3D-C9B3E9FAAFE6}"/>
              </a:ext>
            </a:extLst>
          </p:cNvPr>
          <p:cNvSpPr>
            <a:spLocks noGrp="1"/>
          </p:cNvSpPr>
          <p:nvPr/>
        </p:nvSpPr>
        <p:spPr>
          <a:xfrm>
            <a:off x="2027285" y="1973125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683_1">
            <a:extLst>
              <a:ext uri="{FF2B5EF4-FFF2-40B4-BE49-F238E27FC236}">
                <a16:creationId xmlns:a16="http://schemas.microsoft.com/office/drawing/2014/main" id="{1BCE33E3-3251-4601-8417-05A88E7445E7}"/>
              </a:ext>
            </a:extLst>
          </p:cNvPr>
          <p:cNvSpPr>
            <a:spLocks noGrp="1"/>
          </p:cNvSpPr>
          <p:nvPr/>
        </p:nvSpPr>
        <p:spPr>
          <a:xfrm>
            <a:off x="2591266" y="1973125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687_1">
            <a:extLst>
              <a:ext uri="{FF2B5EF4-FFF2-40B4-BE49-F238E27FC236}">
                <a16:creationId xmlns:a16="http://schemas.microsoft.com/office/drawing/2014/main" id="{C25295D8-D314-4949-BFFE-95552623CF6B}"/>
              </a:ext>
            </a:extLst>
          </p:cNvPr>
          <p:cNvSpPr>
            <a:spLocks noGrp="1"/>
          </p:cNvSpPr>
          <p:nvPr/>
        </p:nvSpPr>
        <p:spPr>
          <a:xfrm>
            <a:off x="3155246" y="1973125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691_1">
            <a:extLst>
              <a:ext uri="{FF2B5EF4-FFF2-40B4-BE49-F238E27FC236}">
                <a16:creationId xmlns:a16="http://schemas.microsoft.com/office/drawing/2014/main" id="{7F1A6E68-59C3-41C8-AF3A-FD1AA35F31EB}"/>
              </a:ext>
            </a:extLst>
          </p:cNvPr>
          <p:cNvSpPr>
            <a:spLocks noGrp="1"/>
          </p:cNvSpPr>
          <p:nvPr/>
        </p:nvSpPr>
        <p:spPr>
          <a:xfrm>
            <a:off x="3719226" y="1973125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695_1">
            <a:extLst>
              <a:ext uri="{FF2B5EF4-FFF2-40B4-BE49-F238E27FC236}">
                <a16:creationId xmlns:a16="http://schemas.microsoft.com/office/drawing/2014/main" id="{D0EA656A-6CFC-4A90-B0C3-18733868AC40}"/>
              </a:ext>
            </a:extLst>
          </p:cNvPr>
          <p:cNvSpPr>
            <a:spLocks noGrp="1"/>
          </p:cNvSpPr>
          <p:nvPr/>
        </p:nvSpPr>
        <p:spPr>
          <a:xfrm>
            <a:off x="4283206" y="1973125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699_1">
            <a:extLst>
              <a:ext uri="{FF2B5EF4-FFF2-40B4-BE49-F238E27FC236}">
                <a16:creationId xmlns:a16="http://schemas.microsoft.com/office/drawing/2014/main" id="{B45E7BC5-96DF-463C-82B6-497D93F0E7B9}"/>
              </a:ext>
            </a:extLst>
          </p:cNvPr>
          <p:cNvSpPr>
            <a:spLocks noGrp="1"/>
          </p:cNvSpPr>
          <p:nvPr/>
        </p:nvSpPr>
        <p:spPr>
          <a:xfrm>
            <a:off x="1463305" y="2537105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703_1">
            <a:extLst>
              <a:ext uri="{FF2B5EF4-FFF2-40B4-BE49-F238E27FC236}">
                <a16:creationId xmlns:a16="http://schemas.microsoft.com/office/drawing/2014/main" id="{11537ADC-EF88-4D60-A01B-22A66CD69180}"/>
              </a:ext>
            </a:extLst>
          </p:cNvPr>
          <p:cNvSpPr>
            <a:spLocks noGrp="1"/>
          </p:cNvSpPr>
          <p:nvPr/>
        </p:nvSpPr>
        <p:spPr>
          <a:xfrm>
            <a:off x="2027285" y="2537105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707_1">
            <a:extLst>
              <a:ext uri="{FF2B5EF4-FFF2-40B4-BE49-F238E27FC236}">
                <a16:creationId xmlns:a16="http://schemas.microsoft.com/office/drawing/2014/main" id="{7DD52A8F-6B15-4C36-BD6E-CEDE23C75048}"/>
              </a:ext>
            </a:extLst>
          </p:cNvPr>
          <p:cNvSpPr>
            <a:spLocks noGrp="1"/>
          </p:cNvSpPr>
          <p:nvPr/>
        </p:nvSpPr>
        <p:spPr>
          <a:xfrm>
            <a:off x="2591266" y="2537105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711_1">
            <a:extLst>
              <a:ext uri="{FF2B5EF4-FFF2-40B4-BE49-F238E27FC236}">
                <a16:creationId xmlns:a16="http://schemas.microsoft.com/office/drawing/2014/main" id="{BA458DF9-A29C-4499-83D6-9C1E8B411651}"/>
              </a:ext>
            </a:extLst>
          </p:cNvPr>
          <p:cNvSpPr>
            <a:spLocks noGrp="1"/>
          </p:cNvSpPr>
          <p:nvPr/>
        </p:nvSpPr>
        <p:spPr>
          <a:xfrm>
            <a:off x="3155246" y="2537105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715_1">
            <a:extLst>
              <a:ext uri="{FF2B5EF4-FFF2-40B4-BE49-F238E27FC236}">
                <a16:creationId xmlns:a16="http://schemas.microsoft.com/office/drawing/2014/main" id="{FA7FB19E-AF94-461A-8B12-7293851CEA9A}"/>
              </a:ext>
            </a:extLst>
          </p:cNvPr>
          <p:cNvSpPr>
            <a:spLocks noGrp="1"/>
          </p:cNvSpPr>
          <p:nvPr/>
        </p:nvSpPr>
        <p:spPr>
          <a:xfrm>
            <a:off x="3719226" y="2537105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719_1">
            <a:extLst>
              <a:ext uri="{FF2B5EF4-FFF2-40B4-BE49-F238E27FC236}">
                <a16:creationId xmlns:a16="http://schemas.microsoft.com/office/drawing/2014/main" id="{45423E31-9868-42FE-90C1-0DF4D905432D}"/>
              </a:ext>
            </a:extLst>
          </p:cNvPr>
          <p:cNvSpPr>
            <a:spLocks noGrp="1"/>
          </p:cNvSpPr>
          <p:nvPr/>
        </p:nvSpPr>
        <p:spPr>
          <a:xfrm>
            <a:off x="4283206" y="2537105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723_1">
            <a:extLst>
              <a:ext uri="{FF2B5EF4-FFF2-40B4-BE49-F238E27FC236}">
                <a16:creationId xmlns:a16="http://schemas.microsoft.com/office/drawing/2014/main" id="{7290FEBE-99B6-4936-8B3E-EC1C3A17357B}"/>
              </a:ext>
            </a:extLst>
          </p:cNvPr>
          <p:cNvSpPr>
            <a:spLocks noGrp="1"/>
          </p:cNvSpPr>
          <p:nvPr/>
        </p:nvSpPr>
        <p:spPr>
          <a:xfrm>
            <a:off x="1463305" y="3101086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727_1">
            <a:extLst>
              <a:ext uri="{FF2B5EF4-FFF2-40B4-BE49-F238E27FC236}">
                <a16:creationId xmlns:a16="http://schemas.microsoft.com/office/drawing/2014/main" id="{60F93960-7C6D-436A-9FEC-1ED1C3069BF2}"/>
              </a:ext>
            </a:extLst>
          </p:cNvPr>
          <p:cNvSpPr>
            <a:spLocks noGrp="1"/>
          </p:cNvSpPr>
          <p:nvPr/>
        </p:nvSpPr>
        <p:spPr>
          <a:xfrm>
            <a:off x="2027285" y="3101086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731_1">
            <a:extLst>
              <a:ext uri="{FF2B5EF4-FFF2-40B4-BE49-F238E27FC236}">
                <a16:creationId xmlns:a16="http://schemas.microsoft.com/office/drawing/2014/main" id="{6CE62D43-4D96-4A40-A704-CF3C0C0E5243}"/>
              </a:ext>
            </a:extLst>
          </p:cNvPr>
          <p:cNvSpPr>
            <a:spLocks noGrp="1"/>
          </p:cNvSpPr>
          <p:nvPr/>
        </p:nvSpPr>
        <p:spPr>
          <a:xfrm>
            <a:off x="2591266" y="3101086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735_1">
            <a:extLst>
              <a:ext uri="{FF2B5EF4-FFF2-40B4-BE49-F238E27FC236}">
                <a16:creationId xmlns:a16="http://schemas.microsoft.com/office/drawing/2014/main" id="{7AED9636-6426-4521-9A2A-4C238C655F6F}"/>
              </a:ext>
            </a:extLst>
          </p:cNvPr>
          <p:cNvSpPr>
            <a:spLocks noGrp="1"/>
          </p:cNvSpPr>
          <p:nvPr/>
        </p:nvSpPr>
        <p:spPr>
          <a:xfrm>
            <a:off x="3155246" y="3101086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739_1">
            <a:extLst>
              <a:ext uri="{FF2B5EF4-FFF2-40B4-BE49-F238E27FC236}">
                <a16:creationId xmlns:a16="http://schemas.microsoft.com/office/drawing/2014/main" id="{B2E82BC8-026E-417D-BB8D-E828CEE191B8}"/>
              </a:ext>
            </a:extLst>
          </p:cNvPr>
          <p:cNvSpPr>
            <a:spLocks noGrp="1"/>
          </p:cNvSpPr>
          <p:nvPr/>
        </p:nvSpPr>
        <p:spPr>
          <a:xfrm>
            <a:off x="3719226" y="3101086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743_1">
            <a:extLst>
              <a:ext uri="{FF2B5EF4-FFF2-40B4-BE49-F238E27FC236}">
                <a16:creationId xmlns:a16="http://schemas.microsoft.com/office/drawing/2014/main" id="{6C1EB292-DA13-407C-AB63-EDF6C130952C}"/>
              </a:ext>
            </a:extLst>
          </p:cNvPr>
          <p:cNvSpPr>
            <a:spLocks noGrp="1"/>
          </p:cNvSpPr>
          <p:nvPr/>
        </p:nvSpPr>
        <p:spPr>
          <a:xfrm>
            <a:off x="4283206" y="3101086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747_1">
            <a:extLst>
              <a:ext uri="{FF2B5EF4-FFF2-40B4-BE49-F238E27FC236}">
                <a16:creationId xmlns:a16="http://schemas.microsoft.com/office/drawing/2014/main" id="{5130E945-CF66-440A-8C74-E51E033475B6}"/>
              </a:ext>
            </a:extLst>
          </p:cNvPr>
          <p:cNvSpPr>
            <a:spLocks noGrp="1"/>
          </p:cNvSpPr>
          <p:nvPr/>
        </p:nvSpPr>
        <p:spPr>
          <a:xfrm>
            <a:off x="1463305" y="3665066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751_1">
            <a:extLst>
              <a:ext uri="{FF2B5EF4-FFF2-40B4-BE49-F238E27FC236}">
                <a16:creationId xmlns:a16="http://schemas.microsoft.com/office/drawing/2014/main" id="{27CA8535-6768-4969-B689-67B137F02886}"/>
              </a:ext>
            </a:extLst>
          </p:cNvPr>
          <p:cNvSpPr>
            <a:spLocks noGrp="1"/>
          </p:cNvSpPr>
          <p:nvPr/>
        </p:nvSpPr>
        <p:spPr>
          <a:xfrm>
            <a:off x="2027285" y="3665066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755_1">
            <a:extLst>
              <a:ext uri="{FF2B5EF4-FFF2-40B4-BE49-F238E27FC236}">
                <a16:creationId xmlns:a16="http://schemas.microsoft.com/office/drawing/2014/main" id="{AC6C297A-52C6-4343-8AEB-A4BE5B29E9C7}"/>
              </a:ext>
            </a:extLst>
          </p:cNvPr>
          <p:cNvSpPr>
            <a:spLocks noGrp="1"/>
          </p:cNvSpPr>
          <p:nvPr/>
        </p:nvSpPr>
        <p:spPr>
          <a:xfrm>
            <a:off x="2591266" y="3665066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759_1">
            <a:extLst>
              <a:ext uri="{FF2B5EF4-FFF2-40B4-BE49-F238E27FC236}">
                <a16:creationId xmlns:a16="http://schemas.microsoft.com/office/drawing/2014/main" id="{0EF1970C-6D45-4352-BAE3-A3FCB9CFB2DF}"/>
              </a:ext>
            </a:extLst>
          </p:cNvPr>
          <p:cNvSpPr>
            <a:spLocks noGrp="1"/>
          </p:cNvSpPr>
          <p:nvPr/>
        </p:nvSpPr>
        <p:spPr>
          <a:xfrm>
            <a:off x="3155246" y="3665066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763_1">
            <a:extLst>
              <a:ext uri="{FF2B5EF4-FFF2-40B4-BE49-F238E27FC236}">
                <a16:creationId xmlns:a16="http://schemas.microsoft.com/office/drawing/2014/main" id="{CC131975-2271-42E3-BD5B-78BB4C33CEB6}"/>
              </a:ext>
            </a:extLst>
          </p:cNvPr>
          <p:cNvSpPr>
            <a:spLocks noGrp="1"/>
          </p:cNvSpPr>
          <p:nvPr/>
        </p:nvSpPr>
        <p:spPr>
          <a:xfrm>
            <a:off x="3719226" y="3665066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767_1">
            <a:extLst>
              <a:ext uri="{FF2B5EF4-FFF2-40B4-BE49-F238E27FC236}">
                <a16:creationId xmlns:a16="http://schemas.microsoft.com/office/drawing/2014/main" id="{ED3A17AD-5546-4523-8962-3B355348B9F3}"/>
              </a:ext>
            </a:extLst>
          </p:cNvPr>
          <p:cNvSpPr>
            <a:spLocks noGrp="1"/>
          </p:cNvSpPr>
          <p:nvPr/>
        </p:nvSpPr>
        <p:spPr>
          <a:xfrm>
            <a:off x="4283206" y="3665066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771_1">
            <a:extLst>
              <a:ext uri="{FF2B5EF4-FFF2-40B4-BE49-F238E27FC236}">
                <a16:creationId xmlns:a16="http://schemas.microsoft.com/office/drawing/2014/main" id="{3D4A2D37-527D-4176-A7B8-7845E871F587}"/>
              </a:ext>
            </a:extLst>
          </p:cNvPr>
          <p:cNvSpPr>
            <a:spLocks noGrp="1"/>
          </p:cNvSpPr>
          <p:nvPr/>
        </p:nvSpPr>
        <p:spPr>
          <a:xfrm>
            <a:off x="1463305" y="4229046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775_1">
            <a:extLst>
              <a:ext uri="{FF2B5EF4-FFF2-40B4-BE49-F238E27FC236}">
                <a16:creationId xmlns:a16="http://schemas.microsoft.com/office/drawing/2014/main" id="{0CF6E47D-BE9B-461D-AA06-C88761B753B2}"/>
              </a:ext>
            </a:extLst>
          </p:cNvPr>
          <p:cNvSpPr>
            <a:spLocks noGrp="1"/>
          </p:cNvSpPr>
          <p:nvPr/>
        </p:nvSpPr>
        <p:spPr>
          <a:xfrm>
            <a:off x="2027285" y="4229046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779_1">
            <a:extLst>
              <a:ext uri="{FF2B5EF4-FFF2-40B4-BE49-F238E27FC236}">
                <a16:creationId xmlns:a16="http://schemas.microsoft.com/office/drawing/2014/main" id="{F6471A7B-C877-4985-9E02-E5B4211F25BD}"/>
              </a:ext>
            </a:extLst>
          </p:cNvPr>
          <p:cNvSpPr>
            <a:spLocks noGrp="1"/>
          </p:cNvSpPr>
          <p:nvPr/>
        </p:nvSpPr>
        <p:spPr>
          <a:xfrm>
            <a:off x="2591266" y="4229046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783_1">
            <a:extLst>
              <a:ext uri="{FF2B5EF4-FFF2-40B4-BE49-F238E27FC236}">
                <a16:creationId xmlns:a16="http://schemas.microsoft.com/office/drawing/2014/main" id="{817C0D95-A9BA-4143-8FEE-F63ED6FF3DB1}"/>
              </a:ext>
            </a:extLst>
          </p:cNvPr>
          <p:cNvSpPr>
            <a:spLocks noGrp="1"/>
          </p:cNvSpPr>
          <p:nvPr/>
        </p:nvSpPr>
        <p:spPr>
          <a:xfrm>
            <a:off x="3155246" y="4229046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787_1">
            <a:extLst>
              <a:ext uri="{FF2B5EF4-FFF2-40B4-BE49-F238E27FC236}">
                <a16:creationId xmlns:a16="http://schemas.microsoft.com/office/drawing/2014/main" id="{41427D81-4DC7-4B30-8ADA-1AB6CCDB3B7C}"/>
              </a:ext>
            </a:extLst>
          </p:cNvPr>
          <p:cNvSpPr>
            <a:spLocks noGrp="1"/>
          </p:cNvSpPr>
          <p:nvPr/>
        </p:nvSpPr>
        <p:spPr>
          <a:xfrm>
            <a:off x="3719226" y="4229046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791_1">
            <a:extLst>
              <a:ext uri="{FF2B5EF4-FFF2-40B4-BE49-F238E27FC236}">
                <a16:creationId xmlns:a16="http://schemas.microsoft.com/office/drawing/2014/main" id="{0754CDB8-F1FC-4C15-AC8F-AD8F99F48BE4}"/>
              </a:ext>
            </a:extLst>
          </p:cNvPr>
          <p:cNvSpPr>
            <a:spLocks noGrp="1"/>
          </p:cNvSpPr>
          <p:nvPr/>
        </p:nvSpPr>
        <p:spPr>
          <a:xfrm>
            <a:off x="4283206" y="4229046"/>
            <a:ext cx="563980" cy="56398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855_1">
            <a:extLst>
              <a:ext uri="{FF2B5EF4-FFF2-40B4-BE49-F238E27FC236}">
                <a16:creationId xmlns:a16="http://schemas.microsoft.com/office/drawing/2014/main" id="{633E3FA6-FE66-47C3-97C7-2F862F5F1456}"/>
              </a:ext>
            </a:extLst>
          </p:cNvPr>
          <p:cNvSpPr>
            <a:spLocks noGrp="1"/>
          </p:cNvSpPr>
          <p:nvPr/>
        </p:nvSpPr>
        <p:spPr>
          <a:xfrm>
            <a:off x="8625854" y="1973125"/>
            <a:ext cx="563980" cy="563980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858_1">
            <a:extLst>
              <a:ext uri="{FF2B5EF4-FFF2-40B4-BE49-F238E27FC236}">
                <a16:creationId xmlns:a16="http://schemas.microsoft.com/office/drawing/2014/main" id="{2052D5CD-E352-411F-8041-E5CA28701160}"/>
              </a:ext>
            </a:extLst>
          </p:cNvPr>
          <p:cNvSpPr>
            <a:spLocks noGrp="1"/>
          </p:cNvSpPr>
          <p:nvPr/>
        </p:nvSpPr>
        <p:spPr>
          <a:xfrm>
            <a:off x="9189835" y="1973125"/>
            <a:ext cx="563980" cy="563980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861_1">
            <a:extLst>
              <a:ext uri="{FF2B5EF4-FFF2-40B4-BE49-F238E27FC236}">
                <a16:creationId xmlns:a16="http://schemas.microsoft.com/office/drawing/2014/main" id="{2AD34B94-02DA-485F-9792-2FE15EC3F41D}"/>
              </a:ext>
            </a:extLst>
          </p:cNvPr>
          <p:cNvSpPr>
            <a:spLocks noGrp="1"/>
          </p:cNvSpPr>
          <p:nvPr/>
        </p:nvSpPr>
        <p:spPr>
          <a:xfrm>
            <a:off x="9753815" y="1973125"/>
            <a:ext cx="563980" cy="563980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864_1">
            <a:extLst>
              <a:ext uri="{FF2B5EF4-FFF2-40B4-BE49-F238E27FC236}">
                <a16:creationId xmlns:a16="http://schemas.microsoft.com/office/drawing/2014/main" id="{6446610C-C9CD-42D2-B631-13097F1E1A83}"/>
              </a:ext>
            </a:extLst>
          </p:cNvPr>
          <p:cNvSpPr>
            <a:spLocks noGrp="1"/>
          </p:cNvSpPr>
          <p:nvPr/>
        </p:nvSpPr>
        <p:spPr>
          <a:xfrm>
            <a:off x="10317795" y="1973125"/>
            <a:ext cx="563980" cy="563980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867_1">
            <a:extLst>
              <a:ext uri="{FF2B5EF4-FFF2-40B4-BE49-F238E27FC236}">
                <a16:creationId xmlns:a16="http://schemas.microsoft.com/office/drawing/2014/main" id="{54389A3F-904B-4E29-994A-72FDBDACD9C2}"/>
              </a:ext>
            </a:extLst>
          </p:cNvPr>
          <p:cNvSpPr>
            <a:spLocks noGrp="1"/>
          </p:cNvSpPr>
          <p:nvPr/>
        </p:nvSpPr>
        <p:spPr>
          <a:xfrm>
            <a:off x="8625854" y="2537105"/>
            <a:ext cx="563980" cy="563980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870_1">
            <a:extLst>
              <a:ext uri="{FF2B5EF4-FFF2-40B4-BE49-F238E27FC236}">
                <a16:creationId xmlns:a16="http://schemas.microsoft.com/office/drawing/2014/main" id="{BFA6156F-AB57-4337-81AE-3A48F8C9E566}"/>
              </a:ext>
            </a:extLst>
          </p:cNvPr>
          <p:cNvSpPr>
            <a:spLocks noGrp="1"/>
          </p:cNvSpPr>
          <p:nvPr/>
        </p:nvSpPr>
        <p:spPr>
          <a:xfrm>
            <a:off x="9189835" y="2537105"/>
            <a:ext cx="563980" cy="563980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873_1">
            <a:extLst>
              <a:ext uri="{FF2B5EF4-FFF2-40B4-BE49-F238E27FC236}">
                <a16:creationId xmlns:a16="http://schemas.microsoft.com/office/drawing/2014/main" id="{0502CB54-68D4-45C8-9F57-2C8FE4994119}"/>
              </a:ext>
            </a:extLst>
          </p:cNvPr>
          <p:cNvSpPr>
            <a:spLocks noGrp="1"/>
          </p:cNvSpPr>
          <p:nvPr/>
        </p:nvSpPr>
        <p:spPr>
          <a:xfrm>
            <a:off x="9753815" y="2537105"/>
            <a:ext cx="563980" cy="563980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876_1">
            <a:extLst>
              <a:ext uri="{FF2B5EF4-FFF2-40B4-BE49-F238E27FC236}">
                <a16:creationId xmlns:a16="http://schemas.microsoft.com/office/drawing/2014/main" id="{6AD172CE-BADC-468D-AD4C-D9888B73048C}"/>
              </a:ext>
            </a:extLst>
          </p:cNvPr>
          <p:cNvSpPr>
            <a:spLocks noGrp="1"/>
          </p:cNvSpPr>
          <p:nvPr/>
        </p:nvSpPr>
        <p:spPr>
          <a:xfrm>
            <a:off x="10317795" y="2537105"/>
            <a:ext cx="563980" cy="563980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879_1">
            <a:extLst>
              <a:ext uri="{FF2B5EF4-FFF2-40B4-BE49-F238E27FC236}">
                <a16:creationId xmlns:a16="http://schemas.microsoft.com/office/drawing/2014/main" id="{02DBD866-80B6-45DD-849A-295EB74A2E85}"/>
              </a:ext>
            </a:extLst>
          </p:cNvPr>
          <p:cNvSpPr>
            <a:spLocks noGrp="1"/>
          </p:cNvSpPr>
          <p:nvPr/>
        </p:nvSpPr>
        <p:spPr>
          <a:xfrm>
            <a:off x="8625854" y="3101086"/>
            <a:ext cx="563980" cy="563980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882_1">
            <a:extLst>
              <a:ext uri="{FF2B5EF4-FFF2-40B4-BE49-F238E27FC236}">
                <a16:creationId xmlns:a16="http://schemas.microsoft.com/office/drawing/2014/main" id="{1425E19A-1C1D-42C2-8E73-81845C8CAD34}"/>
              </a:ext>
            </a:extLst>
          </p:cNvPr>
          <p:cNvSpPr>
            <a:spLocks noGrp="1"/>
          </p:cNvSpPr>
          <p:nvPr/>
        </p:nvSpPr>
        <p:spPr>
          <a:xfrm>
            <a:off x="9189835" y="3101086"/>
            <a:ext cx="563980" cy="563980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885_1">
            <a:extLst>
              <a:ext uri="{FF2B5EF4-FFF2-40B4-BE49-F238E27FC236}">
                <a16:creationId xmlns:a16="http://schemas.microsoft.com/office/drawing/2014/main" id="{023BA360-0555-4610-A252-5DAF247F5805}"/>
              </a:ext>
            </a:extLst>
          </p:cNvPr>
          <p:cNvSpPr>
            <a:spLocks noGrp="1"/>
          </p:cNvSpPr>
          <p:nvPr/>
        </p:nvSpPr>
        <p:spPr>
          <a:xfrm>
            <a:off x="9753815" y="3101086"/>
            <a:ext cx="563980" cy="563980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888_1">
            <a:extLst>
              <a:ext uri="{FF2B5EF4-FFF2-40B4-BE49-F238E27FC236}">
                <a16:creationId xmlns:a16="http://schemas.microsoft.com/office/drawing/2014/main" id="{7B1C6B6F-D21B-4E00-AD14-0B39ED0761AA}"/>
              </a:ext>
            </a:extLst>
          </p:cNvPr>
          <p:cNvSpPr>
            <a:spLocks noGrp="1"/>
          </p:cNvSpPr>
          <p:nvPr/>
        </p:nvSpPr>
        <p:spPr>
          <a:xfrm>
            <a:off x="10317795" y="3101086"/>
            <a:ext cx="563980" cy="563980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891_1">
            <a:extLst>
              <a:ext uri="{FF2B5EF4-FFF2-40B4-BE49-F238E27FC236}">
                <a16:creationId xmlns:a16="http://schemas.microsoft.com/office/drawing/2014/main" id="{158DEB8C-C4A8-4A14-97A0-025F79F21433}"/>
              </a:ext>
            </a:extLst>
          </p:cNvPr>
          <p:cNvSpPr>
            <a:spLocks noGrp="1"/>
          </p:cNvSpPr>
          <p:nvPr/>
        </p:nvSpPr>
        <p:spPr>
          <a:xfrm>
            <a:off x="8625854" y="3665066"/>
            <a:ext cx="563980" cy="563980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894_1">
            <a:extLst>
              <a:ext uri="{FF2B5EF4-FFF2-40B4-BE49-F238E27FC236}">
                <a16:creationId xmlns:a16="http://schemas.microsoft.com/office/drawing/2014/main" id="{18A0F561-4B9A-41C7-A0AC-E96D61EA771D}"/>
              </a:ext>
            </a:extLst>
          </p:cNvPr>
          <p:cNvSpPr>
            <a:spLocks noGrp="1"/>
          </p:cNvSpPr>
          <p:nvPr/>
        </p:nvSpPr>
        <p:spPr>
          <a:xfrm>
            <a:off x="9189835" y="3665066"/>
            <a:ext cx="563980" cy="563980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897_1">
            <a:extLst>
              <a:ext uri="{FF2B5EF4-FFF2-40B4-BE49-F238E27FC236}">
                <a16:creationId xmlns:a16="http://schemas.microsoft.com/office/drawing/2014/main" id="{DC3556BF-6024-43DC-8597-7C56482317B3}"/>
              </a:ext>
            </a:extLst>
          </p:cNvPr>
          <p:cNvSpPr>
            <a:spLocks noGrp="1"/>
          </p:cNvSpPr>
          <p:nvPr/>
        </p:nvSpPr>
        <p:spPr>
          <a:xfrm>
            <a:off x="9753815" y="3665066"/>
            <a:ext cx="563980" cy="563980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900_1">
            <a:extLst>
              <a:ext uri="{FF2B5EF4-FFF2-40B4-BE49-F238E27FC236}">
                <a16:creationId xmlns:a16="http://schemas.microsoft.com/office/drawing/2014/main" id="{493CA77A-59F9-4888-8390-BC9267570402}"/>
              </a:ext>
            </a:extLst>
          </p:cNvPr>
          <p:cNvSpPr>
            <a:spLocks noGrp="1"/>
          </p:cNvSpPr>
          <p:nvPr/>
        </p:nvSpPr>
        <p:spPr>
          <a:xfrm>
            <a:off x="10317795" y="3665066"/>
            <a:ext cx="563980" cy="563980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o1216_1">
            <a:extLst>
              <a:ext uri="{FF2B5EF4-FFF2-40B4-BE49-F238E27FC236}">
                <a16:creationId xmlns:a16="http://schemas.microsoft.com/office/drawing/2014/main" id="{39AB3D4D-8781-4FD4-9876-6A059FA655D7}"/>
              </a:ext>
            </a:extLst>
          </p:cNvPr>
          <p:cNvSpPr>
            <a:spLocks noGrp="1"/>
          </p:cNvSpPr>
          <p:nvPr/>
        </p:nvSpPr>
        <p:spPr>
          <a:xfrm>
            <a:off x="8024813" y="5185079"/>
            <a:ext cx="3458005" cy="1792725"/>
          </a:xfrm>
          <a:prstGeom prst="rect">
            <a:avLst/>
          </a:prstGeom>
          <a:noFill/>
          <a:ln w="38100">
            <a:solidFill>
              <a:srgbClr val="FC625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4" name="anim_to652_0_1">
            <a:extLst>
              <a:ext uri="{FF2B5EF4-FFF2-40B4-BE49-F238E27FC236}">
                <a16:creationId xmlns:a16="http://schemas.microsoft.com/office/drawing/2014/main" id="{9B46004A-6359-4ABB-9952-DE60F1750C2E}"/>
              </a:ext>
            </a:extLst>
          </p:cNvPr>
          <p:cNvSpPr>
            <a:spLocks noGrp="1"/>
          </p:cNvSpPr>
          <p:nvPr/>
        </p:nvSpPr>
        <p:spPr>
          <a:xfrm>
            <a:off x="1555793" y="1501829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55" name="anim_to656_0_1">
            <a:extLst>
              <a:ext uri="{FF2B5EF4-FFF2-40B4-BE49-F238E27FC236}">
                <a16:creationId xmlns:a16="http://schemas.microsoft.com/office/drawing/2014/main" id="{2CD72584-7FB3-455A-9FD5-6E2D3A4B4C03}"/>
              </a:ext>
            </a:extLst>
          </p:cNvPr>
          <p:cNvSpPr>
            <a:spLocks noGrp="1"/>
          </p:cNvSpPr>
          <p:nvPr/>
        </p:nvSpPr>
        <p:spPr>
          <a:xfrm>
            <a:off x="2119773" y="1501829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56" name="anim_to660_0_1">
            <a:extLst>
              <a:ext uri="{FF2B5EF4-FFF2-40B4-BE49-F238E27FC236}">
                <a16:creationId xmlns:a16="http://schemas.microsoft.com/office/drawing/2014/main" id="{690F598A-50F8-4684-AEF7-1118A13D8461}"/>
              </a:ext>
            </a:extLst>
          </p:cNvPr>
          <p:cNvSpPr>
            <a:spLocks noGrp="1"/>
          </p:cNvSpPr>
          <p:nvPr/>
        </p:nvSpPr>
        <p:spPr>
          <a:xfrm>
            <a:off x="2683754" y="1501829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57" name="anim_to664_0_1">
            <a:extLst>
              <a:ext uri="{FF2B5EF4-FFF2-40B4-BE49-F238E27FC236}">
                <a16:creationId xmlns:a16="http://schemas.microsoft.com/office/drawing/2014/main" id="{AC7CAFEE-576B-4C49-A6FC-FF09A1A46585}"/>
              </a:ext>
            </a:extLst>
          </p:cNvPr>
          <p:cNvSpPr>
            <a:spLocks noGrp="1"/>
          </p:cNvSpPr>
          <p:nvPr/>
        </p:nvSpPr>
        <p:spPr>
          <a:xfrm>
            <a:off x="3247734" y="1501829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58" name="anim_to668_0_1">
            <a:extLst>
              <a:ext uri="{FF2B5EF4-FFF2-40B4-BE49-F238E27FC236}">
                <a16:creationId xmlns:a16="http://schemas.microsoft.com/office/drawing/2014/main" id="{79B88C6C-9612-4E1F-B779-82C00383D010}"/>
              </a:ext>
            </a:extLst>
          </p:cNvPr>
          <p:cNvSpPr>
            <a:spLocks noGrp="1"/>
          </p:cNvSpPr>
          <p:nvPr/>
        </p:nvSpPr>
        <p:spPr>
          <a:xfrm>
            <a:off x="3811714" y="1501829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59" name="anim_to672_0_1">
            <a:extLst>
              <a:ext uri="{FF2B5EF4-FFF2-40B4-BE49-F238E27FC236}">
                <a16:creationId xmlns:a16="http://schemas.microsoft.com/office/drawing/2014/main" id="{876F4382-08ED-4952-B5E9-15DDF993CA41}"/>
              </a:ext>
            </a:extLst>
          </p:cNvPr>
          <p:cNvSpPr>
            <a:spLocks noGrp="1"/>
          </p:cNvSpPr>
          <p:nvPr/>
        </p:nvSpPr>
        <p:spPr>
          <a:xfrm>
            <a:off x="4375694" y="1501829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60" name="anim_to676_0_1">
            <a:extLst>
              <a:ext uri="{FF2B5EF4-FFF2-40B4-BE49-F238E27FC236}">
                <a16:creationId xmlns:a16="http://schemas.microsoft.com/office/drawing/2014/main" id="{4D1B1837-E87A-4899-A5FE-1D5766498289}"/>
              </a:ext>
            </a:extLst>
          </p:cNvPr>
          <p:cNvSpPr>
            <a:spLocks noGrp="1"/>
          </p:cNvSpPr>
          <p:nvPr/>
        </p:nvSpPr>
        <p:spPr>
          <a:xfrm>
            <a:off x="1555793" y="2065809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61" name="anim_to680_0_1">
            <a:extLst>
              <a:ext uri="{FF2B5EF4-FFF2-40B4-BE49-F238E27FC236}">
                <a16:creationId xmlns:a16="http://schemas.microsoft.com/office/drawing/2014/main" id="{F1B91B27-D8C1-4D94-BA0A-41DDDCA75D40}"/>
              </a:ext>
            </a:extLst>
          </p:cNvPr>
          <p:cNvSpPr>
            <a:spLocks noGrp="1"/>
          </p:cNvSpPr>
          <p:nvPr/>
        </p:nvSpPr>
        <p:spPr>
          <a:xfrm>
            <a:off x="2119773" y="2065809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62" name="anim_to684_0_1">
            <a:extLst>
              <a:ext uri="{FF2B5EF4-FFF2-40B4-BE49-F238E27FC236}">
                <a16:creationId xmlns:a16="http://schemas.microsoft.com/office/drawing/2014/main" id="{38D3440F-CEC4-46E1-A3DE-AF4721E8525A}"/>
              </a:ext>
            </a:extLst>
          </p:cNvPr>
          <p:cNvSpPr>
            <a:spLocks noGrp="1"/>
          </p:cNvSpPr>
          <p:nvPr/>
        </p:nvSpPr>
        <p:spPr>
          <a:xfrm>
            <a:off x="2683754" y="2065809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63" name="anim_to688_0_1">
            <a:extLst>
              <a:ext uri="{FF2B5EF4-FFF2-40B4-BE49-F238E27FC236}">
                <a16:creationId xmlns:a16="http://schemas.microsoft.com/office/drawing/2014/main" id="{B0E655AF-1ADC-4B75-BB5E-6AB6D1AF2F5C}"/>
              </a:ext>
            </a:extLst>
          </p:cNvPr>
          <p:cNvSpPr>
            <a:spLocks noGrp="1"/>
          </p:cNvSpPr>
          <p:nvPr/>
        </p:nvSpPr>
        <p:spPr>
          <a:xfrm>
            <a:off x="3247734" y="2065809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64" name="anim_to692_0_1">
            <a:extLst>
              <a:ext uri="{FF2B5EF4-FFF2-40B4-BE49-F238E27FC236}">
                <a16:creationId xmlns:a16="http://schemas.microsoft.com/office/drawing/2014/main" id="{7FD83F7A-DF05-4171-9027-503FC94AB8CF}"/>
              </a:ext>
            </a:extLst>
          </p:cNvPr>
          <p:cNvSpPr>
            <a:spLocks noGrp="1"/>
          </p:cNvSpPr>
          <p:nvPr/>
        </p:nvSpPr>
        <p:spPr>
          <a:xfrm>
            <a:off x="3811714" y="2065809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65" name="anim_to696_0_1">
            <a:extLst>
              <a:ext uri="{FF2B5EF4-FFF2-40B4-BE49-F238E27FC236}">
                <a16:creationId xmlns:a16="http://schemas.microsoft.com/office/drawing/2014/main" id="{BEF906BE-A9B8-42CC-A9BF-C6F7387FEC67}"/>
              </a:ext>
            </a:extLst>
          </p:cNvPr>
          <p:cNvSpPr>
            <a:spLocks noGrp="1"/>
          </p:cNvSpPr>
          <p:nvPr/>
        </p:nvSpPr>
        <p:spPr>
          <a:xfrm>
            <a:off x="4375694" y="2065809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66" name="anim_to700_0_1">
            <a:extLst>
              <a:ext uri="{FF2B5EF4-FFF2-40B4-BE49-F238E27FC236}">
                <a16:creationId xmlns:a16="http://schemas.microsoft.com/office/drawing/2014/main" id="{9B0A7D2D-DE78-43D3-92C9-0861DDB2EE8D}"/>
              </a:ext>
            </a:extLst>
          </p:cNvPr>
          <p:cNvSpPr>
            <a:spLocks noGrp="1"/>
          </p:cNvSpPr>
          <p:nvPr/>
        </p:nvSpPr>
        <p:spPr>
          <a:xfrm>
            <a:off x="1555793" y="262979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67" name="anim_to704_0_1">
            <a:extLst>
              <a:ext uri="{FF2B5EF4-FFF2-40B4-BE49-F238E27FC236}">
                <a16:creationId xmlns:a16="http://schemas.microsoft.com/office/drawing/2014/main" id="{2C5ADE4C-A528-4108-A9A0-1E05F3E44C32}"/>
              </a:ext>
            </a:extLst>
          </p:cNvPr>
          <p:cNvSpPr>
            <a:spLocks noGrp="1"/>
          </p:cNvSpPr>
          <p:nvPr/>
        </p:nvSpPr>
        <p:spPr>
          <a:xfrm>
            <a:off x="2119773" y="262979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68" name="anim_to708_0_1">
            <a:extLst>
              <a:ext uri="{FF2B5EF4-FFF2-40B4-BE49-F238E27FC236}">
                <a16:creationId xmlns:a16="http://schemas.microsoft.com/office/drawing/2014/main" id="{E8B48F41-FA9F-4FA2-86BC-9D5D54605A50}"/>
              </a:ext>
            </a:extLst>
          </p:cNvPr>
          <p:cNvSpPr>
            <a:spLocks noGrp="1"/>
          </p:cNvSpPr>
          <p:nvPr/>
        </p:nvSpPr>
        <p:spPr>
          <a:xfrm>
            <a:off x="2683754" y="262979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69" name="anim_to712_0_1">
            <a:extLst>
              <a:ext uri="{FF2B5EF4-FFF2-40B4-BE49-F238E27FC236}">
                <a16:creationId xmlns:a16="http://schemas.microsoft.com/office/drawing/2014/main" id="{0FE5FF90-55B6-40A4-ADB0-577AC4277EF8}"/>
              </a:ext>
            </a:extLst>
          </p:cNvPr>
          <p:cNvSpPr>
            <a:spLocks noGrp="1"/>
          </p:cNvSpPr>
          <p:nvPr/>
        </p:nvSpPr>
        <p:spPr>
          <a:xfrm>
            <a:off x="3247734" y="262979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70" name="anim_to716_0_1">
            <a:extLst>
              <a:ext uri="{FF2B5EF4-FFF2-40B4-BE49-F238E27FC236}">
                <a16:creationId xmlns:a16="http://schemas.microsoft.com/office/drawing/2014/main" id="{A576FD98-7912-4598-90B1-1B12A225481E}"/>
              </a:ext>
            </a:extLst>
          </p:cNvPr>
          <p:cNvSpPr>
            <a:spLocks noGrp="1"/>
          </p:cNvSpPr>
          <p:nvPr/>
        </p:nvSpPr>
        <p:spPr>
          <a:xfrm>
            <a:off x="3811714" y="262979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71" name="anim_to720_0_1">
            <a:extLst>
              <a:ext uri="{FF2B5EF4-FFF2-40B4-BE49-F238E27FC236}">
                <a16:creationId xmlns:a16="http://schemas.microsoft.com/office/drawing/2014/main" id="{93C0A685-F910-41FC-BE36-4EFA7865018C}"/>
              </a:ext>
            </a:extLst>
          </p:cNvPr>
          <p:cNvSpPr>
            <a:spLocks noGrp="1"/>
          </p:cNvSpPr>
          <p:nvPr/>
        </p:nvSpPr>
        <p:spPr>
          <a:xfrm>
            <a:off x="4375694" y="262979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72" name="anim_to724_0_1">
            <a:extLst>
              <a:ext uri="{FF2B5EF4-FFF2-40B4-BE49-F238E27FC236}">
                <a16:creationId xmlns:a16="http://schemas.microsoft.com/office/drawing/2014/main" id="{95781BBB-289D-4F45-B8F9-177E04DCB9B3}"/>
              </a:ext>
            </a:extLst>
          </p:cNvPr>
          <p:cNvSpPr>
            <a:spLocks noGrp="1"/>
          </p:cNvSpPr>
          <p:nvPr/>
        </p:nvSpPr>
        <p:spPr>
          <a:xfrm>
            <a:off x="1555793" y="319377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73" name="anim_to728_0_1">
            <a:extLst>
              <a:ext uri="{FF2B5EF4-FFF2-40B4-BE49-F238E27FC236}">
                <a16:creationId xmlns:a16="http://schemas.microsoft.com/office/drawing/2014/main" id="{1BA4624B-7A76-41FA-9AB0-6F0EA5A9F1D1}"/>
              </a:ext>
            </a:extLst>
          </p:cNvPr>
          <p:cNvSpPr>
            <a:spLocks noGrp="1"/>
          </p:cNvSpPr>
          <p:nvPr/>
        </p:nvSpPr>
        <p:spPr>
          <a:xfrm>
            <a:off x="2119773" y="319377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74" name="anim_to732_0_1">
            <a:extLst>
              <a:ext uri="{FF2B5EF4-FFF2-40B4-BE49-F238E27FC236}">
                <a16:creationId xmlns:a16="http://schemas.microsoft.com/office/drawing/2014/main" id="{6ACEF89D-1DCC-4CCB-92BA-9681DE259B6E}"/>
              </a:ext>
            </a:extLst>
          </p:cNvPr>
          <p:cNvSpPr>
            <a:spLocks noGrp="1"/>
          </p:cNvSpPr>
          <p:nvPr/>
        </p:nvSpPr>
        <p:spPr>
          <a:xfrm>
            <a:off x="2683754" y="319377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75" name="anim_to736_0_1">
            <a:extLst>
              <a:ext uri="{FF2B5EF4-FFF2-40B4-BE49-F238E27FC236}">
                <a16:creationId xmlns:a16="http://schemas.microsoft.com/office/drawing/2014/main" id="{046587CD-17E6-4366-B5BB-55FC7FCD8E12}"/>
              </a:ext>
            </a:extLst>
          </p:cNvPr>
          <p:cNvSpPr>
            <a:spLocks noGrp="1"/>
          </p:cNvSpPr>
          <p:nvPr/>
        </p:nvSpPr>
        <p:spPr>
          <a:xfrm>
            <a:off x="3247734" y="319377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76" name="anim_to740_0_1">
            <a:extLst>
              <a:ext uri="{FF2B5EF4-FFF2-40B4-BE49-F238E27FC236}">
                <a16:creationId xmlns:a16="http://schemas.microsoft.com/office/drawing/2014/main" id="{A6FED694-91BE-4957-9A76-6EDA3314CE41}"/>
              </a:ext>
            </a:extLst>
          </p:cNvPr>
          <p:cNvSpPr>
            <a:spLocks noGrp="1"/>
          </p:cNvSpPr>
          <p:nvPr/>
        </p:nvSpPr>
        <p:spPr>
          <a:xfrm>
            <a:off x="3811714" y="319377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77" name="anim_to744_0_1">
            <a:extLst>
              <a:ext uri="{FF2B5EF4-FFF2-40B4-BE49-F238E27FC236}">
                <a16:creationId xmlns:a16="http://schemas.microsoft.com/office/drawing/2014/main" id="{F2C043A4-70BF-413D-ADFB-F2CA8F8AE64B}"/>
              </a:ext>
            </a:extLst>
          </p:cNvPr>
          <p:cNvSpPr>
            <a:spLocks noGrp="1"/>
          </p:cNvSpPr>
          <p:nvPr/>
        </p:nvSpPr>
        <p:spPr>
          <a:xfrm>
            <a:off x="4375694" y="319377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78" name="anim_to748_0_1">
            <a:extLst>
              <a:ext uri="{FF2B5EF4-FFF2-40B4-BE49-F238E27FC236}">
                <a16:creationId xmlns:a16="http://schemas.microsoft.com/office/drawing/2014/main" id="{F165F950-62B9-4DBE-9E18-80279701B071}"/>
              </a:ext>
            </a:extLst>
          </p:cNvPr>
          <p:cNvSpPr>
            <a:spLocks noGrp="1"/>
          </p:cNvSpPr>
          <p:nvPr/>
        </p:nvSpPr>
        <p:spPr>
          <a:xfrm>
            <a:off x="1555793" y="375775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79" name="anim_to752_0_1">
            <a:extLst>
              <a:ext uri="{FF2B5EF4-FFF2-40B4-BE49-F238E27FC236}">
                <a16:creationId xmlns:a16="http://schemas.microsoft.com/office/drawing/2014/main" id="{70E7B267-EDE2-4BC7-9FCC-51A5F1391CB5}"/>
              </a:ext>
            </a:extLst>
          </p:cNvPr>
          <p:cNvSpPr>
            <a:spLocks noGrp="1"/>
          </p:cNvSpPr>
          <p:nvPr/>
        </p:nvSpPr>
        <p:spPr>
          <a:xfrm>
            <a:off x="2119773" y="375775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80" name="anim_to756_0_1">
            <a:extLst>
              <a:ext uri="{FF2B5EF4-FFF2-40B4-BE49-F238E27FC236}">
                <a16:creationId xmlns:a16="http://schemas.microsoft.com/office/drawing/2014/main" id="{2FA96585-E089-494F-94FC-F04DD8E13FA8}"/>
              </a:ext>
            </a:extLst>
          </p:cNvPr>
          <p:cNvSpPr>
            <a:spLocks noGrp="1"/>
          </p:cNvSpPr>
          <p:nvPr/>
        </p:nvSpPr>
        <p:spPr>
          <a:xfrm>
            <a:off x="2683754" y="375775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81" name="anim_to760_0_1">
            <a:extLst>
              <a:ext uri="{FF2B5EF4-FFF2-40B4-BE49-F238E27FC236}">
                <a16:creationId xmlns:a16="http://schemas.microsoft.com/office/drawing/2014/main" id="{56BF71FC-1C72-48DE-A2E5-2E9327EFA139}"/>
              </a:ext>
            </a:extLst>
          </p:cNvPr>
          <p:cNvSpPr>
            <a:spLocks noGrp="1"/>
          </p:cNvSpPr>
          <p:nvPr/>
        </p:nvSpPr>
        <p:spPr>
          <a:xfrm>
            <a:off x="3247734" y="375775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82" name="anim_to764_0_1">
            <a:extLst>
              <a:ext uri="{FF2B5EF4-FFF2-40B4-BE49-F238E27FC236}">
                <a16:creationId xmlns:a16="http://schemas.microsoft.com/office/drawing/2014/main" id="{5B95F708-198A-4278-9509-938BC7372C4C}"/>
              </a:ext>
            </a:extLst>
          </p:cNvPr>
          <p:cNvSpPr>
            <a:spLocks noGrp="1"/>
          </p:cNvSpPr>
          <p:nvPr/>
        </p:nvSpPr>
        <p:spPr>
          <a:xfrm>
            <a:off x="3811714" y="375775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83" name="anim_to768_0_1">
            <a:extLst>
              <a:ext uri="{FF2B5EF4-FFF2-40B4-BE49-F238E27FC236}">
                <a16:creationId xmlns:a16="http://schemas.microsoft.com/office/drawing/2014/main" id="{D3669EE5-9EF2-49DA-8A71-2BC24FC3419E}"/>
              </a:ext>
            </a:extLst>
          </p:cNvPr>
          <p:cNvSpPr>
            <a:spLocks noGrp="1"/>
          </p:cNvSpPr>
          <p:nvPr/>
        </p:nvSpPr>
        <p:spPr>
          <a:xfrm>
            <a:off x="4375694" y="375775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84" name="anim_to772_0_1">
            <a:extLst>
              <a:ext uri="{FF2B5EF4-FFF2-40B4-BE49-F238E27FC236}">
                <a16:creationId xmlns:a16="http://schemas.microsoft.com/office/drawing/2014/main" id="{64752A7B-B24F-4713-91BB-46AE71FEEA66}"/>
              </a:ext>
            </a:extLst>
          </p:cNvPr>
          <p:cNvSpPr>
            <a:spLocks noGrp="1"/>
          </p:cNvSpPr>
          <p:nvPr/>
        </p:nvSpPr>
        <p:spPr>
          <a:xfrm>
            <a:off x="1555793" y="432173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85" name="anim_to776_0_1">
            <a:extLst>
              <a:ext uri="{FF2B5EF4-FFF2-40B4-BE49-F238E27FC236}">
                <a16:creationId xmlns:a16="http://schemas.microsoft.com/office/drawing/2014/main" id="{2AE7C247-5F42-42EC-A820-5CF86E7D7F22}"/>
              </a:ext>
            </a:extLst>
          </p:cNvPr>
          <p:cNvSpPr>
            <a:spLocks noGrp="1"/>
          </p:cNvSpPr>
          <p:nvPr/>
        </p:nvSpPr>
        <p:spPr>
          <a:xfrm>
            <a:off x="2119773" y="432173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86" name="anim_to780_0_1">
            <a:extLst>
              <a:ext uri="{FF2B5EF4-FFF2-40B4-BE49-F238E27FC236}">
                <a16:creationId xmlns:a16="http://schemas.microsoft.com/office/drawing/2014/main" id="{84638142-0469-4FA8-B7A8-FBF50B8F23DD}"/>
              </a:ext>
            </a:extLst>
          </p:cNvPr>
          <p:cNvSpPr>
            <a:spLocks noGrp="1"/>
          </p:cNvSpPr>
          <p:nvPr/>
        </p:nvSpPr>
        <p:spPr>
          <a:xfrm>
            <a:off x="2683754" y="432173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87" name="anim_to784_0_1">
            <a:extLst>
              <a:ext uri="{FF2B5EF4-FFF2-40B4-BE49-F238E27FC236}">
                <a16:creationId xmlns:a16="http://schemas.microsoft.com/office/drawing/2014/main" id="{B1C8E20A-EA80-44CE-88DC-292CC0B47C6F}"/>
              </a:ext>
            </a:extLst>
          </p:cNvPr>
          <p:cNvSpPr>
            <a:spLocks noGrp="1"/>
          </p:cNvSpPr>
          <p:nvPr/>
        </p:nvSpPr>
        <p:spPr>
          <a:xfrm>
            <a:off x="3247734" y="432173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88" name="anim_to788_0_1">
            <a:extLst>
              <a:ext uri="{FF2B5EF4-FFF2-40B4-BE49-F238E27FC236}">
                <a16:creationId xmlns:a16="http://schemas.microsoft.com/office/drawing/2014/main" id="{38DC5408-2A87-4E34-96E3-D069863E4090}"/>
              </a:ext>
            </a:extLst>
          </p:cNvPr>
          <p:cNvSpPr>
            <a:spLocks noGrp="1"/>
          </p:cNvSpPr>
          <p:nvPr/>
        </p:nvSpPr>
        <p:spPr>
          <a:xfrm>
            <a:off x="3811714" y="432173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89" name="anim_to792_0_1">
            <a:extLst>
              <a:ext uri="{FF2B5EF4-FFF2-40B4-BE49-F238E27FC236}">
                <a16:creationId xmlns:a16="http://schemas.microsoft.com/office/drawing/2014/main" id="{3A14E9C1-DD12-4D48-ABDF-B8E13F19AD37}"/>
              </a:ext>
            </a:extLst>
          </p:cNvPr>
          <p:cNvSpPr>
            <a:spLocks noGrp="1"/>
          </p:cNvSpPr>
          <p:nvPr/>
        </p:nvSpPr>
        <p:spPr>
          <a:xfrm>
            <a:off x="4375694" y="432173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90" name="anim_to795_0_1">
            <a:extLst>
              <a:ext uri="{FF2B5EF4-FFF2-40B4-BE49-F238E27FC236}">
                <a16:creationId xmlns:a16="http://schemas.microsoft.com/office/drawing/2014/main" id="{51EC0627-FC18-472F-813D-E1EA3177D09E}"/>
              </a:ext>
            </a:extLst>
          </p:cNvPr>
          <p:cNvSpPr>
            <a:spLocks noGrp="1"/>
          </p:cNvSpPr>
          <p:nvPr/>
        </p:nvSpPr>
        <p:spPr>
          <a:xfrm>
            <a:off x="1656830" y="566374"/>
            <a:ext cx="3015882" cy="61524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87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87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87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Input Image</a:t>
            </a:r>
          </a:p>
        </p:txBody>
      </p:sp>
      <p:sp>
        <p:nvSpPr>
          <p:cNvPr id="91" name="anim_to903_0_1">
            <a:extLst>
              <a:ext uri="{FF2B5EF4-FFF2-40B4-BE49-F238E27FC236}">
                <a16:creationId xmlns:a16="http://schemas.microsoft.com/office/drawing/2014/main" id="{E3C30D6B-8AC9-4B0F-BB5C-3CC4A7F1D74B}"/>
              </a:ext>
            </a:extLst>
          </p:cNvPr>
          <p:cNvSpPr>
            <a:spLocks noGrp="1"/>
          </p:cNvSpPr>
          <p:nvPr/>
        </p:nvSpPr>
        <p:spPr>
          <a:xfrm>
            <a:off x="8973815" y="1159381"/>
            <a:ext cx="1579050" cy="58369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677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677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3677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Output</a:t>
            </a:r>
          </a:p>
        </p:txBody>
      </p:sp>
      <p:sp>
        <p:nvSpPr>
          <p:cNvPr id="92" name="anim_to1120_0_1">
            <a:extLst>
              <a:ext uri="{FF2B5EF4-FFF2-40B4-BE49-F238E27FC236}">
                <a16:creationId xmlns:a16="http://schemas.microsoft.com/office/drawing/2014/main" id="{9EED7B4E-BE6B-4E1B-8B56-3C2CC9601DF7}"/>
              </a:ext>
            </a:extLst>
          </p:cNvPr>
          <p:cNvSpPr>
            <a:spLocks noGrp="1"/>
          </p:cNvSpPr>
          <p:nvPr/>
        </p:nvSpPr>
        <p:spPr>
          <a:xfrm>
            <a:off x="8815025" y="2065809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93" name="anim_to1122_0_1">
            <a:extLst>
              <a:ext uri="{FF2B5EF4-FFF2-40B4-BE49-F238E27FC236}">
                <a16:creationId xmlns:a16="http://schemas.microsoft.com/office/drawing/2014/main" id="{B246EE50-5D3D-40FA-99E9-6504A4023258}"/>
              </a:ext>
            </a:extLst>
          </p:cNvPr>
          <p:cNvSpPr>
            <a:spLocks noGrp="1"/>
          </p:cNvSpPr>
          <p:nvPr/>
        </p:nvSpPr>
        <p:spPr>
          <a:xfrm>
            <a:off x="9379005" y="2065809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94" name="anim_to1124_0_1">
            <a:extLst>
              <a:ext uri="{FF2B5EF4-FFF2-40B4-BE49-F238E27FC236}">
                <a16:creationId xmlns:a16="http://schemas.microsoft.com/office/drawing/2014/main" id="{9F382B45-3689-47E2-AFD4-800457C988F5}"/>
              </a:ext>
            </a:extLst>
          </p:cNvPr>
          <p:cNvSpPr>
            <a:spLocks noGrp="1"/>
          </p:cNvSpPr>
          <p:nvPr/>
        </p:nvSpPr>
        <p:spPr>
          <a:xfrm>
            <a:off x="9859691" y="2065809"/>
            <a:ext cx="371278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-9</a:t>
            </a:r>
          </a:p>
        </p:txBody>
      </p:sp>
      <p:sp>
        <p:nvSpPr>
          <p:cNvPr id="95" name="anim_to1127_0_1">
            <a:extLst>
              <a:ext uri="{FF2B5EF4-FFF2-40B4-BE49-F238E27FC236}">
                <a16:creationId xmlns:a16="http://schemas.microsoft.com/office/drawing/2014/main" id="{9D8377A3-7A30-4233-9EDC-4C056D1E3121}"/>
              </a:ext>
            </a:extLst>
          </p:cNvPr>
          <p:cNvSpPr>
            <a:spLocks noGrp="1"/>
          </p:cNvSpPr>
          <p:nvPr/>
        </p:nvSpPr>
        <p:spPr>
          <a:xfrm>
            <a:off x="10423671" y="2065809"/>
            <a:ext cx="371278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11</a:t>
            </a:r>
          </a:p>
        </p:txBody>
      </p:sp>
      <p:sp>
        <p:nvSpPr>
          <p:cNvPr id="96" name="anim_to1130_0_1">
            <a:extLst>
              <a:ext uri="{FF2B5EF4-FFF2-40B4-BE49-F238E27FC236}">
                <a16:creationId xmlns:a16="http://schemas.microsoft.com/office/drawing/2014/main" id="{3DF08791-3A45-4A3A-8D67-A8143E1609DA}"/>
              </a:ext>
            </a:extLst>
          </p:cNvPr>
          <p:cNvSpPr>
            <a:spLocks noGrp="1"/>
          </p:cNvSpPr>
          <p:nvPr/>
        </p:nvSpPr>
        <p:spPr>
          <a:xfrm>
            <a:off x="8815025" y="262979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97" name="anim_to1132_0_1">
            <a:extLst>
              <a:ext uri="{FF2B5EF4-FFF2-40B4-BE49-F238E27FC236}">
                <a16:creationId xmlns:a16="http://schemas.microsoft.com/office/drawing/2014/main" id="{464E0EEC-F03B-4DA5-8A01-8B5A27B301D2}"/>
              </a:ext>
            </a:extLst>
          </p:cNvPr>
          <p:cNvSpPr>
            <a:spLocks noGrp="1"/>
          </p:cNvSpPr>
          <p:nvPr/>
        </p:nvSpPr>
        <p:spPr>
          <a:xfrm>
            <a:off x="9295710" y="2629790"/>
            <a:ext cx="371278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98" name="anim_to1135_0_1">
            <a:extLst>
              <a:ext uri="{FF2B5EF4-FFF2-40B4-BE49-F238E27FC236}">
                <a16:creationId xmlns:a16="http://schemas.microsoft.com/office/drawing/2014/main" id="{0FA911DE-461D-49E0-B93D-CC695CF31AC8}"/>
              </a:ext>
            </a:extLst>
          </p:cNvPr>
          <p:cNvSpPr>
            <a:spLocks noGrp="1"/>
          </p:cNvSpPr>
          <p:nvPr/>
        </p:nvSpPr>
        <p:spPr>
          <a:xfrm>
            <a:off x="9859691" y="2629790"/>
            <a:ext cx="371278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-3</a:t>
            </a:r>
          </a:p>
        </p:txBody>
      </p:sp>
      <p:sp>
        <p:nvSpPr>
          <p:cNvPr id="99" name="anim_to1138_0_1">
            <a:extLst>
              <a:ext uri="{FF2B5EF4-FFF2-40B4-BE49-F238E27FC236}">
                <a16:creationId xmlns:a16="http://schemas.microsoft.com/office/drawing/2014/main" id="{BECF436E-0313-48AC-830C-C3E35B1CAF06}"/>
              </a:ext>
            </a:extLst>
          </p:cNvPr>
          <p:cNvSpPr>
            <a:spLocks noGrp="1"/>
          </p:cNvSpPr>
          <p:nvPr/>
        </p:nvSpPr>
        <p:spPr>
          <a:xfrm>
            <a:off x="10423671" y="2629790"/>
            <a:ext cx="371278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11</a:t>
            </a:r>
          </a:p>
        </p:txBody>
      </p:sp>
      <p:sp>
        <p:nvSpPr>
          <p:cNvPr id="100" name="anim_to1141_0_1">
            <a:extLst>
              <a:ext uri="{FF2B5EF4-FFF2-40B4-BE49-F238E27FC236}">
                <a16:creationId xmlns:a16="http://schemas.microsoft.com/office/drawing/2014/main" id="{EF5B3518-23C1-4004-8EB5-A57ED754D7B3}"/>
              </a:ext>
            </a:extLst>
          </p:cNvPr>
          <p:cNvSpPr>
            <a:spLocks noGrp="1"/>
          </p:cNvSpPr>
          <p:nvPr/>
        </p:nvSpPr>
        <p:spPr>
          <a:xfrm>
            <a:off x="8731730" y="3193770"/>
            <a:ext cx="371278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-2</a:t>
            </a:r>
          </a:p>
        </p:txBody>
      </p:sp>
      <p:sp>
        <p:nvSpPr>
          <p:cNvPr id="101" name="anim_to1144_0_1">
            <a:extLst>
              <a:ext uri="{FF2B5EF4-FFF2-40B4-BE49-F238E27FC236}">
                <a16:creationId xmlns:a16="http://schemas.microsoft.com/office/drawing/2014/main" id="{E8540B85-DE2F-47CE-BA49-F971E9154ADC}"/>
              </a:ext>
            </a:extLst>
          </p:cNvPr>
          <p:cNvSpPr>
            <a:spLocks noGrp="1"/>
          </p:cNvSpPr>
          <p:nvPr/>
        </p:nvSpPr>
        <p:spPr>
          <a:xfrm>
            <a:off x="9379005" y="319377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102" name="anim_to1146_0_1">
            <a:extLst>
              <a:ext uri="{FF2B5EF4-FFF2-40B4-BE49-F238E27FC236}">
                <a16:creationId xmlns:a16="http://schemas.microsoft.com/office/drawing/2014/main" id="{001D0906-63AF-4687-9582-40E94F5D24C9}"/>
              </a:ext>
            </a:extLst>
          </p:cNvPr>
          <p:cNvSpPr>
            <a:spLocks noGrp="1"/>
          </p:cNvSpPr>
          <p:nvPr/>
        </p:nvSpPr>
        <p:spPr>
          <a:xfrm>
            <a:off x="9859691" y="3193770"/>
            <a:ext cx="371278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-2</a:t>
            </a:r>
          </a:p>
        </p:txBody>
      </p:sp>
      <p:sp>
        <p:nvSpPr>
          <p:cNvPr id="103" name="anim_to1149_0_1">
            <a:extLst>
              <a:ext uri="{FF2B5EF4-FFF2-40B4-BE49-F238E27FC236}">
                <a16:creationId xmlns:a16="http://schemas.microsoft.com/office/drawing/2014/main" id="{47BA7216-6A7B-4B4E-9723-20D2DFE3B7DB}"/>
              </a:ext>
            </a:extLst>
          </p:cNvPr>
          <p:cNvSpPr>
            <a:spLocks noGrp="1"/>
          </p:cNvSpPr>
          <p:nvPr/>
        </p:nvSpPr>
        <p:spPr>
          <a:xfrm>
            <a:off x="10506966" y="319377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104" name="anim_to1151_0_1">
            <a:extLst>
              <a:ext uri="{FF2B5EF4-FFF2-40B4-BE49-F238E27FC236}">
                <a16:creationId xmlns:a16="http://schemas.microsoft.com/office/drawing/2014/main" id="{56674506-DDE9-4DC6-8F4E-886E6401E185}"/>
              </a:ext>
            </a:extLst>
          </p:cNvPr>
          <p:cNvSpPr>
            <a:spLocks noGrp="1"/>
          </p:cNvSpPr>
          <p:nvPr/>
        </p:nvSpPr>
        <p:spPr>
          <a:xfrm>
            <a:off x="8731730" y="3757750"/>
            <a:ext cx="371278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-4</a:t>
            </a:r>
          </a:p>
        </p:txBody>
      </p:sp>
      <p:sp>
        <p:nvSpPr>
          <p:cNvPr id="105" name="anim_to1154_0_1">
            <a:extLst>
              <a:ext uri="{FF2B5EF4-FFF2-40B4-BE49-F238E27FC236}">
                <a16:creationId xmlns:a16="http://schemas.microsoft.com/office/drawing/2014/main" id="{F397EC89-587A-4EA1-ACCF-AE58E78DDF18}"/>
              </a:ext>
            </a:extLst>
          </p:cNvPr>
          <p:cNvSpPr>
            <a:spLocks noGrp="1"/>
          </p:cNvSpPr>
          <p:nvPr/>
        </p:nvSpPr>
        <p:spPr>
          <a:xfrm>
            <a:off x="9379005" y="375775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06" name="anim_to1156_0_1">
            <a:extLst>
              <a:ext uri="{FF2B5EF4-FFF2-40B4-BE49-F238E27FC236}">
                <a16:creationId xmlns:a16="http://schemas.microsoft.com/office/drawing/2014/main" id="{68FC58EE-6F04-4FAF-B054-9355E244380A}"/>
              </a:ext>
            </a:extLst>
          </p:cNvPr>
          <p:cNvSpPr>
            <a:spLocks noGrp="1"/>
          </p:cNvSpPr>
          <p:nvPr/>
        </p:nvSpPr>
        <p:spPr>
          <a:xfrm>
            <a:off x="9942985" y="375775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07" name="anim_to1158_0_1">
            <a:extLst>
              <a:ext uri="{FF2B5EF4-FFF2-40B4-BE49-F238E27FC236}">
                <a16:creationId xmlns:a16="http://schemas.microsoft.com/office/drawing/2014/main" id="{20453810-428D-4CF1-8E9D-8D8CE3392AF7}"/>
              </a:ext>
            </a:extLst>
          </p:cNvPr>
          <p:cNvSpPr>
            <a:spLocks noGrp="1"/>
          </p:cNvSpPr>
          <p:nvPr/>
        </p:nvSpPr>
        <p:spPr>
          <a:xfrm>
            <a:off x="10506966" y="375775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108" name="anim_to911_0_1">
            <a:extLst>
              <a:ext uri="{FF2B5EF4-FFF2-40B4-BE49-F238E27FC236}">
                <a16:creationId xmlns:a16="http://schemas.microsoft.com/office/drawing/2014/main" id="{FF813655-D974-440D-A4A2-14629DB275A4}"/>
              </a:ext>
            </a:extLst>
          </p:cNvPr>
          <p:cNvSpPr>
            <a:spLocks noGrp="1"/>
          </p:cNvSpPr>
          <p:nvPr/>
        </p:nvSpPr>
        <p:spPr>
          <a:xfrm>
            <a:off x="5107365" y="2730826"/>
            <a:ext cx="289877" cy="7405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665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665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665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*</a:t>
            </a:r>
          </a:p>
        </p:txBody>
      </p:sp>
      <p:sp>
        <p:nvSpPr>
          <p:cNvPr id="109" name="anim_to847_0_1">
            <a:extLst>
              <a:ext uri="{FF2B5EF4-FFF2-40B4-BE49-F238E27FC236}">
                <a16:creationId xmlns:a16="http://schemas.microsoft.com/office/drawing/2014/main" id="{C4F34C07-39D7-4E57-BD92-7DE6B9FC09E1}"/>
              </a:ext>
            </a:extLst>
          </p:cNvPr>
          <p:cNvSpPr>
            <a:spLocks noGrp="1"/>
          </p:cNvSpPr>
          <p:nvPr/>
        </p:nvSpPr>
        <p:spPr>
          <a:xfrm>
            <a:off x="5739667" y="1484186"/>
            <a:ext cx="1537403" cy="56791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77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577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pPr>
            <a:r>
              <a:rPr sz="3577" b="1">
                <a:solidFill>
                  <a:srgbClr val="FFFF00"/>
                </a:solidFill>
                <a:latin typeface="Consolas"/>
                <a:ea typeface="Consolas"/>
                <a:cs typeface="Consolas"/>
              </a:rPr>
              <a:t>Filter</a:t>
            </a:r>
          </a:p>
        </p:txBody>
      </p:sp>
      <p:sp>
        <p:nvSpPr>
          <p:cNvPr id="110" name="anim_to915_0_1">
            <a:extLst>
              <a:ext uri="{FF2B5EF4-FFF2-40B4-BE49-F238E27FC236}">
                <a16:creationId xmlns:a16="http://schemas.microsoft.com/office/drawing/2014/main" id="{5B369C4B-32DC-4849-91D6-B2B597CC30EB}"/>
              </a:ext>
            </a:extLst>
          </p:cNvPr>
          <p:cNvSpPr>
            <a:spLocks noGrp="1"/>
          </p:cNvSpPr>
          <p:nvPr/>
        </p:nvSpPr>
        <p:spPr>
          <a:xfrm>
            <a:off x="7701283" y="2730826"/>
            <a:ext cx="482412" cy="7405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665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665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665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111" name="anim_to1160_0_1">
            <a:extLst>
              <a:ext uri="{FF2B5EF4-FFF2-40B4-BE49-F238E27FC236}">
                <a16:creationId xmlns:a16="http://schemas.microsoft.com/office/drawing/2014/main" id="{10865D2C-8A64-41F5-A8AF-A90378458DD4}"/>
              </a:ext>
            </a:extLst>
          </p:cNvPr>
          <p:cNvSpPr>
            <a:spLocks noGrp="1"/>
          </p:cNvSpPr>
          <p:nvPr/>
        </p:nvSpPr>
        <p:spPr>
          <a:xfrm>
            <a:off x="8244987" y="4469541"/>
            <a:ext cx="3036706" cy="56791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77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577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3577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Feature Map!</a:t>
            </a:r>
          </a:p>
        </p:txBody>
      </p:sp>
      <p:sp>
        <p:nvSpPr>
          <p:cNvPr id="112" name="anim_to1173_0_1">
            <a:extLst>
              <a:ext uri="{FF2B5EF4-FFF2-40B4-BE49-F238E27FC236}">
                <a16:creationId xmlns:a16="http://schemas.microsoft.com/office/drawing/2014/main" id="{FD867127-0CAC-4D25-9E17-F20EEDC31052}"/>
              </a:ext>
            </a:extLst>
          </p:cNvPr>
          <p:cNvSpPr>
            <a:spLocks noGrp="1"/>
          </p:cNvSpPr>
          <p:nvPr/>
        </p:nvSpPr>
        <p:spPr>
          <a:xfrm>
            <a:off x="2306464" y="5208687"/>
            <a:ext cx="1716613" cy="7629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806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806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4806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n x n</a:t>
            </a:r>
          </a:p>
        </p:txBody>
      </p:sp>
      <p:sp>
        <p:nvSpPr>
          <p:cNvPr id="113" name="anim_to1179_0_1">
            <a:extLst>
              <a:ext uri="{FF2B5EF4-FFF2-40B4-BE49-F238E27FC236}">
                <a16:creationId xmlns:a16="http://schemas.microsoft.com/office/drawing/2014/main" id="{D7099E9B-30EE-4518-A5A3-402FED896A7B}"/>
              </a:ext>
            </a:extLst>
          </p:cNvPr>
          <p:cNvSpPr>
            <a:spLocks noGrp="1"/>
          </p:cNvSpPr>
          <p:nvPr/>
        </p:nvSpPr>
        <p:spPr>
          <a:xfrm>
            <a:off x="5650062" y="4423754"/>
            <a:ext cx="1716613" cy="7629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806" b="0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806" b="0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pPr>
            <a:r>
              <a:rPr sz="4806" b="0">
                <a:solidFill>
                  <a:srgbClr val="FFFF00"/>
                </a:solidFill>
                <a:latin typeface="Consolas"/>
                <a:ea typeface="Consolas"/>
                <a:cs typeface="Consolas"/>
              </a:rPr>
              <a:t>f x f</a:t>
            </a:r>
          </a:p>
        </p:txBody>
      </p:sp>
      <p:sp>
        <p:nvSpPr>
          <p:cNvPr id="114" name="anim_to1185_0_1">
            <a:extLst>
              <a:ext uri="{FF2B5EF4-FFF2-40B4-BE49-F238E27FC236}">
                <a16:creationId xmlns:a16="http://schemas.microsoft.com/office/drawing/2014/main" id="{A9B90FDB-E4C7-4CAB-8E17-2DD531F12EA8}"/>
              </a:ext>
            </a:extLst>
          </p:cNvPr>
          <p:cNvSpPr>
            <a:spLocks noGrp="1"/>
          </p:cNvSpPr>
          <p:nvPr/>
        </p:nvSpPr>
        <p:spPr>
          <a:xfrm>
            <a:off x="8334339" y="5323059"/>
            <a:ext cx="2623010" cy="53407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364" b="0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364" b="0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3364" b="0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(n - f + 1)</a:t>
            </a:r>
          </a:p>
        </p:txBody>
      </p:sp>
      <p:sp>
        <p:nvSpPr>
          <p:cNvPr id="115" name="anim_to1185_1_1">
            <a:extLst>
              <a:ext uri="{FF2B5EF4-FFF2-40B4-BE49-F238E27FC236}">
                <a16:creationId xmlns:a16="http://schemas.microsoft.com/office/drawing/2014/main" id="{E0EA9767-1EEA-472C-A9B4-EAD82AEEAFC7}"/>
              </a:ext>
            </a:extLst>
          </p:cNvPr>
          <p:cNvSpPr>
            <a:spLocks noGrp="1"/>
          </p:cNvSpPr>
          <p:nvPr/>
        </p:nvSpPr>
        <p:spPr>
          <a:xfrm>
            <a:off x="9509298" y="5820814"/>
            <a:ext cx="273092" cy="53407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364" b="0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364" b="0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3364" b="0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x</a:t>
            </a:r>
          </a:p>
        </p:txBody>
      </p:sp>
      <p:sp>
        <p:nvSpPr>
          <p:cNvPr id="116" name="anim_to1185_2_1">
            <a:extLst>
              <a:ext uri="{FF2B5EF4-FFF2-40B4-BE49-F238E27FC236}">
                <a16:creationId xmlns:a16="http://schemas.microsoft.com/office/drawing/2014/main" id="{647E5CFA-4035-49FD-8760-7F3506B77ABA}"/>
              </a:ext>
            </a:extLst>
          </p:cNvPr>
          <p:cNvSpPr>
            <a:spLocks noGrp="1"/>
          </p:cNvSpPr>
          <p:nvPr/>
        </p:nvSpPr>
        <p:spPr>
          <a:xfrm>
            <a:off x="8334339" y="6305752"/>
            <a:ext cx="2623010" cy="53407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364" b="0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364" b="0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3364" b="0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(n - f + 1)</a:t>
            </a:r>
          </a:p>
        </p:txBody>
      </p:sp>
      <p:sp>
        <p:nvSpPr>
          <p:cNvPr id="117" name="anim_o808_1">
            <a:extLst>
              <a:ext uri="{FF2B5EF4-FFF2-40B4-BE49-F238E27FC236}">
                <a16:creationId xmlns:a16="http://schemas.microsoft.com/office/drawing/2014/main" id="{0D50B899-BE62-43A9-8EC1-B02E4869D377}"/>
              </a:ext>
            </a:extLst>
          </p:cNvPr>
          <p:cNvSpPr>
            <a:spLocks noGrp="1"/>
          </p:cNvSpPr>
          <p:nvPr/>
        </p:nvSpPr>
        <p:spPr>
          <a:xfrm>
            <a:off x="5652873" y="2255115"/>
            <a:ext cx="563980" cy="563980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8" name="anim_o813_1">
            <a:extLst>
              <a:ext uri="{FF2B5EF4-FFF2-40B4-BE49-F238E27FC236}">
                <a16:creationId xmlns:a16="http://schemas.microsoft.com/office/drawing/2014/main" id="{278635AC-9388-4FF1-A01E-820B1CEA6F17}"/>
              </a:ext>
            </a:extLst>
          </p:cNvPr>
          <p:cNvSpPr>
            <a:spLocks noGrp="1"/>
          </p:cNvSpPr>
          <p:nvPr/>
        </p:nvSpPr>
        <p:spPr>
          <a:xfrm>
            <a:off x="6216853" y="2255115"/>
            <a:ext cx="563980" cy="563980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9" name="anim_o817_1">
            <a:extLst>
              <a:ext uri="{FF2B5EF4-FFF2-40B4-BE49-F238E27FC236}">
                <a16:creationId xmlns:a16="http://schemas.microsoft.com/office/drawing/2014/main" id="{623B0A3E-45E8-4107-815B-3B3CD9BA49AF}"/>
              </a:ext>
            </a:extLst>
          </p:cNvPr>
          <p:cNvSpPr>
            <a:spLocks noGrp="1"/>
          </p:cNvSpPr>
          <p:nvPr/>
        </p:nvSpPr>
        <p:spPr>
          <a:xfrm>
            <a:off x="6780833" y="2255115"/>
            <a:ext cx="563980" cy="563980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0" name="anim_o821_1">
            <a:extLst>
              <a:ext uri="{FF2B5EF4-FFF2-40B4-BE49-F238E27FC236}">
                <a16:creationId xmlns:a16="http://schemas.microsoft.com/office/drawing/2014/main" id="{DB6E5B37-8974-478A-BDD1-C252EC5DBC1E}"/>
              </a:ext>
            </a:extLst>
          </p:cNvPr>
          <p:cNvSpPr>
            <a:spLocks noGrp="1"/>
          </p:cNvSpPr>
          <p:nvPr/>
        </p:nvSpPr>
        <p:spPr>
          <a:xfrm>
            <a:off x="5652873" y="2819096"/>
            <a:ext cx="563980" cy="563980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1" name="anim_o826_1">
            <a:extLst>
              <a:ext uri="{FF2B5EF4-FFF2-40B4-BE49-F238E27FC236}">
                <a16:creationId xmlns:a16="http://schemas.microsoft.com/office/drawing/2014/main" id="{60D8B859-5AF7-461F-AF13-B6ADFB948887}"/>
              </a:ext>
            </a:extLst>
          </p:cNvPr>
          <p:cNvSpPr>
            <a:spLocks noGrp="1"/>
          </p:cNvSpPr>
          <p:nvPr/>
        </p:nvSpPr>
        <p:spPr>
          <a:xfrm>
            <a:off x="6216853" y="2819096"/>
            <a:ext cx="563980" cy="563980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2" name="anim_o830_1">
            <a:extLst>
              <a:ext uri="{FF2B5EF4-FFF2-40B4-BE49-F238E27FC236}">
                <a16:creationId xmlns:a16="http://schemas.microsoft.com/office/drawing/2014/main" id="{23876FC5-0986-4383-8DF5-0274EC3A114A}"/>
              </a:ext>
            </a:extLst>
          </p:cNvPr>
          <p:cNvSpPr>
            <a:spLocks noGrp="1"/>
          </p:cNvSpPr>
          <p:nvPr/>
        </p:nvSpPr>
        <p:spPr>
          <a:xfrm>
            <a:off x="6780833" y="2819096"/>
            <a:ext cx="563980" cy="563980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3" name="anim_o834_1">
            <a:extLst>
              <a:ext uri="{FF2B5EF4-FFF2-40B4-BE49-F238E27FC236}">
                <a16:creationId xmlns:a16="http://schemas.microsoft.com/office/drawing/2014/main" id="{C7F4CFDA-7F29-4C41-89B1-8C7D1AB61520}"/>
              </a:ext>
            </a:extLst>
          </p:cNvPr>
          <p:cNvSpPr>
            <a:spLocks noGrp="1"/>
          </p:cNvSpPr>
          <p:nvPr/>
        </p:nvSpPr>
        <p:spPr>
          <a:xfrm>
            <a:off x="5652873" y="3383076"/>
            <a:ext cx="563980" cy="563980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4" name="anim_o839_1">
            <a:extLst>
              <a:ext uri="{FF2B5EF4-FFF2-40B4-BE49-F238E27FC236}">
                <a16:creationId xmlns:a16="http://schemas.microsoft.com/office/drawing/2014/main" id="{7D3349FE-536D-4D0E-88B6-B52B0C99842B}"/>
              </a:ext>
            </a:extLst>
          </p:cNvPr>
          <p:cNvSpPr>
            <a:spLocks noGrp="1"/>
          </p:cNvSpPr>
          <p:nvPr/>
        </p:nvSpPr>
        <p:spPr>
          <a:xfrm>
            <a:off x="6216853" y="3383076"/>
            <a:ext cx="563980" cy="563980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5" name="anim_o843_1">
            <a:extLst>
              <a:ext uri="{FF2B5EF4-FFF2-40B4-BE49-F238E27FC236}">
                <a16:creationId xmlns:a16="http://schemas.microsoft.com/office/drawing/2014/main" id="{AE903099-A5F8-4838-9975-4340BFC1E70C}"/>
              </a:ext>
            </a:extLst>
          </p:cNvPr>
          <p:cNvSpPr>
            <a:spLocks noGrp="1"/>
          </p:cNvSpPr>
          <p:nvPr/>
        </p:nvSpPr>
        <p:spPr>
          <a:xfrm>
            <a:off x="6780833" y="3383076"/>
            <a:ext cx="563980" cy="563980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6" name="anim_to809_0_1">
            <a:extLst>
              <a:ext uri="{FF2B5EF4-FFF2-40B4-BE49-F238E27FC236}">
                <a16:creationId xmlns:a16="http://schemas.microsoft.com/office/drawing/2014/main" id="{F39E4D91-025B-4042-A6C9-39132D578734}"/>
              </a:ext>
            </a:extLst>
          </p:cNvPr>
          <p:cNvSpPr>
            <a:spLocks noGrp="1"/>
          </p:cNvSpPr>
          <p:nvPr/>
        </p:nvSpPr>
        <p:spPr>
          <a:xfrm>
            <a:off x="5855431" y="2347800"/>
            <a:ext cx="371278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27" name="anim_to814_0_1">
            <a:extLst>
              <a:ext uri="{FF2B5EF4-FFF2-40B4-BE49-F238E27FC236}">
                <a16:creationId xmlns:a16="http://schemas.microsoft.com/office/drawing/2014/main" id="{38DB6BEC-235F-4831-9D49-687A8A2E2F06}"/>
              </a:ext>
            </a:extLst>
          </p:cNvPr>
          <p:cNvSpPr>
            <a:spLocks noGrp="1"/>
          </p:cNvSpPr>
          <p:nvPr/>
        </p:nvSpPr>
        <p:spPr>
          <a:xfrm>
            <a:off x="6502706" y="234780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28" name="anim_to818_0_1">
            <a:extLst>
              <a:ext uri="{FF2B5EF4-FFF2-40B4-BE49-F238E27FC236}">
                <a16:creationId xmlns:a16="http://schemas.microsoft.com/office/drawing/2014/main" id="{A9545321-D8C1-4301-BF21-8B275CABEF83}"/>
              </a:ext>
            </a:extLst>
          </p:cNvPr>
          <p:cNvSpPr>
            <a:spLocks noGrp="1"/>
          </p:cNvSpPr>
          <p:nvPr/>
        </p:nvSpPr>
        <p:spPr>
          <a:xfrm>
            <a:off x="7066686" y="234780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29" name="anim_to822_0_1">
            <a:extLst>
              <a:ext uri="{FF2B5EF4-FFF2-40B4-BE49-F238E27FC236}">
                <a16:creationId xmlns:a16="http://schemas.microsoft.com/office/drawing/2014/main" id="{F17A72CC-46E3-41E1-8E71-FE54F894B4FF}"/>
              </a:ext>
            </a:extLst>
          </p:cNvPr>
          <p:cNvSpPr>
            <a:spLocks noGrp="1"/>
          </p:cNvSpPr>
          <p:nvPr/>
        </p:nvSpPr>
        <p:spPr>
          <a:xfrm>
            <a:off x="5855431" y="2911780"/>
            <a:ext cx="371278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30" name="anim_to827_0_1">
            <a:extLst>
              <a:ext uri="{FF2B5EF4-FFF2-40B4-BE49-F238E27FC236}">
                <a16:creationId xmlns:a16="http://schemas.microsoft.com/office/drawing/2014/main" id="{9C296BE2-351E-4C53-B554-FECEABAF8545}"/>
              </a:ext>
            </a:extLst>
          </p:cNvPr>
          <p:cNvSpPr>
            <a:spLocks noGrp="1"/>
          </p:cNvSpPr>
          <p:nvPr/>
        </p:nvSpPr>
        <p:spPr>
          <a:xfrm>
            <a:off x="6502706" y="291178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31" name="anim_to831_0_1">
            <a:extLst>
              <a:ext uri="{FF2B5EF4-FFF2-40B4-BE49-F238E27FC236}">
                <a16:creationId xmlns:a16="http://schemas.microsoft.com/office/drawing/2014/main" id="{460D6544-5E17-4AD3-BF4A-BC5667313D0D}"/>
              </a:ext>
            </a:extLst>
          </p:cNvPr>
          <p:cNvSpPr>
            <a:spLocks noGrp="1"/>
          </p:cNvSpPr>
          <p:nvPr/>
        </p:nvSpPr>
        <p:spPr>
          <a:xfrm>
            <a:off x="7066686" y="291178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32" name="anim_to835_0_1">
            <a:extLst>
              <a:ext uri="{FF2B5EF4-FFF2-40B4-BE49-F238E27FC236}">
                <a16:creationId xmlns:a16="http://schemas.microsoft.com/office/drawing/2014/main" id="{9C4A12F1-2784-4CC6-94B8-A18AFFCCFEE8}"/>
              </a:ext>
            </a:extLst>
          </p:cNvPr>
          <p:cNvSpPr>
            <a:spLocks noGrp="1"/>
          </p:cNvSpPr>
          <p:nvPr/>
        </p:nvSpPr>
        <p:spPr>
          <a:xfrm>
            <a:off x="5855431" y="3475760"/>
            <a:ext cx="371278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33" name="anim_to840_0_1">
            <a:extLst>
              <a:ext uri="{FF2B5EF4-FFF2-40B4-BE49-F238E27FC236}">
                <a16:creationId xmlns:a16="http://schemas.microsoft.com/office/drawing/2014/main" id="{6D03ED0D-E380-4060-B206-32B90E437B34}"/>
              </a:ext>
            </a:extLst>
          </p:cNvPr>
          <p:cNvSpPr>
            <a:spLocks noGrp="1"/>
          </p:cNvSpPr>
          <p:nvPr/>
        </p:nvSpPr>
        <p:spPr>
          <a:xfrm>
            <a:off x="6502706" y="347576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34" name="anim_to844_0_1">
            <a:extLst>
              <a:ext uri="{FF2B5EF4-FFF2-40B4-BE49-F238E27FC236}">
                <a16:creationId xmlns:a16="http://schemas.microsoft.com/office/drawing/2014/main" id="{A55B75AC-C798-4072-94BD-C69CEE9CB731}"/>
              </a:ext>
            </a:extLst>
          </p:cNvPr>
          <p:cNvSpPr>
            <a:spLocks noGrp="1"/>
          </p:cNvSpPr>
          <p:nvPr/>
        </p:nvSpPr>
        <p:spPr>
          <a:xfrm>
            <a:off x="7066686" y="3475760"/>
            <a:ext cx="204689" cy="3786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5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85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35" name="anim_to1217_0_1">
            <a:extLst>
              <a:ext uri="{FF2B5EF4-FFF2-40B4-BE49-F238E27FC236}">
                <a16:creationId xmlns:a16="http://schemas.microsoft.com/office/drawing/2014/main" id="{9FE86201-BF09-493A-BA9D-B683F3F6AF58}"/>
              </a:ext>
            </a:extLst>
          </p:cNvPr>
          <p:cNvSpPr>
            <a:spLocks noGrp="1"/>
          </p:cNvSpPr>
          <p:nvPr/>
        </p:nvSpPr>
        <p:spPr>
          <a:xfrm>
            <a:off x="1076860" y="872855"/>
            <a:ext cx="10237803" cy="5653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2" b="1">
                <a:solidFill>
                  <a:srgbClr val="76DDC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562" b="1">
                <a:solidFill>
                  <a:srgbClr val="76DDC0"/>
                </a:solidFill>
                <a:latin typeface="Consolas"/>
                <a:ea typeface="Consolas"/>
                <a:cs typeface="Consolas"/>
              </a:defRPr>
            </a:pPr>
            <a:r>
              <a:rPr sz="3562" b="1">
                <a:solidFill>
                  <a:srgbClr val="76DDC0"/>
                </a:solidFill>
                <a:latin typeface="Consolas"/>
                <a:ea typeface="Consolas"/>
                <a:cs typeface="Consolas"/>
              </a:rPr>
              <a:t>Corner pixels contribute to only 1 output</a:t>
            </a:r>
          </a:p>
        </p:txBody>
      </p:sp>
      <p:sp>
        <p:nvSpPr>
          <p:cNvPr id="136" name="anim_o651_2">
            <a:extLst>
              <a:ext uri="{FF2B5EF4-FFF2-40B4-BE49-F238E27FC236}">
                <a16:creationId xmlns:a16="http://schemas.microsoft.com/office/drawing/2014/main" id="{98FD6FB1-355D-45D6-B76F-EF7F1DDB1507}"/>
              </a:ext>
            </a:extLst>
          </p:cNvPr>
          <p:cNvSpPr>
            <a:spLocks noGrp="1"/>
          </p:cNvSpPr>
          <p:nvPr/>
        </p:nvSpPr>
        <p:spPr>
          <a:xfrm>
            <a:off x="2847474" y="2210803"/>
            <a:ext cx="631658" cy="631658"/>
          </a:xfrm>
          <a:prstGeom prst="rect">
            <a:avLst/>
          </a:prstGeom>
          <a:solidFill>
            <a:srgbClr val="76DDC0">
              <a:alpha val="8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7" name="anim_o808_2">
            <a:extLst>
              <a:ext uri="{FF2B5EF4-FFF2-40B4-BE49-F238E27FC236}">
                <a16:creationId xmlns:a16="http://schemas.microsoft.com/office/drawing/2014/main" id="{57815CCA-EEBD-4C2F-8630-1BE5F4187B9F}"/>
              </a:ext>
            </a:extLst>
          </p:cNvPr>
          <p:cNvSpPr>
            <a:spLocks noGrp="1"/>
          </p:cNvSpPr>
          <p:nvPr/>
        </p:nvSpPr>
        <p:spPr>
          <a:xfrm>
            <a:off x="8306803" y="3158289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8" name="anim_o813_2">
            <a:extLst>
              <a:ext uri="{FF2B5EF4-FFF2-40B4-BE49-F238E27FC236}">
                <a16:creationId xmlns:a16="http://schemas.microsoft.com/office/drawing/2014/main" id="{A21B28B9-7268-4163-8A13-8674D9324550}"/>
              </a:ext>
            </a:extLst>
          </p:cNvPr>
          <p:cNvSpPr>
            <a:spLocks noGrp="1"/>
          </p:cNvSpPr>
          <p:nvPr/>
        </p:nvSpPr>
        <p:spPr>
          <a:xfrm>
            <a:off x="8938461" y="3158289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9" name="anim_o817_2">
            <a:extLst>
              <a:ext uri="{FF2B5EF4-FFF2-40B4-BE49-F238E27FC236}">
                <a16:creationId xmlns:a16="http://schemas.microsoft.com/office/drawing/2014/main" id="{72541934-2DF8-4871-81CB-BF39F98A7BCC}"/>
              </a:ext>
            </a:extLst>
          </p:cNvPr>
          <p:cNvSpPr>
            <a:spLocks noGrp="1"/>
          </p:cNvSpPr>
          <p:nvPr/>
        </p:nvSpPr>
        <p:spPr>
          <a:xfrm>
            <a:off x="9570118" y="3158289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0" name="anim_o821_2">
            <a:extLst>
              <a:ext uri="{FF2B5EF4-FFF2-40B4-BE49-F238E27FC236}">
                <a16:creationId xmlns:a16="http://schemas.microsoft.com/office/drawing/2014/main" id="{65CE230A-19ED-42A0-80D3-5ECCBEF3C6F8}"/>
              </a:ext>
            </a:extLst>
          </p:cNvPr>
          <p:cNvSpPr>
            <a:spLocks noGrp="1"/>
          </p:cNvSpPr>
          <p:nvPr/>
        </p:nvSpPr>
        <p:spPr>
          <a:xfrm>
            <a:off x="8306803" y="3789947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1" name="anim_o826_2">
            <a:extLst>
              <a:ext uri="{FF2B5EF4-FFF2-40B4-BE49-F238E27FC236}">
                <a16:creationId xmlns:a16="http://schemas.microsoft.com/office/drawing/2014/main" id="{B84AA89A-C859-4E85-A851-380DC5F68CFB}"/>
              </a:ext>
            </a:extLst>
          </p:cNvPr>
          <p:cNvSpPr>
            <a:spLocks noGrp="1"/>
          </p:cNvSpPr>
          <p:nvPr/>
        </p:nvSpPr>
        <p:spPr>
          <a:xfrm>
            <a:off x="8938461" y="3789947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2" name="anim_o830_2">
            <a:extLst>
              <a:ext uri="{FF2B5EF4-FFF2-40B4-BE49-F238E27FC236}">
                <a16:creationId xmlns:a16="http://schemas.microsoft.com/office/drawing/2014/main" id="{DE9C106F-BA11-4336-83CA-1DC264F698AA}"/>
              </a:ext>
            </a:extLst>
          </p:cNvPr>
          <p:cNvSpPr>
            <a:spLocks noGrp="1"/>
          </p:cNvSpPr>
          <p:nvPr/>
        </p:nvSpPr>
        <p:spPr>
          <a:xfrm>
            <a:off x="9570118" y="3789947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3" name="anim_o834_2">
            <a:extLst>
              <a:ext uri="{FF2B5EF4-FFF2-40B4-BE49-F238E27FC236}">
                <a16:creationId xmlns:a16="http://schemas.microsoft.com/office/drawing/2014/main" id="{973CA5F9-207B-4D7B-AF8A-C1CC64D2D9F3}"/>
              </a:ext>
            </a:extLst>
          </p:cNvPr>
          <p:cNvSpPr>
            <a:spLocks noGrp="1"/>
          </p:cNvSpPr>
          <p:nvPr/>
        </p:nvSpPr>
        <p:spPr>
          <a:xfrm>
            <a:off x="8306803" y="4421605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4" name="anim_o839_2">
            <a:extLst>
              <a:ext uri="{FF2B5EF4-FFF2-40B4-BE49-F238E27FC236}">
                <a16:creationId xmlns:a16="http://schemas.microsoft.com/office/drawing/2014/main" id="{6D1FB4BE-E5A6-491C-ACF6-3969D562EDB1}"/>
              </a:ext>
            </a:extLst>
          </p:cNvPr>
          <p:cNvSpPr>
            <a:spLocks noGrp="1"/>
          </p:cNvSpPr>
          <p:nvPr/>
        </p:nvSpPr>
        <p:spPr>
          <a:xfrm>
            <a:off x="8938461" y="4421605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5" name="anim_o843_2">
            <a:extLst>
              <a:ext uri="{FF2B5EF4-FFF2-40B4-BE49-F238E27FC236}">
                <a16:creationId xmlns:a16="http://schemas.microsoft.com/office/drawing/2014/main" id="{D01F1D5E-1066-4951-86BA-21830E02D73D}"/>
              </a:ext>
            </a:extLst>
          </p:cNvPr>
          <p:cNvSpPr>
            <a:spLocks noGrp="1"/>
          </p:cNvSpPr>
          <p:nvPr/>
        </p:nvSpPr>
        <p:spPr>
          <a:xfrm>
            <a:off x="9570118" y="4421605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6" name="anim_to1259_0_1">
            <a:extLst>
              <a:ext uri="{FF2B5EF4-FFF2-40B4-BE49-F238E27FC236}">
                <a16:creationId xmlns:a16="http://schemas.microsoft.com/office/drawing/2014/main" id="{3A5538BF-ACC8-47DF-B1E6-A88C254DF6CF}"/>
              </a:ext>
            </a:extLst>
          </p:cNvPr>
          <p:cNvSpPr>
            <a:spLocks noGrp="1"/>
          </p:cNvSpPr>
          <p:nvPr/>
        </p:nvSpPr>
        <p:spPr>
          <a:xfrm>
            <a:off x="7304672" y="3858417"/>
            <a:ext cx="4173955" cy="4947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16" b="1">
                <a:solidFill>
                  <a:srgbClr val="76DDC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116" b="1">
                <a:solidFill>
                  <a:srgbClr val="76DDC0"/>
                </a:solidFill>
                <a:latin typeface="Consolas"/>
                <a:ea typeface="Consolas"/>
                <a:cs typeface="Consolas"/>
              </a:defRPr>
            </a:pPr>
            <a:r>
              <a:rPr sz="3116" b="1">
                <a:solidFill>
                  <a:srgbClr val="76DDC0"/>
                </a:solidFill>
                <a:latin typeface="Consolas"/>
                <a:ea typeface="Consolas"/>
                <a:cs typeface="Consolas"/>
              </a:rPr>
              <a:t>Only 1 convolution!</a:t>
            </a:r>
          </a:p>
        </p:txBody>
      </p:sp>
      <p:sp>
        <p:nvSpPr>
          <p:cNvPr id="147" name="anim_o651_3">
            <a:extLst>
              <a:ext uri="{FF2B5EF4-FFF2-40B4-BE49-F238E27FC236}">
                <a16:creationId xmlns:a16="http://schemas.microsoft.com/office/drawing/2014/main" id="{A6F66CD3-74E4-4A0E-AA38-00837E2F1EE9}"/>
              </a:ext>
            </a:extLst>
          </p:cNvPr>
          <p:cNvSpPr>
            <a:spLocks noGrp="1"/>
          </p:cNvSpPr>
          <p:nvPr/>
        </p:nvSpPr>
        <p:spPr>
          <a:xfrm>
            <a:off x="2847474" y="221080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8" name="anim_to1279_0_1">
            <a:extLst>
              <a:ext uri="{FF2B5EF4-FFF2-40B4-BE49-F238E27FC236}">
                <a16:creationId xmlns:a16="http://schemas.microsoft.com/office/drawing/2014/main" id="{1683F9B6-FEA6-41CF-8B46-B684D253A3E4}"/>
              </a:ext>
            </a:extLst>
          </p:cNvPr>
          <p:cNvSpPr>
            <a:spLocks noGrp="1"/>
          </p:cNvSpPr>
          <p:nvPr/>
        </p:nvSpPr>
        <p:spPr>
          <a:xfrm>
            <a:off x="703700" y="870593"/>
            <a:ext cx="10984123" cy="5653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2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562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3562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Center pixels contribute to up to 9 outputs!</a:t>
            </a:r>
          </a:p>
        </p:txBody>
      </p:sp>
      <p:sp>
        <p:nvSpPr>
          <p:cNvPr id="149" name="anim_o707_2">
            <a:extLst>
              <a:ext uri="{FF2B5EF4-FFF2-40B4-BE49-F238E27FC236}">
                <a16:creationId xmlns:a16="http://schemas.microsoft.com/office/drawing/2014/main" id="{5A2F6BEE-09EF-4BCE-BE89-B0FB04A81E9F}"/>
              </a:ext>
            </a:extLst>
          </p:cNvPr>
          <p:cNvSpPr>
            <a:spLocks noGrp="1"/>
          </p:cNvSpPr>
          <p:nvPr/>
        </p:nvSpPr>
        <p:spPr>
          <a:xfrm>
            <a:off x="4110789" y="3474118"/>
            <a:ext cx="631658" cy="631658"/>
          </a:xfrm>
          <a:prstGeom prst="rect">
            <a:avLst/>
          </a:prstGeom>
          <a:solidFill>
            <a:srgbClr val="83C167">
              <a:alpha val="8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0" name="anim_to1324_0_1">
            <a:extLst>
              <a:ext uri="{FF2B5EF4-FFF2-40B4-BE49-F238E27FC236}">
                <a16:creationId xmlns:a16="http://schemas.microsoft.com/office/drawing/2014/main" id="{B7D6715D-39E2-471E-9C8B-9000747D9673}"/>
              </a:ext>
            </a:extLst>
          </p:cNvPr>
          <p:cNvSpPr>
            <a:spLocks noGrp="1"/>
          </p:cNvSpPr>
          <p:nvPr/>
        </p:nvSpPr>
        <p:spPr>
          <a:xfrm>
            <a:off x="8008520" y="3681731"/>
            <a:ext cx="3023379" cy="8480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342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342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5342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Count: 0</a:t>
            </a:r>
          </a:p>
        </p:txBody>
      </p:sp>
      <p:sp>
        <p:nvSpPr>
          <p:cNvPr id="151" name="anim_to1333_0_1">
            <a:extLst>
              <a:ext uri="{FF2B5EF4-FFF2-40B4-BE49-F238E27FC236}">
                <a16:creationId xmlns:a16="http://schemas.microsoft.com/office/drawing/2014/main" id="{0FACAAC5-F145-407D-AE6A-3B742210F9E0}"/>
              </a:ext>
            </a:extLst>
          </p:cNvPr>
          <p:cNvSpPr>
            <a:spLocks noGrp="1"/>
          </p:cNvSpPr>
          <p:nvPr/>
        </p:nvSpPr>
        <p:spPr>
          <a:xfrm>
            <a:off x="8008520" y="3681731"/>
            <a:ext cx="3023379" cy="8480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342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342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5342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Count: 1</a:t>
            </a:r>
          </a:p>
        </p:txBody>
      </p:sp>
      <p:sp>
        <p:nvSpPr>
          <p:cNvPr id="152" name="anim_to1342_0_1">
            <a:extLst>
              <a:ext uri="{FF2B5EF4-FFF2-40B4-BE49-F238E27FC236}">
                <a16:creationId xmlns:a16="http://schemas.microsoft.com/office/drawing/2014/main" id="{E045310F-2A4D-4E62-8F96-565242DE98F8}"/>
              </a:ext>
            </a:extLst>
          </p:cNvPr>
          <p:cNvSpPr>
            <a:spLocks noGrp="1"/>
          </p:cNvSpPr>
          <p:nvPr/>
        </p:nvSpPr>
        <p:spPr>
          <a:xfrm>
            <a:off x="8008520" y="3681731"/>
            <a:ext cx="3023379" cy="8480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342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342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5342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Count: 2</a:t>
            </a:r>
          </a:p>
        </p:txBody>
      </p:sp>
      <p:sp>
        <p:nvSpPr>
          <p:cNvPr id="153" name="anim_to1351_0_1">
            <a:extLst>
              <a:ext uri="{FF2B5EF4-FFF2-40B4-BE49-F238E27FC236}">
                <a16:creationId xmlns:a16="http://schemas.microsoft.com/office/drawing/2014/main" id="{AC375102-4680-450A-8A04-7BF6B7BE5A8B}"/>
              </a:ext>
            </a:extLst>
          </p:cNvPr>
          <p:cNvSpPr>
            <a:spLocks noGrp="1"/>
          </p:cNvSpPr>
          <p:nvPr/>
        </p:nvSpPr>
        <p:spPr>
          <a:xfrm>
            <a:off x="8008520" y="3681731"/>
            <a:ext cx="3023379" cy="8480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342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342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5342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Count: 3</a:t>
            </a:r>
          </a:p>
        </p:txBody>
      </p:sp>
      <p:sp>
        <p:nvSpPr>
          <p:cNvPr id="154" name="anim_to1360_0_1">
            <a:extLst>
              <a:ext uri="{FF2B5EF4-FFF2-40B4-BE49-F238E27FC236}">
                <a16:creationId xmlns:a16="http://schemas.microsoft.com/office/drawing/2014/main" id="{6295C818-7301-40CB-BD74-ADA1D25DC828}"/>
              </a:ext>
            </a:extLst>
          </p:cNvPr>
          <p:cNvSpPr>
            <a:spLocks noGrp="1"/>
          </p:cNvSpPr>
          <p:nvPr/>
        </p:nvSpPr>
        <p:spPr>
          <a:xfrm>
            <a:off x="8008520" y="3681731"/>
            <a:ext cx="3023379" cy="8480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342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342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5342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Count: 4</a:t>
            </a:r>
          </a:p>
        </p:txBody>
      </p:sp>
      <p:sp>
        <p:nvSpPr>
          <p:cNvPr id="155" name="anim_to1369_0_1">
            <a:extLst>
              <a:ext uri="{FF2B5EF4-FFF2-40B4-BE49-F238E27FC236}">
                <a16:creationId xmlns:a16="http://schemas.microsoft.com/office/drawing/2014/main" id="{666CB09E-7285-4FBC-AECE-48E09C903A74}"/>
              </a:ext>
            </a:extLst>
          </p:cNvPr>
          <p:cNvSpPr>
            <a:spLocks noGrp="1"/>
          </p:cNvSpPr>
          <p:nvPr/>
        </p:nvSpPr>
        <p:spPr>
          <a:xfrm>
            <a:off x="8008520" y="3681731"/>
            <a:ext cx="3023379" cy="8480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342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342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5342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Count: 5</a:t>
            </a:r>
          </a:p>
        </p:txBody>
      </p:sp>
      <p:sp>
        <p:nvSpPr>
          <p:cNvPr id="156" name="anim_to1378_0_1">
            <a:extLst>
              <a:ext uri="{FF2B5EF4-FFF2-40B4-BE49-F238E27FC236}">
                <a16:creationId xmlns:a16="http://schemas.microsoft.com/office/drawing/2014/main" id="{52B8BA73-BC3B-48AB-A7BF-B9E318521D05}"/>
              </a:ext>
            </a:extLst>
          </p:cNvPr>
          <p:cNvSpPr>
            <a:spLocks noGrp="1"/>
          </p:cNvSpPr>
          <p:nvPr/>
        </p:nvSpPr>
        <p:spPr>
          <a:xfrm>
            <a:off x="8008520" y="3681731"/>
            <a:ext cx="3023379" cy="8480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342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342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5342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Count: 6</a:t>
            </a:r>
          </a:p>
        </p:txBody>
      </p:sp>
      <p:sp>
        <p:nvSpPr>
          <p:cNvPr id="157" name="anim_to1387_0_1">
            <a:extLst>
              <a:ext uri="{FF2B5EF4-FFF2-40B4-BE49-F238E27FC236}">
                <a16:creationId xmlns:a16="http://schemas.microsoft.com/office/drawing/2014/main" id="{2196EAF7-EB3B-4FBA-A11C-CE507ED9A150}"/>
              </a:ext>
            </a:extLst>
          </p:cNvPr>
          <p:cNvSpPr>
            <a:spLocks noGrp="1"/>
          </p:cNvSpPr>
          <p:nvPr/>
        </p:nvSpPr>
        <p:spPr>
          <a:xfrm>
            <a:off x="8008520" y="3681731"/>
            <a:ext cx="3023379" cy="8480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342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342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5342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Count: 7</a:t>
            </a:r>
          </a:p>
        </p:txBody>
      </p:sp>
      <p:sp>
        <p:nvSpPr>
          <p:cNvPr id="158" name="anim_to1396_0_1">
            <a:extLst>
              <a:ext uri="{FF2B5EF4-FFF2-40B4-BE49-F238E27FC236}">
                <a16:creationId xmlns:a16="http://schemas.microsoft.com/office/drawing/2014/main" id="{55BD3768-EB1D-4905-B3F0-4A6B16D3E32D}"/>
              </a:ext>
            </a:extLst>
          </p:cNvPr>
          <p:cNvSpPr>
            <a:spLocks noGrp="1"/>
          </p:cNvSpPr>
          <p:nvPr/>
        </p:nvSpPr>
        <p:spPr>
          <a:xfrm>
            <a:off x="8008520" y="3681731"/>
            <a:ext cx="3023379" cy="8480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342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342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5342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Count: 8</a:t>
            </a:r>
          </a:p>
        </p:txBody>
      </p:sp>
      <p:sp>
        <p:nvSpPr>
          <p:cNvPr id="159" name="anim_to1405_0_1">
            <a:extLst>
              <a:ext uri="{FF2B5EF4-FFF2-40B4-BE49-F238E27FC236}">
                <a16:creationId xmlns:a16="http://schemas.microsoft.com/office/drawing/2014/main" id="{8831D6DB-E894-464A-B952-B813715A2E41}"/>
              </a:ext>
            </a:extLst>
          </p:cNvPr>
          <p:cNvSpPr>
            <a:spLocks noGrp="1"/>
          </p:cNvSpPr>
          <p:nvPr/>
        </p:nvSpPr>
        <p:spPr>
          <a:xfrm>
            <a:off x="8008520" y="3681731"/>
            <a:ext cx="3023379" cy="8480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342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342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5342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Count: 9</a:t>
            </a:r>
          </a:p>
        </p:txBody>
      </p:sp>
    </p:spTree>
    <p:extLst>
      <p:ext uri="{BB962C8B-B14F-4D97-AF65-F5344CB8AC3E}">
        <p14:creationId xmlns:p14="http://schemas.microsoft.com/office/powerpoint/2010/main" val="10769606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8219 0.0691964 E" pathEditMode="relative" ptsTypes="">
                                      <p:cBhvr>
                                        <p:cTn id="24" dur="1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" dur="1000" fill="hold"/>
                                        <p:tgtEl>
                                          <p:spTgt spid="16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2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2709 0.0691964 E" pathEditMode="relative" ptsTypes="">
                                      <p:cBhvr>
                                        <p:cTn id="2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3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17199 0.0691964 E" pathEditMode="relative" ptsTypes="">
                                      <p:cBhvr>
                                        <p:cTn id="32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" dur="1000" fill="hold"/>
                                        <p:tgtEl>
                                          <p:spTgt spid="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3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61689 0.0691964 E" pathEditMode="relative" ptsTypes="">
                                      <p:cBhvr>
                                        <p:cTn id="3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" dur="1000" fill="hold"/>
                                        <p:tgtEl>
                                          <p:spTgt spid="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3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0618 0.0691964 E" pathEditMode="relative" ptsTypes="">
                                      <p:cBhvr>
                                        <p:cTn id="4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" dur="1000" fill="hold"/>
                                        <p:tgtEl>
                                          <p:spTgt spid="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4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5067 0.0691964 E" pathEditMode="relative" ptsTypes="">
                                      <p:cBhvr>
                                        <p:cTn id="4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" dur="1000" fill="hold"/>
                                        <p:tgtEl>
                                          <p:spTgt spid="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4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8219 0.0790648 E" pathEditMode="relative" ptsTypes="">
                                      <p:cBhvr>
                                        <p:cTn id="4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" dur="1000" fill="hold"/>
                                        <p:tgtEl>
                                          <p:spTgt spid="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5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2709 0.0790648 E" pathEditMode="relative" ptsTypes="">
                                      <p:cBhvr>
                                        <p:cTn id="5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" dur="1000" fill="hold"/>
                                        <p:tgtEl>
                                          <p:spTgt spid="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5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17199 0.0790648 E" pathEditMode="relative" ptsTypes="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8" dur="1000" fill="hold"/>
                                        <p:tgtEl>
                                          <p:spTgt spid="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5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61689 0.0790648 E" pathEditMode="relative" ptsTypes="">
                                      <p:cBhvr>
                                        <p:cTn id="6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6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0618 0.0790648 E" pathEditMode="relative" ptsTypes="">
                                      <p:cBhvr>
                                        <p:cTn id="6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6" dur="1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6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5067 0.0790648 E" pathEditMode="relative" ptsTypes="">
                                      <p:cBhvr>
                                        <p:cTn id="6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0" dur="1000" fill="hold"/>
                                        <p:tgtEl>
                                          <p:spTgt spid="1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7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8219 0.0889333 E" pathEditMode="relative" ptsTypes="">
                                      <p:cBhvr>
                                        <p:cTn id="7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4" dur="1000" fill="hold"/>
                                        <p:tgtEl>
                                          <p:spTgt spid="1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7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2709 0.0889333 E" pathEditMode="relative" ptsTypes="">
                                      <p:cBhvr>
                                        <p:cTn id="7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8" dur="1000" fill="hold"/>
                                        <p:tgtEl>
                                          <p:spTgt spid="1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7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17199 0.0889333 E" pathEditMode="relative" ptsTypes="">
                                      <p:cBhvr>
                                        <p:cTn id="8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2" dur="1000" fill="hold"/>
                                        <p:tgtEl>
                                          <p:spTgt spid="1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8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61689 0.0889333 E" pathEditMode="relative" ptsTypes="">
                                      <p:cBhvr>
                                        <p:cTn id="8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6" dur="1000" fill="hold"/>
                                        <p:tgtEl>
                                          <p:spTgt spid="1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8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0618 0.0889333 E" pathEditMode="relative" ptsTypes="">
                                      <p:cBhvr>
                                        <p:cTn id="8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0" dur="1000" fill="hold"/>
                                        <p:tgtEl>
                                          <p:spTgt spid="1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9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5067 0.0889333 E" pathEditMode="relative" ptsTypes="">
                                      <p:cBhvr>
                                        <p:cTn id="92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4" dur="1000" fill="hold"/>
                                        <p:tgtEl>
                                          <p:spTgt spid="1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9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8219 0.0988017 E" pathEditMode="relative" ptsTypes="">
                                      <p:cBhvr>
                                        <p:cTn id="9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8" dur="1000" fill="hold"/>
                                        <p:tgtEl>
                                          <p:spTgt spid="1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9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2709 0.0988017 E" pathEditMode="relative" ptsTypes="">
                                      <p:cBhvr>
                                        <p:cTn id="10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2" dur="1000" fill="hold"/>
                                        <p:tgtEl>
                                          <p:spTgt spid="2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10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17199 0.0988017 E" pathEditMode="relative" ptsTypes="">
                                      <p:cBhvr>
                                        <p:cTn id="10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6" dur="1000" fill="hold"/>
                                        <p:tgtEl>
                                          <p:spTgt spid="2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10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61689 0.0988017 E" pathEditMode="relative" ptsTypes="">
                                      <p:cBhvr>
                                        <p:cTn id="10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0" dur="1000" fill="hold"/>
                                        <p:tgtEl>
                                          <p:spTgt spid="2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11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0618 0.0988017 E" pathEditMode="relative" ptsTypes="">
                                      <p:cBhvr>
                                        <p:cTn id="112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4" dur="1000" fill="hold"/>
                                        <p:tgtEl>
                                          <p:spTgt spid="2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11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5067 0.0988017 E" pathEditMode="relative" ptsTypes="">
                                      <p:cBhvr>
                                        <p:cTn id="11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8" dur="1000" fill="hold"/>
                                        <p:tgtEl>
                                          <p:spTgt spid="2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11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8219 0.1086701 E" pathEditMode="relative" ptsTypes="">
                                      <p:cBhvr>
                                        <p:cTn id="12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2" dur="1000" fill="hold"/>
                                        <p:tgtEl>
                                          <p:spTgt spid="2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12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2709 0.1086701 E" pathEditMode="relative" ptsTypes="">
                                      <p:cBhvr>
                                        <p:cTn id="12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6" dur="1000" fill="hold"/>
                                        <p:tgtEl>
                                          <p:spTgt spid="2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12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17199 0.1086701 E" pathEditMode="relative" ptsTypes="">
                                      <p:cBhvr>
                                        <p:cTn id="12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0" dur="1000" fill="hold"/>
                                        <p:tgtEl>
                                          <p:spTgt spid="2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13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61689 0.1086701 E" pathEditMode="relative" ptsTypes="">
                                      <p:cBhvr>
                                        <p:cTn id="13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4" dur="1000" fill="hold"/>
                                        <p:tgtEl>
                                          <p:spTgt spid="2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13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0618 0.1086701 E" pathEditMode="relative" ptsTypes="">
                                      <p:cBhvr>
                                        <p:cTn id="13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8" dur="1000" fill="hold"/>
                                        <p:tgtEl>
                                          <p:spTgt spid="2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13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5067 0.1086701 E" pathEditMode="relative" ptsTypes="">
                                      <p:cBhvr>
                                        <p:cTn id="14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2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14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8219 0.1185385 E" pathEditMode="relative" ptsTypes="">
                                      <p:cBhvr>
                                        <p:cTn id="14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6" dur="1000" fill="hold"/>
                                        <p:tgtEl>
                                          <p:spTgt spid="3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14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2709 0.1185385 E" pathEditMode="relative" ptsTypes="">
                                      <p:cBhvr>
                                        <p:cTn id="14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0" dur="1000" fill="hold"/>
                                        <p:tgtEl>
                                          <p:spTgt spid="3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15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17199 0.1185385 E" pathEditMode="relative" ptsTypes="">
                                      <p:cBhvr>
                                        <p:cTn id="152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4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15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61689 0.1185385 E" pathEditMode="relative" ptsTypes="">
                                      <p:cBhvr>
                                        <p:cTn id="15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8" dur="1000" fill="hold"/>
                                        <p:tgtEl>
                                          <p:spTgt spid="3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15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0618 0.1185385 E" pathEditMode="relative" ptsTypes="">
                                      <p:cBhvr>
                                        <p:cTn id="16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2" dur="1000" fill="hold"/>
                                        <p:tgtEl>
                                          <p:spTgt spid="3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16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5067 0.1185385 E" pathEditMode="relative" ptsTypes="">
                                      <p:cBhvr>
                                        <p:cTn id="16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6" dur="1000" fill="hold"/>
                                        <p:tgtEl>
                                          <p:spTgt spid="3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16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6756 0.0790648 E" pathEditMode="relative" ptsTypes="">
                                      <p:cBhvr>
                                        <p:cTn id="168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0" dur="1000" fill="hold"/>
                                        <p:tgtEl>
                                          <p:spTgt spid="3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17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32266 0.0790648 E" pathEditMode="relative" ptsTypes="">
                                      <p:cBhvr>
                                        <p:cTn id="172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4" dur="1000" fill="hold"/>
                                        <p:tgtEl>
                                          <p:spTgt spid="3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17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87776 0.0790648 E" pathEditMode="relative" ptsTypes="">
                                      <p:cBhvr>
                                        <p:cTn id="17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8" dur="1000" fill="hold"/>
                                        <p:tgtEl>
                                          <p:spTgt spid="3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17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43286 0.0790648 E" pathEditMode="relative" ptsTypes="">
                                      <p:cBhvr>
                                        <p:cTn id="18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2" dur="1000" fill="hold"/>
                                        <p:tgtEl>
                                          <p:spTgt spid="4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18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6756 0.0889333 E" pathEditMode="relative" ptsTypes="">
                                      <p:cBhvr>
                                        <p:cTn id="18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6" dur="1000" fill="hold"/>
                                        <p:tgtEl>
                                          <p:spTgt spid="4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18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32266 0.0889333 E" pathEditMode="relative" ptsTypes="">
                                      <p:cBhvr>
                                        <p:cTn id="188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0" dur="1000" fill="hold"/>
                                        <p:tgtEl>
                                          <p:spTgt spid="4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19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87776 0.0889333 E" pathEditMode="relative" ptsTypes="">
                                      <p:cBhvr>
                                        <p:cTn id="192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4" dur="1000" fill="hold"/>
                                        <p:tgtEl>
                                          <p:spTgt spid="4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19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43286 0.0889333 E" pathEditMode="relative" ptsTypes="">
                                      <p:cBhvr>
                                        <p:cTn id="19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8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19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6756 0.0988017 E" pathEditMode="relative" ptsTypes="">
                                      <p:cBhvr>
                                        <p:cTn id="20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2" dur="1000" fill="hold"/>
                                        <p:tgtEl>
                                          <p:spTgt spid="4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20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32266 0.0988017 E" pathEditMode="relative" ptsTypes="">
                                      <p:cBhvr>
                                        <p:cTn id="20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6" dur="1000" fill="hold"/>
                                        <p:tgtEl>
                                          <p:spTgt spid="4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20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87776 0.0988017 E" pathEditMode="relative" ptsTypes="">
                                      <p:cBhvr>
                                        <p:cTn id="208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21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43286 0.0988017 E" pathEditMode="relative" ptsTypes="">
                                      <p:cBhvr>
                                        <p:cTn id="212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4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21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6756 0.1086701 E" pathEditMode="relative" ptsTypes="">
                                      <p:cBhvr>
                                        <p:cTn id="21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21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32266 0.1086701 E" pathEditMode="relative" ptsTypes="">
                                      <p:cBhvr>
                                        <p:cTn id="22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2" dur="1000" fill="hold"/>
                                        <p:tgtEl>
                                          <p:spTgt spid="5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22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87776 0.1086701 E" pathEditMode="relative" ptsTypes="">
                                      <p:cBhvr>
                                        <p:cTn id="224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6" dur="1000" fill="hold"/>
                                        <p:tgtEl>
                                          <p:spTgt spid="5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22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43286 0.1086701 E" pathEditMode="relative" ptsTypes="">
                                      <p:cBhvr>
                                        <p:cTn id="228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0" dur="1000" fill="hold"/>
                                        <p:tgtEl>
                                          <p:spTgt spid="5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23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37735 0.0691964 E" pathEditMode="relative" ptsTypes="">
                                      <p:cBhvr>
                                        <p:cTn id="232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4" dur="1000" fill="hold"/>
                                        <p:tgtEl>
                                          <p:spTgt spid="5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23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82225 0.0691964 E" pathEditMode="relative" ptsTypes="">
                                      <p:cBhvr>
                                        <p:cTn id="236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8" dur="1000" fill="hold"/>
                                        <p:tgtEl>
                                          <p:spTgt spid="5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23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26715 0.0691964 E" pathEditMode="relative" ptsTypes="">
                                      <p:cBhvr>
                                        <p:cTn id="240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2" dur="1000" fill="hold"/>
                                        <p:tgtEl>
                                          <p:spTgt spid="5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24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71205 0.0691964 E" pathEditMode="relative" ptsTypes="">
                                      <p:cBhvr>
                                        <p:cTn id="244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6" dur="1000" fill="hold"/>
                                        <p:tgtEl>
                                          <p:spTgt spid="5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24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15695 0.0691964 E" pathEditMode="relative" ptsTypes="">
                                      <p:cBhvr>
                                        <p:cTn id="248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0" dur="1000" fill="hold"/>
                                        <p:tgtEl>
                                          <p:spTgt spid="5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25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60186 0.0691964 E" pathEditMode="relative" ptsTypes="">
                                      <p:cBhvr>
                                        <p:cTn id="252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4" dur="1000" fill="hold"/>
                                        <p:tgtEl>
                                          <p:spTgt spid="5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25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37735 0.0790648 E" pathEditMode="relative" ptsTypes="">
                                      <p:cBhvr>
                                        <p:cTn id="256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8" dur="1000" fill="hold"/>
                                        <p:tgtEl>
                                          <p:spTgt spid="6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25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82225 0.0790648 E" pathEditMode="relative" ptsTypes="">
                                      <p:cBhvr>
                                        <p:cTn id="260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2" dur="1000" fill="hold"/>
                                        <p:tgtEl>
                                          <p:spTgt spid="6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26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26715 0.0790648 E" pathEditMode="relative" ptsTypes="">
                                      <p:cBhvr>
                                        <p:cTn id="264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6" dur="1000" fill="hold"/>
                                        <p:tgtEl>
                                          <p:spTgt spid="6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26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71205 0.0790648 E" pathEditMode="relative" ptsTypes="">
                                      <p:cBhvr>
                                        <p:cTn id="26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0" dur="1000" fill="hold"/>
                                        <p:tgtEl>
                                          <p:spTgt spid="6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27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15695 0.0790648 E" pathEditMode="relative" ptsTypes="">
                                      <p:cBhvr>
                                        <p:cTn id="272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4" dur="1000" fill="hold"/>
                                        <p:tgtEl>
                                          <p:spTgt spid="6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27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60186 0.0790648 E" pathEditMode="relative" ptsTypes="">
                                      <p:cBhvr>
                                        <p:cTn id="276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8" dur="1000" fill="hold"/>
                                        <p:tgtEl>
                                          <p:spTgt spid="6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27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37735 0.0889333 E" pathEditMode="relative" ptsTypes="">
                                      <p:cBhvr>
                                        <p:cTn id="280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2" dur="1000" fill="hold"/>
                                        <p:tgtEl>
                                          <p:spTgt spid="6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28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82225 0.0889333 E" pathEditMode="relative" ptsTypes="">
                                      <p:cBhvr>
                                        <p:cTn id="284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6" dur="1000" fill="hold"/>
                                        <p:tgtEl>
                                          <p:spTgt spid="6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28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26715 0.0889333 E" pathEditMode="relative" ptsTypes="">
                                      <p:cBhvr>
                                        <p:cTn id="288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0" dur="1000" fill="hold"/>
                                        <p:tgtEl>
                                          <p:spTgt spid="6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29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71205 0.0889333 E" pathEditMode="relative" ptsTypes="">
                                      <p:cBhvr>
                                        <p:cTn id="292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4" dur="1000" fill="hold"/>
                                        <p:tgtEl>
                                          <p:spTgt spid="6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29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15695 0.0889333 E" pathEditMode="relative" ptsTypes="">
                                      <p:cBhvr>
                                        <p:cTn id="296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8" dur="1000" fill="hold"/>
                                        <p:tgtEl>
                                          <p:spTgt spid="7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29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60186 0.0889333 E" pathEditMode="relative" ptsTypes="">
                                      <p:cBhvr>
                                        <p:cTn id="300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2" dur="1000" fill="hold"/>
                                        <p:tgtEl>
                                          <p:spTgt spid="7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30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37735 0.0988017 E" pathEditMode="relative" ptsTypes="">
                                      <p:cBhvr>
                                        <p:cTn id="304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6" dur="1000" fill="hold"/>
                                        <p:tgtEl>
                                          <p:spTgt spid="7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30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82225 0.0988017 E" pathEditMode="relative" ptsTypes="">
                                      <p:cBhvr>
                                        <p:cTn id="308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0" dur="1000" fill="hold"/>
                                        <p:tgtEl>
                                          <p:spTgt spid="7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31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26715 0.0988017 E" pathEditMode="relative" ptsTypes="">
                                      <p:cBhvr>
                                        <p:cTn id="312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4" dur="1000" fill="hold"/>
                                        <p:tgtEl>
                                          <p:spTgt spid="7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31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71205 0.0988017 E" pathEditMode="relative" ptsTypes="">
                                      <p:cBhvr>
                                        <p:cTn id="316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8" dur="1000" fill="hold"/>
                                        <p:tgtEl>
                                          <p:spTgt spid="7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31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15695 0.0988017 E" pathEditMode="relative" ptsTypes="">
                                      <p:cBhvr>
                                        <p:cTn id="320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2" dur="1000" fill="hold"/>
                                        <p:tgtEl>
                                          <p:spTgt spid="7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32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60186 0.0988017 E" pathEditMode="relative" ptsTypes="">
                                      <p:cBhvr>
                                        <p:cTn id="324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6" dur="1000" fill="hold"/>
                                        <p:tgtEl>
                                          <p:spTgt spid="7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32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37735 0.1086701 E" pathEditMode="relative" ptsTypes="">
                                      <p:cBhvr>
                                        <p:cTn id="328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0" dur="1000" fill="hold"/>
                                        <p:tgtEl>
                                          <p:spTgt spid="7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33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82225 0.1086701 E" pathEditMode="relative" ptsTypes="">
                                      <p:cBhvr>
                                        <p:cTn id="332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4" dur="1000" fill="hold"/>
                                        <p:tgtEl>
                                          <p:spTgt spid="7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33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26715 0.1086701 E" pathEditMode="relative" ptsTypes="">
                                      <p:cBhvr>
                                        <p:cTn id="336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8" dur="1000" fill="hold"/>
                                        <p:tgtEl>
                                          <p:spTgt spid="8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33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71205 0.1086701 E" pathEditMode="relative" ptsTypes="">
                                      <p:cBhvr>
                                        <p:cTn id="340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2" dur="1000" fill="hold"/>
                                        <p:tgtEl>
                                          <p:spTgt spid="8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34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15695 0.1086701 E" pathEditMode="relative" ptsTypes="">
                                      <p:cBhvr>
                                        <p:cTn id="344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6" dur="1000" fill="hold"/>
                                        <p:tgtEl>
                                          <p:spTgt spid="8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34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60186 0.1086701 E" pathEditMode="relative" ptsTypes="">
                                      <p:cBhvr>
                                        <p:cTn id="348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0" dur="1000" fill="hold"/>
                                        <p:tgtEl>
                                          <p:spTgt spid="8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35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37735 0.1185385 E" pathEditMode="relative" ptsTypes="">
                                      <p:cBhvr>
                                        <p:cTn id="352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4" dur="1000" fill="hold"/>
                                        <p:tgtEl>
                                          <p:spTgt spid="8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35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82225 0.1185385 E" pathEditMode="relative" ptsTypes="">
                                      <p:cBhvr>
                                        <p:cTn id="356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8" dur="1000" fill="hold"/>
                                        <p:tgtEl>
                                          <p:spTgt spid="8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35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26715 0.1185385 E" pathEditMode="relative" ptsTypes="">
                                      <p:cBhvr>
                                        <p:cTn id="360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2" dur="1000" fill="hold"/>
                                        <p:tgtEl>
                                          <p:spTgt spid="8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36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71205 0.1185385 E" pathEditMode="relative" ptsTypes="">
                                      <p:cBhvr>
                                        <p:cTn id="364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6" dur="1000" fill="hold"/>
                                        <p:tgtEl>
                                          <p:spTgt spid="8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36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15695 0.1185385 E" pathEditMode="relative" ptsTypes="">
                                      <p:cBhvr>
                                        <p:cTn id="368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0" dur="1000" fill="hold"/>
                                        <p:tgtEl>
                                          <p:spTgt spid="8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37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60186 0.1185385 E" pathEditMode="relative" ptsTypes="">
                                      <p:cBhvr>
                                        <p:cTn id="372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4" dur="1000" fill="hold"/>
                                        <p:tgtEl>
                                          <p:spTgt spid="8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37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9444 0.0548983 E" pathEditMode="relative" ptsTypes="">
                                      <p:cBhvr>
                                        <p:cTn id="376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8" dur="1000" fill="hold"/>
                                        <p:tgtEl>
                                          <p:spTgt spid="9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37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60021 0.0649986 E" pathEditMode="relative" ptsTypes="">
                                      <p:cBhvr>
                                        <p:cTn id="380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2" dur="1000" fill="hold"/>
                                        <p:tgtEl>
                                          <p:spTgt spid="9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38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6756 0.0790648 E" pathEditMode="relative" ptsTypes="">
                                      <p:cBhvr>
                                        <p:cTn id="384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6" dur="1000" fill="hold"/>
                                        <p:tgtEl>
                                          <p:spTgt spid="9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38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32266 0.0790648 E" pathEditMode="relative" ptsTypes="">
                                      <p:cBhvr>
                                        <p:cTn id="388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0" dur="1000" fill="hold"/>
                                        <p:tgtEl>
                                          <p:spTgt spid="9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39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87776 0.0790648 E" pathEditMode="relative" ptsTypes="">
                                      <p:cBhvr>
                                        <p:cTn id="392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4" dur="1000" fill="hold"/>
                                        <p:tgtEl>
                                          <p:spTgt spid="9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39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43286 0.0790648 E" pathEditMode="relative" ptsTypes="">
                                      <p:cBhvr>
                                        <p:cTn id="396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8" dur="1000" fill="hold"/>
                                        <p:tgtEl>
                                          <p:spTgt spid="9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39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6756 0.0889333 E" pathEditMode="relative" ptsTypes="">
                                      <p:cBhvr>
                                        <p:cTn id="400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2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40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32266 0.0889333 E" pathEditMode="relative" ptsTypes="">
                                      <p:cBhvr>
                                        <p:cTn id="404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6" dur="1000" fill="hold"/>
                                        <p:tgtEl>
                                          <p:spTgt spid="9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40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87776 0.0889333 E" pathEditMode="relative" ptsTypes="">
                                      <p:cBhvr>
                                        <p:cTn id="408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0" dur="1000" fill="hold"/>
                                        <p:tgtEl>
                                          <p:spTgt spid="9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41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43286 0.0889333 E" pathEditMode="relative" ptsTypes="">
                                      <p:cBhvr>
                                        <p:cTn id="412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4" dur="1000" fill="hold"/>
                                        <p:tgtEl>
                                          <p:spTgt spid="9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41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6756 0.0988017 E" pathEditMode="relative" ptsTypes="">
                                      <p:cBhvr>
                                        <p:cTn id="416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8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41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32266 0.0988017 E" pathEditMode="relative" ptsTypes="">
                                      <p:cBhvr>
                                        <p:cTn id="420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2" dur="1000" fill="hold"/>
                                        <p:tgtEl>
                                          <p:spTgt spid="10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42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87776 0.0988017 E" pathEditMode="relative" ptsTypes="">
                                      <p:cBhvr>
                                        <p:cTn id="424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6" dur="1000" fill="hold"/>
                                        <p:tgtEl>
                                          <p:spTgt spid="10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42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43286 0.0988017 E" pathEditMode="relative" ptsTypes="">
                                      <p:cBhvr>
                                        <p:cTn id="428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0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43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6756 0.1086701 E" pathEditMode="relative" ptsTypes="">
                                      <p:cBhvr>
                                        <p:cTn id="432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4" dur="1000" fill="hold"/>
                                        <p:tgtEl>
                                          <p:spTgt spid="10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43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32266 0.1086701 E" pathEditMode="relative" ptsTypes="">
                                      <p:cBhvr>
                                        <p:cTn id="436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8" dur="1000" fill="hold"/>
                                        <p:tgtEl>
                                          <p:spTgt spid="10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43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87776 0.1086701 E" pathEditMode="relative" ptsTypes="">
                                      <p:cBhvr>
                                        <p:cTn id="440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2" dur="1000" fill="hold"/>
                                        <p:tgtEl>
                                          <p:spTgt spid="10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44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43286 0.1086701 E" pathEditMode="relative" ptsTypes="">
                                      <p:cBhvr>
                                        <p:cTn id="444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6" dur="1000" fill="hold"/>
                                        <p:tgtEl>
                                          <p:spTgt spid="10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44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3979 0.0938675 E" pathEditMode="relative" ptsTypes="">
                                      <p:cBhvr>
                                        <p:cTn id="448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0" dur="1000" fill="hold"/>
                                        <p:tgtEl>
                                          <p:spTgt spid="10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45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3965 0.0705439 E" pathEditMode="relative" ptsTypes="">
                                      <p:cBhvr>
                                        <p:cTn id="452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4" dur="1000" fill="hold"/>
                                        <p:tgtEl>
                                          <p:spTgt spid="10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45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80804 0.0938675 E" pathEditMode="relative" ptsTypes="">
                                      <p:cBhvr>
                                        <p:cTn id="456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8" dur="1000" fill="hold"/>
                                        <p:tgtEl>
                                          <p:spTgt spid="11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45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60021 0.1227811 E" pathEditMode="relative" ptsTypes="">
                                      <p:cBhvr>
                                        <p:cTn id="460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2" dur="1000" fill="hold"/>
                                        <p:tgtEl>
                                          <p:spTgt spid="11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46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1586 0.0839991 E" pathEditMode="relative" ptsTypes="">
                                      <p:cBhvr>
                                        <p:cTn id="464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6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46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3965 0.0839991 E" pathEditMode="relative" ptsTypes="">
                                      <p:cBhvr>
                                        <p:cTn id="468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0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47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9516 0.0839991 E" pathEditMode="relative" ptsTypes="">
                                      <p:cBhvr>
                                        <p:cTn id="472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4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47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1586 0.0938675 E" pathEditMode="relative" ptsTypes="">
                                      <p:cBhvr>
                                        <p:cTn id="476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8" dur="1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47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3965 0.0938675 E" pathEditMode="relative" ptsTypes="">
                                      <p:cBhvr>
                                        <p:cTn id="480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2" dur="1000" fill="hold"/>
                                        <p:tgtEl>
                                          <p:spTgt spid="12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48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9516 0.0938675 E" pathEditMode="relative" ptsTypes="">
                                      <p:cBhvr>
                                        <p:cTn id="484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6" dur="1000" fill="hold"/>
                                        <p:tgtEl>
                                          <p:spTgt spid="12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48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1586 0.1037359 E" pathEditMode="relative" ptsTypes="">
                                      <p:cBhvr>
                                        <p:cTn id="488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0" dur="1000" fill="hold"/>
                                        <p:tgtEl>
                                          <p:spTgt spid="12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49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3965 0.1037359 E" pathEditMode="relative" ptsTypes="">
                                      <p:cBhvr>
                                        <p:cTn id="492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4" dur="1000" fill="hold"/>
                                        <p:tgtEl>
                                          <p:spTgt spid="12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49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9516 0.1037359 E" pathEditMode="relative" ptsTypes="">
                                      <p:cBhvr>
                                        <p:cTn id="496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8" dur="1000" fill="hold"/>
                                        <p:tgtEl>
                                          <p:spTgt spid="12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49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06344 0.0839991 E" pathEditMode="relative" ptsTypes="">
                                      <p:cBhvr>
                                        <p:cTn id="500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2" dur="1000" fill="hold"/>
                                        <p:tgtEl>
                                          <p:spTgt spid="12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50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49166 0.0839991 E" pathEditMode="relative" ptsTypes="">
                                      <p:cBhvr>
                                        <p:cTn id="504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6" dur="1000" fill="hold"/>
                                        <p:tgtEl>
                                          <p:spTgt spid="12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50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04676 0.0839991 E" pathEditMode="relative" ptsTypes="">
                                      <p:cBhvr>
                                        <p:cTn id="508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0" dur="1000" fill="hold"/>
                                        <p:tgtEl>
                                          <p:spTgt spid="12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51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06344 0.0938675 E" pathEditMode="relative" ptsTypes="">
                                      <p:cBhvr>
                                        <p:cTn id="512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4" dur="1000" fill="hold"/>
                                        <p:tgtEl>
                                          <p:spTgt spid="12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51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49166 0.0938675 E" pathEditMode="relative" ptsTypes="">
                                      <p:cBhvr>
                                        <p:cTn id="516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8" dur="1000" fill="hold"/>
                                        <p:tgtEl>
                                          <p:spTgt spid="13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51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04676 0.0938675 E" pathEditMode="relative" ptsTypes="">
                                      <p:cBhvr>
                                        <p:cTn id="520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2" dur="1000" fill="hold"/>
                                        <p:tgtEl>
                                          <p:spTgt spid="13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52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06344 0.1037359 E" pathEditMode="relative" ptsTypes="">
                                      <p:cBhvr>
                                        <p:cTn id="524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6" dur="1000" fill="hold"/>
                                        <p:tgtEl>
                                          <p:spTgt spid="13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52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49166 0.1037359 E" pathEditMode="relative" ptsTypes="">
                                      <p:cBhvr>
                                        <p:cTn id="528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30" dur="1000" fill="hold"/>
                                        <p:tgtEl>
                                          <p:spTgt spid="13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53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04676 0.1037359 E" pathEditMode="relative" ptsTypes="">
                                      <p:cBhvr>
                                        <p:cTn id="532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34" dur="1000" fill="hold"/>
                                        <p:tgtEl>
                                          <p:spTgt spid="13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2000" y="112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5" fill="hold">
                      <p:stCondLst>
                        <p:cond delay="indefinite"/>
                      </p:stCondLst>
                      <p:childTnLst>
                        <p:par>
                          <p:cTn id="536" fill="hold">
                            <p:stCondLst>
                              <p:cond delay="0"/>
                            </p:stCondLst>
                            <p:childTnLst>
                              <p:par>
                                <p:cTn id="537" presetID="10" presetClass="exit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8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1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4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0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2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6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2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4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5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7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8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4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7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0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2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3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6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9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2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4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5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8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1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4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7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0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2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3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6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9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2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4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5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7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8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1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4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7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0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2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3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6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9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1" fill="hold">
                            <p:stCondLst>
                              <p:cond delay="1000"/>
                            </p:stCondLst>
                            <p:childTnLst>
                              <p:par>
                                <p:cTn id="652" presetID="63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428219 0.0691964 L 0.1163064 0.0691964 E" pathEditMode="relative" ptsTypes="">
                                      <p:cBhvr>
                                        <p:cTn id="653" dur="1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72709 0.0691964 L 0.1218574 0.0691964 E" pathEditMode="relative" ptsTypes="">
                                      <p:cBhvr>
                                        <p:cTn id="655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17199 0.0691964 L 0.1274084 0.0691964 E" pathEditMode="relative" ptsTypes="">
                                      <p:cBhvr>
                                        <p:cTn id="65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61689 0.0691964 L 0.1329594 0.0691964 E" pathEditMode="relative" ptsTypes="">
                                      <p:cBhvr>
                                        <p:cTn id="65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0618 0.0691964 L 0.1385103 0.0691964 E" pathEditMode="relative" ptsTypes="">
                                      <p:cBhvr>
                                        <p:cTn id="66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5067 0.0691964 L 0.1440613 0.0691964 E" pathEditMode="relative" ptsTypes="">
                                      <p:cBhvr>
                                        <p:cTn id="663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428219 0.0790648 L 0.1163064 0.0790648 E" pathEditMode="relative" ptsTypes="">
                                      <p:cBhvr>
                                        <p:cTn id="66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72709 0.0790648 L 0.1218574 0.0790648 E" pathEditMode="relative" ptsTypes="">
                                      <p:cBhvr>
                                        <p:cTn id="66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17199 0.0790648 L 0.1274084 0.0790648 E" pathEditMode="relative" ptsTypes="">
                                      <p:cBhvr>
                                        <p:cTn id="66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61689 0.0790648 L 0.1329594 0.0790648 E" pathEditMode="relative" ptsTypes="">
                                      <p:cBhvr>
                                        <p:cTn id="67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0618 0.0790648 L 0.1385103 0.0790648 E" pathEditMode="relative" ptsTypes="">
                                      <p:cBhvr>
                                        <p:cTn id="67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5067 0.0790648 L 0.1440613 0.0790648 E" pathEditMode="relative" ptsTypes="">
                                      <p:cBhvr>
                                        <p:cTn id="67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428219 0.0889333 L 0.1163064 0.0889333 E" pathEditMode="relative" ptsTypes="">
                                      <p:cBhvr>
                                        <p:cTn id="67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72709 0.0889333 L 0.1218574 0.0889333 E" pathEditMode="relative" ptsTypes="">
                                      <p:cBhvr>
                                        <p:cTn id="679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17199 0.0889333 L 0.1274084 0.0889333 E" pathEditMode="relative" ptsTypes="">
                                      <p:cBhvr>
                                        <p:cTn id="68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61689 0.0889333 L 0.1329594 0.0889333 E" pathEditMode="relative" ptsTypes="">
                                      <p:cBhvr>
                                        <p:cTn id="68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0618 0.0889333 L 0.1385103 0.0889333 E" pathEditMode="relative" ptsTypes="">
                                      <p:cBhvr>
                                        <p:cTn id="685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5067 0.0889333 L 0.1440613 0.0889333 E" pathEditMode="relative" ptsTypes="">
                                      <p:cBhvr>
                                        <p:cTn id="68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428219 0.0988017 L 0.1163064 0.0988017 E" pathEditMode="relative" ptsTypes="">
                                      <p:cBhvr>
                                        <p:cTn id="68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72709 0.0988017 L 0.1218574 0.0988017 E" pathEditMode="relative" ptsTypes="">
                                      <p:cBhvr>
                                        <p:cTn id="69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17199 0.0988017 L 0.1274084 0.0988017 E" pathEditMode="relative" ptsTypes="">
                                      <p:cBhvr>
                                        <p:cTn id="69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61689 0.0988017 L 0.1329594 0.0988017 E" pathEditMode="relative" ptsTypes="">
                                      <p:cBhvr>
                                        <p:cTn id="695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0618 0.0988017 L 0.1385103 0.0988017 E" pathEditMode="relative" ptsTypes="">
                                      <p:cBhvr>
                                        <p:cTn id="697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5067 0.0988017 L 0.1440613 0.0988017 E" pathEditMode="relative" ptsTypes="">
                                      <p:cBhvr>
                                        <p:cTn id="699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428219 0.1086701 L 0.1163064 0.1086701 E" pathEditMode="relative" ptsTypes="">
                                      <p:cBhvr>
                                        <p:cTn id="701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72709 0.1086701 L 0.1218574 0.1086701 E" pathEditMode="relative" ptsTypes="">
                                      <p:cBhvr>
                                        <p:cTn id="703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17199 0.1086701 L 0.1274084 0.1086701 E" pathEditMode="relative" ptsTypes="">
                                      <p:cBhvr>
                                        <p:cTn id="705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61689 0.1086701 L 0.1329594 0.1086701 E" pathEditMode="relative" ptsTypes="">
                                      <p:cBhvr>
                                        <p:cTn id="707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0618 0.1086701 L 0.1385103 0.1086701 E" pathEditMode="relative" ptsTypes="">
                                      <p:cBhvr>
                                        <p:cTn id="709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5067 0.1086701 L 0.1440613 0.1086701 E" pathEditMode="relative" ptsTypes="">
                                      <p:cBhvr>
                                        <p:cTn id="71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428219 0.1185385 L 0.1163064 0.1185385 E" pathEditMode="relative" ptsTypes="">
                                      <p:cBhvr>
                                        <p:cTn id="71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72709 0.1185385 L 0.1218574 0.1185385 E" pathEditMode="relative" ptsTypes="">
                                      <p:cBhvr>
                                        <p:cTn id="715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17199 0.1185385 L 0.1274084 0.1185385 E" pathEditMode="relative" ptsTypes="">
                                      <p:cBhvr>
                                        <p:cTn id="717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61689 0.1185385 L 0.1329594 0.1185385 E" pathEditMode="relative" ptsTypes="">
                                      <p:cBhvr>
                                        <p:cTn id="719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0618 0.1185385 L 0.1385103 0.1185385 E" pathEditMode="relative" ptsTypes="">
                                      <p:cBhvr>
                                        <p:cTn id="72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5067 0.1185385 L 0.1440613 0.1185385 E" pathEditMode="relative" ptsTypes="">
                                      <p:cBhvr>
                                        <p:cTn id="723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437735 0.0691964 L 0.1153548 0.0691964 E" pathEditMode="relative" ptsTypes="">
                                      <p:cBhvr>
                                        <p:cTn id="725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82225 0.0691964 L 0.1209058 0.0691964 E" pathEditMode="relative" ptsTypes="">
                                      <p:cBhvr>
                                        <p:cTn id="727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26715 0.0691964 L 0.1264568 0.0691964 E" pathEditMode="relative" ptsTypes="">
                                      <p:cBhvr>
                                        <p:cTn id="729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71205 0.0691964 L 0.1320078 0.0691964 E" pathEditMode="relative" ptsTypes="">
                                      <p:cBhvr>
                                        <p:cTn id="731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15695 0.0691964 L 0.1375587 0.0691964 E" pathEditMode="relative" ptsTypes="">
                                      <p:cBhvr>
                                        <p:cTn id="733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60186 0.0691964 L 0.1431097 0.0691964 E" pathEditMode="relative" ptsTypes="">
                                      <p:cBhvr>
                                        <p:cTn id="735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437735 0.0790648 L 0.1153548 0.0790648 E" pathEditMode="relative" ptsTypes="">
                                      <p:cBhvr>
                                        <p:cTn id="737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82225 0.0790648 L 0.1209058 0.0790648 E" pathEditMode="relative" ptsTypes="">
                                      <p:cBhvr>
                                        <p:cTn id="739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26715 0.0790648 L 0.1264568 0.0790648 E" pathEditMode="relative" ptsTypes="">
                                      <p:cBhvr>
                                        <p:cTn id="741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71205 0.0790648 L 0.1320078 0.0790648 E" pathEditMode="relative" ptsTypes="">
                                      <p:cBhvr>
                                        <p:cTn id="743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15695 0.0790648 L 0.1375587 0.0790648 E" pathEditMode="relative" ptsTypes="">
                                      <p:cBhvr>
                                        <p:cTn id="745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60186 0.0790648 L 0.1431097 0.0790648 E" pathEditMode="relative" ptsTypes="">
                                      <p:cBhvr>
                                        <p:cTn id="74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437735 0.0889333 L 0.1153548 0.0889333 E" pathEditMode="relative" ptsTypes="">
                                      <p:cBhvr>
                                        <p:cTn id="749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82225 0.0889333 L 0.1209058 0.0889333 E" pathEditMode="relative" ptsTypes="">
                                      <p:cBhvr>
                                        <p:cTn id="751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26715 0.0889333 L 0.1264568 0.0889333 E" pathEditMode="relative" ptsTypes="">
                                      <p:cBhvr>
                                        <p:cTn id="753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71205 0.0889333 L 0.1320078 0.0889333 E" pathEditMode="relative" ptsTypes="">
                                      <p:cBhvr>
                                        <p:cTn id="755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15695 0.0889333 L 0.1375587 0.0889333 E" pathEditMode="relative" ptsTypes="">
                                      <p:cBhvr>
                                        <p:cTn id="757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60186 0.0889333 L 0.1431097 0.0889333 E" pathEditMode="relative" ptsTypes="">
                                      <p:cBhvr>
                                        <p:cTn id="759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437735 0.0988017 L 0.1153548 0.0988017 E" pathEditMode="relative" ptsTypes="">
                                      <p:cBhvr>
                                        <p:cTn id="761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82225 0.0988017 L 0.1209058 0.0988017 E" pathEditMode="relative" ptsTypes="">
                                      <p:cBhvr>
                                        <p:cTn id="763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26715 0.0988017 L 0.1264568 0.0988017 E" pathEditMode="relative" ptsTypes="">
                                      <p:cBhvr>
                                        <p:cTn id="765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71205 0.0988017 L 0.1320078 0.0988017 E" pathEditMode="relative" ptsTypes="">
                                      <p:cBhvr>
                                        <p:cTn id="767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15695 0.0988017 L 0.1375587 0.0988017 E" pathEditMode="relative" ptsTypes="">
                                      <p:cBhvr>
                                        <p:cTn id="769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60186 0.0988017 L 0.1431097 0.0988017 E" pathEditMode="relative" ptsTypes="">
                                      <p:cBhvr>
                                        <p:cTn id="771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437735 0.1086701 L 0.1153548 0.1086701 E" pathEditMode="relative" ptsTypes="">
                                      <p:cBhvr>
                                        <p:cTn id="773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82225 0.1086701 L 0.1209058 0.1086701 E" pathEditMode="relative" ptsTypes="">
                                      <p:cBhvr>
                                        <p:cTn id="775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26715 0.1086701 L 0.1264568 0.1086701 E" pathEditMode="relative" ptsTypes="">
                                      <p:cBhvr>
                                        <p:cTn id="777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71205 0.1086701 L 0.1320078 0.1086701 E" pathEditMode="relative" ptsTypes="">
                                      <p:cBhvr>
                                        <p:cTn id="779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15695 0.1086701 L 0.1375587 0.1086701 E" pathEditMode="relative" ptsTypes="">
                                      <p:cBhvr>
                                        <p:cTn id="781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60186 0.1086701 L 0.1431097 0.1086701 E" pathEditMode="relative" ptsTypes="">
                                      <p:cBhvr>
                                        <p:cTn id="783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437735 0.1185385 L 0.1153548 0.1185385 E" pathEditMode="relative" ptsTypes="">
                                      <p:cBhvr>
                                        <p:cTn id="785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82225 0.1185385 L 0.1209058 0.1185385 E" pathEditMode="relative" ptsTypes="">
                                      <p:cBhvr>
                                        <p:cTn id="787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26715 0.1185385 L 0.1264568 0.1185385 E" pathEditMode="relative" ptsTypes="">
                                      <p:cBhvr>
                                        <p:cTn id="789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71205 0.1185385 L 0.1320078 0.1185385 E" pathEditMode="relative" ptsTypes="">
                                      <p:cBhvr>
                                        <p:cTn id="791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15695 0.1185385 L 0.1375587 0.1185385 E" pathEditMode="relative" ptsTypes="">
                                      <p:cBhvr>
                                        <p:cTn id="793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60186 0.1185385 L 0.1431097 0.1185385 E" pathEditMode="relative" ptsTypes="">
                                      <p:cBhvr>
                                        <p:cTn id="795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586 0.0839991 L 0.2204535 0.0839991 E" pathEditMode="relative" ptsTypes="">
                                      <p:cBhvr>
                                        <p:cTn id="797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965 0.0839991 L 0.2260045 0.0839991 E" pathEditMode="relative" ptsTypes="">
                                      <p:cBhvr>
                                        <p:cTn id="799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9516 0.0839991 L 0.2315555 0.0839991 E" pathEditMode="relative" ptsTypes="">
                                      <p:cBhvr>
                                        <p:cTn id="801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586 0.0938675 L 0.2204535 0.0938675 E" pathEditMode="relative" ptsTypes="">
                                      <p:cBhvr>
                                        <p:cTn id="803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965 0.0938675 L 0.2260045 0.0938675 E" pathEditMode="relative" ptsTypes="">
                                      <p:cBhvr>
                                        <p:cTn id="805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9516 0.0938675 L 0.2315555 0.0938675 E" pathEditMode="relative" ptsTypes="">
                                      <p:cBhvr>
                                        <p:cTn id="807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586 0.1037359 L 0.2204535 0.1037359 E" pathEditMode="relative" ptsTypes="">
                                      <p:cBhvr>
                                        <p:cTn id="809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965 0.1037359 L 0.2260045 0.1037359 E" pathEditMode="relative" ptsTypes="">
                                      <p:cBhvr>
                                        <p:cTn id="811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9516 0.1037359 L 0.2315555 0.1037359 E" pathEditMode="relative" ptsTypes="">
                                      <p:cBhvr>
                                        <p:cTn id="813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344 0.0839991 L 0.2214051 0.0839991 E" pathEditMode="relative" ptsTypes="">
                                      <p:cBhvr>
                                        <p:cTn id="815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49166 0.0839991 L 0.2269561 0.0839991 E" pathEditMode="relative" ptsTypes="">
                                      <p:cBhvr>
                                        <p:cTn id="817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04676 0.0839991 L 0.232507 0.0839991 E" pathEditMode="relative" ptsTypes="">
                                      <p:cBhvr>
                                        <p:cTn id="819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344 0.0938675 L 0.2214051 0.0938675 E" pathEditMode="relative" ptsTypes="">
                                      <p:cBhvr>
                                        <p:cTn id="821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49166 0.0938675 L 0.2269561 0.0938675 E" pathEditMode="relative" ptsTypes="">
                                      <p:cBhvr>
                                        <p:cTn id="823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04676 0.0938675 L 0.232507 0.0938675 E" pathEditMode="relative" ptsTypes="">
                                      <p:cBhvr>
                                        <p:cTn id="825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344 0.1037359 L 0.2214051 0.1037359 E" pathEditMode="relative" ptsTypes="">
                                      <p:cBhvr>
                                        <p:cTn id="827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49166 0.1037359 L 0.2269561 0.1037359 E" pathEditMode="relative" ptsTypes="">
                                      <p:cBhvr>
                                        <p:cTn id="829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04676 0.1037359 L 0.232507 0.1037359 E" pathEditMode="relative" ptsTypes="">
                                      <p:cBhvr>
                                        <p:cTn id="831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2" fill="hold">
                      <p:stCondLst>
                        <p:cond delay="indefinite"/>
                      </p:stCondLst>
                      <p:childTnLst>
                        <p:par>
                          <p:cTn id="833" fill="hold">
                            <p:stCondLst>
                              <p:cond delay="0"/>
                            </p:stCondLst>
                            <p:childTnLst>
                              <p:par>
                                <p:cTn id="834" presetID="63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63064 0.0691964 L 0.1163064 0.121828 E" pathEditMode="relative" ptsTypes="">
                                      <p:cBhvr>
                                        <p:cTn id="835" dur="1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6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18574 0.0691964 L 0.1218574 0.121828 E" pathEditMode="relative" ptsTypes="">
                                      <p:cBhvr>
                                        <p:cTn id="83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8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4084 0.0691964 L 0.1274084 0.121828 E" pathEditMode="relative" ptsTypes="">
                                      <p:cBhvr>
                                        <p:cTn id="83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0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329594 0.0691964 L 0.1329594 0.121828 E" pathEditMode="relative" ptsTypes="">
                                      <p:cBhvr>
                                        <p:cTn id="84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2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385103 0.0691964 L 0.1385103 0.121828 E" pathEditMode="relative" ptsTypes="">
                                      <p:cBhvr>
                                        <p:cTn id="84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4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40613 0.0691964 L 0.1440613 0.121828 E" pathEditMode="relative" ptsTypes="">
                                      <p:cBhvr>
                                        <p:cTn id="84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6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63064 0.0790648 L 0.1163064 0.1316964 E" pathEditMode="relative" ptsTypes="">
                                      <p:cBhvr>
                                        <p:cTn id="84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8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18574 0.0790648 L 0.1218574 0.1316964 E" pathEditMode="relative" ptsTypes="">
                                      <p:cBhvr>
                                        <p:cTn id="84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0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4084 0.0790648 L 0.1274084 0.1316964 E" pathEditMode="relative" ptsTypes="">
                                      <p:cBhvr>
                                        <p:cTn id="85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2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329594 0.0790648 L 0.1329594 0.1316964 E" pathEditMode="relative" ptsTypes="">
                                      <p:cBhvr>
                                        <p:cTn id="85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4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385103 0.0790648 L 0.1385103 0.1316964 E" pathEditMode="relative" ptsTypes="">
                                      <p:cBhvr>
                                        <p:cTn id="85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6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40613 0.0790648 L 0.1440613 0.1316964 E" pathEditMode="relative" ptsTypes="">
                                      <p:cBhvr>
                                        <p:cTn id="85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8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63064 0.0889333 L 0.1163064 0.1415648 E" pathEditMode="relative" ptsTypes="">
                                      <p:cBhvr>
                                        <p:cTn id="85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0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18574 0.0889333 L 0.1218574 0.1415648 E" pathEditMode="relative" ptsTypes="">
                                      <p:cBhvr>
                                        <p:cTn id="861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2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4084 0.0889333 L 0.1274084 0.1415648 E" pathEditMode="relative" ptsTypes="">
                                      <p:cBhvr>
                                        <p:cTn id="863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4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329594 0.0889333 L 0.1329594 0.1415648 E" pathEditMode="relative" ptsTypes="">
                                      <p:cBhvr>
                                        <p:cTn id="86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6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385103 0.0889333 L 0.1385103 0.1415648 E" pathEditMode="relative" ptsTypes="">
                                      <p:cBhvr>
                                        <p:cTn id="86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8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40613 0.0889333 L 0.1440613 0.1415648 E" pathEditMode="relative" ptsTypes="">
                                      <p:cBhvr>
                                        <p:cTn id="86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0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63064 0.0988017 L 0.1163064 0.1514333 E" pathEditMode="relative" ptsTypes="">
                                      <p:cBhvr>
                                        <p:cTn id="871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2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18574 0.0988017 L 0.1218574 0.1514333 E" pathEditMode="relative" ptsTypes="">
                                      <p:cBhvr>
                                        <p:cTn id="87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4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4084 0.0988017 L 0.1274084 0.1514333 E" pathEditMode="relative" ptsTypes="">
                                      <p:cBhvr>
                                        <p:cTn id="87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6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329594 0.0988017 L 0.1329594 0.1514333 E" pathEditMode="relative" ptsTypes="">
                                      <p:cBhvr>
                                        <p:cTn id="877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8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385103 0.0988017 L 0.1385103 0.1514333 E" pathEditMode="relative" ptsTypes="">
                                      <p:cBhvr>
                                        <p:cTn id="87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0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40613 0.0988017 L 0.1440613 0.1514333 E" pathEditMode="relative" ptsTypes="">
                                      <p:cBhvr>
                                        <p:cTn id="881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2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63064 0.1086701 L 0.1163064 0.1613017 E" pathEditMode="relative" ptsTypes="">
                                      <p:cBhvr>
                                        <p:cTn id="883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4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18574 0.1086701 L 0.1218574 0.1613017 E" pathEditMode="relative" ptsTypes="">
                                      <p:cBhvr>
                                        <p:cTn id="885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6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4084 0.1086701 L 0.1274084 0.1613017 E" pathEditMode="relative" ptsTypes="">
                                      <p:cBhvr>
                                        <p:cTn id="887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8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329594 0.1086701 L 0.1329594 0.1613017 E" pathEditMode="relative" ptsTypes="">
                                      <p:cBhvr>
                                        <p:cTn id="88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0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385103 0.1086701 L 0.1385103 0.1613017 E" pathEditMode="relative" ptsTypes="">
                                      <p:cBhvr>
                                        <p:cTn id="891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2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40613 0.1086701 L 0.1440613 0.1613017 E" pathEditMode="relative" ptsTypes="">
                                      <p:cBhvr>
                                        <p:cTn id="893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4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63064 0.1185385 L 0.1163064 0.1711701 E" pathEditMode="relative" ptsTypes="">
                                      <p:cBhvr>
                                        <p:cTn id="895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6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18574 0.1185385 L 0.1218574 0.1711701 E" pathEditMode="relative" ptsTypes="">
                                      <p:cBhvr>
                                        <p:cTn id="897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8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4084 0.1185385 L 0.1274084 0.1711701 E" pathEditMode="relative" ptsTypes="">
                                      <p:cBhvr>
                                        <p:cTn id="89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0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329594 0.1185385 L 0.1329594 0.1711701 E" pathEditMode="relative" ptsTypes="">
                                      <p:cBhvr>
                                        <p:cTn id="901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2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385103 0.1185385 L 0.1385103 0.1711701 E" pathEditMode="relative" ptsTypes="">
                                      <p:cBhvr>
                                        <p:cTn id="903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4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40613 0.1185385 L 0.1440613 0.1711701 E" pathEditMode="relative" ptsTypes="">
                                      <p:cBhvr>
                                        <p:cTn id="905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6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53548 0.0691964 L 0.1153548 0.121828 E" pathEditMode="relative" ptsTypes="">
                                      <p:cBhvr>
                                        <p:cTn id="907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8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09058 0.0691964 L 0.1209058 0.121828 E" pathEditMode="relative" ptsTypes="">
                                      <p:cBhvr>
                                        <p:cTn id="909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0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64568 0.0691964 L 0.1264568 0.121828 E" pathEditMode="relative" ptsTypes="">
                                      <p:cBhvr>
                                        <p:cTn id="911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2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320078 0.0691964 L 0.1320078 0.121828 E" pathEditMode="relative" ptsTypes="">
                                      <p:cBhvr>
                                        <p:cTn id="913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4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375587 0.0691964 L 0.1375587 0.121828 E" pathEditMode="relative" ptsTypes="">
                                      <p:cBhvr>
                                        <p:cTn id="915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6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31097 0.0691964 L 0.1431097 0.121828 E" pathEditMode="relative" ptsTypes="">
                                      <p:cBhvr>
                                        <p:cTn id="917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8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53548 0.0790648 L 0.1153548 0.1316964 E" pathEditMode="relative" ptsTypes="">
                                      <p:cBhvr>
                                        <p:cTn id="919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0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09058 0.0790648 L 0.1209058 0.1316964 E" pathEditMode="relative" ptsTypes="">
                                      <p:cBhvr>
                                        <p:cTn id="921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2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64568 0.0790648 L 0.1264568 0.1316964 E" pathEditMode="relative" ptsTypes="">
                                      <p:cBhvr>
                                        <p:cTn id="923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4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320078 0.0790648 L 0.1320078 0.1316964 E" pathEditMode="relative" ptsTypes="">
                                      <p:cBhvr>
                                        <p:cTn id="925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6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375587 0.0790648 L 0.1375587 0.1316964 E" pathEditMode="relative" ptsTypes="">
                                      <p:cBhvr>
                                        <p:cTn id="927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8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31097 0.0790648 L 0.1431097 0.1316964 E" pathEditMode="relative" ptsTypes="">
                                      <p:cBhvr>
                                        <p:cTn id="92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0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53548 0.0889333 L 0.1153548 0.1415648 E" pathEditMode="relative" ptsTypes="">
                                      <p:cBhvr>
                                        <p:cTn id="931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2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09058 0.0889333 L 0.1209058 0.1415648 E" pathEditMode="relative" ptsTypes="">
                                      <p:cBhvr>
                                        <p:cTn id="933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4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64568 0.0889333 L 0.1264568 0.1415648 E" pathEditMode="relative" ptsTypes="">
                                      <p:cBhvr>
                                        <p:cTn id="935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6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320078 0.0889333 L 0.1320078 0.1415648 E" pathEditMode="relative" ptsTypes="">
                                      <p:cBhvr>
                                        <p:cTn id="937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8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375587 0.0889333 L 0.1375587 0.1415648 E" pathEditMode="relative" ptsTypes="">
                                      <p:cBhvr>
                                        <p:cTn id="939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0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31097 0.0889333 L 0.1431097 0.1415648 E" pathEditMode="relative" ptsTypes="">
                                      <p:cBhvr>
                                        <p:cTn id="941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2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53548 0.0988017 L 0.1153548 0.1514333 E" pathEditMode="relative" ptsTypes="">
                                      <p:cBhvr>
                                        <p:cTn id="943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4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09058 0.0988017 L 0.1209058 0.1514333 E" pathEditMode="relative" ptsTypes="">
                                      <p:cBhvr>
                                        <p:cTn id="945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6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64568 0.0988017 L 0.1264568 0.1514333 E" pathEditMode="relative" ptsTypes="">
                                      <p:cBhvr>
                                        <p:cTn id="947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8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320078 0.0988017 L 0.1320078 0.1514333 E" pathEditMode="relative" ptsTypes="">
                                      <p:cBhvr>
                                        <p:cTn id="949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0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375587 0.0988017 L 0.1375587 0.1514333 E" pathEditMode="relative" ptsTypes="">
                                      <p:cBhvr>
                                        <p:cTn id="951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2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31097 0.0988017 L 0.1431097 0.1514333 E" pathEditMode="relative" ptsTypes="">
                                      <p:cBhvr>
                                        <p:cTn id="953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4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53548 0.1086701 L 0.1153548 0.1613017 E" pathEditMode="relative" ptsTypes="">
                                      <p:cBhvr>
                                        <p:cTn id="955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6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09058 0.1086701 L 0.1209058 0.1613017 E" pathEditMode="relative" ptsTypes="">
                                      <p:cBhvr>
                                        <p:cTn id="957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8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64568 0.1086701 L 0.1264568 0.1613017 E" pathEditMode="relative" ptsTypes="">
                                      <p:cBhvr>
                                        <p:cTn id="959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0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320078 0.1086701 L 0.1320078 0.1613017 E" pathEditMode="relative" ptsTypes="">
                                      <p:cBhvr>
                                        <p:cTn id="961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2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375587 0.1086701 L 0.1375587 0.1613017 E" pathEditMode="relative" ptsTypes="">
                                      <p:cBhvr>
                                        <p:cTn id="963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4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31097 0.1086701 L 0.1431097 0.1613017 E" pathEditMode="relative" ptsTypes="">
                                      <p:cBhvr>
                                        <p:cTn id="965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6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53548 0.1185385 L 0.1153548 0.1711701 E" pathEditMode="relative" ptsTypes="">
                                      <p:cBhvr>
                                        <p:cTn id="967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8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09058 0.1185385 L 0.1209058 0.1711701 E" pathEditMode="relative" ptsTypes="">
                                      <p:cBhvr>
                                        <p:cTn id="969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0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64568 0.1185385 L 0.1264568 0.1711701 E" pathEditMode="relative" ptsTypes="">
                                      <p:cBhvr>
                                        <p:cTn id="971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2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320078 0.1185385 L 0.1320078 0.1711701 E" pathEditMode="relative" ptsTypes="">
                                      <p:cBhvr>
                                        <p:cTn id="973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4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375587 0.1185385 L 0.1375587 0.1711701 E" pathEditMode="relative" ptsTypes="">
                                      <p:cBhvr>
                                        <p:cTn id="975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6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31097 0.1185385 L 0.1431097 0.1711701 E" pathEditMode="relative" ptsTypes="">
                                      <p:cBhvr>
                                        <p:cTn id="977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0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1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4535 0.0839991 L 0.2204535 0.1366306 E" pathEditMode="relative" ptsTypes="">
                                      <p:cBhvr>
                                        <p:cTn id="982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3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60045 0.0839991 L 0.2260045 0.1366306 E" pathEditMode="relative" ptsTypes="">
                                      <p:cBhvr>
                                        <p:cTn id="984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5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315555 0.0839991 L 0.2315555 0.1366306 E" pathEditMode="relative" ptsTypes="">
                                      <p:cBhvr>
                                        <p:cTn id="986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7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4535 0.0938675 L 0.2204535 0.1464991 E" pathEditMode="relative" ptsTypes="">
                                      <p:cBhvr>
                                        <p:cTn id="988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9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60045 0.0938675 L 0.2260045 0.1464991 E" pathEditMode="relative" ptsTypes="">
                                      <p:cBhvr>
                                        <p:cTn id="990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1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315555 0.0938675 L 0.2315555 0.1464991 E" pathEditMode="relative" ptsTypes="">
                                      <p:cBhvr>
                                        <p:cTn id="99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3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4535 0.1037359 L 0.2204535 0.1563675 E" pathEditMode="relative" ptsTypes="">
                                      <p:cBhvr>
                                        <p:cTn id="994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5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60045 0.1037359 L 0.2260045 0.1563675 E" pathEditMode="relative" ptsTypes="">
                                      <p:cBhvr>
                                        <p:cTn id="996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7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315555 0.1037359 L 0.2315555 0.1563675 E" pathEditMode="relative" ptsTypes="">
                                      <p:cBhvr>
                                        <p:cTn id="998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9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14051 0.0839991 L 0.2214051 0.1366306 E" pathEditMode="relative" ptsTypes="">
                                      <p:cBhvr>
                                        <p:cTn id="1000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1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69561 0.0839991 L 0.2269561 0.1366306 E" pathEditMode="relative" ptsTypes="">
                                      <p:cBhvr>
                                        <p:cTn id="1002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3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32507 0.0839991 L 0.232507 0.1366306 E" pathEditMode="relative" ptsTypes="">
                                      <p:cBhvr>
                                        <p:cTn id="1004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5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14051 0.0938675 L 0.2214051 0.1464991 E" pathEditMode="relative" ptsTypes="">
                                      <p:cBhvr>
                                        <p:cTn id="1006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7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69561 0.0938675 L 0.2269561 0.1464991 E" pathEditMode="relative" ptsTypes="">
                                      <p:cBhvr>
                                        <p:cTn id="1008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9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32507 0.0938675 L 0.232507 0.1464991 E" pathEditMode="relative" ptsTypes="">
                                      <p:cBhvr>
                                        <p:cTn id="1010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1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14051 0.1037359 L 0.2214051 0.1563675 E" pathEditMode="relative" ptsTypes="">
                                      <p:cBhvr>
                                        <p:cTn id="1012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3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69561 0.1037359 L 0.2269561 0.1563675 E" pathEditMode="relative" ptsTypes="">
                                      <p:cBhvr>
                                        <p:cTn id="1014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5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32507 0.1037359 L 0.232507 0.1563675 E" pathEditMode="relative" ptsTypes="">
                                      <p:cBhvr>
                                        <p:cTn id="1016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018" presetID="10" presetClass="exit" presetSubtype="0" fill="hold" grpId="4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9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3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4" fill="hold">
                            <p:stCondLst>
                              <p:cond delay="1500"/>
                            </p:stCondLst>
                            <p:childTnLst>
                              <p:par>
                                <p:cTn id="1025" presetID="10" presetClass="exit" presetSubtype="0" fill="hold" grpId="4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6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0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1" presetID="10" presetClass="exit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32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6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7" presetID="10" presetClass="exit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38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2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3" presetID="10" presetClass="exit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44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8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9" presetID="10" presetClass="exit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0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4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5" presetID="10" presetClass="exit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6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0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1" presetID="10" presetClass="exit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62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6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7" presetID="10" presetClass="exit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68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2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3" presetID="10" presetClass="exit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74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8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9" fill="hold">
                            <p:stCondLst>
                              <p:cond delay="2000"/>
                            </p:stCondLst>
                            <p:childTnLst>
                              <p:par>
                                <p:cTn id="1080" presetID="63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477796 -0.1381579 E" pathEditMode="relative" ptsTypes="">
                                      <p:cBhvr>
                                        <p:cTn id="1081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8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477796 -0.1381579 E" pathEditMode="relative" ptsTypes="">
                                      <p:cBhvr>
                                        <p:cTn id="1083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8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477796 -0.1381579 E" pathEditMode="relative" ptsTypes="">
                                      <p:cBhvr>
                                        <p:cTn id="1085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8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477796 -0.1381579 E" pathEditMode="relative" ptsTypes="">
                                      <p:cBhvr>
                                        <p:cTn id="1087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8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477796 -0.1381579 E" pathEditMode="relative" ptsTypes="">
                                      <p:cBhvr>
                                        <p:cTn id="1089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477796 -0.1381579 E" pathEditMode="relative" ptsTypes="">
                                      <p:cBhvr>
                                        <p:cTn id="1091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477796 -0.1381579 E" pathEditMode="relative" ptsTypes="">
                                      <p:cBhvr>
                                        <p:cTn id="1093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477796 -0.1381579 E" pathEditMode="relative" ptsTypes="">
                                      <p:cBhvr>
                                        <p:cTn id="1095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477796 -0.1381579 E" pathEditMode="relative" ptsTypes="">
                                      <p:cBhvr>
                                        <p:cTn id="1097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8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14051 0.1366306 L -0.2263745 -0.0015273 E" pathEditMode="relative" ptsTypes="">
                                      <p:cBhvr>
                                        <p:cTn id="1099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00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69561 0.1366306 L -0.2208235 -0.0015273 E" pathEditMode="relative" ptsTypes="">
                                      <p:cBhvr>
                                        <p:cTn id="1101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02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32507 0.1366306 L -0.2152726 -0.0015273 E" pathEditMode="relative" ptsTypes="">
                                      <p:cBhvr>
                                        <p:cTn id="1103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04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14051 0.1464991 L -0.2263745 0.0083412 E" pathEditMode="relative" ptsTypes="">
                                      <p:cBhvr>
                                        <p:cTn id="1105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06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69561 0.1464991 L -0.2208235 0.0083412 E" pathEditMode="relative" ptsTypes="">
                                      <p:cBhvr>
                                        <p:cTn id="1107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08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32507 0.1464991 L -0.2152726 0.0083412 E" pathEditMode="relative" ptsTypes="">
                                      <p:cBhvr>
                                        <p:cTn id="1109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10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14051 0.1563675 L -0.2263745 0.0182096 E" pathEditMode="relative" ptsTypes="">
                                      <p:cBhvr>
                                        <p:cTn id="1111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12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69561 0.1563675 L -0.2208235 0.0182096 E" pathEditMode="relative" ptsTypes="">
                                      <p:cBhvr>
                                        <p:cTn id="1113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14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32507 0.1563675 L -0.2152726 0.0182096 E" pathEditMode="relative" ptsTypes="">
                                      <p:cBhvr>
                                        <p:cTn id="1115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1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9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0" fill="hold">
                      <p:stCondLst>
                        <p:cond delay="indefinite"/>
                      </p:stCondLst>
                      <p:childTnLst>
                        <p:par>
                          <p:cTn id="1121" fill="hold">
                            <p:stCondLst>
                              <p:cond delay="0"/>
                            </p:stCondLst>
                            <p:childTnLst>
                              <p:par>
                                <p:cTn id="112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3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6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0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1" fill="hold">
                            <p:stCondLst>
                              <p:cond delay="500"/>
                            </p:stCondLst>
                            <p:childTnLst>
                              <p:par>
                                <p:cTn id="1132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33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5" fill="hold">
                            <p:stCondLst>
                              <p:cond delay="1000"/>
                            </p:stCondLst>
                            <p:childTnLst>
                              <p:par>
                                <p:cTn id="11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8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9" fill="hold">
                            <p:stCondLst>
                              <p:cond delay="2000"/>
                            </p:stCondLst>
                            <p:childTnLst>
                              <p:par>
                                <p:cTn id="1140" presetID="10" presetClass="exit" presetSubtype="0" fill="hold" grpId="4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5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6" fill="hold">
                            <p:stCondLst>
                              <p:cond delay="2500"/>
                            </p:stCondLst>
                            <p:childTnLst>
                              <p:par>
                                <p:cTn id="11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9" dur="3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0" fill="hold">
                            <p:stCondLst>
                              <p:cond delay="2800"/>
                            </p:stCondLst>
                            <p:childTnLst>
                              <p:par>
                                <p:cTn id="1151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2" dur="4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3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6" dur="4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7" fill="hold">
                            <p:stCondLst>
                              <p:cond delay="3200"/>
                            </p:stCondLst>
                            <p:childTnLst>
                              <p:par>
                                <p:cTn id="1158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9" dur="4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0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3" dur="4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477796 -0.1381579 L -0.3959704 -0.1381579 E" pathEditMode="relative" ptsTypes="">
                                      <p:cBhvr>
                                        <p:cTn id="1165" dur="4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6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477796 -0.1381579 L -0.3959704 -0.1381579 E" pathEditMode="relative" ptsTypes="">
                                      <p:cBhvr>
                                        <p:cTn id="1167" dur="4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6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477796 -0.1381579 L -0.3959704 -0.1381579 E" pathEditMode="relative" ptsTypes="">
                                      <p:cBhvr>
                                        <p:cTn id="1169" dur="4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477796 -0.1381579 L -0.3959704 -0.1381579 E" pathEditMode="relative" ptsTypes="">
                                      <p:cBhvr>
                                        <p:cTn id="1171" dur="4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477796 -0.1381579 L -0.3959704 -0.1381579 E" pathEditMode="relative" ptsTypes="">
                                      <p:cBhvr>
                                        <p:cTn id="1173" dur="4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477796 -0.1381579 L -0.3959704 -0.1381579 E" pathEditMode="relative" ptsTypes="">
                                      <p:cBhvr>
                                        <p:cTn id="1175" dur="4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477796 -0.1381579 L -0.3959704 -0.1381579 E" pathEditMode="relative" ptsTypes="">
                                      <p:cBhvr>
                                        <p:cTn id="1177" dur="4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477796 -0.1381579 L -0.3959704 -0.1381579 E" pathEditMode="relative" ptsTypes="">
                                      <p:cBhvr>
                                        <p:cTn id="1179" dur="4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477796 -0.1381579 L -0.3959704 -0.1381579 E" pathEditMode="relative" ptsTypes="">
                                      <p:cBhvr>
                                        <p:cTn id="1181" dur="4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2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263745 -0.0015273 L -0.1745653 -0.0015273 E" pathEditMode="relative" ptsTypes="">
                                      <p:cBhvr>
                                        <p:cTn id="1183" dur="4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4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208235 -0.0015273 L -0.1690143 -0.0015273 E" pathEditMode="relative" ptsTypes="">
                                      <p:cBhvr>
                                        <p:cTn id="1185" dur="4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6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152726 -0.0015273 L -0.1634633 -0.0015273 E" pathEditMode="relative" ptsTypes="">
                                      <p:cBhvr>
                                        <p:cTn id="1187" dur="4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8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263745 0.0083412 L -0.1745653 0.0083412 E" pathEditMode="relative" ptsTypes="">
                                      <p:cBhvr>
                                        <p:cTn id="1189" dur="4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0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208235 0.0083412 L -0.1690143 0.0083412 E" pathEditMode="relative" ptsTypes="">
                                      <p:cBhvr>
                                        <p:cTn id="1191" dur="4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2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152726 0.0083412 L -0.1634633 0.0083412 E" pathEditMode="relative" ptsTypes="">
                                      <p:cBhvr>
                                        <p:cTn id="1193" dur="4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4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263745 0.0182096 L -0.1745653 0.0182096 E" pathEditMode="relative" ptsTypes="">
                                      <p:cBhvr>
                                        <p:cTn id="1195" dur="4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6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208235 0.0182096 L -0.1690143 0.0182096 E" pathEditMode="relative" ptsTypes="">
                                      <p:cBhvr>
                                        <p:cTn id="1197" dur="4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8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152726 0.0182096 L -0.1634633 0.0182096 E" pathEditMode="relative" ptsTypes="">
                                      <p:cBhvr>
                                        <p:cTn id="1199" dur="4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0" fill="hold">
                            <p:stCondLst>
                              <p:cond delay="3600"/>
                            </p:stCondLst>
                            <p:childTnLst>
                              <p:par>
                                <p:cTn id="1201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2" dur="4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3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6" dur="4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7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959704 -0.1381579 L -0.3441612 -0.1381579 E" pathEditMode="relative" ptsTypes="">
                                      <p:cBhvr>
                                        <p:cTn id="1208" dur="4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09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959704 -0.1381579 L -0.3441612 -0.1381579 E" pathEditMode="relative" ptsTypes="">
                                      <p:cBhvr>
                                        <p:cTn id="1210" dur="4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1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959704 -0.1381579 L -0.3441612 -0.1381579 E" pathEditMode="relative" ptsTypes="">
                                      <p:cBhvr>
                                        <p:cTn id="1212" dur="4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3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959704 -0.1381579 L -0.3441612 -0.1381579 E" pathEditMode="relative" ptsTypes="">
                                      <p:cBhvr>
                                        <p:cTn id="1214" dur="4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5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959704 -0.1381579 L -0.3441612 -0.1381579 E" pathEditMode="relative" ptsTypes="">
                                      <p:cBhvr>
                                        <p:cTn id="1216" dur="4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7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959704 -0.1381579 L -0.3441612 -0.1381579 E" pathEditMode="relative" ptsTypes="">
                                      <p:cBhvr>
                                        <p:cTn id="1218" dur="4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9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959704 -0.1381579 L -0.3441612 -0.1381579 E" pathEditMode="relative" ptsTypes="">
                                      <p:cBhvr>
                                        <p:cTn id="1220" dur="4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1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959704 -0.1381579 L -0.3441612 -0.1381579 E" pathEditMode="relative" ptsTypes="">
                                      <p:cBhvr>
                                        <p:cTn id="1222" dur="4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3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959704 -0.1381579 L -0.3441612 -0.1381579 E" pathEditMode="relative" ptsTypes="">
                                      <p:cBhvr>
                                        <p:cTn id="1224" dur="4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5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745653 -0.0015273 L -0.1227561 -0.0015273 E" pathEditMode="relative" ptsTypes="">
                                      <p:cBhvr>
                                        <p:cTn id="1226" dur="4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7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690143 -0.0015273 L -0.1172051 -0.0015273 E" pathEditMode="relative" ptsTypes="">
                                      <p:cBhvr>
                                        <p:cTn id="1228" dur="4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9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634633 -0.0015273 L -0.1116541 -0.0015273 E" pathEditMode="relative" ptsTypes="">
                                      <p:cBhvr>
                                        <p:cTn id="1230" dur="4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1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745653 0.0083412 L -0.1227561 0.0083412 E" pathEditMode="relative" ptsTypes="">
                                      <p:cBhvr>
                                        <p:cTn id="1232" dur="4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3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690143 0.0083412 L -0.1172051 0.0083412 E" pathEditMode="relative" ptsTypes="">
                                      <p:cBhvr>
                                        <p:cTn id="1234" dur="4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5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634633 0.0083412 L -0.1116541 0.0083412 E" pathEditMode="relative" ptsTypes="">
                                      <p:cBhvr>
                                        <p:cTn id="1236" dur="4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7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745653 0.0182096 L -0.1227561 0.0182096 E" pathEditMode="relative" ptsTypes="">
                                      <p:cBhvr>
                                        <p:cTn id="1238" dur="4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9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690143 0.0182096 L -0.1172051 0.0182096 E" pathEditMode="relative" ptsTypes="">
                                      <p:cBhvr>
                                        <p:cTn id="1240" dur="4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41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634633 0.0182096 L -0.1116541 0.0182096 E" pathEditMode="relative" ptsTypes="">
                                      <p:cBhvr>
                                        <p:cTn id="1242" dur="4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3" fill="hold">
                            <p:stCondLst>
                              <p:cond delay="4000"/>
                            </p:stCondLst>
                            <p:childTnLst>
                              <p:par>
                                <p:cTn id="1244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45" dur="4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6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9" dur="4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0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441612 -0.1381579 L -0.4477796 -0.0460526 E" pathEditMode="relative" ptsTypes="">
                                      <p:cBhvr>
                                        <p:cTn id="1251" dur="4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52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441612 -0.1381579 L -0.4477796 -0.0460526 E" pathEditMode="relative" ptsTypes="">
                                      <p:cBhvr>
                                        <p:cTn id="1253" dur="4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54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441612 -0.1381579 L -0.4477796 -0.0460526 E" pathEditMode="relative" ptsTypes="">
                                      <p:cBhvr>
                                        <p:cTn id="1255" dur="4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56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441612 -0.1381579 L -0.4477796 -0.0460526 E" pathEditMode="relative" ptsTypes="">
                                      <p:cBhvr>
                                        <p:cTn id="1257" dur="4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58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441612 -0.1381579 L -0.4477796 -0.0460526 E" pathEditMode="relative" ptsTypes="">
                                      <p:cBhvr>
                                        <p:cTn id="1259" dur="4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60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441612 -0.1381579 L -0.4477796 -0.0460526 E" pathEditMode="relative" ptsTypes="">
                                      <p:cBhvr>
                                        <p:cTn id="1261" dur="4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62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441612 -0.1381579 L -0.4477796 -0.0460526 E" pathEditMode="relative" ptsTypes="">
                                      <p:cBhvr>
                                        <p:cTn id="1263" dur="4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64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441612 -0.1381579 L -0.4477796 -0.0460526 E" pathEditMode="relative" ptsTypes="">
                                      <p:cBhvr>
                                        <p:cTn id="1265" dur="4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66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441612 -0.1381579 L -0.4477796 -0.0460526 E" pathEditMode="relative" ptsTypes="">
                                      <p:cBhvr>
                                        <p:cTn id="1267" dur="4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68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227561 -0.0015273 L -0.2263745 0.090578 E" pathEditMode="relative" ptsTypes="">
                                      <p:cBhvr>
                                        <p:cTn id="1269" dur="4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0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172051 -0.0015273 L -0.2208235 0.090578 E" pathEditMode="relative" ptsTypes="">
                                      <p:cBhvr>
                                        <p:cTn id="1271" dur="4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2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116541 -0.0015273 L -0.2152726 0.090578 E" pathEditMode="relative" ptsTypes="">
                                      <p:cBhvr>
                                        <p:cTn id="1273" dur="4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4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227561 0.0083412 L -0.2263745 0.1004464 E" pathEditMode="relative" ptsTypes="">
                                      <p:cBhvr>
                                        <p:cTn id="1275" dur="4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6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172051 0.0083412 L -0.2208235 0.1004464 E" pathEditMode="relative" ptsTypes="">
                                      <p:cBhvr>
                                        <p:cTn id="1277" dur="4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8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116541 0.0083412 L -0.2152726 0.1004464 E" pathEditMode="relative" ptsTypes="">
                                      <p:cBhvr>
                                        <p:cTn id="1279" dur="4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80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227561 0.0182096 L -0.2263745 0.1103148 E" pathEditMode="relative" ptsTypes="">
                                      <p:cBhvr>
                                        <p:cTn id="1281" dur="4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82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172051 0.0182096 L -0.2208235 0.1103148 E" pathEditMode="relative" ptsTypes="">
                                      <p:cBhvr>
                                        <p:cTn id="1283" dur="4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84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116541 0.0182096 L -0.2152726 0.1103148 E" pathEditMode="relative" ptsTypes="">
                                      <p:cBhvr>
                                        <p:cTn id="1285" dur="4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6" fill="hold">
                            <p:stCondLst>
                              <p:cond delay="4400"/>
                            </p:stCondLst>
                            <p:childTnLst>
                              <p:par>
                                <p:cTn id="1287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88" dur="4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89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2" dur="4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3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477796 -0.0460526 L -0.3959704 -0.0460526 E" pathEditMode="relative" ptsTypes="">
                                      <p:cBhvr>
                                        <p:cTn id="1294" dur="4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95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477796 -0.0460526 L -0.3959704 -0.0460526 E" pathEditMode="relative" ptsTypes="">
                                      <p:cBhvr>
                                        <p:cTn id="1296" dur="4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97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477796 -0.0460526 L -0.3959704 -0.0460526 E" pathEditMode="relative" ptsTypes="">
                                      <p:cBhvr>
                                        <p:cTn id="1298" dur="4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99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477796 -0.0460526 L -0.3959704 -0.0460526 E" pathEditMode="relative" ptsTypes="">
                                      <p:cBhvr>
                                        <p:cTn id="1300" dur="4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01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477796 -0.0460526 L -0.3959704 -0.0460526 E" pathEditMode="relative" ptsTypes="">
                                      <p:cBhvr>
                                        <p:cTn id="1302" dur="4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03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477796 -0.0460526 L -0.3959704 -0.0460526 E" pathEditMode="relative" ptsTypes="">
                                      <p:cBhvr>
                                        <p:cTn id="1304" dur="4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05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477796 -0.0460526 L -0.3959704 -0.0460526 E" pathEditMode="relative" ptsTypes="">
                                      <p:cBhvr>
                                        <p:cTn id="1306" dur="4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07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477796 -0.0460526 L -0.3959704 -0.0460526 E" pathEditMode="relative" ptsTypes="">
                                      <p:cBhvr>
                                        <p:cTn id="1308" dur="4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09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477796 -0.0460526 L -0.3959704 -0.0460526 E" pathEditMode="relative" ptsTypes="">
                                      <p:cBhvr>
                                        <p:cTn id="1310" dur="4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11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263745 0.090578 L -0.1745653 0.090578 E" pathEditMode="relative" ptsTypes="">
                                      <p:cBhvr>
                                        <p:cTn id="1312" dur="4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13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208235 0.090578 L -0.1690143 0.090578 E" pathEditMode="relative" ptsTypes="">
                                      <p:cBhvr>
                                        <p:cTn id="1314" dur="4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15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152726 0.090578 L -0.1634633 0.090578 E" pathEditMode="relative" ptsTypes="">
                                      <p:cBhvr>
                                        <p:cTn id="1316" dur="4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17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263745 0.1004464 L -0.1745653 0.1004464 E" pathEditMode="relative" ptsTypes="">
                                      <p:cBhvr>
                                        <p:cTn id="1318" dur="4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19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208235 0.1004464 L -0.1690143 0.1004464 E" pathEditMode="relative" ptsTypes="">
                                      <p:cBhvr>
                                        <p:cTn id="1320" dur="4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21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152726 0.1004464 L -0.1634633 0.1004464 E" pathEditMode="relative" ptsTypes="">
                                      <p:cBhvr>
                                        <p:cTn id="1322" dur="4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23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263745 0.1103148 L -0.1745653 0.1103148 E" pathEditMode="relative" ptsTypes="">
                                      <p:cBhvr>
                                        <p:cTn id="1324" dur="4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25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208235 0.1103148 L -0.1690143 0.1103148 E" pathEditMode="relative" ptsTypes="">
                                      <p:cBhvr>
                                        <p:cTn id="1326" dur="4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27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152726 0.1103148 L -0.1634633 0.1103148 E" pathEditMode="relative" ptsTypes="">
                                      <p:cBhvr>
                                        <p:cTn id="1328" dur="4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9" fill="hold">
                            <p:stCondLst>
                              <p:cond delay="4800"/>
                            </p:stCondLst>
                            <p:childTnLst>
                              <p:par>
                                <p:cTn id="1330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31" dur="4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2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5" dur="4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6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959704 -0.0460526 L -0.3441612 -0.0460526 E" pathEditMode="relative" ptsTypes="">
                                      <p:cBhvr>
                                        <p:cTn id="1337" dur="4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38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959704 -0.0460526 L -0.3441612 -0.0460526 E" pathEditMode="relative" ptsTypes="">
                                      <p:cBhvr>
                                        <p:cTn id="1339" dur="4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40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959704 -0.0460526 L -0.3441612 -0.0460526 E" pathEditMode="relative" ptsTypes="">
                                      <p:cBhvr>
                                        <p:cTn id="1341" dur="4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42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959704 -0.0460526 L -0.3441612 -0.0460526 E" pathEditMode="relative" ptsTypes="">
                                      <p:cBhvr>
                                        <p:cTn id="1343" dur="4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44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959704 -0.0460526 L -0.3441612 -0.0460526 E" pathEditMode="relative" ptsTypes="">
                                      <p:cBhvr>
                                        <p:cTn id="1345" dur="4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46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959704 -0.0460526 L -0.3441612 -0.0460526 E" pathEditMode="relative" ptsTypes="">
                                      <p:cBhvr>
                                        <p:cTn id="1347" dur="4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48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959704 -0.0460526 L -0.3441612 -0.0460526 E" pathEditMode="relative" ptsTypes="">
                                      <p:cBhvr>
                                        <p:cTn id="1349" dur="4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0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959704 -0.0460526 L -0.3441612 -0.0460526 E" pathEditMode="relative" ptsTypes="">
                                      <p:cBhvr>
                                        <p:cTn id="1351" dur="4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2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959704 -0.0460526 L -0.3441612 -0.0460526 E" pathEditMode="relative" ptsTypes="">
                                      <p:cBhvr>
                                        <p:cTn id="1353" dur="4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4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745653 0.090578 L -0.1227561 0.090578 E" pathEditMode="relative" ptsTypes="">
                                      <p:cBhvr>
                                        <p:cTn id="1355" dur="4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6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690143 0.090578 L -0.1172051 0.090578 E" pathEditMode="relative" ptsTypes="">
                                      <p:cBhvr>
                                        <p:cTn id="1357" dur="4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8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634633 0.090578 L -0.1116541 0.090578 E" pathEditMode="relative" ptsTypes="">
                                      <p:cBhvr>
                                        <p:cTn id="1359" dur="4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60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745653 0.1004464 L -0.1227561 0.1004464 E" pathEditMode="relative" ptsTypes="">
                                      <p:cBhvr>
                                        <p:cTn id="1361" dur="4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62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690143 0.1004464 L -0.1172051 0.1004464 E" pathEditMode="relative" ptsTypes="">
                                      <p:cBhvr>
                                        <p:cTn id="1363" dur="4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64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634633 0.1004464 L -0.1116541 0.1004464 E" pathEditMode="relative" ptsTypes="">
                                      <p:cBhvr>
                                        <p:cTn id="1365" dur="4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66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745653 0.1103148 L -0.1227561 0.1103148 E" pathEditMode="relative" ptsTypes="">
                                      <p:cBhvr>
                                        <p:cTn id="1367" dur="4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68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690143 0.1103148 L -0.1172051 0.1103148 E" pathEditMode="relative" ptsTypes="">
                                      <p:cBhvr>
                                        <p:cTn id="1369" dur="4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70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634633 0.1103148 L -0.1116541 0.1103148 E" pathEditMode="relative" ptsTypes="">
                                      <p:cBhvr>
                                        <p:cTn id="1371" dur="4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2" fill="hold">
                            <p:stCondLst>
                              <p:cond delay="5200"/>
                            </p:stCondLst>
                            <p:childTnLst>
                              <p:par>
                                <p:cTn id="1373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74" dur="4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5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8" dur="4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9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441612 -0.0460526 L -0.4477796 0.0460526 E" pathEditMode="relative" ptsTypes="">
                                      <p:cBhvr>
                                        <p:cTn id="1380" dur="4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81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441612 -0.0460526 L -0.4477796 0.0460526 E" pathEditMode="relative" ptsTypes="">
                                      <p:cBhvr>
                                        <p:cTn id="1382" dur="4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83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441612 -0.0460526 L -0.4477796 0.0460526 E" pathEditMode="relative" ptsTypes="">
                                      <p:cBhvr>
                                        <p:cTn id="1384" dur="4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85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441612 -0.0460526 L -0.4477796 0.0460526 E" pathEditMode="relative" ptsTypes="">
                                      <p:cBhvr>
                                        <p:cTn id="1386" dur="4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87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441612 -0.0460526 L -0.4477796 0.0460526 E" pathEditMode="relative" ptsTypes="">
                                      <p:cBhvr>
                                        <p:cTn id="1388" dur="4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89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441612 -0.0460526 L -0.4477796 0.0460526 E" pathEditMode="relative" ptsTypes="">
                                      <p:cBhvr>
                                        <p:cTn id="1390" dur="4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91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441612 -0.0460526 L -0.4477796 0.0460526 E" pathEditMode="relative" ptsTypes="">
                                      <p:cBhvr>
                                        <p:cTn id="1392" dur="4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93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441612 -0.0460526 L -0.4477796 0.0460526 E" pathEditMode="relative" ptsTypes="">
                                      <p:cBhvr>
                                        <p:cTn id="1394" dur="4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95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441612 -0.0460526 L -0.4477796 0.0460526 E" pathEditMode="relative" ptsTypes="">
                                      <p:cBhvr>
                                        <p:cTn id="1396" dur="4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97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227561 0.090578 L -0.2263745 0.1826833 E" pathEditMode="relative" ptsTypes="">
                                      <p:cBhvr>
                                        <p:cTn id="1398" dur="4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99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172051 0.090578 L -0.2208235 0.1826833 E" pathEditMode="relative" ptsTypes="">
                                      <p:cBhvr>
                                        <p:cTn id="1400" dur="4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01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116541 0.090578 L -0.2152726 0.1826833 E" pathEditMode="relative" ptsTypes="">
                                      <p:cBhvr>
                                        <p:cTn id="1402" dur="4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03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227561 0.1004464 L -0.2263745 0.1925517 E" pathEditMode="relative" ptsTypes="">
                                      <p:cBhvr>
                                        <p:cTn id="1404" dur="4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05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172051 0.1004464 L -0.2208235 0.1925517 E" pathEditMode="relative" ptsTypes="">
                                      <p:cBhvr>
                                        <p:cTn id="1406" dur="4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07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116541 0.1004464 L -0.2152726 0.1925517 E" pathEditMode="relative" ptsTypes="">
                                      <p:cBhvr>
                                        <p:cTn id="1408" dur="4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09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227561 0.1103148 L -0.2263745 0.2024201 E" pathEditMode="relative" ptsTypes="">
                                      <p:cBhvr>
                                        <p:cTn id="1410" dur="4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11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172051 0.1103148 L -0.2208235 0.2024201 E" pathEditMode="relative" ptsTypes="">
                                      <p:cBhvr>
                                        <p:cTn id="1412" dur="4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13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116541 0.1103148 L -0.2152726 0.2024201 E" pathEditMode="relative" ptsTypes="">
                                      <p:cBhvr>
                                        <p:cTn id="1414" dur="4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5" fill="hold">
                            <p:stCondLst>
                              <p:cond delay="5600"/>
                            </p:stCondLst>
                            <p:childTnLst>
                              <p:par>
                                <p:cTn id="1416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17" dur="4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18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1" dur="4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2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477796 0.0460526 L -0.3959704 0.0460526 E" pathEditMode="relative" ptsTypes="">
                                      <p:cBhvr>
                                        <p:cTn id="1423" dur="4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24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477796 0.0460526 L -0.3959704 0.0460526 E" pathEditMode="relative" ptsTypes="">
                                      <p:cBhvr>
                                        <p:cTn id="1425" dur="4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26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477796 0.0460526 L -0.3959704 0.0460526 E" pathEditMode="relative" ptsTypes="">
                                      <p:cBhvr>
                                        <p:cTn id="1427" dur="4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28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477796 0.0460526 L -0.3959704 0.0460526 E" pathEditMode="relative" ptsTypes="">
                                      <p:cBhvr>
                                        <p:cTn id="1429" dur="4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30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477796 0.0460526 L -0.3959704 0.0460526 E" pathEditMode="relative" ptsTypes="">
                                      <p:cBhvr>
                                        <p:cTn id="1431" dur="4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32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477796 0.0460526 L -0.3959704 0.0460526 E" pathEditMode="relative" ptsTypes="">
                                      <p:cBhvr>
                                        <p:cTn id="1433" dur="4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34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477796 0.0460526 L -0.3959704 0.0460526 E" pathEditMode="relative" ptsTypes="">
                                      <p:cBhvr>
                                        <p:cTn id="1435" dur="4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36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477796 0.0460526 L -0.3959704 0.0460526 E" pathEditMode="relative" ptsTypes="">
                                      <p:cBhvr>
                                        <p:cTn id="1437" dur="4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38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477796 0.0460526 L -0.3959704 0.0460526 E" pathEditMode="relative" ptsTypes="">
                                      <p:cBhvr>
                                        <p:cTn id="1439" dur="4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40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263745 0.1826833 L -0.1745653 0.1826833 E" pathEditMode="relative" ptsTypes="">
                                      <p:cBhvr>
                                        <p:cTn id="1441" dur="4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42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208235 0.1826833 L -0.1690143 0.1826833 E" pathEditMode="relative" ptsTypes="">
                                      <p:cBhvr>
                                        <p:cTn id="1443" dur="4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44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152726 0.1826833 L -0.1634633 0.1826833 E" pathEditMode="relative" ptsTypes="">
                                      <p:cBhvr>
                                        <p:cTn id="1445" dur="4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46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263745 0.1925517 L -0.1745653 0.1925517 E" pathEditMode="relative" ptsTypes="">
                                      <p:cBhvr>
                                        <p:cTn id="1447" dur="4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48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208235 0.1925517 L -0.1690143 0.1925517 E" pathEditMode="relative" ptsTypes="">
                                      <p:cBhvr>
                                        <p:cTn id="1449" dur="4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50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152726 0.1925517 L -0.1634633 0.1925517 E" pathEditMode="relative" ptsTypes="">
                                      <p:cBhvr>
                                        <p:cTn id="1451" dur="4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52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263745 0.2024201 L -0.1745653 0.2024201 E" pathEditMode="relative" ptsTypes="">
                                      <p:cBhvr>
                                        <p:cTn id="1453" dur="4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54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208235 0.2024201 L -0.1690143 0.2024201 E" pathEditMode="relative" ptsTypes="">
                                      <p:cBhvr>
                                        <p:cTn id="1455" dur="4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56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152726 0.2024201 L -0.1634633 0.2024201 E" pathEditMode="relative" ptsTypes="">
                                      <p:cBhvr>
                                        <p:cTn id="1457" dur="4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58" fill="hold">
                            <p:stCondLst>
                              <p:cond delay="6000"/>
                            </p:stCondLst>
                            <p:childTnLst>
                              <p:par>
                                <p:cTn id="1459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60" dur="4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61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4" dur="4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5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959704 0.0460526 L -0.3441612 0.0460526 E" pathEditMode="relative" ptsTypes="">
                                      <p:cBhvr>
                                        <p:cTn id="1466" dur="4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67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959704 0.0460526 L -0.3441612 0.0460526 E" pathEditMode="relative" ptsTypes="">
                                      <p:cBhvr>
                                        <p:cTn id="1468" dur="4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69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959704 0.0460526 L -0.3441612 0.0460526 E" pathEditMode="relative" ptsTypes="">
                                      <p:cBhvr>
                                        <p:cTn id="1470" dur="4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71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959704 0.0460526 L -0.3441612 0.0460526 E" pathEditMode="relative" ptsTypes="">
                                      <p:cBhvr>
                                        <p:cTn id="1472" dur="4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73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959704 0.0460526 L -0.3441612 0.0460526 E" pathEditMode="relative" ptsTypes="">
                                      <p:cBhvr>
                                        <p:cTn id="1474" dur="4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75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959704 0.0460526 L -0.3441612 0.0460526 E" pathEditMode="relative" ptsTypes="">
                                      <p:cBhvr>
                                        <p:cTn id="1476" dur="4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77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959704 0.0460526 L -0.3441612 0.0460526 E" pathEditMode="relative" ptsTypes="">
                                      <p:cBhvr>
                                        <p:cTn id="1478" dur="4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79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959704 0.0460526 L -0.3441612 0.0460526 E" pathEditMode="relative" ptsTypes="">
                                      <p:cBhvr>
                                        <p:cTn id="1480" dur="4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81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959704 0.0460526 L -0.3441612 0.0460526 E" pathEditMode="relative" ptsTypes="">
                                      <p:cBhvr>
                                        <p:cTn id="1482" dur="4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83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745653 0.1826833 L -0.1227561 0.1826833 E" pathEditMode="relative" ptsTypes="">
                                      <p:cBhvr>
                                        <p:cTn id="1484" dur="4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85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690143 0.1826833 L -0.1172051 0.1826833 E" pathEditMode="relative" ptsTypes="">
                                      <p:cBhvr>
                                        <p:cTn id="1486" dur="4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87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634633 0.1826833 L -0.1116541 0.1826833 E" pathEditMode="relative" ptsTypes="">
                                      <p:cBhvr>
                                        <p:cTn id="1488" dur="4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89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745653 0.1925517 L -0.1227561 0.1925517 E" pathEditMode="relative" ptsTypes="">
                                      <p:cBhvr>
                                        <p:cTn id="1490" dur="4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91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690143 0.1925517 L -0.1172051 0.1925517 E" pathEditMode="relative" ptsTypes="">
                                      <p:cBhvr>
                                        <p:cTn id="1492" dur="4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93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634633 0.1925517 L -0.1116541 0.1925517 E" pathEditMode="relative" ptsTypes="">
                                      <p:cBhvr>
                                        <p:cTn id="1494" dur="4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95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745653 0.2024201 L -0.1227561 0.2024201 E" pathEditMode="relative" ptsTypes="">
                                      <p:cBhvr>
                                        <p:cTn id="1496" dur="4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97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690143 0.2024201 L -0.1172051 0.2024201 E" pathEditMode="relative" ptsTypes="">
                                      <p:cBhvr>
                                        <p:cTn id="1498" dur="4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99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634633 0.2024201 L -0.1116541 0.2024201 E" pathEditMode="relative" ptsTypes="">
                                      <p:cBhvr>
                                        <p:cTn id="1500" dur="4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0" grpId="0" animBg="1"/>
      <p:bldP spid="160" grpId="1" animBg="1"/>
      <p:bldP spid="160" grpId="2" animBg="1"/>
      <p:bldP spid="160" grpId="3" animBg="1"/>
      <p:bldP spid="160" grpId="4" animBg="1"/>
      <p:bldP spid="2" grpId="0" animBg="1"/>
      <p:bldP spid="2" grpId="1" animBg="1"/>
      <p:bldP spid="2" grpId="2" animBg="1"/>
      <p:bldP spid="2" grpId="3" animBg="1"/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8" grpId="0" animBg="1"/>
      <p:bldP spid="38" grpId="1" animBg="1"/>
      <p:bldP spid="38" grpId="2" animBg="1"/>
      <p:bldP spid="39" grpId="0" animBg="1"/>
      <p:bldP spid="39" grpId="1" animBg="1"/>
      <p:bldP spid="39" grpId="2" animBg="1"/>
      <p:bldP spid="40" grpId="0" animBg="1"/>
      <p:bldP spid="40" grpId="1" animBg="1"/>
      <p:bldP spid="40" grpId="2" animBg="1"/>
      <p:bldP spid="41" grpId="0" animBg="1"/>
      <p:bldP spid="41" grpId="1" animBg="1"/>
      <p:bldP spid="41" grpId="2" animBg="1"/>
      <p:bldP spid="42" grpId="0" animBg="1"/>
      <p:bldP spid="42" grpId="1" animBg="1"/>
      <p:bldP spid="42" grpId="2" animBg="1"/>
      <p:bldP spid="43" grpId="0" animBg="1"/>
      <p:bldP spid="43" grpId="1" animBg="1"/>
      <p:bldP spid="43" grpId="2" animBg="1"/>
      <p:bldP spid="44" grpId="0" animBg="1"/>
      <p:bldP spid="44" grpId="1" animBg="1"/>
      <p:bldP spid="44" grpId="2" animBg="1"/>
      <p:bldP spid="45" grpId="0" animBg="1"/>
      <p:bldP spid="45" grpId="1" animBg="1"/>
      <p:bldP spid="45" grpId="2" animBg="1"/>
      <p:bldP spid="46" grpId="0" animBg="1"/>
      <p:bldP spid="46" grpId="1" animBg="1"/>
      <p:bldP spid="46" grpId="2" animBg="1"/>
      <p:bldP spid="47" grpId="0" animBg="1"/>
      <p:bldP spid="47" grpId="1" animBg="1"/>
      <p:bldP spid="47" grpId="2" animBg="1"/>
      <p:bldP spid="48" grpId="0" animBg="1"/>
      <p:bldP spid="48" grpId="1" animBg="1"/>
      <p:bldP spid="48" grpId="2" animBg="1"/>
      <p:bldP spid="49" grpId="0" animBg="1"/>
      <p:bldP spid="49" grpId="1" animBg="1"/>
      <p:bldP spid="49" grpId="2" animBg="1"/>
      <p:bldP spid="50" grpId="0" animBg="1"/>
      <p:bldP spid="50" grpId="1" animBg="1"/>
      <p:bldP spid="50" grpId="2" animBg="1"/>
      <p:bldP spid="51" grpId="0" animBg="1"/>
      <p:bldP spid="51" grpId="1" animBg="1"/>
      <p:bldP spid="51" grpId="2" animBg="1"/>
      <p:bldP spid="52" grpId="0" animBg="1"/>
      <p:bldP spid="52" grpId="1" animBg="1"/>
      <p:bldP spid="52" grpId="2" animBg="1"/>
      <p:bldP spid="53" grpId="0" animBg="1"/>
      <p:bldP spid="54" grpId="0"/>
      <p:bldP spid="54" grpId="1"/>
      <p:bldP spid="54" grpId="2"/>
      <p:bldP spid="54" grpId="3"/>
      <p:bldP spid="55" grpId="0"/>
      <p:bldP spid="55" grpId="1"/>
      <p:bldP spid="55" grpId="2"/>
      <p:bldP spid="55" grpId="3"/>
      <p:bldP spid="56" grpId="0"/>
      <p:bldP spid="56" grpId="1"/>
      <p:bldP spid="56" grpId="2"/>
      <p:bldP spid="56" grpId="3"/>
      <p:bldP spid="57" grpId="0"/>
      <p:bldP spid="57" grpId="1"/>
      <p:bldP spid="57" grpId="2"/>
      <p:bldP spid="57" grpId="3"/>
      <p:bldP spid="58" grpId="0"/>
      <p:bldP spid="58" grpId="1"/>
      <p:bldP spid="58" grpId="2"/>
      <p:bldP spid="58" grpId="3"/>
      <p:bldP spid="59" grpId="0"/>
      <p:bldP spid="59" grpId="1"/>
      <p:bldP spid="59" grpId="2"/>
      <p:bldP spid="59" grpId="3"/>
      <p:bldP spid="60" grpId="0"/>
      <p:bldP spid="60" grpId="1"/>
      <p:bldP spid="60" grpId="2"/>
      <p:bldP spid="60" grpId="3"/>
      <p:bldP spid="61" grpId="0"/>
      <p:bldP spid="61" grpId="1"/>
      <p:bldP spid="61" grpId="2"/>
      <p:bldP spid="61" grpId="3"/>
      <p:bldP spid="62" grpId="0"/>
      <p:bldP spid="62" grpId="1"/>
      <p:bldP spid="62" grpId="2"/>
      <p:bldP spid="62" grpId="3"/>
      <p:bldP spid="63" grpId="0"/>
      <p:bldP spid="63" grpId="1"/>
      <p:bldP spid="63" grpId="2"/>
      <p:bldP spid="63" grpId="3"/>
      <p:bldP spid="64" grpId="0"/>
      <p:bldP spid="64" grpId="1"/>
      <p:bldP spid="64" grpId="2"/>
      <p:bldP spid="64" grpId="3"/>
      <p:bldP spid="65" grpId="0"/>
      <p:bldP spid="65" grpId="1"/>
      <p:bldP spid="65" grpId="2"/>
      <p:bldP spid="65" grpId="3"/>
      <p:bldP spid="66" grpId="0"/>
      <p:bldP spid="66" grpId="1"/>
      <p:bldP spid="66" grpId="2"/>
      <p:bldP spid="66" grpId="3"/>
      <p:bldP spid="67" grpId="0"/>
      <p:bldP spid="67" grpId="1"/>
      <p:bldP spid="67" grpId="2"/>
      <p:bldP spid="67" grpId="3"/>
      <p:bldP spid="68" grpId="0"/>
      <p:bldP spid="68" grpId="1"/>
      <p:bldP spid="68" grpId="2"/>
      <p:bldP spid="68" grpId="3"/>
      <p:bldP spid="69" grpId="0"/>
      <p:bldP spid="69" grpId="1"/>
      <p:bldP spid="69" grpId="2"/>
      <p:bldP spid="69" grpId="3"/>
      <p:bldP spid="70" grpId="0"/>
      <p:bldP spid="70" grpId="1"/>
      <p:bldP spid="70" grpId="2"/>
      <p:bldP spid="70" grpId="3"/>
      <p:bldP spid="71" grpId="0"/>
      <p:bldP spid="71" grpId="1"/>
      <p:bldP spid="71" grpId="2"/>
      <p:bldP spid="71" grpId="3"/>
      <p:bldP spid="72" grpId="0"/>
      <p:bldP spid="72" grpId="1"/>
      <p:bldP spid="72" grpId="2"/>
      <p:bldP spid="72" grpId="3"/>
      <p:bldP spid="73" grpId="0"/>
      <p:bldP spid="73" grpId="1"/>
      <p:bldP spid="73" grpId="2"/>
      <p:bldP spid="73" grpId="3"/>
      <p:bldP spid="74" grpId="0"/>
      <p:bldP spid="74" grpId="1"/>
      <p:bldP spid="74" grpId="2"/>
      <p:bldP spid="74" grpId="3"/>
      <p:bldP spid="75" grpId="0"/>
      <p:bldP spid="75" grpId="1"/>
      <p:bldP spid="75" grpId="2"/>
      <p:bldP spid="75" grpId="3"/>
      <p:bldP spid="76" grpId="0"/>
      <p:bldP spid="76" grpId="1"/>
      <p:bldP spid="76" grpId="2"/>
      <p:bldP spid="76" grpId="3"/>
      <p:bldP spid="77" grpId="0"/>
      <p:bldP spid="77" grpId="1"/>
      <p:bldP spid="77" grpId="2"/>
      <p:bldP spid="77" grpId="3"/>
      <p:bldP spid="78" grpId="0"/>
      <p:bldP spid="78" grpId="1"/>
      <p:bldP spid="78" grpId="2"/>
      <p:bldP spid="78" grpId="3"/>
      <p:bldP spid="79" grpId="0"/>
      <p:bldP spid="79" grpId="1"/>
      <p:bldP spid="79" grpId="2"/>
      <p:bldP spid="79" grpId="3"/>
      <p:bldP spid="80" grpId="0"/>
      <p:bldP spid="80" grpId="1"/>
      <p:bldP spid="80" grpId="2"/>
      <p:bldP spid="80" grpId="3"/>
      <p:bldP spid="81" grpId="0"/>
      <p:bldP spid="81" grpId="1"/>
      <p:bldP spid="81" grpId="2"/>
      <p:bldP spid="81" grpId="3"/>
      <p:bldP spid="82" grpId="0"/>
      <p:bldP spid="82" grpId="1"/>
      <p:bldP spid="82" grpId="2"/>
      <p:bldP spid="82" grpId="3"/>
      <p:bldP spid="83" grpId="0"/>
      <p:bldP spid="83" grpId="1"/>
      <p:bldP spid="83" grpId="2"/>
      <p:bldP spid="83" grpId="3"/>
      <p:bldP spid="84" grpId="0"/>
      <p:bldP spid="84" grpId="1"/>
      <p:bldP spid="84" grpId="2"/>
      <p:bldP spid="84" grpId="3"/>
      <p:bldP spid="85" grpId="0"/>
      <p:bldP spid="85" grpId="1"/>
      <p:bldP spid="85" grpId="2"/>
      <p:bldP spid="85" grpId="3"/>
      <p:bldP spid="86" grpId="0"/>
      <p:bldP spid="86" grpId="1"/>
      <p:bldP spid="86" grpId="2"/>
      <p:bldP spid="86" grpId="3"/>
      <p:bldP spid="87" grpId="0"/>
      <p:bldP spid="87" grpId="1"/>
      <p:bldP spid="87" grpId="2"/>
      <p:bldP spid="87" grpId="3"/>
      <p:bldP spid="88" grpId="0"/>
      <p:bldP spid="88" grpId="1"/>
      <p:bldP spid="88" grpId="2"/>
      <p:bldP spid="88" grpId="3"/>
      <p:bldP spid="89" grpId="0"/>
      <p:bldP spid="89" grpId="1"/>
      <p:bldP spid="89" grpId="2"/>
      <p:bldP spid="89" grpId="3"/>
      <p:bldP spid="90" grpId="0"/>
      <p:bldP spid="90" grpId="1"/>
      <p:bldP spid="90" grpId="2"/>
      <p:bldP spid="91" grpId="0"/>
      <p:bldP spid="91" grpId="1"/>
      <p:bldP spid="91" grpId="2"/>
      <p:bldP spid="92" grpId="0"/>
      <p:bldP spid="92" grpId="1"/>
      <p:bldP spid="92" grpId="2"/>
      <p:bldP spid="93" grpId="0"/>
      <p:bldP spid="93" grpId="1"/>
      <p:bldP spid="93" grpId="2"/>
      <p:bldP spid="94" grpId="0"/>
      <p:bldP spid="94" grpId="1"/>
      <p:bldP spid="94" grpId="2"/>
      <p:bldP spid="95" grpId="0"/>
      <p:bldP spid="95" grpId="1"/>
      <p:bldP spid="95" grpId="2"/>
      <p:bldP spid="96" grpId="0"/>
      <p:bldP spid="96" grpId="1"/>
      <p:bldP spid="96" grpId="2"/>
      <p:bldP spid="97" grpId="0"/>
      <p:bldP spid="97" grpId="1"/>
      <p:bldP spid="97" grpId="2"/>
      <p:bldP spid="98" grpId="0"/>
      <p:bldP spid="98" grpId="1"/>
      <p:bldP spid="98" grpId="2"/>
      <p:bldP spid="99" grpId="0"/>
      <p:bldP spid="99" grpId="1"/>
      <p:bldP spid="99" grpId="2"/>
      <p:bldP spid="100" grpId="0"/>
      <p:bldP spid="100" grpId="1"/>
      <p:bldP spid="100" grpId="2"/>
      <p:bldP spid="101" grpId="0"/>
      <p:bldP spid="101" grpId="1"/>
      <p:bldP spid="101" grpId="2"/>
      <p:bldP spid="102" grpId="0"/>
      <p:bldP spid="102" grpId="1"/>
      <p:bldP spid="102" grpId="2"/>
      <p:bldP spid="103" grpId="0"/>
      <p:bldP spid="103" grpId="1"/>
      <p:bldP spid="103" grpId="2"/>
      <p:bldP spid="104" grpId="0"/>
      <p:bldP spid="104" grpId="1"/>
      <p:bldP spid="104" grpId="2"/>
      <p:bldP spid="105" grpId="0"/>
      <p:bldP spid="105" grpId="1"/>
      <p:bldP spid="105" grpId="2"/>
      <p:bldP spid="106" grpId="0"/>
      <p:bldP spid="106" grpId="1"/>
      <p:bldP spid="106" grpId="2"/>
      <p:bldP spid="107" grpId="0"/>
      <p:bldP spid="107" grpId="1"/>
      <p:bldP spid="107" grpId="2"/>
      <p:bldP spid="108" grpId="0"/>
      <p:bldP spid="108" grpId="1"/>
      <p:bldP spid="108" grpId="2"/>
      <p:bldP spid="109" grpId="0"/>
      <p:bldP spid="109" grpId="1"/>
      <p:bldP spid="109" grpId="2"/>
      <p:bldP spid="110" grpId="0"/>
      <p:bldP spid="110" grpId="1"/>
      <p:bldP spid="110" grpId="2"/>
      <p:bldP spid="111" grpId="0"/>
      <p:bldP spid="111" grpId="1"/>
      <p:bldP spid="111" grpId="2"/>
      <p:bldP spid="112" grpId="0"/>
      <p:bldP spid="113" grpId="0"/>
      <p:bldP spid="114" grpId="0"/>
      <p:bldP spid="115" grpId="0"/>
      <p:bldP spid="116" grpId="0"/>
      <p:bldP spid="117" grpId="0" animBg="1"/>
      <p:bldP spid="117" grpId="1" animBg="1"/>
      <p:bldP spid="117" grpId="2" animBg="1"/>
      <p:bldP spid="117" grpId="3" animBg="1"/>
      <p:bldP spid="117" grpId="4" animBg="1"/>
      <p:bldP spid="118" grpId="0" animBg="1"/>
      <p:bldP spid="118" grpId="1" animBg="1"/>
      <p:bldP spid="118" grpId="2" animBg="1"/>
      <p:bldP spid="118" grpId="3" animBg="1"/>
      <p:bldP spid="118" grpId="4" animBg="1"/>
      <p:bldP spid="119" grpId="0" animBg="1"/>
      <p:bldP spid="119" grpId="1" animBg="1"/>
      <p:bldP spid="119" grpId="2" animBg="1"/>
      <p:bldP spid="119" grpId="3" animBg="1"/>
      <p:bldP spid="119" grpId="4" animBg="1"/>
      <p:bldP spid="120" grpId="0" animBg="1"/>
      <p:bldP spid="120" grpId="1" animBg="1"/>
      <p:bldP spid="120" grpId="2" animBg="1"/>
      <p:bldP spid="120" grpId="3" animBg="1"/>
      <p:bldP spid="120" grpId="4" animBg="1"/>
      <p:bldP spid="121" grpId="0" animBg="1"/>
      <p:bldP spid="121" grpId="1" animBg="1"/>
      <p:bldP spid="121" grpId="2" animBg="1"/>
      <p:bldP spid="121" grpId="3" animBg="1"/>
      <p:bldP spid="121" grpId="4" animBg="1"/>
      <p:bldP spid="122" grpId="0" animBg="1"/>
      <p:bldP spid="122" grpId="1" animBg="1"/>
      <p:bldP spid="122" grpId="2" animBg="1"/>
      <p:bldP spid="122" grpId="3" animBg="1"/>
      <p:bldP spid="122" grpId="4" animBg="1"/>
      <p:bldP spid="123" grpId="0" animBg="1"/>
      <p:bldP spid="123" grpId="1" animBg="1"/>
      <p:bldP spid="123" grpId="2" animBg="1"/>
      <p:bldP spid="123" grpId="3" animBg="1"/>
      <p:bldP spid="123" grpId="4" animBg="1"/>
      <p:bldP spid="124" grpId="0" animBg="1"/>
      <p:bldP spid="124" grpId="1" animBg="1"/>
      <p:bldP spid="124" grpId="2" animBg="1"/>
      <p:bldP spid="124" grpId="3" animBg="1"/>
      <p:bldP spid="124" grpId="4" animBg="1"/>
      <p:bldP spid="125" grpId="0" animBg="1"/>
      <p:bldP spid="125" grpId="1" animBg="1"/>
      <p:bldP spid="125" grpId="2" animBg="1"/>
      <p:bldP spid="125" grpId="3" animBg="1"/>
      <p:bldP spid="125" grpId="4" animBg="1"/>
      <p:bldP spid="126" grpId="0"/>
      <p:bldP spid="126" grpId="1"/>
      <p:bldP spid="126" grpId="2"/>
      <p:bldP spid="126" grpId="3"/>
      <p:bldP spid="126" grpId="4"/>
      <p:bldP spid="126" grpId="5"/>
      <p:bldP spid="126" grpId="6"/>
      <p:bldP spid="126" grpId="7"/>
      <p:bldP spid="126" grpId="8"/>
      <p:bldP spid="126" grpId="9"/>
      <p:bldP spid="126" grpId="10"/>
      <p:bldP spid="126" grpId="11"/>
      <p:bldP spid="126" grpId="12"/>
      <p:bldP spid="127" grpId="0"/>
      <p:bldP spid="127" grpId="1"/>
      <p:bldP spid="127" grpId="2"/>
      <p:bldP spid="127" grpId="3"/>
      <p:bldP spid="127" grpId="4"/>
      <p:bldP spid="127" grpId="5"/>
      <p:bldP spid="127" grpId="6"/>
      <p:bldP spid="127" grpId="7"/>
      <p:bldP spid="127" grpId="8"/>
      <p:bldP spid="127" grpId="9"/>
      <p:bldP spid="127" grpId="10"/>
      <p:bldP spid="127" grpId="11"/>
      <p:bldP spid="127" grpId="12"/>
      <p:bldP spid="128" grpId="0"/>
      <p:bldP spid="128" grpId="1"/>
      <p:bldP spid="128" grpId="2"/>
      <p:bldP spid="128" grpId="3"/>
      <p:bldP spid="128" grpId="4"/>
      <p:bldP spid="128" grpId="5"/>
      <p:bldP spid="128" grpId="6"/>
      <p:bldP spid="128" grpId="7"/>
      <p:bldP spid="128" grpId="8"/>
      <p:bldP spid="128" grpId="9"/>
      <p:bldP spid="128" grpId="10"/>
      <p:bldP spid="128" grpId="11"/>
      <p:bldP spid="128" grpId="12"/>
      <p:bldP spid="129" grpId="0"/>
      <p:bldP spid="129" grpId="1"/>
      <p:bldP spid="129" grpId="2"/>
      <p:bldP spid="129" grpId="3"/>
      <p:bldP spid="129" grpId="4"/>
      <p:bldP spid="129" grpId="5"/>
      <p:bldP spid="129" grpId="6"/>
      <p:bldP spid="129" grpId="7"/>
      <p:bldP spid="129" grpId="8"/>
      <p:bldP spid="129" grpId="9"/>
      <p:bldP spid="129" grpId="10"/>
      <p:bldP spid="129" grpId="11"/>
      <p:bldP spid="129" grpId="12"/>
      <p:bldP spid="130" grpId="0"/>
      <p:bldP spid="130" grpId="1"/>
      <p:bldP spid="130" grpId="2"/>
      <p:bldP spid="130" grpId="3"/>
      <p:bldP spid="130" grpId="4"/>
      <p:bldP spid="130" grpId="5"/>
      <p:bldP spid="130" grpId="6"/>
      <p:bldP spid="130" grpId="7"/>
      <p:bldP spid="130" grpId="8"/>
      <p:bldP spid="130" grpId="9"/>
      <p:bldP spid="130" grpId="10"/>
      <p:bldP spid="130" grpId="11"/>
      <p:bldP spid="130" grpId="12"/>
      <p:bldP spid="131" grpId="0"/>
      <p:bldP spid="131" grpId="1"/>
      <p:bldP spid="131" grpId="2"/>
      <p:bldP spid="131" grpId="3"/>
      <p:bldP spid="131" grpId="4"/>
      <p:bldP spid="131" grpId="5"/>
      <p:bldP spid="131" grpId="6"/>
      <p:bldP spid="131" grpId="7"/>
      <p:bldP spid="131" grpId="8"/>
      <p:bldP spid="131" grpId="9"/>
      <p:bldP spid="131" grpId="10"/>
      <p:bldP spid="131" grpId="11"/>
      <p:bldP spid="131" grpId="12"/>
      <p:bldP spid="132" grpId="0"/>
      <p:bldP spid="132" grpId="1"/>
      <p:bldP spid="132" grpId="2"/>
      <p:bldP spid="132" grpId="3"/>
      <p:bldP spid="132" grpId="4"/>
      <p:bldP spid="132" grpId="5"/>
      <p:bldP spid="132" grpId="6"/>
      <p:bldP spid="132" grpId="7"/>
      <p:bldP spid="132" grpId="8"/>
      <p:bldP spid="132" grpId="9"/>
      <p:bldP spid="132" grpId="10"/>
      <p:bldP spid="132" grpId="11"/>
      <p:bldP spid="132" grpId="12"/>
      <p:bldP spid="133" grpId="0"/>
      <p:bldP spid="133" grpId="1"/>
      <p:bldP spid="133" grpId="2"/>
      <p:bldP spid="133" grpId="3"/>
      <p:bldP spid="133" grpId="4"/>
      <p:bldP spid="133" grpId="5"/>
      <p:bldP spid="133" grpId="6"/>
      <p:bldP spid="133" grpId="7"/>
      <p:bldP spid="133" grpId="8"/>
      <p:bldP spid="133" grpId="9"/>
      <p:bldP spid="133" grpId="10"/>
      <p:bldP spid="133" grpId="11"/>
      <p:bldP spid="133" grpId="12"/>
      <p:bldP spid="134" grpId="0"/>
      <p:bldP spid="134" grpId="1"/>
      <p:bldP spid="134" grpId="2"/>
      <p:bldP spid="134" grpId="3"/>
      <p:bldP spid="134" grpId="4"/>
      <p:bldP spid="134" grpId="5"/>
      <p:bldP spid="134" grpId="6"/>
      <p:bldP spid="134" grpId="7"/>
      <p:bldP spid="134" grpId="8"/>
      <p:bldP spid="134" grpId="9"/>
      <p:bldP spid="134" grpId="10"/>
      <p:bldP spid="134" grpId="11"/>
      <p:bldP spid="134" grpId="12"/>
      <p:bldP spid="135" grpId="0"/>
      <p:bldP spid="135" grpId="1"/>
      <p:bldP spid="136" grpId="0" animBg="1"/>
      <p:bldP spid="136" grpId="1" animBg="1"/>
      <p:bldP spid="137" grpId="0" animBg="1"/>
      <p:bldP spid="137" grpId="1" animBg="1"/>
      <p:bldP spid="137" grpId="2" animBg="1"/>
      <p:bldP spid="137" grpId="3" animBg="1"/>
      <p:bldP spid="137" grpId="4" animBg="1"/>
      <p:bldP spid="137" grpId="5" animBg="1"/>
      <p:bldP spid="137" grpId="6" animBg="1"/>
      <p:bldP spid="137" grpId="7" animBg="1"/>
      <p:bldP spid="137" grpId="8" animBg="1"/>
      <p:bldP spid="137" grpId="9" animBg="1"/>
      <p:bldP spid="138" grpId="0" animBg="1"/>
      <p:bldP spid="138" grpId="1" animBg="1"/>
      <p:bldP spid="138" grpId="2" animBg="1"/>
      <p:bldP spid="138" grpId="3" animBg="1"/>
      <p:bldP spid="138" grpId="4" animBg="1"/>
      <p:bldP spid="138" grpId="5" animBg="1"/>
      <p:bldP spid="138" grpId="6" animBg="1"/>
      <p:bldP spid="138" grpId="7" animBg="1"/>
      <p:bldP spid="138" grpId="8" animBg="1"/>
      <p:bldP spid="138" grpId="9" animBg="1"/>
      <p:bldP spid="139" grpId="0" animBg="1"/>
      <p:bldP spid="139" grpId="1" animBg="1"/>
      <p:bldP spid="139" grpId="2" animBg="1"/>
      <p:bldP spid="139" grpId="3" animBg="1"/>
      <p:bldP spid="139" grpId="4" animBg="1"/>
      <p:bldP spid="139" grpId="5" animBg="1"/>
      <p:bldP spid="139" grpId="6" animBg="1"/>
      <p:bldP spid="139" grpId="7" animBg="1"/>
      <p:bldP spid="139" grpId="8" animBg="1"/>
      <p:bldP spid="139" grpId="9" animBg="1"/>
      <p:bldP spid="140" grpId="0" animBg="1"/>
      <p:bldP spid="140" grpId="1" animBg="1"/>
      <p:bldP spid="140" grpId="2" animBg="1"/>
      <p:bldP spid="140" grpId="3" animBg="1"/>
      <p:bldP spid="140" grpId="4" animBg="1"/>
      <p:bldP spid="140" grpId="5" animBg="1"/>
      <p:bldP spid="140" grpId="6" animBg="1"/>
      <p:bldP spid="140" grpId="7" animBg="1"/>
      <p:bldP spid="140" grpId="8" animBg="1"/>
      <p:bldP spid="140" grpId="9" animBg="1"/>
      <p:bldP spid="141" grpId="0" animBg="1"/>
      <p:bldP spid="141" grpId="1" animBg="1"/>
      <p:bldP spid="141" grpId="2" animBg="1"/>
      <p:bldP spid="141" grpId="3" animBg="1"/>
      <p:bldP spid="141" grpId="4" animBg="1"/>
      <p:bldP spid="141" grpId="5" animBg="1"/>
      <p:bldP spid="141" grpId="6" animBg="1"/>
      <p:bldP spid="141" grpId="7" animBg="1"/>
      <p:bldP spid="141" grpId="8" animBg="1"/>
      <p:bldP spid="141" grpId="9" animBg="1"/>
      <p:bldP spid="142" grpId="0" animBg="1"/>
      <p:bldP spid="142" grpId="1" animBg="1"/>
      <p:bldP spid="142" grpId="2" animBg="1"/>
      <p:bldP spid="142" grpId="3" animBg="1"/>
      <p:bldP spid="142" grpId="4" animBg="1"/>
      <p:bldP spid="142" grpId="5" animBg="1"/>
      <p:bldP spid="142" grpId="6" animBg="1"/>
      <p:bldP spid="142" grpId="7" animBg="1"/>
      <p:bldP spid="142" grpId="8" animBg="1"/>
      <p:bldP spid="142" grpId="9" animBg="1"/>
      <p:bldP spid="143" grpId="0" animBg="1"/>
      <p:bldP spid="143" grpId="1" animBg="1"/>
      <p:bldP spid="143" grpId="2" animBg="1"/>
      <p:bldP spid="143" grpId="3" animBg="1"/>
      <p:bldP spid="143" grpId="4" animBg="1"/>
      <p:bldP spid="143" grpId="5" animBg="1"/>
      <p:bldP spid="143" grpId="6" animBg="1"/>
      <p:bldP spid="143" grpId="7" animBg="1"/>
      <p:bldP spid="143" grpId="8" animBg="1"/>
      <p:bldP spid="143" grpId="9" animBg="1"/>
      <p:bldP spid="144" grpId="0" animBg="1"/>
      <p:bldP spid="144" grpId="1" animBg="1"/>
      <p:bldP spid="144" grpId="2" animBg="1"/>
      <p:bldP spid="144" grpId="3" animBg="1"/>
      <p:bldP spid="144" grpId="4" animBg="1"/>
      <p:bldP spid="144" grpId="5" animBg="1"/>
      <p:bldP spid="144" grpId="6" animBg="1"/>
      <p:bldP spid="144" grpId="7" animBg="1"/>
      <p:bldP spid="144" grpId="8" animBg="1"/>
      <p:bldP spid="144" grpId="9" animBg="1"/>
      <p:bldP spid="145" grpId="0" animBg="1"/>
      <p:bldP spid="145" grpId="1" animBg="1"/>
      <p:bldP spid="145" grpId="2" animBg="1"/>
      <p:bldP spid="145" grpId="3" animBg="1"/>
      <p:bldP spid="145" grpId="4" animBg="1"/>
      <p:bldP spid="145" grpId="5" animBg="1"/>
      <p:bldP spid="145" grpId="6" animBg="1"/>
      <p:bldP spid="145" grpId="7" animBg="1"/>
      <p:bldP spid="145" grpId="8" animBg="1"/>
      <p:bldP spid="145" grpId="9" animBg="1"/>
      <p:bldP spid="146" grpId="0"/>
      <p:bldP spid="146" grpId="1"/>
      <p:bldP spid="147" grpId="0" animBg="1"/>
      <p:bldP spid="148" grpId="0"/>
      <p:bldP spid="149" grpId="0" animBg="1"/>
      <p:bldP spid="150" grpId="0"/>
      <p:bldP spid="150" grpId="1"/>
      <p:bldP spid="151" grpId="0"/>
      <p:bldP spid="151" grpId="1"/>
      <p:bldP spid="152" grpId="0"/>
      <p:bldP spid="152" grpId="1"/>
      <p:bldP spid="153" grpId="0"/>
      <p:bldP spid="153" grpId="1"/>
      <p:bldP spid="154" grpId="0"/>
      <p:bldP spid="154" grpId="1"/>
      <p:bldP spid="155" grpId="0"/>
      <p:bldP spid="155" grpId="1"/>
      <p:bldP spid="156" grpId="0"/>
      <p:bldP spid="156" grpId="1"/>
      <p:bldP spid="157" grpId="0"/>
      <p:bldP spid="157" grpId="1"/>
      <p:bldP spid="158" grpId="0"/>
      <p:bldP spid="158" grpId="1"/>
      <p:bldP spid="159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" name="anim_o651_1">
            <a:extLst>
              <a:ext uri="{FF2B5EF4-FFF2-40B4-BE49-F238E27FC236}">
                <a16:creationId xmlns:a16="http://schemas.microsoft.com/office/drawing/2014/main" id="{85DDD961-D6AD-4E61-BA29-CA92EAB241CF}"/>
              </a:ext>
            </a:extLst>
          </p:cNvPr>
          <p:cNvSpPr>
            <a:spLocks noGrp="1"/>
          </p:cNvSpPr>
          <p:nvPr/>
        </p:nvSpPr>
        <p:spPr>
          <a:xfrm>
            <a:off x="2847474" y="221080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655_1">
            <a:extLst>
              <a:ext uri="{FF2B5EF4-FFF2-40B4-BE49-F238E27FC236}">
                <a16:creationId xmlns:a16="http://schemas.microsoft.com/office/drawing/2014/main" id="{65B45060-589A-45D1-B76D-AC66F3031089}"/>
              </a:ext>
            </a:extLst>
          </p:cNvPr>
          <p:cNvSpPr>
            <a:spLocks noGrp="1"/>
          </p:cNvSpPr>
          <p:nvPr/>
        </p:nvSpPr>
        <p:spPr>
          <a:xfrm>
            <a:off x="3479132" y="221080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659_1">
            <a:extLst>
              <a:ext uri="{FF2B5EF4-FFF2-40B4-BE49-F238E27FC236}">
                <a16:creationId xmlns:a16="http://schemas.microsoft.com/office/drawing/2014/main" id="{F7CE1D36-B550-493B-A529-F14ECBF0D313}"/>
              </a:ext>
            </a:extLst>
          </p:cNvPr>
          <p:cNvSpPr>
            <a:spLocks noGrp="1"/>
          </p:cNvSpPr>
          <p:nvPr/>
        </p:nvSpPr>
        <p:spPr>
          <a:xfrm>
            <a:off x="4110789" y="221080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663_1">
            <a:extLst>
              <a:ext uri="{FF2B5EF4-FFF2-40B4-BE49-F238E27FC236}">
                <a16:creationId xmlns:a16="http://schemas.microsoft.com/office/drawing/2014/main" id="{3315C01F-7048-4FE3-BE9C-D64730056D4C}"/>
              </a:ext>
            </a:extLst>
          </p:cNvPr>
          <p:cNvSpPr>
            <a:spLocks noGrp="1"/>
          </p:cNvSpPr>
          <p:nvPr/>
        </p:nvSpPr>
        <p:spPr>
          <a:xfrm>
            <a:off x="4742447" y="221080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667_1">
            <a:extLst>
              <a:ext uri="{FF2B5EF4-FFF2-40B4-BE49-F238E27FC236}">
                <a16:creationId xmlns:a16="http://schemas.microsoft.com/office/drawing/2014/main" id="{58B1AA6E-4D00-4E3C-AF3B-6AF8FCA50E06}"/>
              </a:ext>
            </a:extLst>
          </p:cNvPr>
          <p:cNvSpPr>
            <a:spLocks noGrp="1"/>
          </p:cNvSpPr>
          <p:nvPr/>
        </p:nvSpPr>
        <p:spPr>
          <a:xfrm>
            <a:off x="5374105" y="221080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671_1">
            <a:extLst>
              <a:ext uri="{FF2B5EF4-FFF2-40B4-BE49-F238E27FC236}">
                <a16:creationId xmlns:a16="http://schemas.microsoft.com/office/drawing/2014/main" id="{43D1DF86-7BAD-41C2-940A-BB29443AF8E1}"/>
              </a:ext>
            </a:extLst>
          </p:cNvPr>
          <p:cNvSpPr>
            <a:spLocks noGrp="1"/>
          </p:cNvSpPr>
          <p:nvPr/>
        </p:nvSpPr>
        <p:spPr>
          <a:xfrm>
            <a:off x="6005763" y="221080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675_1">
            <a:extLst>
              <a:ext uri="{FF2B5EF4-FFF2-40B4-BE49-F238E27FC236}">
                <a16:creationId xmlns:a16="http://schemas.microsoft.com/office/drawing/2014/main" id="{6725251F-60D7-468A-AE6C-12A17DF59636}"/>
              </a:ext>
            </a:extLst>
          </p:cNvPr>
          <p:cNvSpPr>
            <a:spLocks noGrp="1"/>
          </p:cNvSpPr>
          <p:nvPr/>
        </p:nvSpPr>
        <p:spPr>
          <a:xfrm>
            <a:off x="2847474" y="2842461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679_1">
            <a:extLst>
              <a:ext uri="{FF2B5EF4-FFF2-40B4-BE49-F238E27FC236}">
                <a16:creationId xmlns:a16="http://schemas.microsoft.com/office/drawing/2014/main" id="{6E49FE09-609C-454D-B909-4B3155C3A23C}"/>
              </a:ext>
            </a:extLst>
          </p:cNvPr>
          <p:cNvSpPr>
            <a:spLocks noGrp="1"/>
          </p:cNvSpPr>
          <p:nvPr/>
        </p:nvSpPr>
        <p:spPr>
          <a:xfrm>
            <a:off x="3479132" y="2842461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683_1">
            <a:extLst>
              <a:ext uri="{FF2B5EF4-FFF2-40B4-BE49-F238E27FC236}">
                <a16:creationId xmlns:a16="http://schemas.microsoft.com/office/drawing/2014/main" id="{24EA6941-560E-4F36-BC30-94966BFD2D58}"/>
              </a:ext>
            </a:extLst>
          </p:cNvPr>
          <p:cNvSpPr>
            <a:spLocks noGrp="1"/>
          </p:cNvSpPr>
          <p:nvPr/>
        </p:nvSpPr>
        <p:spPr>
          <a:xfrm>
            <a:off x="4110789" y="2842461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687_1">
            <a:extLst>
              <a:ext uri="{FF2B5EF4-FFF2-40B4-BE49-F238E27FC236}">
                <a16:creationId xmlns:a16="http://schemas.microsoft.com/office/drawing/2014/main" id="{DC21EC2A-9492-49EA-9CAC-4646C3C3294D}"/>
              </a:ext>
            </a:extLst>
          </p:cNvPr>
          <p:cNvSpPr>
            <a:spLocks noGrp="1"/>
          </p:cNvSpPr>
          <p:nvPr/>
        </p:nvSpPr>
        <p:spPr>
          <a:xfrm>
            <a:off x="4742447" y="2842461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691_1">
            <a:extLst>
              <a:ext uri="{FF2B5EF4-FFF2-40B4-BE49-F238E27FC236}">
                <a16:creationId xmlns:a16="http://schemas.microsoft.com/office/drawing/2014/main" id="{92117AFF-EAA0-42CA-8401-5C85F2AD1896}"/>
              </a:ext>
            </a:extLst>
          </p:cNvPr>
          <p:cNvSpPr>
            <a:spLocks noGrp="1"/>
          </p:cNvSpPr>
          <p:nvPr/>
        </p:nvSpPr>
        <p:spPr>
          <a:xfrm>
            <a:off x="5374105" y="2842461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695_1">
            <a:extLst>
              <a:ext uri="{FF2B5EF4-FFF2-40B4-BE49-F238E27FC236}">
                <a16:creationId xmlns:a16="http://schemas.microsoft.com/office/drawing/2014/main" id="{C00044BB-7DCB-48FB-805B-208EA72C1BCC}"/>
              </a:ext>
            </a:extLst>
          </p:cNvPr>
          <p:cNvSpPr>
            <a:spLocks noGrp="1"/>
          </p:cNvSpPr>
          <p:nvPr/>
        </p:nvSpPr>
        <p:spPr>
          <a:xfrm>
            <a:off x="6005763" y="2842461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699_1">
            <a:extLst>
              <a:ext uri="{FF2B5EF4-FFF2-40B4-BE49-F238E27FC236}">
                <a16:creationId xmlns:a16="http://schemas.microsoft.com/office/drawing/2014/main" id="{A4199474-CBC6-4C71-8305-A029B6C67DE0}"/>
              </a:ext>
            </a:extLst>
          </p:cNvPr>
          <p:cNvSpPr>
            <a:spLocks noGrp="1"/>
          </p:cNvSpPr>
          <p:nvPr/>
        </p:nvSpPr>
        <p:spPr>
          <a:xfrm>
            <a:off x="2847474" y="3474118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703_1">
            <a:extLst>
              <a:ext uri="{FF2B5EF4-FFF2-40B4-BE49-F238E27FC236}">
                <a16:creationId xmlns:a16="http://schemas.microsoft.com/office/drawing/2014/main" id="{D780E907-45F0-465A-9B73-85CF00F4990E}"/>
              </a:ext>
            </a:extLst>
          </p:cNvPr>
          <p:cNvSpPr>
            <a:spLocks noGrp="1"/>
          </p:cNvSpPr>
          <p:nvPr/>
        </p:nvSpPr>
        <p:spPr>
          <a:xfrm>
            <a:off x="3479132" y="3474118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707_1">
            <a:extLst>
              <a:ext uri="{FF2B5EF4-FFF2-40B4-BE49-F238E27FC236}">
                <a16:creationId xmlns:a16="http://schemas.microsoft.com/office/drawing/2014/main" id="{B5DC994D-B484-4BA3-A140-54B62742C231}"/>
              </a:ext>
            </a:extLst>
          </p:cNvPr>
          <p:cNvSpPr>
            <a:spLocks noGrp="1"/>
          </p:cNvSpPr>
          <p:nvPr/>
        </p:nvSpPr>
        <p:spPr>
          <a:xfrm>
            <a:off x="4110789" y="3474118"/>
            <a:ext cx="631658" cy="631658"/>
          </a:xfrm>
          <a:prstGeom prst="rect">
            <a:avLst/>
          </a:prstGeom>
          <a:solidFill>
            <a:srgbClr val="83C167">
              <a:alpha val="8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711_1">
            <a:extLst>
              <a:ext uri="{FF2B5EF4-FFF2-40B4-BE49-F238E27FC236}">
                <a16:creationId xmlns:a16="http://schemas.microsoft.com/office/drawing/2014/main" id="{B2A62F21-84B6-4A46-8FD9-4CFCAA10DB6F}"/>
              </a:ext>
            </a:extLst>
          </p:cNvPr>
          <p:cNvSpPr>
            <a:spLocks noGrp="1"/>
          </p:cNvSpPr>
          <p:nvPr/>
        </p:nvSpPr>
        <p:spPr>
          <a:xfrm>
            <a:off x="4742447" y="3474118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715_1">
            <a:extLst>
              <a:ext uri="{FF2B5EF4-FFF2-40B4-BE49-F238E27FC236}">
                <a16:creationId xmlns:a16="http://schemas.microsoft.com/office/drawing/2014/main" id="{FD27BA40-B7C2-4FF3-8A4D-26B53A051DD7}"/>
              </a:ext>
            </a:extLst>
          </p:cNvPr>
          <p:cNvSpPr>
            <a:spLocks noGrp="1"/>
          </p:cNvSpPr>
          <p:nvPr/>
        </p:nvSpPr>
        <p:spPr>
          <a:xfrm>
            <a:off x="5374105" y="3474118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719_1">
            <a:extLst>
              <a:ext uri="{FF2B5EF4-FFF2-40B4-BE49-F238E27FC236}">
                <a16:creationId xmlns:a16="http://schemas.microsoft.com/office/drawing/2014/main" id="{237AA284-C492-469F-93BA-3777F1921B21}"/>
              </a:ext>
            </a:extLst>
          </p:cNvPr>
          <p:cNvSpPr>
            <a:spLocks noGrp="1"/>
          </p:cNvSpPr>
          <p:nvPr/>
        </p:nvSpPr>
        <p:spPr>
          <a:xfrm>
            <a:off x="6005763" y="3474118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723_1">
            <a:extLst>
              <a:ext uri="{FF2B5EF4-FFF2-40B4-BE49-F238E27FC236}">
                <a16:creationId xmlns:a16="http://schemas.microsoft.com/office/drawing/2014/main" id="{194EE750-F903-4FD6-99EA-3B6F3EF16255}"/>
              </a:ext>
            </a:extLst>
          </p:cNvPr>
          <p:cNvSpPr>
            <a:spLocks noGrp="1"/>
          </p:cNvSpPr>
          <p:nvPr/>
        </p:nvSpPr>
        <p:spPr>
          <a:xfrm>
            <a:off x="2847474" y="4105776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727_1">
            <a:extLst>
              <a:ext uri="{FF2B5EF4-FFF2-40B4-BE49-F238E27FC236}">
                <a16:creationId xmlns:a16="http://schemas.microsoft.com/office/drawing/2014/main" id="{2BBE17BE-FC58-4FFA-B1AE-A4CDE2BCCACF}"/>
              </a:ext>
            </a:extLst>
          </p:cNvPr>
          <p:cNvSpPr>
            <a:spLocks noGrp="1"/>
          </p:cNvSpPr>
          <p:nvPr/>
        </p:nvSpPr>
        <p:spPr>
          <a:xfrm>
            <a:off x="3479132" y="4105776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731_1">
            <a:extLst>
              <a:ext uri="{FF2B5EF4-FFF2-40B4-BE49-F238E27FC236}">
                <a16:creationId xmlns:a16="http://schemas.microsoft.com/office/drawing/2014/main" id="{28CBC87B-8550-47F7-91B3-90AA4916CE86}"/>
              </a:ext>
            </a:extLst>
          </p:cNvPr>
          <p:cNvSpPr>
            <a:spLocks noGrp="1"/>
          </p:cNvSpPr>
          <p:nvPr/>
        </p:nvSpPr>
        <p:spPr>
          <a:xfrm>
            <a:off x="4110789" y="4105776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735_1">
            <a:extLst>
              <a:ext uri="{FF2B5EF4-FFF2-40B4-BE49-F238E27FC236}">
                <a16:creationId xmlns:a16="http://schemas.microsoft.com/office/drawing/2014/main" id="{70FEC9C6-1520-40C4-9E2E-40827C999EB3}"/>
              </a:ext>
            </a:extLst>
          </p:cNvPr>
          <p:cNvSpPr>
            <a:spLocks noGrp="1"/>
          </p:cNvSpPr>
          <p:nvPr/>
        </p:nvSpPr>
        <p:spPr>
          <a:xfrm>
            <a:off x="4742447" y="4105776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739_1">
            <a:extLst>
              <a:ext uri="{FF2B5EF4-FFF2-40B4-BE49-F238E27FC236}">
                <a16:creationId xmlns:a16="http://schemas.microsoft.com/office/drawing/2014/main" id="{4332CA79-D40C-4504-969A-5BEC0BFE2817}"/>
              </a:ext>
            </a:extLst>
          </p:cNvPr>
          <p:cNvSpPr>
            <a:spLocks noGrp="1"/>
          </p:cNvSpPr>
          <p:nvPr/>
        </p:nvSpPr>
        <p:spPr>
          <a:xfrm>
            <a:off x="5374105" y="4105776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743_1">
            <a:extLst>
              <a:ext uri="{FF2B5EF4-FFF2-40B4-BE49-F238E27FC236}">
                <a16:creationId xmlns:a16="http://schemas.microsoft.com/office/drawing/2014/main" id="{87153D98-B374-47DA-A9D5-C4ADEB22761D}"/>
              </a:ext>
            </a:extLst>
          </p:cNvPr>
          <p:cNvSpPr>
            <a:spLocks noGrp="1"/>
          </p:cNvSpPr>
          <p:nvPr/>
        </p:nvSpPr>
        <p:spPr>
          <a:xfrm>
            <a:off x="6005763" y="4105776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747_1">
            <a:extLst>
              <a:ext uri="{FF2B5EF4-FFF2-40B4-BE49-F238E27FC236}">
                <a16:creationId xmlns:a16="http://schemas.microsoft.com/office/drawing/2014/main" id="{409DFE77-73D9-457F-B1E0-7E9EF5F8D1A1}"/>
              </a:ext>
            </a:extLst>
          </p:cNvPr>
          <p:cNvSpPr>
            <a:spLocks noGrp="1"/>
          </p:cNvSpPr>
          <p:nvPr/>
        </p:nvSpPr>
        <p:spPr>
          <a:xfrm>
            <a:off x="2847474" y="4737434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751_1">
            <a:extLst>
              <a:ext uri="{FF2B5EF4-FFF2-40B4-BE49-F238E27FC236}">
                <a16:creationId xmlns:a16="http://schemas.microsoft.com/office/drawing/2014/main" id="{711FC156-EB43-4A4D-8E2A-46EB3A6920FC}"/>
              </a:ext>
            </a:extLst>
          </p:cNvPr>
          <p:cNvSpPr>
            <a:spLocks noGrp="1"/>
          </p:cNvSpPr>
          <p:nvPr/>
        </p:nvSpPr>
        <p:spPr>
          <a:xfrm>
            <a:off x="3479132" y="4737434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755_1">
            <a:extLst>
              <a:ext uri="{FF2B5EF4-FFF2-40B4-BE49-F238E27FC236}">
                <a16:creationId xmlns:a16="http://schemas.microsoft.com/office/drawing/2014/main" id="{1E6E639A-4D74-4DD7-94BE-470AA33665A6}"/>
              </a:ext>
            </a:extLst>
          </p:cNvPr>
          <p:cNvSpPr>
            <a:spLocks noGrp="1"/>
          </p:cNvSpPr>
          <p:nvPr/>
        </p:nvSpPr>
        <p:spPr>
          <a:xfrm>
            <a:off x="4110789" y="4737434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759_1">
            <a:extLst>
              <a:ext uri="{FF2B5EF4-FFF2-40B4-BE49-F238E27FC236}">
                <a16:creationId xmlns:a16="http://schemas.microsoft.com/office/drawing/2014/main" id="{3C0212F6-AD89-4EDB-A63C-6752843EEAE1}"/>
              </a:ext>
            </a:extLst>
          </p:cNvPr>
          <p:cNvSpPr>
            <a:spLocks noGrp="1"/>
          </p:cNvSpPr>
          <p:nvPr/>
        </p:nvSpPr>
        <p:spPr>
          <a:xfrm>
            <a:off x="4742447" y="4737434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763_1">
            <a:extLst>
              <a:ext uri="{FF2B5EF4-FFF2-40B4-BE49-F238E27FC236}">
                <a16:creationId xmlns:a16="http://schemas.microsoft.com/office/drawing/2014/main" id="{A36D47B9-72B4-472F-9F5F-971B9E0953AD}"/>
              </a:ext>
            </a:extLst>
          </p:cNvPr>
          <p:cNvSpPr>
            <a:spLocks noGrp="1"/>
          </p:cNvSpPr>
          <p:nvPr/>
        </p:nvSpPr>
        <p:spPr>
          <a:xfrm>
            <a:off x="5374105" y="4737434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767_1">
            <a:extLst>
              <a:ext uri="{FF2B5EF4-FFF2-40B4-BE49-F238E27FC236}">
                <a16:creationId xmlns:a16="http://schemas.microsoft.com/office/drawing/2014/main" id="{29BA9D1F-C48A-41C2-B54C-0EE82B882FC7}"/>
              </a:ext>
            </a:extLst>
          </p:cNvPr>
          <p:cNvSpPr>
            <a:spLocks noGrp="1"/>
          </p:cNvSpPr>
          <p:nvPr/>
        </p:nvSpPr>
        <p:spPr>
          <a:xfrm>
            <a:off x="6005763" y="4737434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771_1">
            <a:extLst>
              <a:ext uri="{FF2B5EF4-FFF2-40B4-BE49-F238E27FC236}">
                <a16:creationId xmlns:a16="http://schemas.microsoft.com/office/drawing/2014/main" id="{D4E8414B-09D1-4DF3-B558-3B0992741DC9}"/>
              </a:ext>
            </a:extLst>
          </p:cNvPr>
          <p:cNvSpPr>
            <a:spLocks noGrp="1"/>
          </p:cNvSpPr>
          <p:nvPr/>
        </p:nvSpPr>
        <p:spPr>
          <a:xfrm>
            <a:off x="2847474" y="5369092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775_1">
            <a:extLst>
              <a:ext uri="{FF2B5EF4-FFF2-40B4-BE49-F238E27FC236}">
                <a16:creationId xmlns:a16="http://schemas.microsoft.com/office/drawing/2014/main" id="{DA954A8F-008E-43D5-8867-7ABB695EBBF9}"/>
              </a:ext>
            </a:extLst>
          </p:cNvPr>
          <p:cNvSpPr>
            <a:spLocks noGrp="1"/>
          </p:cNvSpPr>
          <p:nvPr/>
        </p:nvSpPr>
        <p:spPr>
          <a:xfrm>
            <a:off x="3479132" y="5369092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779_1">
            <a:extLst>
              <a:ext uri="{FF2B5EF4-FFF2-40B4-BE49-F238E27FC236}">
                <a16:creationId xmlns:a16="http://schemas.microsoft.com/office/drawing/2014/main" id="{4A96D29A-E6C9-441C-B5E1-CD542DD5EFC2}"/>
              </a:ext>
            </a:extLst>
          </p:cNvPr>
          <p:cNvSpPr>
            <a:spLocks noGrp="1"/>
          </p:cNvSpPr>
          <p:nvPr/>
        </p:nvSpPr>
        <p:spPr>
          <a:xfrm>
            <a:off x="4110789" y="5369092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783_1">
            <a:extLst>
              <a:ext uri="{FF2B5EF4-FFF2-40B4-BE49-F238E27FC236}">
                <a16:creationId xmlns:a16="http://schemas.microsoft.com/office/drawing/2014/main" id="{92597CEC-8C34-41B9-A403-0D7990010943}"/>
              </a:ext>
            </a:extLst>
          </p:cNvPr>
          <p:cNvSpPr>
            <a:spLocks noGrp="1"/>
          </p:cNvSpPr>
          <p:nvPr/>
        </p:nvSpPr>
        <p:spPr>
          <a:xfrm>
            <a:off x="4742447" y="5369092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787_1">
            <a:extLst>
              <a:ext uri="{FF2B5EF4-FFF2-40B4-BE49-F238E27FC236}">
                <a16:creationId xmlns:a16="http://schemas.microsoft.com/office/drawing/2014/main" id="{4140D6EE-B119-4106-B758-105E952866F1}"/>
              </a:ext>
            </a:extLst>
          </p:cNvPr>
          <p:cNvSpPr>
            <a:spLocks noGrp="1"/>
          </p:cNvSpPr>
          <p:nvPr/>
        </p:nvSpPr>
        <p:spPr>
          <a:xfrm>
            <a:off x="5374105" y="5369092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791_1">
            <a:extLst>
              <a:ext uri="{FF2B5EF4-FFF2-40B4-BE49-F238E27FC236}">
                <a16:creationId xmlns:a16="http://schemas.microsoft.com/office/drawing/2014/main" id="{4E997438-930F-4736-807E-64C0F8E8A245}"/>
              </a:ext>
            </a:extLst>
          </p:cNvPr>
          <p:cNvSpPr>
            <a:spLocks noGrp="1"/>
          </p:cNvSpPr>
          <p:nvPr/>
        </p:nvSpPr>
        <p:spPr>
          <a:xfrm>
            <a:off x="6005763" y="5369092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to652_0_1">
            <a:extLst>
              <a:ext uri="{FF2B5EF4-FFF2-40B4-BE49-F238E27FC236}">
                <a16:creationId xmlns:a16="http://schemas.microsoft.com/office/drawing/2014/main" id="{1C1CBF3C-97F1-46C2-A618-0226583972DC}"/>
              </a:ext>
            </a:extLst>
          </p:cNvPr>
          <p:cNvSpPr>
            <a:spLocks noGrp="1"/>
          </p:cNvSpPr>
          <p:nvPr/>
        </p:nvSpPr>
        <p:spPr>
          <a:xfrm>
            <a:off x="2952203" y="231460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38" name="anim_to656_0_1">
            <a:extLst>
              <a:ext uri="{FF2B5EF4-FFF2-40B4-BE49-F238E27FC236}">
                <a16:creationId xmlns:a16="http://schemas.microsoft.com/office/drawing/2014/main" id="{5656C0DA-5B4D-4995-BF0C-DE93E04A5550}"/>
              </a:ext>
            </a:extLst>
          </p:cNvPr>
          <p:cNvSpPr>
            <a:spLocks noGrp="1"/>
          </p:cNvSpPr>
          <p:nvPr/>
        </p:nvSpPr>
        <p:spPr>
          <a:xfrm>
            <a:off x="3583861" y="231460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39" name="anim_to660_0_1">
            <a:extLst>
              <a:ext uri="{FF2B5EF4-FFF2-40B4-BE49-F238E27FC236}">
                <a16:creationId xmlns:a16="http://schemas.microsoft.com/office/drawing/2014/main" id="{DED31205-5F5E-4195-83CA-10794CA99366}"/>
              </a:ext>
            </a:extLst>
          </p:cNvPr>
          <p:cNvSpPr>
            <a:spLocks noGrp="1"/>
          </p:cNvSpPr>
          <p:nvPr/>
        </p:nvSpPr>
        <p:spPr>
          <a:xfrm>
            <a:off x="4215519" y="231460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40" name="anim_to664_0_1">
            <a:extLst>
              <a:ext uri="{FF2B5EF4-FFF2-40B4-BE49-F238E27FC236}">
                <a16:creationId xmlns:a16="http://schemas.microsoft.com/office/drawing/2014/main" id="{D2A73204-B1F7-45F7-B6FA-52E484BBFB37}"/>
              </a:ext>
            </a:extLst>
          </p:cNvPr>
          <p:cNvSpPr>
            <a:spLocks noGrp="1"/>
          </p:cNvSpPr>
          <p:nvPr/>
        </p:nvSpPr>
        <p:spPr>
          <a:xfrm>
            <a:off x="4847177" y="231460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41" name="anim_to668_0_1">
            <a:extLst>
              <a:ext uri="{FF2B5EF4-FFF2-40B4-BE49-F238E27FC236}">
                <a16:creationId xmlns:a16="http://schemas.microsoft.com/office/drawing/2014/main" id="{807C322D-8E55-4810-A55F-E69D6DF4F429}"/>
              </a:ext>
            </a:extLst>
          </p:cNvPr>
          <p:cNvSpPr>
            <a:spLocks noGrp="1"/>
          </p:cNvSpPr>
          <p:nvPr/>
        </p:nvSpPr>
        <p:spPr>
          <a:xfrm>
            <a:off x="5478835" y="231460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42" name="anim_to672_0_1">
            <a:extLst>
              <a:ext uri="{FF2B5EF4-FFF2-40B4-BE49-F238E27FC236}">
                <a16:creationId xmlns:a16="http://schemas.microsoft.com/office/drawing/2014/main" id="{905FDACC-A900-4CB6-A498-EC683515AED6}"/>
              </a:ext>
            </a:extLst>
          </p:cNvPr>
          <p:cNvSpPr>
            <a:spLocks noGrp="1"/>
          </p:cNvSpPr>
          <p:nvPr/>
        </p:nvSpPr>
        <p:spPr>
          <a:xfrm>
            <a:off x="6110493" y="231460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43" name="anim_to676_0_1">
            <a:extLst>
              <a:ext uri="{FF2B5EF4-FFF2-40B4-BE49-F238E27FC236}">
                <a16:creationId xmlns:a16="http://schemas.microsoft.com/office/drawing/2014/main" id="{B970318F-7292-4962-BAB3-0A0D3813F378}"/>
              </a:ext>
            </a:extLst>
          </p:cNvPr>
          <p:cNvSpPr>
            <a:spLocks noGrp="1"/>
          </p:cNvSpPr>
          <p:nvPr/>
        </p:nvSpPr>
        <p:spPr>
          <a:xfrm>
            <a:off x="2952203" y="294626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44" name="anim_to680_0_1">
            <a:extLst>
              <a:ext uri="{FF2B5EF4-FFF2-40B4-BE49-F238E27FC236}">
                <a16:creationId xmlns:a16="http://schemas.microsoft.com/office/drawing/2014/main" id="{9F910E1A-6E91-4DBF-A840-AAD2162F29EF}"/>
              </a:ext>
            </a:extLst>
          </p:cNvPr>
          <p:cNvSpPr>
            <a:spLocks noGrp="1"/>
          </p:cNvSpPr>
          <p:nvPr/>
        </p:nvSpPr>
        <p:spPr>
          <a:xfrm>
            <a:off x="3583861" y="294626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45" name="anim_to684_0_1">
            <a:extLst>
              <a:ext uri="{FF2B5EF4-FFF2-40B4-BE49-F238E27FC236}">
                <a16:creationId xmlns:a16="http://schemas.microsoft.com/office/drawing/2014/main" id="{1044540B-6C46-4329-A0FC-74EB95C95E72}"/>
              </a:ext>
            </a:extLst>
          </p:cNvPr>
          <p:cNvSpPr>
            <a:spLocks noGrp="1"/>
          </p:cNvSpPr>
          <p:nvPr/>
        </p:nvSpPr>
        <p:spPr>
          <a:xfrm>
            <a:off x="4215519" y="294626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46" name="anim_to688_0_1">
            <a:extLst>
              <a:ext uri="{FF2B5EF4-FFF2-40B4-BE49-F238E27FC236}">
                <a16:creationId xmlns:a16="http://schemas.microsoft.com/office/drawing/2014/main" id="{25B4DFC9-3543-4BBB-98AB-A87E9DA5910E}"/>
              </a:ext>
            </a:extLst>
          </p:cNvPr>
          <p:cNvSpPr>
            <a:spLocks noGrp="1"/>
          </p:cNvSpPr>
          <p:nvPr/>
        </p:nvSpPr>
        <p:spPr>
          <a:xfrm>
            <a:off x="4847177" y="294626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47" name="anim_to692_0_1">
            <a:extLst>
              <a:ext uri="{FF2B5EF4-FFF2-40B4-BE49-F238E27FC236}">
                <a16:creationId xmlns:a16="http://schemas.microsoft.com/office/drawing/2014/main" id="{F8AC4474-59D5-4386-A3A4-F480F1AE6354}"/>
              </a:ext>
            </a:extLst>
          </p:cNvPr>
          <p:cNvSpPr>
            <a:spLocks noGrp="1"/>
          </p:cNvSpPr>
          <p:nvPr/>
        </p:nvSpPr>
        <p:spPr>
          <a:xfrm>
            <a:off x="5478835" y="294626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48" name="anim_to696_0_1">
            <a:extLst>
              <a:ext uri="{FF2B5EF4-FFF2-40B4-BE49-F238E27FC236}">
                <a16:creationId xmlns:a16="http://schemas.microsoft.com/office/drawing/2014/main" id="{362B3796-0604-42B6-BE08-88FF71F5BC18}"/>
              </a:ext>
            </a:extLst>
          </p:cNvPr>
          <p:cNvSpPr>
            <a:spLocks noGrp="1"/>
          </p:cNvSpPr>
          <p:nvPr/>
        </p:nvSpPr>
        <p:spPr>
          <a:xfrm>
            <a:off x="6110493" y="294626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49" name="anim_to700_0_1">
            <a:extLst>
              <a:ext uri="{FF2B5EF4-FFF2-40B4-BE49-F238E27FC236}">
                <a16:creationId xmlns:a16="http://schemas.microsoft.com/office/drawing/2014/main" id="{6B5E838C-FB4F-42C7-B2E7-06FD595D465A}"/>
              </a:ext>
            </a:extLst>
          </p:cNvPr>
          <p:cNvSpPr>
            <a:spLocks noGrp="1"/>
          </p:cNvSpPr>
          <p:nvPr/>
        </p:nvSpPr>
        <p:spPr>
          <a:xfrm>
            <a:off x="2952203" y="357792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50" name="anim_to704_0_1">
            <a:extLst>
              <a:ext uri="{FF2B5EF4-FFF2-40B4-BE49-F238E27FC236}">
                <a16:creationId xmlns:a16="http://schemas.microsoft.com/office/drawing/2014/main" id="{4685A1A4-FB0F-40FD-AD69-39C1695BC77B}"/>
              </a:ext>
            </a:extLst>
          </p:cNvPr>
          <p:cNvSpPr>
            <a:spLocks noGrp="1"/>
          </p:cNvSpPr>
          <p:nvPr/>
        </p:nvSpPr>
        <p:spPr>
          <a:xfrm>
            <a:off x="3583861" y="357792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51" name="anim_to708_0_1">
            <a:extLst>
              <a:ext uri="{FF2B5EF4-FFF2-40B4-BE49-F238E27FC236}">
                <a16:creationId xmlns:a16="http://schemas.microsoft.com/office/drawing/2014/main" id="{DC9C7E38-7B73-4099-A4F0-C5C4F3048B88}"/>
              </a:ext>
            </a:extLst>
          </p:cNvPr>
          <p:cNvSpPr>
            <a:spLocks noGrp="1"/>
          </p:cNvSpPr>
          <p:nvPr/>
        </p:nvSpPr>
        <p:spPr>
          <a:xfrm>
            <a:off x="4215519" y="357792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52" name="anim_to712_0_1">
            <a:extLst>
              <a:ext uri="{FF2B5EF4-FFF2-40B4-BE49-F238E27FC236}">
                <a16:creationId xmlns:a16="http://schemas.microsoft.com/office/drawing/2014/main" id="{2DF26D5C-C89C-403B-9D2D-EC557A775121}"/>
              </a:ext>
            </a:extLst>
          </p:cNvPr>
          <p:cNvSpPr>
            <a:spLocks noGrp="1"/>
          </p:cNvSpPr>
          <p:nvPr/>
        </p:nvSpPr>
        <p:spPr>
          <a:xfrm>
            <a:off x="4847177" y="357792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53" name="anim_to716_0_1">
            <a:extLst>
              <a:ext uri="{FF2B5EF4-FFF2-40B4-BE49-F238E27FC236}">
                <a16:creationId xmlns:a16="http://schemas.microsoft.com/office/drawing/2014/main" id="{44CF42D3-F843-40F6-A9CC-1A9618DA1A97}"/>
              </a:ext>
            </a:extLst>
          </p:cNvPr>
          <p:cNvSpPr>
            <a:spLocks noGrp="1"/>
          </p:cNvSpPr>
          <p:nvPr/>
        </p:nvSpPr>
        <p:spPr>
          <a:xfrm>
            <a:off x="5478835" y="357792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54" name="anim_to720_0_1">
            <a:extLst>
              <a:ext uri="{FF2B5EF4-FFF2-40B4-BE49-F238E27FC236}">
                <a16:creationId xmlns:a16="http://schemas.microsoft.com/office/drawing/2014/main" id="{AF9136DE-D81E-4A49-804F-3584F612EB65}"/>
              </a:ext>
            </a:extLst>
          </p:cNvPr>
          <p:cNvSpPr>
            <a:spLocks noGrp="1"/>
          </p:cNvSpPr>
          <p:nvPr/>
        </p:nvSpPr>
        <p:spPr>
          <a:xfrm>
            <a:off x="6110493" y="357792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55" name="anim_to724_0_1">
            <a:extLst>
              <a:ext uri="{FF2B5EF4-FFF2-40B4-BE49-F238E27FC236}">
                <a16:creationId xmlns:a16="http://schemas.microsoft.com/office/drawing/2014/main" id="{5C4EF189-3DA9-48D8-B3D0-D7921D4BEC4C}"/>
              </a:ext>
            </a:extLst>
          </p:cNvPr>
          <p:cNvSpPr>
            <a:spLocks noGrp="1"/>
          </p:cNvSpPr>
          <p:nvPr/>
        </p:nvSpPr>
        <p:spPr>
          <a:xfrm>
            <a:off x="2952203" y="420958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56" name="anim_to728_0_1">
            <a:extLst>
              <a:ext uri="{FF2B5EF4-FFF2-40B4-BE49-F238E27FC236}">
                <a16:creationId xmlns:a16="http://schemas.microsoft.com/office/drawing/2014/main" id="{FE63162D-AA52-4057-9395-7EBFFC8F9111}"/>
              </a:ext>
            </a:extLst>
          </p:cNvPr>
          <p:cNvSpPr>
            <a:spLocks noGrp="1"/>
          </p:cNvSpPr>
          <p:nvPr/>
        </p:nvSpPr>
        <p:spPr>
          <a:xfrm>
            <a:off x="3583861" y="420958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57" name="anim_to732_0_1">
            <a:extLst>
              <a:ext uri="{FF2B5EF4-FFF2-40B4-BE49-F238E27FC236}">
                <a16:creationId xmlns:a16="http://schemas.microsoft.com/office/drawing/2014/main" id="{7360AB4E-E2BA-4D7F-985C-A60C2CF77AE2}"/>
              </a:ext>
            </a:extLst>
          </p:cNvPr>
          <p:cNvSpPr>
            <a:spLocks noGrp="1"/>
          </p:cNvSpPr>
          <p:nvPr/>
        </p:nvSpPr>
        <p:spPr>
          <a:xfrm>
            <a:off x="4215519" y="420958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58" name="anim_to736_0_1">
            <a:extLst>
              <a:ext uri="{FF2B5EF4-FFF2-40B4-BE49-F238E27FC236}">
                <a16:creationId xmlns:a16="http://schemas.microsoft.com/office/drawing/2014/main" id="{88F20DAA-0A2C-4ED9-947B-89375F339B2A}"/>
              </a:ext>
            </a:extLst>
          </p:cNvPr>
          <p:cNvSpPr>
            <a:spLocks noGrp="1"/>
          </p:cNvSpPr>
          <p:nvPr/>
        </p:nvSpPr>
        <p:spPr>
          <a:xfrm>
            <a:off x="4847177" y="420958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9" name="anim_to740_0_1">
            <a:extLst>
              <a:ext uri="{FF2B5EF4-FFF2-40B4-BE49-F238E27FC236}">
                <a16:creationId xmlns:a16="http://schemas.microsoft.com/office/drawing/2014/main" id="{C21029E2-7FE1-4678-932F-4359BDFCCA75}"/>
              </a:ext>
            </a:extLst>
          </p:cNvPr>
          <p:cNvSpPr>
            <a:spLocks noGrp="1"/>
          </p:cNvSpPr>
          <p:nvPr/>
        </p:nvSpPr>
        <p:spPr>
          <a:xfrm>
            <a:off x="5478835" y="420958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60" name="anim_to744_0_1">
            <a:extLst>
              <a:ext uri="{FF2B5EF4-FFF2-40B4-BE49-F238E27FC236}">
                <a16:creationId xmlns:a16="http://schemas.microsoft.com/office/drawing/2014/main" id="{94202F23-5840-4C59-BE7E-0C13EB273C61}"/>
              </a:ext>
            </a:extLst>
          </p:cNvPr>
          <p:cNvSpPr>
            <a:spLocks noGrp="1"/>
          </p:cNvSpPr>
          <p:nvPr/>
        </p:nvSpPr>
        <p:spPr>
          <a:xfrm>
            <a:off x="6110493" y="420958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61" name="anim_to748_0_1">
            <a:extLst>
              <a:ext uri="{FF2B5EF4-FFF2-40B4-BE49-F238E27FC236}">
                <a16:creationId xmlns:a16="http://schemas.microsoft.com/office/drawing/2014/main" id="{F4582E94-B210-4169-9AFC-97BEE5ADB2F5}"/>
              </a:ext>
            </a:extLst>
          </p:cNvPr>
          <p:cNvSpPr>
            <a:spLocks noGrp="1"/>
          </p:cNvSpPr>
          <p:nvPr/>
        </p:nvSpPr>
        <p:spPr>
          <a:xfrm>
            <a:off x="2952203" y="484124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62" name="anim_to752_0_1">
            <a:extLst>
              <a:ext uri="{FF2B5EF4-FFF2-40B4-BE49-F238E27FC236}">
                <a16:creationId xmlns:a16="http://schemas.microsoft.com/office/drawing/2014/main" id="{80789D63-5D8E-4E23-BFA9-D80F483FC67C}"/>
              </a:ext>
            </a:extLst>
          </p:cNvPr>
          <p:cNvSpPr>
            <a:spLocks noGrp="1"/>
          </p:cNvSpPr>
          <p:nvPr/>
        </p:nvSpPr>
        <p:spPr>
          <a:xfrm>
            <a:off x="3583861" y="484124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63" name="anim_to756_0_1">
            <a:extLst>
              <a:ext uri="{FF2B5EF4-FFF2-40B4-BE49-F238E27FC236}">
                <a16:creationId xmlns:a16="http://schemas.microsoft.com/office/drawing/2014/main" id="{0EFF7CD9-82EE-4A3D-B720-A124A0971602}"/>
              </a:ext>
            </a:extLst>
          </p:cNvPr>
          <p:cNvSpPr>
            <a:spLocks noGrp="1"/>
          </p:cNvSpPr>
          <p:nvPr/>
        </p:nvSpPr>
        <p:spPr>
          <a:xfrm>
            <a:off x="4215519" y="484124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64" name="anim_to760_0_1">
            <a:extLst>
              <a:ext uri="{FF2B5EF4-FFF2-40B4-BE49-F238E27FC236}">
                <a16:creationId xmlns:a16="http://schemas.microsoft.com/office/drawing/2014/main" id="{62468CAE-A6EF-4F87-A560-F7AEF039E9F2}"/>
              </a:ext>
            </a:extLst>
          </p:cNvPr>
          <p:cNvSpPr>
            <a:spLocks noGrp="1"/>
          </p:cNvSpPr>
          <p:nvPr/>
        </p:nvSpPr>
        <p:spPr>
          <a:xfrm>
            <a:off x="4847177" y="484124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65" name="anim_to764_0_1">
            <a:extLst>
              <a:ext uri="{FF2B5EF4-FFF2-40B4-BE49-F238E27FC236}">
                <a16:creationId xmlns:a16="http://schemas.microsoft.com/office/drawing/2014/main" id="{54F33E3B-F0DB-4C68-9A92-AF596DC579FB}"/>
              </a:ext>
            </a:extLst>
          </p:cNvPr>
          <p:cNvSpPr>
            <a:spLocks noGrp="1"/>
          </p:cNvSpPr>
          <p:nvPr/>
        </p:nvSpPr>
        <p:spPr>
          <a:xfrm>
            <a:off x="5478835" y="484124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66" name="anim_to768_0_1">
            <a:extLst>
              <a:ext uri="{FF2B5EF4-FFF2-40B4-BE49-F238E27FC236}">
                <a16:creationId xmlns:a16="http://schemas.microsoft.com/office/drawing/2014/main" id="{4EDE58CE-5B62-446F-B71E-95EA5C91D1D6}"/>
              </a:ext>
            </a:extLst>
          </p:cNvPr>
          <p:cNvSpPr>
            <a:spLocks noGrp="1"/>
          </p:cNvSpPr>
          <p:nvPr/>
        </p:nvSpPr>
        <p:spPr>
          <a:xfrm>
            <a:off x="6110493" y="484124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67" name="anim_to772_0_1">
            <a:extLst>
              <a:ext uri="{FF2B5EF4-FFF2-40B4-BE49-F238E27FC236}">
                <a16:creationId xmlns:a16="http://schemas.microsoft.com/office/drawing/2014/main" id="{A9CAC5CC-3A4D-4691-BEB3-22F3AAE1DF30}"/>
              </a:ext>
            </a:extLst>
          </p:cNvPr>
          <p:cNvSpPr>
            <a:spLocks noGrp="1"/>
          </p:cNvSpPr>
          <p:nvPr/>
        </p:nvSpPr>
        <p:spPr>
          <a:xfrm>
            <a:off x="2952203" y="5472898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68" name="anim_to776_0_1">
            <a:extLst>
              <a:ext uri="{FF2B5EF4-FFF2-40B4-BE49-F238E27FC236}">
                <a16:creationId xmlns:a16="http://schemas.microsoft.com/office/drawing/2014/main" id="{38E578CE-9FD3-40FD-A720-69F165A19C4B}"/>
              </a:ext>
            </a:extLst>
          </p:cNvPr>
          <p:cNvSpPr>
            <a:spLocks noGrp="1"/>
          </p:cNvSpPr>
          <p:nvPr/>
        </p:nvSpPr>
        <p:spPr>
          <a:xfrm>
            <a:off x="3583861" y="5472898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69" name="anim_to780_0_1">
            <a:extLst>
              <a:ext uri="{FF2B5EF4-FFF2-40B4-BE49-F238E27FC236}">
                <a16:creationId xmlns:a16="http://schemas.microsoft.com/office/drawing/2014/main" id="{B3471F85-2BC1-4857-92C3-EBF0978BB5F1}"/>
              </a:ext>
            </a:extLst>
          </p:cNvPr>
          <p:cNvSpPr>
            <a:spLocks noGrp="1"/>
          </p:cNvSpPr>
          <p:nvPr/>
        </p:nvSpPr>
        <p:spPr>
          <a:xfrm>
            <a:off x="4215519" y="5472898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70" name="anim_to784_0_1">
            <a:extLst>
              <a:ext uri="{FF2B5EF4-FFF2-40B4-BE49-F238E27FC236}">
                <a16:creationId xmlns:a16="http://schemas.microsoft.com/office/drawing/2014/main" id="{D8FB2A5E-F707-4B94-9862-6169888C81F2}"/>
              </a:ext>
            </a:extLst>
          </p:cNvPr>
          <p:cNvSpPr>
            <a:spLocks noGrp="1"/>
          </p:cNvSpPr>
          <p:nvPr/>
        </p:nvSpPr>
        <p:spPr>
          <a:xfrm>
            <a:off x="4847177" y="5472898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71" name="anim_to788_0_1">
            <a:extLst>
              <a:ext uri="{FF2B5EF4-FFF2-40B4-BE49-F238E27FC236}">
                <a16:creationId xmlns:a16="http://schemas.microsoft.com/office/drawing/2014/main" id="{C8260410-CA73-4826-AAD1-0E07DD24A9A8}"/>
              </a:ext>
            </a:extLst>
          </p:cNvPr>
          <p:cNvSpPr>
            <a:spLocks noGrp="1"/>
          </p:cNvSpPr>
          <p:nvPr/>
        </p:nvSpPr>
        <p:spPr>
          <a:xfrm>
            <a:off x="5478835" y="5472898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72" name="anim_to792_0_1">
            <a:extLst>
              <a:ext uri="{FF2B5EF4-FFF2-40B4-BE49-F238E27FC236}">
                <a16:creationId xmlns:a16="http://schemas.microsoft.com/office/drawing/2014/main" id="{D31514CF-9857-4F7A-BEDB-81AB8F79EE34}"/>
              </a:ext>
            </a:extLst>
          </p:cNvPr>
          <p:cNvSpPr>
            <a:spLocks noGrp="1"/>
          </p:cNvSpPr>
          <p:nvPr/>
        </p:nvSpPr>
        <p:spPr>
          <a:xfrm>
            <a:off x="6110493" y="5472898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73" name="anim_to1279_0_1">
            <a:extLst>
              <a:ext uri="{FF2B5EF4-FFF2-40B4-BE49-F238E27FC236}">
                <a16:creationId xmlns:a16="http://schemas.microsoft.com/office/drawing/2014/main" id="{34F428E5-5194-4E2C-93CD-BF1F53861BFE}"/>
              </a:ext>
            </a:extLst>
          </p:cNvPr>
          <p:cNvSpPr>
            <a:spLocks noGrp="1"/>
          </p:cNvSpPr>
          <p:nvPr/>
        </p:nvSpPr>
        <p:spPr>
          <a:xfrm>
            <a:off x="703700" y="870593"/>
            <a:ext cx="10984123" cy="5653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2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562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3562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Center pixels contribute to up to 9 outputs!</a:t>
            </a:r>
          </a:p>
        </p:txBody>
      </p:sp>
      <p:sp>
        <p:nvSpPr>
          <p:cNvPr id="74" name="anim_to1405_0_1">
            <a:extLst>
              <a:ext uri="{FF2B5EF4-FFF2-40B4-BE49-F238E27FC236}">
                <a16:creationId xmlns:a16="http://schemas.microsoft.com/office/drawing/2014/main" id="{0BF18940-37D7-46BB-86FF-FD62A726BB6E}"/>
              </a:ext>
            </a:extLst>
          </p:cNvPr>
          <p:cNvSpPr>
            <a:spLocks noGrp="1"/>
          </p:cNvSpPr>
          <p:nvPr/>
        </p:nvSpPr>
        <p:spPr>
          <a:xfrm>
            <a:off x="8008520" y="3681731"/>
            <a:ext cx="3023379" cy="8480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342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342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5342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Count: 9</a:t>
            </a:r>
          </a:p>
        </p:txBody>
      </p:sp>
      <p:sp>
        <p:nvSpPr>
          <p:cNvPr id="75" name="anim_o808_1">
            <a:extLst>
              <a:ext uri="{FF2B5EF4-FFF2-40B4-BE49-F238E27FC236}">
                <a16:creationId xmlns:a16="http://schemas.microsoft.com/office/drawing/2014/main" id="{8227A22C-F409-4689-BA4C-8953B43DE718}"/>
              </a:ext>
            </a:extLst>
          </p:cNvPr>
          <p:cNvSpPr>
            <a:spLocks noGrp="1"/>
          </p:cNvSpPr>
          <p:nvPr/>
        </p:nvSpPr>
        <p:spPr>
          <a:xfrm>
            <a:off x="4110789" y="3474118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6" name="anim_o813_1">
            <a:extLst>
              <a:ext uri="{FF2B5EF4-FFF2-40B4-BE49-F238E27FC236}">
                <a16:creationId xmlns:a16="http://schemas.microsoft.com/office/drawing/2014/main" id="{BD1D3636-E767-4459-A537-C0B84C5943ED}"/>
              </a:ext>
            </a:extLst>
          </p:cNvPr>
          <p:cNvSpPr>
            <a:spLocks noGrp="1"/>
          </p:cNvSpPr>
          <p:nvPr/>
        </p:nvSpPr>
        <p:spPr>
          <a:xfrm>
            <a:off x="4742447" y="3474118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7" name="anim_o817_1">
            <a:extLst>
              <a:ext uri="{FF2B5EF4-FFF2-40B4-BE49-F238E27FC236}">
                <a16:creationId xmlns:a16="http://schemas.microsoft.com/office/drawing/2014/main" id="{4AAFED80-871D-4C7B-BC54-4FAAD4762679}"/>
              </a:ext>
            </a:extLst>
          </p:cNvPr>
          <p:cNvSpPr>
            <a:spLocks noGrp="1"/>
          </p:cNvSpPr>
          <p:nvPr/>
        </p:nvSpPr>
        <p:spPr>
          <a:xfrm>
            <a:off x="5374105" y="3474118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8" name="anim_o821_1">
            <a:extLst>
              <a:ext uri="{FF2B5EF4-FFF2-40B4-BE49-F238E27FC236}">
                <a16:creationId xmlns:a16="http://schemas.microsoft.com/office/drawing/2014/main" id="{0358516F-07E5-4448-8799-994440107A20}"/>
              </a:ext>
            </a:extLst>
          </p:cNvPr>
          <p:cNvSpPr>
            <a:spLocks noGrp="1"/>
          </p:cNvSpPr>
          <p:nvPr/>
        </p:nvSpPr>
        <p:spPr>
          <a:xfrm>
            <a:off x="4110789" y="4105776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9" name="anim_o826_1">
            <a:extLst>
              <a:ext uri="{FF2B5EF4-FFF2-40B4-BE49-F238E27FC236}">
                <a16:creationId xmlns:a16="http://schemas.microsoft.com/office/drawing/2014/main" id="{7DF181DF-20FB-4BE7-B049-E4590C8BD9FD}"/>
              </a:ext>
            </a:extLst>
          </p:cNvPr>
          <p:cNvSpPr>
            <a:spLocks noGrp="1"/>
          </p:cNvSpPr>
          <p:nvPr/>
        </p:nvSpPr>
        <p:spPr>
          <a:xfrm>
            <a:off x="4742447" y="4105776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0" name="anim_o830_1">
            <a:extLst>
              <a:ext uri="{FF2B5EF4-FFF2-40B4-BE49-F238E27FC236}">
                <a16:creationId xmlns:a16="http://schemas.microsoft.com/office/drawing/2014/main" id="{578C38B8-5004-4D88-AE83-08DA0ABAD696}"/>
              </a:ext>
            </a:extLst>
          </p:cNvPr>
          <p:cNvSpPr>
            <a:spLocks noGrp="1"/>
          </p:cNvSpPr>
          <p:nvPr/>
        </p:nvSpPr>
        <p:spPr>
          <a:xfrm>
            <a:off x="5374105" y="4105776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1" name="anim_o834_1">
            <a:extLst>
              <a:ext uri="{FF2B5EF4-FFF2-40B4-BE49-F238E27FC236}">
                <a16:creationId xmlns:a16="http://schemas.microsoft.com/office/drawing/2014/main" id="{850ECA4D-E17D-4112-9D73-6BF174F6E733}"/>
              </a:ext>
            </a:extLst>
          </p:cNvPr>
          <p:cNvSpPr>
            <a:spLocks noGrp="1"/>
          </p:cNvSpPr>
          <p:nvPr/>
        </p:nvSpPr>
        <p:spPr>
          <a:xfrm>
            <a:off x="4110789" y="4737434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2" name="anim_o839_1">
            <a:extLst>
              <a:ext uri="{FF2B5EF4-FFF2-40B4-BE49-F238E27FC236}">
                <a16:creationId xmlns:a16="http://schemas.microsoft.com/office/drawing/2014/main" id="{21D333C7-3EDC-48C1-B8F8-27C5C719437E}"/>
              </a:ext>
            </a:extLst>
          </p:cNvPr>
          <p:cNvSpPr>
            <a:spLocks noGrp="1"/>
          </p:cNvSpPr>
          <p:nvPr/>
        </p:nvSpPr>
        <p:spPr>
          <a:xfrm>
            <a:off x="4742447" y="4737434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3" name="anim_o843_1">
            <a:extLst>
              <a:ext uri="{FF2B5EF4-FFF2-40B4-BE49-F238E27FC236}">
                <a16:creationId xmlns:a16="http://schemas.microsoft.com/office/drawing/2014/main" id="{27054FBC-D668-47BD-89FD-7EC6C6AB2E55}"/>
              </a:ext>
            </a:extLst>
          </p:cNvPr>
          <p:cNvSpPr>
            <a:spLocks noGrp="1"/>
          </p:cNvSpPr>
          <p:nvPr/>
        </p:nvSpPr>
        <p:spPr>
          <a:xfrm>
            <a:off x="5374105" y="4737434"/>
            <a:ext cx="631658" cy="631658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4" name="anim_to809_0_1">
            <a:extLst>
              <a:ext uri="{FF2B5EF4-FFF2-40B4-BE49-F238E27FC236}">
                <a16:creationId xmlns:a16="http://schemas.microsoft.com/office/drawing/2014/main" id="{EEA766A8-EBB2-41B6-B30D-E90EAC948A8F}"/>
              </a:ext>
            </a:extLst>
          </p:cNvPr>
          <p:cNvSpPr>
            <a:spLocks noGrp="1"/>
          </p:cNvSpPr>
          <p:nvPr/>
        </p:nvSpPr>
        <p:spPr>
          <a:xfrm>
            <a:off x="4338798" y="3577925"/>
            <a:ext cx="41126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85" name="anim_to814_0_1">
            <a:extLst>
              <a:ext uri="{FF2B5EF4-FFF2-40B4-BE49-F238E27FC236}">
                <a16:creationId xmlns:a16="http://schemas.microsoft.com/office/drawing/2014/main" id="{8452A412-58CD-4E8F-8865-2A8DC4B1FC9F}"/>
              </a:ext>
            </a:extLst>
          </p:cNvPr>
          <p:cNvSpPr>
            <a:spLocks noGrp="1"/>
          </p:cNvSpPr>
          <p:nvPr/>
        </p:nvSpPr>
        <p:spPr>
          <a:xfrm>
            <a:off x="5063746" y="357792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86" name="anim_to818_0_1">
            <a:extLst>
              <a:ext uri="{FF2B5EF4-FFF2-40B4-BE49-F238E27FC236}">
                <a16:creationId xmlns:a16="http://schemas.microsoft.com/office/drawing/2014/main" id="{7CBF687F-3771-4A18-B897-7F746D8CDBB3}"/>
              </a:ext>
            </a:extLst>
          </p:cNvPr>
          <p:cNvSpPr>
            <a:spLocks noGrp="1"/>
          </p:cNvSpPr>
          <p:nvPr/>
        </p:nvSpPr>
        <p:spPr>
          <a:xfrm>
            <a:off x="5695403" y="357792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87" name="anim_to822_0_1">
            <a:extLst>
              <a:ext uri="{FF2B5EF4-FFF2-40B4-BE49-F238E27FC236}">
                <a16:creationId xmlns:a16="http://schemas.microsoft.com/office/drawing/2014/main" id="{416FCA05-DEC2-4F7D-87E8-68AB70C9EEDD}"/>
              </a:ext>
            </a:extLst>
          </p:cNvPr>
          <p:cNvSpPr>
            <a:spLocks noGrp="1"/>
          </p:cNvSpPr>
          <p:nvPr/>
        </p:nvSpPr>
        <p:spPr>
          <a:xfrm>
            <a:off x="4338798" y="4209583"/>
            <a:ext cx="41126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88" name="anim_to827_0_1">
            <a:extLst>
              <a:ext uri="{FF2B5EF4-FFF2-40B4-BE49-F238E27FC236}">
                <a16:creationId xmlns:a16="http://schemas.microsoft.com/office/drawing/2014/main" id="{A09671C4-2D6A-4AB1-9210-16678B800751}"/>
              </a:ext>
            </a:extLst>
          </p:cNvPr>
          <p:cNvSpPr>
            <a:spLocks noGrp="1"/>
          </p:cNvSpPr>
          <p:nvPr/>
        </p:nvSpPr>
        <p:spPr>
          <a:xfrm>
            <a:off x="5063746" y="420958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89" name="anim_to831_0_1">
            <a:extLst>
              <a:ext uri="{FF2B5EF4-FFF2-40B4-BE49-F238E27FC236}">
                <a16:creationId xmlns:a16="http://schemas.microsoft.com/office/drawing/2014/main" id="{94669D0A-CB5C-4A82-BD48-14943DD3427F}"/>
              </a:ext>
            </a:extLst>
          </p:cNvPr>
          <p:cNvSpPr>
            <a:spLocks noGrp="1"/>
          </p:cNvSpPr>
          <p:nvPr/>
        </p:nvSpPr>
        <p:spPr>
          <a:xfrm>
            <a:off x="5695403" y="420958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90" name="anim_to835_0_1">
            <a:extLst>
              <a:ext uri="{FF2B5EF4-FFF2-40B4-BE49-F238E27FC236}">
                <a16:creationId xmlns:a16="http://schemas.microsoft.com/office/drawing/2014/main" id="{62AD5DCB-7973-4FE1-9899-5774D1DA65E8}"/>
              </a:ext>
            </a:extLst>
          </p:cNvPr>
          <p:cNvSpPr>
            <a:spLocks noGrp="1"/>
          </p:cNvSpPr>
          <p:nvPr/>
        </p:nvSpPr>
        <p:spPr>
          <a:xfrm>
            <a:off x="4338798" y="4841241"/>
            <a:ext cx="41126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91" name="anim_to840_0_1">
            <a:extLst>
              <a:ext uri="{FF2B5EF4-FFF2-40B4-BE49-F238E27FC236}">
                <a16:creationId xmlns:a16="http://schemas.microsoft.com/office/drawing/2014/main" id="{CE1D92DF-6FC4-447C-A9D4-FF0CD2A14EB8}"/>
              </a:ext>
            </a:extLst>
          </p:cNvPr>
          <p:cNvSpPr>
            <a:spLocks noGrp="1"/>
          </p:cNvSpPr>
          <p:nvPr/>
        </p:nvSpPr>
        <p:spPr>
          <a:xfrm>
            <a:off x="5063746" y="484124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92" name="anim_to844_0_1">
            <a:extLst>
              <a:ext uri="{FF2B5EF4-FFF2-40B4-BE49-F238E27FC236}">
                <a16:creationId xmlns:a16="http://schemas.microsoft.com/office/drawing/2014/main" id="{292778FF-088F-4B16-90BC-3A2D5036B973}"/>
              </a:ext>
            </a:extLst>
          </p:cNvPr>
          <p:cNvSpPr>
            <a:spLocks noGrp="1"/>
          </p:cNvSpPr>
          <p:nvPr/>
        </p:nvSpPr>
        <p:spPr>
          <a:xfrm>
            <a:off x="5695403" y="484124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93" name="anim_to1414_0_1">
            <a:extLst>
              <a:ext uri="{FF2B5EF4-FFF2-40B4-BE49-F238E27FC236}">
                <a16:creationId xmlns:a16="http://schemas.microsoft.com/office/drawing/2014/main" id="{1C460E96-2B28-49CB-8076-E37DCFF11FF6}"/>
              </a:ext>
            </a:extLst>
          </p:cNvPr>
          <p:cNvSpPr>
            <a:spLocks noGrp="1"/>
          </p:cNvSpPr>
          <p:nvPr/>
        </p:nvSpPr>
        <p:spPr>
          <a:xfrm>
            <a:off x="843635" y="905930"/>
            <a:ext cx="10704253" cy="4947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16" b="1">
                <a:solidFill>
                  <a:srgbClr val="FC6255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116" b="1">
                <a:solidFill>
                  <a:srgbClr val="FC6255"/>
                </a:solidFill>
                <a:latin typeface="Consolas"/>
                <a:ea typeface="Consolas"/>
                <a:cs typeface="Consolas"/>
              </a:defRPr>
            </a:pPr>
            <a:r>
              <a:rPr sz="3116" b="1">
                <a:solidFill>
                  <a:srgbClr val="FC6255"/>
                </a:solidFill>
                <a:latin typeface="Consolas"/>
                <a:ea typeface="Consolas"/>
                <a:cs typeface="Consolas"/>
              </a:rPr>
              <a:t>Unequal contribution = information loss at edges!</a:t>
            </a:r>
          </a:p>
        </p:txBody>
      </p:sp>
      <p:sp>
        <p:nvSpPr>
          <p:cNvPr id="94" name="anim_o707_2">
            <a:extLst>
              <a:ext uri="{FF2B5EF4-FFF2-40B4-BE49-F238E27FC236}">
                <a16:creationId xmlns:a16="http://schemas.microsoft.com/office/drawing/2014/main" id="{E8035323-09A2-4792-A5DD-B39460A23D07}"/>
              </a:ext>
            </a:extLst>
          </p:cNvPr>
          <p:cNvSpPr>
            <a:spLocks noGrp="1"/>
          </p:cNvSpPr>
          <p:nvPr/>
        </p:nvSpPr>
        <p:spPr>
          <a:xfrm>
            <a:off x="4110789" y="3474118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5" name="anim_o808_2">
            <a:extLst>
              <a:ext uri="{FF2B5EF4-FFF2-40B4-BE49-F238E27FC236}">
                <a16:creationId xmlns:a16="http://schemas.microsoft.com/office/drawing/2014/main" id="{8635D412-C7BF-4EE2-942C-1A7160C1BF1C}"/>
              </a:ext>
            </a:extLst>
          </p:cNvPr>
          <p:cNvSpPr>
            <a:spLocks noGrp="1"/>
          </p:cNvSpPr>
          <p:nvPr/>
        </p:nvSpPr>
        <p:spPr>
          <a:xfrm>
            <a:off x="8397039" y="2797342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6" name="anim_o813_2">
            <a:extLst>
              <a:ext uri="{FF2B5EF4-FFF2-40B4-BE49-F238E27FC236}">
                <a16:creationId xmlns:a16="http://schemas.microsoft.com/office/drawing/2014/main" id="{77EC442B-F719-4669-9F19-E10287D5BBE9}"/>
              </a:ext>
            </a:extLst>
          </p:cNvPr>
          <p:cNvSpPr>
            <a:spLocks noGrp="1"/>
          </p:cNvSpPr>
          <p:nvPr/>
        </p:nvSpPr>
        <p:spPr>
          <a:xfrm>
            <a:off x="9028697" y="2797342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7" name="anim_o817_2">
            <a:extLst>
              <a:ext uri="{FF2B5EF4-FFF2-40B4-BE49-F238E27FC236}">
                <a16:creationId xmlns:a16="http://schemas.microsoft.com/office/drawing/2014/main" id="{57A8CE1C-843D-46C1-B8F4-4D43FE53190D}"/>
              </a:ext>
            </a:extLst>
          </p:cNvPr>
          <p:cNvSpPr>
            <a:spLocks noGrp="1"/>
          </p:cNvSpPr>
          <p:nvPr/>
        </p:nvSpPr>
        <p:spPr>
          <a:xfrm>
            <a:off x="9660355" y="2797342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8" name="anim_o821_2">
            <a:extLst>
              <a:ext uri="{FF2B5EF4-FFF2-40B4-BE49-F238E27FC236}">
                <a16:creationId xmlns:a16="http://schemas.microsoft.com/office/drawing/2014/main" id="{068D31B6-924C-49BA-B281-78DE16B81E32}"/>
              </a:ext>
            </a:extLst>
          </p:cNvPr>
          <p:cNvSpPr>
            <a:spLocks noGrp="1"/>
          </p:cNvSpPr>
          <p:nvPr/>
        </p:nvSpPr>
        <p:spPr>
          <a:xfrm>
            <a:off x="8397039" y="3429000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9" name="anim_o826_2">
            <a:extLst>
              <a:ext uri="{FF2B5EF4-FFF2-40B4-BE49-F238E27FC236}">
                <a16:creationId xmlns:a16="http://schemas.microsoft.com/office/drawing/2014/main" id="{8172A2E8-157E-49F8-8E46-67BDD43C61F8}"/>
              </a:ext>
            </a:extLst>
          </p:cNvPr>
          <p:cNvSpPr>
            <a:spLocks noGrp="1"/>
          </p:cNvSpPr>
          <p:nvPr/>
        </p:nvSpPr>
        <p:spPr>
          <a:xfrm>
            <a:off x="9028697" y="3429000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0" name="anim_o830_2">
            <a:extLst>
              <a:ext uri="{FF2B5EF4-FFF2-40B4-BE49-F238E27FC236}">
                <a16:creationId xmlns:a16="http://schemas.microsoft.com/office/drawing/2014/main" id="{A7F28A01-DA9D-4EFB-8807-7A1914DE725C}"/>
              </a:ext>
            </a:extLst>
          </p:cNvPr>
          <p:cNvSpPr>
            <a:spLocks noGrp="1"/>
          </p:cNvSpPr>
          <p:nvPr/>
        </p:nvSpPr>
        <p:spPr>
          <a:xfrm>
            <a:off x="9660355" y="3429000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1" name="anim_o834_2">
            <a:extLst>
              <a:ext uri="{FF2B5EF4-FFF2-40B4-BE49-F238E27FC236}">
                <a16:creationId xmlns:a16="http://schemas.microsoft.com/office/drawing/2014/main" id="{CE43D6A5-04CE-46AA-85C7-472E6581E21A}"/>
              </a:ext>
            </a:extLst>
          </p:cNvPr>
          <p:cNvSpPr>
            <a:spLocks noGrp="1"/>
          </p:cNvSpPr>
          <p:nvPr/>
        </p:nvSpPr>
        <p:spPr>
          <a:xfrm>
            <a:off x="8397039" y="4060658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2" name="anim_o839_2">
            <a:extLst>
              <a:ext uri="{FF2B5EF4-FFF2-40B4-BE49-F238E27FC236}">
                <a16:creationId xmlns:a16="http://schemas.microsoft.com/office/drawing/2014/main" id="{88995630-BB8F-4B24-ADBB-3179C64498E5}"/>
              </a:ext>
            </a:extLst>
          </p:cNvPr>
          <p:cNvSpPr>
            <a:spLocks noGrp="1"/>
          </p:cNvSpPr>
          <p:nvPr/>
        </p:nvSpPr>
        <p:spPr>
          <a:xfrm>
            <a:off x="9028697" y="4060658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3" name="anim_o843_2">
            <a:extLst>
              <a:ext uri="{FF2B5EF4-FFF2-40B4-BE49-F238E27FC236}">
                <a16:creationId xmlns:a16="http://schemas.microsoft.com/office/drawing/2014/main" id="{04E55A5C-8C8D-42A6-9388-3120C4C52EBB}"/>
              </a:ext>
            </a:extLst>
          </p:cNvPr>
          <p:cNvSpPr>
            <a:spLocks noGrp="1"/>
          </p:cNvSpPr>
          <p:nvPr/>
        </p:nvSpPr>
        <p:spPr>
          <a:xfrm>
            <a:off x="9660355" y="4060658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4" name="anim_to1464_0_1">
            <a:extLst>
              <a:ext uri="{FF2B5EF4-FFF2-40B4-BE49-F238E27FC236}">
                <a16:creationId xmlns:a16="http://schemas.microsoft.com/office/drawing/2014/main" id="{87D5C487-387B-4EA1-9DCE-EDA135DA12AF}"/>
              </a:ext>
            </a:extLst>
          </p:cNvPr>
          <p:cNvSpPr>
            <a:spLocks noGrp="1"/>
          </p:cNvSpPr>
          <p:nvPr/>
        </p:nvSpPr>
        <p:spPr>
          <a:xfrm>
            <a:off x="3098143" y="502579"/>
            <a:ext cx="6195238" cy="63606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007" b="1">
                <a:solidFill>
                  <a:srgbClr val="58C4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007" b="1">
                <a:solidFill>
                  <a:srgbClr val="58C4DD"/>
                </a:solidFill>
                <a:latin typeface="Consolas"/>
                <a:ea typeface="Consolas"/>
                <a:cs typeface="Consolas"/>
              </a:defRPr>
            </a:pPr>
            <a:r>
              <a:rPr sz="4007" b="1">
                <a:solidFill>
                  <a:srgbClr val="58C4DD"/>
                </a:solidFill>
                <a:latin typeface="Consolas"/>
                <a:ea typeface="Consolas"/>
                <a:cs typeface="Consolas"/>
              </a:rPr>
              <a:t>Solution: Add Padding!</a:t>
            </a:r>
          </a:p>
        </p:txBody>
      </p:sp>
      <p:sp>
        <p:nvSpPr>
          <p:cNvPr id="105" name="anim_o1488_1">
            <a:extLst>
              <a:ext uri="{FF2B5EF4-FFF2-40B4-BE49-F238E27FC236}">
                <a16:creationId xmlns:a16="http://schemas.microsoft.com/office/drawing/2014/main" id="{633D5F92-30E0-4009-9DF5-D7AEBC6BAE44}"/>
              </a:ext>
            </a:extLst>
          </p:cNvPr>
          <p:cNvSpPr>
            <a:spLocks noGrp="1"/>
          </p:cNvSpPr>
          <p:nvPr/>
        </p:nvSpPr>
        <p:spPr>
          <a:xfrm>
            <a:off x="1764632" y="121819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6" name="anim_o1492_1">
            <a:extLst>
              <a:ext uri="{FF2B5EF4-FFF2-40B4-BE49-F238E27FC236}">
                <a16:creationId xmlns:a16="http://schemas.microsoft.com/office/drawing/2014/main" id="{F1D0A8F1-854C-4DA6-B1E4-98DF2C57BDAC}"/>
              </a:ext>
            </a:extLst>
          </p:cNvPr>
          <p:cNvSpPr>
            <a:spLocks noGrp="1"/>
          </p:cNvSpPr>
          <p:nvPr/>
        </p:nvSpPr>
        <p:spPr>
          <a:xfrm>
            <a:off x="1764632" y="563980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7" name="anim_o1496_1">
            <a:extLst>
              <a:ext uri="{FF2B5EF4-FFF2-40B4-BE49-F238E27FC236}">
                <a16:creationId xmlns:a16="http://schemas.microsoft.com/office/drawing/2014/main" id="{E4B47CBF-5B33-41AD-B655-58A69C48558E}"/>
              </a:ext>
            </a:extLst>
          </p:cNvPr>
          <p:cNvSpPr>
            <a:spLocks noGrp="1"/>
          </p:cNvSpPr>
          <p:nvPr/>
        </p:nvSpPr>
        <p:spPr>
          <a:xfrm>
            <a:off x="2396289" y="121819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8" name="anim_o1500_1">
            <a:extLst>
              <a:ext uri="{FF2B5EF4-FFF2-40B4-BE49-F238E27FC236}">
                <a16:creationId xmlns:a16="http://schemas.microsoft.com/office/drawing/2014/main" id="{9EBCC4BD-98B9-48B5-9DA3-A24AEAC60AEA}"/>
              </a:ext>
            </a:extLst>
          </p:cNvPr>
          <p:cNvSpPr>
            <a:spLocks noGrp="1"/>
          </p:cNvSpPr>
          <p:nvPr/>
        </p:nvSpPr>
        <p:spPr>
          <a:xfrm>
            <a:off x="2396289" y="563980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9" name="anim_o1504_1">
            <a:extLst>
              <a:ext uri="{FF2B5EF4-FFF2-40B4-BE49-F238E27FC236}">
                <a16:creationId xmlns:a16="http://schemas.microsoft.com/office/drawing/2014/main" id="{22FC0B7C-895A-406B-B2F2-E1FA3A6446E2}"/>
              </a:ext>
            </a:extLst>
          </p:cNvPr>
          <p:cNvSpPr>
            <a:spLocks noGrp="1"/>
          </p:cNvSpPr>
          <p:nvPr/>
        </p:nvSpPr>
        <p:spPr>
          <a:xfrm>
            <a:off x="3027947" y="121819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0" name="anim_o1508_1">
            <a:extLst>
              <a:ext uri="{FF2B5EF4-FFF2-40B4-BE49-F238E27FC236}">
                <a16:creationId xmlns:a16="http://schemas.microsoft.com/office/drawing/2014/main" id="{3765949C-CA8D-4F20-8B18-5DDD93965D53}"/>
              </a:ext>
            </a:extLst>
          </p:cNvPr>
          <p:cNvSpPr>
            <a:spLocks noGrp="1"/>
          </p:cNvSpPr>
          <p:nvPr/>
        </p:nvSpPr>
        <p:spPr>
          <a:xfrm>
            <a:off x="3027947" y="563980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1" name="anim_o1512_1">
            <a:extLst>
              <a:ext uri="{FF2B5EF4-FFF2-40B4-BE49-F238E27FC236}">
                <a16:creationId xmlns:a16="http://schemas.microsoft.com/office/drawing/2014/main" id="{79AEE28E-3226-4363-9B34-9A1035A290B1}"/>
              </a:ext>
            </a:extLst>
          </p:cNvPr>
          <p:cNvSpPr>
            <a:spLocks noGrp="1"/>
          </p:cNvSpPr>
          <p:nvPr/>
        </p:nvSpPr>
        <p:spPr>
          <a:xfrm>
            <a:off x="3659605" y="121819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2" name="anim_o1516_1">
            <a:extLst>
              <a:ext uri="{FF2B5EF4-FFF2-40B4-BE49-F238E27FC236}">
                <a16:creationId xmlns:a16="http://schemas.microsoft.com/office/drawing/2014/main" id="{BD490C43-4F7F-4E17-AAA7-7D3F77FD5895}"/>
              </a:ext>
            </a:extLst>
          </p:cNvPr>
          <p:cNvSpPr>
            <a:spLocks noGrp="1"/>
          </p:cNvSpPr>
          <p:nvPr/>
        </p:nvSpPr>
        <p:spPr>
          <a:xfrm>
            <a:off x="3659605" y="563980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3" name="anim_o1520_1">
            <a:extLst>
              <a:ext uri="{FF2B5EF4-FFF2-40B4-BE49-F238E27FC236}">
                <a16:creationId xmlns:a16="http://schemas.microsoft.com/office/drawing/2014/main" id="{4FB79EB4-DAC2-4E41-8513-B19BED711B2C}"/>
              </a:ext>
            </a:extLst>
          </p:cNvPr>
          <p:cNvSpPr>
            <a:spLocks noGrp="1"/>
          </p:cNvSpPr>
          <p:nvPr/>
        </p:nvSpPr>
        <p:spPr>
          <a:xfrm>
            <a:off x="4291263" y="121819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4" name="anim_o1524_1">
            <a:extLst>
              <a:ext uri="{FF2B5EF4-FFF2-40B4-BE49-F238E27FC236}">
                <a16:creationId xmlns:a16="http://schemas.microsoft.com/office/drawing/2014/main" id="{B3FC730D-9CB2-4A3A-8164-FA627958C2DD}"/>
              </a:ext>
            </a:extLst>
          </p:cNvPr>
          <p:cNvSpPr>
            <a:spLocks noGrp="1"/>
          </p:cNvSpPr>
          <p:nvPr/>
        </p:nvSpPr>
        <p:spPr>
          <a:xfrm>
            <a:off x="4291263" y="563980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5" name="anim_o1528_1">
            <a:extLst>
              <a:ext uri="{FF2B5EF4-FFF2-40B4-BE49-F238E27FC236}">
                <a16:creationId xmlns:a16="http://schemas.microsoft.com/office/drawing/2014/main" id="{3D5221D7-FE25-493E-983B-5443B3C0C6E0}"/>
              </a:ext>
            </a:extLst>
          </p:cNvPr>
          <p:cNvSpPr>
            <a:spLocks noGrp="1"/>
          </p:cNvSpPr>
          <p:nvPr/>
        </p:nvSpPr>
        <p:spPr>
          <a:xfrm>
            <a:off x="4922921" y="121819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6" name="anim_o1532_1">
            <a:extLst>
              <a:ext uri="{FF2B5EF4-FFF2-40B4-BE49-F238E27FC236}">
                <a16:creationId xmlns:a16="http://schemas.microsoft.com/office/drawing/2014/main" id="{69B62A1A-B7F2-4AB3-A445-5EED3A9250FD}"/>
              </a:ext>
            </a:extLst>
          </p:cNvPr>
          <p:cNvSpPr>
            <a:spLocks noGrp="1"/>
          </p:cNvSpPr>
          <p:nvPr/>
        </p:nvSpPr>
        <p:spPr>
          <a:xfrm>
            <a:off x="4922921" y="563980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7" name="anim_o1536_1">
            <a:extLst>
              <a:ext uri="{FF2B5EF4-FFF2-40B4-BE49-F238E27FC236}">
                <a16:creationId xmlns:a16="http://schemas.microsoft.com/office/drawing/2014/main" id="{1313717C-C03A-4227-8839-FBD1D29335E5}"/>
              </a:ext>
            </a:extLst>
          </p:cNvPr>
          <p:cNvSpPr>
            <a:spLocks noGrp="1"/>
          </p:cNvSpPr>
          <p:nvPr/>
        </p:nvSpPr>
        <p:spPr>
          <a:xfrm>
            <a:off x="5554579" y="121819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8" name="anim_o1540_1">
            <a:extLst>
              <a:ext uri="{FF2B5EF4-FFF2-40B4-BE49-F238E27FC236}">
                <a16:creationId xmlns:a16="http://schemas.microsoft.com/office/drawing/2014/main" id="{0D4CC9CA-2DCF-4F0C-A39B-F34EFA8F16EC}"/>
              </a:ext>
            </a:extLst>
          </p:cNvPr>
          <p:cNvSpPr>
            <a:spLocks noGrp="1"/>
          </p:cNvSpPr>
          <p:nvPr/>
        </p:nvSpPr>
        <p:spPr>
          <a:xfrm>
            <a:off x="5554579" y="563980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9" name="anim_o1544_1">
            <a:extLst>
              <a:ext uri="{FF2B5EF4-FFF2-40B4-BE49-F238E27FC236}">
                <a16:creationId xmlns:a16="http://schemas.microsoft.com/office/drawing/2014/main" id="{4CB16B95-2130-43BD-9C9C-841816800B13}"/>
              </a:ext>
            </a:extLst>
          </p:cNvPr>
          <p:cNvSpPr>
            <a:spLocks noGrp="1"/>
          </p:cNvSpPr>
          <p:nvPr/>
        </p:nvSpPr>
        <p:spPr>
          <a:xfrm>
            <a:off x="6186237" y="121819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0" name="anim_o1548_1">
            <a:extLst>
              <a:ext uri="{FF2B5EF4-FFF2-40B4-BE49-F238E27FC236}">
                <a16:creationId xmlns:a16="http://schemas.microsoft.com/office/drawing/2014/main" id="{F49E11E8-F254-477D-9A49-378D39AFB9C9}"/>
              </a:ext>
            </a:extLst>
          </p:cNvPr>
          <p:cNvSpPr>
            <a:spLocks noGrp="1"/>
          </p:cNvSpPr>
          <p:nvPr/>
        </p:nvSpPr>
        <p:spPr>
          <a:xfrm>
            <a:off x="6186237" y="563980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1" name="anim_o1552_1">
            <a:extLst>
              <a:ext uri="{FF2B5EF4-FFF2-40B4-BE49-F238E27FC236}">
                <a16:creationId xmlns:a16="http://schemas.microsoft.com/office/drawing/2014/main" id="{7994EE4C-324F-401D-9F55-209B176DAF39}"/>
              </a:ext>
            </a:extLst>
          </p:cNvPr>
          <p:cNvSpPr>
            <a:spLocks noGrp="1"/>
          </p:cNvSpPr>
          <p:nvPr/>
        </p:nvSpPr>
        <p:spPr>
          <a:xfrm>
            <a:off x="1764632" y="184985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2" name="anim_o1556_1">
            <a:extLst>
              <a:ext uri="{FF2B5EF4-FFF2-40B4-BE49-F238E27FC236}">
                <a16:creationId xmlns:a16="http://schemas.microsoft.com/office/drawing/2014/main" id="{DE71281D-8FE7-4952-BACC-105E88B17C67}"/>
              </a:ext>
            </a:extLst>
          </p:cNvPr>
          <p:cNvSpPr>
            <a:spLocks noGrp="1"/>
          </p:cNvSpPr>
          <p:nvPr/>
        </p:nvSpPr>
        <p:spPr>
          <a:xfrm>
            <a:off x="6186237" y="184985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3" name="anim_o1560_1">
            <a:extLst>
              <a:ext uri="{FF2B5EF4-FFF2-40B4-BE49-F238E27FC236}">
                <a16:creationId xmlns:a16="http://schemas.microsoft.com/office/drawing/2014/main" id="{0FAFFE22-8E2D-41DB-BC78-3655919317FF}"/>
              </a:ext>
            </a:extLst>
          </p:cNvPr>
          <p:cNvSpPr>
            <a:spLocks noGrp="1"/>
          </p:cNvSpPr>
          <p:nvPr/>
        </p:nvSpPr>
        <p:spPr>
          <a:xfrm>
            <a:off x="1764632" y="248151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4" name="anim_o1564_1">
            <a:extLst>
              <a:ext uri="{FF2B5EF4-FFF2-40B4-BE49-F238E27FC236}">
                <a16:creationId xmlns:a16="http://schemas.microsoft.com/office/drawing/2014/main" id="{3D4F076E-21EB-4D54-A666-DDCEB5661AE1}"/>
              </a:ext>
            </a:extLst>
          </p:cNvPr>
          <p:cNvSpPr>
            <a:spLocks noGrp="1"/>
          </p:cNvSpPr>
          <p:nvPr/>
        </p:nvSpPr>
        <p:spPr>
          <a:xfrm>
            <a:off x="6186237" y="248151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5" name="anim_o1568_1">
            <a:extLst>
              <a:ext uri="{FF2B5EF4-FFF2-40B4-BE49-F238E27FC236}">
                <a16:creationId xmlns:a16="http://schemas.microsoft.com/office/drawing/2014/main" id="{4A21BAD2-E99D-44F1-B2CF-C8F05AF6EE1E}"/>
              </a:ext>
            </a:extLst>
          </p:cNvPr>
          <p:cNvSpPr>
            <a:spLocks noGrp="1"/>
          </p:cNvSpPr>
          <p:nvPr/>
        </p:nvSpPr>
        <p:spPr>
          <a:xfrm>
            <a:off x="1764632" y="3113171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6" name="anim_o1572_1">
            <a:extLst>
              <a:ext uri="{FF2B5EF4-FFF2-40B4-BE49-F238E27FC236}">
                <a16:creationId xmlns:a16="http://schemas.microsoft.com/office/drawing/2014/main" id="{BC894A9D-D913-49D5-A621-9D4E6DF1D062}"/>
              </a:ext>
            </a:extLst>
          </p:cNvPr>
          <p:cNvSpPr>
            <a:spLocks noGrp="1"/>
          </p:cNvSpPr>
          <p:nvPr/>
        </p:nvSpPr>
        <p:spPr>
          <a:xfrm>
            <a:off x="6186237" y="3113171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7" name="anim_o1576_1">
            <a:extLst>
              <a:ext uri="{FF2B5EF4-FFF2-40B4-BE49-F238E27FC236}">
                <a16:creationId xmlns:a16="http://schemas.microsoft.com/office/drawing/2014/main" id="{D0FB288E-9E4B-4A61-9795-CFBCBEA286F0}"/>
              </a:ext>
            </a:extLst>
          </p:cNvPr>
          <p:cNvSpPr>
            <a:spLocks noGrp="1"/>
          </p:cNvSpPr>
          <p:nvPr/>
        </p:nvSpPr>
        <p:spPr>
          <a:xfrm>
            <a:off x="1764632" y="3744829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8" name="anim_o1580_1">
            <a:extLst>
              <a:ext uri="{FF2B5EF4-FFF2-40B4-BE49-F238E27FC236}">
                <a16:creationId xmlns:a16="http://schemas.microsoft.com/office/drawing/2014/main" id="{33251205-B2CE-4731-B052-F02D2F00116F}"/>
              </a:ext>
            </a:extLst>
          </p:cNvPr>
          <p:cNvSpPr>
            <a:spLocks noGrp="1"/>
          </p:cNvSpPr>
          <p:nvPr/>
        </p:nvSpPr>
        <p:spPr>
          <a:xfrm>
            <a:off x="6186237" y="3744829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9" name="anim_o1584_1">
            <a:extLst>
              <a:ext uri="{FF2B5EF4-FFF2-40B4-BE49-F238E27FC236}">
                <a16:creationId xmlns:a16="http://schemas.microsoft.com/office/drawing/2014/main" id="{04CBDD16-2991-4F35-A21D-B72B09BE887E}"/>
              </a:ext>
            </a:extLst>
          </p:cNvPr>
          <p:cNvSpPr>
            <a:spLocks noGrp="1"/>
          </p:cNvSpPr>
          <p:nvPr/>
        </p:nvSpPr>
        <p:spPr>
          <a:xfrm>
            <a:off x="1764632" y="437648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0" name="anim_o1588_1">
            <a:extLst>
              <a:ext uri="{FF2B5EF4-FFF2-40B4-BE49-F238E27FC236}">
                <a16:creationId xmlns:a16="http://schemas.microsoft.com/office/drawing/2014/main" id="{8ED4A268-B015-48E9-8410-C750F25C000A}"/>
              </a:ext>
            </a:extLst>
          </p:cNvPr>
          <p:cNvSpPr>
            <a:spLocks noGrp="1"/>
          </p:cNvSpPr>
          <p:nvPr/>
        </p:nvSpPr>
        <p:spPr>
          <a:xfrm>
            <a:off x="6186237" y="437648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1" name="anim_o1592_1">
            <a:extLst>
              <a:ext uri="{FF2B5EF4-FFF2-40B4-BE49-F238E27FC236}">
                <a16:creationId xmlns:a16="http://schemas.microsoft.com/office/drawing/2014/main" id="{BD60BCB0-FF5D-41D6-93D1-2AAF6244993B}"/>
              </a:ext>
            </a:extLst>
          </p:cNvPr>
          <p:cNvSpPr>
            <a:spLocks noGrp="1"/>
          </p:cNvSpPr>
          <p:nvPr/>
        </p:nvSpPr>
        <p:spPr>
          <a:xfrm>
            <a:off x="1764632" y="500814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2" name="anim_o1596_1">
            <a:extLst>
              <a:ext uri="{FF2B5EF4-FFF2-40B4-BE49-F238E27FC236}">
                <a16:creationId xmlns:a16="http://schemas.microsoft.com/office/drawing/2014/main" id="{0BA23A9F-3655-44E2-A482-EA0AF56B5F27}"/>
              </a:ext>
            </a:extLst>
          </p:cNvPr>
          <p:cNvSpPr>
            <a:spLocks noGrp="1"/>
          </p:cNvSpPr>
          <p:nvPr/>
        </p:nvSpPr>
        <p:spPr>
          <a:xfrm>
            <a:off x="6186237" y="500814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3" name="anim_to1489_0_1">
            <a:extLst>
              <a:ext uri="{FF2B5EF4-FFF2-40B4-BE49-F238E27FC236}">
                <a16:creationId xmlns:a16="http://schemas.microsoft.com/office/drawing/2014/main" id="{BAA84E08-617E-42DD-AFAD-8D6915567799}"/>
              </a:ext>
            </a:extLst>
          </p:cNvPr>
          <p:cNvSpPr>
            <a:spLocks noGrp="1"/>
          </p:cNvSpPr>
          <p:nvPr/>
        </p:nvSpPr>
        <p:spPr>
          <a:xfrm>
            <a:off x="1869361" y="1322004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34" name="anim_to1493_0_1">
            <a:extLst>
              <a:ext uri="{FF2B5EF4-FFF2-40B4-BE49-F238E27FC236}">
                <a16:creationId xmlns:a16="http://schemas.microsoft.com/office/drawing/2014/main" id="{4A0A9001-20CC-46EF-8F70-88633A0423E6}"/>
              </a:ext>
            </a:extLst>
          </p:cNvPr>
          <p:cNvSpPr>
            <a:spLocks noGrp="1"/>
          </p:cNvSpPr>
          <p:nvPr/>
        </p:nvSpPr>
        <p:spPr>
          <a:xfrm>
            <a:off x="1869361" y="574360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35" name="anim_to1497_0_1">
            <a:extLst>
              <a:ext uri="{FF2B5EF4-FFF2-40B4-BE49-F238E27FC236}">
                <a16:creationId xmlns:a16="http://schemas.microsoft.com/office/drawing/2014/main" id="{5C71934C-3B2C-4FAC-8F9C-24570AA246B2}"/>
              </a:ext>
            </a:extLst>
          </p:cNvPr>
          <p:cNvSpPr>
            <a:spLocks noGrp="1"/>
          </p:cNvSpPr>
          <p:nvPr/>
        </p:nvSpPr>
        <p:spPr>
          <a:xfrm>
            <a:off x="2501019" y="1322004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36" name="anim_to1501_0_1">
            <a:extLst>
              <a:ext uri="{FF2B5EF4-FFF2-40B4-BE49-F238E27FC236}">
                <a16:creationId xmlns:a16="http://schemas.microsoft.com/office/drawing/2014/main" id="{444F455E-9C93-4954-8148-5F84405D3F11}"/>
              </a:ext>
            </a:extLst>
          </p:cNvPr>
          <p:cNvSpPr>
            <a:spLocks noGrp="1"/>
          </p:cNvSpPr>
          <p:nvPr/>
        </p:nvSpPr>
        <p:spPr>
          <a:xfrm>
            <a:off x="2501019" y="574360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37" name="anim_to1505_0_1">
            <a:extLst>
              <a:ext uri="{FF2B5EF4-FFF2-40B4-BE49-F238E27FC236}">
                <a16:creationId xmlns:a16="http://schemas.microsoft.com/office/drawing/2014/main" id="{6FF5C967-D202-4A73-AC63-D1BC7D4B5567}"/>
              </a:ext>
            </a:extLst>
          </p:cNvPr>
          <p:cNvSpPr>
            <a:spLocks noGrp="1"/>
          </p:cNvSpPr>
          <p:nvPr/>
        </p:nvSpPr>
        <p:spPr>
          <a:xfrm>
            <a:off x="3132677" y="1322004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38" name="anim_to1509_0_1">
            <a:extLst>
              <a:ext uri="{FF2B5EF4-FFF2-40B4-BE49-F238E27FC236}">
                <a16:creationId xmlns:a16="http://schemas.microsoft.com/office/drawing/2014/main" id="{9316A4A9-98AF-4CE8-ADE9-D5DD138E7472}"/>
              </a:ext>
            </a:extLst>
          </p:cNvPr>
          <p:cNvSpPr>
            <a:spLocks noGrp="1"/>
          </p:cNvSpPr>
          <p:nvPr/>
        </p:nvSpPr>
        <p:spPr>
          <a:xfrm>
            <a:off x="3132677" y="574360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39" name="anim_to1513_0_1">
            <a:extLst>
              <a:ext uri="{FF2B5EF4-FFF2-40B4-BE49-F238E27FC236}">
                <a16:creationId xmlns:a16="http://schemas.microsoft.com/office/drawing/2014/main" id="{24368115-C2C0-4881-A174-9A16C2835B97}"/>
              </a:ext>
            </a:extLst>
          </p:cNvPr>
          <p:cNvSpPr>
            <a:spLocks noGrp="1"/>
          </p:cNvSpPr>
          <p:nvPr/>
        </p:nvSpPr>
        <p:spPr>
          <a:xfrm>
            <a:off x="3764335" y="1322004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40" name="anim_to1517_0_1">
            <a:extLst>
              <a:ext uri="{FF2B5EF4-FFF2-40B4-BE49-F238E27FC236}">
                <a16:creationId xmlns:a16="http://schemas.microsoft.com/office/drawing/2014/main" id="{00F9E6E2-3DD8-42A2-8815-92FE151DD758}"/>
              </a:ext>
            </a:extLst>
          </p:cNvPr>
          <p:cNvSpPr>
            <a:spLocks noGrp="1"/>
          </p:cNvSpPr>
          <p:nvPr/>
        </p:nvSpPr>
        <p:spPr>
          <a:xfrm>
            <a:off x="3764335" y="574360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41" name="anim_to1521_0_1">
            <a:extLst>
              <a:ext uri="{FF2B5EF4-FFF2-40B4-BE49-F238E27FC236}">
                <a16:creationId xmlns:a16="http://schemas.microsoft.com/office/drawing/2014/main" id="{C9BF9AF9-2769-42DB-9AE3-6DEA455EC707}"/>
              </a:ext>
            </a:extLst>
          </p:cNvPr>
          <p:cNvSpPr>
            <a:spLocks noGrp="1"/>
          </p:cNvSpPr>
          <p:nvPr/>
        </p:nvSpPr>
        <p:spPr>
          <a:xfrm>
            <a:off x="4395993" y="1322004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42" name="anim_to1525_0_1">
            <a:extLst>
              <a:ext uri="{FF2B5EF4-FFF2-40B4-BE49-F238E27FC236}">
                <a16:creationId xmlns:a16="http://schemas.microsoft.com/office/drawing/2014/main" id="{6F927925-5EF2-4B02-8A1C-54D70D3FB060}"/>
              </a:ext>
            </a:extLst>
          </p:cNvPr>
          <p:cNvSpPr>
            <a:spLocks noGrp="1"/>
          </p:cNvSpPr>
          <p:nvPr/>
        </p:nvSpPr>
        <p:spPr>
          <a:xfrm>
            <a:off x="4395993" y="574360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43" name="anim_to1529_0_1">
            <a:extLst>
              <a:ext uri="{FF2B5EF4-FFF2-40B4-BE49-F238E27FC236}">
                <a16:creationId xmlns:a16="http://schemas.microsoft.com/office/drawing/2014/main" id="{B2D4B0F4-26DA-4529-A19A-9C84D8B3A721}"/>
              </a:ext>
            </a:extLst>
          </p:cNvPr>
          <p:cNvSpPr>
            <a:spLocks noGrp="1"/>
          </p:cNvSpPr>
          <p:nvPr/>
        </p:nvSpPr>
        <p:spPr>
          <a:xfrm>
            <a:off x="5027651" y="1322004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44" name="anim_to1533_0_1">
            <a:extLst>
              <a:ext uri="{FF2B5EF4-FFF2-40B4-BE49-F238E27FC236}">
                <a16:creationId xmlns:a16="http://schemas.microsoft.com/office/drawing/2014/main" id="{D7E5E457-7094-4ABD-A6D9-4AC2976A63C9}"/>
              </a:ext>
            </a:extLst>
          </p:cNvPr>
          <p:cNvSpPr>
            <a:spLocks noGrp="1"/>
          </p:cNvSpPr>
          <p:nvPr/>
        </p:nvSpPr>
        <p:spPr>
          <a:xfrm>
            <a:off x="5027651" y="574360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45" name="anim_to1537_0_1">
            <a:extLst>
              <a:ext uri="{FF2B5EF4-FFF2-40B4-BE49-F238E27FC236}">
                <a16:creationId xmlns:a16="http://schemas.microsoft.com/office/drawing/2014/main" id="{46AEAF5D-F577-4918-A0BD-38D5D3F0F0CC}"/>
              </a:ext>
            </a:extLst>
          </p:cNvPr>
          <p:cNvSpPr>
            <a:spLocks noGrp="1"/>
          </p:cNvSpPr>
          <p:nvPr/>
        </p:nvSpPr>
        <p:spPr>
          <a:xfrm>
            <a:off x="5659309" y="1322004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46" name="anim_to1541_0_1">
            <a:extLst>
              <a:ext uri="{FF2B5EF4-FFF2-40B4-BE49-F238E27FC236}">
                <a16:creationId xmlns:a16="http://schemas.microsoft.com/office/drawing/2014/main" id="{D996F6BD-2A26-42AD-81FA-C92AFE907631}"/>
              </a:ext>
            </a:extLst>
          </p:cNvPr>
          <p:cNvSpPr>
            <a:spLocks noGrp="1"/>
          </p:cNvSpPr>
          <p:nvPr/>
        </p:nvSpPr>
        <p:spPr>
          <a:xfrm>
            <a:off x="5659309" y="574360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47" name="anim_to1545_0_1">
            <a:extLst>
              <a:ext uri="{FF2B5EF4-FFF2-40B4-BE49-F238E27FC236}">
                <a16:creationId xmlns:a16="http://schemas.microsoft.com/office/drawing/2014/main" id="{26E4108C-90BB-4F5F-B4DF-6314BF6FA08C}"/>
              </a:ext>
            </a:extLst>
          </p:cNvPr>
          <p:cNvSpPr>
            <a:spLocks noGrp="1"/>
          </p:cNvSpPr>
          <p:nvPr/>
        </p:nvSpPr>
        <p:spPr>
          <a:xfrm>
            <a:off x="6290967" y="1322004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48" name="anim_to1549_0_1">
            <a:extLst>
              <a:ext uri="{FF2B5EF4-FFF2-40B4-BE49-F238E27FC236}">
                <a16:creationId xmlns:a16="http://schemas.microsoft.com/office/drawing/2014/main" id="{13592DB8-A3D8-4A21-A4FA-9CE00DDA787A}"/>
              </a:ext>
            </a:extLst>
          </p:cNvPr>
          <p:cNvSpPr>
            <a:spLocks noGrp="1"/>
          </p:cNvSpPr>
          <p:nvPr/>
        </p:nvSpPr>
        <p:spPr>
          <a:xfrm>
            <a:off x="6290967" y="574360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49" name="anim_to1553_0_1">
            <a:extLst>
              <a:ext uri="{FF2B5EF4-FFF2-40B4-BE49-F238E27FC236}">
                <a16:creationId xmlns:a16="http://schemas.microsoft.com/office/drawing/2014/main" id="{ED9560CC-3790-4256-AC11-47848D98CFFE}"/>
              </a:ext>
            </a:extLst>
          </p:cNvPr>
          <p:cNvSpPr>
            <a:spLocks noGrp="1"/>
          </p:cNvSpPr>
          <p:nvPr/>
        </p:nvSpPr>
        <p:spPr>
          <a:xfrm>
            <a:off x="1869361" y="1953662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50" name="anim_to1557_0_1">
            <a:extLst>
              <a:ext uri="{FF2B5EF4-FFF2-40B4-BE49-F238E27FC236}">
                <a16:creationId xmlns:a16="http://schemas.microsoft.com/office/drawing/2014/main" id="{AFD8591B-A9E8-47B7-8079-DED4D253502E}"/>
              </a:ext>
            </a:extLst>
          </p:cNvPr>
          <p:cNvSpPr>
            <a:spLocks noGrp="1"/>
          </p:cNvSpPr>
          <p:nvPr/>
        </p:nvSpPr>
        <p:spPr>
          <a:xfrm>
            <a:off x="6290967" y="1953662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51" name="anim_to1561_0_1">
            <a:extLst>
              <a:ext uri="{FF2B5EF4-FFF2-40B4-BE49-F238E27FC236}">
                <a16:creationId xmlns:a16="http://schemas.microsoft.com/office/drawing/2014/main" id="{3117BA24-2E34-4CF3-870E-793563A15A5F}"/>
              </a:ext>
            </a:extLst>
          </p:cNvPr>
          <p:cNvSpPr>
            <a:spLocks noGrp="1"/>
          </p:cNvSpPr>
          <p:nvPr/>
        </p:nvSpPr>
        <p:spPr>
          <a:xfrm>
            <a:off x="1869361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52" name="anim_to1565_0_1">
            <a:extLst>
              <a:ext uri="{FF2B5EF4-FFF2-40B4-BE49-F238E27FC236}">
                <a16:creationId xmlns:a16="http://schemas.microsoft.com/office/drawing/2014/main" id="{7E230E77-B550-480E-BE35-3F153AD30332}"/>
              </a:ext>
            </a:extLst>
          </p:cNvPr>
          <p:cNvSpPr>
            <a:spLocks noGrp="1"/>
          </p:cNvSpPr>
          <p:nvPr/>
        </p:nvSpPr>
        <p:spPr>
          <a:xfrm>
            <a:off x="6290967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53" name="anim_to1569_0_1">
            <a:extLst>
              <a:ext uri="{FF2B5EF4-FFF2-40B4-BE49-F238E27FC236}">
                <a16:creationId xmlns:a16="http://schemas.microsoft.com/office/drawing/2014/main" id="{BEBFF7BC-3A85-4F42-8F8C-161AA43C5A17}"/>
              </a:ext>
            </a:extLst>
          </p:cNvPr>
          <p:cNvSpPr>
            <a:spLocks noGrp="1"/>
          </p:cNvSpPr>
          <p:nvPr/>
        </p:nvSpPr>
        <p:spPr>
          <a:xfrm>
            <a:off x="1869361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54" name="anim_to1573_0_1">
            <a:extLst>
              <a:ext uri="{FF2B5EF4-FFF2-40B4-BE49-F238E27FC236}">
                <a16:creationId xmlns:a16="http://schemas.microsoft.com/office/drawing/2014/main" id="{21F28AFF-FCDC-4B95-A82D-2A01D732CE49}"/>
              </a:ext>
            </a:extLst>
          </p:cNvPr>
          <p:cNvSpPr>
            <a:spLocks noGrp="1"/>
          </p:cNvSpPr>
          <p:nvPr/>
        </p:nvSpPr>
        <p:spPr>
          <a:xfrm>
            <a:off x="6290967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55" name="anim_to1577_0_1">
            <a:extLst>
              <a:ext uri="{FF2B5EF4-FFF2-40B4-BE49-F238E27FC236}">
                <a16:creationId xmlns:a16="http://schemas.microsoft.com/office/drawing/2014/main" id="{9BD6C163-A9C7-48BC-8203-346EE236FAF8}"/>
              </a:ext>
            </a:extLst>
          </p:cNvPr>
          <p:cNvSpPr>
            <a:spLocks noGrp="1"/>
          </p:cNvSpPr>
          <p:nvPr/>
        </p:nvSpPr>
        <p:spPr>
          <a:xfrm>
            <a:off x="1869361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56" name="anim_to1581_0_1">
            <a:extLst>
              <a:ext uri="{FF2B5EF4-FFF2-40B4-BE49-F238E27FC236}">
                <a16:creationId xmlns:a16="http://schemas.microsoft.com/office/drawing/2014/main" id="{383AC918-30EA-4431-94CE-4AC4A7E69BC3}"/>
              </a:ext>
            </a:extLst>
          </p:cNvPr>
          <p:cNvSpPr>
            <a:spLocks noGrp="1"/>
          </p:cNvSpPr>
          <p:nvPr/>
        </p:nvSpPr>
        <p:spPr>
          <a:xfrm>
            <a:off x="6290967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57" name="anim_to1585_0_1">
            <a:extLst>
              <a:ext uri="{FF2B5EF4-FFF2-40B4-BE49-F238E27FC236}">
                <a16:creationId xmlns:a16="http://schemas.microsoft.com/office/drawing/2014/main" id="{8A088ACA-54B3-48E1-B63A-D75602D6C530}"/>
              </a:ext>
            </a:extLst>
          </p:cNvPr>
          <p:cNvSpPr>
            <a:spLocks noGrp="1"/>
          </p:cNvSpPr>
          <p:nvPr/>
        </p:nvSpPr>
        <p:spPr>
          <a:xfrm>
            <a:off x="1869361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58" name="anim_to1589_0_1">
            <a:extLst>
              <a:ext uri="{FF2B5EF4-FFF2-40B4-BE49-F238E27FC236}">
                <a16:creationId xmlns:a16="http://schemas.microsoft.com/office/drawing/2014/main" id="{F4A2FE89-1CC8-4D2E-BCCD-7369721F154A}"/>
              </a:ext>
            </a:extLst>
          </p:cNvPr>
          <p:cNvSpPr>
            <a:spLocks noGrp="1"/>
          </p:cNvSpPr>
          <p:nvPr/>
        </p:nvSpPr>
        <p:spPr>
          <a:xfrm>
            <a:off x="6290967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59" name="anim_to1593_0_1">
            <a:extLst>
              <a:ext uri="{FF2B5EF4-FFF2-40B4-BE49-F238E27FC236}">
                <a16:creationId xmlns:a16="http://schemas.microsoft.com/office/drawing/2014/main" id="{7350E328-055E-4379-97DC-F6D30917E5DA}"/>
              </a:ext>
            </a:extLst>
          </p:cNvPr>
          <p:cNvSpPr>
            <a:spLocks noGrp="1"/>
          </p:cNvSpPr>
          <p:nvPr/>
        </p:nvSpPr>
        <p:spPr>
          <a:xfrm>
            <a:off x="1869361" y="511195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60" name="anim_to1597_0_1">
            <a:extLst>
              <a:ext uri="{FF2B5EF4-FFF2-40B4-BE49-F238E27FC236}">
                <a16:creationId xmlns:a16="http://schemas.microsoft.com/office/drawing/2014/main" id="{48768D29-EA56-49B9-9CB2-6D84BE0E2513}"/>
              </a:ext>
            </a:extLst>
          </p:cNvPr>
          <p:cNvSpPr>
            <a:spLocks noGrp="1"/>
          </p:cNvSpPr>
          <p:nvPr/>
        </p:nvSpPr>
        <p:spPr>
          <a:xfrm>
            <a:off x="6290967" y="511195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</p:spTree>
    <p:extLst>
      <p:ext uri="{BB962C8B-B14F-4D97-AF65-F5344CB8AC3E}">
        <p14:creationId xmlns:p14="http://schemas.microsoft.com/office/powerpoint/2010/main" val="14692305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" dur="8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8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8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8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800"/>
                            </p:stCondLst>
                            <p:childTnLst>
                              <p:par>
                                <p:cTn id="26" presetID="63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27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2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31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33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3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3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3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4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4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4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4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4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5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5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55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5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5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61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6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65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6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6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71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7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75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7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7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8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8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85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8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8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91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93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95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9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99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101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103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10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10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109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111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113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115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11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119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121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123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125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12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129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131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133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135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137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139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141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143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145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147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149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151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153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155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157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159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161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163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165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167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0066 -0.0526316 E" pathEditMode="relative" ptsTypes="">
                                      <p:cBhvr>
                                        <p:cTn id="169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3515625 -0.0986842 E" pathEditMode="relative" ptsTypes="">
                                      <p:cBhvr>
                                        <p:cTn id="171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3515625 -0.0986842 E" pathEditMode="relative" ptsTypes="">
                                      <p:cBhvr>
                                        <p:cTn id="173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3515625 -0.0986842 E" pathEditMode="relative" ptsTypes="">
                                      <p:cBhvr>
                                        <p:cTn id="175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3515625 -0.0986842 E" pathEditMode="relative" ptsTypes="">
                                      <p:cBhvr>
                                        <p:cTn id="177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3515625 -0.0986842 E" pathEditMode="relative" ptsTypes="">
                                      <p:cBhvr>
                                        <p:cTn id="179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3515625 -0.0986842 E" pathEditMode="relative" ptsTypes="">
                                      <p:cBhvr>
                                        <p:cTn id="181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3515625 -0.0986842 E" pathEditMode="relative" ptsTypes="">
                                      <p:cBhvr>
                                        <p:cTn id="183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3515625 -0.0986842 E" pathEditMode="relative" ptsTypes="">
                                      <p:cBhvr>
                                        <p:cTn id="185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3515625 -0.0986842 E" pathEditMode="relative" ptsTypes="">
                                      <p:cBhvr>
                                        <p:cTn id="187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3515625 -0.0986842 E" pathEditMode="relative" ptsTypes="">
                                      <p:cBhvr>
                                        <p:cTn id="189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3515625 -0.0986842 E" pathEditMode="relative" ptsTypes="">
                                      <p:cBhvr>
                                        <p:cTn id="191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3515625 -0.0986842 E" pathEditMode="relative" ptsTypes="">
                                      <p:cBhvr>
                                        <p:cTn id="193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3515625 -0.0986842 E" pathEditMode="relative" ptsTypes="">
                                      <p:cBhvr>
                                        <p:cTn id="195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3515625 -0.0986842 E" pathEditMode="relative" ptsTypes="">
                                      <p:cBhvr>
                                        <p:cTn id="197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3515625 -0.0986842 E" pathEditMode="relative" ptsTypes="">
                                      <p:cBhvr>
                                        <p:cTn id="199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3515625 -0.0986842 E" pathEditMode="relative" ptsTypes="">
                                      <p:cBhvr>
                                        <p:cTn id="201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3515625 -0.0986842 E" pathEditMode="relative" ptsTypes="">
                                      <p:cBhvr>
                                        <p:cTn id="203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3515625 -0.0986842 E" pathEditMode="relative" ptsTypes="">
                                      <p:cBhvr>
                                        <p:cTn id="205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6" fill="hold">
                            <p:stCondLst>
                              <p:cond delay="1800"/>
                            </p:stCondLst>
                            <p:childTnLst>
                              <p:par>
                                <p:cTn id="207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8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4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8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0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6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0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2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8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2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4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8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0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4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6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0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1" fill="hold">
                      <p:stCondLst>
                        <p:cond delay="indefinite"/>
                      </p:stCondLst>
                      <p:childTnLst>
                        <p:par>
                          <p:cTn id="262" fill="hold">
                            <p:stCondLst>
                              <p:cond delay="0"/>
                            </p:stCondLst>
                            <p:childTnLst>
                              <p:par>
                                <p:cTn id="2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>
                      <p:stCondLst>
                        <p:cond delay="indefinite"/>
                      </p:stCondLst>
                      <p:childTnLst>
                        <p:par>
                          <p:cTn id="267" fill="hold">
                            <p:stCondLst>
                              <p:cond delay="0"/>
                            </p:stCondLst>
                            <p:childTnLst>
                              <p:par>
                                <p:cTn id="26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" dur="1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3" dur="1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6" dur="1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1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2" dur="1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5" dur="1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8" dur="1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1" dur="1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4" dur="1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7" dur="1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0" dur="1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3" dur="1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6" dur="1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9" dur="1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2" dur="1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5" dur="1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8" dur="1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1" dur="1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4" dur="1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7" dur="1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1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1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6" dur="1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9" dur="1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2" dur="1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5" dur="1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8" dur="1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1" dur="1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4" dur="1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7" dur="1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0" dur="1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3" dur="1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6" dur="1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9" dur="1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2" dur="1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5" dur="1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8" dur="1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1" dur="1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4" dur="1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7" dur="1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0" dur="1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3" dur="1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6" dur="1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9" dur="1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2" dur="1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5" dur="1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8" dur="1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1" dur="1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4" dur="1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7" dur="1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0" dur="1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3" dur="1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6" dur="1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9" dur="1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2" dur="1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5" dur="1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8" dur="1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1" grpId="0" animBg="1"/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  <p:bldP spid="79" grpId="0" animBg="1"/>
      <p:bldP spid="79" grpId="1" animBg="1"/>
      <p:bldP spid="80" grpId="0" animBg="1"/>
      <p:bldP spid="80" grpId="1" animBg="1"/>
      <p:bldP spid="81" grpId="0" animBg="1"/>
      <p:bldP spid="81" grpId="1" animBg="1"/>
      <p:bldP spid="82" grpId="0" animBg="1"/>
      <p:bldP spid="82" grpId="1" animBg="1"/>
      <p:bldP spid="83" grpId="0" animBg="1"/>
      <p:bldP spid="83" grpId="1" animBg="1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3" grpId="1"/>
      <p:bldP spid="94" grpId="0" animBg="1"/>
      <p:bldP spid="94" grpId="1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/>
      <p:bldP spid="104" grpId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/>
      <p:bldP spid="134" grpId="0"/>
      <p:bldP spid="135" grpId="0"/>
      <p:bldP spid="136" grpId="0"/>
      <p:bldP spid="137" grpId="0"/>
      <p:bldP spid="138" grpId="0"/>
      <p:bldP spid="139" grpId="0"/>
      <p:bldP spid="140" grpId="0"/>
      <p:bldP spid="141" grpId="0"/>
      <p:bldP spid="142" grpId="0"/>
      <p:bldP spid="143" grpId="0"/>
      <p:bldP spid="144" grpId="0"/>
      <p:bldP spid="145" grpId="0"/>
      <p:bldP spid="146" grpId="0"/>
      <p:bldP spid="147" grpId="0"/>
      <p:bldP spid="148" grpId="0"/>
      <p:bldP spid="149" grpId="0"/>
      <p:bldP spid="150" grpId="0"/>
      <p:bldP spid="151" grpId="0"/>
      <p:bldP spid="152" grpId="0"/>
      <p:bldP spid="153" grpId="0"/>
      <p:bldP spid="154" grpId="0"/>
      <p:bldP spid="155" grpId="0"/>
      <p:bldP spid="156" grpId="0"/>
      <p:bldP spid="157" grpId="0"/>
      <p:bldP spid="158" grpId="0"/>
      <p:bldP spid="159" grpId="0"/>
      <p:bldP spid="160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" name="anim_o1488_1">
            <a:extLst>
              <a:ext uri="{FF2B5EF4-FFF2-40B4-BE49-F238E27FC236}">
                <a16:creationId xmlns:a16="http://schemas.microsoft.com/office/drawing/2014/main" id="{2D3F0EF3-C3E3-4B56-A377-ADDE32E77744}"/>
              </a:ext>
            </a:extLst>
          </p:cNvPr>
          <p:cNvSpPr>
            <a:spLocks noGrp="1"/>
          </p:cNvSpPr>
          <p:nvPr/>
        </p:nvSpPr>
        <p:spPr>
          <a:xfrm>
            <a:off x="1764632" y="121819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1492_1">
            <a:extLst>
              <a:ext uri="{FF2B5EF4-FFF2-40B4-BE49-F238E27FC236}">
                <a16:creationId xmlns:a16="http://schemas.microsoft.com/office/drawing/2014/main" id="{7EF3E3ED-4979-430E-BBAF-5598F976A6D3}"/>
              </a:ext>
            </a:extLst>
          </p:cNvPr>
          <p:cNvSpPr>
            <a:spLocks noGrp="1"/>
          </p:cNvSpPr>
          <p:nvPr/>
        </p:nvSpPr>
        <p:spPr>
          <a:xfrm>
            <a:off x="1764632" y="563980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1496_1">
            <a:extLst>
              <a:ext uri="{FF2B5EF4-FFF2-40B4-BE49-F238E27FC236}">
                <a16:creationId xmlns:a16="http://schemas.microsoft.com/office/drawing/2014/main" id="{1FB1B0A0-5ED0-4777-B95A-D27D74C8107C}"/>
              </a:ext>
            </a:extLst>
          </p:cNvPr>
          <p:cNvSpPr>
            <a:spLocks noGrp="1"/>
          </p:cNvSpPr>
          <p:nvPr/>
        </p:nvSpPr>
        <p:spPr>
          <a:xfrm>
            <a:off x="2396289" y="121819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1500_1">
            <a:extLst>
              <a:ext uri="{FF2B5EF4-FFF2-40B4-BE49-F238E27FC236}">
                <a16:creationId xmlns:a16="http://schemas.microsoft.com/office/drawing/2014/main" id="{C02D3F10-CF9C-4952-B3A9-969A97C99CDF}"/>
              </a:ext>
            </a:extLst>
          </p:cNvPr>
          <p:cNvSpPr>
            <a:spLocks noGrp="1"/>
          </p:cNvSpPr>
          <p:nvPr/>
        </p:nvSpPr>
        <p:spPr>
          <a:xfrm>
            <a:off x="2396289" y="563980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1504_1">
            <a:extLst>
              <a:ext uri="{FF2B5EF4-FFF2-40B4-BE49-F238E27FC236}">
                <a16:creationId xmlns:a16="http://schemas.microsoft.com/office/drawing/2014/main" id="{E06BAD82-B190-4508-B23C-72AF9B00D127}"/>
              </a:ext>
            </a:extLst>
          </p:cNvPr>
          <p:cNvSpPr>
            <a:spLocks noGrp="1"/>
          </p:cNvSpPr>
          <p:nvPr/>
        </p:nvSpPr>
        <p:spPr>
          <a:xfrm>
            <a:off x="3027947" y="121819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1508_1">
            <a:extLst>
              <a:ext uri="{FF2B5EF4-FFF2-40B4-BE49-F238E27FC236}">
                <a16:creationId xmlns:a16="http://schemas.microsoft.com/office/drawing/2014/main" id="{AC051C96-4F90-4E50-B5F5-EE7303C1D609}"/>
              </a:ext>
            </a:extLst>
          </p:cNvPr>
          <p:cNvSpPr>
            <a:spLocks noGrp="1"/>
          </p:cNvSpPr>
          <p:nvPr/>
        </p:nvSpPr>
        <p:spPr>
          <a:xfrm>
            <a:off x="3027947" y="563980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1512_1">
            <a:extLst>
              <a:ext uri="{FF2B5EF4-FFF2-40B4-BE49-F238E27FC236}">
                <a16:creationId xmlns:a16="http://schemas.microsoft.com/office/drawing/2014/main" id="{A060D706-EBC8-4CA2-92F5-FA57FBBA5080}"/>
              </a:ext>
            </a:extLst>
          </p:cNvPr>
          <p:cNvSpPr>
            <a:spLocks noGrp="1"/>
          </p:cNvSpPr>
          <p:nvPr/>
        </p:nvSpPr>
        <p:spPr>
          <a:xfrm>
            <a:off x="3659605" y="121819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1516_1">
            <a:extLst>
              <a:ext uri="{FF2B5EF4-FFF2-40B4-BE49-F238E27FC236}">
                <a16:creationId xmlns:a16="http://schemas.microsoft.com/office/drawing/2014/main" id="{626BAE68-B4D3-445B-A74F-24B3A895EB6B}"/>
              </a:ext>
            </a:extLst>
          </p:cNvPr>
          <p:cNvSpPr>
            <a:spLocks noGrp="1"/>
          </p:cNvSpPr>
          <p:nvPr/>
        </p:nvSpPr>
        <p:spPr>
          <a:xfrm>
            <a:off x="3659605" y="563980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1520_1">
            <a:extLst>
              <a:ext uri="{FF2B5EF4-FFF2-40B4-BE49-F238E27FC236}">
                <a16:creationId xmlns:a16="http://schemas.microsoft.com/office/drawing/2014/main" id="{B9D58B78-C490-43BF-9405-3311D7E22518}"/>
              </a:ext>
            </a:extLst>
          </p:cNvPr>
          <p:cNvSpPr>
            <a:spLocks noGrp="1"/>
          </p:cNvSpPr>
          <p:nvPr/>
        </p:nvSpPr>
        <p:spPr>
          <a:xfrm>
            <a:off x="4291263" y="121819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1524_1">
            <a:extLst>
              <a:ext uri="{FF2B5EF4-FFF2-40B4-BE49-F238E27FC236}">
                <a16:creationId xmlns:a16="http://schemas.microsoft.com/office/drawing/2014/main" id="{91373B35-3297-437B-93F3-5E389C40EF11}"/>
              </a:ext>
            </a:extLst>
          </p:cNvPr>
          <p:cNvSpPr>
            <a:spLocks noGrp="1"/>
          </p:cNvSpPr>
          <p:nvPr/>
        </p:nvSpPr>
        <p:spPr>
          <a:xfrm>
            <a:off x="4291263" y="563980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1528_1">
            <a:extLst>
              <a:ext uri="{FF2B5EF4-FFF2-40B4-BE49-F238E27FC236}">
                <a16:creationId xmlns:a16="http://schemas.microsoft.com/office/drawing/2014/main" id="{591A4ADF-DE8D-49D6-B7EC-9B45923614A9}"/>
              </a:ext>
            </a:extLst>
          </p:cNvPr>
          <p:cNvSpPr>
            <a:spLocks noGrp="1"/>
          </p:cNvSpPr>
          <p:nvPr/>
        </p:nvSpPr>
        <p:spPr>
          <a:xfrm>
            <a:off x="4922921" y="121819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1532_1">
            <a:extLst>
              <a:ext uri="{FF2B5EF4-FFF2-40B4-BE49-F238E27FC236}">
                <a16:creationId xmlns:a16="http://schemas.microsoft.com/office/drawing/2014/main" id="{D51237B0-EE43-46BC-8980-CE411B41D9D6}"/>
              </a:ext>
            </a:extLst>
          </p:cNvPr>
          <p:cNvSpPr>
            <a:spLocks noGrp="1"/>
          </p:cNvSpPr>
          <p:nvPr/>
        </p:nvSpPr>
        <p:spPr>
          <a:xfrm>
            <a:off x="4922921" y="563980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1536_1">
            <a:extLst>
              <a:ext uri="{FF2B5EF4-FFF2-40B4-BE49-F238E27FC236}">
                <a16:creationId xmlns:a16="http://schemas.microsoft.com/office/drawing/2014/main" id="{3907656B-EE2A-4395-9AF3-001707E9F3EE}"/>
              </a:ext>
            </a:extLst>
          </p:cNvPr>
          <p:cNvSpPr>
            <a:spLocks noGrp="1"/>
          </p:cNvSpPr>
          <p:nvPr/>
        </p:nvSpPr>
        <p:spPr>
          <a:xfrm>
            <a:off x="5554579" y="121819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1540_1">
            <a:extLst>
              <a:ext uri="{FF2B5EF4-FFF2-40B4-BE49-F238E27FC236}">
                <a16:creationId xmlns:a16="http://schemas.microsoft.com/office/drawing/2014/main" id="{A23283D6-00F6-4573-8DBE-1F6D4631DCA2}"/>
              </a:ext>
            </a:extLst>
          </p:cNvPr>
          <p:cNvSpPr>
            <a:spLocks noGrp="1"/>
          </p:cNvSpPr>
          <p:nvPr/>
        </p:nvSpPr>
        <p:spPr>
          <a:xfrm>
            <a:off x="5554579" y="563980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1544_1">
            <a:extLst>
              <a:ext uri="{FF2B5EF4-FFF2-40B4-BE49-F238E27FC236}">
                <a16:creationId xmlns:a16="http://schemas.microsoft.com/office/drawing/2014/main" id="{B9D665EB-0FB6-458F-9E33-0A5919D8A975}"/>
              </a:ext>
            </a:extLst>
          </p:cNvPr>
          <p:cNvSpPr>
            <a:spLocks noGrp="1"/>
          </p:cNvSpPr>
          <p:nvPr/>
        </p:nvSpPr>
        <p:spPr>
          <a:xfrm>
            <a:off x="6186237" y="121819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1548_1">
            <a:extLst>
              <a:ext uri="{FF2B5EF4-FFF2-40B4-BE49-F238E27FC236}">
                <a16:creationId xmlns:a16="http://schemas.microsoft.com/office/drawing/2014/main" id="{03D1EBF9-689F-40E3-8E2C-0D4A2939B4B7}"/>
              </a:ext>
            </a:extLst>
          </p:cNvPr>
          <p:cNvSpPr>
            <a:spLocks noGrp="1"/>
          </p:cNvSpPr>
          <p:nvPr/>
        </p:nvSpPr>
        <p:spPr>
          <a:xfrm>
            <a:off x="6186237" y="563980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1552_1">
            <a:extLst>
              <a:ext uri="{FF2B5EF4-FFF2-40B4-BE49-F238E27FC236}">
                <a16:creationId xmlns:a16="http://schemas.microsoft.com/office/drawing/2014/main" id="{4A7B94D0-1FDA-4F16-AE65-05758BEBFC7C}"/>
              </a:ext>
            </a:extLst>
          </p:cNvPr>
          <p:cNvSpPr>
            <a:spLocks noGrp="1"/>
          </p:cNvSpPr>
          <p:nvPr/>
        </p:nvSpPr>
        <p:spPr>
          <a:xfrm>
            <a:off x="1764632" y="184985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1556_1">
            <a:extLst>
              <a:ext uri="{FF2B5EF4-FFF2-40B4-BE49-F238E27FC236}">
                <a16:creationId xmlns:a16="http://schemas.microsoft.com/office/drawing/2014/main" id="{F92909F4-A125-4A2A-ADC1-18606BC98C36}"/>
              </a:ext>
            </a:extLst>
          </p:cNvPr>
          <p:cNvSpPr>
            <a:spLocks noGrp="1"/>
          </p:cNvSpPr>
          <p:nvPr/>
        </p:nvSpPr>
        <p:spPr>
          <a:xfrm>
            <a:off x="6186237" y="184985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1560_1">
            <a:extLst>
              <a:ext uri="{FF2B5EF4-FFF2-40B4-BE49-F238E27FC236}">
                <a16:creationId xmlns:a16="http://schemas.microsoft.com/office/drawing/2014/main" id="{2BE4627C-24A8-4363-993C-2B155097F829}"/>
              </a:ext>
            </a:extLst>
          </p:cNvPr>
          <p:cNvSpPr>
            <a:spLocks noGrp="1"/>
          </p:cNvSpPr>
          <p:nvPr/>
        </p:nvSpPr>
        <p:spPr>
          <a:xfrm>
            <a:off x="1764632" y="248151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1564_1">
            <a:extLst>
              <a:ext uri="{FF2B5EF4-FFF2-40B4-BE49-F238E27FC236}">
                <a16:creationId xmlns:a16="http://schemas.microsoft.com/office/drawing/2014/main" id="{8CC9DBF6-CFE8-49A5-B4F4-9D223291AE25}"/>
              </a:ext>
            </a:extLst>
          </p:cNvPr>
          <p:cNvSpPr>
            <a:spLocks noGrp="1"/>
          </p:cNvSpPr>
          <p:nvPr/>
        </p:nvSpPr>
        <p:spPr>
          <a:xfrm>
            <a:off x="6186237" y="248151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1568_1">
            <a:extLst>
              <a:ext uri="{FF2B5EF4-FFF2-40B4-BE49-F238E27FC236}">
                <a16:creationId xmlns:a16="http://schemas.microsoft.com/office/drawing/2014/main" id="{F4484340-F174-4C41-91FE-0CDACA02A74A}"/>
              </a:ext>
            </a:extLst>
          </p:cNvPr>
          <p:cNvSpPr>
            <a:spLocks noGrp="1"/>
          </p:cNvSpPr>
          <p:nvPr/>
        </p:nvSpPr>
        <p:spPr>
          <a:xfrm>
            <a:off x="1764632" y="3113171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1572_1">
            <a:extLst>
              <a:ext uri="{FF2B5EF4-FFF2-40B4-BE49-F238E27FC236}">
                <a16:creationId xmlns:a16="http://schemas.microsoft.com/office/drawing/2014/main" id="{96C0DDE6-4E79-4A46-A3F2-7AFF35CC0B70}"/>
              </a:ext>
            </a:extLst>
          </p:cNvPr>
          <p:cNvSpPr>
            <a:spLocks noGrp="1"/>
          </p:cNvSpPr>
          <p:nvPr/>
        </p:nvSpPr>
        <p:spPr>
          <a:xfrm>
            <a:off x="6186237" y="3113171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1576_1">
            <a:extLst>
              <a:ext uri="{FF2B5EF4-FFF2-40B4-BE49-F238E27FC236}">
                <a16:creationId xmlns:a16="http://schemas.microsoft.com/office/drawing/2014/main" id="{B9F222D9-FC3C-40D6-A314-02AB9D95EEFF}"/>
              </a:ext>
            </a:extLst>
          </p:cNvPr>
          <p:cNvSpPr>
            <a:spLocks noGrp="1"/>
          </p:cNvSpPr>
          <p:nvPr/>
        </p:nvSpPr>
        <p:spPr>
          <a:xfrm>
            <a:off x="1764632" y="3744829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1580_1">
            <a:extLst>
              <a:ext uri="{FF2B5EF4-FFF2-40B4-BE49-F238E27FC236}">
                <a16:creationId xmlns:a16="http://schemas.microsoft.com/office/drawing/2014/main" id="{E4CE503C-336E-44B3-9024-01843E24338A}"/>
              </a:ext>
            </a:extLst>
          </p:cNvPr>
          <p:cNvSpPr>
            <a:spLocks noGrp="1"/>
          </p:cNvSpPr>
          <p:nvPr/>
        </p:nvSpPr>
        <p:spPr>
          <a:xfrm>
            <a:off x="6186237" y="3744829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1584_1">
            <a:extLst>
              <a:ext uri="{FF2B5EF4-FFF2-40B4-BE49-F238E27FC236}">
                <a16:creationId xmlns:a16="http://schemas.microsoft.com/office/drawing/2014/main" id="{2905D817-B332-42D0-BBD8-C1F37F7DD948}"/>
              </a:ext>
            </a:extLst>
          </p:cNvPr>
          <p:cNvSpPr>
            <a:spLocks noGrp="1"/>
          </p:cNvSpPr>
          <p:nvPr/>
        </p:nvSpPr>
        <p:spPr>
          <a:xfrm>
            <a:off x="1764632" y="437648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1588_1">
            <a:extLst>
              <a:ext uri="{FF2B5EF4-FFF2-40B4-BE49-F238E27FC236}">
                <a16:creationId xmlns:a16="http://schemas.microsoft.com/office/drawing/2014/main" id="{30E2394C-4BF4-44FF-AA8F-A1718A372CC0}"/>
              </a:ext>
            </a:extLst>
          </p:cNvPr>
          <p:cNvSpPr>
            <a:spLocks noGrp="1"/>
          </p:cNvSpPr>
          <p:nvPr/>
        </p:nvSpPr>
        <p:spPr>
          <a:xfrm>
            <a:off x="6186237" y="437648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1592_1">
            <a:extLst>
              <a:ext uri="{FF2B5EF4-FFF2-40B4-BE49-F238E27FC236}">
                <a16:creationId xmlns:a16="http://schemas.microsoft.com/office/drawing/2014/main" id="{D367DDBD-232E-4733-A243-66041E0645D3}"/>
              </a:ext>
            </a:extLst>
          </p:cNvPr>
          <p:cNvSpPr>
            <a:spLocks noGrp="1"/>
          </p:cNvSpPr>
          <p:nvPr/>
        </p:nvSpPr>
        <p:spPr>
          <a:xfrm>
            <a:off x="1764632" y="500814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1596_1">
            <a:extLst>
              <a:ext uri="{FF2B5EF4-FFF2-40B4-BE49-F238E27FC236}">
                <a16:creationId xmlns:a16="http://schemas.microsoft.com/office/drawing/2014/main" id="{8861AF3B-7D4B-41D3-9049-272083FC6A05}"/>
              </a:ext>
            </a:extLst>
          </p:cNvPr>
          <p:cNvSpPr>
            <a:spLocks noGrp="1"/>
          </p:cNvSpPr>
          <p:nvPr/>
        </p:nvSpPr>
        <p:spPr>
          <a:xfrm>
            <a:off x="6186237" y="500814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to1489_0_1">
            <a:extLst>
              <a:ext uri="{FF2B5EF4-FFF2-40B4-BE49-F238E27FC236}">
                <a16:creationId xmlns:a16="http://schemas.microsoft.com/office/drawing/2014/main" id="{C2307771-52AA-4318-9D0E-497E77E9C58C}"/>
              </a:ext>
            </a:extLst>
          </p:cNvPr>
          <p:cNvSpPr>
            <a:spLocks noGrp="1"/>
          </p:cNvSpPr>
          <p:nvPr/>
        </p:nvSpPr>
        <p:spPr>
          <a:xfrm>
            <a:off x="1869361" y="1322004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0" name="anim_to1493_0_1">
            <a:extLst>
              <a:ext uri="{FF2B5EF4-FFF2-40B4-BE49-F238E27FC236}">
                <a16:creationId xmlns:a16="http://schemas.microsoft.com/office/drawing/2014/main" id="{8F6E0829-05C0-4BC3-8063-65E94DCBA090}"/>
              </a:ext>
            </a:extLst>
          </p:cNvPr>
          <p:cNvSpPr>
            <a:spLocks noGrp="1"/>
          </p:cNvSpPr>
          <p:nvPr/>
        </p:nvSpPr>
        <p:spPr>
          <a:xfrm>
            <a:off x="1869361" y="574360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1" name="anim_to1497_0_1">
            <a:extLst>
              <a:ext uri="{FF2B5EF4-FFF2-40B4-BE49-F238E27FC236}">
                <a16:creationId xmlns:a16="http://schemas.microsoft.com/office/drawing/2014/main" id="{E80C83A8-2090-41EC-B86B-8C8606176A35}"/>
              </a:ext>
            </a:extLst>
          </p:cNvPr>
          <p:cNvSpPr>
            <a:spLocks noGrp="1"/>
          </p:cNvSpPr>
          <p:nvPr/>
        </p:nvSpPr>
        <p:spPr>
          <a:xfrm>
            <a:off x="2501019" y="1322004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2" name="anim_to1501_0_1">
            <a:extLst>
              <a:ext uri="{FF2B5EF4-FFF2-40B4-BE49-F238E27FC236}">
                <a16:creationId xmlns:a16="http://schemas.microsoft.com/office/drawing/2014/main" id="{0823C771-B8AB-4C7A-8E4D-4B5940EAFA6F}"/>
              </a:ext>
            </a:extLst>
          </p:cNvPr>
          <p:cNvSpPr>
            <a:spLocks noGrp="1"/>
          </p:cNvSpPr>
          <p:nvPr/>
        </p:nvSpPr>
        <p:spPr>
          <a:xfrm>
            <a:off x="2501019" y="574360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3" name="anim_to1505_0_1">
            <a:extLst>
              <a:ext uri="{FF2B5EF4-FFF2-40B4-BE49-F238E27FC236}">
                <a16:creationId xmlns:a16="http://schemas.microsoft.com/office/drawing/2014/main" id="{71977A0A-DF73-4AEE-82BF-5D671A1C4766}"/>
              </a:ext>
            </a:extLst>
          </p:cNvPr>
          <p:cNvSpPr>
            <a:spLocks noGrp="1"/>
          </p:cNvSpPr>
          <p:nvPr/>
        </p:nvSpPr>
        <p:spPr>
          <a:xfrm>
            <a:off x="3132677" y="1322004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4" name="anim_to1509_0_1">
            <a:extLst>
              <a:ext uri="{FF2B5EF4-FFF2-40B4-BE49-F238E27FC236}">
                <a16:creationId xmlns:a16="http://schemas.microsoft.com/office/drawing/2014/main" id="{80EA46A9-2043-4C7F-95BD-2FDED37749C6}"/>
              </a:ext>
            </a:extLst>
          </p:cNvPr>
          <p:cNvSpPr>
            <a:spLocks noGrp="1"/>
          </p:cNvSpPr>
          <p:nvPr/>
        </p:nvSpPr>
        <p:spPr>
          <a:xfrm>
            <a:off x="3132677" y="574360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5" name="anim_to1513_0_1">
            <a:extLst>
              <a:ext uri="{FF2B5EF4-FFF2-40B4-BE49-F238E27FC236}">
                <a16:creationId xmlns:a16="http://schemas.microsoft.com/office/drawing/2014/main" id="{609FEB7A-FF1A-45F8-8059-90AACC408A36}"/>
              </a:ext>
            </a:extLst>
          </p:cNvPr>
          <p:cNvSpPr>
            <a:spLocks noGrp="1"/>
          </p:cNvSpPr>
          <p:nvPr/>
        </p:nvSpPr>
        <p:spPr>
          <a:xfrm>
            <a:off x="3764335" y="1322004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6" name="anim_to1517_0_1">
            <a:extLst>
              <a:ext uri="{FF2B5EF4-FFF2-40B4-BE49-F238E27FC236}">
                <a16:creationId xmlns:a16="http://schemas.microsoft.com/office/drawing/2014/main" id="{50D9BEFE-D9EF-4E44-A780-9BCB8D66B6B5}"/>
              </a:ext>
            </a:extLst>
          </p:cNvPr>
          <p:cNvSpPr>
            <a:spLocks noGrp="1"/>
          </p:cNvSpPr>
          <p:nvPr/>
        </p:nvSpPr>
        <p:spPr>
          <a:xfrm>
            <a:off x="3764335" y="574360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7" name="anim_to1521_0_1">
            <a:extLst>
              <a:ext uri="{FF2B5EF4-FFF2-40B4-BE49-F238E27FC236}">
                <a16:creationId xmlns:a16="http://schemas.microsoft.com/office/drawing/2014/main" id="{F4583A96-8637-4280-B10E-75F492846788}"/>
              </a:ext>
            </a:extLst>
          </p:cNvPr>
          <p:cNvSpPr>
            <a:spLocks noGrp="1"/>
          </p:cNvSpPr>
          <p:nvPr/>
        </p:nvSpPr>
        <p:spPr>
          <a:xfrm>
            <a:off x="4395993" y="1322004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8" name="anim_to1525_0_1">
            <a:extLst>
              <a:ext uri="{FF2B5EF4-FFF2-40B4-BE49-F238E27FC236}">
                <a16:creationId xmlns:a16="http://schemas.microsoft.com/office/drawing/2014/main" id="{5B762146-271A-4DDB-9D65-CB893E24FB52}"/>
              </a:ext>
            </a:extLst>
          </p:cNvPr>
          <p:cNvSpPr>
            <a:spLocks noGrp="1"/>
          </p:cNvSpPr>
          <p:nvPr/>
        </p:nvSpPr>
        <p:spPr>
          <a:xfrm>
            <a:off x="4395993" y="574360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9" name="anim_to1529_0_1">
            <a:extLst>
              <a:ext uri="{FF2B5EF4-FFF2-40B4-BE49-F238E27FC236}">
                <a16:creationId xmlns:a16="http://schemas.microsoft.com/office/drawing/2014/main" id="{CB3BA74D-CAC9-43A1-9D2C-7862F73708BC}"/>
              </a:ext>
            </a:extLst>
          </p:cNvPr>
          <p:cNvSpPr>
            <a:spLocks noGrp="1"/>
          </p:cNvSpPr>
          <p:nvPr/>
        </p:nvSpPr>
        <p:spPr>
          <a:xfrm>
            <a:off x="5027651" y="1322004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0" name="anim_to1533_0_1">
            <a:extLst>
              <a:ext uri="{FF2B5EF4-FFF2-40B4-BE49-F238E27FC236}">
                <a16:creationId xmlns:a16="http://schemas.microsoft.com/office/drawing/2014/main" id="{C0D59D89-D140-4F68-96C1-15BF551AF0CA}"/>
              </a:ext>
            </a:extLst>
          </p:cNvPr>
          <p:cNvSpPr>
            <a:spLocks noGrp="1"/>
          </p:cNvSpPr>
          <p:nvPr/>
        </p:nvSpPr>
        <p:spPr>
          <a:xfrm>
            <a:off x="5027651" y="574360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1" name="anim_to1537_0_1">
            <a:extLst>
              <a:ext uri="{FF2B5EF4-FFF2-40B4-BE49-F238E27FC236}">
                <a16:creationId xmlns:a16="http://schemas.microsoft.com/office/drawing/2014/main" id="{9C038CD4-3D10-4F00-BC89-6CB0FBF21DE5}"/>
              </a:ext>
            </a:extLst>
          </p:cNvPr>
          <p:cNvSpPr>
            <a:spLocks noGrp="1"/>
          </p:cNvSpPr>
          <p:nvPr/>
        </p:nvSpPr>
        <p:spPr>
          <a:xfrm>
            <a:off x="5659309" y="1322004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2" name="anim_to1541_0_1">
            <a:extLst>
              <a:ext uri="{FF2B5EF4-FFF2-40B4-BE49-F238E27FC236}">
                <a16:creationId xmlns:a16="http://schemas.microsoft.com/office/drawing/2014/main" id="{8D4E2BC3-AF47-42A8-8CD2-5E43919229DF}"/>
              </a:ext>
            </a:extLst>
          </p:cNvPr>
          <p:cNvSpPr>
            <a:spLocks noGrp="1"/>
          </p:cNvSpPr>
          <p:nvPr/>
        </p:nvSpPr>
        <p:spPr>
          <a:xfrm>
            <a:off x="5659309" y="574360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3" name="anim_to1545_0_1">
            <a:extLst>
              <a:ext uri="{FF2B5EF4-FFF2-40B4-BE49-F238E27FC236}">
                <a16:creationId xmlns:a16="http://schemas.microsoft.com/office/drawing/2014/main" id="{040A3FD4-2023-46A9-8953-F51D7AE88A5C}"/>
              </a:ext>
            </a:extLst>
          </p:cNvPr>
          <p:cNvSpPr>
            <a:spLocks noGrp="1"/>
          </p:cNvSpPr>
          <p:nvPr/>
        </p:nvSpPr>
        <p:spPr>
          <a:xfrm>
            <a:off x="6290967" y="1322004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4" name="anim_to1549_0_1">
            <a:extLst>
              <a:ext uri="{FF2B5EF4-FFF2-40B4-BE49-F238E27FC236}">
                <a16:creationId xmlns:a16="http://schemas.microsoft.com/office/drawing/2014/main" id="{56EB9AF3-DF3C-4318-A21A-6F38EE280962}"/>
              </a:ext>
            </a:extLst>
          </p:cNvPr>
          <p:cNvSpPr>
            <a:spLocks noGrp="1"/>
          </p:cNvSpPr>
          <p:nvPr/>
        </p:nvSpPr>
        <p:spPr>
          <a:xfrm>
            <a:off x="6290967" y="574360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5" name="anim_to1553_0_1">
            <a:extLst>
              <a:ext uri="{FF2B5EF4-FFF2-40B4-BE49-F238E27FC236}">
                <a16:creationId xmlns:a16="http://schemas.microsoft.com/office/drawing/2014/main" id="{5A250EAC-413E-4C0D-87A2-CCDF8848CFC8}"/>
              </a:ext>
            </a:extLst>
          </p:cNvPr>
          <p:cNvSpPr>
            <a:spLocks noGrp="1"/>
          </p:cNvSpPr>
          <p:nvPr/>
        </p:nvSpPr>
        <p:spPr>
          <a:xfrm>
            <a:off x="1869361" y="1953662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6" name="anim_to1557_0_1">
            <a:extLst>
              <a:ext uri="{FF2B5EF4-FFF2-40B4-BE49-F238E27FC236}">
                <a16:creationId xmlns:a16="http://schemas.microsoft.com/office/drawing/2014/main" id="{AB371EE1-7576-471F-80B2-68B709E8E33B}"/>
              </a:ext>
            </a:extLst>
          </p:cNvPr>
          <p:cNvSpPr>
            <a:spLocks noGrp="1"/>
          </p:cNvSpPr>
          <p:nvPr/>
        </p:nvSpPr>
        <p:spPr>
          <a:xfrm>
            <a:off x="6290967" y="1953662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7" name="anim_to1561_0_1">
            <a:extLst>
              <a:ext uri="{FF2B5EF4-FFF2-40B4-BE49-F238E27FC236}">
                <a16:creationId xmlns:a16="http://schemas.microsoft.com/office/drawing/2014/main" id="{7DCB4F15-69F6-4BBA-9F7D-62E796A0B1A6}"/>
              </a:ext>
            </a:extLst>
          </p:cNvPr>
          <p:cNvSpPr>
            <a:spLocks noGrp="1"/>
          </p:cNvSpPr>
          <p:nvPr/>
        </p:nvSpPr>
        <p:spPr>
          <a:xfrm>
            <a:off x="1869361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8" name="anim_to1565_0_1">
            <a:extLst>
              <a:ext uri="{FF2B5EF4-FFF2-40B4-BE49-F238E27FC236}">
                <a16:creationId xmlns:a16="http://schemas.microsoft.com/office/drawing/2014/main" id="{E7C49F76-8920-4AA8-BB43-FB107A00BFB6}"/>
              </a:ext>
            </a:extLst>
          </p:cNvPr>
          <p:cNvSpPr>
            <a:spLocks noGrp="1"/>
          </p:cNvSpPr>
          <p:nvPr/>
        </p:nvSpPr>
        <p:spPr>
          <a:xfrm>
            <a:off x="6290967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9" name="anim_to1569_0_1">
            <a:extLst>
              <a:ext uri="{FF2B5EF4-FFF2-40B4-BE49-F238E27FC236}">
                <a16:creationId xmlns:a16="http://schemas.microsoft.com/office/drawing/2014/main" id="{775907A1-4DB9-4F1E-8BF7-8CDF98A2A5A0}"/>
              </a:ext>
            </a:extLst>
          </p:cNvPr>
          <p:cNvSpPr>
            <a:spLocks noGrp="1"/>
          </p:cNvSpPr>
          <p:nvPr/>
        </p:nvSpPr>
        <p:spPr>
          <a:xfrm>
            <a:off x="1869361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0" name="anim_to1573_0_1">
            <a:extLst>
              <a:ext uri="{FF2B5EF4-FFF2-40B4-BE49-F238E27FC236}">
                <a16:creationId xmlns:a16="http://schemas.microsoft.com/office/drawing/2014/main" id="{380A65E7-1299-4AE5-BC67-D6D5ADDD24C7}"/>
              </a:ext>
            </a:extLst>
          </p:cNvPr>
          <p:cNvSpPr>
            <a:spLocks noGrp="1"/>
          </p:cNvSpPr>
          <p:nvPr/>
        </p:nvSpPr>
        <p:spPr>
          <a:xfrm>
            <a:off x="6290967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1" name="anim_to1577_0_1">
            <a:extLst>
              <a:ext uri="{FF2B5EF4-FFF2-40B4-BE49-F238E27FC236}">
                <a16:creationId xmlns:a16="http://schemas.microsoft.com/office/drawing/2014/main" id="{D3487A8F-C2E4-43C2-8974-E0C125BE2ABA}"/>
              </a:ext>
            </a:extLst>
          </p:cNvPr>
          <p:cNvSpPr>
            <a:spLocks noGrp="1"/>
          </p:cNvSpPr>
          <p:nvPr/>
        </p:nvSpPr>
        <p:spPr>
          <a:xfrm>
            <a:off x="1869361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2" name="anim_to1581_0_1">
            <a:extLst>
              <a:ext uri="{FF2B5EF4-FFF2-40B4-BE49-F238E27FC236}">
                <a16:creationId xmlns:a16="http://schemas.microsoft.com/office/drawing/2014/main" id="{47A0209E-C20D-465C-BCCB-474F3E320218}"/>
              </a:ext>
            </a:extLst>
          </p:cNvPr>
          <p:cNvSpPr>
            <a:spLocks noGrp="1"/>
          </p:cNvSpPr>
          <p:nvPr/>
        </p:nvSpPr>
        <p:spPr>
          <a:xfrm>
            <a:off x="6290967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3" name="anim_to1585_0_1">
            <a:extLst>
              <a:ext uri="{FF2B5EF4-FFF2-40B4-BE49-F238E27FC236}">
                <a16:creationId xmlns:a16="http://schemas.microsoft.com/office/drawing/2014/main" id="{00C8021E-1E97-4F1A-89BF-ACE5A7F1C5D3}"/>
              </a:ext>
            </a:extLst>
          </p:cNvPr>
          <p:cNvSpPr>
            <a:spLocks noGrp="1"/>
          </p:cNvSpPr>
          <p:nvPr/>
        </p:nvSpPr>
        <p:spPr>
          <a:xfrm>
            <a:off x="1869361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4" name="anim_to1589_0_1">
            <a:extLst>
              <a:ext uri="{FF2B5EF4-FFF2-40B4-BE49-F238E27FC236}">
                <a16:creationId xmlns:a16="http://schemas.microsoft.com/office/drawing/2014/main" id="{49539DCA-C840-428C-A0F1-7497A7565E66}"/>
              </a:ext>
            </a:extLst>
          </p:cNvPr>
          <p:cNvSpPr>
            <a:spLocks noGrp="1"/>
          </p:cNvSpPr>
          <p:nvPr/>
        </p:nvSpPr>
        <p:spPr>
          <a:xfrm>
            <a:off x="6290967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5" name="anim_to1593_0_1">
            <a:extLst>
              <a:ext uri="{FF2B5EF4-FFF2-40B4-BE49-F238E27FC236}">
                <a16:creationId xmlns:a16="http://schemas.microsoft.com/office/drawing/2014/main" id="{48A0E3AC-7454-4E9C-8323-7672D8C8B4F8}"/>
              </a:ext>
            </a:extLst>
          </p:cNvPr>
          <p:cNvSpPr>
            <a:spLocks noGrp="1"/>
          </p:cNvSpPr>
          <p:nvPr/>
        </p:nvSpPr>
        <p:spPr>
          <a:xfrm>
            <a:off x="1869361" y="511195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6" name="anim_to1597_0_1">
            <a:extLst>
              <a:ext uri="{FF2B5EF4-FFF2-40B4-BE49-F238E27FC236}">
                <a16:creationId xmlns:a16="http://schemas.microsoft.com/office/drawing/2014/main" id="{89E237B3-0700-420C-BAC7-98F2089B6282}"/>
              </a:ext>
            </a:extLst>
          </p:cNvPr>
          <p:cNvSpPr>
            <a:spLocks noGrp="1"/>
          </p:cNvSpPr>
          <p:nvPr/>
        </p:nvSpPr>
        <p:spPr>
          <a:xfrm>
            <a:off x="6290967" y="511195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7" name="anim_o651_1">
            <a:extLst>
              <a:ext uri="{FF2B5EF4-FFF2-40B4-BE49-F238E27FC236}">
                <a16:creationId xmlns:a16="http://schemas.microsoft.com/office/drawing/2014/main" id="{72821FEB-3D8F-421C-AF22-67492DD04658}"/>
              </a:ext>
            </a:extLst>
          </p:cNvPr>
          <p:cNvSpPr>
            <a:spLocks noGrp="1"/>
          </p:cNvSpPr>
          <p:nvPr/>
        </p:nvSpPr>
        <p:spPr>
          <a:xfrm>
            <a:off x="2396289" y="184985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" name="anim_o655_1">
            <a:extLst>
              <a:ext uri="{FF2B5EF4-FFF2-40B4-BE49-F238E27FC236}">
                <a16:creationId xmlns:a16="http://schemas.microsoft.com/office/drawing/2014/main" id="{42F4CBBE-B535-4646-9422-35E74C0DB55A}"/>
              </a:ext>
            </a:extLst>
          </p:cNvPr>
          <p:cNvSpPr>
            <a:spLocks noGrp="1"/>
          </p:cNvSpPr>
          <p:nvPr/>
        </p:nvSpPr>
        <p:spPr>
          <a:xfrm>
            <a:off x="3027947" y="184985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o659_1">
            <a:extLst>
              <a:ext uri="{FF2B5EF4-FFF2-40B4-BE49-F238E27FC236}">
                <a16:creationId xmlns:a16="http://schemas.microsoft.com/office/drawing/2014/main" id="{4D18D87B-D91E-4600-B0E9-638D1D66B4C1}"/>
              </a:ext>
            </a:extLst>
          </p:cNvPr>
          <p:cNvSpPr>
            <a:spLocks noGrp="1"/>
          </p:cNvSpPr>
          <p:nvPr/>
        </p:nvSpPr>
        <p:spPr>
          <a:xfrm>
            <a:off x="3659605" y="184985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0" name="anim_o663_1">
            <a:extLst>
              <a:ext uri="{FF2B5EF4-FFF2-40B4-BE49-F238E27FC236}">
                <a16:creationId xmlns:a16="http://schemas.microsoft.com/office/drawing/2014/main" id="{09E9E5A5-F86C-48F5-8CCE-F01D2FBAA00D}"/>
              </a:ext>
            </a:extLst>
          </p:cNvPr>
          <p:cNvSpPr>
            <a:spLocks noGrp="1"/>
          </p:cNvSpPr>
          <p:nvPr/>
        </p:nvSpPr>
        <p:spPr>
          <a:xfrm>
            <a:off x="4291263" y="184985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" name="anim_o667_1">
            <a:extLst>
              <a:ext uri="{FF2B5EF4-FFF2-40B4-BE49-F238E27FC236}">
                <a16:creationId xmlns:a16="http://schemas.microsoft.com/office/drawing/2014/main" id="{760E7CA2-16CB-4017-86EC-43B3F1496753}"/>
              </a:ext>
            </a:extLst>
          </p:cNvPr>
          <p:cNvSpPr>
            <a:spLocks noGrp="1"/>
          </p:cNvSpPr>
          <p:nvPr/>
        </p:nvSpPr>
        <p:spPr>
          <a:xfrm>
            <a:off x="4922921" y="184985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2" name="anim_o671_1">
            <a:extLst>
              <a:ext uri="{FF2B5EF4-FFF2-40B4-BE49-F238E27FC236}">
                <a16:creationId xmlns:a16="http://schemas.microsoft.com/office/drawing/2014/main" id="{22D49DFF-95A3-4371-8464-213D0A506EDD}"/>
              </a:ext>
            </a:extLst>
          </p:cNvPr>
          <p:cNvSpPr>
            <a:spLocks noGrp="1"/>
          </p:cNvSpPr>
          <p:nvPr/>
        </p:nvSpPr>
        <p:spPr>
          <a:xfrm>
            <a:off x="5554579" y="184985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3" name="anim_o675_1">
            <a:extLst>
              <a:ext uri="{FF2B5EF4-FFF2-40B4-BE49-F238E27FC236}">
                <a16:creationId xmlns:a16="http://schemas.microsoft.com/office/drawing/2014/main" id="{515C54D3-83BE-4348-A345-D7EF87FE111F}"/>
              </a:ext>
            </a:extLst>
          </p:cNvPr>
          <p:cNvSpPr>
            <a:spLocks noGrp="1"/>
          </p:cNvSpPr>
          <p:nvPr/>
        </p:nvSpPr>
        <p:spPr>
          <a:xfrm>
            <a:off x="2396289" y="248151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4" name="anim_o679_1">
            <a:extLst>
              <a:ext uri="{FF2B5EF4-FFF2-40B4-BE49-F238E27FC236}">
                <a16:creationId xmlns:a16="http://schemas.microsoft.com/office/drawing/2014/main" id="{C09D79EA-06E2-4445-8764-AE67940BE36E}"/>
              </a:ext>
            </a:extLst>
          </p:cNvPr>
          <p:cNvSpPr>
            <a:spLocks noGrp="1"/>
          </p:cNvSpPr>
          <p:nvPr/>
        </p:nvSpPr>
        <p:spPr>
          <a:xfrm>
            <a:off x="3027947" y="248151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5" name="anim_o683_1">
            <a:extLst>
              <a:ext uri="{FF2B5EF4-FFF2-40B4-BE49-F238E27FC236}">
                <a16:creationId xmlns:a16="http://schemas.microsoft.com/office/drawing/2014/main" id="{84C8272D-342D-4A70-8E61-B2837ADDE44C}"/>
              </a:ext>
            </a:extLst>
          </p:cNvPr>
          <p:cNvSpPr>
            <a:spLocks noGrp="1"/>
          </p:cNvSpPr>
          <p:nvPr/>
        </p:nvSpPr>
        <p:spPr>
          <a:xfrm>
            <a:off x="3659605" y="248151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6" name="anim_o687_1">
            <a:extLst>
              <a:ext uri="{FF2B5EF4-FFF2-40B4-BE49-F238E27FC236}">
                <a16:creationId xmlns:a16="http://schemas.microsoft.com/office/drawing/2014/main" id="{D75FAE31-5970-44A7-A3E5-9FA95F550831}"/>
              </a:ext>
            </a:extLst>
          </p:cNvPr>
          <p:cNvSpPr>
            <a:spLocks noGrp="1"/>
          </p:cNvSpPr>
          <p:nvPr/>
        </p:nvSpPr>
        <p:spPr>
          <a:xfrm>
            <a:off x="4291263" y="248151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7" name="anim_o691_1">
            <a:extLst>
              <a:ext uri="{FF2B5EF4-FFF2-40B4-BE49-F238E27FC236}">
                <a16:creationId xmlns:a16="http://schemas.microsoft.com/office/drawing/2014/main" id="{CE22DE9F-88B8-45AE-9A71-A28CFAB5AB8B}"/>
              </a:ext>
            </a:extLst>
          </p:cNvPr>
          <p:cNvSpPr>
            <a:spLocks noGrp="1"/>
          </p:cNvSpPr>
          <p:nvPr/>
        </p:nvSpPr>
        <p:spPr>
          <a:xfrm>
            <a:off x="4922921" y="248151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8" name="anim_o695_1">
            <a:extLst>
              <a:ext uri="{FF2B5EF4-FFF2-40B4-BE49-F238E27FC236}">
                <a16:creationId xmlns:a16="http://schemas.microsoft.com/office/drawing/2014/main" id="{127505DD-A908-4283-80BD-191A327E5110}"/>
              </a:ext>
            </a:extLst>
          </p:cNvPr>
          <p:cNvSpPr>
            <a:spLocks noGrp="1"/>
          </p:cNvSpPr>
          <p:nvPr/>
        </p:nvSpPr>
        <p:spPr>
          <a:xfrm>
            <a:off x="5554579" y="2481513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9" name="anim_o699_1">
            <a:extLst>
              <a:ext uri="{FF2B5EF4-FFF2-40B4-BE49-F238E27FC236}">
                <a16:creationId xmlns:a16="http://schemas.microsoft.com/office/drawing/2014/main" id="{7B70F2CB-ED45-4BFE-BB26-AA32CE371AED}"/>
              </a:ext>
            </a:extLst>
          </p:cNvPr>
          <p:cNvSpPr>
            <a:spLocks noGrp="1"/>
          </p:cNvSpPr>
          <p:nvPr/>
        </p:nvSpPr>
        <p:spPr>
          <a:xfrm>
            <a:off x="2396289" y="3113171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0" name="anim_o703_1">
            <a:extLst>
              <a:ext uri="{FF2B5EF4-FFF2-40B4-BE49-F238E27FC236}">
                <a16:creationId xmlns:a16="http://schemas.microsoft.com/office/drawing/2014/main" id="{90158564-74E3-427D-9B9C-B39C58DB1BEE}"/>
              </a:ext>
            </a:extLst>
          </p:cNvPr>
          <p:cNvSpPr>
            <a:spLocks noGrp="1"/>
          </p:cNvSpPr>
          <p:nvPr/>
        </p:nvSpPr>
        <p:spPr>
          <a:xfrm>
            <a:off x="3027947" y="3113171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1" name="anim_o707_1">
            <a:extLst>
              <a:ext uri="{FF2B5EF4-FFF2-40B4-BE49-F238E27FC236}">
                <a16:creationId xmlns:a16="http://schemas.microsoft.com/office/drawing/2014/main" id="{4F507BA5-853F-4144-926B-C7BAF73C54F3}"/>
              </a:ext>
            </a:extLst>
          </p:cNvPr>
          <p:cNvSpPr>
            <a:spLocks noGrp="1"/>
          </p:cNvSpPr>
          <p:nvPr/>
        </p:nvSpPr>
        <p:spPr>
          <a:xfrm>
            <a:off x="3659605" y="3113171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2" name="anim_o711_1">
            <a:extLst>
              <a:ext uri="{FF2B5EF4-FFF2-40B4-BE49-F238E27FC236}">
                <a16:creationId xmlns:a16="http://schemas.microsoft.com/office/drawing/2014/main" id="{F98227F5-44EC-455C-8703-27D4EDE00442}"/>
              </a:ext>
            </a:extLst>
          </p:cNvPr>
          <p:cNvSpPr>
            <a:spLocks noGrp="1"/>
          </p:cNvSpPr>
          <p:nvPr/>
        </p:nvSpPr>
        <p:spPr>
          <a:xfrm>
            <a:off x="4291263" y="3113171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3" name="anim_o715_1">
            <a:extLst>
              <a:ext uri="{FF2B5EF4-FFF2-40B4-BE49-F238E27FC236}">
                <a16:creationId xmlns:a16="http://schemas.microsoft.com/office/drawing/2014/main" id="{CCA40128-40E7-4A74-91E5-6342C9E9F1B0}"/>
              </a:ext>
            </a:extLst>
          </p:cNvPr>
          <p:cNvSpPr>
            <a:spLocks noGrp="1"/>
          </p:cNvSpPr>
          <p:nvPr/>
        </p:nvSpPr>
        <p:spPr>
          <a:xfrm>
            <a:off x="4922921" y="3113171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4" name="anim_o719_1">
            <a:extLst>
              <a:ext uri="{FF2B5EF4-FFF2-40B4-BE49-F238E27FC236}">
                <a16:creationId xmlns:a16="http://schemas.microsoft.com/office/drawing/2014/main" id="{6877F74C-4AD4-4AD8-A120-9192657E32DE}"/>
              </a:ext>
            </a:extLst>
          </p:cNvPr>
          <p:cNvSpPr>
            <a:spLocks noGrp="1"/>
          </p:cNvSpPr>
          <p:nvPr/>
        </p:nvSpPr>
        <p:spPr>
          <a:xfrm>
            <a:off x="5554579" y="3113171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5" name="anim_o723_1">
            <a:extLst>
              <a:ext uri="{FF2B5EF4-FFF2-40B4-BE49-F238E27FC236}">
                <a16:creationId xmlns:a16="http://schemas.microsoft.com/office/drawing/2014/main" id="{5B6D5992-B1A4-4EC5-A697-2B90EED0D2CF}"/>
              </a:ext>
            </a:extLst>
          </p:cNvPr>
          <p:cNvSpPr>
            <a:spLocks noGrp="1"/>
          </p:cNvSpPr>
          <p:nvPr/>
        </p:nvSpPr>
        <p:spPr>
          <a:xfrm>
            <a:off x="2396289" y="3744829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6" name="anim_o727_1">
            <a:extLst>
              <a:ext uri="{FF2B5EF4-FFF2-40B4-BE49-F238E27FC236}">
                <a16:creationId xmlns:a16="http://schemas.microsoft.com/office/drawing/2014/main" id="{1AE2FA8E-0293-4DD9-99F1-A1A5051EC624}"/>
              </a:ext>
            </a:extLst>
          </p:cNvPr>
          <p:cNvSpPr>
            <a:spLocks noGrp="1"/>
          </p:cNvSpPr>
          <p:nvPr/>
        </p:nvSpPr>
        <p:spPr>
          <a:xfrm>
            <a:off x="3027947" y="3744829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7" name="anim_o731_1">
            <a:extLst>
              <a:ext uri="{FF2B5EF4-FFF2-40B4-BE49-F238E27FC236}">
                <a16:creationId xmlns:a16="http://schemas.microsoft.com/office/drawing/2014/main" id="{0DA81C4C-B913-45C3-8FE8-F44999B375B1}"/>
              </a:ext>
            </a:extLst>
          </p:cNvPr>
          <p:cNvSpPr>
            <a:spLocks noGrp="1"/>
          </p:cNvSpPr>
          <p:nvPr/>
        </p:nvSpPr>
        <p:spPr>
          <a:xfrm>
            <a:off x="3659605" y="3744829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8" name="anim_o735_1">
            <a:extLst>
              <a:ext uri="{FF2B5EF4-FFF2-40B4-BE49-F238E27FC236}">
                <a16:creationId xmlns:a16="http://schemas.microsoft.com/office/drawing/2014/main" id="{25C5EDB3-3894-4605-AA1D-6647FF6E83B0}"/>
              </a:ext>
            </a:extLst>
          </p:cNvPr>
          <p:cNvSpPr>
            <a:spLocks noGrp="1"/>
          </p:cNvSpPr>
          <p:nvPr/>
        </p:nvSpPr>
        <p:spPr>
          <a:xfrm>
            <a:off x="4291263" y="3744829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9" name="anim_o739_1">
            <a:extLst>
              <a:ext uri="{FF2B5EF4-FFF2-40B4-BE49-F238E27FC236}">
                <a16:creationId xmlns:a16="http://schemas.microsoft.com/office/drawing/2014/main" id="{4C3354FE-614F-44A2-A89E-046B371F37B3}"/>
              </a:ext>
            </a:extLst>
          </p:cNvPr>
          <p:cNvSpPr>
            <a:spLocks noGrp="1"/>
          </p:cNvSpPr>
          <p:nvPr/>
        </p:nvSpPr>
        <p:spPr>
          <a:xfrm>
            <a:off x="4922921" y="3744829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0" name="anim_o743_1">
            <a:extLst>
              <a:ext uri="{FF2B5EF4-FFF2-40B4-BE49-F238E27FC236}">
                <a16:creationId xmlns:a16="http://schemas.microsoft.com/office/drawing/2014/main" id="{0B142C39-34FA-400F-9AD4-964298933FBE}"/>
              </a:ext>
            </a:extLst>
          </p:cNvPr>
          <p:cNvSpPr>
            <a:spLocks noGrp="1"/>
          </p:cNvSpPr>
          <p:nvPr/>
        </p:nvSpPr>
        <p:spPr>
          <a:xfrm>
            <a:off x="5554579" y="3744829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1" name="anim_o747_1">
            <a:extLst>
              <a:ext uri="{FF2B5EF4-FFF2-40B4-BE49-F238E27FC236}">
                <a16:creationId xmlns:a16="http://schemas.microsoft.com/office/drawing/2014/main" id="{C01AEB0F-BAF9-4C15-A00F-FAB16489D263}"/>
              </a:ext>
            </a:extLst>
          </p:cNvPr>
          <p:cNvSpPr>
            <a:spLocks noGrp="1"/>
          </p:cNvSpPr>
          <p:nvPr/>
        </p:nvSpPr>
        <p:spPr>
          <a:xfrm>
            <a:off x="2396289" y="437648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2" name="anim_o751_1">
            <a:extLst>
              <a:ext uri="{FF2B5EF4-FFF2-40B4-BE49-F238E27FC236}">
                <a16:creationId xmlns:a16="http://schemas.microsoft.com/office/drawing/2014/main" id="{D9802B57-354D-4580-8B60-5F7B40E9C7A2}"/>
              </a:ext>
            </a:extLst>
          </p:cNvPr>
          <p:cNvSpPr>
            <a:spLocks noGrp="1"/>
          </p:cNvSpPr>
          <p:nvPr/>
        </p:nvSpPr>
        <p:spPr>
          <a:xfrm>
            <a:off x="3027947" y="437648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3" name="anim_o755_1">
            <a:extLst>
              <a:ext uri="{FF2B5EF4-FFF2-40B4-BE49-F238E27FC236}">
                <a16:creationId xmlns:a16="http://schemas.microsoft.com/office/drawing/2014/main" id="{BEF3E54B-BD05-44D6-AF21-FDA217DFD25B}"/>
              </a:ext>
            </a:extLst>
          </p:cNvPr>
          <p:cNvSpPr>
            <a:spLocks noGrp="1"/>
          </p:cNvSpPr>
          <p:nvPr/>
        </p:nvSpPr>
        <p:spPr>
          <a:xfrm>
            <a:off x="3659605" y="437648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4" name="anim_o759_1">
            <a:extLst>
              <a:ext uri="{FF2B5EF4-FFF2-40B4-BE49-F238E27FC236}">
                <a16:creationId xmlns:a16="http://schemas.microsoft.com/office/drawing/2014/main" id="{939D0A51-4BB0-4ADD-9446-294359245E65}"/>
              </a:ext>
            </a:extLst>
          </p:cNvPr>
          <p:cNvSpPr>
            <a:spLocks noGrp="1"/>
          </p:cNvSpPr>
          <p:nvPr/>
        </p:nvSpPr>
        <p:spPr>
          <a:xfrm>
            <a:off x="4291263" y="437648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5" name="anim_o763_1">
            <a:extLst>
              <a:ext uri="{FF2B5EF4-FFF2-40B4-BE49-F238E27FC236}">
                <a16:creationId xmlns:a16="http://schemas.microsoft.com/office/drawing/2014/main" id="{65670C4F-8E83-4099-8372-DBF5DBAC2BAF}"/>
              </a:ext>
            </a:extLst>
          </p:cNvPr>
          <p:cNvSpPr>
            <a:spLocks noGrp="1"/>
          </p:cNvSpPr>
          <p:nvPr/>
        </p:nvSpPr>
        <p:spPr>
          <a:xfrm>
            <a:off x="4922921" y="437648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6" name="anim_o767_1">
            <a:extLst>
              <a:ext uri="{FF2B5EF4-FFF2-40B4-BE49-F238E27FC236}">
                <a16:creationId xmlns:a16="http://schemas.microsoft.com/office/drawing/2014/main" id="{A3F5A649-8EFA-4ED5-AB30-A2AC7A93EB20}"/>
              </a:ext>
            </a:extLst>
          </p:cNvPr>
          <p:cNvSpPr>
            <a:spLocks noGrp="1"/>
          </p:cNvSpPr>
          <p:nvPr/>
        </p:nvSpPr>
        <p:spPr>
          <a:xfrm>
            <a:off x="5554579" y="4376487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7" name="anim_o771_1">
            <a:extLst>
              <a:ext uri="{FF2B5EF4-FFF2-40B4-BE49-F238E27FC236}">
                <a16:creationId xmlns:a16="http://schemas.microsoft.com/office/drawing/2014/main" id="{DCBB49B7-1B89-4575-B236-5BFBE14324A6}"/>
              </a:ext>
            </a:extLst>
          </p:cNvPr>
          <p:cNvSpPr>
            <a:spLocks noGrp="1"/>
          </p:cNvSpPr>
          <p:nvPr/>
        </p:nvSpPr>
        <p:spPr>
          <a:xfrm>
            <a:off x="2396289" y="500814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8" name="anim_o775_1">
            <a:extLst>
              <a:ext uri="{FF2B5EF4-FFF2-40B4-BE49-F238E27FC236}">
                <a16:creationId xmlns:a16="http://schemas.microsoft.com/office/drawing/2014/main" id="{1D30C37B-A595-413B-8C66-E1DB7C77E346}"/>
              </a:ext>
            </a:extLst>
          </p:cNvPr>
          <p:cNvSpPr>
            <a:spLocks noGrp="1"/>
          </p:cNvSpPr>
          <p:nvPr/>
        </p:nvSpPr>
        <p:spPr>
          <a:xfrm>
            <a:off x="3027947" y="500814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9" name="anim_o779_1">
            <a:extLst>
              <a:ext uri="{FF2B5EF4-FFF2-40B4-BE49-F238E27FC236}">
                <a16:creationId xmlns:a16="http://schemas.microsoft.com/office/drawing/2014/main" id="{118CA5E4-E18B-4C9F-AD8B-274DF0DF1751}"/>
              </a:ext>
            </a:extLst>
          </p:cNvPr>
          <p:cNvSpPr>
            <a:spLocks noGrp="1"/>
          </p:cNvSpPr>
          <p:nvPr/>
        </p:nvSpPr>
        <p:spPr>
          <a:xfrm>
            <a:off x="3659605" y="500814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0" name="anim_o783_1">
            <a:extLst>
              <a:ext uri="{FF2B5EF4-FFF2-40B4-BE49-F238E27FC236}">
                <a16:creationId xmlns:a16="http://schemas.microsoft.com/office/drawing/2014/main" id="{3C632C11-325C-4EAC-8E94-DEC5AED397C3}"/>
              </a:ext>
            </a:extLst>
          </p:cNvPr>
          <p:cNvSpPr>
            <a:spLocks noGrp="1"/>
          </p:cNvSpPr>
          <p:nvPr/>
        </p:nvSpPr>
        <p:spPr>
          <a:xfrm>
            <a:off x="4291263" y="500814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1" name="anim_o787_1">
            <a:extLst>
              <a:ext uri="{FF2B5EF4-FFF2-40B4-BE49-F238E27FC236}">
                <a16:creationId xmlns:a16="http://schemas.microsoft.com/office/drawing/2014/main" id="{57C8926E-CC17-4EE6-9988-24290CF69B12}"/>
              </a:ext>
            </a:extLst>
          </p:cNvPr>
          <p:cNvSpPr>
            <a:spLocks noGrp="1"/>
          </p:cNvSpPr>
          <p:nvPr/>
        </p:nvSpPr>
        <p:spPr>
          <a:xfrm>
            <a:off x="4922921" y="500814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2" name="anim_o791_1">
            <a:extLst>
              <a:ext uri="{FF2B5EF4-FFF2-40B4-BE49-F238E27FC236}">
                <a16:creationId xmlns:a16="http://schemas.microsoft.com/office/drawing/2014/main" id="{7761BA6B-52D5-4694-A0C5-5C5980ED406D}"/>
              </a:ext>
            </a:extLst>
          </p:cNvPr>
          <p:cNvSpPr>
            <a:spLocks noGrp="1"/>
          </p:cNvSpPr>
          <p:nvPr/>
        </p:nvSpPr>
        <p:spPr>
          <a:xfrm>
            <a:off x="5554579" y="5008145"/>
            <a:ext cx="631658" cy="6316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3" name="anim_to652_0_1">
            <a:extLst>
              <a:ext uri="{FF2B5EF4-FFF2-40B4-BE49-F238E27FC236}">
                <a16:creationId xmlns:a16="http://schemas.microsoft.com/office/drawing/2014/main" id="{5757491E-AF19-4A5D-B2B0-E4B167B932AA}"/>
              </a:ext>
            </a:extLst>
          </p:cNvPr>
          <p:cNvSpPr>
            <a:spLocks noGrp="1"/>
          </p:cNvSpPr>
          <p:nvPr/>
        </p:nvSpPr>
        <p:spPr>
          <a:xfrm>
            <a:off x="2501019" y="1953662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94" name="anim_to656_0_1">
            <a:extLst>
              <a:ext uri="{FF2B5EF4-FFF2-40B4-BE49-F238E27FC236}">
                <a16:creationId xmlns:a16="http://schemas.microsoft.com/office/drawing/2014/main" id="{5A6A1F96-9774-4BF4-A5C9-7810039B21A4}"/>
              </a:ext>
            </a:extLst>
          </p:cNvPr>
          <p:cNvSpPr>
            <a:spLocks noGrp="1"/>
          </p:cNvSpPr>
          <p:nvPr/>
        </p:nvSpPr>
        <p:spPr>
          <a:xfrm>
            <a:off x="3132677" y="1953662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95" name="anim_to660_0_1">
            <a:extLst>
              <a:ext uri="{FF2B5EF4-FFF2-40B4-BE49-F238E27FC236}">
                <a16:creationId xmlns:a16="http://schemas.microsoft.com/office/drawing/2014/main" id="{973C68B4-1A6F-4452-BB8B-29E909BCECC3}"/>
              </a:ext>
            </a:extLst>
          </p:cNvPr>
          <p:cNvSpPr>
            <a:spLocks noGrp="1"/>
          </p:cNvSpPr>
          <p:nvPr/>
        </p:nvSpPr>
        <p:spPr>
          <a:xfrm>
            <a:off x="3764335" y="1953662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96" name="anim_to664_0_1">
            <a:extLst>
              <a:ext uri="{FF2B5EF4-FFF2-40B4-BE49-F238E27FC236}">
                <a16:creationId xmlns:a16="http://schemas.microsoft.com/office/drawing/2014/main" id="{43EE2464-3125-4197-9555-42F6A1F52992}"/>
              </a:ext>
            </a:extLst>
          </p:cNvPr>
          <p:cNvSpPr>
            <a:spLocks noGrp="1"/>
          </p:cNvSpPr>
          <p:nvPr/>
        </p:nvSpPr>
        <p:spPr>
          <a:xfrm>
            <a:off x="4395993" y="1953662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97" name="anim_to668_0_1">
            <a:extLst>
              <a:ext uri="{FF2B5EF4-FFF2-40B4-BE49-F238E27FC236}">
                <a16:creationId xmlns:a16="http://schemas.microsoft.com/office/drawing/2014/main" id="{A7FF1EF1-0601-4514-93FF-6F17DF360283}"/>
              </a:ext>
            </a:extLst>
          </p:cNvPr>
          <p:cNvSpPr>
            <a:spLocks noGrp="1"/>
          </p:cNvSpPr>
          <p:nvPr/>
        </p:nvSpPr>
        <p:spPr>
          <a:xfrm>
            <a:off x="5027651" y="1953662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98" name="anim_to672_0_1">
            <a:extLst>
              <a:ext uri="{FF2B5EF4-FFF2-40B4-BE49-F238E27FC236}">
                <a16:creationId xmlns:a16="http://schemas.microsoft.com/office/drawing/2014/main" id="{F905984C-28D9-4DFC-A754-9C449F71E809}"/>
              </a:ext>
            </a:extLst>
          </p:cNvPr>
          <p:cNvSpPr>
            <a:spLocks noGrp="1"/>
          </p:cNvSpPr>
          <p:nvPr/>
        </p:nvSpPr>
        <p:spPr>
          <a:xfrm>
            <a:off x="5659309" y="1953662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99" name="anim_to676_0_1">
            <a:extLst>
              <a:ext uri="{FF2B5EF4-FFF2-40B4-BE49-F238E27FC236}">
                <a16:creationId xmlns:a16="http://schemas.microsoft.com/office/drawing/2014/main" id="{67C4B3B3-5B6B-433C-809B-C44098128E48}"/>
              </a:ext>
            </a:extLst>
          </p:cNvPr>
          <p:cNvSpPr>
            <a:spLocks noGrp="1"/>
          </p:cNvSpPr>
          <p:nvPr/>
        </p:nvSpPr>
        <p:spPr>
          <a:xfrm>
            <a:off x="2501019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00" name="anim_to680_0_1">
            <a:extLst>
              <a:ext uri="{FF2B5EF4-FFF2-40B4-BE49-F238E27FC236}">
                <a16:creationId xmlns:a16="http://schemas.microsoft.com/office/drawing/2014/main" id="{34636808-0E7C-4E28-B8A0-417277B8975E}"/>
              </a:ext>
            </a:extLst>
          </p:cNvPr>
          <p:cNvSpPr>
            <a:spLocks noGrp="1"/>
          </p:cNvSpPr>
          <p:nvPr/>
        </p:nvSpPr>
        <p:spPr>
          <a:xfrm>
            <a:off x="3132677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101" name="anim_to684_0_1">
            <a:extLst>
              <a:ext uri="{FF2B5EF4-FFF2-40B4-BE49-F238E27FC236}">
                <a16:creationId xmlns:a16="http://schemas.microsoft.com/office/drawing/2014/main" id="{6E943A13-307C-4051-AE2B-2A647D0F7644}"/>
              </a:ext>
            </a:extLst>
          </p:cNvPr>
          <p:cNvSpPr>
            <a:spLocks noGrp="1"/>
          </p:cNvSpPr>
          <p:nvPr/>
        </p:nvSpPr>
        <p:spPr>
          <a:xfrm>
            <a:off x="3764335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102" name="anim_to688_0_1">
            <a:extLst>
              <a:ext uri="{FF2B5EF4-FFF2-40B4-BE49-F238E27FC236}">
                <a16:creationId xmlns:a16="http://schemas.microsoft.com/office/drawing/2014/main" id="{D8CF08AD-603B-4FB2-9233-7DCB1D4217B6}"/>
              </a:ext>
            </a:extLst>
          </p:cNvPr>
          <p:cNvSpPr>
            <a:spLocks noGrp="1"/>
          </p:cNvSpPr>
          <p:nvPr/>
        </p:nvSpPr>
        <p:spPr>
          <a:xfrm>
            <a:off x="4395993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03" name="anim_to692_0_1">
            <a:extLst>
              <a:ext uri="{FF2B5EF4-FFF2-40B4-BE49-F238E27FC236}">
                <a16:creationId xmlns:a16="http://schemas.microsoft.com/office/drawing/2014/main" id="{0F779C55-DD77-4F52-88BF-8B8F9685D1A6}"/>
              </a:ext>
            </a:extLst>
          </p:cNvPr>
          <p:cNvSpPr>
            <a:spLocks noGrp="1"/>
          </p:cNvSpPr>
          <p:nvPr/>
        </p:nvSpPr>
        <p:spPr>
          <a:xfrm>
            <a:off x="5027651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104" name="anim_to696_0_1">
            <a:extLst>
              <a:ext uri="{FF2B5EF4-FFF2-40B4-BE49-F238E27FC236}">
                <a16:creationId xmlns:a16="http://schemas.microsoft.com/office/drawing/2014/main" id="{45B9DDFD-158E-4D9B-8C06-4F308CEBC33F}"/>
              </a:ext>
            </a:extLst>
          </p:cNvPr>
          <p:cNvSpPr>
            <a:spLocks noGrp="1"/>
          </p:cNvSpPr>
          <p:nvPr/>
        </p:nvSpPr>
        <p:spPr>
          <a:xfrm>
            <a:off x="5659309" y="2585319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105" name="anim_to700_0_1">
            <a:extLst>
              <a:ext uri="{FF2B5EF4-FFF2-40B4-BE49-F238E27FC236}">
                <a16:creationId xmlns:a16="http://schemas.microsoft.com/office/drawing/2014/main" id="{0F5530DD-E3F3-4C5F-9EEC-F70942D4AFAD}"/>
              </a:ext>
            </a:extLst>
          </p:cNvPr>
          <p:cNvSpPr>
            <a:spLocks noGrp="1"/>
          </p:cNvSpPr>
          <p:nvPr/>
        </p:nvSpPr>
        <p:spPr>
          <a:xfrm>
            <a:off x="2501019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106" name="anim_to704_0_1">
            <a:extLst>
              <a:ext uri="{FF2B5EF4-FFF2-40B4-BE49-F238E27FC236}">
                <a16:creationId xmlns:a16="http://schemas.microsoft.com/office/drawing/2014/main" id="{2F424CBE-0736-47F9-A401-104484E8B612}"/>
              </a:ext>
            </a:extLst>
          </p:cNvPr>
          <p:cNvSpPr>
            <a:spLocks noGrp="1"/>
          </p:cNvSpPr>
          <p:nvPr/>
        </p:nvSpPr>
        <p:spPr>
          <a:xfrm>
            <a:off x="3132677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07" name="anim_to708_0_1">
            <a:extLst>
              <a:ext uri="{FF2B5EF4-FFF2-40B4-BE49-F238E27FC236}">
                <a16:creationId xmlns:a16="http://schemas.microsoft.com/office/drawing/2014/main" id="{8B36D8F7-4FE1-4C52-9475-5E526EAC178A}"/>
              </a:ext>
            </a:extLst>
          </p:cNvPr>
          <p:cNvSpPr>
            <a:spLocks noGrp="1"/>
          </p:cNvSpPr>
          <p:nvPr/>
        </p:nvSpPr>
        <p:spPr>
          <a:xfrm>
            <a:off x="3764335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108" name="anim_to712_0_1">
            <a:extLst>
              <a:ext uri="{FF2B5EF4-FFF2-40B4-BE49-F238E27FC236}">
                <a16:creationId xmlns:a16="http://schemas.microsoft.com/office/drawing/2014/main" id="{6C33644A-510C-44CC-8F44-8B9764443261}"/>
              </a:ext>
            </a:extLst>
          </p:cNvPr>
          <p:cNvSpPr>
            <a:spLocks noGrp="1"/>
          </p:cNvSpPr>
          <p:nvPr/>
        </p:nvSpPr>
        <p:spPr>
          <a:xfrm>
            <a:off x="4395993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09" name="anim_to716_0_1">
            <a:extLst>
              <a:ext uri="{FF2B5EF4-FFF2-40B4-BE49-F238E27FC236}">
                <a16:creationId xmlns:a16="http://schemas.microsoft.com/office/drawing/2014/main" id="{BA6FDEE8-4A63-4C24-B57B-49B34156A5F3}"/>
              </a:ext>
            </a:extLst>
          </p:cNvPr>
          <p:cNvSpPr>
            <a:spLocks noGrp="1"/>
          </p:cNvSpPr>
          <p:nvPr/>
        </p:nvSpPr>
        <p:spPr>
          <a:xfrm>
            <a:off x="5027651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10" name="anim_to720_0_1">
            <a:extLst>
              <a:ext uri="{FF2B5EF4-FFF2-40B4-BE49-F238E27FC236}">
                <a16:creationId xmlns:a16="http://schemas.microsoft.com/office/drawing/2014/main" id="{916E70E1-FB0F-408A-A75F-E0976A277512}"/>
              </a:ext>
            </a:extLst>
          </p:cNvPr>
          <p:cNvSpPr>
            <a:spLocks noGrp="1"/>
          </p:cNvSpPr>
          <p:nvPr/>
        </p:nvSpPr>
        <p:spPr>
          <a:xfrm>
            <a:off x="5659309" y="3216977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111" name="anim_to724_0_1">
            <a:extLst>
              <a:ext uri="{FF2B5EF4-FFF2-40B4-BE49-F238E27FC236}">
                <a16:creationId xmlns:a16="http://schemas.microsoft.com/office/drawing/2014/main" id="{CE050729-A241-4FA0-A2C0-C2B4F5712CD3}"/>
              </a:ext>
            </a:extLst>
          </p:cNvPr>
          <p:cNvSpPr>
            <a:spLocks noGrp="1"/>
          </p:cNvSpPr>
          <p:nvPr/>
        </p:nvSpPr>
        <p:spPr>
          <a:xfrm>
            <a:off x="2501019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112" name="anim_to728_0_1">
            <a:extLst>
              <a:ext uri="{FF2B5EF4-FFF2-40B4-BE49-F238E27FC236}">
                <a16:creationId xmlns:a16="http://schemas.microsoft.com/office/drawing/2014/main" id="{C5212673-9D64-418E-A36D-252A9EB13C3F}"/>
              </a:ext>
            </a:extLst>
          </p:cNvPr>
          <p:cNvSpPr>
            <a:spLocks noGrp="1"/>
          </p:cNvSpPr>
          <p:nvPr/>
        </p:nvSpPr>
        <p:spPr>
          <a:xfrm>
            <a:off x="3132677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13" name="anim_to732_0_1">
            <a:extLst>
              <a:ext uri="{FF2B5EF4-FFF2-40B4-BE49-F238E27FC236}">
                <a16:creationId xmlns:a16="http://schemas.microsoft.com/office/drawing/2014/main" id="{333E6C87-3958-4146-AE14-F92AD91E636A}"/>
              </a:ext>
            </a:extLst>
          </p:cNvPr>
          <p:cNvSpPr>
            <a:spLocks noGrp="1"/>
          </p:cNvSpPr>
          <p:nvPr/>
        </p:nvSpPr>
        <p:spPr>
          <a:xfrm>
            <a:off x="3764335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14" name="anim_to736_0_1">
            <a:extLst>
              <a:ext uri="{FF2B5EF4-FFF2-40B4-BE49-F238E27FC236}">
                <a16:creationId xmlns:a16="http://schemas.microsoft.com/office/drawing/2014/main" id="{FFC7B8C5-45E2-4ABB-BDBD-26A1D3F4CD83}"/>
              </a:ext>
            </a:extLst>
          </p:cNvPr>
          <p:cNvSpPr>
            <a:spLocks noGrp="1"/>
          </p:cNvSpPr>
          <p:nvPr/>
        </p:nvSpPr>
        <p:spPr>
          <a:xfrm>
            <a:off x="4395993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15" name="anim_to740_0_1">
            <a:extLst>
              <a:ext uri="{FF2B5EF4-FFF2-40B4-BE49-F238E27FC236}">
                <a16:creationId xmlns:a16="http://schemas.microsoft.com/office/drawing/2014/main" id="{058F0989-AD72-475F-A10A-9F1874C6EB07}"/>
              </a:ext>
            </a:extLst>
          </p:cNvPr>
          <p:cNvSpPr>
            <a:spLocks noGrp="1"/>
          </p:cNvSpPr>
          <p:nvPr/>
        </p:nvSpPr>
        <p:spPr>
          <a:xfrm>
            <a:off x="5027651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116" name="anim_to744_0_1">
            <a:extLst>
              <a:ext uri="{FF2B5EF4-FFF2-40B4-BE49-F238E27FC236}">
                <a16:creationId xmlns:a16="http://schemas.microsoft.com/office/drawing/2014/main" id="{DBFB31DE-90B0-4EAF-8F47-A2B6A7BB8917}"/>
              </a:ext>
            </a:extLst>
          </p:cNvPr>
          <p:cNvSpPr>
            <a:spLocks noGrp="1"/>
          </p:cNvSpPr>
          <p:nvPr/>
        </p:nvSpPr>
        <p:spPr>
          <a:xfrm>
            <a:off x="5659309" y="3848635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117" name="anim_to748_0_1">
            <a:extLst>
              <a:ext uri="{FF2B5EF4-FFF2-40B4-BE49-F238E27FC236}">
                <a16:creationId xmlns:a16="http://schemas.microsoft.com/office/drawing/2014/main" id="{8CDEC89D-5AC1-4FC5-B10B-79DDC9A93C0B}"/>
              </a:ext>
            </a:extLst>
          </p:cNvPr>
          <p:cNvSpPr>
            <a:spLocks noGrp="1"/>
          </p:cNvSpPr>
          <p:nvPr/>
        </p:nvSpPr>
        <p:spPr>
          <a:xfrm>
            <a:off x="2501019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118" name="anim_to752_0_1">
            <a:extLst>
              <a:ext uri="{FF2B5EF4-FFF2-40B4-BE49-F238E27FC236}">
                <a16:creationId xmlns:a16="http://schemas.microsoft.com/office/drawing/2014/main" id="{6B4E2A7C-6525-4B43-9B33-A2787D23FF7B}"/>
              </a:ext>
            </a:extLst>
          </p:cNvPr>
          <p:cNvSpPr>
            <a:spLocks noGrp="1"/>
          </p:cNvSpPr>
          <p:nvPr/>
        </p:nvSpPr>
        <p:spPr>
          <a:xfrm>
            <a:off x="3132677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19" name="anim_to756_0_1">
            <a:extLst>
              <a:ext uri="{FF2B5EF4-FFF2-40B4-BE49-F238E27FC236}">
                <a16:creationId xmlns:a16="http://schemas.microsoft.com/office/drawing/2014/main" id="{F6780C5B-2553-4AE8-A66A-7D33621D2A5D}"/>
              </a:ext>
            </a:extLst>
          </p:cNvPr>
          <p:cNvSpPr>
            <a:spLocks noGrp="1"/>
          </p:cNvSpPr>
          <p:nvPr/>
        </p:nvSpPr>
        <p:spPr>
          <a:xfrm>
            <a:off x="3764335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120" name="anim_to760_0_1">
            <a:extLst>
              <a:ext uri="{FF2B5EF4-FFF2-40B4-BE49-F238E27FC236}">
                <a16:creationId xmlns:a16="http://schemas.microsoft.com/office/drawing/2014/main" id="{C6C2756D-D6A9-48CF-B769-0A61CC6C1B60}"/>
              </a:ext>
            </a:extLst>
          </p:cNvPr>
          <p:cNvSpPr>
            <a:spLocks noGrp="1"/>
          </p:cNvSpPr>
          <p:nvPr/>
        </p:nvSpPr>
        <p:spPr>
          <a:xfrm>
            <a:off x="4395993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21" name="anim_to764_0_1">
            <a:extLst>
              <a:ext uri="{FF2B5EF4-FFF2-40B4-BE49-F238E27FC236}">
                <a16:creationId xmlns:a16="http://schemas.microsoft.com/office/drawing/2014/main" id="{8BD4A690-9311-4FC9-A888-632597158C7C}"/>
              </a:ext>
            </a:extLst>
          </p:cNvPr>
          <p:cNvSpPr>
            <a:spLocks noGrp="1"/>
          </p:cNvSpPr>
          <p:nvPr/>
        </p:nvSpPr>
        <p:spPr>
          <a:xfrm>
            <a:off x="5027651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122" name="anim_to768_0_1">
            <a:extLst>
              <a:ext uri="{FF2B5EF4-FFF2-40B4-BE49-F238E27FC236}">
                <a16:creationId xmlns:a16="http://schemas.microsoft.com/office/drawing/2014/main" id="{F6858346-2F27-4F79-A185-1B8FF3F7542D}"/>
              </a:ext>
            </a:extLst>
          </p:cNvPr>
          <p:cNvSpPr>
            <a:spLocks noGrp="1"/>
          </p:cNvSpPr>
          <p:nvPr/>
        </p:nvSpPr>
        <p:spPr>
          <a:xfrm>
            <a:off x="5659309" y="4480293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123" name="anim_to772_0_1">
            <a:extLst>
              <a:ext uri="{FF2B5EF4-FFF2-40B4-BE49-F238E27FC236}">
                <a16:creationId xmlns:a16="http://schemas.microsoft.com/office/drawing/2014/main" id="{FD9E143C-62EB-4680-B422-3087DADFC68C}"/>
              </a:ext>
            </a:extLst>
          </p:cNvPr>
          <p:cNvSpPr>
            <a:spLocks noGrp="1"/>
          </p:cNvSpPr>
          <p:nvPr/>
        </p:nvSpPr>
        <p:spPr>
          <a:xfrm>
            <a:off x="2501019" y="511195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124" name="anim_to776_0_1">
            <a:extLst>
              <a:ext uri="{FF2B5EF4-FFF2-40B4-BE49-F238E27FC236}">
                <a16:creationId xmlns:a16="http://schemas.microsoft.com/office/drawing/2014/main" id="{D39686BA-CA71-41EE-99D5-038E85758FBC}"/>
              </a:ext>
            </a:extLst>
          </p:cNvPr>
          <p:cNvSpPr>
            <a:spLocks noGrp="1"/>
          </p:cNvSpPr>
          <p:nvPr/>
        </p:nvSpPr>
        <p:spPr>
          <a:xfrm>
            <a:off x="3132677" y="511195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25" name="anim_to780_0_1">
            <a:extLst>
              <a:ext uri="{FF2B5EF4-FFF2-40B4-BE49-F238E27FC236}">
                <a16:creationId xmlns:a16="http://schemas.microsoft.com/office/drawing/2014/main" id="{025A780E-89F4-4E00-AD3C-957E1F343202}"/>
              </a:ext>
            </a:extLst>
          </p:cNvPr>
          <p:cNvSpPr>
            <a:spLocks noGrp="1"/>
          </p:cNvSpPr>
          <p:nvPr/>
        </p:nvSpPr>
        <p:spPr>
          <a:xfrm>
            <a:off x="3764335" y="511195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26" name="anim_to784_0_1">
            <a:extLst>
              <a:ext uri="{FF2B5EF4-FFF2-40B4-BE49-F238E27FC236}">
                <a16:creationId xmlns:a16="http://schemas.microsoft.com/office/drawing/2014/main" id="{392257B9-6362-4C17-BF6E-DE33EDA3EBAC}"/>
              </a:ext>
            </a:extLst>
          </p:cNvPr>
          <p:cNvSpPr>
            <a:spLocks noGrp="1"/>
          </p:cNvSpPr>
          <p:nvPr/>
        </p:nvSpPr>
        <p:spPr>
          <a:xfrm>
            <a:off x="4395993" y="511195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27" name="anim_to788_0_1">
            <a:extLst>
              <a:ext uri="{FF2B5EF4-FFF2-40B4-BE49-F238E27FC236}">
                <a16:creationId xmlns:a16="http://schemas.microsoft.com/office/drawing/2014/main" id="{B33AD705-7589-4CD6-AF50-373C2748EFDE}"/>
              </a:ext>
            </a:extLst>
          </p:cNvPr>
          <p:cNvSpPr>
            <a:spLocks noGrp="1"/>
          </p:cNvSpPr>
          <p:nvPr/>
        </p:nvSpPr>
        <p:spPr>
          <a:xfrm>
            <a:off x="5027651" y="511195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128" name="anim_to792_0_1">
            <a:extLst>
              <a:ext uri="{FF2B5EF4-FFF2-40B4-BE49-F238E27FC236}">
                <a16:creationId xmlns:a16="http://schemas.microsoft.com/office/drawing/2014/main" id="{DDAA3D03-F949-4CFF-AE43-2D3450413F15}"/>
              </a:ext>
            </a:extLst>
          </p:cNvPr>
          <p:cNvSpPr>
            <a:spLocks noGrp="1"/>
          </p:cNvSpPr>
          <p:nvPr/>
        </p:nvSpPr>
        <p:spPr>
          <a:xfrm>
            <a:off x="5659309" y="5111951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29" name="anim_o808_1">
            <a:extLst>
              <a:ext uri="{FF2B5EF4-FFF2-40B4-BE49-F238E27FC236}">
                <a16:creationId xmlns:a16="http://schemas.microsoft.com/office/drawing/2014/main" id="{09A14961-BF41-4B83-8101-04B46C9248EE}"/>
              </a:ext>
            </a:extLst>
          </p:cNvPr>
          <p:cNvSpPr>
            <a:spLocks noGrp="1"/>
          </p:cNvSpPr>
          <p:nvPr/>
        </p:nvSpPr>
        <p:spPr>
          <a:xfrm>
            <a:off x="8397039" y="2797342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0" name="anim_o813_1">
            <a:extLst>
              <a:ext uri="{FF2B5EF4-FFF2-40B4-BE49-F238E27FC236}">
                <a16:creationId xmlns:a16="http://schemas.microsoft.com/office/drawing/2014/main" id="{B8A2A394-029E-40F4-83DD-943C06A9C059}"/>
              </a:ext>
            </a:extLst>
          </p:cNvPr>
          <p:cNvSpPr>
            <a:spLocks noGrp="1"/>
          </p:cNvSpPr>
          <p:nvPr/>
        </p:nvSpPr>
        <p:spPr>
          <a:xfrm>
            <a:off x="9028697" y="2797342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1" name="anim_o817_1">
            <a:extLst>
              <a:ext uri="{FF2B5EF4-FFF2-40B4-BE49-F238E27FC236}">
                <a16:creationId xmlns:a16="http://schemas.microsoft.com/office/drawing/2014/main" id="{AF3020CE-5668-4A42-9B1A-4C998F885A13}"/>
              </a:ext>
            </a:extLst>
          </p:cNvPr>
          <p:cNvSpPr>
            <a:spLocks noGrp="1"/>
          </p:cNvSpPr>
          <p:nvPr/>
        </p:nvSpPr>
        <p:spPr>
          <a:xfrm>
            <a:off x="9660355" y="2797342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2" name="anim_o821_1">
            <a:extLst>
              <a:ext uri="{FF2B5EF4-FFF2-40B4-BE49-F238E27FC236}">
                <a16:creationId xmlns:a16="http://schemas.microsoft.com/office/drawing/2014/main" id="{3047183A-0BAD-47DD-89CF-FB0951ECF77E}"/>
              </a:ext>
            </a:extLst>
          </p:cNvPr>
          <p:cNvSpPr>
            <a:spLocks noGrp="1"/>
          </p:cNvSpPr>
          <p:nvPr/>
        </p:nvSpPr>
        <p:spPr>
          <a:xfrm>
            <a:off x="8397039" y="3429000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3" name="anim_o826_1">
            <a:extLst>
              <a:ext uri="{FF2B5EF4-FFF2-40B4-BE49-F238E27FC236}">
                <a16:creationId xmlns:a16="http://schemas.microsoft.com/office/drawing/2014/main" id="{349DD16F-6136-43FB-9FC2-6FFFAE6ABCFA}"/>
              </a:ext>
            </a:extLst>
          </p:cNvPr>
          <p:cNvSpPr>
            <a:spLocks noGrp="1"/>
          </p:cNvSpPr>
          <p:nvPr/>
        </p:nvSpPr>
        <p:spPr>
          <a:xfrm>
            <a:off x="9028697" y="3429000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4" name="anim_o830_1">
            <a:extLst>
              <a:ext uri="{FF2B5EF4-FFF2-40B4-BE49-F238E27FC236}">
                <a16:creationId xmlns:a16="http://schemas.microsoft.com/office/drawing/2014/main" id="{BC2CF9C7-9BF9-4C94-94C2-9AE83E43D3A9}"/>
              </a:ext>
            </a:extLst>
          </p:cNvPr>
          <p:cNvSpPr>
            <a:spLocks noGrp="1"/>
          </p:cNvSpPr>
          <p:nvPr/>
        </p:nvSpPr>
        <p:spPr>
          <a:xfrm>
            <a:off x="9660355" y="3429000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5" name="anim_o834_1">
            <a:extLst>
              <a:ext uri="{FF2B5EF4-FFF2-40B4-BE49-F238E27FC236}">
                <a16:creationId xmlns:a16="http://schemas.microsoft.com/office/drawing/2014/main" id="{A52B0196-0179-4566-B9A3-560CE5C717DE}"/>
              </a:ext>
            </a:extLst>
          </p:cNvPr>
          <p:cNvSpPr>
            <a:spLocks noGrp="1"/>
          </p:cNvSpPr>
          <p:nvPr/>
        </p:nvSpPr>
        <p:spPr>
          <a:xfrm>
            <a:off x="8397039" y="4060658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6" name="anim_o839_1">
            <a:extLst>
              <a:ext uri="{FF2B5EF4-FFF2-40B4-BE49-F238E27FC236}">
                <a16:creationId xmlns:a16="http://schemas.microsoft.com/office/drawing/2014/main" id="{A870F17D-2597-4156-BEA3-30D48B14478D}"/>
              </a:ext>
            </a:extLst>
          </p:cNvPr>
          <p:cNvSpPr>
            <a:spLocks noGrp="1"/>
          </p:cNvSpPr>
          <p:nvPr/>
        </p:nvSpPr>
        <p:spPr>
          <a:xfrm>
            <a:off x="9028697" y="4060658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7" name="anim_o843_1">
            <a:extLst>
              <a:ext uri="{FF2B5EF4-FFF2-40B4-BE49-F238E27FC236}">
                <a16:creationId xmlns:a16="http://schemas.microsoft.com/office/drawing/2014/main" id="{B1750CAE-EABC-40F0-9C5E-8649A93ACC62}"/>
              </a:ext>
            </a:extLst>
          </p:cNvPr>
          <p:cNvSpPr>
            <a:spLocks noGrp="1"/>
          </p:cNvSpPr>
          <p:nvPr/>
        </p:nvSpPr>
        <p:spPr>
          <a:xfrm>
            <a:off x="9660355" y="4060658"/>
            <a:ext cx="631658" cy="631658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8" name="anim_to809_0_1">
            <a:extLst>
              <a:ext uri="{FF2B5EF4-FFF2-40B4-BE49-F238E27FC236}">
                <a16:creationId xmlns:a16="http://schemas.microsoft.com/office/drawing/2014/main" id="{E8A6BDE3-6E8B-45FC-9F16-DE9CC7F07895}"/>
              </a:ext>
            </a:extLst>
          </p:cNvPr>
          <p:cNvSpPr>
            <a:spLocks noGrp="1"/>
          </p:cNvSpPr>
          <p:nvPr/>
        </p:nvSpPr>
        <p:spPr>
          <a:xfrm>
            <a:off x="8625048" y="2901148"/>
            <a:ext cx="41126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39" name="anim_to814_0_1">
            <a:extLst>
              <a:ext uri="{FF2B5EF4-FFF2-40B4-BE49-F238E27FC236}">
                <a16:creationId xmlns:a16="http://schemas.microsoft.com/office/drawing/2014/main" id="{4AC02CC9-8C77-4801-9261-46ECE2F5D5BC}"/>
              </a:ext>
            </a:extLst>
          </p:cNvPr>
          <p:cNvSpPr>
            <a:spLocks noGrp="1"/>
          </p:cNvSpPr>
          <p:nvPr/>
        </p:nvSpPr>
        <p:spPr>
          <a:xfrm>
            <a:off x="9349996" y="2901148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40" name="anim_to818_0_1">
            <a:extLst>
              <a:ext uri="{FF2B5EF4-FFF2-40B4-BE49-F238E27FC236}">
                <a16:creationId xmlns:a16="http://schemas.microsoft.com/office/drawing/2014/main" id="{0A3D1FAA-DE7B-4EA7-A90C-37E81823BC6B}"/>
              </a:ext>
            </a:extLst>
          </p:cNvPr>
          <p:cNvSpPr>
            <a:spLocks noGrp="1"/>
          </p:cNvSpPr>
          <p:nvPr/>
        </p:nvSpPr>
        <p:spPr>
          <a:xfrm>
            <a:off x="9981653" y="2901148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41" name="anim_to822_0_1">
            <a:extLst>
              <a:ext uri="{FF2B5EF4-FFF2-40B4-BE49-F238E27FC236}">
                <a16:creationId xmlns:a16="http://schemas.microsoft.com/office/drawing/2014/main" id="{2DAFDB41-057F-46E4-8DC2-9830814144AF}"/>
              </a:ext>
            </a:extLst>
          </p:cNvPr>
          <p:cNvSpPr>
            <a:spLocks noGrp="1"/>
          </p:cNvSpPr>
          <p:nvPr/>
        </p:nvSpPr>
        <p:spPr>
          <a:xfrm>
            <a:off x="8625048" y="3532806"/>
            <a:ext cx="41126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42" name="anim_to827_0_1">
            <a:extLst>
              <a:ext uri="{FF2B5EF4-FFF2-40B4-BE49-F238E27FC236}">
                <a16:creationId xmlns:a16="http://schemas.microsoft.com/office/drawing/2014/main" id="{485A76EC-C5AC-42D5-94CA-AE1CEC9D5246}"/>
              </a:ext>
            </a:extLst>
          </p:cNvPr>
          <p:cNvSpPr>
            <a:spLocks noGrp="1"/>
          </p:cNvSpPr>
          <p:nvPr/>
        </p:nvSpPr>
        <p:spPr>
          <a:xfrm>
            <a:off x="9349996" y="3532806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43" name="anim_to831_0_1">
            <a:extLst>
              <a:ext uri="{FF2B5EF4-FFF2-40B4-BE49-F238E27FC236}">
                <a16:creationId xmlns:a16="http://schemas.microsoft.com/office/drawing/2014/main" id="{CDF08968-77BD-4EF8-8B90-73CA4ECED7F0}"/>
              </a:ext>
            </a:extLst>
          </p:cNvPr>
          <p:cNvSpPr>
            <a:spLocks noGrp="1"/>
          </p:cNvSpPr>
          <p:nvPr/>
        </p:nvSpPr>
        <p:spPr>
          <a:xfrm>
            <a:off x="9981653" y="3532806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44" name="anim_to835_0_1">
            <a:extLst>
              <a:ext uri="{FF2B5EF4-FFF2-40B4-BE49-F238E27FC236}">
                <a16:creationId xmlns:a16="http://schemas.microsoft.com/office/drawing/2014/main" id="{BAD9430F-5CCE-42D0-BFE5-56F22E2B14F2}"/>
              </a:ext>
            </a:extLst>
          </p:cNvPr>
          <p:cNvSpPr>
            <a:spLocks noGrp="1"/>
          </p:cNvSpPr>
          <p:nvPr/>
        </p:nvSpPr>
        <p:spPr>
          <a:xfrm>
            <a:off x="8625048" y="4164464"/>
            <a:ext cx="41126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45" name="anim_to840_0_1">
            <a:extLst>
              <a:ext uri="{FF2B5EF4-FFF2-40B4-BE49-F238E27FC236}">
                <a16:creationId xmlns:a16="http://schemas.microsoft.com/office/drawing/2014/main" id="{EE1945C1-2435-4932-BFEC-C8EA5B53E730}"/>
              </a:ext>
            </a:extLst>
          </p:cNvPr>
          <p:cNvSpPr>
            <a:spLocks noGrp="1"/>
          </p:cNvSpPr>
          <p:nvPr/>
        </p:nvSpPr>
        <p:spPr>
          <a:xfrm>
            <a:off x="9349996" y="4164464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46" name="anim_to844_0_1">
            <a:extLst>
              <a:ext uri="{FF2B5EF4-FFF2-40B4-BE49-F238E27FC236}">
                <a16:creationId xmlns:a16="http://schemas.microsoft.com/office/drawing/2014/main" id="{257F7379-76DC-480D-8C14-C38B3E16F139}"/>
              </a:ext>
            </a:extLst>
          </p:cNvPr>
          <p:cNvSpPr>
            <a:spLocks noGrp="1"/>
          </p:cNvSpPr>
          <p:nvPr/>
        </p:nvSpPr>
        <p:spPr>
          <a:xfrm>
            <a:off x="9981653" y="4164464"/>
            <a:ext cx="224680" cy="424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1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671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47" name="anim_o808_2">
            <a:extLst>
              <a:ext uri="{FF2B5EF4-FFF2-40B4-BE49-F238E27FC236}">
                <a16:creationId xmlns:a16="http://schemas.microsoft.com/office/drawing/2014/main" id="{10E71462-B66D-48B1-8D30-D840ED56D8F7}"/>
              </a:ext>
            </a:extLst>
          </p:cNvPr>
          <p:cNvSpPr>
            <a:spLocks noGrp="1"/>
          </p:cNvSpPr>
          <p:nvPr/>
        </p:nvSpPr>
        <p:spPr>
          <a:xfrm>
            <a:off x="6832934" y="2669507"/>
            <a:ext cx="526382" cy="526382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8" name="anim_o813_2">
            <a:extLst>
              <a:ext uri="{FF2B5EF4-FFF2-40B4-BE49-F238E27FC236}">
                <a16:creationId xmlns:a16="http://schemas.microsoft.com/office/drawing/2014/main" id="{0E6D42E4-5B9B-4475-B088-A1925D922481}"/>
              </a:ext>
            </a:extLst>
          </p:cNvPr>
          <p:cNvSpPr>
            <a:spLocks noGrp="1"/>
          </p:cNvSpPr>
          <p:nvPr/>
        </p:nvSpPr>
        <p:spPr>
          <a:xfrm>
            <a:off x="7359316" y="2669507"/>
            <a:ext cx="526382" cy="526382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9" name="anim_o817_2">
            <a:extLst>
              <a:ext uri="{FF2B5EF4-FFF2-40B4-BE49-F238E27FC236}">
                <a16:creationId xmlns:a16="http://schemas.microsoft.com/office/drawing/2014/main" id="{7D8293D1-EDBB-494D-B3F8-2830B08FD5C6}"/>
              </a:ext>
            </a:extLst>
          </p:cNvPr>
          <p:cNvSpPr>
            <a:spLocks noGrp="1"/>
          </p:cNvSpPr>
          <p:nvPr/>
        </p:nvSpPr>
        <p:spPr>
          <a:xfrm>
            <a:off x="7885697" y="2669507"/>
            <a:ext cx="526382" cy="526382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0" name="anim_o821_2">
            <a:extLst>
              <a:ext uri="{FF2B5EF4-FFF2-40B4-BE49-F238E27FC236}">
                <a16:creationId xmlns:a16="http://schemas.microsoft.com/office/drawing/2014/main" id="{7628F564-2A04-4881-A82C-CC9A9EDFE47F}"/>
              </a:ext>
            </a:extLst>
          </p:cNvPr>
          <p:cNvSpPr>
            <a:spLocks noGrp="1"/>
          </p:cNvSpPr>
          <p:nvPr/>
        </p:nvSpPr>
        <p:spPr>
          <a:xfrm>
            <a:off x="6832934" y="3195888"/>
            <a:ext cx="526382" cy="526382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1" name="anim_o826_2">
            <a:extLst>
              <a:ext uri="{FF2B5EF4-FFF2-40B4-BE49-F238E27FC236}">
                <a16:creationId xmlns:a16="http://schemas.microsoft.com/office/drawing/2014/main" id="{3174F2D1-896F-4FF1-8EA5-9CDC12AB8F5C}"/>
              </a:ext>
            </a:extLst>
          </p:cNvPr>
          <p:cNvSpPr>
            <a:spLocks noGrp="1"/>
          </p:cNvSpPr>
          <p:nvPr/>
        </p:nvSpPr>
        <p:spPr>
          <a:xfrm>
            <a:off x="7359316" y="3195888"/>
            <a:ext cx="526382" cy="526382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2" name="anim_o830_2">
            <a:extLst>
              <a:ext uri="{FF2B5EF4-FFF2-40B4-BE49-F238E27FC236}">
                <a16:creationId xmlns:a16="http://schemas.microsoft.com/office/drawing/2014/main" id="{5D2405F3-E0BA-425B-9F74-C11D9BE0DB90}"/>
              </a:ext>
            </a:extLst>
          </p:cNvPr>
          <p:cNvSpPr>
            <a:spLocks noGrp="1"/>
          </p:cNvSpPr>
          <p:nvPr/>
        </p:nvSpPr>
        <p:spPr>
          <a:xfrm>
            <a:off x="7885697" y="3195888"/>
            <a:ext cx="526382" cy="526382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3" name="anim_o834_2">
            <a:extLst>
              <a:ext uri="{FF2B5EF4-FFF2-40B4-BE49-F238E27FC236}">
                <a16:creationId xmlns:a16="http://schemas.microsoft.com/office/drawing/2014/main" id="{8182B9C1-BD58-46A4-A88F-423A60742DE9}"/>
              </a:ext>
            </a:extLst>
          </p:cNvPr>
          <p:cNvSpPr>
            <a:spLocks noGrp="1"/>
          </p:cNvSpPr>
          <p:nvPr/>
        </p:nvSpPr>
        <p:spPr>
          <a:xfrm>
            <a:off x="6832934" y="3722270"/>
            <a:ext cx="526382" cy="526382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4" name="anim_o839_2">
            <a:extLst>
              <a:ext uri="{FF2B5EF4-FFF2-40B4-BE49-F238E27FC236}">
                <a16:creationId xmlns:a16="http://schemas.microsoft.com/office/drawing/2014/main" id="{BA2F1887-ABB9-4E1C-B737-8CF62B16AE27}"/>
              </a:ext>
            </a:extLst>
          </p:cNvPr>
          <p:cNvSpPr>
            <a:spLocks noGrp="1"/>
          </p:cNvSpPr>
          <p:nvPr/>
        </p:nvSpPr>
        <p:spPr>
          <a:xfrm>
            <a:off x="7359316" y="3722270"/>
            <a:ext cx="526382" cy="526382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5" name="anim_o843_2">
            <a:extLst>
              <a:ext uri="{FF2B5EF4-FFF2-40B4-BE49-F238E27FC236}">
                <a16:creationId xmlns:a16="http://schemas.microsoft.com/office/drawing/2014/main" id="{2D7B4C68-AE96-4B58-ADA2-53C54F182F1A}"/>
              </a:ext>
            </a:extLst>
          </p:cNvPr>
          <p:cNvSpPr>
            <a:spLocks noGrp="1"/>
          </p:cNvSpPr>
          <p:nvPr/>
        </p:nvSpPr>
        <p:spPr>
          <a:xfrm>
            <a:off x="7885697" y="3722270"/>
            <a:ext cx="526382" cy="526382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6" name="anim_o1601_1">
            <a:extLst>
              <a:ext uri="{FF2B5EF4-FFF2-40B4-BE49-F238E27FC236}">
                <a16:creationId xmlns:a16="http://schemas.microsoft.com/office/drawing/2014/main" id="{88190B95-03A8-481D-80A8-B9CC126DA1FD}"/>
              </a:ext>
            </a:extLst>
          </p:cNvPr>
          <p:cNvSpPr>
            <a:spLocks noGrp="1"/>
          </p:cNvSpPr>
          <p:nvPr/>
        </p:nvSpPr>
        <p:spPr>
          <a:xfrm>
            <a:off x="7096125" y="1879934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7" name="anim_o1604_1">
            <a:extLst>
              <a:ext uri="{FF2B5EF4-FFF2-40B4-BE49-F238E27FC236}">
                <a16:creationId xmlns:a16="http://schemas.microsoft.com/office/drawing/2014/main" id="{78DE1905-4E57-418E-AFAC-B7C2A25C0173}"/>
              </a:ext>
            </a:extLst>
          </p:cNvPr>
          <p:cNvSpPr>
            <a:spLocks noGrp="1"/>
          </p:cNvSpPr>
          <p:nvPr/>
        </p:nvSpPr>
        <p:spPr>
          <a:xfrm>
            <a:off x="7622507" y="1879934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8" name="anim_o1607_1">
            <a:extLst>
              <a:ext uri="{FF2B5EF4-FFF2-40B4-BE49-F238E27FC236}">
                <a16:creationId xmlns:a16="http://schemas.microsoft.com/office/drawing/2014/main" id="{620F423A-08CE-46CA-99B4-7EB909E1D183}"/>
              </a:ext>
            </a:extLst>
          </p:cNvPr>
          <p:cNvSpPr>
            <a:spLocks noGrp="1"/>
          </p:cNvSpPr>
          <p:nvPr/>
        </p:nvSpPr>
        <p:spPr>
          <a:xfrm>
            <a:off x="8148888" y="1879934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9" name="anim_o1610_1">
            <a:extLst>
              <a:ext uri="{FF2B5EF4-FFF2-40B4-BE49-F238E27FC236}">
                <a16:creationId xmlns:a16="http://schemas.microsoft.com/office/drawing/2014/main" id="{FD069979-A5CA-42A7-B8BB-1B3BA9436374}"/>
              </a:ext>
            </a:extLst>
          </p:cNvPr>
          <p:cNvSpPr>
            <a:spLocks noGrp="1"/>
          </p:cNvSpPr>
          <p:nvPr/>
        </p:nvSpPr>
        <p:spPr>
          <a:xfrm>
            <a:off x="8675270" y="1879934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0" name="anim_o1613_1">
            <a:extLst>
              <a:ext uri="{FF2B5EF4-FFF2-40B4-BE49-F238E27FC236}">
                <a16:creationId xmlns:a16="http://schemas.microsoft.com/office/drawing/2014/main" id="{A891FEB9-164D-4F92-B3C9-C4446FD6A256}"/>
              </a:ext>
            </a:extLst>
          </p:cNvPr>
          <p:cNvSpPr>
            <a:spLocks noGrp="1"/>
          </p:cNvSpPr>
          <p:nvPr/>
        </p:nvSpPr>
        <p:spPr>
          <a:xfrm>
            <a:off x="9201651" y="1879934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1" name="anim_o1616_1">
            <a:extLst>
              <a:ext uri="{FF2B5EF4-FFF2-40B4-BE49-F238E27FC236}">
                <a16:creationId xmlns:a16="http://schemas.microsoft.com/office/drawing/2014/main" id="{0D771799-3DC7-4F00-9120-8FF692597864}"/>
              </a:ext>
            </a:extLst>
          </p:cNvPr>
          <p:cNvSpPr>
            <a:spLocks noGrp="1"/>
          </p:cNvSpPr>
          <p:nvPr/>
        </p:nvSpPr>
        <p:spPr>
          <a:xfrm>
            <a:off x="9728033" y="1879934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2" name="anim_o1619_1">
            <a:extLst>
              <a:ext uri="{FF2B5EF4-FFF2-40B4-BE49-F238E27FC236}">
                <a16:creationId xmlns:a16="http://schemas.microsoft.com/office/drawing/2014/main" id="{716BB623-E9EB-4E21-B90A-25CA793AE0F0}"/>
              </a:ext>
            </a:extLst>
          </p:cNvPr>
          <p:cNvSpPr>
            <a:spLocks noGrp="1"/>
          </p:cNvSpPr>
          <p:nvPr/>
        </p:nvSpPr>
        <p:spPr>
          <a:xfrm>
            <a:off x="7096125" y="2406316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3" name="anim_o1622_1">
            <a:extLst>
              <a:ext uri="{FF2B5EF4-FFF2-40B4-BE49-F238E27FC236}">
                <a16:creationId xmlns:a16="http://schemas.microsoft.com/office/drawing/2014/main" id="{2DDA910B-9D26-4FAF-8BE0-76B012384A8C}"/>
              </a:ext>
            </a:extLst>
          </p:cNvPr>
          <p:cNvSpPr>
            <a:spLocks noGrp="1"/>
          </p:cNvSpPr>
          <p:nvPr/>
        </p:nvSpPr>
        <p:spPr>
          <a:xfrm>
            <a:off x="7622507" y="2406316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4" name="anim_o1625_1">
            <a:extLst>
              <a:ext uri="{FF2B5EF4-FFF2-40B4-BE49-F238E27FC236}">
                <a16:creationId xmlns:a16="http://schemas.microsoft.com/office/drawing/2014/main" id="{9BFC58BF-6CA2-4EFF-8579-C8DD39F7924C}"/>
              </a:ext>
            </a:extLst>
          </p:cNvPr>
          <p:cNvSpPr>
            <a:spLocks noGrp="1"/>
          </p:cNvSpPr>
          <p:nvPr/>
        </p:nvSpPr>
        <p:spPr>
          <a:xfrm>
            <a:off x="8148888" y="2406316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5" name="anim_o1628_1">
            <a:extLst>
              <a:ext uri="{FF2B5EF4-FFF2-40B4-BE49-F238E27FC236}">
                <a16:creationId xmlns:a16="http://schemas.microsoft.com/office/drawing/2014/main" id="{9D944951-B1BF-4D24-B7D5-4267D71E490A}"/>
              </a:ext>
            </a:extLst>
          </p:cNvPr>
          <p:cNvSpPr>
            <a:spLocks noGrp="1"/>
          </p:cNvSpPr>
          <p:nvPr/>
        </p:nvSpPr>
        <p:spPr>
          <a:xfrm>
            <a:off x="8675270" y="2406316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6" name="anim_o1631_1">
            <a:extLst>
              <a:ext uri="{FF2B5EF4-FFF2-40B4-BE49-F238E27FC236}">
                <a16:creationId xmlns:a16="http://schemas.microsoft.com/office/drawing/2014/main" id="{BC759F9F-064E-4CB3-82A4-B23EB5479A87}"/>
              </a:ext>
            </a:extLst>
          </p:cNvPr>
          <p:cNvSpPr>
            <a:spLocks noGrp="1"/>
          </p:cNvSpPr>
          <p:nvPr/>
        </p:nvSpPr>
        <p:spPr>
          <a:xfrm>
            <a:off x="9201651" y="2406316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7" name="anim_o1634_1">
            <a:extLst>
              <a:ext uri="{FF2B5EF4-FFF2-40B4-BE49-F238E27FC236}">
                <a16:creationId xmlns:a16="http://schemas.microsoft.com/office/drawing/2014/main" id="{CCC0BBE5-BE28-4AF9-8189-0AE22346592D}"/>
              </a:ext>
            </a:extLst>
          </p:cNvPr>
          <p:cNvSpPr>
            <a:spLocks noGrp="1"/>
          </p:cNvSpPr>
          <p:nvPr/>
        </p:nvSpPr>
        <p:spPr>
          <a:xfrm>
            <a:off x="9728033" y="2406316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8" name="anim_o1637_1">
            <a:extLst>
              <a:ext uri="{FF2B5EF4-FFF2-40B4-BE49-F238E27FC236}">
                <a16:creationId xmlns:a16="http://schemas.microsoft.com/office/drawing/2014/main" id="{DBE27F76-88ED-481B-BBFE-F500A232563D}"/>
              </a:ext>
            </a:extLst>
          </p:cNvPr>
          <p:cNvSpPr>
            <a:spLocks noGrp="1"/>
          </p:cNvSpPr>
          <p:nvPr/>
        </p:nvSpPr>
        <p:spPr>
          <a:xfrm>
            <a:off x="7096125" y="2932697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9" name="anim_o1640_1">
            <a:extLst>
              <a:ext uri="{FF2B5EF4-FFF2-40B4-BE49-F238E27FC236}">
                <a16:creationId xmlns:a16="http://schemas.microsoft.com/office/drawing/2014/main" id="{C7977850-2D74-4CBB-B978-777DE1D2635D}"/>
              </a:ext>
            </a:extLst>
          </p:cNvPr>
          <p:cNvSpPr>
            <a:spLocks noGrp="1"/>
          </p:cNvSpPr>
          <p:nvPr/>
        </p:nvSpPr>
        <p:spPr>
          <a:xfrm>
            <a:off x="7622507" y="2932697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0" name="anim_o1643_1">
            <a:extLst>
              <a:ext uri="{FF2B5EF4-FFF2-40B4-BE49-F238E27FC236}">
                <a16:creationId xmlns:a16="http://schemas.microsoft.com/office/drawing/2014/main" id="{D681A869-1605-473C-9154-A23EF320058B}"/>
              </a:ext>
            </a:extLst>
          </p:cNvPr>
          <p:cNvSpPr>
            <a:spLocks noGrp="1"/>
          </p:cNvSpPr>
          <p:nvPr/>
        </p:nvSpPr>
        <p:spPr>
          <a:xfrm>
            <a:off x="8148888" y="2932697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1" name="anim_o1646_1">
            <a:extLst>
              <a:ext uri="{FF2B5EF4-FFF2-40B4-BE49-F238E27FC236}">
                <a16:creationId xmlns:a16="http://schemas.microsoft.com/office/drawing/2014/main" id="{9FED1556-8EDA-4517-929C-CB797AF83540}"/>
              </a:ext>
            </a:extLst>
          </p:cNvPr>
          <p:cNvSpPr>
            <a:spLocks noGrp="1"/>
          </p:cNvSpPr>
          <p:nvPr/>
        </p:nvSpPr>
        <p:spPr>
          <a:xfrm>
            <a:off x="8675270" y="2932697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2" name="anim_o1649_1">
            <a:extLst>
              <a:ext uri="{FF2B5EF4-FFF2-40B4-BE49-F238E27FC236}">
                <a16:creationId xmlns:a16="http://schemas.microsoft.com/office/drawing/2014/main" id="{1C1B6CD8-0D1E-42AA-9480-C7A64E7EEA54}"/>
              </a:ext>
            </a:extLst>
          </p:cNvPr>
          <p:cNvSpPr>
            <a:spLocks noGrp="1"/>
          </p:cNvSpPr>
          <p:nvPr/>
        </p:nvSpPr>
        <p:spPr>
          <a:xfrm>
            <a:off x="9201651" y="2932697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3" name="anim_o1652_1">
            <a:extLst>
              <a:ext uri="{FF2B5EF4-FFF2-40B4-BE49-F238E27FC236}">
                <a16:creationId xmlns:a16="http://schemas.microsoft.com/office/drawing/2014/main" id="{098E7E24-EF2B-4489-9A1A-7221C6A7086D}"/>
              </a:ext>
            </a:extLst>
          </p:cNvPr>
          <p:cNvSpPr>
            <a:spLocks noGrp="1"/>
          </p:cNvSpPr>
          <p:nvPr/>
        </p:nvSpPr>
        <p:spPr>
          <a:xfrm>
            <a:off x="9728033" y="2932697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4" name="anim_o1655_1">
            <a:extLst>
              <a:ext uri="{FF2B5EF4-FFF2-40B4-BE49-F238E27FC236}">
                <a16:creationId xmlns:a16="http://schemas.microsoft.com/office/drawing/2014/main" id="{625DC265-ABDD-40CF-A7D3-00D643F20837}"/>
              </a:ext>
            </a:extLst>
          </p:cNvPr>
          <p:cNvSpPr>
            <a:spLocks noGrp="1"/>
          </p:cNvSpPr>
          <p:nvPr/>
        </p:nvSpPr>
        <p:spPr>
          <a:xfrm>
            <a:off x="7096125" y="3459079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5" name="anim_o1658_1">
            <a:extLst>
              <a:ext uri="{FF2B5EF4-FFF2-40B4-BE49-F238E27FC236}">
                <a16:creationId xmlns:a16="http://schemas.microsoft.com/office/drawing/2014/main" id="{C4B2422A-F2EC-4ECE-A64C-CE51A830A6A0}"/>
              </a:ext>
            </a:extLst>
          </p:cNvPr>
          <p:cNvSpPr>
            <a:spLocks noGrp="1"/>
          </p:cNvSpPr>
          <p:nvPr/>
        </p:nvSpPr>
        <p:spPr>
          <a:xfrm>
            <a:off x="7622507" y="3459079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6" name="anim_o1661_1">
            <a:extLst>
              <a:ext uri="{FF2B5EF4-FFF2-40B4-BE49-F238E27FC236}">
                <a16:creationId xmlns:a16="http://schemas.microsoft.com/office/drawing/2014/main" id="{1659DE18-4838-4F15-9C64-0581513E856B}"/>
              </a:ext>
            </a:extLst>
          </p:cNvPr>
          <p:cNvSpPr>
            <a:spLocks noGrp="1"/>
          </p:cNvSpPr>
          <p:nvPr/>
        </p:nvSpPr>
        <p:spPr>
          <a:xfrm>
            <a:off x="8148888" y="3459079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7" name="anim_o1664_1">
            <a:extLst>
              <a:ext uri="{FF2B5EF4-FFF2-40B4-BE49-F238E27FC236}">
                <a16:creationId xmlns:a16="http://schemas.microsoft.com/office/drawing/2014/main" id="{118C3763-4A36-4D06-B63E-14D5CE56B7CC}"/>
              </a:ext>
            </a:extLst>
          </p:cNvPr>
          <p:cNvSpPr>
            <a:spLocks noGrp="1"/>
          </p:cNvSpPr>
          <p:nvPr/>
        </p:nvSpPr>
        <p:spPr>
          <a:xfrm>
            <a:off x="8675270" y="3459079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8" name="anim_o1667_1">
            <a:extLst>
              <a:ext uri="{FF2B5EF4-FFF2-40B4-BE49-F238E27FC236}">
                <a16:creationId xmlns:a16="http://schemas.microsoft.com/office/drawing/2014/main" id="{2161A6FD-77E1-46C1-BA9C-396A675A282F}"/>
              </a:ext>
            </a:extLst>
          </p:cNvPr>
          <p:cNvSpPr>
            <a:spLocks noGrp="1"/>
          </p:cNvSpPr>
          <p:nvPr/>
        </p:nvSpPr>
        <p:spPr>
          <a:xfrm>
            <a:off x="9201651" y="3459079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9" name="anim_o1670_1">
            <a:extLst>
              <a:ext uri="{FF2B5EF4-FFF2-40B4-BE49-F238E27FC236}">
                <a16:creationId xmlns:a16="http://schemas.microsoft.com/office/drawing/2014/main" id="{0753EB37-9159-4440-925E-DF03B9773E16}"/>
              </a:ext>
            </a:extLst>
          </p:cNvPr>
          <p:cNvSpPr>
            <a:spLocks noGrp="1"/>
          </p:cNvSpPr>
          <p:nvPr/>
        </p:nvSpPr>
        <p:spPr>
          <a:xfrm>
            <a:off x="9728033" y="3459079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0" name="anim_o1673_1">
            <a:extLst>
              <a:ext uri="{FF2B5EF4-FFF2-40B4-BE49-F238E27FC236}">
                <a16:creationId xmlns:a16="http://schemas.microsoft.com/office/drawing/2014/main" id="{64FD54C2-3C30-4C38-BCCC-383755CC7604}"/>
              </a:ext>
            </a:extLst>
          </p:cNvPr>
          <p:cNvSpPr>
            <a:spLocks noGrp="1"/>
          </p:cNvSpPr>
          <p:nvPr/>
        </p:nvSpPr>
        <p:spPr>
          <a:xfrm>
            <a:off x="7096125" y="3985461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1" name="anim_o1676_1">
            <a:extLst>
              <a:ext uri="{FF2B5EF4-FFF2-40B4-BE49-F238E27FC236}">
                <a16:creationId xmlns:a16="http://schemas.microsoft.com/office/drawing/2014/main" id="{FC8C1246-D151-45FA-B24E-550D3C13D0AB}"/>
              </a:ext>
            </a:extLst>
          </p:cNvPr>
          <p:cNvSpPr>
            <a:spLocks noGrp="1"/>
          </p:cNvSpPr>
          <p:nvPr/>
        </p:nvSpPr>
        <p:spPr>
          <a:xfrm>
            <a:off x="7622507" y="3985461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2" name="anim_o1679_1">
            <a:extLst>
              <a:ext uri="{FF2B5EF4-FFF2-40B4-BE49-F238E27FC236}">
                <a16:creationId xmlns:a16="http://schemas.microsoft.com/office/drawing/2014/main" id="{041F4D69-2728-44C9-8F40-C2633A5BBD66}"/>
              </a:ext>
            </a:extLst>
          </p:cNvPr>
          <p:cNvSpPr>
            <a:spLocks noGrp="1"/>
          </p:cNvSpPr>
          <p:nvPr/>
        </p:nvSpPr>
        <p:spPr>
          <a:xfrm>
            <a:off x="8148888" y="3985461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3" name="anim_o1682_1">
            <a:extLst>
              <a:ext uri="{FF2B5EF4-FFF2-40B4-BE49-F238E27FC236}">
                <a16:creationId xmlns:a16="http://schemas.microsoft.com/office/drawing/2014/main" id="{26AE525F-0104-4CC5-9A16-880D437F5668}"/>
              </a:ext>
            </a:extLst>
          </p:cNvPr>
          <p:cNvSpPr>
            <a:spLocks noGrp="1"/>
          </p:cNvSpPr>
          <p:nvPr/>
        </p:nvSpPr>
        <p:spPr>
          <a:xfrm>
            <a:off x="8675270" y="3985461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4" name="anim_o1685_1">
            <a:extLst>
              <a:ext uri="{FF2B5EF4-FFF2-40B4-BE49-F238E27FC236}">
                <a16:creationId xmlns:a16="http://schemas.microsoft.com/office/drawing/2014/main" id="{FEF3FFD6-FE7D-43BB-8F95-C8641313D119}"/>
              </a:ext>
            </a:extLst>
          </p:cNvPr>
          <p:cNvSpPr>
            <a:spLocks noGrp="1"/>
          </p:cNvSpPr>
          <p:nvPr/>
        </p:nvSpPr>
        <p:spPr>
          <a:xfrm>
            <a:off x="9201651" y="3985461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5" name="anim_o1688_1">
            <a:extLst>
              <a:ext uri="{FF2B5EF4-FFF2-40B4-BE49-F238E27FC236}">
                <a16:creationId xmlns:a16="http://schemas.microsoft.com/office/drawing/2014/main" id="{A440CFDA-510B-4FCE-A4FA-BDE64BAEF9EB}"/>
              </a:ext>
            </a:extLst>
          </p:cNvPr>
          <p:cNvSpPr>
            <a:spLocks noGrp="1"/>
          </p:cNvSpPr>
          <p:nvPr/>
        </p:nvSpPr>
        <p:spPr>
          <a:xfrm>
            <a:off x="9728033" y="3985461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6" name="anim_o1691_1">
            <a:extLst>
              <a:ext uri="{FF2B5EF4-FFF2-40B4-BE49-F238E27FC236}">
                <a16:creationId xmlns:a16="http://schemas.microsoft.com/office/drawing/2014/main" id="{A5238A24-93B2-42C4-922D-1DDA7F5ABB44}"/>
              </a:ext>
            </a:extLst>
          </p:cNvPr>
          <p:cNvSpPr>
            <a:spLocks noGrp="1"/>
          </p:cNvSpPr>
          <p:nvPr/>
        </p:nvSpPr>
        <p:spPr>
          <a:xfrm>
            <a:off x="7096125" y="4511842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7" name="anim_o1694_1">
            <a:extLst>
              <a:ext uri="{FF2B5EF4-FFF2-40B4-BE49-F238E27FC236}">
                <a16:creationId xmlns:a16="http://schemas.microsoft.com/office/drawing/2014/main" id="{E5789A8E-707D-4AF1-ADD6-B5FBDB43D843}"/>
              </a:ext>
            </a:extLst>
          </p:cNvPr>
          <p:cNvSpPr>
            <a:spLocks noGrp="1"/>
          </p:cNvSpPr>
          <p:nvPr/>
        </p:nvSpPr>
        <p:spPr>
          <a:xfrm>
            <a:off x="7622507" y="4511842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8" name="anim_o1697_1">
            <a:extLst>
              <a:ext uri="{FF2B5EF4-FFF2-40B4-BE49-F238E27FC236}">
                <a16:creationId xmlns:a16="http://schemas.microsoft.com/office/drawing/2014/main" id="{AFF102F3-3A46-4571-990A-C44D5019ADC5}"/>
              </a:ext>
            </a:extLst>
          </p:cNvPr>
          <p:cNvSpPr>
            <a:spLocks noGrp="1"/>
          </p:cNvSpPr>
          <p:nvPr/>
        </p:nvSpPr>
        <p:spPr>
          <a:xfrm>
            <a:off x="8148888" y="4511842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9" name="anim_o1700_1">
            <a:extLst>
              <a:ext uri="{FF2B5EF4-FFF2-40B4-BE49-F238E27FC236}">
                <a16:creationId xmlns:a16="http://schemas.microsoft.com/office/drawing/2014/main" id="{3D0C4FA8-898F-4957-8E8A-C242829D4844}"/>
              </a:ext>
            </a:extLst>
          </p:cNvPr>
          <p:cNvSpPr>
            <a:spLocks noGrp="1"/>
          </p:cNvSpPr>
          <p:nvPr/>
        </p:nvSpPr>
        <p:spPr>
          <a:xfrm>
            <a:off x="8675270" y="4511842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0" name="anim_o1703_1">
            <a:extLst>
              <a:ext uri="{FF2B5EF4-FFF2-40B4-BE49-F238E27FC236}">
                <a16:creationId xmlns:a16="http://schemas.microsoft.com/office/drawing/2014/main" id="{9027A009-EA76-477C-80E7-6B90745296D4}"/>
              </a:ext>
            </a:extLst>
          </p:cNvPr>
          <p:cNvSpPr>
            <a:spLocks noGrp="1"/>
          </p:cNvSpPr>
          <p:nvPr/>
        </p:nvSpPr>
        <p:spPr>
          <a:xfrm>
            <a:off x="9201651" y="4511842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1" name="anim_o1706_1">
            <a:extLst>
              <a:ext uri="{FF2B5EF4-FFF2-40B4-BE49-F238E27FC236}">
                <a16:creationId xmlns:a16="http://schemas.microsoft.com/office/drawing/2014/main" id="{CC07CEF2-9792-40F9-BD8F-AB96E88F41DA}"/>
              </a:ext>
            </a:extLst>
          </p:cNvPr>
          <p:cNvSpPr>
            <a:spLocks noGrp="1"/>
          </p:cNvSpPr>
          <p:nvPr/>
        </p:nvSpPr>
        <p:spPr>
          <a:xfrm>
            <a:off x="9728033" y="4511842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2" name="anim_to1602_0_1">
            <a:extLst>
              <a:ext uri="{FF2B5EF4-FFF2-40B4-BE49-F238E27FC236}">
                <a16:creationId xmlns:a16="http://schemas.microsoft.com/office/drawing/2014/main" id="{FEB3A37B-60AA-4343-B96B-167A55252DE7}"/>
              </a:ext>
            </a:extLst>
          </p:cNvPr>
          <p:cNvSpPr>
            <a:spLocks noGrp="1"/>
          </p:cNvSpPr>
          <p:nvPr/>
        </p:nvSpPr>
        <p:spPr>
          <a:xfrm>
            <a:off x="7272049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93" name="anim_to1605_0_1">
            <a:extLst>
              <a:ext uri="{FF2B5EF4-FFF2-40B4-BE49-F238E27FC236}">
                <a16:creationId xmlns:a16="http://schemas.microsoft.com/office/drawing/2014/main" id="{E81CDA9B-37E6-43BE-8235-36F8CE37C26E}"/>
              </a:ext>
            </a:extLst>
          </p:cNvPr>
          <p:cNvSpPr>
            <a:spLocks noGrp="1"/>
          </p:cNvSpPr>
          <p:nvPr/>
        </p:nvSpPr>
        <p:spPr>
          <a:xfrm>
            <a:off x="7798431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94" name="anim_to1608_0_1">
            <a:extLst>
              <a:ext uri="{FF2B5EF4-FFF2-40B4-BE49-F238E27FC236}">
                <a16:creationId xmlns:a16="http://schemas.microsoft.com/office/drawing/2014/main" id="{8006CEAE-9273-47F3-8DE7-8AFA3ED64CFA}"/>
              </a:ext>
            </a:extLst>
          </p:cNvPr>
          <p:cNvSpPr>
            <a:spLocks noGrp="1"/>
          </p:cNvSpPr>
          <p:nvPr/>
        </p:nvSpPr>
        <p:spPr>
          <a:xfrm>
            <a:off x="8324812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95" name="anim_to1611_0_1">
            <a:extLst>
              <a:ext uri="{FF2B5EF4-FFF2-40B4-BE49-F238E27FC236}">
                <a16:creationId xmlns:a16="http://schemas.microsoft.com/office/drawing/2014/main" id="{1709CE27-0609-4772-B36E-F4770CFC4A7E}"/>
              </a:ext>
            </a:extLst>
          </p:cNvPr>
          <p:cNvSpPr>
            <a:spLocks noGrp="1"/>
          </p:cNvSpPr>
          <p:nvPr/>
        </p:nvSpPr>
        <p:spPr>
          <a:xfrm>
            <a:off x="8851194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96" name="anim_to1614_0_1">
            <a:extLst>
              <a:ext uri="{FF2B5EF4-FFF2-40B4-BE49-F238E27FC236}">
                <a16:creationId xmlns:a16="http://schemas.microsoft.com/office/drawing/2014/main" id="{041F038E-122C-4890-8CE2-A0834125CF4F}"/>
              </a:ext>
            </a:extLst>
          </p:cNvPr>
          <p:cNvSpPr>
            <a:spLocks noGrp="1"/>
          </p:cNvSpPr>
          <p:nvPr/>
        </p:nvSpPr>
        <p:spPr>
          <a:xfrm>
            <a:off x="9377575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97" name="anim_to1617_0_1">
            <a:extLst>
              <a:ext uri="{FF2B5EF4-FFF2-40B4-BE49-F238E27FC236}">
                <a16:creationId xmlns:a16="http://schemas.microsoft.com/office/drawing/2014/main" id="{C358BB4A-3977-4465-AA8C-CDEF24D7F6DA}"/>
              </a:ext>
            </a:extLst>
          </p:cNvPr>
          <p:cNvSpPr>
            <a:spLocks noGrp="1"/>
          </p:cNvSpPr>
          <p:nvPr/>
        </p:nvSpPr>
        <p:spPr>
          <a:xfrm>
            <a:off x="9903957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98" name="anim_to1620_0_1">
            <a:extLst>
              <a:ext uri="{FF2B5EF4-FFF2-40B4-BE49-F238E27FC236}">
                <a16:creationId xmlns:a16="http://schemas.microsoft.com/office/drawing/2014/main" id="{60FFD3E0-AE44-436B-8BDF-5BF58D4F94C8}"/>
              </a:ext>
            </a:extLst>
          </p:cNvPr>
          <p:cNvSpPr>
            <a:spLocks noGrp="1"/>
          </p:cNvSpPr>
          <p:nvPr/>
        </p:nvSpPr>
        <p:spPr>
          <a:xfrm>
            <a:off x="7272049" y="2492821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99" name="anim_to1623_0_1">
            <a:extLst>
              <a:ext uri="{FF2B5EF4-FFF2-40B4-BE49-F238E27FC236}">
                <a16:creationId xmlns:a16="http://schemas.microsoft.com/office/drawing/2014/main" id="{4B000E8A-6B0D-419B-A95F-6ED466011B40}"/>
              </a:ext>
            </a:extLst>
          </p:cNvPr>
          <p:cNvSpPr>
            <a:spLocks noGrp="1"/>
          </p:cNvSpPr>
          <p:nvPr/>
        </p:nvSpPr>
        <p:spPr>
          <a:xfrm>
            <a:off x="7798431" y="2492821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200" name="anim_to1626_0_1">
            <a:extLst>
              <a:ext uri="{FF2B5EF4-FFF2-40B4-BE49-F238E27FC236}">
                <a16:creationId xmlns:a16="http://schemas.microsoft.com/office/drawing/2014/main" id="{45510512-E39B-4B56-9084-9FBDAEF50318}"/>
              </a:ext>
            </a:extLst>
          </p:cNvPr>
          <p:cNvSpPr>
            <a:spLocks noGrp="1"/>
          </p:cNvSpPr>
          <p:nvPr/>
        </p:nvSpPr>
        <p:spPr>
          <a:xfrm>
            <a:off x="8324812" y="2492821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201" name="anim_to1629_0_1">
            <a:extLst>
              <a:ext uri="{FF2B5EF4-FFF2-40B4-BE49-F238E27FC236}">
                <a16:creationId xmlns:a16="http://schemas.microsoft.com/office/drawing/2014/main" id="{B4962382-C6ED-4546-AB9F-2D4C6D43246E}"/>
              </a:ext>
            </a:extLst>
          </p:cNvPr>
          <p:cNvSpPr>
            <a:spLocks noGrp="1"/>
          </p:cNvSpPr>
          <p:nvPr/>
        </p:nvSpPr>
        <p:spPr>
          <a:xfrm>
            <a:off x="8851194" y="2492821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202" name="anim_to1632_0_1">
            <a:extLst>
              <a:ext uri="{FF2B5EF4-FFF2-40B4-BE49-F238E27FC236}">
                <a16:creationId xmlns:a16="http://schemas.microsoft.com/office/drawing/2014/main" id="{3FF5AE42-8613-4809-9FBA-6E2564162672}"/>
              </a:ext>
            </a:extLst>
          </p:cNvPr>
          <p:cNvSpPr>
            <a:spLocks noGrp="1"/>
          </p:cNvSpPr>
          <p:nvPr/>
        </p:nvSpPr>
        <p:spPr>
          <a:xfrm>
            <a:off x="9377575" y="2492821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203" name="anim_to1635_0_1">
            <a:extLst>
              <a:ext uri="{FF2B5EF4-FFF2-40B4-BE49-F238E27FC236}">
                <a16:creationId xmlns:a16="http://schemas.microsoft.com/office/drawing/2014/main" id="{B1538E4A-7CAE-4C1D-AC76-2B524E6C5749}"/>
              </a:ext>
            </a:extLst>
          </p:cNvPr>
          <p:cNvSpPr>
            <a:spLocks noGrp="1"/>
          </p:cNvSpPr>
          <p:nvPr/>
        </p:nvSpPr>
        <p:spPr>
          <a:xfrm>
            <a:off x="9903957" y="2492821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204" name="anim_to1638_0_1">
            <a:extLst>
              <a:ext uri="{FF2B5EF4-FFF2-40B4-BE49-F238E27FC236}">
                <a16:creationId xmlns:a16="http://schemas.microsoft.com/office/drawing/2014/main" id="{0CA4EA97-F19F-4F32-BA47-E599BD152053}"/>
              </a:ext>
            </a:extLst>
          </p:cNvPr>
          <p:cNvSpPr>
            <a:spLocks noGrp="1"/>
          </p:cNvSpPr>
          <p:nvPr/>
        </p:nvSpPr>
        <p:spPr>
          <a:xfrm>
            <a:off x="7272049" y="3019203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205" name="anim_to1641_0_1">
            <a:extLst>
              <a:ext uri="{FF2B5EF4-FFF2-40B4-BE49-F238E27FC236}">
                <a16:creationId xmlns:a16="http://schemas.microsoft.com/office/drawing/2014/main" id="{9CF2125D-D478-4C64-9A8C-19BF483BB3D9}"/>
              </a:ext>
            </a:extLst>
          </p:cNvPr>
          <p:cNvSpPr>
            <a:spLocks noGrp="1"/>
          </p:cNvSpPr>
          <p:nvPr/>
        </p:nvSpPr>
        <p:spPr>
          <a:xfrm>
            <a:off x="7798431" y="3019203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206" name="anim_to1644_0_1">
            <a:extLst>
              <a:ext uri="{FF2B5EF4-FFF2-40B4-BE49-F238E27FC236}">
                <a16:creationId xmlns:a16="http://schemas.microsoft.com/office/drawing/2014/main" id="{3C85BB43-9D37-401B-9C2E-7E3B98A424EF}"/>
              </a:ext>
            </a:extLst>
          </p:cNvPr>
          <p:cNvSpPr>
            <a:spLocks noGrp="1"/>
          </p:cNvSpPr>
          <p:nvPr/>
        </p:nvSpPr>
        <p:spPr>
          <a:xfrm>
            <a:off x="8324812" y="3019203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207" name="anim_to1647_0_1">
            <a:extLst>
              <a:ext uri="{FF2B5EF4-FFF2-40B4-BE49-F238E27FC236}">
                <a16:creationId xmlns:a16="http://schemas.microsoft.com/office/drawing/2014/main" id="{C83E7A83-7959-424B-9BEE-9DF5D325C359}"/>
              </a:ext>
            </a:extLst>
          </p:cNvPr>
          <p:cNvSpPr>
            <a:spLocks noGrp="1"/>
          </p:cNvSpPr>
          <p:nvPr/>
        </p:nvSpPr>
        <p:spPr>
          <a:xfrm>
            <a:off x="8851194" y="3019203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208" name="anim_to1650_0_1">
            <a:extLst>
              <a:ext uri="{FF2B5EF4-FFF2-40B4-BE49-F238E27FC236}">
                <a16:creationId xmlns:a16="http://schemas.microsoft.com/office/drawing/2014/main" id="{A08739FA-9CED-44FC-B4CC-97EAA2E457CE}"/>
              </a:ext>
            </a:extLst>
          </p:cNvPr>
          <p:cNvSpPr>
            <a:spLocks noGrp="1"/>
          </p:cNvSpPr>
          <p:nvPr/>
        </p:nvSpPr>
        <p:spPr>
          <a:xfrm>
            <a:off x="9377575" y="3019203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209" name="anim_to1653_0_1">
            <a:extLst>
              <a:ext uri="{FF2B5EF4-FFF2-40B4-BE49-F238E27FC236}">
                <a16:creationId xmlns:a16="http://schemas.microsoft.com/office/drawing/2014/main" id="{798DC681-A9E8-45F6-9E2F-87A4B3E009F5}"/>
              </a:ext>
            </a:extLst>
          </p:cNvPr>
          <p:cNvSpPr>
            <a:spLocks noGrp="1"/>
          </p:cNvSpPr>
          <p:nvPr/>
        </p:nvSpPr>
        <p:spPr>
          <a:xfrm>
            <a:off x="9903957" y="3019203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210" name="anim_to1656_0_1">
            <a:extLst>
              <a:ext uri="{FF2B5EF4-FFF2-40B4-BE49-F238E27FC236}">
                <a16:creationId xmlns:a16="http://schemas.microsoft.com/office/drawing/2014/main" id="{9BA35A85-EAB7-44D0-93D7-C244C849E983}"/>
              </a:ext>
            </a:extLst>
          </p:cNvPr>
          <p:cNvSpPr>
            <a:spLocks noGrp="1"/>
          </p:cNvSpPr>
          <p:nvPr/>
        </p:nvSpPr>
        <p:spPr>
          <a:xfrm>
            <a:off x="7272049" y="3545584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211" name="anim_to1659_0_1">
            <a:extLst>
              <a:ext uri="{FF2B5EF4-FFF2-40B4-BE49-F238E27FC236}">
                <a16:creationId xmlns:a16="http://schemas.microsoft.com/office/drawing/2014/main" id="{B34B0F8F-5BE3-4CED-A08C-79127B98FB75}"/>
              </a:ext>
            </a:extLst>
          </p:cNvPr>
          <p:cNvSpPr>
            <a:spLocks noGrp="1"/>
          </p:cNvSpPr>
          <p:nvPr/>
        </p:nvSpPr>
        <p:spPr>
          <a:xfrm>
            <a:off x="7798431" y="3545584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212" name="anim_to1662_0_1">
            <a:extLst>
              <a:ext uri="{FF2B5EF4-FFF2-40B4-BE49-F238E27FC236}">
                <a16:creationId xmlns:a16="http://schemas.microsoft.com/office/drawing/2014/main" id="{7984A150-869D-46B6-90B5-DBD9A59B476C}"/>
              </a:ext>
            </a:extLst>
          </p:cNvPr>
          <p:cNvSpPr>
            <a:spLocks noGrp="1"/>
          </p:cNvSpPr>
          <p:nvPr/>
        </p:nvSpPr>
        <p:spPr>
          <a:xfrm>
            <a:off x="8324812" y="3545584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213" name="anim_to1665_0_1">
            <a:extLst>
              <a:ext uri="{FF2B5EF4-FFF2-40B4-BE49-F238E27FC236}">
                <a16:creationId xmlns:a16="http://schemas.microsoft.com/office/drawing/2014/main" id="{2C0ED152-9243-428C-B4E7-92681C4643C1}"/>
              </a:ext>
            </a:extLst>
          </p:cNvPr>
          <p:cNvSpPr>
            <a:spLocks noGrp="1"/>
          </p:cNvSpPr>
          <p:nvPr/>
        </p:nvSpPr>
        <p:spPr>
          <a:xfrm>
            <a:off x="8851194" y="3545584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214" name="anim_to1668_0_1">
            <a:extLst>
              <a:ext uri="{FF2B5EF4-FFF2-40B4-BE49-F238E27FC236}">
                <a16:creationId xmlns:a16="http://schemas.microsoft.com/office/drawing/2014/main" id="{77628245-3422-4C77-90B1-CA7D028CD2B7}"/>
              </a:ext>
            </a:extLst>
          </p:cNvPr>
          <p:cNvSpPr>
            <a:spLocks noGrp="1"/>
          </p:cNvSpPr>
          <p:nvPr/>
        </p:nvSpPr>
        <p:spPr>
          <a:xfrm>
            <a:off x="9377575" y="3545584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215" name="anim_to1671_0_1">
            <a:extLst>
              <a:ext uri="{FF2B5EF4-FFF2-40B4-BE49-F238E27FC236}">
                <a16:creationId xmlns:a16="http://schemas.microsoft.com/office/drawing/2014/main" id="{A47179A6-E875-4DB1-9A6D-D278AF272812}"/>
              </a:ext>
            </a:extLst>
          </p:cNvPr>
          <p:cNvSpPr>
            <a:spLocks noGrp="1"/>
          </p:cNvSpPr>
          <p:nvPr/>
        </p:nvSpPr>
        <p:spPr>
          <a:xfrm>
            <a:off x="9903957" y="3545584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216" name="anim_to1674_0_1">
            <a:extLst>
              <a:ext uri="{FF2B5EF4-FFF2-40B4-BE49-F238E27FC236}">
                <a16:creationId xmlns:a16="http://schemas.microsoft.com/office/drawing/2014/main" id="{FF18A5C2-507D-45A1-977F-0ED6FC981073}"/>
              </a:ext>
            </a:extLst>
          </p:cNvPr>
          <p:cNvSpPr>
            <a:spLocks noGrp="1"/>
          </p:cNvSpPr>
          <p:nvPr/>
        </p:nvSpPr>
        <p:spPr>
          <a:xfrm>
            <a:off x="7272049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217" name="anim_to1677_0_1">
            <a:extLst>
              <a:ext uri="{FF2B5EF4-FFF2-40B4-BE49-F238E27FC236}">
                <a16:creationId xmlns:a16="http://schemas.microsoft.com/office/drawing/2014/main" id="{4AF9610E-C263-4F58-9518-05E019BED072}"/>
              </a:ext>
            </a:extLst>
          </p:cNvPr>
          <p:cNvSpPr>
            <a:spLocks noGrp="1"/>
          </p:cNvSpPr>
          <p:nvPr/>
        </p:nvSpPr>
        <p:spPr>
          <a:xfrm>
            <a:off x="7798431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218" name="anim_to1680_0_1">
            <a:extLst>
              <a:ext uri="{FF2B5EF4-FFF2-40B4-BE49-F238E27FC236}">
                <a16:creationId xmlns:a16="http://schemas.microsoft.com/office/drawing/2014/main" id="{5DEF7A12-FA06-42CF-9839-BA82BAD422D5}"/>
              </a:ext>
            </a:extLst>
          </p:cNvPr>
          <p:cNvSpPr>
            <a:spLocks noGrp="1"/>
          </p:cNvSpPr>
          <p:nvPr/>
        </p:nvSpPr>
        <p:spPr>
          <a:xfrm>
            <a:off x="8324812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219" name="anim_to1683_0_1">
            <a:extLst>
              <a:ext uri="{FF2B5EF4-FFF2-40B4-BE49-F238E27FC236}">
                <a16:creationId xmlns:a16="http://schemas.microsoft.com/office/drawing/2014/main" id="{7C31F9B7-2664-4503-A973-7299DC57C71C}"/>
              </a:ext>
            </a:extLst>
          </p:cNvPr>
          <p:cNvSpPr>
            <a:spLocks noGrp="1"/>
          </p:cNvSpPr>
          <p:nvPr/>
        </p:nvSpPr>
        <p:spPr>
          <a:xfrm>
            <a:off x="8851194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220" name="anim_to1686_0_1">
            <a:extLst>
              <a:ext uri="{FF2B5EF4-FFF2-40B4-BE49-F238E27FC236}">
                <a16:creationId xmlns:a16="http://schemas.microsoft.com/office/drawing/2014/main" id="{C6018B73-C50E-477D-8512-09E357959355}"/>
              </a:ext>
            </a:extLst>
          </p:cNvPr>
          <p:cNvSpPr>
            <a:spLocks noGrp="1"/>
          </p:cNvSpPr>
          <p:nvPr/>
        </p:nvSpPr>
        <p:spPr>
          <a:xfrm>
            <a:off x="9377575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221" name="anim_to1689_0_1">
            <a:extLst>
              <a:ext uri="{FF2B5EF4-FFF2-40B4-BE49-F238E27FC236}">
                <a16:creationId xmlns:a16="http://schemas.microsoft.com/office/drawing/2014/main" id="{871BB1CF-4662-40D0-9800-9487319FECAC}"/>
              </a:ext>
            </a:extLst>
          </p:cNvPr>
          <p:cNvSpPr>
            <a:spLocks noGrp="1"/>
          </p:cNvSpPr>
          <p:nvPr/>
        </p:nvSpPr>
        <p:spPr>
          <a:xfrm>
            <a:off x="9903957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222" name="anim_to1692_0_1">
            <a:extLst>
              <a:ext uri="{FF2B5EF4-FFF2-40B4-BE49-F238E27FC236}">
                <a16:creationId xmlns:a16="http://schemas.microsoft.com/office/drawing/2014/main" id="{B367786E-6079-4B15-9D0D-E0D61F29D003}"/>
              </a:ext>
            </a:extLst>
          </p:cNvPr>
          <p:cNvSpPr>
            <a:spLocks noGrp="1"/>
          </p:cNvSpPr>
          <p:nvPr/>
        </p:nvSpPr>
        <p:spPr>
          <a:xfrm>
            <a:off x="7272049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223" name="anim_to1695_0_1">
            <a:extLst>
              <a:ext uri="{FF2B5EF4-FFF2-40B4-BE49-F238E27FC236}">
                <a16:creationId xmlns:a16="http://schemas.microsoft.com/office/drawing/2014/main" id="{A23CFE6E-2702-467A-9311-D8EFA04BA17F}"/>
              </a:ext>
            </a:extLst>
          </p:cNvPr>
          <p:cNvSpPr>
            <a:spLocks noGrp="1"/>
          </p:cNvSpPr>
          <p:nvPr/>
        </p:nvSpPr>
        <p:spPr>
          <a:xfrm>
            <a:off x="7798431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224" name="anim_to1698_0_1">
            <a:extLst>
              <a:ext uri="{FF2B5EF4-FFF2-40B4-BE49-F238E27FC236}">
                <a16:creationId xmlns:a16="http://schemas.microsoft.com/office/drawing/2014/main" id="{0ECC6350-6416-4EA4-B0CB-9DA00B8E1E0E}"/>
              </a:ext>
            </a:extLst>
          </p:cNvPr>
          <p:cNvSpPr>
            <a:spLocks noGrp="1"/>
          </p:cNvSpPr>
          <p:nvPr/>
        </p:nvSpPr>
        <p:spPr>
          <a:xfrm>
            <a:off x="8324812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225" name="anim_to1701_0_1">
            <a:extLst>
              <a:ext uri="{FF2B5EF4-FFF2-40B4-BE49-F238E27FC236}">
                <a16:creationId xmlns:a16="http://schemas.microsoft.com/office/drawing/2014/main" id="{4A1F927E-5E98-4040-9610-FC7E5C2EE76E}"/>
              </a:ext>
            </a:extLst>
          </p:cNvPr>
          <p:cNvSpPr>
            <a:spLocks noGrp="1"/>
          </p:cNvSpPr>
          <p:nvPr/>
        </p:nvSpPr>
        <p:spPr>
          <a:xfrm>
            <a:off x="8851194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226" name="anim_to1704_0_1">
            <a:extLst>
              <a:ext uri="{FF2B5EF4-FFF2-40B4-BE49-F238E27FC236}">
                <a16:creationId xmlns:a16="http://schemas.microsoft.com/office/drawing/2014/main" id="{F3925376-E322-49AA-BDFD-28DC5761D3C2}"/>
              </a:ext>
            </a:extLst>
          </p:cNvPr>
          <p:cNvSpPr>
            <a:spLocks noGrp="1"/>
          </p:cNvSpPr>
          <p:nvPr/>
        </p:nvSpPr>
        <p:spPr>
          <a:xfrm>
            <a:off x="9377575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227" name="anim_to1707_0_1">
            <a:extLst>
              <a:ext uri="{FF2B5EF4-FFF2-40B4-BE49-F238E27FC236}">
                <a16:creationId xmlns:a16="http://schemas.microsoft.com/office/drawing/2014/main" id="{30E809C3-4FE1-4B2B-9102-CE24E60584DB}"/>
              </a:ext>
            </a:extLst>
          </p:cNvPr>
          <p:cNvSpPr>
            <a:spLocks noGrp="1"/>
          </p:cNvSpPr>
          <p:nvPr/>
        </p:nvSpPr>
        <p:spPr>
          <a:xfrm>
            <a:off x="9903957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228" name="anim_to1709_0_1">
            <a:extLst>
              <a:ext uri="{FF2B5EF4-FFF2-40B4-BE49-F238E27FC236}">
                <a16:creationId xmlns:a16="http://schemas.microsoft.com/office/drawing/2014/main" id="{AD36F123-F0D3-4465-BA17-F392CE31DF4A}"/>
              </a:ext>
            </a:extLst>
          </p:cNvPr>
          <p:cNvSpPr>
            <a:spLocks noGrp="1"/>
          </p:cNvSpPr>
          <p:nvPr/>
        </p:nvSpPr>
        <p:spPr>
          <a:xfrm>
            <a:off x="6696290" y="1165465"/>
            <a:ext cx="3977010" cy="47116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68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968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2968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Output (Same Size!)</a:t>
            </a:r>
          </a:p>
        </p:txBody>
      </p:sp>
    </p:spTree>
    <p:extLst>
      <p:ext uri="{BB962C8B-B14F-4D97-AF65-F5344CB8AC3E}">
        <p14:creationId xmlns:p14="http://schemas.microsoft.com/office/powerpoint/2010/main" val="8886848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3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19408 0.0120614 E" pathEditMode="relative" ptsTypes="">
                                      <p:cBhvr>
                                        <p:cTn id="6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2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19408 -0.0953947 E" pathEditMode="relative" ptsTypes="">
                                      <p:cBhvr>
                                        <p:cTn id="1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05757 0.0120614 E" pathEditMode="relative" ptsTypes="">
                                      <p:cBhvr>
                                        <p:cTn id="1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05757 -0.0953947 E" pathEditMode="relative" ptsTypes="">
                                      <p:cBhvr>
                                        <p:cTn id="1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" dur="1000" fill="hold"/>
                                        <p:tgtEl>
                                          <p:spTgt spid="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92105 0.0120614 E" pathEditMode="relative" ptsTypes="">
                                      <p:cBhvr>
                                        <p:cTn id="2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" dur="1000" fill="hold"/>
                                        <p:tgtEl>
                                          <p:spTgt spid="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92105 -0.0953947 E" pathEditMode="relative" ptsTypes="">
                                      <p:cBhvr>
                                        <p:cTn id="2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" dur="1000" fill="hold"/>
                                        <p:tgtEl>
                                          <p:spTgt spid="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678454 0.0120614 E" pathEditMode="relative" ptsTypes="">
                                      <p:cBhvr>
                                        <p:cTn id="3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" dur="1000" fill="hold"/>
                                        <p:tgtEl>
                                          <p:spTgt spid="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678454 -0.0953947 E" pathEditMode="relative" ptsTypes="">
                                      <p:cBhvr>
                                        <p:cTn id="3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" dur="1000" fill="hold"/>
                                        <p:tgtEl>
                                          <p:spTgt spid="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64803 0.0120614 E" pathEditMode="relative" ptsTypes="">
                                      <p:cBhvr>
                                        <p:cTn id="3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" dur="1000" fill="hold"/>
                                        <p:tgtEl>
                                          <p:spTgt spid="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64803 -0.0953947 E" pathEditMode="relative" ptsTypes="">
                                      <p:cBhvr>
                                        <p:cTn id="4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" dur="1000" fill="hold"/>
                                        <p:tgtEl>
                                          <p:spTgt spid="1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51151 0.0120614 E" pathEditMode="relative" ptsTypes="">
                                      <p:cBhvr>
                                        <p:cTn id="4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" dur="1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51151 -0.0953947 E" pathEditMode="relative" ptsTypes="">
                                      <p:cBhvr>
                                        <p:cTn id="5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" dur="1000" fill="hold"/>
                                        <p:tgtEl>
                                          <p:spTgt spid="1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5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9375 0.0120614 E" pathEditMode="relative" ptsTypes="">
                                      <p:cBhvr>
                                        <p:cTn id="5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6" dur="1000" fill="hold"/>
                                        <p:tgtEl>
                                          <p:spTgt spid="1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5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9375 -0.0953947 E" pathEditMode="relative" ptsTypes="">
                                      <p:cBhvr>
                                        <p:cTn id="5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" dur="1000" fill="hold"/>
                                        <p:tgtEl>
                                          <p:spTgt spid="1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23849 0.0120614 E" pathEditMode="relative" ptsTypes="">
                                      <p:cBhvr>
                                        <p:cTn id="6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4" dur="1000" fill="hold"/>
                                        <p:tgtEl>
                                          <p:spTgt spid="1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6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23849 -0.0953947 E" pathEditMode="relative" ptsTypes="">
                                      <p:cBhvr>
                                        <p:cTn id="6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8" dur="1000" fill="hold"/>
                                        <p:tgtEl>
                                          <p:spTgt spid="1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6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19408 -0.0032895 E" pathEditMode="relative" ptsTypes="">
                                      <p:cBhvr>
                                        <p:cTn id="7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2" dur="1000" fill="hold"/>
                                        <p:tgtEl>
                                          <p:spTgt spid="1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7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23849 -0.0032895 E" pathEditMode="relative" ptsTypes="">
                                      <p:cBhvr>
                                        <p:cTn id="74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6" dur="1000" fill="hold"/>
                                        <p:tgtEl>
                                          <p:spTgt spid="1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7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19408 -0.0186404 E" pathEditMode="relative" ptsTypes="">
                                      <p:cBhvr>
                                        <p:cTn id="78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0" dur="1000" fill="hold"/>
                                        <p:tgtEl>
                                          <p:spTgt spid="1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8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23849 -0.0186404 E" pathEditMode="relative" ptsTypes="">
                                      <p:cBhvr>
                                        <p:cTn id="8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4" dur="1000" fill="hold"/>
                                        <p:tgtEl>
                                          <p:spTgt spid="2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8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19408 -0.0339912 E" pathEditMode="relative" ptsTypes="">
                                      <p:cBhvr>
                                        <p:cTn id="8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8" dur="1000" fill="hold"/>
                                        <p:tgtEl>
                                          <p:spTgt spid="2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8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23849 -0.0339912 E" pathEditMode="relative" ptsTypes="">
                                      <p:cBhvr>
                                        <p:cTn id="9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2" dur="1000" fill="hold"/>
                                        <p:tgtEl>
                                          <p:spTgt spid="2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9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19408 -0.0493421 E" pathEditMode="relative" ptsTypes="">
                                      <p:cBhvr>
                                        <p:cTn id="9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6" dur="1000" fill="hold"/>
                                        <p:tgtEl>
                                          <p:spTgt spid="2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9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23849 -0.0493421 E" pathEditMode="relative" ptsTypes="">
                                      <p:cBhvr>
                                        <p:cTn id="98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0" dur="1000" fill="hold"/>
                                        <p:tgtEl>
                                          <p:spTgt spid="2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0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19408 -0.064693 E" pathEditMode="relative" ptsTypes="">
                                      <p:cBhvr>
                                        <p:cTn id="10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4" dur="1000" fill="hold"/>
                                        <p:tgtEl>
                                          <p:spTgt spid="2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0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23849 -0.064693 E" pathEditMode="relative" ptsTypes="">
                                      <p:cBhvr>
                                        <p:cTn id="10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8" dur="1000" fill="hold"/>
                                        <p:tgtEl>
                                          <p:spTgt spid="2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0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19408 -0.0800439 E" pathEditMode="relative" ptsTypes="">
                                      <p:cBhvr>
                                        <p:cTn id="11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2" dur="1000" fill="hold"/>
                                        <p:tgtEl>
                                          <p:spTgt spid="2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1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23849 -0.0800439 E" pathEditMode="relative" ptsTypes="">
                                      <p:cBhvr>
                                        <p:cTn id="114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6" dur="1000" fill="hold"/>
                                        <p:tgtEl>
                                          <p:spTgt spid="2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1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04605 0.0120614 E" pathEditMode="relative" ptsTypes="">
                                      <p:cBhvr>
                                        <p:cTn id="118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0" dur="1000" fill="hold"/>
                                        <p:tgtEl>
                                          <p:spTgt spid="2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2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04605 -0.0953947 E" pathEditMode="relative" ptsTypes="">
                                      <p:cBhvr>
                                        <p:cTn id="122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4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90954 0.0120614 E" pathEditMode="relative" ptsTypes="">
                                      <p:cBhvr>
                                        <p:cTn id="12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8" dur="1000" fill="hold"/>
                                        <p:tgtEl>
                                          <p:spTgt spid="3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2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90954 -0.0953947 E" pathEditMode="relative" ptsTypes="">
                                      <p:cBhvr>
                                        <p:cTn id="13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2" dur="1000" fill="hold"/>
                                        <p:tgtEl>
                                          <p:spTgt spid="3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3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77303 0.0120614 E" pathEditMode="relative" ptsTypes="">
                                      <p:cBhvr>
                                        <p:cTn id="13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6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3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77303 -0.0953947 E" pathEditMode="relative" ptsTypes="">
                                      <p:cBhvr>
                                        <p:cTn id="138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0" dur="1000" fill="hold"/>
                                        <p:tgtEl>
                                          <p:spTgt spid="3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4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663651 0.0120614 E" pathEditMode="relative" ptsTypes="">
                                      <p:cBhvr>
                                        <p:cTn id="14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4" dur="1000" fill="hold"/>
                                        <p:tgtEl>
                                          <p:spTgt spid="3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4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663651 -0.0953947 E" pathEditMode="relative" ptsTypes="">
                                      <p:cBhvr>
                                        <p:cTn id="14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8" dur="1000" fill="hold"/>
                                        <p:tgtEl>
                                          <p:spTgt spid="3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4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5 0.0120614 E" pathEditMode="relative" ptsTypes="">
                                      <p:cBhvr>
                                        <p:cTn id="15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2" dur="1000" fill="hold"/>
                                        <p:tgtEl>
                                          <p:spTgt spid="3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5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5 -0.0953947 E" pathEditMode="relative" ptsTypes="">
                                      <p:cBhvr>
                                        <p:cTn id="15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6" dur="1000" fill="hold"/>
                                        <p:tgtEl>
                                          <p:spTgt spid="3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5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36349 0.0120614 E" pathEditMode="relative" ptsTypes="">
                                      <p:cBhvr>
                                        <p:cTn id="158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0" dur="1000" fill="hold"/>
                                        <p:tgtEl>
                                          <p:spTgt spid="3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36349 -0.0953947 E" pathEditMode="relative" ptsTypes="">
                                      <p:cBhvr>
                                        <p:cTn id="16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4" dur="1000" fill="hold"/>
                                        <p:tgtEl>
                                          <p:spTgt spid="4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6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922697 0.0120614 E" pathEditMode="relative" ptsTypes="">
                                      <p:cBhvr>
                                        <p:cTn id="16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8" dur="1000" fill="hold"/>
                                        <p:tgtEl>
                                          <p:spTgt spid="4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6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922697 -0.0953947 E" pathEditMode="relative" ptsTypes="">
                                      <p:cBhvr>
                                        <p:cTn id="17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2" dur="1000" fill="hold"/>
                                        <p:tgtEl>
                                          <p:spTgt spid="4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7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09046 0.0120614 E" pathEditMode="relative" ptsTypes="">
                                      <p:cBhvr>
                                        <p:cTn id="17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6" dur="1000" fill="hold"/>
                                        <p:tgtEl>
                                          <p:spTgt spid="4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7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09046 -0.0953947 E" pathEditMode="relative" ptsTypes="">
                                      <p:cBhvr>
                                        <p:cTn id="17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0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8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04605 -0.0032895 E" pathEditMode="relative" ptsTypes="">
                                      <p:cBhvr>
                                        <p:cTn id="182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4" dur="1000" fill="hold"/>
                                        <p:tgtEl>
                                          <p:spTgt spid="4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8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09046 -0.0032895 E" pathEditMode="relative" ptsTypes="">
                                      <p:cBhvr>
                                        <p:cTn id="18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8" dur="1000" fill="hold"/>
                                        <p:tgtEl>
                                          <p:spTgt spid="4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8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04605 -0.0186404 E" pathEditMode="relative" ptsTypes="">
                                      <p:cBhvr>
                                        <p:cTn id="19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2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9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09046 -0.0186404 E" pathEditMode="relative" ptsTypes="">
                                      <p:cBhvr>
                                        <p:cTn id="19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9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04605 -0.0339912 E" pathEditMode="relative" ptsTypes="">
                                      <p:cBhvr>
                                        <p:cTn id="198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0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0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09046 -0.0339912 E" pathEditMode="relative" ptsTypes="">
                                      <p:cBhvr>
                                        <p:cTn id="202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4" dur="1000" fill="hold"/>
                                        <p:tgtEl>
                                          <p:spTgt spid="5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0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04605 -0.0493421 E" pathEditMode="relative" ptsTypes="">
                                      <p:cBhvr>
                                        <p:cTn id="20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8" dur="1000" fill="hold"/>
                                        <p:tgtEl>
                                          <p:spTgt spid="5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0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09046 -0.0493421 E" pathEditMode="relative" ptsTypes="">
                                      <p:cBhvr>
                                        <p:cTn id="210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2" dur="1000" fill="hold"/>
                                        <p:tgtEl>
                                          <p:spTgt spid="5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1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04605 -0.064693 E" pathEditMode="relative" ptsTypes="">
                                      <p:cBhvr>
                                        <p:cTn id="214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6" dur="1000" fill="hold"/>
                                        <p:tgtEl>
                                          <p:spTgt spid="5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1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09046 -0.064693 E" pathEditMode="relative" ptsTypes="">
                                      <p:cBhvr>
                                        <p:cTn id="218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0" dur="1000" fill="hold"/>
                                        <p:tgtEl>
                                          <p:spTgt spid="5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2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04605 -0.0800439 E" pathEditMode="relative" ptsTypes="">
                                      <p:cBhvr>
                                        <p:cTn id="222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4" dur="1000" fill="hold"/>
                                        <p:tgtEl>
                                          <p:spTgt spid="5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09046 -0.0800439 E" pathEditMode="relative" ptsTypes="">
                                      <p:cBhvr>
                                        <p:cTn id="226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8" dur="1000" fill="hold"/>
                                        <p:tgtEl>
                                          <p:spTgt spid="5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2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05757 -0.0032895 E" pathEditMode="relative" ptsTypes="">
                                      <p:cBhvr>
                                        <p:cTn id="230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2" dur="1000" fill="hold"/>
                                        <p:tgtEl>
                                          <p:spTgt spid="5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3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92105 -0.0032895 E" pathEditMode="relative" ptsTypes="">
                                      <p:cBhvr>
                                        <p:cTn id="234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6" dur="1000" fill="hold"/>
                                        <p:tgtEl>
                                          <p:spTgt spid="5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3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678454 -0.0032895 E" pathEditMode="relative" ptsTypes="">
                                      <p:cBhvr>
                                        <p:cTn id="238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0" dur="1000" fill="hold"/>
                                        <p:tgtEl>
                                          <p:spTgt spid="5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4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64803 -0.0032895 E" pathEditMode="relative" ptsTypes="">
                                      <p:cBhvr>
                                        <p:cTn id="242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4" dur="1000" fill="hold"/>
                                        <p:tgtEl>
                                          <p:spTgt spid="6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4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51151 -0.0032895 E" pathEditMode="relative" ptsTypes="">
                                      <p:cBhvr>
                                        <p:cTn id="24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8" dur="1000" fill="hold"/>
                                        <p:tgtEl>
                                          <p:spTgt spid="6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4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9375 -0.0032895 E" pathEditMode="relative" ptsTypes="">
                                      <p:cBhvr>
                                        <p:cTn id="250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2" dur="1000" fill="hold"/>
                                        <p:tgtEl>
                                          <p:spTgt spid="6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5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05757 -0.0186404 E" pathEditMode="relative" ptsTypes="">
                                      <p:cBhvr>
                                        <p:cTn id="254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6" dur="1000" fill="hold"/>
                                        <p:tgtEl>
                                          <p:spTgt spid="6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5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92105 -0.0186404 E" pathEditMode="relative" ptsTypes="">
                                      <p:cBhvr>
                                        <p:cTn id="258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0" dur="1000" fill="hold"/>
                                        <p:tgtEl>
                                          <p:spTgt spid="6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678454 -0.0186404 E" pathEditMode="relative" ptsTypes="">
                                      <p:cBhvr>
                                        <p:cTn id="262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4" dur="1000" fill="hold"/>
                                        <p:tgtEl>
                                          <p:spTgt spid="6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6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64803 -0.0186404 E" pathEditMode="relative" ptsTypes="">
                                      <p:cBhvr>
                                        <p:cTn id="266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8" dur="1000" fill="hold"/>
                                        <p:tgtEl>
                                          <p:spTgt spid="6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6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51151 -0.0186404 E" pathEditMode="relative" ptsTypes="">
                                      <p:cBhvr>
                                        <p:cTn id="270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2" dur="1000" fill="hold"/>
                                        <p:tgtEl>
                                          <p:spTgt spid="6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7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9375 -0.0186404 E" pathEditMode="relative" ptsTypes="">
                                      <p:cBhvr>
                                        <p:cTn id="274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6" dur="1000" fill="hold"/>
                                        <p:tgtEl>
                                          <p:spTgt spid="6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7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05757 -0.0339912 E" pathEditMode="relative" ptsTypes="">
                                      <p:cBhvr>
                                        <p:cTn id="278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0" dur="1000" fill="hold"/>
                                        <p:tgtEl>
                                          <p:spTgt spid="6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8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92105 -0.0339912 E" pathEditMode="relative" ptsTypes="">
                                      <p:cBhvr>
                                        <p:cTn id="282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4" dur="1000" fill="hold"/>
                                        <p:tgtEl>
                                          <p:spTgt spid="7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8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678454 -0.0339912 E" pathEditMode="relative" ptsTypes="">
                                      <p:cBhvr>
                                        <p:cTn id="286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8" dur="1000" fill="hold"/>
                                        <p:tgtEl>
                                          <p:spTgt spid="7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8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64803 -0.0339912 E" pathEditMode="relative" ptsTypes="">
                                      <p:cBhvr>
                                        <p:cTn id="290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2" dur="1000" fill="hold"/>
                                        <p:tgtEl>
                                          <p:spTgt spid="7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9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51151 -0.0339912 E" pathEditMode="relative" ptsTypes="">
                                      <p:cBhvr>
                                        <p:cTn id="294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6" dur="1000" fill="hold"/>
                                        <p:tgtEl>
                                          <p:spTgt spid="7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9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9375 -0.0339912 E" pathEditMode="relative" ptsTypes="">
                                      <p:cBhvr>
                                        <p:cTn id="298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0" dur="1000" fill="hold"/>
                                        <p:tgtEl>
                                          <p:spTgt spid="7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0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05757 -0.0493421 E" pathEditMode="relative" ptsTypes="">
                                      <p:cBhvr>
                                        <p:cTn id="302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4" dur="1000" fill="hold"/>
                                        <p:tgtEl>
                                          <p:spTgt spid="7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0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92105 -0.0493421 E" pathEditMode="relative" ptsTypes="">
                                      <p:cBhvr>
                                        <p:cTn id="306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8" dur="1000" fill="hold"/>
                                        <p:tgtEl>
                                          <p:spTgt spid="7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0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678454 -0.0493421 E" pathEditMode="relative" ptsTypes="">
                                      <p:cBhvr>
                                        <p:cTn id="310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2" dur="1000" fill="hold"/>
                                        <p:tgtEl>
                                          <p:spTgt spid="7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1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64803 -0.0493421 E" pathEditMode="relative" ptsTypes="">
                                      <p:cBhvr>
                                        <p:cTn id="314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6" dur="1000" fill="hold"/>
                                        <p:tgtEl>
                                          <p:spTgt spid="7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1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51151 -0.0493421 E" pathEditMode="relative" ptsTypes="">
                                      <p:cBhvr>
                                        <p:cTn id="318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0" dur="1000" fill="hold"/>
                                        <p:tgtEl>
                                          <p:spTgt spid="7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2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9375 -0.0493421 E" pathEditMode="relative" ptsTypes="">
                                      <p:cBhvr>
                                        <p:cTn id="322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4" dur="1000" fill="hold"/>
                                        <p:tgtEl>
                                          <p:spTgt spid="8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05757 -0.064693 E" pathEditMode="relative" ptsTypes="">
                                      <p:cBhvr>
                                        <p:cTn id="326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8" dur="1000" fill="hold"/>
                                        <p:tgtEl>
                                          <p:spTgt spid="8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2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92105 -0.064693 E" pathEditMode="relative" ptsTypes="">
                                      <p:cBhvr>
                                        <p:cTn id="330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2" dur="1000" fill="hold"/>
                                        <p:tgtEl>
                                          <p:spTgt spid="8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3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678454 -0.064693 E" pathEditMode="relative" ptsTypes="">
                                      <p:cBhvr>
                                        <p:cTn id="334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6" dur="1000" fill="hold"/>
                                        <p:tgtEl>
                                          <p:spTgt spid="8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3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64803 -0.064693 E" pathEditMode="relative" ptsTypes="">
                                      <p:cBhvr>
                                        <p:cTn id="338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0" dur="1000" fill="hold"/>
                                        <p:tgtEl>
                                          <p:spTgt spid="8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4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51151 -0.064693 E" pathEditMode="relative" ptsTypes="">
                                      <p:cBhvr>
                                        <p:cTn id="342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4" dur="1000" fill="hold"/>
                                        <p:tgtEl>
                                          <p:spTgt spid="8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4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9375 -0.064693 E" pathEditMode="relative" ptsTypes="">
                                      <p:cBhvr>
                                        <p:cTn id="346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8" dur="1000" fill="hold"/>
                                        <p:tgtEl>
                                          <p:spTgt spid="8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4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05757 -0.0800439 E" pathEditMode="relative" ptsTypes="">
                                      <p:cBhvr>
                                        <p:cTn id="350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2" dur="1000" fill="hold"/>
                                        <p:tgtEl>
                                          <p:spTgt spid="8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5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92105 -0.0800439 E" pathEditMode="relative" ptsTypes="">
                                      <p:cBhvr>
                                        <p:cTn id="354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6" dur="1000" fill="hold"/>
                                        <p:tgtEl>
                                          <p:spTgt spid="8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5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678454 -0.0800439 E" pathEditMode="relative" ptsTypes="">
                                      <p:cBhvr>
                                        <p:cTn id="358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0" dur="1000" fill="hold"/>
                                        <p:tgtEl>
                                          <p:spTgt spid="8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64803 -0.0800439 E" pathEditMode="relative" ptsTypes="">
                                      <p:cBhvr>
                                        <p:cTn id="362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4" dur="1000" fill="hold"/>
                                        <p:tgtEl>
                                          <p:spTgt spid="9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6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51151 -0.0800439 E" pathEditMode="relative" ptsTypes="">
                                      <p:cBhvr>
                                        <p:cTn id="366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8" dur="1000" fill="hold"/>
                                        <p:tgtEl>
                                          <p:spTgt spid="9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6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9375 -0.0800439 E" pathEditMode="relative" ptsTypes="">
                                      <p:cBhvr>
                                        <p:cTn id="370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2" dur="1000" fill="hold"/>
                                        <p:tgtEl>
                                          <p:spTgt spid="9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7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90954 -0.0032895 E" pathEditMode="relative" ptsTypes="">
                                      <p:cBhvr>
                                        <p:cTn id="374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6" dur="1000" fill="hold"/>
                                        <p:tgtEl>
                                          <p:spTgt spid="9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7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77303 -0.0032895 E" pathEditMode="relative" ptsTypes="">
                                      <p:cBhvr>
                                        <p:cTn id="378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0" dur="1000" fill="hold"/>
                                        <p:tgtEl>
                                          <p:spTgt spid="9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8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663651 -0.0032895 E" pathEditMode="relative" ptsTypes="">
                                      <p:cBhvr>
                                        <p:cTn id="382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4" dur="1000" fill="hold"/>
                                        <p:tgtEl>
                                          <p:spTgt spid="9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8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5 -0.0032895 E" pathEditMode="relative" ptsTypes="">
                                      <p:cBhvr>
                                        <p:cTn id="386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8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8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36349 -0.0032895 E" pathEditMode="relative" ptsTypes="">
                                      <p:cBhvr>
                                        <p:cTn id="390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2" dur="1000" fill="hold"/>
                                        <p:tgtEl>
                                          <p:spTgt spid="9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9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922697 -0.0032895 E" pathEditMode="relative" ptsTypes="">
                                      <p:cBhvr>
                                        <p:cTn id="394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6" dur="1000" fill="hold"/>
                                        <p:tgtEl>
                                          <p:spTgt spid="9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9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90954 -0.0186404 E" pathEditMode="relative" ptsTypes="">
                                      <p:cBhvr>
                                        <p:cTn id="398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0" dur="1000" fill="hold"/>
                                        <p:tgtEl>
                                          <p:spTgt spid="9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0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77303 -0.0186404 E" pathEditMode="relative" ptsTypes="">
                                      <p:cBhvr>
                                        <p:cTn id="402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4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0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663651 -0.0186404 E" pathEditMode="relative" ptsTypes="">
                                      <p:cBhvr>
                                        <p:cTn id="406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8" dur="1000" fill="hold"/>
                                        <p:tgtEl>
                                          <p:spTgt spid="10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0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5 -0.0186404 E" pathEditMode="relative" ptsTypes="">
                                      <p:cBhvr>
                                        <p:cTn id="410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2" dur="1000" fill="hold"/>
                                        <p:tgtEl>
                                          <p:spTgt spid="10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1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36349 -0.0186404 E" pathEditMode="relative" ptsTypes="">
                                      <p:cBhvr>
                                        <p:cTn id="414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1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922697 -0.0186404 E" pathEditMode="relative" ptsTypes="">
                                      <p:cBhvr>
                                        <p:cTn id="418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0" dur="1000" fill="hold"/>
                                        <p:tgtEl>
                                          <p:spTgt spid="10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2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90954 -0.0339912 E" pathEditMode="relative" ptsTypes="">
                                      <p:cBhvr>
                                        <p:cTn id="422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4" dur="1000" fill="hold"/>
                                        <p:tgtEl>
                                          <p:spTgt spid="10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77303 -0.0339912 E" pathEditMode="relative" ptsTypes="">
                                      <p:cBhvr>
                                        <p:cTn id="426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8" dur="1000" fill="hold"/>
                                        <p:tgtEl>
                                          <p:spTgt spid="10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2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663651 -0.0339912 E" pathEditMode="relative" ptsTypes="">
                                      <p:cBhvr>
                                        <p:cTn id="430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2" dur="1000" fill="hold"/>
                                        <p:tgtEl>
                                          <p:spTgt spid="10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3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5 -0.0339912 E" pathEditMode="relative" ptsTypes="">
                                      <p:cBhvr>
                                        <p:cTn id="434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6" dur="1000" fill="hold"/>
                                        <p:tgtEl>
                                          <p:spTgt spid="10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3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36349 -0.0339912 E" pathEditMode="relative" ptsTypes="">
                                      <p:cBhvr>
                                        <p:cTn id="438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0" dur="1000" fill="hold"/>
                                        <p:tgtEl>
                                          <p:spTgt spid="10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4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922697 -0.0339912 E" pathEditMode="relative" ptsTypes="">
                                      <p:cBhvr>
                                        <p:cTn id="442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4" dur="1000" fill="hold"/>
                                        <p:tgtEl>
                                          <p:spTgt spid="11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4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90954 -0.0493421 E" pathEditMode="relative" ptsTypes="">
                                      <p:cBhvr>
                                        <p:cTn id="446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8" dur="1000" fill="hold"/>
                                        <p:tgtEl>
                                          <p:spTgt spid="11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4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77303 -0.0493421 E" pathEditMode="relative" ptsTypes="">
                                      <p:cBhvr>
                                        <p:cTn id="450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2" dur="1000" fill="hold"/>
                                        <p:tgtEl>
                                          <p:spTgt spid="11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5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663651 -0.0493421 E" pathEditMode="relative" ptsTypes="">
                                      <p:cBhvr>
                                        <p:cTn id="454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6" dur="1000" fill="hold"/>
                                        <p:tgtEl>
                                          <p:spTgt spid="11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5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5 -0.0493421 E" pathEditMode="relative" ptsTypes="">
                                      <p:cBhvr>
                                        <p:cTn id="458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0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36349 -0.0493421 E" pathEditMode="relative" ptsTypes="">
                                      <p:cBhvr>
                                        <p:cTn id="462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4" dur="1000" fill="hold"/>
                                        <p:tgtEl>
                                          <p:spTgt spid="11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6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922697 -0.0493421 E" pathEditMode="relative" ptsTypes="">
                                      <p:cBhvr>
                                        <p:cTn id="466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8" dur="1000" fill="hold"/>
                                        <p:tgtEl>
                                          <p:spTgt spid="11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6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90954 -0.064693 E" pathEditMode="relative" ptsTypes="">
                                      <p:cBhvr>
                                        <p:cTn id="470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2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7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77303 -0.064693 E" pathEditMode="relative" ptsTypes="">
                                      <p:cBhvr>
                                        <p:cTn id="474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6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7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663651 -0.064693 E" pathEditMode="relative" ptsTypes="">
                                      <p:cBhvr>
                                        <p:cTn id="478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8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5 -0.064693 E" pathEditMode="relative" ptsTypes="">
                                      <p:cBhvr>
                                        <p:cTn id="482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4" dur="1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8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36349 -0.064693 E" pathEditMode="relative" ptsTypes="">
                                      <p:cBhvr>
                                        <p:cTn id="486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8" dur="1000" fill="hold"/>
                                        <p:tgtEl>
                                          <p:spTgt spid="12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8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922697 -0.064693 E" pathEditMode="relative" ptsTypes="">
                                      <p:cBhvr>
                                        <p:cTn id="49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2" dur="1000" fill="hold"/>
                                        <p:tgtEl>
                                          <p:spTgt spid="12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9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90954 -0.0800439 E" pathEditMode="relative" ptsTypes="">
                                      <p:cBhvr>
                                        <p:cTn id="494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6" dur="1000" fill="hold"/>
                                        <p:tgtEl>
                                          <p:spTgt spid="12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9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77303 -0.0800439 E" pathEditMode="relative" ptsTypes="">
                                      <p:cBhvr>
                                        <p:cTn id="498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0" dur="1000" fill="hold"/>
                                        <p:tgtEl>
                                          <p:spTgt spid="12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50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663651 -0.0800439 E" pathEditMode="relative" ptsTypes="">
                                      <p:cBhvr>
                                        <p:cTn id="502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4" dur="1000" fill="hold"/>
                                        <p:tgtEl>
                                          <p:spTgt spid="12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50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5 -0.0800439 E" pathEditMode="relative" ptsTypes="">
                                      <p:cBhvr>
                                        <p:cTn id="506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8" dur="1000" fill="hold"/>
                                        <p:tgtEl>
                                          <p:spTgt spid="12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50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36349 -0.0800439 E" pathEditMode="relative" ptsTypes="">
                                      <p:cBhvr>
                                        <p:cTn id="510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2" dur="1000" fill="hold"/>
                                        <p:tgtEl>
                                          <p:spTgt spid="12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51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922697 -0.0800439 E" pathEditMode="relative" ptsTypes="">
                                      <p:cBhvr>
                                        <p:cTn id="514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6" dur="1000" fill="hold"/>
                                        <p:tgtEl>
                                          <p:spTgt spid="12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51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326069 -0.0263158 E" pathEditMode="relative" ptsTypes="">
                                      <p:cBhvr>
                                        <p:cTn id="518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0" dur="1000" fill="hold"/>
                                        <p:tgtEl>
                                          <p:spTgt spid="12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52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412418 -0.0263158 E" pathEditMode="relative" ptsTypes="">
                                      <p:cBhvr>
                                        <p:cTn id="522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4" dur="1000" fill="hold"/>
                                        <p:tgtEl>
                                          <p:spTgt spid="13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5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498766 -0.0263158 E" pathEditMode="relative" ptsTypes="">
                                      <p:cBhvr>
                                        <p:cTn id="526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8" dur="1000" fill="hold"/>
                                        <p:tgtEl>
                                          <p:spTgt spid="13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52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326069 -0.0416667 E" pathEditMode="relative" ptsTypes="">
                                      <p:cBhvr>
                                        <p:cTn id="530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32" dur="1000" fill="hold"/>
                                        <p:tgtEl>
                                          <p:spTgt spid="13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53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412418 -0.0416667 E" pathEditMode="relative" ptsTypes="">
                                      <p:cBhvr>
                                        <p:cTn id="534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36" dur="1000" fill="hold"/>
                                        <p:tgtEl>
                                          <p:spTgt spid="13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53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498766 -0.0416667 E" pathEditMode="relative" ptsTypes="">
                                      <p:cBhvr>
                                        <p:cTn id="538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0" dur="1000" fill="hold"/>
                                        <p:tgtEl>
                                          <p:spTgt spid="13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54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326069 -0.0570175 E" pathEditMode="relative" ptsTypes="">
                                      <p:cBhvr>
                                        <p:cTn id="542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4" dur="1000" fill="hold"/>
                                        <p:tgtEl>
                                          <p:spTgt spid="13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54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412418 -0.0570175 E" pathEditMode="relative" ptsTypes="">
                                      <p:cBhvr>
                                        <p:cTn id="546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8" dur="1000" fill="hold"/>
                                        <p:tgtEl>
                                          <p:spTgt spid="13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54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498766 -0.0570175 E" pathEditMode="relative" ptsTypes="">
                                      <p:cBhvr>
                                        <p:cTn id="550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52" dur="1000" fill="hold"/>
                                        <p:tgtEl>
                                          <p:spTgt spid="13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55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340872 -0.0263158 E" pathEditMode="relative" ptsTypes="">
                                      <p:cBhvr>
                                        <p:cTn id="554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56" dur="1000" fill="hold"/>
                                        <p:tgtEl>
                                          <p:spTgt spid="13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55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42722 -0.0263158 E" pathEditMode="relative" ptsTypes="">
                                      <p:cBhvr>
                                        <p:cTn id="558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60" dur="1000" fill="hold"/>
                                        <p:tgtEl>
                                          <p:spTgt spid="13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5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513569 -0.0263158 E" pathEditMode="relative" ptsTypes="">
                                      <p:cBhvr>
                                        <p:cTn id="562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64" dur="1000" fill="hold"/>
                                        <p:tgtEl>
                                          <p:spTgt spid="14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56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340872 -0.0416667 E" pathEditMode="relative" ptsTypes="">
                                      <p:cBhvr>
                                        <p:cTn id="566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68" dur="1000" fill="hold"/>
                                        <p:tgtEl>
                                          <p:spTgt spid="14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56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42722 -0.0416667 E" pathEditMode="relative" ptsTypes="">
                                      <p:cBhvr>
                                        <p:cTn id="570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72" dur="1000" fill="hold"/>
                                        <p:tgtEl>
                                          <p:spTgt spid="14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57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513569 -0.0416667 E" pathEditMode="relative" ptsTypes="">
                                      <p:cBhvr>
                                        <p:cTn id="574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76" dur="1000" fill="hold"/>
                                        <p:tgtEl>
                                          <p:spTgt spid="14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57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340872 -0.0570175 E" pathEditMode="relative" ptsTypes="">
                                      <p:cBhvr>
                                        <p:cTn id="578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80" dur="1000" fill="hold"/>
                                        <p:tgtEl>
                                          <p:spTgt spid="14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58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42722 -0.0570175 E" pathEditMode="relative" ptsTypes="">
                                      <p:cBhvr>
                                        <p:cTn id="582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84" dur="1000" fill="hold"/>
                                        <p:tgtEl>
                                          <p:spTgt spid="14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58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513569 -0.0570175 E" pathEditMode="relative" ptsTypes="">
                                      <p:cBhvr>
                                        <p:cTn id="586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88" dur="1000" fill="hold"/>
                                        <p:tgtEl>
                                          <p:spTgt spid="14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9" fill="hold">
                            <p:stCondLst>
                              <p:cond delay="1000"/>
                            </p:stCondLst>
                            <p:childTnLst>
                              <p:par>
                                <p:cTn id="590" presetID="10" presetClass="exit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1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5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7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1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2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3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7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9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3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4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5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9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1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5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7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1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2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3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7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9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3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4" fill="hold">
                            <p:stCondLst>
                              <p:cond delay="1500"/>
                            </p:stCondLst>
                            <p:childTnLst>
                              <p:par>
                                <p:cTn id="645" presetID="63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533306 -0.191886 E" pathEditMode="relative" ptsTypes="">
                                      <p:cBhvr>
                                        <p:cTn id="646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533306 -0.191886 E" pathEditMode="relative" ptsTypes="">
                                      <p:cBhvr>
                                        <p:cTn id="648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533306 -0.191886 E" pathEditMode="relative" ptsTypes="">
                                      <p:cBhvr>
                                        <p:cTn id="650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533306 -0.191886 E" pathEditMode="relative" ptsTypes="">
                                      <p:cBhvr>
                                        <p:cTn id="652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533306 -0.191886 E" pathEditMode="relative" ptsTypes="">
                                      <p:cBhvr>
                                        <p:cTn id="654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533306 -0.191886 E" pathEditMode="relative" ptsTypes="">
                                      <p:cBhvr>
                                        <p:cTn id="656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533306 -0.191886 E" pathEditMode="relative" ptsTypes="">
                                      <p:cBhvr>
                                        <p:cTn id="658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533306 -0.191886 E" pathEditMode="relative" ptsTypes="">
                                      <p:cBhvr>
                                        <p:cTn id="660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533306 -0.191886 E" pathEditMode="relative" ptsTypes="">
                                      <p:cBhvr>
                                        <p:cTn id="662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340872 -0.0263158 L -0.5874178 -0.2182018 E" pathEditMode="relative" ptsTypes="">
                                      <p:cBhvr>
                                        <p:cTn id="664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42722 -0.0263158 L -0.5960526 -0.2182018 E" pathEditMode="relative" ptsTypes="">
                                      <p:cBhvr>
                                        <p:cTn id="666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513569 -0.0263158 L -0.6046875 -0.2182018 E" pathEditMode="relative" ptsTypes="">
                                      <p:cBhvr>
                                        <p:cTn id="668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340872 -0.0416667 L -0.5874178 -0.2335526 E" pathEditMode="relative" ptsTypes="">
                                      <p:cBhvr>
                                        <p:cTn id="670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42722 -0.0416667 L -0.5960526 -0.2335526 E" pathEditMode="relative" ptsTypes="">
                                      <p:cBhvr>
                                        <p:cTn id="672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513569 -0.0416667 L -0.6046875 -0.2335526 E" pathEditMode="relative" ptsTypes="">
                                      <p:cBhvr>
                                        <p:cTn id="674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340872 -0.0570175 L -0.5874178 -0.2489035 E" pathEditMode="relative" ptsTypes="">
                                      <p:cBhvr>
                                        <p:cTn id="676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42722 -0.0570175 L -0.5960526 -0.2489035 E" pathEditMode="relative" ptsTypes="">
                                      <p:cBhvr>
                                        <p:cTn id="678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513569 -0.0570175 L -0.6046875 -0.2489035 E" pathEditMode="relative" ptsTypes="">
                                      <p:cBhvr>
                                        <p:cTn id="680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1" fill="hold">
                      <p:stCondLst>
                        <p:cond delay="indefinite"/>
                      </p:stCondLst>
                      <p:childTnLst>
                        <p:par>
                          <p:cTn id="682" fill="hold">
                            <p:stCondLst>
                              <p:cond delay="0"/>
                            </p:stCondLst>
                            <p:childTnLst>
                              <p:par>
                                <p:cTn id="6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5" dur="1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8" dur="1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1" dur="1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4" dur="1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7" dur="1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0" dur="1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3" dur="1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6" dur="1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9" dur="1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2" dur="1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5" dur="1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8" dur="1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1" dur="1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4" dur="1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7" dur="1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0" dur="1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3" dur="1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6" dur="1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9" dur="1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2" dur="1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5" dur="1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8" dur="1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1" dur="1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4" dur="1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7" dur="1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0" dur="1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3" dur="1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6" dur="1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9" dur="1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2" dur="1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5" dur="1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8" dur="1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1" dur="1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4" dur="1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7" dur="1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0" dur="1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3" dur="1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6" dur="1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9" dur="1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2" dur="1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5" dur="1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8" dur="1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1" dur="1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4" dur="1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7" dur="1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0" dur="1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3" dur="1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6" dur="1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9" dur="1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2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5" dur="1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8" dur="1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1" dur="1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4" dur="1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7" dur="1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0" dur="1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3" dur="1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6" dur="1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9" dur="1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2" dur="1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5" dur="1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8" dur="1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1" dur="1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4" dur="1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7" dur="1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0" dur="1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3" dur="1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6" dur="1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9" dur="1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2" dur="1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5" dur="1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8" dur="1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1" dur="1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9" grpId="0" animBg="1"/>
      <p:bldP spid="229" grpId="1" animBg="1"/>
      <p:bldP spid="2" grpId="0" animBg="1"/>
      <p:bldP spid="2" grpId="1" animBg="1"/>
      <p:bldP spid="3" grpId="0" animBg="1"/>
      <p:bldP spid="3" grpId="1" animBg="1"/>
      <p:bldP spid="4" grpId="0" animBg="1"/>
      <p:bldP spid="4" grpId="1" animBg="1"/>
      <p:bldP spid="5" grpId="0" animBg="1"/>
      <p:bldP spid="5" grpId="1" animBg="1"/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9" grpId="0" animBg="1"/>
      <p:bldP spid="9" grpId="1" animBg="1"/>
      <p:bldP spid="10" grpId="0" animBg="1"/>
      <p:bldP spid="10" grpId="1" animBg="1"/>
      <p:bldP spid="11" grpId="0" animBg="1"/>
      <p:bldP spid="11" grpId="1" animBg="1"/>
      <p:bldP spid="12" grpId="0" animBg="1"/>
      <p:bldP spid="12" grpId="1" animBg="1"/>
      <p:bldP spid="13" grpId="0" animBg="1"/>
      <p:bldP spid="13" grpId="1" animBg="1"/>
      <p:bldP spid="14" grpId="0" animBg="1"/>
      <p:bldP spid="14" grpId="1" animBg="1"/>
      <p:bldP spid="15" grpId="0" animBg="1"/>
      <p:bldP spid="15" grpId="1" animBg="1"/>
      <p:bldP spid="16" grpId="0" animBg="1"/>
      <p:bldP spid="16" grpId="1" animBg="1"/>
      <p:bldP spid="17" grpId="0" animBg="1"/>
      <p:bldP spid="17" grpId="1" animBg="1"/>
      <p:bldP spid="18" grpId="0" animBg="1"/>
      <p:bldP spid="18" grpId="1" animBg="1"/>
      <p:bldP spid="19" grpId="0" animBg="1"/>
      <p:bldP spid="19" grpId="1" animBg="1"/>
      <p:bldP spid="20" grpId="0" animBg="1"/>
      <p:bldP spid="20" grpId="1" animBg="1"/>
      <p:bldP spid="21" grpId="0" animBg="1"/>
      <p:bldP spid="21" grpId="1" animBg="1"/>
      <p:bldP spid="22" grpId="0" animBg="1"/>
      <p:bldP spid="22" grpId="1" animBg="1"/>
      <p:bldP spid="23" grpId="0" animBg="1"/>
      <p:bldP spid="23" grpId="1" animBg="1"/>
      <p:bldP spid="24" grpId="0" animBg="1"/>
      <p:bldP spid="24" grpId="1" animBg="1"/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/>
      <p:bldP spid="29" grpId="1"/>
      <p:bldP spid="30" grpId="0"/>
      <p:bldP spid="30" grpId="1"/>
      <p:bldP spid="31" grpId="0"/>
      <p:bldP spid="31" grpId="1"/>
      <p:bldP spid="32" grpId="0"/>
      <p:bldP spid="32" grpId="1"/>
      <p:bldP spid="33" grpId="0"/>
      <p:bldP spid="33" grpId="1"/>
      <p:bldP spid="34" grpId="0"/>
      <p:bldP spid="34" grpId="1"/>
      <p:bldP spid="35" grpId="0"/>
      <p:bldP spid="35" grpId="1"/>
      <p:bldP spid="36" grpId="0"/>
      <p:bldP spid="36" grpId="1"/>
      <p:bldP spid="37" grpId="0"/>
      <p:bldP spid="37" grpId="1"/>
      <p:bldP spid="38" grpId="0"/>
      <p:bldP spid="38" grpId="1"/>
      <p:bldP spid="39" grpId="0"/>
      <p:bldP spid="39" grpId="1"/>
      <p:bldP spid="40" grpId="0"/>
      <p:bldP spid="40" grpId="1"/>
      <p:bldP spid="41" grpId="0"/>
      <p:bldP spid="41" grpId="1"/>
      <p:bldP spid="42" grpId="0"/>
      <p:bldP spid="42" grpId="1"/>
      <p:bldP spid="43" grpId="0"/>
      <p:bldP spid="43" grpId="1"/>
      <p:bldP spid="44" grpId="0"/>
      <p:bldP spid="44" grpId="1"/>
      <p:bldP spid="45" grpId="0"/>
      <p:bldP spid="45" grpId="1"/>
      <p:bldP spid="46" grpId="0"/>
      <p:bldP spid="46" grpId="1"/>
      <p:bldP spid="47" grpId="0"/>
      <p:bldP spid="47" grpId="1"/>
      <p:bldP spid="48" grpId="0"/>
      <p:bldP spid="48" grpId="1"/>
      <p:bldP spid="49" grpId="0"/>
      <p:bldP spid="49" grpId="1"/>
      <p:bldP spid="50" grpId="0"/>
      <p:bldP spid="50" grpId="1"/>
      <p:bldP spid="51" grpId="0"/>
      <p:bldP spid="51" grpId="1"/>
      <p:bldP spid="52" grpId="0"/>
      <p:bldP spid="52" grpId="1"/>
      <p:bldP spid="53" grpId="0"/>
      <p:bldP spid="53" grpId="1"/>
      <p:bldP spid="54" grpId="0"/>
      <p:bldP spid="54" grpId="1"/>
      <p:bldP spid="55" grpId="0"/>
      <p:bldP spid="55" grpId="1"/>
      <p:bldP spid="56" grpId="0"/>
      <p:bldP spid="56" grpId="1"/>
      <p:bldP spid="57" grpId="0" animBg="1"/>
      <p:bldP spid="57" grpId="1" animBg="1"/>
      <p:bldP spid="58" grpId="0" animBg="1"/>
      <p:bldP spid="58" grpId="1" animBg="1"/>
      <p:bldP spid="59" grpId="0" animBg="1"/>
      <p:bldP spid="59" grpId="1" animBg="1"/>
      <p:bldP spid="60" grpId="0" animBg="1"/>
      <p:bldP spid="60" grpId="1" animBg="1"/>
      <p:bldP spid="61" grpId="0" animBg="1"/>
      <p:bldP spid="61" grpId="1" animBg="1"/>
      <p:bldP spid="62" grpId="0" animBg="1"/>
      <p:bldP spid="62" grpId="1" animBg="1"/>
      <p:bldP spid="63" grpId="0" animBg="1"/>
      <p:bldP spid="63" grpId="1" animBg="1"/>
      <p:bldP spid="64" grpId="0" animBg="1"/>
      <p:bldP spid="64" grpId="1" animBg="1"/>
      <p:bldP spid="65" grpId="0" animBg="1"/>
      <p:bldP spid="65" grpId="1" animBg="1"/>
      <p:bldP spid="66" grpId="0" animBg="1"/>
      <p:bldP spid="66" grpId="1" animBg="1"/>
      <p:bldP spid="67" grpId="0" animBg="1"/>
      <p:bldP spid="67" grpId="1" animBg="1"/>
      <p:bldP spid="68" grpId="0" animBg="1"/>
      <p:bldP spid="68" grpId="1" animBg="1"/>
      <p:bldP spid="69" grpId="0" animBg="1"/>
      <p:bldP spid="69" grpId="1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  <p:bldP spid="79" grpId="0" animBg="1"/>
      <p:bldP spid="79" grpId="1" animBg="1"/>
      <p:bldP spid="80" grpId="0" animBg="1"/>
      <p:bldP spid="80" grpId="1" animBg="1"/>
      <p:bldP spid="81" grpId="0" animBg="1"/>
      <p:bldP spid="81" grpId="1" animBg="1"/>
      <p:bldP spid="82" grpId="0" animBg="1"/>
      <p:bldP spid="82" grpId="1" animBg="1"/>
      <p:bldP spid="83" grpId="0" animBg="1"/>
      <p:bldP spid="83" grpId="1" animBg="1"/>
      <p:bldP spid="84" grpId="0" animBg="1"/>
      <p:bldP spid="84" grpId="1" animBg="1"/>
      <p:bldP spid="85" grpId="0" animBg="1"/>
      <p:bldP spid="85" grpId="1" animBg="1"/>
      <p:bldP spid="86" grpId="0" animBg="1"/>
      <p:bldP spid="86" grpId="1" animBg="1"/>
      <p:bldP spid="87" grpId="0" animBg="1"/>
      <p:bldP spid="87" grpId="1" animBg="1"/>
      <p:bldP spid="88" grpId="0" animBg="1"/>
      <p:bldP spid="88" grpId="1" animBg="1"/>
      <p:bldP spid="89" grpId="0" animBg="1"/>
      <p:bldP spid="89" grpId="1" animBg="1"/>
      <p:bldP spid="90" grpId="0" animBg="1"/>
      <p:bldP spid="90" grpId="1" animBg="1"/>
      <p:bldP spid="91" grpId="0" animBg="1"/>
      <p:bldP spid="91" grpId="1" animBg="1"/>
      <p:bldP spid="92" grpId="0" animBg="1"/>
      <p:bldP spid="92" grpId="1" animBg="1"/>
      <p:bldP spid="93" grpId="0"/>
      <p:bldP spid="93" grpId="1"/>
      <p:bldP spid="94" grpId="0"/>
      <p:bldP spid="94" grpId="1"/>
      <p:bldP spid="95" grpId="0"/>
      <p:bldP spid="95" grpId="1"/>
      <p:bldP spid="96" grpId="0"/>
      <p:bldP spid="96" grpId="1"/>
      <p:bldP spid="97" grpId="0"/>
      <p:bldP spid="97" grpId="1"/>
      <p:bldP spid="98" grpId="0"/>
      <p:bldP spid="98" grpId="1"/>
      <p:bldP spid="99" grpId="0"/>
      <p:bldP spid="99" grpId="1"/>
      <p:bldP spid="100" grpId="0"/>
      <p:bldP spid="100" grpId="1"/>
      <p:bldP spid="101" grpId="0"/>
      <p:bldP spid="101" grpId="1"/>
      <p:bldP spid="102" grpId="0"/>
      <p:bldP spid="102" grpId="1"/>
      <p:bldP spid="103" grpId="0"/>
      <p:bldP spid="103" grpId="1"/>
      <p:bldP spid="104" grpId="0"/>
      <p:bldP spid="104" grpId="1"/>
      <p:bldP spid="105" grpId="0"/>
      <p:bldP spid="105" grpId="1"/>
      <p:bldP spid="106" grpId="0"/>
      <p:bldP spid="106" grpId="1"/>
      <p:bldP spid="107" grpId="0"/>
      <p:bldP spid="107" grpId="1"/>
      <p:bldP spid="108" grpId="0"/>
      <p:bldP spid="108" grpId="1"/>
      <p:bldP spid="109" grpId="0"/>
      <p:bldP spid="109" grpId="1"/>
      <p:bldP spid="110" grpId="0"/>
      <p:bldP spid="110" grpId="1"/>
      <p:bldP spid="111" grpId="0"/>
      <p:bldP spid="111" grpId="1"/>
      <p:bldP spid="112" grpId="0"/>
      <p:bldP spid="112" grpId="1"/>
      <p:bldP spid="113" grpId="0"/>
      <p:bldP spid="113" grpId="1"/>
      <p:bldP spid="114" grpId="0"/>
      <p:bldP spid="114" grpId="1"/>
      <p:bldP spid="115" grpId="0"/>
      <p:bldP spid="115" grpId="1"/>
      <p:bldP spid="116" grpId="0"/>
      <p:bldP spid="116" grpId="1"/>
      <p:bldP spid="117" grpId="0"/>
      <p:bldP spid="117" grpId="1"/>
      <p:bldP spid="118" grpId="0"/>
      <p:bldP spid="118" grpId="1"/>
      <p:bldP spid="119" grpId="0"/>
      <p:bldP spid="119" grpId="1"/>
      <p:bldP spid="120" grpId="0"/>
      <p:bldP spid="120" grpId="1"/>
      <p:bldP spid="121" grpId="0"/>
      <p:bldP spid="121" grpId="1"/>
      <p:bldP spid="122" grpId="0"/>
      <p:bldP spid="122" grpId="1"/>
      <p:bldP spid="123" grpId="0"/>
      <p:bldP spid="123" grpId="1"/>
      <p:bldP spid="124" grpId="0"/>
      <p:bldP spid="124" grpId="1"/>
      <p:bldP spid="125" grpId="0"/>
      <p:bldP spid="125" grpId="1"/>
      <p:bldP spid="126" grpId="0"/>
      <p:bldP spid="126" grpId="1"/>
      <p:bldP spid="127" grpId="0"/>
      <p:bldP spid="127" grpId="1"/>
      <p:bldP spid="128" grpId="0"/>
      <p:bldP spid="128" grpId="1"/>
      <p:bldP spid="129" grpId="0" animBg="1"/>
      <p:bldP spid="129" grpId="1" animBg="1"/>
      <p:bldP spid="129" grpId="2" animBg="1"/>
      <p:bldP spid="130" grpId="0" animBg="1"/>
      <p:bldP spid="130" grpId="1" animBg="1"/>
      <p:bldP spid="130" grpId="2" animBg="1"/>
      <p:bldP spid="131" grpId="0" animBg="1"/>
      <p:bldP spid="131" grpId="1" animBg="1"/>
      <p:bldP spid="131" grpId="2" animBg="1"/>
      <p:bldP spid="132" grpId="0" animBg="1"/>
      <p:bldP spid="132" grpId="1" animBg="1"/>
      <p:bldP spid="132" grpId="2" animBg="1"/>
      <p:bldP spid="133" grpId="0" animBg="1"/>
      <p:bldP spid="133" grpId="1" animBg="1"/>
      <p:bldP spid="133" grpId="2" animBg="1"/>
      <p:bldP spid="134" grpId="0" animBg="1"/>
      <p:bldP spid="134" grpId="1" animBg="1"/>
      <p:bldP spid="134" grpId="2" animBg="1"/>
      <p:bldP spid="135" grpId="0" animBg="1"/>
      <p:bldP spid="135" grpId="1" animBg="1"/>
      <p:bldP spid="135" grpId="2" animBg="1"/>
      <p:bldP spid="136" grpId="0" animBg="1"/>
      <p:bldP spid="136" grpId="1" animBg="1"/>
      <p:bldP spid="136" grpId="2" animBg="1"/>
      <p:bldP spid="137" grpId="0" animBg="1"/>
      <p:bldP spid="137" grpId="1" animBg="1"/>
      <p:bldP spid="137" grpId="2" animBg="1"/>
      <p:bldP spid="138" grpId="0"/>
      <p:bldP spid="138" grpId="1"/>
      <p:bldP spid="138" grpId="2"/>
      <p:bldP spid="139" grpId="0"/>
      <p:bldP spid="139" grpId="1"/>
      <p:bldP spid="139" grpId="2"/>
      <p:bldP spid="140" grpId="0"/>
      <p:bldP spid="140" grpId="1"/>
      <p:bldP spid="140" grpId="2"/>
      <p:bldP spid="141" grpId="0"/>
      <p:bldP spid="141" grpId="1"/>
      <p:bldP spid="141" grpId="2"/>
      <p:bldP spid="142" grpId="0"/>
      <p:bldP spid="142" grpId="1"/>
      <p:bldP spid="142" grpId="2"/>
      <p:bldP spid="143" grpId="0"/>
      <p:bldP spid="143" grpId="1"/>
      <p:bldP spid="143" grpId="2"/>
      <p:bldP spid="144" grpId="0"/>
      <p:bldP spid="144" grpId="1"/>
      <p:bldP spid="144" grpId="2"/>
      <p:bldP spid="145" grpId="0"/>
      <p:bldP spid="145" grpId="1"/>
      <p:bldP spid="145" grpId="2"/>
      <p:bldP spid="146" grpId="0"/>
      <p:bldP spid="146" grpId="1"/>
      <p:bldP spid="146" grpId="2"/>
      <p:bldP spid="147" grpId="0" animBg="1"/>
      <p:bldP spid="147" grpId="1" animBg="1"/>
      <p:bldP spid="148" grpId="0" animBg="1"/>
      <p:bldP spid="148" grpId="1" animBg="1"/>
      <p:bldP spid="149" grpId="0" animBg="1"/>
      <p:bldP spid="149" grpId="1" animBg="1"/>
      <p:bldP spid="150" grpId="0" animBg="1"/>
      <p:bldP spid="150" grpId="1" animBg="1"/>
      <p:bldP spid="151" grpId="0" animBg="1"/>
      <p:bldP spid="151" grpId="1" animBg="1"/>
      <p:bldP spid="152" grpId="0" animBg="1"/>
      <p:bldP spid="152" grpId="1" animBg="1"/>
      <p:bldP spid="153" grpId="0" animBg="1"/>
      <p:bldP spid="153" grpId="1" animBg="1"/>
      <p:bldP spid="154" grpId="0" animBg="1"/>
      <p:bldP spid="154" grpId="1" animBg="1"/>
      <p:bldP spid="155" grpId="0" animBg="1"/>
      <p:bldP spid="155" grpId="1" animBg="1"/>
      <p:bldP spid="156" grpId="0" animBg="1"/>
      <p:bldP spid="157" grpId="0" animBg="1"/>
      <p:bldP spid="158" grpId="0" animBg="1"/>
      <p:bldP spid="159" grpId="0" animBg="1"/>
      <p:bldP spid="160" grpId="0" animBg="1"/>
      <p:bldP spid="161" grpId="0" animBg="1"/>
      <p:bldP spid="162" grpId="0" animBg="1"/>
      <p:bldP spid="163" grpId="0" animBg="1"/>
      <p:bldP spid="164" grpId="0" animBg="1"/>
      <p:bldP spid="165" grpId="0" animBg="1"/>
      <p:bldP spid="166" grpId="0" animBg="1"/>
      <p:bldP spid="167" grpId="0" animBg="1"/>
      <p:bldP spid="168" grpId="0" animBg="1"/>
      <p:bldP spid="169" grpId="0" animBg="1"/>
      <p:bldP spid="170" grpId="0" animBg="1"/>
      <p:bldP spid="171" grpId="0" animBg="1"/>
      <p:bldP spid="172" grpId="0" animBg="1"/>
      <p:bldP spid="173" grpId="0" animBg="1"/>
      <p:bldP spid="174" grpId="0" animBg="1"/>
      <p:bldP spid="175" grpId="0" animBg="1"/>
      <p:bldP spid="176" grpId="0" animBg="1"/>
      <p:bldP spid="177" grpId="0" animBg="1"/>
      <p:bldP spid="178" grpId="0" animBg="1"/>
      <p:bldP spid="179" grpId="0" animBg="1"/>
      <p:bldP spid="180" grpId="0" animBg="1"/>
      <p:bldP spid="181" grpId="0" animBg="1"/>
      <p:bldP spid="182" grpId="0" animBg="1"/>
      <p:bldP spid="183" grpId="0" animBg="1"/>
      <p:bldP spid="184" grpId="0" animBg="1"/>
      <p:bldP spid="185" grpId="0" animBg="1"/>
      <p:bldP spid="186" grpId="0" animBg="1"/>
      <p:bldP spid="187" grpId="0" animBg="1"/>
      <p:bldP spid="188" grpId="0" animBg="1"/>
      <p:bldP spid="189" grpId="0" animBg="1"/>
      <p:bldP spid="190" grpId="0" animBg="1"/>
      <p:bldP spid="191" grpId="0" animBg="1"/>
      <p:bldP spid="192" grpId="0"/>
      <p:bldP spid="193" grpId="0"/>
      <p:bldP spid="194" grpId="0"/>
      <p:bldP spid="195" grpId="0"/>
      <p:bldP spid="196" grpId="0"/>
      <p:bldP spid="197" grpId="0"/>
      <p:bldP spid="198" grpId="0"/>
      <p:bldP spid="199" grpId="0"/>
      <p:bldP spid="200" grpId="0"/>
      <p:bldP spid="201" grpId="0"/>
      <p:bldP spid="202" grpId="0"/>
      <p:bldP spid="203" grpId="0"/>
      <p:bldP spid="204" grpId="0"/>
      <p:bldP spid="205" grpId="0"/>
      <p:bldP spid="206" grpId="0"/>
      <p:bldP spid="207" grpId="0"/>
      <p:bldP spid="208" grpId="0"/>
      <p:bldP spid="209" grpId="0"/>
      <p:bldP spid="210" grpId="0"/>
      <p:bldP spid="211" grpId="0"/>
      <p:bldP spid="212" grpId="0"/>
      <p:bldP spid="213" grpId="0"/>
      <p:bldP spid="214" grpId="0"/>
      <p:bldP spid="215" grpId="0"/>
      <p:bldP spid="216" grpId="0"/>
      <p:bldP spid="217" grpId="0"/>
      <p:bldP spid="218" grpId="0"/>
      <p:bldP spid="219" grpId="0"/>
      <p:bldP spid="220" grpId="0"/>
      <p:bldP spid="221" grpId="0"/>
      <p:bldP spid="222" grpId="0"/>
      <p:bldP spid="223" grpId="0"/>
      <p:bldP spid="224" grpId="0"/>
      <p:bldP spid="225" grpId="0"/>
      <p:bldP spid="226" grpId="0"/>
      <p:bldP spid="227" grpId="0"/>
      <p:bldP spid="228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" name="anim_o1488_1">
            <a:extLst>
              <a:ext uri="{FF2B5EF4-FFF2-40B4-BE49-F238E27FC236}">
                <a16:creationId xmlns:a16="http://schemas.microsoft.com/office/drawing/2014/main" id="{29232F2D-1EEB-4EAC-A7FD-8511AFA6A4B6}"/>
              </a:ext>
            </a:extLst>
          </p:cNvPr>
          <p:cNvSpPr>
            <a:spLocks noGrp="1"/>
          </p:cNvSpPr>
          <p:nvPr/>
        </p:nvSpPr>
        <p:spPr>
          <a:xfrm>
            <a:off x="1305928" y="1353553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1492_1">
            <a:extLst>
              <a:ext uri="{FF2B5EF4-FFF2-40B4-BE49-F238E27FC236}">
                <a16:creationId xmlns:a16="http://schemas.microsoft.com/office/drawing/2014/main" id="{7FA1BA59-7968-4C3F-A0D7-E437E6FC32D8}"/>
              </a:ext>
            </a:extLst>
          </p:cNvPr>
          <p:cNvSpPr>
            <a:spLocks noGrp="1"/>
          </p:cNvSpPr>
          <p:nvPr/>
        </p:nvSpPr>
        <p:spPr>
          <a:xfrm>
            <a:off x="1305928" y="5038224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1496_1">
            <a:extLst>
              <a:ext uri="{FF2B5EF4-FFF2-40B4-BE49-F238E27FC236}">
                <a16:creationId xmlns:a16="http://schemas.microsoft.com/office/drawing/2014/main" id="{17E5C714-7B8C-4543-B02E-B4385ABBFD86}"/>
              </a:ext>
            </a:extLst>
          </p:cNvPr>
          <p:cNvSpPr>
            <a:spLocks noGrp="1"/>
          </p:cNvSpPr>
          <p:nvPr/>
        </p:nvSpPr>
        <p:spPr>
          <a:xfrm>
            <a:off x="1832309" y="1353553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1500_1">
            <a:extLst>
              <a:ext uri="{FF2B5EF4-FFF2-40B4-BE49-F238E27FC236}">
                <a16:creationId xmlns:a16="http://schemas.microsoft.com/office/drawing/2014/main" id="{F89B828B-C057-4E8B-84AF-C4E19A434F49}"/>
              </a:ext>
            </a:extLst>
          </p:cNvPr>
          <p:cNvSpPr>
            <a:spLocks noGrp="1"/>
          </p:cNvSpPr>
          <p:nvPr/>
        </p:nvSpPr>
        <p:spPr>
          <a:xfrm>
            <a:off x="1832309" y="5038224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1504_1">
            <a:extLst>
              <a:ext uri="{FF2B5EF4-FFF2-40B4-BE49-F238E27FC236}">
                <a16:creationId xmlns:a16="http://schemas.microsoft.com/office/drawing/2014/main" id="{43318FC8-DD9F-4ADA-B70D-6B87E48C9F93}"/>
              </a:ext>
            </a:extLst>
          </p:cNvPr>
          <p:cNvSpPr>
            <a:spLocks noGrp="1"/>
          </p:cNvSpPr>
          <p:nvPr/>
        </p:nvSpPr>
        <p:spPr>
          <a:xfrm>
            <a:off x="2358691" y="1353553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1508_1">
            <a:extLst>
              <a:ext uri="{FF2B5EF4-FFF2-40B4-BE49-F238E27FC236}">
                <a16:creationId xmlns:a16="http://schemas.microsoft.com/office/drawing/2014/main" id="{53ABAA77-50C6-4764-B8BA-4ADA06349E7F}"/>
              </a:ext>
            </a:extLst>
          </p:cNvPr>
          <p:cNvSpPr>
            <a:spLocks noGrp="1"/>
          </p:cNvSpPr>
          <p:nvPr/>
        </p:nvSpPr>
        <p:spPr>
          <a:xfrm>
            <a:off x="2358691" y="5038224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1512_1">
            <a:extLst>
              <a:ext uri="{FF2B5EF4-FFF2-40B4-BE49-F238E27FC236}">
                <a16:creationId xmlns:a16="http://schemas.microsoft.com/office/drawing/2014/main" id="{C44F5850-1F71-4A98-A3E1-F746F3666A7F}"/>
              </a:ext>
            </a:extLst>
          </p:cNvPr>
          <p:cNvSpPr>
            <a:spLocks noGrp="1"/>
          </p:cNvSpPr>
          <p:nvPr/>
        </p:nvSpPr>
        <p:spPr>
          <a:xfrm>
            <a:off x="2885072" y="1353553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1516_1">
            <a:extLst>
              <a:ext uri="{FF2B5EF4-FFF2-40B4-BE49-F238E27FC236}">
                <a16:creationId xmlns:a16="http://schemas.microsoft.com/office/drawing/2014/main" id="{7889894B-94B7-4AB4-BC8E-603483E70497}"/>
              </a:ext>
            </a:extLst>
          </p:cNvPr>
          <p:cNvSpPr>
            <a:spLocks noGrp="1"/>
          </p:cNvSpPr>
          <p:nvPr/>
        </p:nvSpPr>
        <p:spPr>
          <a:xfrm>
            <a:off x="2885072" y="5038224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1520_1">
            <a:extLst>
              <a:ext uri="{FF2B5EF4-FFF2-40B4-BE49-F238E27FC236}">
                <a16:creationId xmlns:a16="http://schemas.microsoft.com/office/drawing/2014/main" id="{8BC6B99B-2363-4B02-88A0-1836C26B7386}"/>
              </a:ext>
            </a:extLst>
          </p:cNvPr>
          <p:cNvSpPr>
            <a:spLocks noGrp="1"/>
          </p:cNvSpPr>
          <p:nvPr/>
        </p:nvSpPr>
        <p:spPr>
          <a:xfrm>
            <a:off x="3411454" y="1353553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1524_1">
            <a:extLst>
              <a:ext uri="{FF2B5EF4-FFF2-40B4-BE49-F238E27FC236}">
                <a16:creationId xmlns:a16="http://schemas.microsoft.com/office/drawing/2014/main" id="{62CE5C1B-A1C0-4E94-9115-D9B33665816F}"/>
              </a:ext>
            </a:extLst>
          </p:cNvPr>
          <p:cNvSpPr>
            <a:spLocks noGrp="1"/>
          </p:cNvSpPr>
          <p:nvPr/>
        </p:nvSpPr>
        <p:spPr>
          <a:xfrm>
            <a:off x="3411454" y="5038224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1528_1">
            <a:extLst>
              <a:ext uri="{FF2B5EF4-FFF2-40B4-BE49-F238E27FC236}">
                <a16:creationId xmlns:a16="http://schemas.microsoft.com/office/drawing/2014/main" id="{727601C5-B482-480B-AC6D-EB2804DFE4FA}"/>
              </a:ext>
            </a:extLst>
          </p:cNvPr>
          <p:cNvSpPr>
            <a:spLocks noGrp="1"/>
          </p:cNvSpPr>
          <p:nvPr/>
        </p:nvSpPr>
        <p:spPr>
          <a:xfrm>
            <a:off x="3937836" y="1353553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1532_1">
            <a:extLst>
              <a:ext uri="{FF2B5EF4-FFF2-40B4-BE49-F238E27FC236}">
                <a16:creationId xmlns:a16="http://schemas.microsoft.com/office/drawing/2014/main" id="{B70C05C4-BBBE-4E24-B9A1-DC32C4D0F61E}"/>
              </a:ext>
            </a:extLst>
          </p:cNvPr>
          <p:cNvSpPr>
            <a:spLocks noGrp="1"/>
          </p:cNvSpPr>
          <p:nvPr/>
        </p:nvSpPr>
        <p:spPr>
          <a:xfrm>
            <a:off x="3937836" y="5038224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1536_1">
            <a:extLst>
              <a:ext uri="{FF2B5EF4-FFF2-40B4-BE49-F238E27FC236}">
                <a16:creationId xmlns:a16="http://schemas.microsoft.com/office/drawing/2014/main" id="{0A1EEC92-6573-4AA0-A57D-68817DC47555}"/>
              </a:ext>
            </a:extLst>
          </p:cNvPr>
          <p:cNvSpPr>
            <a:spLocks noGrp="1"/>
          </p:cNvSpPr>
          <p:nvPr/>
        </p:nvSpPr>
        <p:spPr>
          <a:xfrm>
            <a:off x="4464217" y="1353553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1540_1">
            <a:extLst>
              <a:ext uri="{FF2B5EF4-FFF2-40B4-BE49-F238E27FC236}">
                <a16:creationId xmlns:a16="http://schemas.microsoft.com/office/drawing/2014/main" id="{309B0919-BFBB-49A4-906D-7743C1A020DC}"/>
              </a:ext>
            </a:extLst>
          </p:cNvPr>
          <p:cNvSpPr>
            <a:spLocks noGrp="1"/>
          </p:cNvSpPr>
          <p:nvPr/>
        </p:nvSpPr>
        <p:spPr>
          <a:xfrm>
            <a:off x="4464217" y="5038224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1544_1">
            <a:extLst>
              <a:ext uri="{FF2B5EF4-FFF2-40B4-BE49-F238E27FC236}">
                <a16:creationId xmlns:a16="http://schemas.microsoft.com/office/drawing/2014/main" id="{FCA93A1E-DB1D-47B6-BEC1-25B7092F1553}"/>
              </a:ext>
            </a:extLst>
          </p:cNvPr>
          <p:cNvSpPr>
            <a:spLocks noGrp="1"/>
          </p:cNvSpPr>
          <p:nvPr/>
        </p:nvSpPr>
        <p:spPr>
          <a:xfrm>
            <a:off x="4990599" y="1353553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1548_1">
            <a:extLst>
              <a:ext uri="{FF2B5EF4-FFF2-40B4-BE49-F238E27FC236}">
                <a16:creationId xmlns:a16="http://schemas.microsoft.com/office/drawing/2014/main" id="{B54C55A7-8470-4B48-AFB4-707C3A97ACCC}"/>
              </a:ext>
            </a:extLst>
          </p:cNvPr>
          <p:cNvSpPr>
            <a:spLocks noGrp="1"/>
          </p:cNvSpPr>
          <p:nvPr/>
        </p:nvSpPr>
        <p:spPr>
          <a:xfrm>
            <a:off x="4990599" y="5038224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1552_1">
            <a:extLst>
              <a:ext uri="{FF2B5EF4-FFF2-40B4-BE49-F238E27FC236}">
                <a16:creationId xmlns:a16="http://schemas.microsoft.com/office/drawing/2014/main" id="{6D995826-5012-4115-9D73-A39BB5F57FEF}"/>
              </a:ext>
            </a:extLst>
          </p:cNvPr>
          <p:cNvSpPr>
            <a:spLocks noGrp="1"/>
          </p:cNvSpPr>
          <p:nvPr/>
        </p:nvSpPr>
        <p:spPr>
          <a:xfrm>
            <a:off x="1305928" y="1879934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1556_1">
            <a:extLst>
              <a:ext uri="{FF2B5EF4-FFF2-40B4-BE49-F238E27FC236}">
                <a16:creationId xmlns:a16="http://schemas.microsoft.com/office/drawing/2014/main" id="{F4D59F33-9AD3-4A43-8139-C1EC99CEC4D9}"/>
              </a:ext>
            </a:extLst>
          </p:cNvPr>
          <p:cNvSpPr>
            <a:spLocks noGrp="1"/>
          </p:cNvSpPr>
          <p:nvPr/>
        </p:nvSpPr>
        <p:spPr>
          <a:xfrm>
            <a:off x="4990599" y="1879934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1560_1">
            <a:extLst>
              <a:ext uri="{FF2B5EF4-FFF2-40B4-BE49-F238E27FC236}">
                <a16:creationId xmlns:a16="http://schemas.microsoft.com/office/drawing/2014/main" id="{F0815DE1-02FE-4BAF-B046-F48290D6A3D1}"/>
              </a:ext>
            </a:extLst>
          </p:cNvPr>
          <p:cNvSpPr>
            <a:spLocks noGrp="1"/>
          </p:cNvSpPr>
          <p:nvPr/>
        </p:nvSpPr>
        <p:spPr>
          <a:xfrm>
            <a:off x="1305928" y="2406316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1564_1">
            <a:extLst>
              <a:ext uri="{FF2B5EF4-FFF2-40B4-BE49-F238E27FC236}">
                <a16:creationId xmlns:a16="http://schemas.microsoft.com/office/drawing/2014/main" id="{9A0AC718-8AE6-4126-BAAC-E6B7E9643F22}"/>
              </a:ext>
            </a:extLst>
          </p:cNvPr>
          <p:cNvSpPr>
            <a:spLocks noGrp="1"/>
          </p:cNvSpPr>
          <p:nvPr/>
        </p:nvSpPr>
        <p:spPr>
          <a:xfrm>
            <a:off x="4990599" y="2406316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1568_1">
            <a:extLst>
              <a:ext uri="{FF2B5EF4-FFF2-40B4-BE49-F238E27FC236}">
                <a16:creationId xmlns:a16="http://schemas.microsoft.com/office/drawing/2014/main" id="{D6440990-D247-4993-A811-E184E7189FC0}"/>
              </a:ext>
            </a:extLst>
          </p:cNvPr>
          <p:cNvSpPr>
            <a:spLocks noGrp="1"/>
          </p:cNvSpPr>
          <p:nvPr/>
        </p:nvSpPr>
        <p:spPr>
          <a:xfrm>
            <a:off x="1305928" y="2932697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1572_1">
            <a:extLst>
              <a:ext uri="{FF2B5EF4-FFF2-40B4-BE49-F238E27FC236}">
                <a16:creationId xmlns:a16="http://schemas.microsoft.com/office/drawing/2014/main" id="{F04A3C21-53B0-408F-AFEB-A935C4D02A8D}"/>
              </a:ext>
            </a:extLst>
          </p:cNvPr>
          <p:cNvSpPr>
            <a:spLocks noGrp="1"/>
          </p:cNvSpPr>
          <p:nvPr/>
        </p:nvSpPr>
        <p:spPr>
          <a:xfrm>
            <a:off x="4990599" y="2932697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1576_1">
            <a:extLst>
              <a:ext uri="{FF2B5EF4-FFF2-40B4-BE49-F238E27FC236}">
                <a16:creationId xmlns:a16="http://schemas.microsoft.com/office/drawing/2014/main" id="{98857D26-696B-4929-B7E9-555537AAE5FF}"/>
              </a:ext>
            </a:extLst>
          </p:cNvPr>
          <p:cNvSpPr>
            <a:spLocks noGrp="1"/>
          </p:cNvSpPr>
          <p:nvPr/>
        </p:nvSpPr>
        <p:spPr>
          <a:xfrm>
            <a:off x="1305928" y="3459079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1580_1">
            <a:extLst>
              <a:ext uri="{FF2B5EF4-FFF2-40B4-BE49-F238E27FC236}">
                <a16:creationId xmlns:a16="http://schemas.microsoft.com/office/drawing/2014/main" id="{12129DE5-78E2-4479-9A2D-930FE4A51359}"/>
              </a:ext>
            </a:extLst>
          </p:cNvPr>
          <p:cNvSpPr>
            <a:spLocks noGrp="1"/>
          </p:cNvSpPr>
          <p:nvPr/>
        </p:nvSpPr>
        <p:spPr>
          <a:xfrm>
            <a:off x="4990599" y="3459079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1584_1">
            <a:extLst>
              <a:ext uri="{FF2B5EF4-FFF2-40B4-BE49-F238E27FC236}">
                <a16:creationId xmlns:a16="http://schemas.microsoft.com/office/drawing/2014/main" id="{FB0E56C7-0DEB-4897-93FC-193C5CB9729B}"/>
              </a:ext>
            </a:extLst>
          </p:cNvPr>
          <p:cNvSpPr>
            <a:spLocks noGrp="1"/>
          </p:cNvSpPr>
          <p:nvPr/>
        </p:nvSpPr>
        <p:spPr>
          <a:xfrm>
            <a:off x="1305928" y="3985461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1588_1">
            <a:extLst>
              <a:ext uri="{FF2B5EF4-FFF2-40B4-BE49-F238E27FC236}">
                <a16:creationId xmlns:a16="http://schemas.microsoft.com/office/drawing/2014/main" id="{F3398255-C0EC-4AB0-8A5C-B582F7081FA2}"/>
              </a:ext>
            </a:extLst>
          </p:cNvPr>
          <p:cNvSpPr>
            <a:spLocks noGrp="1"/>
          </p:cNvSpPr>
          <p:nvPr/>
        </p:nvSpPr>
        <p:spPr>
          <a:xfrm>
            <a:off x="4990599" y="3985461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1592_1">
            <a:extLst>
              <a:ext uri="{FF2B5EF4-FFF2-40B4-BE49-F238E27FC236}">
                <a16:creationId xmlns:a16="http://schemas.microsoft.com/office/drawing/2014/main" id="{C6B5FA31-3CD1-4DD8-B21F-459CC08E58D8}"/>
              </a:ext>
            </a:extLst>
          </p:cNvPr>
          <p:cNvSpPr>
            <a:spLocks noGrp="1"/>
          </p:cNvSpPr>
          <p:nvPr/>
        </p:nvSpPr>
        <p:spPr>
          <a:xfrm>
            <a:off x="1305928" y="4511842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1596_1">
            <a:extLst>
              <a:ext uri="{FF2B5EF4-FFF2-40B4-BE49-F238E27FC236}">
                <a16:creationId xmlns:a16="http://schemas.microsoft.com/office/drawing/2014/main" id="{FC6DE669-300C-456E-A9A0-68EADFEB5899}"/>
              </a:ext>
            </a:extLst>
          </p:cNvPr>
          <p:cNvSpPr>
            <a:spLocks noGrp="1"/>
          </p:cNvSpPr>
          <p:nvPr/>
        </p:nvSpPr>
        <p:spPr>
          <a:xfrm>
            <a:off x="4990599" y="4511842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to1489_0_1">
            <a:extLst>
              <a:ext uri="{FF2B5EF4-FFF2-40B4-BE49-F238E27FC236}">
                <a16:creationId xmlns:a16="http://schemas.microsoft.com/office/drawing/2014/main" id="{3940FCB3-C54B-4866-80DD-1C7E4B5A1EC5}"/>
              </a:ext>
            </a:extLst>
          </p:cNvPr>
          <p:cNvSpPr>
            <a:spLocks noGrp="1"/>
          </p:cNvSpPr>
          <p:nvPr/>
        </p:nvSpPr>
        <p:spPr>
          <a:xfrm>
            <a:off x="1391615" y="1440058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0" name="anim_to1493_0_1">
            <a:extLst>
              <a:ext uri="{FF2B5EF4-FFF2-40B4-BE49-F238E27FC236}">
                <a16:creationId xmlns:a16="http://schemas.microsoft.com/office/drawing/2014/main" id="{0C45158D-0CA2-4099-987C-F6D8B6C202A6}"/>
              </a:ext>
            </a:extLst>
          </p:cNvPr>
          <p:cNvSpPr>
            <a:spLocks noGrp="1"/>
          </p:cNvSpPr>
          <p:nvPr/>
        </p:nvSpPr>
        <p:spPr>
          <a:xfrm>
            <a:off x="1391615" y="512472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1" name="anim_to1497_0_1">
            <a:extLst>
              <a:ext uri="{FF2B5EF4-FFF2-40B4-BE49-F238E27FC236}">
                <a16:creationId xmlns:a16="http://schemas.microsoft.com/office/drawing/2014/main" id="{7CE841D0-D406-4093-AC9A-912795178E45}"/>
              </a:ext>
            </a:extLst>
          </p:cNvPr>
          <p:cNvSpPr>
            <a:spLocks noGrp="1"/>
          </p:cNvSpPr>
          <p:nvPr/>
        </p:nvSpPr>
        <p:spPr>
          <a:xfrm>
            <a:off x="1917997" y="1440058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2" name="anim_to1501_0_1">
            <a:extLst>
              <a:ext uri="{FF2B5EF4-FFF2-40B4-BE49-F238E27FC236}">
                <a16:creationId xmlns:a16="http://schemas.microsoft.com/office/drawing/2014/main" id="{ED51F7AA-FA30-4D83-9490-265942C3D589}"/>
              </a:ext>
            </a:extLst>
          </p:cNvPr>
          <p:cNvSpPr>
            <a:spLocks noGrp="1"/>
          </p:cNvSpPr>
          <p:nvPr/>
        </p:nvSpPr>
        <p:spPr>
          <a:xfrm>
            <a:off x="1917997" y="512472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3" name="anim_to1505_0_1">
            <a:extLst>
              <a:ext uri="{FF2B5EF4-FFF2-40B4-BE49-F238E27FC236}">
                <a16:creationId xmlns:a16="http://schemas.microsoft.com/office/drawing/2014/main" id="{DCB2C84E-AB81-4140-923E-2D0FDE1B063C}"/>
              </a:ext>
            </a:extLst>
          </p:cNvPr>
          <p:cNvSpPr>
            <a:spLocks noGrp="1"/>
          </p:cNvSpPr>
          <p:nvPr/>
        </p:nvSpPr>
        <p:spPr>
          <a:xfrm>
            <a:off x="2444378" y="1440058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4" name="anim_to1509_0_1">
            <a:extLst>
              <a:ext uri="{FF2B5EF4-FFF2-40B4-BE49-F238E27FC236}">
                <a16:creationId xmlns:a16="http://schemas.microsoft.com/office/drawing/2014/main" id="{A090C1C9-FEC3-4415-BA55-024B168EB8F0}"/>
              </a:ext>
            </a:extLst>
          </p:cNvPr>
          <p:cNvSpPr>
            <a:spLocks noGrp="1"/>
          </p:cNvSpPr>
          <p:nvPr/>
        </p:nvSpPr>
        <p:spPr>
          <a:xfrm>
            <a:off x="2444378" y="512472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5" name="anim_to1513_0_1">
            <a:extLst>
              <a:ext uri="{FF2B5EF4-FFF2-40B4-BE49-F238E27FC236}">
                <a16:creationId xmlns:a16="http://schemas.microsoft.com/office/drawing/2014/main" id="{1123B0E4-3373-4C98-B8AC-7FABE81C2FED}"/>
              </a:ext>
            </a:extLst>
          </p:cNvPr>
          <p:cNvSpPr>
            <a:spLocks noGrp="1"/>
          </p:cNvSpPr>
          <p:nvPr/>
        </p:nvSpPr>
        <p:spPr>
          <a:xfrm>
            <a:off x="2970760" y="1440058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6" name="anim_to1517_0_1">
            <a:extLst>
              <a:ext uri="{FF2B5EF4-FFF2-40B4-BE49-F238E27FC236}">
                <a16:creationId xmlns:a16="http://schemas.microsoft.com/office/drawing/2014/main" id="{A0C87B81-27C1-429A-A483-EFB6CD397C85}"/>
              </a:ext>
            </a:extLst>
          </p:cNvPr>
          <p:cNvSpPr>
            <a:spLocks noGrp="1"/>
          </p:cNvSpPr>
          <p:nvPr/>
        </p:nvSpPr>
        <p:spPr>
          <a:xfrm>
            <a:off x="2970760" y="512472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7" name="anim_to1521_0_1">
            <a:extLst>
              <a:ext uri="{FF2B5EF4-FFF2-40B4-BE49-F238E27FC236}">
                <a16:creationId xmlns:a16="http://schemas.microsoft.com/office/drawing/2014/main" id="{9BCBE1B2-BE15-453B-AEFF-9486C27D9F0D}"/>
              </a:ext>
            </a:extLst>
          </p:cNvPr>
          <p:cNvSpPr>
            <a:spLocks noGrp="1"/>
          </p:cNvSpPr>
          <p:nvPr/>
        </p:nvSpPr>
        <p:spPr>
          <a:xfrm>
            <a:off x="3497141" y="1440058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8" name="anim_to1525_0_1">
            <a:extLst>
              <a:ext uri="{FF2B5EF4-FFF2-40B4-BE49-F238E27FC236}">
                <a16:creationId xmlns:a16="http://schemas.microsoft.com/office/drawing/2014/main" id="{F7A4C4EE-5636-44AE-8DB4-059A043474DD}"/>
              </a:ext>
            </a:extLst>
          </p:cNvPr>
          <p:cNvSpPr>
            <a:spLocks noGrp="1"/>
          </p:cNvSpPr>
          <p:nvPr/>
        </p:nvSpPr>
        <p:spPr>
          <a:xfrm>
            <a:off x="3497141" y="512472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9" name="anim_to1529_0_1">
            <a:extLst>
              <a:ext uri="{FF2B5EF4-FFF2-40B4-BE49-F238E27FC236}">
                <a16:creationId xmlns:a16="http://schemas.microsoft.com/office/drawing/2014/main" id="{F5A1519C-1A02-448F-B1CF-A73952381B19}"/>
              </a:ext>
            </a:extLst>
          </p:cNvPr>
          <p:cNvSpPr>
            <a:spLocks noGrp="1"/>
          </p:cNvSpPr>
          <p:nvPr/>
        </p:nvSpPr>
        <p:spPr>
          <a:xfrm>
            <a:off x="4023523" y="1440058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0" name="anim_to1533_0_1">
            <a:extLst>
              <a:ext uri="{FF2B5EF4-FFF2-40B4-BE49-F238E27FC236}">
                <a16:creationId xmlns:a16="http://schemas.microsoft.com/office/drawing/2014/main" id="{7FE42265-FB79-4347-98F1-38607BF3FCFB}"/>
              </a:ext>
            </a:extLst>
          </p:cNvPr>
          <p:cNvSpPr>
            <a:spLocks noGrp="1"/>
          </p:cNvSpPr>
          <p:nvPr/>
        </p:nvSpPr>
        <p:spPr>
          <a:xfrm>
            <a:off x="4023523" y="512472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1" name="anim_to1537_0_1">
            <a:extLst>
              <a:ext uri="{FF2B5EF4-FFF2-40B4-BE49-F238E27FC236}">
                <a16:creationId xmlns:a16="http://schemas.microsoft.com/office/drawing/2014/main" id="{7C7A27ED-7F74-4B25-BDFD-A88808B6521A}"/>
              </a:ext>
            </a:extLst>
          </p:cNvPr>
          <p:cNvSpPr>
            <a:spLocks noGrp="1"/>
          </p:cNvSpPr>
          <p:nvPr/>
        </p:nvSpPr>
        <p:spPr>
          <a:xfrm>
            <a:off x="4549904" y="1440058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2" name="anim_to1541_0_1">
            <a:extLst>
              <a:ext uri="{FF2B5EF4-FFF2-40B4-BE49-F238E27FC236}">
                <a16:creationId xmlns:a16="http://schemas.microsoft.com/office/drawing/2014/main" id="{94BB225F-FB0E-48C4-A79A-A9698B429DE9}"/>
              </a:ext>
            </a:extLst>
          </p:cNvPr>
          <p:cNvSpPr>
            <a:spLocks noGrp="1"/>
          </p:cNvSpPr>
          <p:nvPr/>
        </p:nvSpPr>
        <p:spPr>
          <a:xfrm>
            <a:off x="4549904" y="512472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3" name="anim_to1545_0_1">
            <a:extLst>
              <a:ext uri="{FF2B5EF4-FFF2-40B4-BE49-F238E27FC236}">
                <a16:creationId xmlns:a16="http://schemas.microsoft.com/office/drawing/2014/main" id="{968585B3-A0D5-4FC8-8555-68BE6AB372B6}"/>
              </a:ext>
            </a:extLst>
          </p:cNvPr>
          <p:cNvSpPr>
            <a:spLocks noGrp="1"/>
          </p:cNvSpPr>
          <p:nvPr/>
        </p:nvSpPr>
        <p:spPr>
          <a:xfrm>
            <a:off x="5076286" y="1440058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4" name="anim_to1549_0_1">
            <a:extLst>
              <a:ext uri="{FF2B5EF4-FFF2-40B4-BE49-F238E27FC236}">
                <a16:creationId xmlns:a16="http://schemas.microsoft.com/office/drawing/2014/main" id="{DC8F2353-3576-4CA0-9AEF-B33FAB65EFCB}"/>
              </a:ext>
            </a:extLst>
          </p:cNvPr>
          <p:cNvSpPr>
            <a:spLocks noGrp="1"/>
          </p:cNvSpPr>
          <p:nvPr/>
        </p:nvSpPr>
        <p:spPr>
          <a:xfrm>
            <a:off x="5076286" y="512472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5" name="anim_to1553_0_1">
            <a:extLst>
              <a:ext uri="{FF2B5EF4-FFF2-40B4-BE49-F238E27FC236}">
                <a16:creationId xmlns:a16="http://schemas.microsoft.com/office/drawing/2014/main" id="{1B951666-C994-4142-9204-1C0083A3D8FC}"/>
              </a:ext>
            </a:extLst>
          </p:cNvPr>
          <p:cNvSpPr>
            <a:spLocks noGrp="1"/>
          </p:cNvSpPr>
          <p:nvPr/>
        </p:nvSpPr>
        <p:spPr>
          <a:xfrm>
            <a:off x="1391615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6" name="anim_to1557_0_1">
            <a:extLst>
              <a:ext uri="{FF2B5EF4-FFF2-40B4-BE49-F238E27FC236}">
                <a16:creationId xmlns:a16="http://schemas.microsoft.com/office/drawing/2014/main" id="{472968AE-C472-4CD5-B91B-DF7A0A88DFE2}"/>
              </a:ext>
            </a:extLst>
          </p:cNvPr>
          <p:cNvSpPr>
            <a:spLocks noGrp="1"/>
          </p:cNvSpPr>
          <p:nvPr/>
        </p:nvSpPr>
        <p:spPr>
          <a:xfrm>
            <a:off x="5076286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7" name="anim_to1561_0_1">
            <a:extLst>
              <a:ext uri="{FF2B5EF4-FFF2-40B4-BE49-F238E27FC236}">
                <a16:creationId xmlns:a16="http://schemas.microsoft.com/office/drawing/2014/main" id="{2630DD76-B0DC-4DF2-A30F-D625AE2944F9}"/>
              </a:ext>
            </a:extLst>
          </p:cNvPr>
          <p:cNvSpPr>
            <a:spLocks noGrp="1"/>
          </p:cNvSpPr>
          <p:nvPr/>
        </p:nvSpPr>
        <p:spPr>
          <a:xfrm>
            <a:off x="1391615" y="2492821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8" name="anim_to1565_0_1">
            <a:extLst>
              <a:ext uri="{FF2B5EF4-FFF2-40B4-BE49-F238E27FC236}">
                <a16:creationId xmlns:a16="http://schemas.microsoft.com/office/drawing/2014/main" id="{21DA8861-5D6D-47C1-A97F-1A49238C972C}"/>
              </a:ext>
            </a:extLst>
          </p:cNvPr>
          <p:cNvSpPr>
            <a:spLocks noGrp="1"/>
          </p:cNvSpPr>
          <p:nvPr/>
        </p:nvSpPr>
        <p:spPr>
          <a:xfrm>
            <a:off x="5076286" y="2492821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9" name="anim_to1569_0_1">
            <a:extLst>
              <a:ext uri="{FF2B5EF4-FFF2-40B4-BE49-F238E27FC236}">
                <a16:creationId xmlns:a16="http://schemas.microsoft.com/office/drawing/2014/main" id="{24160ED1-417A-4776-A9F6-E9A7C85AA013}"/>
              </a:ext>
            </a:extLst>
          </p:cNvPr>
          <p:cNvSpPr>
            <a:spLocks noGrp="1"/>
          </p:cNvSpPr>
          <p:nvPr/>
        </p:nvSpPr>
        <p:spPr>
          <a:xfrm>
            <a:off x="1391615" y="3019203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0" name="anim_to1573_0_1">
            <a:extLst>
              <a:ext uri="{FF2B5EF4-FFF2-40B4-BE49-F238E27FC236}">
                <a16:creationId xmlns:a16="http://schemas.microsoft.com/office/drawing/2014/main" id="{9E943DC0-F6B3-4670-B570-6419EE052CC4}"/>
              </a:ext>
            </a:extLst>
          </p:cNvPr>
          <p:cNvSpPr>
            <a:spLocks noGrp="1"/>
          </p:cNvSpPr>
          <p:nvPr/>
        </p:nvSpPr>
        <p:spPr>
          <a:xfrm>
            <a:off x="5076286" y="3019203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1" name="anim_to1577_0_1">
            <a:extLst>
              <a:ext uri="{FF2B5EF4-FFF2-40B4-BE49-F238E27FC236}">
                <a16:creationId xmlns:a16="http://schemas.microsoft.com/office/drawing/2014/main" id="{C6CD7A62-3C53-4913-B880-AABD1274D9DA}"/>
              </a:ext>
            </a:extLst>
          </p:cNvPr>
          <p:cNvSpPr>
            <a:spLocks noGrp="1"/>
          </p:cNvSpPr>
          <p:nvPr/>
        </p:nvSpPr>
        <p:spPr>
          <a:xfrm>
            <a:off x="1391615" y="3545584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2" name="anim_to1581_0_1">
            <a:extLst>
              <a:ext uri="{FF2B5EF4-FFF2-40B4-BE49-F238E27FC236}">
                <a16:creationId xmlns:a16="http://schemas.microsoft.com/office/drawing/2014/main" id="{08905E4D-8E5E-434B-A36E-18CEFA8E8D4B}"/>
              </a:ext>
            </a:extLst>
          </p:cNvPr>
          <p:cNvSpPr>
            <a:spLocks noGrp="1"/>
          </p:cNvSpPr>
          <p:nvPr/>
        </p:nvSpPr>
        <p:spPr>
          <a:xfrm>
            <a:off x="5076286" y="3545584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3" name="anim_to1585_0_1">
            <a:extLst>
              <a:ext uri="{FF2B5EF4-FFF2-40B4-BE49-F238E27FC236}">
                <a16:creationId xmlns:a16="http://schemas.microsoft.com/office/drawing/2014/main" id="{26E8B8B5-3A3B-45E6-90B4-8A6BC9DD0714}"/>
              </a:ext>
            </a:extLst>
          </p:cNvPr>
          <p:cNvSpPr>
            <a:spLocks noGrp="1"/>
          </p:cNvSpPr>
          <p:nvPr/>
        </p:nvSpPr>
        <p:spPr>
          <a:xfrm>
            <a:off x="1391615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4" name="anim_to1589_0_1">
            <a:extLst>
              <a:ext uri="{FF2B5EF4-FFF2-40B4-BE49-F238E27FC236}">
                <a16:creationId xmlns:a16="http://schemas.microsoft.com/office/drawing/2014/main" id="{AEF45072-B392-4E2A-B4D1-BD601BAB9C27}"/>
              </a:ext>
            </a:extLst>
          </p:cNvPr>
          <p:cNvSpPr>
            <a:spLocks noGrp="1"/>
          </p:cNvSpPr>
          <p:nvPr/>
        </p:nvSpPr>
        <p:spPr>
          <a:xfrm>
            <a:off x="5076286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5" name="anim_to1593_0_1">
            <a:extLst>
              <a:ext uri="{FF2B5EF4-FFF2-40B4-BE49-F238E27FC236}">
                <a16:creationId xmlns:a16="http://schemas.microsoft.com/office/drawing/2014/main" id="{67BF9D2C-3AB2-480C-B561-91717D18F664}"/>
              </a:ext>
            </a:extLst>
          </p:cNvPr>
          <p:cNvSpPr>
            <a:spLocks noGrp="1"/>
          </p:cNvSpPr>
          <p:nvPr/>
        </p:nvSpPr>
        <p:spPr>
          <a:xfrm>
            <a:off x="1391615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6" name="anim_to1597_0_1">
            <a:extLst>
              <a:ext uri="{FF2B5EF4-FFF2-40B4-BE49-F238E27FC236}">
                <a16:creationId xmlns:a16="http://schemas.microsoft.com/office/drawing/2014/main" id="{6AC29A1E-2B7B-480F-829A-F54F088EBFDE}"/>
              </a:ext>
            </a:extLst>
          </p:cNvPr>
          <p:cNvSpPr>
            <a:spLocks noGrp="1"/>
          </p:cNvSpPr>
          <p:nvPr/>
        </p:nvSpPr>
        <p:spPr>
          <a:xfrm>
            <a:off x="5076286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7" name="anim_o651_1">
            <a:extLst>
              <a:ext uri="{FF2B5EF4-FFF2-40B4-BE49-F238E27FC236}">
                <a16:creationId xmlns:a16="http://schemas.microsoft.com/office/drawing/2014/main" id="{841F51C2-94F8-47E2-ACA0-D72781B56FD2}"/>
              </a:ext>
            </a:extLst>
          </p:cNvPr>
          <p:cNvSpPr>
            <a:spLocks noGrp="1"/>
          </p:cNvSpPr>
          <p:nvPr/>
        </p:nvSpPr>
        <p:spPr>
          <a:xfrm>
            <a:off x="1832309" y="1879934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" name="anim_o655_1">
            <a:extLst>
              <a:ext uri="{FF2B5EF4-FFF2-40B4-BE49-F238E27FC236}">
                <a16:creationId xmlns:a16="http://schemas.microsoft.com/office/drawing/2014/main" id="{C2F9F112-5631-426C-8EA5-817A4A2BBA90}"/>
              </a:ext>
            </a:extLst>
          </p:cNvPr>
          <p:cNvSpPr>
            <a:spLocks noGrp="1"/>
          </p:cNvSpPr>
          <p:nvPr/>
        </p:nvSpPr>
        <p:spPr>
          <a:xfrm>
            <a:off x="2358691" y="1879934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o659_1">
            <a:extLst>
              <a:ext uri="{FF2B5EF4-FFF2-40B4-BE49-F238E27FC236}">
                <a16:creationId xmlns:a16="http://schemas.microsoft.com/office/drawing/2014/main" id="{63CDF388-9163-409B-B89A-1D3E8D50260A}"/>
              </a:ext>
            </a:extLst>
          </p:cNvPr>
          <p:cNvSpPr>
            <a:spLocks noGrp="1"/>
          </p:cNvSpPr>
          <p:nvPr/>
        </p:nvSpPr>
        <p:spPr>
          <a:xfrm>
            <a:off x="2885072" y="1879934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0" name="anim_o663_1">
            <a:extLst>
              <a:ext uri="{FF2B5EF4-FFF2-40B4-BE49-F238E27FC236}">
                <a16:creationId xmlns:a16="http://schemas.microsoft.com/office/drawing/2014/main" id="{23E57275-C4E1-4C91-A04F-B03CC8D04686}"/>
              </a:ext>
            </a:extLst>
          </p:cNvPr>
          <p:cNvSpPr>
            <a:spLocks noGrp="1"/>
          </p:cNvSpPr>
          <p:nvPr/>
        </p:nvSpPr>
        <p:spPr>
          <a:xfrm>
            <a:off x="3411454" y="1879934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" name="anim_o667_1">
            <a:extLst>
              <a:ext uri="{FF2B5EF4-FFF2-40B4-BE49-F238E27FC236}">
                <a16:creationId xmlns:a16="http://schemas.microsoft.com/office/drawing/2014/main" id="{8E782439-CB0B-4C46-BBD4-66513C281061}"/>
              </a:ext>
            </a:extLst>
          </p:cNvPr>
          <p:cNvSpPr>
            <a:spLocks noGrp="1"/>
          </p:cNvSpPr>
          <p:nvPr/>
        </p:nvSpPr>
        <p:spPr>
          <a:xfrm>
            <a:off x="3937836" y="1879934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2" name="anim_o671_1">
            <a:extLst>
              <a:ext uri="{FF2B5EF4-FFF2-40B4-BE49-F238E27FC236}">
                <a16:creationId xmlns:a16="http://schemas.microsoft.com/office/drawing/2014/main" id="{376EAA7E-E898-4752-BF00-1D07643017B3}"/>
              </a:ext>
            </a:extLst>
          </p:cNvPr>
          <p:cNvSpPr>
            <a:spLocks noGrp="1"/>
          </p:cNvSpPr>
          <p:nvPr/>
        </p:nvSpPr>
        <p:spPr>
          <a:xfrm>
            <a:off x="4464217" y="1879934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3" name="anim_o675_1">
            <a:extLst>
              <a:ext uri="{FF2B5EF4-FFF2-40B4-BE49-F238E27FC236}">
                <a16:creationId xmlns:a16="http://schemas.microsoft.com/office/drawing/2014/main" id="{FBD80BE5-511D-4F28-87DA-9E23599BC32D}"/>
              </a:ext>
            </a:extLst>
          </p:cNvPr>
          <p:cNvSpPr>
            <a:spLocks noGrp="1"/>
          </p:cNvSpPr>
          <p:nvPr/>
        </p:nvSpPr>
        <p:spPr>
          <a:xfrm>
            <a:off x="1832309" y="2406316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4" name="anim_o679_1">
            <a:extLst>
              <a:ext uri="{FF2B5EF4-FFF2-40B4-BE49-F238E27FC236}">
                <a16:creationId xmlns:a16="http://schemas.microsoft.com/office/drawing/2014/main" id="{9F4B4D59-944B-4EB9-B366-639E9BF32252}"/>
              </a:ext>
            </a:extLst>
          </p:cNvPr>
          <p:cNvSpPr>
            <a:spLocks noGrp="1"/>
          </p:cNvSpPr>
          <p:nvPr/>
        </p:nvSpPr>
        <p:spPr>
          <a:xfrm>
            <a:off x="2358691" y="2406316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5" name="anim_o683_1">
            <a:extLst>
              <a:ext uri="{FF2B5EF4-FFF2-40B4-BE49-F238E27FC236}">
                <a16:creationId xmlns:a16="http://schemas.microsoft.com/office/drawing/2014/main" id="{E30C43EA-119D-43FE-AEF7-FCCD7B3CE535}"/>
              </a:ext>
            </a:extLst>
          </p:cNvPr>
          <p:cNvSpPr>
            <a:spLocks noGrp="1"/>
          </p:cNvSpPr>
          <p:nvPr/>
        </p:nvSpPr>
        <p:spPr>
          <a:xfrm>
            <a:off x="2885072" y="2406316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6" name="anim_o687_1">
            <a:extLst>
              <a:ext uri="{FF2B5EF4-FFF2-40B4-BE49-F238E27FC236}">
                <a16:creationId xmlns:a16="http://schemas.microsoft.com/office/drawing/2014/main" id="{A5B52959-D8A1-4F5C-8E78-F23A282C5F5F}"/>
              </a:ext>
            </a:extLst>
          </p:cNvPr>
          <p:cNvSpPr>
            <a:spLocks noGrp="1"/>
          </p:cNvSpPr>
          <p:nvPr/>
        </p:nvSpPr>
        <p:spPr>
          <a:xfrm>
            <a:off x="3411454" y="2406316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7" name="anim_o691_1">
            <a:extLst>
              <a:ext uri="{FF2B5EF4-FFF2-40B4-BE49-F238E27FC236}">
                <a16:creationId xmlns:a16="http://schemas.microsoft.com/office/drawing/2014/main" id="{F6774405-F093-41D4-BA66-1F3B8C84A6D8}"/>
              </a:ext>
            </a:extLst>
          </p:cNvPr>
          <p:cNvSpPr>
            <a:spLocks noGrp="1"/>
          </p:cNvSpPr>
          <p:nvPr/>
        </p:nvSpPr>
        <p:spPr>
          <a:xfrm>
            <a:off x="3937836" y="2406316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8" name="anim_o695_1">
            <a:extLst>
              <a:ext uri="{FF2B5EF4-FFF2-40B4-BE49-F238E27FC236}">
                <a16:creationId xmlns:a16="http://schemas.microsoft.com/office/drawing/2014/main" id="{D448B88A-0FB6-4BE6-A77B-C49AFFAF329A}"/>
              </a:ext>
            </a:extLst>
          </p:cNvPr>
          <p:cNvSpPr>
            <a:spLocks noGrp="1"/>
          </p:cNvSpPr>
          <p:nvPr/>
        </p:nvSpPr>
        <p:spPr>
          <a:xfrm>
            <a:off x="4464217" y="2406316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9" name="anim_o699_1">
            <a:extLst>
              <a:ext uri="{FF2B5EF4-FFF2-40B4-BE49-F238E27FC236}">
                <a16:creationId xmlns:a16="http://schemas.microsoft.com/office/drawing/2014/main" id="{F74C4EFB-C651-4921-9326-02F4F2804C0A}"/>
              </a:ext>
            </a:extLst>
          </p:cNvPr>
          <p:cNvSpPr>
            <a:spLocks noGrp="1"/>
          </p:cNvSpPr>
          <p:nvPr/>
        </p:nvSpPr>
        <p:spPr>
          <a:xfrm>
            <a:off x="1832309" y="2932697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0" name="anim_o703_1">
            <a:extLst>
              <a:ext uri="{FF2B5EF4-FFF2-40B4-BE49-F238E27FC236}">
                <a16:creationId xmlns:a16="http://schemas.microsoft.com/office/drawing/2014/main" id="{C48D920B-FB4F-45EF-8C4C-81F34C289602}"/>
              </a:ext>
            </a:extLst>
          </p:cNvPr>
          <p:cNvSpPr>
            <a:spLocks noGrp="1"/>
          </p:cNvSpPr>
          <p:nvPr/>
        </p:nvSpPr>
        <p:spPr>
          <a:xfrm>
            <a:off x="2358691" y="2932697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1" name="anim_o707_1">
            <a:extLst>
              <a:ext uri="{FF2B5EF4-FFF2-40B4-BE49-F238E27FC236}">
                <a16:creationId xmlns:a16="http://schemas.microsoft.com/office/drawing/2014/main" id="{912CFBA4-20A3-4662-8D07-709375A589A5}"/>
              </a:ext>
            </a:extLst>
          </p:cNvPr>
          <p:cNvSpPr>
            <a:spLocks noGrp="1"/>
          </p:cNvSpPr>
          <p:nvPr/>
        </p:nvSpPr>
        <p:spPr>
          <a:xfrm>
            <a:off x="2885072" y="2932697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2" name="anim_o711_1">
            <a:extLst>
              <a:ext uri="{FF2B5EF4-FFF2-40B4-BE49-F238E27FC236}">
                <a16:creationId xmlns:a16="http://schemas.microsoft.com/office/drawing/2014/main" id="{5BDBFF4C-5616-43B3-933B-6739E8AAC48E}"/>
              </a:ext>
            </a:extLst>
          </p:cNvPr>
          <p:cNvSpPr>
            <a:spLocks noGrp="1"/>
          </p:cNvSpPr>
          <p:nvPr/>
        </p:nvSpPr>
        <p:spPr>
          <a:xfrm>
            <a:off x="3411454" y="2932697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3" name="anim_o715_1">
            <a:extLst>
              <a:ext uri="{FF2B5EF4-FFF2-40B4-BE49-F238E27FC236}">
                <a16:creationId xmlns:a16="http://schemas.microsoft.com/office/drawing/2014/main" id="{EE8651C5-3327-4507-8466-B1A989EFD282}"/>
              </a:ext>
            </a:extLst>
          </p:cNvPr>
          <p:cNvSpPr>
            <a:spLocks noGrp="1"/>
          </p:cNvSpPr>
          <p:nvPr/>
        </p:nvSpPr>
        <p:spPr>
          <a:xfrm>
            <a:off x="3937836" y="2932697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4" name="anim_o719_1">
            <a:extLst>
              <a:ext uri="{FF2B5EF4-FFF2-40B4-BE49-F238E27FC236}">
                <a16:creationId xmlns:a16="http://schemas.microsoft.com/office/drawing/2014/main" id="{4A323B2B-E424-463A-9182-123A9961C2AE}"/>
              </a:ext>
            </a:extLst>
          </p:cNvPr>
          <p:cNvSpPr>
            <a:spLocks noGrp="1"/>
          </p:cNvSpPr>
          <p:nvPr/>
        </p:nvSpPr>
        <p:spPr>
          <a:xfrm>
            <a:off x="4464217" y="2932697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5" name="anim_o723_1">
            <a:extLst>
              <a:ext uri="{FF2B5EF4-FFF2-40B4-BE49-F238E27FC236}">
                <a16:creationId xmlns:a16="http://schemas.microsoft.com/office/drawing/2014/main" id="{48E8F341-7027-49EA-9EAD-0FA913C13277}"/>
              </a:ext>
            </a:extLst>
          </p:cNvPr>
          <p:cNvSpPr>
            <a:spLocks noGrp="1"/>
          </p:cNvSpPr>
          <p:nvPr/>
        </p:nvSpPr>
        <p:spPr>
          <a:xfrm>
            <a:off x="1832309" y="3459079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6" name="anim_o727_1">
            <a:extLst>
              <a:ext uri="{FF2B5EF4-FFF2-40B4-BE49-F238E27FC236}">
                <a16:creationId xmlns:a16="http://schemas.microsoft.com/office/drawing/2014/main" id="{9CDCB4AC-2E99-46EF-BBB3-11820A9CA216}"/>
              </a:ext>
            </a:extLst>
          </p:cNvPr>
          <p:cNvSpPr>
            <a:spLocks noGrp="1"/>
          </p:cNvSpPr>
          <p:nvPr/>
        </p:nvSpPr>
        <p:spPr>
          <a:xfrm>
            <a:off x="2358691" y="3459079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7" name="anim_o731_1">
            <a:extLst>
              <a:ext uri="{FF2B5EF4-FFF2-40B4-BE49-F238E27FC236}">
                <a16:creationId xmlns:a16="http://schemas.microsoft.com/office/drawing/2014/main" id="{2FDC5B44-108E-4349-BB2D-4E9D43AFF688}"/>
              </a:ext>
            </a:extLst>
          </p:cNvPr>
          <p:cNvSpPr>
            <a:spLocks noGrp="1"/>
          </p:cNvSpPr>
          <p:nvPr/>
        </p:nvSpPr>
        <p:spPr>
          <a:xfrm>
            <a:off x="2885072" y="3459079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8" name="anim_o735_1">
            <a:extLst>
              <a:ext uri="{FF2B5EF4-FFF2-40B4-BE49-F238E27FC236}">
                <a16:creationId xmlns:a16="http://schemas.microsoft.com/office/drawing/2014/main" id="{CA222026-36A3-4BE2-B2FE-417A9ACB4253}"/>
              </a:ext>
            </a:extLst>
          </p:cNvPr>
          <p:cNvSpPr>
            <a:spLocks noGrp="1"/>
          </p:cNvSpPr>
          <p:nvPr/>
        </p:nvSpPr>
        <p:spPr>
          <a:xfrm>
            <a:off x="3411454" y="3459079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9" name="anim_o739_1">
            <a:extLst>
              <a:ext uri="{FF2B5EF4-FFF2-40B4-BE49-F238E27FC236}">
                <a16:creationId xmlns:a16="http://schemas.microsoft.com/office/drawing/2014/main" id="{E049A4FA-2AEE-4620-B609-E65475348833}"/>
              </a:ext>
            </a:extLst>
          </p:cNvPr>
          <p:cNvSpPr>
            <a:spLocks noGrp="1"/>
          </p:cNvSpPr>
          <p:nvPr/>
        </p:nvSpPr>
        <p:spPr>
          <a:xfrm>
            <a:off x="3937836" y="3459079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0" name="anim_o743_1">
            <a:extLst>
              <a:ext uri="{FF2B5EF4-FFF2-40B4-BE49-F238E27FC236}">
                <a16:creationId xmlns:a16="http://schemas.microsoft.com/office/drawing/2014/main" id="{87748BB8-CA12-428D-A842-DF150859649F}"/>
              </a:ext>
            </a:extLst>
          </p:cNvPr>
          <p:cNvSpPr>
            <a:spLocks noGrp="1"/>
          </p:cNvSpPr>
          <p:nvPr/>
        </p:nvSpPr>
        <p:spPr>
          <a:xfrm>
            <a:off x="4464217" y="3459079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1" name="anim_o747_1">
            <a:extLst>
              <a:ext uri="{FF2B5EF4-FFF2-40B4-BE49-F238E27FC236}">
                <a16:creationId xmlns:a16="http://schemas.microsoft.com/office/drawing/2014/main" id="{A2C09CAE-58CE-477A-9B27-29BE94CE818A}"/>
              </a:ext>
            </a:extLst>
          </p:cNvPr>
          <p:cNvSpPr>
            <a:spLocks noGrp="1"/>
          </p:cNvSpPr>
          <p:nvPr/>
        </p:nvSpPr>
        <p:spPr>
          <a:xfrm>
            <a:off x="1832309" y="3985461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2" name="anim_o751_1">
            <a:extLst>
              <a:ext uri="{FF2B5EF4-FFF2-40B4-BE49-F238E27FC236}">
                <a16:creationId xmlns:a16="http://schemas.microsoft.com/office/drawing/2014/main" id="{69A5D066-05A0-42CC-93C3-F8DC82A81E34}"/>
              </a:ext>
            </a:extLst>
          </p:cNvPr>
          <p:cNvSpPr>
            <a:spLocks noGrp="1"/>
          </p:cNvSpPr>
          <p:nvPr/>
        </p:nvSpPr>
        <p:spPr>
          <a:xfrm>
            <a:off x="2358691" y="3985461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3" name="anim_o755_1">
            <a:extLst>
              <a:ext uri="{FF2B5EF4-FFF2-40B4-BE49-F238E27FC236}">
                <a16:creationId xmlns:a16="http://schemas.microsoft.com/office/drawing/2014/main" id="{DB11BDA7-AA22-4C19-9D1C-891A704EDDE7}"/>
              </a:ext>
            </a:extLst>
          </p:cNvPr>
          <p:cNvSpPr>
            <a:spLocks noGrp="1"/>
          </p:cNvSpPr>
          <p:nvPr/>
        </p:nvSpPr>
        <p:spPr>
          <a:xfrm>
            <a:off x="2885072" y="3985461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4" name="anim_o759_1">
            <a:extLst>
              <a:ext uri="{FF2B5EF4-FFF2-40B4-BE49-F238E27FC236}">
                <a16:creationId xmlns:a16="http://schemas.microsoft.com/office/drawing/2014/main" id="{0F0DA4F6-5E46-472A-832F-3DB25071E1C6}"/>
              </a:ext>
            </a:extLst>
          </p:cNvPr>
          <p:cNvSpPr>
            <a:spLocks noGrp="1"/>
          </p:cNvSpPr>
          <p:nvPr/>
        </p:nvSpPr>
        <p:spPr>
          <a:xfrm>
            <a:off x="3411454" y="3985461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5" name="anim_o763_1">
            <a:extLst>
              <a:ext uri="{FF2B5EF4-FFF2-40B4-BE49-F238E27FC236}">
                <a16:creationId xmlns:a16="http://schemas.microsoft.com/office/drawing/2014/main" id="{DC6EE89D-BECC-44EB-91A6-6E302FAFEF56}"/>
              </a:ext>
            </a:extLst>
          </p:cNvPr>
          <p:cNvSpPr>
            <a:spLocks noGrp="1"/>
          </p:cNvSpPr>
          <p:nvPr/>
        </p:nvSpPr>
        <p:spPr>
          <a:xfrm>
            <a:off x="3937836" y="3985461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6" name="anim_o767_1">
            <a:extLst>
              <a:ext uri="{FF2B5EF4-FFF2-40B4-BE49-F238E27FC236}">
                <a16:creationId xmlns:a16="http://schemas.microsoft.com/office/drawing/2014/main" id="{33B30E24-D5F6-473E-8D1E-B4FC5FB7E2E2}"/>
              </a:ext>
            </a:extLst>
          </p:cNvPr>
          <p:cNvSpPr>
            <a:spLocks noGrp="1"/>
          </p:cNvSpPr>
          <p:nvPr/>
        </p:nvSpPr>
        <p:spPr>
          <a:xfrm>
            <a:off x="4464217" y="3985461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7" name="anim_o771_1">
            <a:extLst>
              <a:ext uri="{FF2B5EF4-FFF2-40B4-BE49-F238E27FC236}">
                <a16:creationId xmlns:a16="http://schemas.microsoft.com/office/drawing/2014/main" id="{B75D85E4-8E4A-4AB7-95FF-6A50A4EFF023}"/>
              </a:ext>
            </a:extLst>
          </p:cNvPr>
          <p:cNvSpPr>
            <a:spLocks noGrp="1"/>
          </p:cNvSpPr>
          <p:nvPr/>
        </p:nvSpPr>
        <p:spPr>
          <a:xfrm>
            <a:off x="1832309" y="4511842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8" name="anim_o775_1">
            <a:extLst>
              <a:ext uri="{FF2B5EF4-FFF2-40B4-BE49-F238E27FC236}">
                <a16:creationId xmlns:a16="http://schemas.microsoft.com/office/drawing/2014/main" id="{97AE2A17-4D45-4918-BD68-94EE48A2004E}"/>
              </a:ext>
            </a:extLst>
          </p:cNvPr>
          <p:cNvSpPr>
            <a:spLocks noGrp="1"/>
          </p:cNvSpPr>
          <p:nvPr/>
        </p:nvSpPr>
        <p:spPr>
          <a:xfrm>
            <a:off x="2358691" y="4511842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9" name="anim_o779_1">
            <a:extLst>
              <a:ext uri="{FF2B5EF4-FFF2-40B4-BE49-F238E27FC236}">
                <a16:creationId xmlns:a16="http://schemas.microsoft.com/office/drawing/2014/main" id="{257D7591-D447-47DC-A587-E3D6B700ADDD}"/>
              </a:ext>
            </a:extLst>
          </p:cNvPr>
          <p:cNvSpPr>
            <a:spLocks noGrp="1"/>
          </p:cNvSpPr>
          <p:nvPr/>
        </p:nvSpPr>
        <p:spPr>
          <a:xfrm>
            <a:off x="2885072" y="4511842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0" name="anim_o783_1">
            <a:extLst>
              <a:ext uri="{FF2B5EF4-FFF2-40B4-BE49-F238E27FC236}">
                <a16:creationId xmlns:a16="http://schemas.microsoft.com/office/drawing/2014/main" id="{367832D9-665B-43D6-B7EA-2DFAA94662A4}"/>
              </a:ext>
            </a:extLst>
          </p:cNvPr>
          <p:cNvSpPr>
            <a:spLocks noGrp="1"/>
          </p:cNvSpPr>
          <p:nvPr/>
        </p:nvSpPr>
        <p:spPr>
          <a:xfrm>
            <a:off x="3411454" y="4511842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1" name="anim_o787_1">
            <a:extLst>
              <a:ext uri="{FF2B5EF4-FFF2-40B4-BE49-F238E27FC236}">
                <a16:creationId xmlns:a16="http://schemas.microsoft.com/office/drawing/2014/main" id="{E7D672C6-6B6E-4B53-8CB1-8666E348D4DD}"/>
              </a:ext>
            </a:extLst>
          </p:cNvPr>
          <p:cNvSpPr>
            <a:spLocks noGrp="1"/>
          </p:cNvSpPr>
          <p:nvPr/>
        </p:nvSpPr>
        <p:spPr>
          <a:xfrm>
            <a:off x="3937836" y="4511842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2" name="anim_o791_1">
            <a:extLst>
              <a:ext uri="{FF2B5EF4-FFF2-40B4-BE49-F238E27FC236}">
                <a16:creationId xmlns:a16="http://schemas.microsoft.com/office/drawing/2014/main" id="{7D05A237-89B7-4C7D-93D3-A673C80F34C6}"/>
              </a:ext>
            </a:extLst>
          </p:cNvPr>
          <p:cNvSpPr>
            <a:spLocks noGrp="1"/>
          </p:cNvSpPr>
          <p:nvPr/>
        </p:nvSpPr>
        <p:spPr>
          <a:xfrm>
            <a:off x="4464217" y="4511842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3" name="anim_o1601_1">
            <a:extLst>
              <a:ext uri="{FF2B5EF4-FFF2-40B4-BE49-F238E27FC236}">
                <a16:creationId xmlns:a16="http://schemas.microsoft.com/office/drawing/2014/main" id="{B5169E95-52D0-4929-AF3C-1FB24119169C}"/>
              </a:ext>
            </a:extLst>
          </p:cNvPr>
          <p:cNvSpPr>
            <a:spLocks noGrp="1"/>
          </p:cNvSpPr>
          <p:nvPr/>
        </p:nvSpPr>
        <p:spPr>
          <a:xfrm>
            <a:off x="7096125" y="1879934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4" name="anim_o1604_1">
            <a:extLst>
              <a:ext uri="{FF2B5EF4-FFF2-40B4-BE49-F238E27FC236}">
                <a16:creationId xmlns:a16="http://schemas.microsoft.com/office/drawing/2014/main" id="{A3A45C50-5B9A-4222-BB2A-2D2A4860E50F}"/>
              </a:ext>
            </a:extLst>
          </p:cNvPr>
          <p:cNvSpPr>
            <a:spLocks noGrp="1"/>
          </p:cNvSpPr>
          <p:nvPr/>
        </p:nvSpPr>
        <p:spPr>
          <a:xfrm>
            <a:off x="7622507" y="1879934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5" name="anim_o1607_1">
            <a:extLst>
              <a:ext uri="{FF2B5EF4-FFF2-40B4-BE49-F238E27FC236}">
                <a16:creationId xmlns:a16="http://schemas.microsoft.com/office/drawing/2014/main" id="{F18DA871-8A1A-4117-BC9D-C0283DF5F092}"/>
              </a:ext>
            </a:extLst>
          </p:cNvPr>
          <p:cNvSpPr>
            <a:spLocks noGrp="1"/>
          </p:cNvSpPr>
          <p:nvPr/>
        </p:nvSpPr>
        <p:spPr>
          <a:xfrm>
            <a:off x="8148888" y="1879934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6" name="anim_o1610_1">
            <a:extLst>
              <a:ext uri="{FF2B5EF4-FFF2-40B4-BE49-F238E27FC236}">
                <a16:creationId xmlns:a16="http://schemas.microsoft.com/office/drawing/2014/main" id="{41EC75D9-B9F6-436C-B61B-070CAA800DB5}"/>
              </a:ext>
            </a:extLst>
          </p:cNvPr>
          <p:cNvSpPr>
            <a:spLocks noGrp="1"/>
          </p:cNvSpPr>
          <p:nvPr/>
        </p:nvSpPr>
        <p:spPr>
          <a:xfrm>
            <a:off x="8675270" y="1879934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7" name="anim_o1613_1">
            <a:extLst>
              <a:ext uri="{FF2B5EF4-FFF2-40B4-BE49-F238E27FC236}">
                <a16:creationId xmlns:a16="http://schemas.microsoft.com/office/drawing/2014/main" id="{93CD9C23-A8B6-44DD-9938-81A9F64121CE}"/>
              </a:ext>
            </a:extLst>
          </p:cNvPr>
          <p:cNvSpPr>
            <a:spLocks noGrp="1"/>
          </p:cNvSpPr>
          <p:nvPr/>
        </p:nvSpPr>
        <p:spPr>
          <a:xfrm>
            <a:off x="9201651" y="1879934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8" name="anim_o1616_1">
            <a:extLst>
              <a:ext uri="{FF2B5EF4-FFF2-40B4-BE49-F238E27FC236}">
                <a16:creationId xmlns:a16="http://schemas.microsoft.com/office/drawing/2014/main" id="{185E3D40-BD16-44BF-973F-FACF502E2188}"/>
              </a:ext>
            </a:extLst>
          </p:cNvPr>
          <p:cNvSpPr>
            <a:spLocks noGrp="1"/>
          </p:cNvSpPr>
          <p:nvPr/>
        </p:nvSpPr>
        <p:spPr>
          <a:xfrm>
            <a:off x="9728033" y="1879934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9" name="anim_o1619_1">
            <a:extLst>
              <a:ext uri="{FF2B5EF4-FFF2-40B4-BE49-F238E27FC236}">
                <a16:creationId xmlns:a16="http://schemas.microsoft.com/office/drawing/2014/main" id="{E414B694-8F6A-4922-8442-CF76B1B536CE}"/>
              </a:ext>
            </a:extLst>
          </p:cNvPr>
          <p:cNvSpPr>
            <a:spLocks noGrp="1"/>
          </p:cNvSpPr>
          <p:nvPr/>
        </p:nvSpPr>
        <p:spPr>
          <a:xfrm>
            <a:off x="7096125" y="2406316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0" name="anim_o1622_1">
            <a:extLst>
              <a:ext uri="{FF2B5EF4-FFF2-40B4-BE49-F238E27FC236}">
                <a16:creationId xmlns:a16="http://schemas.microsoft.com/office/drawing/2014/main" id="{1A52ABAE-4492-44C6-8DD2-230DDFC7E224}"/>
              </a:ext>
            </a:extLst>
          </p:cNvPr>
          <p:cNvSpPr>
            <a:spLocks noGrp="1"/>
          </p:cNvSpPr>
          <p:nvPr/>
        </p:nvSpPr>
        <p:spPr>
          <a:xfrm>
            <a:off x="7622507" y="2406316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1" name="anim_o1625_1">
            <a:extLst>
              <a:ext uri="{FF2B5EF4-FFF2-40B4-BE49-F238E27FC236}">
                <a16:creationId xmlns:a16="http://schemas.microsoft.com/office/drawing/2014/main" id="{017BAB09-9832-406D-8345-288B17C756CB}"/>
              </a:ext>
            </a:extLst>
          </p:cNvPr>
          <p:cNvSpPr>
            <a:spLocks noGrp="1"/>
          </p:cNvSpPr>
          <p:nvPr/>
        </p:nvSpPr>
        <p:spPr>
          <a:xfrm>
            <a:off x="8148888" y="2406316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2" name="anim_o1628_1">
            <a:extLst>
              <a:ext uri="{FF2B5EF4-FFF2-40B4-BE49-F238E27FC236}">
                <a16:creationId xmlns:a16="http://schemas.microsoft.com/office/drawing/2014/main" id="{76BE01F7-EBF2-40B0-A6FE-6F9D39C12D2A}"/>
              </a:ext>
            </a:extLst>
          </p:cNvPr>
          <p:cNvSpPr>
            <a:spLocks noGrp="1"/>
          </p:cNvSpPr>
          <p:nvPr/>
        </p:nvSpPr>
        <p:spPr>
          <a:xfrm>
            <a:off x="8675270" y="2406316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3" name="anim_o1631_1">
            <a:extLst>
              <a:ext uri="{FF2B5EF4-FFF2-40B4-BE49-F238E27FC236}">
                <a16:creationId xmlns:a16="http://schemas.microsoft.com/office/drawing/2014/main" id="{F39CA9B1-7AFD-48B1-B01A-B56F32EBDE33}"/>
              </a:ext>
            </a:extLst>
          </p:cNvPr>
          <p:cNvSpPr>
            <a:spLocks noGrp="1"/>
          </p:cNvSpPr>
          <p:nvPr/>
        </p:nvSpPr>
        <p:spPr>
          <a:xfrm>
            <a:off x="9201651" y="2406316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4" name="anim_o1634_1">
            <a:extLst>
              <a:ext uri="{FF2B5EF4-FFF2-40B4-BE49-F238E27FC236}">
                <a16:creationId xmlns:a16="http://schemas.microsoft.com/office/drawing/2014/main" id="{F86528EB-6673-4687-8067-DB6CEC006606}"/>
              </a:ext>
            </a:extLst>
          </p:cNvPr>
          <p:cNvSpPr>
            <a:spLocks noGrp="1"/>
          </p:cNvSpPr>
          <p:nvPr/>
        </p:nvSpPr>
        <p:spPr>
          <a:xfrm>
            <a:off x="9728033" y="2406316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5" name="anim_o1637_1">
            <a:extLst>
              <a:ext uri="{FF2B5EF4-FFF2-40B4-BE49-F238E27FC236}">
                <a16:creationId xmlns:a16="http://schemas.microsoft.com/office/drawing/2014/main" id="{35A5D4D8-B6F6-4CE1-BC2A-4A268747139A}"/>
              </a:ext>
            </a:extLst>
          </p:cNvPr>
          <p:cNvSpPr>
            <a:spLocks noGrp="1"/>
          </p:cNvSpPr>
          <p:nvPr/>
        </p:nvSpPr>
        <p:spPr>
          <a:xfrm>
            <a:off x="7096125" y="2932697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6" name="anim_o1640_1">
            <a:extLst>
              <a:ext uri="{FF2B5EF4-FFF2-40B4-BE49-F238E27FC236}">
                <a16:creationId xmlns:a16="http://schemas.microsoft.com/office/drawing/2014/main" id="{A3D1B300-5800-4548-9072-3984D04DFA30}"/>
              </a:ext>
            </a:extLst>
          </p:cNvPr>
          <p:cNvSpPr>
            <a:spLocks noGrp="1"/>
          </p:cNvSpPr>
          <p:nvPr/>
        </p:nvSpPr>
        <p:spPr>
          <a:xfrm>
            <a:off x="7622507" y="2932697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7" name="anim_o1643_1">
            <a:extLst>
              <a:ext uri="{FF2B5EF4-FFF2-40B4-BE49-F238E27FC236}">
                <a16:creationId xmlns:a16="http://schemas.microsoft.com/office/drawing/2014/main" id="{42BC42A1-B00C-4F71-8EF2-22AE0B6F4040}"/>
              </a:ext>
            </a:extLst>
          </p:cNvPr>
          <p:cNvSpPr>
            <a:spLocks noGrp="1"/>
          </p:cNvSpPr>
          <p:nvPr/>
        </p:nvSpPr>
        <p:spPr>
          <a:xfrm>
            <a:off x="8148888" y="2932697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8" name="anim_o1646_1">
            <a:extLst>
              <a:ext uri="{FF2B5EF4-FFF2-40B4-BE49-F238E27FC236}">
                <a16:creationId xmlns:a16="http://schemas.microsoft.com/office/drawing/2014/main" id="{4F912EC9-4BF8-431A-A63B-42311206A5D5}"/>
              </a:ext>
            </a:extLst>
          </p:cNvPr>
          <p:cNvSpPr>
            <a:spLocks noGrp="1"/>
          </p:cNvSpPr>
          <p:nvPr/>
        </p:nvSpPr>
        <p:spPr>
          <a:xfrm>
            <a:off x="8675270" y="2932697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9" name="anim_o1649_1">
            <a:extLst>
              <a:ext uri="{FF2B5EF4-FFF2-40B4-BE49-F238E27FC236}">
                <a16:creationId xmlns:a16="http://schemas.microsoft.com/office/drawing/2014/main" id="{808CF572-FDC7-44DB-B801-5CB236D351E6}"/>
              </a:ext>
            </a:extLst>
          </p:cNvPr>
          <p:cNvSpPr>
            <a:spLocks noGrp="1"/>
          </p:cNvSpPr>
          <p:nvPr/>
        </p:nvSpPr>
        <p:spPr>
          <a:xfrm>
            <a:off x="9201651" y="2932697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0" name="anim_o1652_1">
            <a:extLst>
              <a:ext uri="{FF2B5EF4-FFF2-40B4-BE49-F238E27FC236}">
                <a16:creationId xmlns:a16="http://schemas.microsoft.com/office/drawing/2014/main" id="{3246D0ED-DF56-45E7-8629-DD515B73A5CA}"/>
              </a:ext>
            </a:extLst>
          </p:cNvPr>
          <p:cNvSpPr>
            <a:spLocks noGrp="1"/>
          </p:cNvSpPr>
          <p:nvPr/>
        </p:nvSpPr>
        <p:spPr>
          <a:xfrm>
            <a:off x="9728033" y="2932697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1" name="anim_o1655_1">
            <a:extLst>
              <a:ext uri="{FF2B5EF4-FFF2-40B4-BE49-F238E27FC236}">
                <a16:creationId xmlns:a16="http://schemas.microsoft.com/office/drawing/2014/main" id="{D3C45969-6486-408A-97A1-FD113A4E774C}"/>
              </a:ext>
            </a:extLst>
          </p:cNvPr>
          <p:cNvSpPr>
            <a:spLocks noGrp="1"/>
          </p:cNvSpPr>
          <p:nvPr/>
        </p:nvSpPr>
        <p:spPr>
          <a:xfrm>
            <a:off x="7096125" y="3459079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2" name="anim_o1658_1">
            <a:extLst>
              <a:ext uri="{FF2B5EF4-FFF2-40B4-BE49-F238E27FC236}">
                <a16:creationId xmlns:a16="http://schemas.microsoft.com/office/drawing/2014/main" id="{477F36D2-CD07-4A73-A551-E75F6BB78EA7}"/>
              </a:ext>
            </a:extLst>
          </p:cNvPr>
          <p:cNvSpPr>
            <a:spLocks noGrp="1"/>
          </p:cNvSpPr>
          <p:nvPr/>
        </p:nvSpPr>
        <p:spPr>
          <a:xfrm>
            <a:off x="7622507" y="3459079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3" name="anim_o1661_1">
            <a:extLst>
              <a:ext uri="{FF2B5EF4-FFF2-40B4-BE49-F238E27FC236}">
                <a16:creationId xmlns:a16="http://schemas.microsoft.com/office/drawing/2014/main" id="{6E548291-1793-4469-B52F-F9A386622602}"/>
              </a:ext>
            </a:extLst>
          </p:cNvPr>
          <p:cNvSpPr>
            <a:spLocks noGrp="1"/>
          </p:cNvSpPr>
          <p:nvPr/>
        </p:nvSpPr>
        <p:spPr>
          <a:xfrm>
            <a:off x="8148888" y="3459079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4" name="anim_o1664_1">
            <a:extLst>
              <a:ext uri="{FF2B5EF4-FFF2-40B4-BE49-F238E27FC236}">
                <a16:creationId xmlns:a16="http://schemas.microsoft.com/office/drawing/2014/main" id="{65E0B89E-E99F-499A-9100-5DED58F010FC}"/>
              </a:ext>
            </a:extLst>
          </p:cNvPr>
          <p:cNvSpPr>
            <a:spLocks noGrp="1"/>
          </p:cNvSpPr>
          <p:nvPr/>
        </p:nvSpPr>
        <p:spPr>
          <a:xfrm>
            <a:off x="8675270" y="3459079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5" name="anim_o1667_1">
            <a:extLst>
              <a:ext uri="{FF2B5EF4-FFF2-40B4-BE49-F238E27FC236}">
                <a16:creationId xmlns:a16="http://schemas.microsoft.com/office/drawing/2014/main" id="{3E56D599-9984-40D4-910B-A389D7EE7248}"/>
              </a:ext>
            </a:extLst>
          </p:cNvPr>
          <p:cNvSpPr>
            <a:spLocks noGrp="1"/>
          </p:cNvSpPr>
          <p:nvPr/>
        </p:nvSpPr>
        <p:spPr>
          <a:xfrm>
            <a:off x="9201651" y="3459079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6" name="anim_o1670_1">
            <a:extLst>
              <a:ext uri="{FF2B5EF4-FFF2-40B4-BE49-F238E27FC236}">
                <a16:creationId xmlns:a16="http://schemas.microsoft.com/office/drawing/2014/main" id="{117CF05A-DF2E-412F-9506-7733F366518C}"/>
              </a:ext>
            </a:extLst>
          </p:cNvPr>
          <p:cNvSpPr>
            <a:spLocks noGrp="1"/>
          </p:cNvSpPr>
          <p:nvPr/>
        </p:nvSpPr>
        <p:spPr>
          <a:xfrm>
            <a:off x="9728033" y="3459079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7" name="anim_o1673_1">
            <a:extLst>
              <a:ext uri="{FF2B5EF4-FFF2-40B4-BE49-F238E27FC236}">
                <a16:creationId xmlns:a16="http://schemas.microsoft.com/office/drawing/2014/main" id="{70FA8BD8-F03A-4E08-BE57-83F5CFFB4D2C}"/>
              </a:ext>
            </a:extLst>
          </p:cNvPr>
          <p:cNvSpPr>
            <a:spLocks noGrp="1"/>
          </p:cNvSpPr>
          <p:nvPr/>
        </p:nvSpPr>
        <p:spPr>
          <a:xfrm>
            <a:off x="7096125" y="3985461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8" name="anim_o1676_1">
            <a:extLst>
              <a:ext uri="{FF2B5EF4-FFF2-40B4-BE49-F238E27FC236}">
                <a16:creationId xmlns:a16="http://schemas.microsoft.com/office/drawing/2014/main" id="{5574204D-6D6B-4C86-9912-2DF8D73842A6}"/>
              </a:ext>
            </a:extLst>
          </p:cNvPr>
          <p:cNvSpPr>
            <a:spLocks noGrp="1"/>
          </p:cNvSpPr>
          <p:nvPr/>
        </p:nvSpPr>
        <p:spPr>
          <a:xfrm>
            <a:off x="7622507" y="3985461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9" name="anim_o1679_1">
            <a:extLst>
              <a:ext uri="{FF2B5EF4-FFF2-40B4-BE49-F238E27FC236}">
                <a16:creationId xmlns:a16="http://schemas.microsoft.com/office/drawing/2014/main" id="{B2F12357-4E98-41FA-A1F4-D71E2E1D7D9A}"/>
              </a:ext>
            </a:extLst>
          </p:cNvPr>
          <p:cNvSpPr>
            <a:spLocks noGrp="1"/>
          </p:cNvSpPr>
          <p:nvPr/>
        </p:nvSpPr>
        <p:spPr>
          <a:xfrm>
            <a:off x="8148888" y="3985461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0" name="anim_o1682_1">
            <a:extLst>
              <a:ext uri="{FF2B5EF4-FFF2-40B4-BE49-F238E27FC236}">
                <a16:creationId xmlns:a16="http://schemas.microsoft.com/office/drawing/2014/main" id="{E5F53D3C-6DC9-4152-8ADB-87F1781883C2}"/>
              </a:ext>
            </a:extLst>
          </p:cNvPr>
          <p:cNvSpPr>
            <a:spLocks noGrp="1"/>
          </p:cNvSpPr>
          <p:nvPr/>
        </p:nvSpPr>
        <p:spPr>
          <a:xfrm>
            <a:off x="8675270" y="3985461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1" name="anim_o1685_1">
            <a:extLst>
              <a:ext uri="{FF2B5EF4-FFF2-40B4-BE49-F238E27FC236}">
                <a16:creationId xmlns:a16="http://schemas.microsoft.com/office/drawing/2014/main" id="{074C0BBA-2E36-42C0-B73F-617A4504E34C}"/>
              </a:ext>
            </a:extLst>
          </p:cNvPr>
          <p:cNvSpPr>
            <a:spLocks noGrp="1"/>
          </p:cNvSpPr>
          <p:nvPr/>
        </p:nvSpPr>
        <p:spPr>
          <a:xfrm>
            <a:off x="9201651" y="3985461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2" name="anim_o1688_1">
            <a:extLst>
              <a:ext uri="{FF2B5EF4-FFF2-40B4-BE49-F238E27FC236}">
                <a16:creationId xmlns:a16="http://schemas.microsoft.com/office/drawing/2014/main" id="{5C56937D-ACE4-4047-B557-892AF634569B}"/>
              </a:ext>
            </a:extLst>
          </p:cNvPr>
          <p:cNvSpPr>
            <a:spLocks noGrp="1"/>
          </p:cNvSpPr>
          <p:nvPr/>
        </p:nvSpPr>
        <p:spPr>
          <a:xfrm>
            <a:off x="9728033" y="3985461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3" name="anim_o1691_1">
            <a:extLst>
              <a:ext uri="{FF2B5EF4-FFF2-40B4-BE49-F238E27FC236}">
                <a16:creationId xmlns:a16="http://schemas.microsoft.com/office/drawing/2014/main" id="{D0012359-E433-430D-B81C-1AFA4A24D986}"/>
              </a:ext>
            </a:extLst>
          </p:cNvPr>
          <p:cNvSpPr>
            <a:spLocks noGrp="1"/>
          </p:cNvSpPr>
          <p:nvPr/>
        </p:nvSpPr>
        <p:spPr>
          <a:xfrm>
            <a:off x="7096125" y="4511842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4" name="anim_o1694_1">
            <a:extLst>
              <a:ext uri="{FF2B5EF4-FFF2-40B4-BE49-F238E27FC236}">
                <a16:creationId xmlns:a16="http://schemas.microsoft.com/office/drawing/2014/main" id="{4DDCFFD7-054B-413C-AA04-F98793ADB541}"/>
              </a:ext>
            </a:extLst>
          </p:cNvPr>
          <p:cNvSpPr>
            <a:spLocks noGrp="1"/>
          </p:cNvSpPr>
          <p:nvPr/>
        </p:nvSpPr>
        <p:spPr>
          <a:xfrm>
            <a:off x="7622507" y="4511842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5" name="anim_o1697_1">
            <a:extLst>
              <a:ext uri="{FF2B5EF4-FFF2-40B4-BE49-F238E27FC236}">
                <a16:creationId xmlns:a16="http://schemas.microsoft.com/office/drawing/2014/main" id="{E7B5078E-172E-437C-8B23-6A0AA3F11886}"/>
              </a:ext>
            </a:extLst>
          </p:cNvPr>
          <p:cNvSpPr>
            <a:spLocks noGrp="1"/>
          </p:cNvSpPr>
          <p:nvPr/>
        </p:nvSpPr>
        <p:spPr>
          <a:xfrm>
            <a:off x="8148888" y="4511842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6" name="anim_o1700_1">
            <a:extLst>
              <a:ext uri="{FF2B5EF4-FFF2-40B4-BE49-F238E27FC236}">
                <a16:creationId xmlns:a16="http://schemas.microsoft.com/office/drawing/2014/main" id="{DD24C863-2A1C-424A-BDD6-9D53B43C251C}"/>
              </a:ext>
            </a:extLst>
          </p:cNvPr>
          <p:cNvSpPr>
            <a:spLocks noGrp="1"/>
          </p:cNvSpPr>
          <p:nvPr/>
        </p:nvSpPr>
        <p:spPr>
          <a:xfrm>
            <a:off x="8675270" y="4511842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7" name="anim_o1703_1">
            <a:extLst>
              <a:ext uri="{FF2B5EF4-FFF2-40B4-BE49-F238E27FC236}">
                <a16:creationId xmlns:a16="http://schemas.microsoft.com/office/drawing/2014/main" id="{B0EF44F4-F378-4DA9-96F7-610CBDA5E42B}"/>
              </a:ext>
            </a:extLst>
          </p:cNvPr>
          <p:cNvSpPr>
            <a:spLocks noGrp="1"/>
          </p:cNvSpPr>
          <p:nvPr/>
        </p:nvSpPr>
        <p:spPr>
          <a:xfrm>
            <a:off x="9201651" y="4511842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8" name="anim_o1706_1">
            <a:extLst>
              <a:ext uri="{FF2B5EF4-FFF2-40B4-BE49-F238E27FC236}">
                <a16:creationId xmlns:a16="http://schemas.microsoft.com/office/drawing/2014/main" id="{9A7A3344-DC6C-435C-8D25-E4A4FFB56C19}"/>
              </a:ext>
            </a:extLst>
          </p:cNvPr>
          <p:cNvSpPr>
            <a:spLocks noGrp="1"/>
          </p:cNvSpPr>
          <p:nvPr/>
        </p:nvSpPr>
        <p:spPr>
          <a:xfrm>
            <a:off x="9728033" y="4511842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9" name="anim_to652_0_1">
            <a:extLst>
              <a:ext uri="{FF2B5EF4-FFF2-40B4-BE49-F238E27FC236}">
                <a16:creationId xmlns:a16="http://schemas.microsoft.com/office/drawing/2014/main" id="{E861A475-4FF7-4CE4-B5EE-DC74E3E6E658}"/>
              </a:ext>
            </a:extLst>
          </p:cNvPr>
          <p:cNvSpPr>
            <a:spLocks noGrp="1"/>
          </p:cNvSpPr>
          <p:nvPr/>
        </p:nvSpPr>
        <p:spPr>
          <a:xfrm>
            <a:off x="1917997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130" name="anim_to656_0_1">
            <a:extLst>
              <a:ext uri="{FF2B5EF4-FFF2-40B4-BE49-F238E27FC236}">
                <a16:creationId xmlns:a16="http://schemas.microsoft.com/office/drawing/2014/main" id="{FF2FD44D-2AE7-491F-8FEA-00DB4AC8DB3B}"/>
              </a:ext>
            </a:extLst>
          </p:cNvPr>
          <p:cNvSpPr>
            <a:spLocks noGrp="1"/>
          </p:cNvSpPr>
          <p:nvPr/>
        </p:nvSpPr>
        <p:spPr>
          <a:xfrm>
            <a:off x="2444378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131" name="anim_to660_0_1">
            <a:extLst>
              <a:ext uri="{FF2B5EF4-FFF2-40B4-BE49-F238E27FC236}">
                <a16:creationId xmlns:a16="http://schemas.microsoft.com/office/drawing/2014/main" id="{7ACC2855-8157-47E2-BCD2-F43CD358573D}"/>
              </a:ext>
            </a:extLst>
          </p:cNvPr>
          <p:cNvSpPr>
            <a:spLocks noGrp="1"/>
          </p:cNvSpPr>
          <p:nvPr/>
        </p:nvSpPr>
        <p:spPr>
          <a:xfrm>
            <a:off x="2970760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132" name="anim_to664_0_1">
            <a:extLst>
              <a:ext uri="{FF2B5EF4-FFF2-40B4-BE49-F238E27FC236}">
                <a16:creationId xmlns:a16="http://schemas.microsoft.com/office/drawing/2014/main" id="{EB029ED7-A4A7-4F2E-85D8-3C7669B847FB}"/>
              </a:ext>
            </a:extLst>
          </p:cNvPr>
          <p:cNvSpPr>
            <a:spLocks noGrp="1"/>
          </p:cNvSpPr>
          <p:nvPr/>
        </p:nvSpPr>
        <p:spPr>
          <a:xfrm>
            <a:off x="3497141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33" name="anim_to668_0_1">
            <a:extLst>
              <a:ext uri="{FF2B5EF4-FFF2-40B4-BE49-F238E27FC236}">
                <a16:creationId xmlns:a16="http://schemas.microsoft.com/office/drawing/2014/main" id="{DF0C3CCF-E81C-4754-85F3-6B6D316798A3}"/>
              </a:ext>
            </a:extLst>
          </p:cNvPr>
          <p:cNvSpPr>
            <a:spLocks noGrp="1"/>
          </p:cNvSpPr>
          <p:nvPr/>
        </p:nvSpPr>
        <p:spPr>
          <a:xfrm>
            <a:off x="4023523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134" name="anim_to672_0_1">
            <a:extLst>
              <a:ext uri="{FF2B5EF4-FFF2-40B4-BE49-F238E27FC236}">
                <a16:creationId xmlns:a16="http://schemas.microsoft.com/office/drawing/2014/main" id="{BA339A81-B508-4AC9-A9A1-BD03FF139570}"/>
              </a:ext>
            </a:extLst>
          </p:cNvPr>
          <p:cNvSpPr>
            <a:spLocks noGrp="1"/>
          </p:cNvSpPr>
          <p:nvPr/>
        </p:nvSpPr>
        <p:spPr>
          <a:xfrm>
            <a:off x="4549904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135" name="anim_to676_0_1">
            <a:extLst>
              <a:ext uri="{FF2B5EF4-FFF2-40B4-BE49-F238E27FC236}">
                <a16:creationId xmlns:a16="http://schemas.microsoft.com/office/drawing/2014/main" id="{6C8D89CD-67BD-4A3B-939C-8C8474BB6AAD}"/>
              </a:ext>
            </a:extLst>
          </p:cNvPr>
          <p:cNvSpPr>
            <a:spLocks noGrp="1"/>
          </p:cNvSpPr>
          <p:nvPr/>
        </p:nvSpPr>
        <p:spPr>
          <a:xfrm>
            <a:off x="1917997" y="2492821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36" name="anim_to680_0_1">
            <a:extLst>
              <a:ext uri="{FF2B5EF4-FFF2-40B4-BE49-F238E27FC236}">
                <a16:creationId xmlns:a16="http://schemas.microsoft.com/office/drawing/2014/main" id="{6824D819-95DE-41E6-A858-0925D6A8F689}"/>
              </a:ext>
            </a:extLst>
          </p:cNvPr>
          <p:cNvSpPr>
            <a:spLocks noGrp="1"/>
          </p:cNvSpPr>
          <p:nvPr/>
        </p:nvSpPr>
        <p:spPr>
          <a:xfrm>
            <a:off x="2444378" y="2492821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137" name="anim_to684_0_1">
            <a:extLst>
              <a:ext uri="{FF2B5EF4-FFF2-40B4-BE49-F238E27FC236}">
                <a16:creationId xmlns:a16="http://schemas.microsoft.com/office/drawing/2014/main" id="{4CBEFA44-62F8-4E88-88B8-0172E5BC22EF}"/>
              </a:ext>
            </a:extLst>
          </p:cNvPr>
          <p:cNvSpPr>
            <a:spLocks noGrp="1"/>
          </p:cNvSpPr>
          <p:nvPr/>
        </p:nvSpPr>
        <p:spPr>
          <a:xfrm>
            <a:off x="2970760" y="2492821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138" name="anim_to688_0_1">
            <a:extLst>
              <a:ext uri="{FF2B5EF4-FFF2-40B4-BE49-F238E27FC236}">
                <a16:creationId xmlns:a16="http://schemas.microsoft.com/office/drawing/2014/main" id="{9A45FB3C-0885-449D-BFD9-3B1499D6D3B8}"/>
              </a:ext>
            </a:extLst>
          </p:cNvPr>
          <p:cNvSpPr>
            <a:spLocks noGrp="1"/>
          </p:cNvSpPr>
          <p:nvPr/>
        </p:nvSpPr>
        <p:spPr>
          <a:xfrm>
            <a:off x="3497141" y="2492821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39" name="anim_to692_0_1">
            <a:extLst>
              <a:ext uri="{FF2B5EF4-FFF2-40B4-BE49-F238E27FC236}">
                <a16:creationId xmlns:a16="http://schemas.microsoft.com/office/drawing/2014/main" id="{05B66592-0983-402A-B18E-4F9A71BBCBB5}"/>
              </a:ext>
            </a:extLst>
          </p:cNvPr>
          <p:cNvSpPr>
            <a:spLocks noGrp="1"/>
          </p:cNvSpPr>
          <p:nvPr/>
        </p:nvSpPr>
        <p:spPr>
          <a:xfrm>
            <a:off x="4023523" y="2492821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140" name="anim_to696_0_1">
            <a:extLst>
              <a:ext uri="{FF2B5EF4-FFF2-40B4-BE49-F238E27FC236}">
                <a16:creationId xmlns:a16="http://schemas.microsoft.com/office/drawing/2014/main" id="{473455C1-57B6-4BB2-8B87-C6963E8CC458}"/>
              </a:ext>
            </a:extLst>
          </p:cNvPr>
          <p:cNvSpPr>
            <a:spLocks noGrp="1"/>
          </p:cNvSpPr>
          <p:nvPr/>
        </p:nvSpPr>
        <p:spPr>
          <a:xfrm>
            <a:off x="4549904" y="2492821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141" name="anim_to700_0_1">
            <a:extLst>
              <a:ext uri="{FF2B5EF4-FFF2-40B4-BE49-F238E27FC236}">
                <a16:creationId xmlns:a16="http://schemas.microsoft.com/office/drawing/2014/main" id="{154893AD-3C96-4C2C-830B-C13CE26E32EB}"/>
              </a:ext>
            </a:extLst>
          </p:cNvPr>
          <p:cNvSpPr>
            <a:spLocks noGrp="1"/>
          </p:cNvSpPr>
          <p:nvPr/>
        </p:nvSpPr>
        <p:spPr>
          <a:xfrm>
            <a:off x="1917997" y="3019203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142" name="anim_to704_0_1">
            <a:extLst>
              <a:ext uri="{FF2B5EF4-FFF2-40B4-BE49-F238E27FC236}">
                <a16:creationId xmlns:a16="http://schemas.microsoft.com/office/drawing/2014/main" id="{159211D2-FDB2-4096-A0CF-6FA0D0E44D84}"/>
              </a:ext>
            </a:extLst>
          </p:cNvPr>
          <p:cNvSpPr>
            <a:spLocks noGrp="1"/>
          </p:cNvSpPr>
          <p:nvPr/>
        </p:nvSpPr>
        <p:spPr>
          <a:xfrm>
            <a:off x="2444378" y="3019203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43" name="anim_to708_0_1">
            <a:extLst>
              <a:ext uri="{FF2B5EF4-FFF2-40B4-BE49-F238E27FC236}">
                <a16:creationId xmlns:a16="http://schemas.microsoft.com/office/drawing/2014/main" id="{384B8398-1947-4728-B7C0-51DA04C9918D}"/>
              </a:ext>
            </a:extLst>
          </p:cNvPr>
          <p:cNvSpPr>
            <a:spLocks noGrp="1"/>
          </p:cNvSpPr>
          <p:nvPr/>
        </p:nvSpPr>
        <p:spPr>
          <a:xfrm>
            <a:off x="2970760" y="3019203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144" name="anim_to712_0_1">
            <a:extLst>
              <a:ext uri="{FF2B5EF4-FFF2-40B4-BE49-F238E27FC236}">
                <a16:creationId xmlns:a16="http://schemas.microsoft.com/office/drawing/2014/main" id="{9ABE2FCB-BEC0-45FC-BE63-DEF07114C5F7}"/>
              </a:ext>
            </a:extLst>
          </p:cNvPr>
          <p:cNvSpPr>
            <a:spLocks noGrp="1"/>
          </p:cNvSpPr>
          <p:nvPr/>
        </p:nvSpPr>
        <p:spPr>
          <a:xfrm>
            <a:off x="3497141" y="3019203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45" name="anim_to716_0_1">
            <a:extLst>
              <a:ext uri="{FF2B5EF4-FFF2-40B4-BE49-F238E27FC236}">
                <a16:creationId xmlns:a16="http://schemas.microsoft.com/office/drawing/2014/main" id="{51C0B0C5-6F2E-46C9-AF57-A081D564F7B2}"/>
              </a:ext>
            </a:extLst>
          </p:cNvPr>
          <p:cNvSpPr>
            <a:spLocks noGrp="1"/>
          </p:cNvSpPr>
          <p:nvPr/>
        </p:nvSpPr>
        <p:spPr>
          <a:xfrm>
            <a:off x="4023523" y="3019203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46" name="anim_to720_0_1">
            <a:extLst>
              <a:ext uri="{FF2B5EF4-FFF2-40B4-BE49-F238E27FC236}">
                <a16:creationId xmlns:a16="http://schemas.microsoft.com/office/drawing/2014/main" id="{CF58CDFF-F29E-4EBE-80D8-8510D423FF57}"/>
              </a:ext>
            </a:extLst>
          </p:cNvPr>
          <p:cNvSpPr>
            <a:spLocks noGrp="1"/>
          </p:cNvSpPr>
          <p:nvPr/>
        </p:nvSpPr>
        <p:spPr>
          <a:xfrm>
            <a:off x="4549904" y="3019203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147" name="anim_to724_0_1">
            <a:extLst>
              <a:ext uri="{FF2B5EF4-FFF2-40B4-BE49-F238E27FC236}">
                <a16:creationId xmlns:a16="http://schemas.microsoft.com/office/drawing/2014/main" id="{006A845E-F587-4D43-807D-FD6578AE6CB3}"/>
              </a:ext>
            </a:extLst>
          </p:cNvPr>
          <p:cNvSpPr>
            <a:spLocks noGrp="1"/>
          </p:cNvSpPr>
          <p:nvPr/>
        </p:nvSpPr>
        <p:spPr>
          <a:xfrm>
            <a:off x="1917997" y="3545584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148" name="anim_to728_0_1">
            <a:extLst>
              <a:ext uri="{FF2B5EF4-FFF2-40B4-BE49-F238E27FC236}">
                <a16:creationId xmlns:a16="http://schemas.microsoft.com/office/drawing/2014/main" id="{25664E9A-43F1-43EE-ADC2-159C454118E9}"/>
              </a:ext>
            </a:extLst>
          </p:cNvPr>
          <p:cNvSpPr>
            <a:spLocks noGrp="1"/>
          </p:cNvSpPr>
          <p:nvPr/>
        </p:nvSpPr>
        <p:spPr>
          <a:xfrm>
            <a:off x="2444378" y="3545584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49" name="anim_to732_0_1">
            <a:extLst>
              <a:ext uri="{FF2B5EF4-FFF2-40B4-BE49-F238E27FC236}">
                <a16:creationId xmlns:a16="http://schemas.microsoft.com/office/drawing/2014/main" id="{2C508319-8073-42F8-B79A-8EFD2ACE52F0}"/>
              </a:ext>
            </a:extLst>
          </p:cNvPr>
          <p:cNvSpPr>
            <a:spLocks noGrp="1"/>
          </p:cNvSpPr>
          <p:nvPr/>
        </p:nvSpPr>
        <p:spPr>
          <a:xfrm>
            <a:off x="2970760" y="3545584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50" name="anim_to736_0_1">
            <a:extLst>
              <a:ext uri="{FF2B5EF4-FFF2-40B4-BE49-F238E27FC236}">
                <a16:creationId xmlns:a16="http://schemas.microsoft.com/office/drawing/2014/main" id="{BFCE2EAD-297B-419F-A2D8-CBABC9F075B6}"/>
              </a:ext>
            </a:extLst>
          </p:cNvPr>
          <p:cNvSpPr>
            <a:spLocks noGrp="1"/>
          </p:cNvSpPr>
          <p:nvPr/>
        </p:nvSpPr>
        <p:spPr>
          <a:xfrm>
            <a:off x="3497141" y="3545584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51" name="anim_to740_0_1">
            <a:extLst>
              <a:ext uri="{FF2B5EF4-FFF2-40B4-BE49-F238E27FC236}">
                <a16:creationId xmlns:a16="http://schemas.microsoft.com/office/drawing/2014/main" id="{F64EB23C-814A-4985-A5E9-6E2436629803}"/>
              </a:ext>
            </a:extLst>
          </p:cNvPr>
          <p:cNvSpPr>
            <a:spLocks noGrp="1"/>
          </p:cNvSpPr>
          <p:nvPr/>
        </p:nvSpPr>
        <p:spPr>
          <a:xfrm>
            <a:off x="4023523" y="3545584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152" name="anim_to744_0_1">
            <a:extLst>
              <a:ext uri="{FF2B5EF4-FFF2-40B4-BE49-F238E27FC236}">
                <a16:creationId xmlns:a16="http://schemas.microsoft.com/office/drawing/2014/main" id="{E7927C9D-A82D-4D17-944D-7839A7009492}"/>
              </a:ext>
            </a:extLst>
          </p:cNvPr>
          <p:cNvSpPr>
            <a:spLocks noGrp="1"/>
          </p:cNvSpPr>
          <p:nvPr/>
        </p:nvSpPr>
        <p:spPr>
          <a:xfrm>
            <a:off x="4549904" y="3545584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153" name="anim_to748_0_1">
            <a:extLst>
              <a:ext uri="{FF2B5EF4-FFF2-40B4-BE49-F238E27FC236}">
                <a16:creationId xmlns:a16="http://schemas.microsoft.com/office/drawing/2014/main" id="{30318BC3-27FC-4590-82AB-74FEE1C02CCB}"/>
              </a:ext>
            </a:extLst>
          </p:cNvPr>
          <p:cNvSpPr>
            <a:spLocks noGrp="1"/>
          </p:cNvSpPr>
          <p:nvPr/>
        </p:nvSpPr>
        <p:spPr>
          <a:xfrm>
            <a:off x="1917997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154" name="anim_to752_0_1">
            <a:extLst>
              <a:ext uri="{FF2B5EF4-FFF2-40B4-BE49-F238E27FC236}">
                <a16:creationId xmlns:a16="http://schemas.microsoft.com/office/drawing/2014/main" id="{6296311E-7BEB-4492-9726-8C844E75B82B}"/>
              </a:ext>
            </a:extLst>
          </p:cNvPr>
          <p:cNvSpPr>
            <a:spLocks noGrp="1"/>
          </p:cNvSpPr>
          <p:nvPr/>
        </p:nvSpPr>
        <p:spPr>
          <a:xfrm>
            <a:off x="2444378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55" name="anim_to756_0_1">
            <a:extLst>
              <a:ext uri="{FF2B5EF4-FFF2-40B4-BE49-F238E27FC236}">
                <a16:creationId xmlns:a16="http://schemas.microsoft.com/office/drawing/2014/main" id="{B2C4451C-4DBD-4DF5-9DEE-109460D6541D}"/>
              </a:ext>
            </a:extLst>
          </p:cNvPr>
          <p:cNvSpPr>
            <a:spLocks noGrp="1"/>
          </p:cNvSpPr>
          <p:nvPr/>
        </p:nvSpPr>
        <p:spPr>
          <a:xfrm>
            <a:off x="2970760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156" name="anim_to760_0_1">
            <a:extLst>
              <a:ext uri="{FF2B5EF4-FFF2-40B4-BE49-F238E27FC236}">
                <a16:creationId xmlns:a16="http://schemas.microsoft.com/office/drawing/2014/main" id="{54A46A21-D818-44D9-87D6-23253003E86E}"/>
              </a:ext>
            </a:extLst>
          </p:cNvPr>
          <p:cNvSpPr>
            <a:spLocks noGrp="1"/>
          </p:cNvSpPr>
          <p:nvPr/>
        </p:nvSpPr>
        <p:spPr>
          <a:xfrm>
            <a:off x="3497141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57" name="anim_to764_0_1">
            <a:extLst>
              <a:ext uri="{FF2B5EF4-FFF2-40B4-BE49-F238E27FC236}">
                <a16:creationId xmlns:a16="http://schemas.microsoft.com/office/drawing/2014/main" id="{391071F2-1CB0-44F7-9DA2-93A4F6B864D3}"/>
              </a:ext>
            </a:extLst>
          </p:cNvPr>
          <p:cNvSpPr>
            <a:spLocks noGrp="1"/>
          </p:cNvSpPr>
          <p:nvPr/>
        </p:nvSpPr>
        <p:spPr>
          <a:xfrm>
            <a:off x="4023523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158" name="anim_to768_0_1">
            <a:extLst>
              <a:ext uri="{FF2B5EF4-FFF2-40B4-BE49-F238E27FC236}">
                <a16:creationId xmlns:a16="http://schemas.microsoft.com/office/drawing/2014/main" id="{AC67DE1B-6870-470C-BFB4-C85DB4CAE340}"/>
              </a:ext>
            </a:extLst>
          </p:cNvPr>
          <p:cNvSpPr>
            <a:spLocks noGrp="1"/>
          </p:cNvSpPr>
          <p:nvPr/>
        </p:nvSpPr>
        <p:spPr>
          <a:xfrm>
            <a:off x="4549904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159" name="anim_to772_0_1">
            <a:extLst>
              <a:ext uri="{FF2B5EF4-FFF2-40B4-BE49-F238E27FC236}">
                <a16:creationId xmlns:a16="http://schemas.microsoft.com/office/drawing/2014/main" id="{9F5D69ED-5CB4-42D4-BACE-736E0393303F}"/>
              </a:ext>
            </a:extLst>
          </p:cNvPr>
          <p:cNvSpPr>
            <a:spLocks noGrp="1"/>
          </p:cNvSpPr>
          <p:nvPr/>
        </p:nvSpPr>
        <p:spPr>
          <a:xfrm>
            <a:off x="1917997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160" name="anim_to776_0_1">
            <a:extLst>
              <a:ext uri="{FF2B5EF4-FFF2-40B4-BE49-F238E27FC236}">
                <a16:creationId xmlns:a16="http://schemas.microsoft.com/office/drawing/2014/main" id="{D8814F95-7FF2-41E3-80B7-971D96DBC23D}"/>
              </a:ext>
            </a:extLst>
          </p:cNvPr>
          <p:cNvSpPr>
            <a:spLocks noGrp="1"/>
          </p:cNvSpPr>
          <p:nvPr/>
        </p:nvSpPr>
        <p:spPr>
          <a:xfrm>
            <a:off x="2444378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61" name="anim_to780_0_1">
            <a:extLst>
              <a:ext uri="{FF2B5EF4-FFF2-40B4-BE49-F238E27FC236}">
                <a16:creationId xmlns:a16="http://schemas.microsoft.com/office/drawing/2014/main" id="{B7FDDBCE-C8F0-4342-89DB-0BD12A21846A}"/>
              </a:ext>
            </a:extLst>
          </p:cNvPr>
          <p:cNvSpPr>
            <a:spLocks noGrp="1"/>
          </p:cNvSpPr>
          <p:nvPr/>
        </p:nvSpPr>
        <p:spPr>
          <a:xfrm>
            <a:off x="2970760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62" name="anim_to784_0_1">
            <a:extLst>
              <a:ext uri="{FF2B5EF4-FFF2-40B4-BE49-F238E27FC236}">
                <a16:creationId xmlns:a16="http://schemas.microsoft.com/office/drawing/2014/main" id="{AC9EED09-5EEC-4213-A992-EA37981AFF4C}"/>
              </a:ext>
            </a:extLst>
          </p:cNvPr>
          <p:cNvSpPr>
            <a:spLocks noGrp="1"/>
          </p:cNvSpPr>
          <p:nvPr/>
        </p:nvSpPr>
        <p:spPr>
          <a:xfrm>
            <a:off x="3497141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63" name="anim_to788_0_1">
            <a:extLst>
              <a:ext uri="{FF2B5EF4-FFF2-40B4-BE49-F238E27FC236}">
                <a16:creationId xmlns:a16="http://schemas.microsoft.com/office/drawing/2014/main" id="{E0C1A04B-1F88-48B2-95F7-1E87C39292DF}"/>
              </a:ext>
            </a:extLst>
          </p:cNvPr>
          <p:cNvSpPr>
            <a:spLocks noGrp="1"/>
          </p:cNvSpPr>
          <p:nvPr/>
        </p:nvSpPr>
        <p:spPr>
          <a:xfrm>
            <a:off x="4023523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164" name="anim_to792_0_1">
            <a:extLst>
              <a:ext uri="{FF2B5EF4-FFF2-40B4-BE49-F238E27FC236}">
                <a16:creationId xmlns:a16="http://schemas.microsoft.com/office/drawing/2014/main" id="{658C1E7E-A1CB-4764-98FE-0B443C6C858E}"/>
              </a:ext>
            </a:extLst>
          </p:cNvPr>
          <p:cNvSpPr>
            <a:spLocks noGrp="1"/>
          </p:cNvSpPr>
          <p:nvPr/>
        </p:nvSpPr>
        <p:spPr>
          <a:xfrm>
            <a:off x="4549904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65" name="anim_to1602_0_1">
            <a:extLst>
              <a:ext uri="{FF2B5EF4-FFF2-40B4-BE49-F238E27FC236}">
                <a16:creationId xmlns:a16="http://schemas.microsoft.com/office/drawing/2014/main" id="{DB3C6AA3-B7E1-417A-80A6-2B561EA955AA}"/>
              </a:ext>
            </a:extLst>
          </p:cNvPr>
          <p:cNvSpPr>
            <a:spLocks noGrp="1"/>
          </p:cNvSpPr>
          <p:nvPr/>
        </p:nvSpPr>
        <p:spPr>
          <a:xfrm>
            <a:off x="7272049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66" name="anim_to1605_0_1">
            <a:extLst>
              <a:ext uri="{FF2B5EF4-FFF2-40B4-BE49-F238E27FC236}">
                <a16:creationId xmlns:a16="http://schemas.microsoft.com/office/drawing/2014/main" id="{FBF9F750-688D-4183-B502-7C3C484A9A76}"/>
              </a:ext>
            </a:extLst>
          </p:cNvPr>
          <p:cNvSpPr>
            <a:spLocks noGrp="1"/>
          </p:cNvSpPr>
          <p:nvPr/>
        </p:nvSpPr>
        <p:spPr>
          <a:xfrm>
            <a:off x="7798431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67" name="anim_to1608_0_1">
            <a:extLst>
              <a:ext uri="{FF2B5EF4-FFF2-40B4-BE49-F238E27FC236}">
                <a16:creationId xmlns:a16="http://schemas.microsoft.com/office/drawing/2014/main" id="{5AFCB0B8-AFDC-4D2F-9D1C-0F5C9C08047B}"/>
              </a:ext>
            </a:extLst>
          </p:cNvPr>
          <p:cNvSpPr>
            <a:spLocks noGrp="1"/>
          </p:cNvSpPr>
          <p:nvPr/>
        </p:nvSpPr>
        <p:spPr>
          <a:xfrm>
            <a:off x="8324812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68" name="anim_to1611_0_1">
            <a:extLst>
              <a:ext uri="{FF2B5EF4-FFF2-40B4-BE49-F238E27FC236}">
                <a16:creationId xmlns:a16="http://schemas.microsoft.com/office/drawing/2014/main" id="{2885A71C-8F49-456F-A2F3-54ABA4E51A7B}"/>
              </a:ext>
            </a:extLst>
          </p:cNvPr>
          <p:cNvSpPr>
            <a:spLocks noGrp="1"/>
          </p:cNvSpPr>
          <p:nvPr/>
        </p:nvSpPr>
        <p:spPr>
          <a:xfrm>
            <a:off x="8851194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69" name="anim_to1614_0_1">
            <a:extLst>
              <a:ext uri="{FF2B5EF4-FFF2-40B4-BE49-F238E27FC236}">
                <a16:creationId xmlns:a16="http://schemas.microsoft.com/office/drawing/2014/main" id="{E8552E69-6C7A-462A-88E8-7EC8C0CBE2EB}"/>
              </a:ext>
            </a:extLst>
          </p:cNvPr>
          <p:cNvSpPr>
            <a:spLocks noGrp="1"/>
          </p:cNvSpPr>
          <p:nvPr/>
        </p:nvSpPr>
        <p:spPr>
          <a:xfrm>
            <a:off x="9377575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70" name="anim_to1617_0_1">
            <a:extLst>
              <a:ext uri="{FF2B5EF4-FFF2-40B4-BE49-F238E27FC236}">
                <a16:creationId xmlns:a16="http://schemas.microsoft.com/office/drawing/2014/main" id="{BD029AE8-AE04-434F-9681-667223391DCA}"/>
              </a:ext>
            </a:extLst>
          </p:cNvPr>
          <p:cNvSpPr>
            <a:spLocks noGrp="1"/>
          </p:cNvSpPr>
          <p:nvPr/>
        </p:nvSpPr>
        <p:spPr>
          <a:xfrm>
            <a:off x="9903957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71" name="anim_to1620_0_1">
            <a:extLst>
              <a:ext uri="{FF2B5EF4-FFF2-40B4-BE49-F238E27FC236}">
                <a16:creationId xmlns:a16="http://schemas.microsoft.com/office/drawing/2014/main" id="{6CF9069C-001D-4F05-8EED-1DEB1DDE0300}"/>
              </a:ext>
            </a:extLst>
          </p:cNvPr>
          <p:cNvSpPr>
            <a:spLocks noGrp="1"/>
          </p:cNvSpPr>
          <p:nvPr/>
        </p:nvSpPr>
        <p:spPr>
          <a:xfrm>
            <a:off x="7272049" y="2492821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72" name="anim_to1623_0_1">
            <a:extLst>
              <a:ext uri="{FF2B5EF4-FFF2-40B4-BE49-F238E27FC236}">
                <a16:creationId xmlns:a16="http://schemas.microsoft.com/office/drawing/2014/main" id="{4719D471-8EBE-42C1-ADB1-22FFFC2BCD02}"/>
              </a:ext>
            </a:extLst>
          </p:cNvPr>
          <p:cNvSpPr>
            <a:spLocks noGrp="1"/>
          </p:cNvSpPr>
          <p:nvPr/>
        </p:nvSpPr>
        <p:spPr>
          <a:xfrm>
            <a:off x="7798431" y="2492821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73" name="anim_to1626_0_1">
            <a:extLst>
              <a:ext uri="{FF2B5EF4-FFF2-40B4-BE49-F238E27FC236}">
                <a16:creationId xmlns:a16="http://schemas.microsoft.com/office/drawing/2014/main" id="{516DF44D-77D2-4178-A65B-D350F1EFFDA1}"/>
              </a:ext>
            </a:extLst>
          </p:cNvPr>
          <p:cNvSpPr>
            <a:spLocks noGrp="1"/>
          </p:cNvSpPr>
          <p:nvPr/>
        </p:nvSpPr>
        <p:spPr>
          <a:xfrm>
            <a:off x="8324812" y="2492821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74" name="anim_to1629_0_1">
            <a:extLst>
              <a:ext uri="{FF2B5EF4-FFF2-40B4-BE49-F238E27FC236}">
                <a16:creationId xmlns:a16="http://schemas.microsoft.com/office/drawing/2014/main" id="{0940A50F-1B84-4399-8038-C1CFC2964EA6}"/>
              </a:ext>
            </a:extLst>
          </p:cNvPr>
          <p:cNvSpPr>
            <a:spLocks noGrp="1"/>
          </p:cNvSpPr>
          <p:nvPr/>
        </p:nvSpPr>
        <p:spPr>
          <a:xfrm>
            <a:off x="8851194" y="2492821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75" name="anim_to1632_0_1">
            <a:extLst>
              <a:ext uri="{FF2B5EF4-FFF2-40B4-BE49-F238E27FC236}">
                <a16:creationId xmlns:a16="http://schemas.microsoft.com/office/drawing/2014/main" id="{0C4ED10A-1FE8-445F-A4E4-3C7E73659141}"/>
              </a:ext>
            </a:extLst>
          </p:cNvPr>
          <p:cNvSpPr>
            <a:spLocks noGrp="1"/>
          </p:cNvSpPr>
          <p:nvPr/>
        </p:nvSpPr>
        <p:spPr>
          <a:xfrm>
            <a:off x="9377575" y="2492821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76" name="anim_to1635_0_1">
            <a:extLst>
              <a:ext uri="{FF2B5EF4-FFF2-40B4-BE49-F238E27FC236}">
                <a16:creationId xmlns:a16="http://schemas.microsoft.com/office/drawing/2014/main" id="{5DC21F78-4C3F-4DE6-B27A-74CEC6660004}"/>
              </a:ext>
            </a:extLst>
          </p:cNvPr>
          <p:cNvSpPr>
            <a:spLocks noGrp="1"/>
          </p:cNvSpPr>
          <p:nvPr/>
        </p:nvSpPr>
        <p:spPr>
          <a:xfrm>
            <a:off x="9903957" y="2492821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77" name="anim_to1638_0_1">
            <a:extLst>
              <a:ext uri="{FF2B5EF4-FFF2-40B4-BE49-F238E27FC236}">
                <a16:creationId xmlns:a16="http://schemas.microsoft.com/office/drawing/2014/main" id="{4220808F-9208-404E-BDE8-F23AED7A6DCC}"/>
              </a:ext>
            </a:extLst>
          </p:cNvPr>
          <p:cNvSpPr>
            <a:spLocks noGrp="1"/>
          </p:cNvSpPr>
          <p:nvPr/>
        </p:nvSpPr>
        <p:spPr>
          <a:xfrm>
            <a:off x="7272049" y="3019203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78" name="anim_to1641_0_1">
            <a:extLst>
              <a:ext uri="{FF2B5EF4-FFF2-40B4-BE49-F238E27FC236}">
                <a16:creationId xmlns:a16="http://schemas.microsoft.com/office/drawing/2014/main" id="{B548CA57-B1DD-4448-B585-84D3453A8583}"/>
              </a:ext>
            </a:extLst>
          </p:cNvPr>
          <p:cNvSpPr>
            <a:spLocks noGrp="1"/>
          </p:cNvSpPr>
          <p:nvPr/>
        </p:nvSpPr>
        <p:spPr>
          <a:xfrm>
            <a:off x="7798431" y="3019203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79" name="anim_to1644_0_1">
            <a:extLst>
              <a:ext uri="{FF2B5EF4-FFF2-40B4-BE49-F238E27FC236}">
                <a16:creationId xmlns:a16="http://schemas.microsoft.com/office/drawing/2014/main" id="{894BEFFF-5415-407D-8628-08B0E806B181}"/>
              </a:ext>
            </a:extLst>
          </p:cNvPr>
          <p:cNvSpPr>
            <a:spLocks noGrp="1"/>
          </p:cNvSpPr>
          <p:nvPr/>
        </p:nvSpPr>
        <p:spPr>
          <a:xfrm>
            <a:off x="8324812" y="3019203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80" name="anim_to1647_0_1">
            <a:extLst>
              <a:ext uri="{FF2B5EF4-FFF2-40B4-BE49-F238E27FC236}">
                <a16:creationId xmlns:a16="http://schemas.microsoft.com/office/drawing/2014/main" id="{38AE8EF6-5827-4DB5-9C60-559400FADA98}"/>
              </a:ext>
            </a:extLst>
          </p:cNvPr>
          <p:cNvSpPr>
            <a:spLocks noGrp="1"/>
          </p:cNvSpPr>
          <p:nvPr/>
        </p:nvSpPr>
        <p:spPr>
          <a:xfrm>
            <a:off x="8851194" y="3019203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81" name="anim_to1650_0_1">
            <a:extLst>
              <a:ext uri="{FF2B5EF4-FFF2-40B4-BE49-F238E27FC236}">
                <a16:creationId xmlns:a16="http://schemas.microsoft.com/office/drawing/2014/main" id="{297AA2C7-2141-46C5-ADAA-E1E344FF14A7}"/>
              </a:ext>
            </a:extLst>
          </p:cNvPr>
          <p:cNvSpPr>
            <a:spLocks noGrp="1"/>
          </p:cNvSpPr>
          <p:nvPr/>
        </p:nvSpPr>
        <p:spPr>
          <a:xfrm>
            <a:off x="9377575" y="3019203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82" name="anim_to1653_0_1">
            <a:extLst>
              <a:ext uri="{FF2B5EF4-FFF2-40B4-BE49-F238E27FC236}">
                <a16:creationId xmlns:a16="http://schemas.microsoft.com/office/drawing/2014/main" id="{E4235FD5-6B12-4A80-81A4-25B80D955D96}"/>
              </a:ext>
            </a:extLst>
          </p:cNvPr>
          <p:cNvSpPr>
            <a:spLocks noGrp="1"/>
          </p:cNvSpPr>
          <p:nvPr/>
        </p:nvSpPr>
        <p:spPr>
          <a:xfrm>
            <a:off x="9903957" y="3019203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83" name="anim_to1656_0_1">
            <a:extLst>
              <a:ext uri="{FF2B5EF4-FFF2-40B4-BE49-F238E27FC236}">
                <a16:creationId xmlns:a16="http://schemas.microsoft.com/office/drawing/2014/main" id="{5644FEFB-851B-45B1-A017-71478860643A}"/>
              </a:ext>
            </a:extLst>
          </p:cNvPr>
          <p:cNvSpPr>
            <a:spLocks noGrp="1"/>
          </p:cNvSpPr>
          <p:nvPr/>
        </p:nvSpPr>
        <p:spPr>
          <a:xfrm>
            <a:off x="7272049" y="3545584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84" name="anim_to1659_0_1">
            <a:extLst>
              <a:ext uri="{FF2B5EF4-FFF2-40B4-BE49-F238E27FC236}">
                <a16:creationId xmlns:a16="http://schemas.microsoft.com/office/drawing/2014/main" id="{8DDAA137-45C8-4BD7-8A6A-685357882A46}"/>
              </a:ext>
            </a:extLst>
          </p:cNvPr>
          <p:cNvSpPr>
            <a:spLocks noGrp="1"/>
          </p:cNvSpPr>
          <p:nvPr/>
        </p:nvSpPr>
        <p:spPr>
          <a:xfrm>
            <a:off x="7798431" y="3545584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85" name="anim_to1662_0_1">
            <a:extLst>
              <a:ext uri="{FF2B5EF4-FFF2-40B4-BE49-F238E27FC236}">
                <a16:creationId xmlns:a16="http://schemas.microsoft.com/office/drawing/2014/main" id="{7D279A2E-BE8B-425B-9B04-D4B2BD0E7159}"/>
              </a:ext>
            </a:extLst>
          </p:cNvPr>
          <p:cNvSpPr>
            <a:spLocks noGrp="1"/>
          </p:cNvSpPr>
          <p:nvPr/>
        </p:nvSpPr>
        <p:spPr>
          <a:xfrm>
            <a:off x="8324812" y="3545584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86" name="anim_to1665_0_1">
            <a:extLst>
              <a:ext uri="{FF2B5EF4-FFF2-40B4-BE49-F238E27FC236}">
                <a16:creationId xmlns:a16="http://schemas.microsoft.com/office/drawing/2014/main" id="{D3387383-BC55-4C9E-906D-29D0F4CFE2EA}"/>
              </a:ext>
            </a:extLst>
          </p:cNvPr>
          <p:cNvSpPr>
            <a:spLocks noGrp="1"/>
          </p:cNvSpPr>
          <p:nvPr/>
        </p:nvSpPr>
        <p:spPr>
          <a:xfrm>
            <a:off x="8851194" y="3545584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87" name="anim_to1668_0_1">
            <a:extLst>
              <a:ext uri="{FF2B5EF4-FFF2-40B4-BE49-F238E27FC236}">
                <a16:creationId xmlns:a16="http://schemas.microsoft.com/office/drawing/2014/main" id="{20D4D220-C155-463E-83EC-474E4A91611E}"/>
              </a:ext>
            </a:extLst>
          </p:cNvPr>
          <p:cNvSpPr>
            <a:spLocks noGrp="1"/>
          </p:cNvSpPr>
          <p:nvPr/>
        </p:nvSpPr>
        <p:spPr>
          <a:xfrm>
            <a:off x="9377575" y="3545584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88" name="anim_to1671_0_1">
            <a:extLst>
              <a:ext uri="{FF2B5EF4-FFF2-40B4-BE49-F238E27FC236}">
                <a16:creationId xmlns:a16="http://schemas.microsoft.com/office/drawing/2014/main" id="{1FB5054C-0571-4765-8A66-6D837723E0FA}"/>
              </a:ext>
            </a:extLst>
          </p:cNvPr>
          <p:cNvSpPr>
            <a:spLocks noGrp="1"/>
          </p:cNvSpPr>
          <p:nvPr/>
        </p:nvSpPr>
        <p:spPr>
          <a:xfrm>
            <a:off x="9903957" y="3545584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89" name="anim_to1674_0_1">
            <a:extLst>
              <a:ext uri="{FF2B5EF4-FFF2-40B4-BE49-F238E27FC236}">
                <a16:creationId xmlns:a16="http://schemas.microsoft.com/office/drawing/2014/main" id="{D313E4CD-CCB4-4479-BF60-FE9D1DF2988A}"/>
              </a:ext>
            </a:extLst>
          </p:cNvPr>
          <p:cNvSpPr>
            <a:spLocks noGrp="1"/>
          </p:cNvSpPr>
          <p:nvPr/>
        </p:nvSpPr>
        <p:spPr>
          <a:xfrm>
            <a:off x="7272049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90" name="anim_to1677_0_1">
            <a:extLst>
              <a:ext uri="{FF2B5EF4-FFF2-40B4-BE49-F238E27FC236}">
                <a16:creationId xmlns:a16="http://schemas.microsoft.com/office/drawing/2014/main" id="{D8557527-D129-43BD-AC7B-2BF1D7172EC4}"/>
              </a:ext>
            </a:extLst>
          </p:cNvPr>
          <p:cNvSpPr>
            <a:spLocks noGrp="1"/>
          </p:cNvSpPr>
          <p:nvPr/>
        </p:nvSpPr>
        <p:spPr>
          <a:xfrm>
            <a:off x="7798431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91" name="anim_to1680_0_1">
            <a:extLst>
              <a:ext uri="{FF2B5EF4-FFF2-40B4-BE49-F238E27FC236}">
                <a16:creationId xmlns:a16="http://schemas.microsoft.com/office/drawing/2014/main" id="{6A0105F5-E4DE-4AD5-BB80-8D6136A1F968}"/>
              </a:ext>
            </a:extLst>
          </p:cNvPr>
          <p:cNvSpPr>
            <a:spLocks noGrp="1"/>
          </p:cNvSpPr>
          <p:nvPr/>
        </p:nvSpPr>
        <p:spPr>
          <a:xfrm>
            <a:off x="8324812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92" name="anim_to1683_0_1">
            <a:extLst>
              <a:ext uri="{FF2B5EF4-FFF2-40B4-BE49-F238E27FC236}">
                <a16:creationId xmlns:a16="http://schemas.microsoft.com/office/drawing/2014/main" id="{0C7F06B5-4635-4269-AA5A-BCC4B24E8845}"/>
              </a:ext>
            </a:extLst>
          </p:cNvPr>
          <p:cNvSpPr>
            <a:spLocks noGrp="1"/>
          </p:cNvSpPr>
          <p:nvPr/>
        </p:nvSpPr>
        <p:spPr>
          <a:xfrm>
            <a:off x="8851194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93" name="anim_to1686_0_1">
            <a:extLst>
              <a:ext uri="{FF2B5EF4-FFF2-40B4-BE49-F238E27FC236}">
                <a16:creationId xmlns:a16="http://schemas.microsoft.com/office/drawing/2014/main" id="{D2F9DE07-02F2-4CAD-85E2-92786D12B36F}"/>
              </a:ext>
            </a:extLst>
          </p:cNvPr>
          <p:cNvSpPr>
            <a:spLocks noGrp="1"/>
          </p:cNvSpPr>
          <p:nvPr/>
        </p:nvSpPr>
        <p:spPr>
          <a:xfrm>
            <a:off x="9377575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94" name="anim_to1689_0_1">
            <a:extLst>
              <a:ext uri="{FF2B5EF4-FFF2-40B4-BE49-F238E27FC236}">
                <a16:creationId xmlns:a16="http://schemas.microsoft.com/office/drawing/2014/main" id="{4DD39DF6-0446-4BC8-BE39-AD210D0EE4E4}"/>
              </a:ext>
            </a:extLst>
          </p:cNvPr>
          <p:cNvSpPr>
            <a:spLocks noGrp="1"/>
          </p:cNvSpPr>
          <p:nvPr/>
        </p:nvSpPr>
        <p:spPr>
          <a:xfrm>
            <a:off x="9903957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95" name="anim_to1692_0_1">
            <a:extLst>
              <a:ext uri="{FF2B5EF4-FFF2-40B4-BE49-F238E27FC236}">
                <a16:creationId xmlns:a16="http://schemas.microsoft.com/office/drawing/2014/main" id="{F43D4E48-CEC4-4509-879B-C89DE18E22F3}"/>
              </a:ext>
            </a:extLst>
          </p:cNvPr>
          <p:cNvSpPr>
            <a:spLocks noGrp="1"/>
          </p:cNvSpPr>
          <p:nvPr/>
        </p:nvSpPr>
        <p:spPr>
          <a:xfrm>
            <a:off x="7272049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96" name="anim_to1695_0_1">
            <a:extLst>
              <a:ext uri="{FF2B5EF4-FFF2-40B4-BE49-F238E27FC236}">
                <a16:creationId xmlns:a16="http://schemas.microsoft.com/office/drawing/2014/main" id="{1ECBFE5C-D9DE-4330-BFF6-75D7A21C70B3}"/>
              </a:ext>
            </a:extLst>
          </p:cNvPr>
          <p:cNvSpPr>
            <a:spLocks noGrp="1"/>
          </p:cNvSpPr>
          <p:nvPr/>
        </p:nvSpPr>
        <p:spPr>
          <a:xfrm>
            <a:off x="7798431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97" name="anim_to1698_0_1">
            <a:extLst>
              <a:ext uri="{FF2B5EF4-FFF2-40B4-BE49-F238E27FC236}">
                <a16:creationId xmlns:a16="http://schemas.microsoft.com/office/drawing/2014/main" id="{6419C53A-FDCF-4614-9DDD-8387FA13BCAB}"/>
              </a:ext>
            </a:extLst>
          </p:cNvPr>
          <p:cNvSpPr>
            <a:spLocks noGrp="1"/>
          </p:cNvSpPr>
          <p:nvPr/>
        </p:nvSpPr>
        <p:spPr>
          <a:xfrm>
            <a:off x="8324812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98" name="anim_to1701_0_1">
            <a:extLst>
              <a:ext uri="{FF2B5EF4-FFF2-40B4-BE49-F238E27FC236}">
                <a16:creationId xmlns:a16="http://schemas.microsoft.com/office/drawing/2014/main" id="{588F5056-7C48-4ABA-80AD-FE9AB06B4162}"/>
              </a:ext>
            </a:extLst>
          </p:cNvPr>
          <p:cNvSpPr>
            <a:spLocks noGrp="1"/>
          </p:cNvSpPr>
          <p:nvPr/>
        </p:nvSpPr>
        <p:spPr>
          <a:xfrm>
            <a:off x="8851194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99" name="anim_to1704_0_1">
            <a:extLst>
              <a:ext uri="{FF2B5EF4-FFF2-40B4-BE49-F238E27FC236}">
                <a16:creationId xmlns:a16="http://schemas.microsoft.com/office/drawing/2014/main" id="{B66EB2C7-1D78-44C9-8E7A-517D05CE8F78}"/>
              </a:ext>
            </a:extLst>
          </p:cNvPr>
          <p:cNvSpPr>
            <a:spLocks noGrp="1"/>
          </p:cNvSpPr>
          <p:nvPr/>
        </p:nvSpPr>
        <p:spPr>
          <a:xfrm>
            <a:off x="9377575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200" name="anim_to1707_0_1">
            <a:extLst>
              <a:ext uri="{FF2B5EF4-FFF2-40B4-BE49-F238E27FC236}">
                <a16:creationId xmlns:a16="http://schemas.microsoft.com/office/drawing/2014/main" id="{00C2BCC0-48FD-43CF-B654-789337F904C9}"/>
              </a:ext>
            </a:extLst>
          </p:cNvPr>
          <p:cNvSpPr>
            <a:spLocks noGrp="1"/>
          </p:cNvSpPr>
          <p:nvPr/>
        </p:nvSpPr>
        <p:spPr>
          <a:xfrm>
            <a:off x="9903957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201" name="anim_to1709_0_1">
            <a:extLst>
              <a:ext uri="{FF2B5EF4-FFF2-40B4-BE49-F238E27FC236}">
                <a16:creationId xmlns:a16="http://schemas.microsoft.com/office/drawing/2014/main" id="{4C2B748C-655E-459C-AE7D-6FD13378BC39}"/>
              </a:ext>
            </a:extLst>
          </p:cNvPr>
          <p:cNvSpPr>
            <a:spLocks noGrp="1"/>
          </p:cNvSpPr>
          <p:nvPr/>
        </p:nvSpPr>
        <p:spPr>
          <a:xfrm>
            <a:off x="6696290" y="1165465"/>
            <a:ext cx="3977010" cy="47116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68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968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2968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Output (Same Size!)</a:t>
            </a:r>
          </a:p>
        </p:txBody>
      </p:sp>
      <p:sp>
        <p:nvSpPr>
          <p:cNvPr id="202" name="anim_o808_1">
            <a:extLst>
              <a:ext uri="{FF2B5EF4-FFF2-40B4-BE49-F238E27FC236}">
                <a16:creationId xmlns:a16="http://schemas.microsoft.com/office/drawing/2014/main" id="{DD265EA0-9D0C-4175-9DAB-C2D73AE66AAB}"/>
              </a:ext>
            </a:extLst>
          </p:cNvPr>
          <p:cNvSpPr>
            <a:spLocks noGrp="1"/>
          </p:cNvSpPr>
          <p:nvPr/>
        </p:nvSpPr>
        <p:spPr>
          <a:xfrm>
            <a:off x="1305928" y="1353553"/>
            <a:ext cx="526382" cy="526382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3" name="anim_o813_1">
            <a:extLst>
              <a:ext uri="{FF2B5EF4-FFF2-40B4-BE49-F238E27FC236}">
                <a16:creationId xmlns:a16="http://schemas.microsoft.com/office/drawing/2014/main" id="{7B0A5893-EE91-423E-A967-1DEE8D0D61B3}"/>
              </a:ext>
            </a:extLst>
          </p:cNvPr>
          <p:cNvSpPr>
            <a:spLocks noGrp="1"/>
          </p:cNvSpPr>
          <p:nvPr/>
        </p:nvSpPr>
        <p:spPr>
          <a:xfrm>
            <a:off x="1832309" y="1353553"/>
            <a:ext cx="526382" cy="526382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4" name="anim_o817_1">
            <a:extLst>
              <a:ext uri="{FF2B5EF4-FFF2-40B4-BE49-F238E27FC236}">
                <a16:creationId xmlns:a16="http://schemas.microsoft.com/office/drawing/2014/main" id="{CE06DD2F-3BA4-414F-803E-2A49EFE59292}"/>
              </a:ext>
            </a:extLst>
          </p:cNvPr>
          <p:cNvSpPr>
            <a:spLocks noGrp="1"/>
          </p:cNvSpPr>
          <p:nvPr/>
        </p:nvSpPr>
        <p:spPr>
          <a:xfrm>
            <a:off x="2358691" y="1353553"/>
            <a:ext cx="526382" cy="526382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5" name="anim_o821_1">
            <a:extLst>
              <a:ext uri="{FF2B5EF4-FFF2-40B4-BE49-F238E27FC236}">
                <a16:creationId xmlns:a16="http://schemas.microsoft.com/office/drawing/2014/main" id="{FFA5B2C6-5361-44C9-A462-F69AB5DFB9B2}"/>
              </a:ext>
            </a:extLst>
          </p:cNvPr>
          <p:cNvSpPr>
            <a:spLocks noGrp="1"/>
          </p:cNvSpPr>
          <p:nvPr/>
        </p:nvSpPr>
        <p:spPr>
          <a:xfrm>
            <a:off x="1305928" y="1879934"/>
            <a:ext cx="526382" cy="526382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6" name="anim_o826_1">
            <a:extLst>
              <a:ext uri="{FF2B5EF4-FFF2-40B4-BE49-F238E27FC236}">
                <a16:creationId xmlns:a16="http://schemas.microsoft.com/office/drawing/2014/main" id="{E36041BF-F7C6-4528-9AC2-2E475B0B2263}"/>
              </a:ext>
            </a:extLst>
          </p:cNvPr>
          <p:cNvSpPr>
            <a:spLocks noGrp="1"/>
          </p:cNvSpPr>
          <p:nvPr/>
        </p:nvSpPr>
        <p:spPr>
          <a:xfrm>
            <a:off x="1832309" y="1879934"/>
            <a:ext cx="526382" cy="526382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7" name="anim_o830_1">
            <a:extLst>
              <a:ext uri="{FF2B5EF4-FFF2-40B4-BE49-F238E27FC236}">
                <a16:creationId xmlns:a16="http://schemas.microsoft.com/office/drawing/2014/main" id="{936BBB06-DC9A-407D-8A39-D75B198EBA39}"/>
              </a:ext>
            </a:extLst>
          </p:cNvPr>
          <p:cNvSpPr>
            <a:spLocks noGrp="1"/>
          </p:cNvSpPr>
          <p:nvPr/>
        </p:nvSpPr>
        <p:spPr>
          <a:xfrm>
            <a:off x="2358691" y="1879934"/>
            <a:ext cx="526382" cy="526382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8" name="anim_o834_1">
            <a:extLst>
              <a:ext uri="{FF2B5EF4-FFF2-40B4-BE49-F238E27FC236}">
                <a16:creationId xmlns:a16="http://schemas.microsoft.com/office/drawing/2014/main" id="{399BD0FC-2B3E-4481-9877-DE2D08B34636}"/>
              </a:ext>
            </a:extLst>
          </p:cNvPr>
          <p:cNvSpPr>
            <a:spLocks noGrp="1"/>
          </p:cNvSpPr>
          <p:nvPr/>
        </p:nvSpPr>
        <p:spPr>
          <a:xfrm>
            <a:off x="1305928" y="2406316"/>
            <a:ext cx="526382" cy="526382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9" name="anim_o839_1">
            <a:extLst>
              <a:ext uri="{FF2B5EF4-FFF2-40B4-BE49-F238E27FC236}">
                <a16:creationId xmlns:a16="http://schemas.microsoft.com/office/drawing/2014/main" id="{B063D2F4-6649-43A2-A4EF-01E0E02E3D6E}"/>
              </a:ext>
            </a:extLst>
          </p:cNvPr>
          <p:cNvSpPr>
            <a:spLocks noGrp="1"/>
          </p:cNvSpPr>
          <p:nvPr/>
        </p:nvSpPr>
        <p:spPr>
          <a:xfrm>
            <a:off x="1832309" y="2406316"/>
            <a:ext cx="526382" cy="526382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0" name="anim_o843_1">
            <a:extLst>
              <a:ext uri="{FF2B5EF4-FFF2-40B4-BE49-F238E27FC236}">
                <a16:creationId xmlns:a16="http://schemas.microsoft.com/office/drawing/2014/main" id="{49ED2032-00C2-4D33-9B63-A84758E46372}"/>
              </a:ext>
            </a:extLst>
          </p:cNvPr>
          <p:cNvSpPr>
            <a:spLocks noGrp="1"/>
          </p:cNvSpPr>
          <p:nvPr/>
        </p:nvSpPr>
        <p:spPr>
          <a:xfrm>
            <a:off x="2358691" y="2406316"/>
            <a:ext cx="526382" cy="526382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1" name="anim_to809_0_1">
            <a:extLst>
              <a:ext uri="{FF2B5EF4-FFF2-40B4-BE49-F238E27FC236}">
                <a16:creationId xmlns:a16="http://schemas.microsoft.com/office/drawing/2014/main" id="{ADA549B5-9A6E-4B1C-BF08-500AF228F5C0}"/>
              </a:ext>
            </a:extLst>
          </p:cNvPr>
          <p:cNvSpPr>
            <a:spLocks noGrp="1"/>
          </p:cNvSpPr>
          <p:nvPr/>
        </p:nvSpPr>
        <p:spPr>
          <a:xfrm>
            <a:off x="1494347" y="1440058"/>
            <a:ext cx="349067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212" name="anim_to814_0_1">
            <a:extLst>
              <a:ext uri="{FF2B5EF4-FFF2-40B4-BE49-F238E27FC236}">
                <a16:creationId xmlns:a16="http://schemas.microsoft.com/office/drawing/2014/main" id="{6D8A721E-0DEF-4225-BFE4-655384D52B7F}"/>
              </a:ext>
            </a:extLst>
          </p:cNvPr>
          <p:cNvSpPr>
            <a:spLocks noGrp="1"/>
          </p:cNvSpPr>
          <p:nvPr/>
        </p:nvSpPr>
        <p:spPr>
          <a:xfrm>
            <a:off x="2098470" y="1440058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213" name="anim_to818_0_1">
            <a:extLst>
              <a:ext uri="{FF2B5EF4-FFF2-40B4-BE49-F238E27FC236}">
                <a16:creationId xmlns:a16="http://schemas.microsoft.com/office/drawing/2014/main" id="{D9DD59B0-45EC-4F2F-8758-66531E74DB79}"/>
              </a:ext>
            </a:extLst>
          </p:cNvPr>
          <p:cNvSpPr>
            <a:spLocks noGrp="1"/>
          </p:cNvSpPr>
          <p:nvPr/>
        </p:nvSpPr>
        <p:spPr>
          <a:xfrm>
            <a:off x="2624852" y="1440058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214" name="anim_to822_0_1">
            <a:extLst>
              <a:ext uri="{FF2B5EF4-FFF2-40B4-BE49-F238E27FC236}">
                <a16:creationId xmlns:a16="http://schemas.microsoft.com/office/drawing/2014/main" id="{6536B46F-F020-4387-B4C4-560D1CA6BE24}"/>
              </a:ext>
            </a:extLst>
          </p:cNvPr>
          <p:cNvSpPr>
            <a:spLocks noGrp="1"/>
          </p:cNvSpPr>
          <p:nvPr/>
        </p:nvSpPr>
        <p:spPr>
          <a:xfrm>
            <a:off x="1494347" y="1966439"/>
            <a:ext cx="349067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215" name="anim_to827_0_1">
            <a:extLst>
              <a:ext uri="{FF2B5EF4-FFF2-40B4-BE49-F238E27FC236}">
                <a16:creationId xmlns:a16="http://schemas.microsoft.com/office/drawing/2014/main" id="{87217971-31FC-4921-815C-0D3379EC2ACE}"/>
              </a:ext>
            </a:extLst>
          </p:cNvPr>
          <p:cNvSpPr>
            <a:spLocks noGrp="1"/>
          </p:cNvSpPr>
          <p:nvPr/>
        </p:nvSpPr>
        <p:spPr>
          <a:xfrm>
            <a:off x="2098470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216" name="anim_to831_0_1">
            <a:extLst>
              <a:ext uri="{FF2B5EF4-FFF2-40B4-BE49-F238E27FC236}">
                <a16:creationId xmlns:a16="http://schemas.microsoft.com/office/drawing/2014/main" id="{42970A5F-01E6-4951-9338-F4E28FFD9DF8}"/>
              </a:ext>
            </a:extLst>
          </p:cNvPr>
          <p:cNvSpPr>
            <a:spLocks noGrp="1"/>
          </p:cNvSpPr>
          <p:nvPr/>
        </p:nvSpPr>
        <p:spPr>
          <a:xfrm>
            <a:off x="2624852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217" name="anim_to835_0_1">
            <a:extLst>
              <a:ext uri="{FF2B5EF4-FFF2-40B4-BE49-F238E27FC236}">
                <a16:creationId xmlns:a16="http://schemas.microsoft.com/office/drawing/2014/main" id="{1F767FE2-6927-4311-A82B-2BA5338BCB61}"/>
              </a:ext>
            </a:extLst>
          </p:cNvPr>
          <p:cNvSpPr>
            <a:spLocks noGrp="1"/>
          </p:cNvSpPr>
          <p:nvPr/>
        </p:nvSpPr>
        <p:spPr>
          <a:xfrm>
            <a:off x="1494347" y="2492821"/>
            <a:ext cx="349067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218" name="anim_to840_0_1">
            <a:extLst>
              <a:ext uri="{FF2B5EF4-FFF2-40B4-BE49-F238E27FC236}">
                <a16:creationId xmlns:a16="http://schemas.microsoft.com/office/drawing/2014/main" id="{D8E866E9-1E75-409C-A85D-EC769695EADC}"/>
              </a:ext>
            </a:extLst>
          </p:cNvPr>
          <p:cNvSpPr>
            <a:spLocks noGrp="1"/>
          </p:cNvSpPr>
          <p:nvPr/>
        </p:nvSpPr>
        <p:spPr>
          <a:xfrm>
            <a:off x="2098470" y="2492821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219" name="anim_to844_0_1">
            <a:extLst>
              <a:ext uri="{FF2B5EF4-FFF2-40B4-BE49-F238E27FC236}">
                <a16:creationId xmlns:a16="http://schemas.microsoft.com/office/drawing/2014/main" id="{5C00784A-D415-4893-AF10-93B35474D3A1}"/>
              </a:ext>
            </a:extLst>
          </p:cNvPr>
          <p:cNvSpPr>
            <a:spLocks noGrp="1"/>
          </p:cNvSpPr>
          <p:nvPr/>
        </p:nvSpPr>
        <p:spPr>
          <a:xfrm>
            <a:off x="2624852" y="2492821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220" name="anim_to1730_0_1">
            <a:extLst>
              <a:ext uri="{FF2B5EF4-FFF2-40B4-BE49-F238E27FC236}">
                <a16:creationId xmlns:a16="http://schemas.microsoft.com/office/drawing/2014/main" id="{8C5F7896-D613-424E-9091-911D34475FA9}"/>
              </a:ext>
            </a:extLst>
          </p:cNvPr>
          <p:cNvSpPr>
            <a:spLocks noGrp="1"/>
          </p:cNvSpPr>
          <p:nvPr/>
        </p:nvSpPr>
        <p:spPr>
          <a:xfrm>
            <a:off x="2053352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221" name="anim_to1732_0_1">
            <a:extLst>
              <a:ext uri="{FF2B5EF4-FFF2-40B4-BE49-F238E27FC236}">
                <a16:creationId xmlns:a16="http://schemas.microsoft.com/office/drawing/2014/main" id="{09BFC836-61ED-4FD7-96D2-9026DC6172EB}"/>
              </a:ext>
            </a:extLst>
          </p:cNvPr>
          <p:cNvSpPr>
            <a:spLocks noGrp="1"/>
          </p:cNvSpPr>
          <p:nvPr/>
        </p:nvSpPr>
        <p:spPr>
          <a:xfrm>
            <a:off x="2579733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222" name="anim_to1734_0_1">
            <a:extLst>
              <a:ext uri="{FF2B5EF4-FFF2-40B4-BE49-F238E27FC236}">
                <a16:creationId xmlns:a16="http://schemas.microsoft.com/office/drawing/2014/main" id="{BE5A31AF-A085-4F9F-922E-820B4945A849}"/>
              </a:ext>
            </a:extLst>
          </p:cNvPr>
          <p:cNvSpPr>
            <a:spLocks noGrp="1"/>
          </p:cNvSpPr>
          <p:nvPr/>
        </p:nvSpPr>
        <p:spPr>
          <a:xfrm>
            <a:off x="3028373" y="1966439"/>
            <a:ext cx="349067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223" name="anim_to1737_0_1">
            <a:extLst>
              <a:ext uri="{FF2B5EF4-FFF2-40B4-BE49-F238E27FC236}">
                <a16:creationId xmlns:a16="http://schemas.microsoft.com/office/drawing/2014/main" id="{F3A69DE7-76B9-4577-9261-DEAFBE8E0380}"/>
              </a:ext>
            </a:extLst>
          </p:cNvPr>
          <p:cNvSpPr>
            <a:spLocks noGrp="1"/>
          </p:cNvSpPr>
          <p:nvPr/>
        </p:nvSpPr>
        <p:spPr>
          <a:xfrm>
            <a:off x="3554755" y="1966439"/>
            <a:ext cx="349067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-5</a:t>
            </a:r>
          </a:p>
        </p:txBody>
      </p:sp>
      <p:sp>
        <p:nvSpPr>
          <p:cNvPr id="224" name="anim_to1740_0_1">
            <a:extLst>
              <a:ext uri="{FF2B5EF4-FFF2-40B4-BE49-F238E27FC236}">
                <a16:creationId xmlns:a16="http://schemas.microsoft.com/office/drawing/2014/main" id="{C1D836B4-C776-4775-9A20-67E0F2F12474}"/>
              </a:ext>
            </a:extLst>
          </p:cNvPr>
          <p:cNvSpPr>
            <a:spLocks noGrp="1"/>
          </p:cNvSpPr>
          <p:nvPr/>
        </p:nvSpPr>
        <p:spPr>
          <a:xfrm>
            <a:off x="4158878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225" name="anim_to1742_0_1">
            <a:extLst>
              <a:ext uri="{FF2B5EF4-FFF2-40B4-BE49-F238E27FC236}">
                <a16:creationId xmlns:a16="http://schemas.microsoft.com/office/drawing/2014/main" id="{86D890D0-629A-4F67-B45E-3A554A71EBB6}"/>
              </a:ext>
            </a:extLst>
          </p:cNvPr>
          <p:cNvSpPr>
            <a:spLocks noGrp="1"/>
          </p:cNvSpPr>
          <p:nvPr/>
        </p:nvSpPr>
        <p:spPr>
          <a:xfrm>
            <a:off x="4607518" y="1966439"/>
            <a:ext cx="349067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-9</a:t>
            </a:r>
          </a:p>
        </p:txBody>
      </p:sp>
      <p:sp>
        <p:nvSpPr>
          <p:cNvPr id="226" name="anim_to1745_0_1">
            <a:extLst>
              <a:ext uri="{FF2B5EF4-FFF2-40B4-BE49-F238E27FC236}">
                <a16:creationId xmlns:a16="http://schemas.microsoft.com/office/drawing/2014/main" id="{078465E8-CCCE-47F9-B261-84928B00CBA1}"/>
              </a:ext>
            </a:extLst>
          </p:cNvPr>
          <p:cNvSpPr>
            <a:spLocks noGrp="1"/>
          </p:cNvSpPr>
          <p:nvPr/>
        </p:nvSpPr>
        <p:spPr>
          <a:xfrm>
            <a:off x="1975610" y="2492821"/>
            <a:ext cx="349067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11</a:t>
            </a:r>
          </a:p>
        </p:txBody>
      </p:sp>
      <p:sp>
        <p:nvSpPr>
          <p:cNvPr id="227" name="anim_to1748_0_1">
            <a:extLst>
              <a:ext uri="{FF2B5EF4-FFF2-40B4-BE49-F238E27FC236}">
                <a16:creationId xmlns:a16="http://schemas.microsoft.com/office/drawing/2014/main" id="{AD28AC62-3FF8-477A-9560-2A8AD5840329}"/>
              </a:ext>
            </a:extLst>
          </p:cNvPr>
          <p:cNvSpPr>
            <a:spLocks noGrp="1"/>
          </p:cNvSpPr>
          <p:nvPr/>
        </p:nvSpPr>
        <p:spPr>
          <a:xfrm>
            <a:off x="2579733" y="2492821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228" name="anim_to1750_0_1">
            <a:extLst>
              <a:ext uri="{FF2B5EF4-FFF2-40B4-BE49-F238E27FC236}">
                <a16:creationId xmlns:a16="http://schemas.microsoft.com/office/drawing/2014/main" id="{2ADA5D23-51BA-452D-A146-0DD7C50E68C2}"/>
              </a:ext>
            </a:extLst>
          </p:cNvPr>
          <p:cNvSpPr>
            <a:spLocks noGrp="1"/>
          </p:cNvSpPr>
          <p:nvPr/>
        </p:nvSpPr>
        <p:spPr>
          <a:xfrm>
            <a:off x="3106115" y="2492821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229" name="anim_to1752_0_1">
            <a:extLst>
              <a:ext uri="{FF2B5EF4-FFF2-40B4-BE49-F238E27FC236}">
                <a16:creationId xmlns:a16="http://schemas.microsoft.com/office/drawing/2014/main" id="{F53209DB-6089-42E6-BE2E-7845118E83E7}"/>
              </a:ext>
            </a:extLst>
          </p:cNvPr>
          <p:cNvSpPr>
            <a:spLocks noGrp="1"/>
          </p:cNvSpPr>
          <p:nvPr/>
        </p:nvSpPr>
        <p:spPr>
          <a:xfrm>
            <a:off x="3554755" y="2492821"/>
            <a:ext cx="349067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-9</a:t>
            </a:r>
          </a:p>
        </p:txBody>
      </p:sp>
      <p:sp>
        <p:nvSpPr>
          <p:cNvPr id="230" name="anim_to1755_0_1">
            <a:extLst>
              <a:ext uri="{FF2B5EF4-FFF2-40B4-BE49-F238E27FC236}">
                <a16:creationId xmlns:a16="http://schemas.microsoft.com/office/drawing/2014/main" id="{39A50C93-E363-4C2F-8582-87100A7BC202}"/>
              </a:ext>
            </a:extLst>
          </p:cNvPr>
          <p:cNvSpPr>
            <a:spLocks noGrp="1"/>
          </p:cNvSpPr>
          <p:nvPr/>
        </p:nvSpPr>
        <p:spPr>
          <a:xfrm>
            <a:off x="4081136" y="2492821"/>
            <a:ext cx="349067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11</a:t>
            </a:r>
          </a:p>
        </p:txBody>
      </p:sp>
      <p:sp>
        <p:nvSpPr>
          <p:cNvPr id="231" name="anim_to1758_0_1">
            <a:extLst>
              <a:ext uri="{FF2B5EF4-FFF2-40B4-BE49-F238E27FC236}">
                <a16:creationId xmlns:a16="http://schemas.microsoft.com/office/drawing/2014/main" id="{38AD0B76-D6B8-45C8-A556-AD7861ABDB7B}"/>
              </a:ext>
            </a:extLst>
          </p:cNvPr>
          <p:cNvSpPr>
            <a:spLocks noGrp="1"/>
          </p:cNvSpPr>
          <p:nvPr/>
        </p:nvSpPr>
        <p:spPr>
          <a:xfrm>
            <a:off x="4529776" y="2492821"/>
            <a:ext cx="504550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-10</a:t>
            </a:r>
          </a:p>
        </p:txBody>
      </p:sp>
      <p:sp>
        <p:nvSpPr>
          <p:cNvPr id="232" name="anim_to1762_0_1">
            <a:extLst>
              <a:ext uri="{FF2B5EF4-FFF2-40B4-BE49-F238E27FC236}">
                <a16:creationId xmlns:a16="http://schemas.microsoft.com/office/drawing/2014/main" id="{54A33FCA-630A-4168-949C-41AE687D5BC4}"/>
              </a:ext>
            </a:extLst>
          </p:cNvPr>
          <p:cNvSpPr>
            <a:spLocks noGrp="1"/>
          </p:cNvSpPr>
          <p:nvPr/>
        </p:nvSpPr>
        <p:spPr>
          <a:xfrm>
            <a:off x="2053352" y="3019203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233" name="anim_to1764_0_1">
            <a:extLst>
              <a:ext uri="{FF2B5EF4-FFF2-40B4-BE49-F238E27FC236}">
                <a16:creationId xmlns:a16="http://schemas.microsoft.com/office/drawing/2014/main" id="{A206D871-7CDD-4C01-8E38-C4355E5E1625}"/>
              </a:ext>
            </a:extLst>
          </p:cNvPr>
          <p:cNvSpPr>
            <a:spLocks noGrp="1"/>
          </p:cNvSpPr>
          <p:nvPr/>
        </p:nvSpPr>
        <p:spPr>
          <a:xfrm>
            <a:off x="2579733" y="3019203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234" name="anim_to1766_0_1">
            <a:extLst>
              <a:ext uri="{FF2B5EF4-FFF2-40B4-BE49-F238E27FC236}">
                <a16:creationId xmlns:a16="http://schemas.microsoft.com/office/drawing/2014/main" id="{42EB8CC1-8FDA-4ED0-9BD4-E3EA71F31105}"/>
              </a:ext>
            </a:extLst>
          </p:cNvPr>
          <p:cNvSpPr>
            <a:spLocks noGrp="1"/>
          </p:cNvSpPr>
          <p:nvPr/>
        </p:nvSpPr>
        <p:spPr>
          <a:xfrm>
            <a:off x="3028373" y="3019203"/>
            <a:ext cx="349067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235" name="anim_to1769_0_1">
            <a:extLst>
              <a:ext uri="{FF2B5EF4-FFF2-40B4-BE49-F238E27FC236}">
                <a16:creationId xmlns:a16="http://schemas.microsoft.com/office/drawing/2014/main" id="{662CAE49-234D-4D78-8B50-90EB8EE01319}"/>
              </a:ext>
            </a:extLst>
          </p:cNvPr>
          <p:cNvSpPr>
            <a:spLocks noGrp="1"/>
          </p:cNvSpPr>
          <p:nvPr/>
        </p:nvSpPr>
        <p:spPr>
          <a:xfrm>
            <a:off x="3554755" y="3019203"/>
            <a:ext cx="349067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-3</a:t>
            </a:r>
          </a:p>
        </p:txBody>
      </p:sp>
      <p:sp>
        <p:nvSpPr>
          <p:cNvPr id="236" name="anim_to1772_0_1">
            <a:extLst>
              <a:ext uri="{FF2B5EF4-FFF2-40B4-BE49-F238E27FC236}">
                <a16:creationId xmlns:a16="http://schemas.microsoft.com/office/drawing/2014/main" id="{9474AA12-25E1-4D27-8840-D4BC541581FB}"/>
              </a:ext>
            </a:extLst>
          </p:cNvPr>
          <p:cNvSpPr>
            <a:spLocks noGrp="1"/>
          </p:cNvSpPr>
          <p:nvPr/>
        </p:nvSpPr>
        <p:spPr>
          <a:xfrm>
            <a:off x="4081136" y="3019203"/>
            <a:ext cx="349067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11</a:t>
            </a:r>
          </a:p>
        </p:txBody>
      </p:sp>
      <p:sp>
        <p:nvSpPr>
          <p:cNvPr id="237" name="anim_to1775_0_1">
            <a:extLst>
              <a:ext uri="{FF2B5EF4-FFF2-40B4-BE49-F238E27FC236}">
                <a16:creationId xmlns:a16="http://schemas.microsoft.com/office/drawing/2014/main" id="{1823A7BC-DC63-46BE-AC7A-26EE0D1A2FE1}"/>
              </a:ext>
            </a:extLst>
          </p:cNvPr>
          <p:cNvSpPr>
            <a:spLocks noGrp="1"/>
          </p:cNvSpPr>
          <p:nvPr/>
        </p:nvSpPr>
        <p:spPr>
          <a:xfrm>
            <a:off x="4529776" y="3019203"/>
            <a:ext cx="504550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-13</a:t>
            </a:r>
          </a:p>
        </p:txBody>
      </p:sp>
      <p:sp>
        <p:nvSpPr>
          <p:cNvPr id="238" name="anim_to1779_0_1">
            <a:extLst>
              <a:ext uri="{FF2B5EF4-FFF2-40B4-BE49-F238E27FC236}">
                <a16:creationId xmlns:a16="http://schemas.microsoft.com/office/drawing/2014/main" id="{F4C6B2B0-821D-4236-B408-CD56EF6CE460}"/>
              </a:ext>
            </a:extLst>
          </p:cNvPr>
          <p:cNvSpPr>
            <a:spLocks noGrp="1"/>
          </p:cNvSpPr>
          <p:nvPr/>
        </p:nvSpPr>
        <p:spPr>
          <a:xfrm>
            <a:off x="2053352" y="3545584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239" name="anim_to1781_0_1">
            <a:extLst>
              <a:ext uri="{FF2B5EF4-FFF2-40B4-BE49-F238E27FC236}">
                <a16:creationId xmlns:a16="http://schemas.microsoft.com/office/drawing/2014/main" id="{50193176-DC50-4064-BEE4-4BD91FE5F29D}"/>
              </a:ext>
            </a:extLst>
          </p:cNvPr>
          <p:cNvSpPr>
            <a:spLocks noGrp="1"/>
          </p:cNvSpPr>
          <p:nvPr/>
        </p:nvSpPr>
        <p:spPr>
          <a:xfrm>
            <a:off x="2501992" y="3545584"/>
            <a:ext cx="349067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-2</a:t>
            </a:r>
          </a:p>
        </p:txBody>
      </p:sp>
      <p:sp>
        <p:nvSpPr>
          <p:cNvPr id="240" name="anim_to1784_0_1">
            <a:extLst>
              <a:ext uri="{FF2B5EF4-FFF2-40B4-BE49-F238E27FC236}">
                <a16:creationId xmlns:a16="http://schemas.microsoft.com/office/drawing/2014/main" id="{46040B9F-0753-4F28-BD44-94197B8A7CC2}"/>
              </a:ext>
            </a:extLst>
          </p:cNvPr>
          <p:cNvSpPr>
            <a:spLocks noGrp="1"/>
          </p:cNvSpPr>
          <p:nvPr/>
        </p:nvSpPr>
        <p:spPr>
          <a:xfrm>
            <a:off x="3106115" y="3545584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241" name="anim_to1786_0_1">
            <a:extLst>
              <a:ext uri="{FF2B5EF4-FFF2-40B4-BE49-F238E27FC236}">
                <a16:creationId xmlns:a16="http://schemas.microsoft.com/office/drawing/2014/main" id="{D47005DD-3176-4A00-BDB7-A13E267830AE}"/>
              </a:ext>
            </a:extLst>
          </p:cNvPr>
          <p:cNvSpPr>
            <a:spLocks noGrp="1"/>
          </p:cNvSpPr>
          <p:nvPr/>
        </p:nvSpPr>
        <p:spPr>
          <a:xfrm>
            <a:off x="3554755" y="3545584"/>
            <a:ext cx="349067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-2</a:t>
            </a:r>
          </a:p>
        </p:txBody>
      </p:sp>
      <p:sp>
        <p:nvSpPr>
          <p:cNvPr id="242" name="anim_to1789_0_1">
            <a:extLst>
              <a:ext uri="{FF2B5EF4-FFF2-40B4-BE49-F238E27FC236}">
                <a16:creationId xmlns:a16="http://schemas.microsoft.com/office/drawing/2014/main" id="{0CF56520-8F4C-4C69-BEA8-35A4239A4507}"/>
              </a:ext>
            </a:extLst>
          </p:cNvPr>
          <p:cNvSpPr>
            <a:spLocks noGrp="1"/>
          </p:cNvSpPr>
          <p:nvPr/>
        </p:nvSpPr>
        <p:spPr>
          <a:xfrm>
            <a:off x="4158878" y="3545584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243" name="anim_to1791_0_1">
            <a:extLst>
              <a:ext uri="{FF2B5EF4-FFF2-40B4-BE49-F238E27FC236}">
                <a16:creationId xmlns:a16="http://schemas.microsoft.com/office/drawing/2014/main" id="{65864B5D-572F-4DEE-BFA6-4FAA8E9D37A0}"/>
              </a:ext>
            </a:extLst>
          </p:cNvPr>
          <p:cNvSpPr>
            <a:spLocks noGrp="1"/>
          </p:cNvSpPr>
          <p:nvPr/>
        </p:nvSpPr>
        <p:spPr>
          <a:xfrm>
            <a:off x="4529776" y="3545584"/>
            <a:ext cx="504550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-16</a:t>
            </a:r>
          </a:p>
        </p:txBody>
      </p:sp>
      <p:sp>
        <p:nvSpPr>
          <p:cNvPr id="244" name="anim_to1795_0_1">
            <a:extLst>
              <a:ext uri="{FF2B5EF4-FFF2-40B4-BE49-F238E27FC236}">
                <a16:creationId xmlns:a16="http://schemas.microsoft.com/office/drawing/2014/main" id="{B4EF1E93-5D7F-463B-8420-F499266FD239}"/>
              </a:ext>
            </a:extLst>
          </p:cNvPr>
          <p:cNvSpPr>
            <a:spLocks noGrp="1"/>
          </p:cNvSpPr>
          <p:nvPr/>
        </p:nvSpPr>
        <p:spPr>
          <a:xfrm>
            <a:off x="2053352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245" name="anim_to1797_0_1">
            <a:extLst>
              <a:ext uri="{FF2B5EF4-FFF2-40B4-BE49-F238E27FC236}">
                <a16:creationId xmlns:a16="http://schemas.microsoft.com/office/drawing/2014/main" id="{CC3BE680-D44E-4DDA-9A33-6FC0D1FCC680}"/>
              </a:ext>
            </a:extLst>
          </p:cNvPr>
          <p:cNvSpPr>
            <a:spLocks noGrp="1"/>
          </p:cNvSpPr>
          <p:nvPr/>
        </p:nvSpPr>
        <p:spPr>
          <a:xfrm>
            <a:off x="2501992" y="4071966"/>
            <a:ext cx="349067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-4</a:t>
            </a:r>
          </a:p>
        </p:txBody>
      </p:sp>
      <p:sp>
        <p:nvSpPr>
          <p:cNvPr id="246" name="anim_to1800_0_1">
            <a:extLst>
              <a:ext uri="{FF2B5EF4-FFF2-40B4-BE49-F238E27FC236}">
                <a16:creationId xmlns:a16="http://schemas.microsoft.com/office/drawing/2014/main" id="{22E0BE55-B320-4E0C-8EC4-91FBF1A5FFCC}"/>
              </a:ext>
            </a:extLst>
          </p:cNvPr>
          <p:cNvSpPr>
            <a:spLocks noGrp="1"/>
          </p:cNvSpPr>
          <p:nvPr/>
        </p:nvSpPr>
        <p:spPr>
          <a:xfrm>
            <a:off x="3106115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247" name="anim_to1802_0_1">
            <a:extLst>
              <a:ext uri="{FF2B5EF4-FFF2-40B4-BE49-F238E27FC236}">
                <a16:creationId xmlns:a16="http://schemas.microsoft.com/office/drawing/2014/main" id="{A49372A9-0AF1-4BF5-AF05-7036D0AC807D}"/>
              </a:ext>
            </a:extLst>
          </p:cNvPr>
          <p:cNvSpPr>
            <a:spLocks noGrp="1"/>
          </p:cNvSpPr>
          <p:nvPr/>
        </p:nvSpPr>
        <p:spPr>
          <a:xfrm>
            <a:off x="3632497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248" name="anim_to1804_0_1">
            <a:extLst>
              <a:ext uri="{FF2B5EF4-FFF2-40B4-BE49-F238E27FC236}">
                <a16:creationId xmlns:a16="http://schemas.microsoft.com/office/drawing/2014/main" id="{BFE20655-BC0A-45BA-ADDD-C8AA5D628934}"/>
              </a:ext>
            </a:extLst>
          </p:cNvPr>
          <p:cNvSpPr>
            <a:spLocks noGrp="1"/>
          </p:cNvSpPr>
          <p:nvPr/>
        </p:nvSpPr>
        <p:spPr>
          <a:xfrm>
            <a:off x="4158878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249" name="anim_to1806_0_1">
            <a:extLst>
              <a:ext uri="{FF2B5EF4-FFF2-40B4-BE49-F238E27FC236}">
                <a16:creationId xmlns:a16="http://schemas.microsoft.com/office/drawing/2014/main" id="{EFDC3D89-90B3-4FDC-99A3-FBF6DB46BACB}"/>
              </a:ext>
            </a:extLst>
          </p:cNvPr>
          <p:cNvSpPr>
            <a:spLocks noGrp="1"/>
          </p:cNvSpPr>
          <p:nvPr/>
        </p:nvSpPr>
        <p:spPr>
          <a:xfrm>
            <a:off x="4529776" y="4071966"/>
            <a:ext cx="504550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-21</a:t>
            </a:r>
          </a:p>
        </p:txBody>
      </p:sp>
      <p:sp>
        <p:nvSpPr>
          <p:cNvPr id="250" name="anim_to1810_0_1">
            <a:extLst>
              <a:ext uri="{FF2B5EF4-FFF2-40B4-BE49-F238E27FC236}">
                <a16:creationId xmlns:a16="http://schemas.microsoft.com/office/drawing/2014/main" id="{F0D1E300-E54C-4CBD-8937-B9501AEB995C}"/>
              </a:ext>
            </a:extLst>
          </p:cNvPr>
          <p:cNvSpPr>
            <a:spLocks noGrp="1"/>
          </p:cNvSpPr>
          <p:nvPr/>
        </p:nvSpPr>
        <p:spPr>
          <a:xfrm>
            <a:off x="2053352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251" name="anim_to1812_0_1">
            <a:extLst>
              <a:ext uri="{FF2B5EF4-FFF2-40B4-BE49-F238E27FC236}">
                <a16:creationId xmlns:a16="http://schemas.microsoft.com/office/drawing/2014/main" id="{CF332A35-3A1F-4195-A586-0A0ADE7D805E}"/>
              </a:ext>
            </a:extLst>
          </p:cNvPr>
          <p:cNvSpPr>
            <a:spLocks noGrp="1"/>
          </p:cNvSpPr>
          <p:nvPr/>
        </p:nvSpPr>
        <p:spPr>
          <a:xfrm>
            <a:off x="2501992" y="4598347"/>
            <a:ext cx="349067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-3</a:t>
            </a:r>
          </a:p>
        </p:txBody>
      </p:sp>
      <p:sp>
        <p:nvSpPr>
          <p:cNvPr id="252" name="anim_to1815_0_1">
            <a:extLst>
              <a:ext uri="{FF2B5EF4-FFF2-40B4-BE49-F238E27FC236}">
                <a16:creationId xmlns:a16="http://schemas.microsoft.com/office/drawing/2014/main" id="{4352D321-3865-4DA5-9042-1BAAA378E54C}"/>
              </a:ext>
            </a:extLst>
          </p:cNvPr>
          <p:cNvSpPr>
            <a:spLocks noGrp="1"/>
          </p:cNvSpPr>
          <p:nvPr/>
        </p:nvSpPr>
        <p:spPr>
          <a:xfrm>
            <a:off x="3106115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253" name="anim_to1817_0_1">
            <a:extLst>
              <a:ext uri="{FF2B5EF4-FFF2-40B4-BE49-F238E27FC236}">
                <a16:creationId xmlns:a16="http://schemas.microsoft.com/office/drawing/2014/main" id="{4B49ACAA-C972-4A5D-8F8E-BE10A78E2CA3}"/>
              </a:ext>
            </a:extLst>
          </p:cNvPr>
          <p:cNvSpPr>
            <a:spLocks noGrp="1"/>
          </p:cNvSpPr>
          <p:nvPr/>
        </p:nvSpPr>
        <p:spPr>
          <a:xfrm>
            <a:off x="3554755" y="4598347"/>
            <a:ext cx="349067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254" name="anim_to1820_0_1">
            <a:extLst>
              <a:ext uri="{FF2B5EF4-FFF2-40B4-BE49-F238E27FC236}">
                <a16:creationId xmlns:a16="http://schemas.microsoft.com/office/drawing/2014/main" id="{13A1DF17-5531-49F9-83F4-188D00915C49}"/>
              </a:ext>
            </a:extLst>
          </p:cNvPr>
          <p:cNvSpPr>
            <a:spLocks noGrp="1"/>
          </p:cNvSpPr>
          <p:nvPr/>
        </p:nvSpPr>
        <p:spPr>
          <a:xfrm>
            <a:off x="4158878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255" name="anim_to1822_0_1">
            <a:extLst>
              <a:ext uri="{FF2B5EF4-FFF2-40B4-BE49-F238E27FC236}">
                <a16:creationId xmlns:a16="http://schemas.microsoft.com/office/drawing/2014/main" id="{791A3E9E-AD75-48AE-9064-1A892B5C2309}"/>
              </a:ext>
            </a:extLst>
          </p:cNvPr>
          <p:cNvSpPr>
            <a:spLocks noGrp="1"/>
          </p:cNvSpPr>
          <p:nvPr/>
        </p:nvSpPr>
        <p:spPr>
          <a:xfrm>
            <a:off x="4529776" y="4598347"/>
            <a:ext cx="504550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-12</a:t>
            </a:r>
          </a:p>
        </p:txBody>
      </p:sp>
    </p:spTree>
    <p:extLst>
      <p:ext uri="{BB962C8B-B14F-4D97-AF65-F5344CB8AC3E}">
        <p14:creationId xmlns:p14="http://schemas.microsoft.com/office/powerpoint/2010/main" val="5908371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3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0 E" pathEditMode="relative" ptsTypes="">
                                      <p:cBhvr>
                                        <p:cTn id="12" dur="3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"/>
                            </p:stCondLst>
                            <p:childTnLst>
                              <p:par>
                                <p:cTn id="14" presetID="63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31743 0 E" pathEditMode="relative" ptsTypes="">
                                      <p:cBhvr>
                                        <p:cTn id="15" dur="3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31743 0 E" pathEditMode="relative" ptsTypes="">
                                      <p:cBhvr>
                                        <p:cTn id="17" dur="3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31743 0 E" pathEditMode="relative" ptsTypes="">
                                      <p:cBhvr>
                                        <p:cTn id="19" dur="3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31743 0 E" pathEditMode="relative" ptsTypes="">
                                      <p:cBhvr>
                                        <p:cTn id="21" dur="3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31743 0 E" pathEditMode="relative" ptsTypes="">
                                      <p:cBhvr>
                                        <p:cTn id="23" dur="3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31743 0 E" pathEditMode="relative" ptsTypes="">
                                      <p:cBhvr>
                                        <p:cTn id="25" dur="3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31743 0 E" pathEditMode="relative" ptsTypes="">
                                      <p:cBhvr>
                                        <p:cTn id="27" dur="3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31743 0 E" pathEditMode="relative" ptsTypes="">
                                      <p:cBhvr>
                                        <p:cTn id="29" dur="3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31743 0 E" pathEditMode="relative" ptsTypes="">
                                      <p:cBhvr>
                                        <p:cTn id="31" dur="3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31743 0 E" pathEditMode="relative" ptsTypes="">
                                      <p:cBhvr>
                                        <p:cTn id="33" dur="3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31743 0 E" pathEditMode="relative" ptsTypes="">
                                      <p:cBhvr>
                                        <p:cTn id="35" dur="3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31743 0 E" pathEditMode="relative" ptsTypes="">
                                      <p:cBhvr>
                                        <p:cTn id="37" dur="3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31743 0 E" pathEditMode="relative" ptsTypes="">
                                      <p:cBhvr>
                                        <p:cTn id="39" dur="3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31743 0 E" pathEditMode="relative" ptsTypes="">
                                      <p:cBhvr>
                                        <p:cTn id="41" dur="3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31743 0 E" pathEditMode="relative" ptsTypes="">
                                      <p:cBhvr>
                                        <p:cTn id="43" dur="3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31743 0 E" pathEditMode="relative" ptsTypes="">
                                      <p:cBhvr>
                                        <p:cTn id="45" dur="3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31743 0 E" pathEditMode="relative" ptsTypes="">
                                      <p:cBhvr>
                                        <p:cTn id="47" dur="3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31743 0 E" pathEditMode="relative" ptsTypes="">
                                      <p:cBhvr>
                                        <p:cTn id="49" dur="3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"/>
                            </p:stCondLst>
                            <p:childTnLst>
                              <p:par>
                                <p:cTn id="51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" dur="3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3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0 E" pathEditMode="relative" ptsTypes="">
                                      <p:cBhvr>
                                        <p:cTn id="58" dur="3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900"/>
                            </p:stCondLst>
                            <p:childTnLst>
                              <p:par>
                                <p:cTn id="60" presetID="63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 L 0.0863487 0 E" pathEditMode="relative" ptsTypes="">
                                      <p:cBhvr>
                                        <p:cTn id="61" dur="3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 L 0.0863487 0 E" pathEditMode="relative" ptsTypes="">
                                      <p:cBhvr>
                                        <p:cTn id="63" dur="3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 L 0.0863487 0 E" pathEditMode="relative" ptsTypes="">
                                      <p:cBhvr>
                                        <p:cTn id="65" dur="3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 L 0.0863487 0 E" pathEditMode="relative" ptsTypes="">
                                      <p:cBhvr>
                                        <p:cTn id="67" dur="3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 L 0.0863487 0 E" pathEditMode="relative" ptsTypes="">
                                      <p:cBhvr>
                                        <p:cTn id="69" dur="3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 L 0.0863487 0 E" pathEditMode="relative" ptsTypes="">
                                      <p:cBhvr>
                                        <p:cTn id="71" dur="3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 L 0.0863487 0 E" pathEditMode="relative" ptsTypes="">
                                      <p:cBhvr>
                                        <p:cTn id="73" dur="3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 L 0.0863487 0 E" pathEditMode="relative" ptsTypes="">
                                      <p:cBhvr>
                                        <p:cTn id="75" dur="3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 L 0.0863487 0 E" pathEditMode="relative" ptsTypes="">
                                      <p:cBhvr>
                                        <p:cTn id="77" dur="3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 L 0.0863487 0 E" pathEditMode="relative" ptsTypes="">
                                      <p:cBhvr>
                                        <p:cTn id="79" dur="3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 L 0.0863487 0 E" pathEditMode="relative" ptsTypes="">
                                      <p:cBhvr>
                                        <p:cTn id="81" dur="3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 L 0.0863487 0 E" pathEditMode="relative" ptsTypes="">
                                      <p:cBhvr>
                                        <p:cTn id="83" dur="3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 L 0.0863487 0 E" pathEditMode="relative" ptsTypes="">
                                      <p:cBhvr>
                                        <p:cTn id="85" dur="3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 L 0.0863487 0 E" pathEditMode="relative" ptsTypes="">
                                      <p:cBhvr>
                                        <p:cTn id="87" dur="3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 L 0.0863487 0 E" pathEditMode="relative" ptsTypes="">
                                      <p:cBhvr>
                                        <p:cTn id="89" dur="3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 L 0.0863487 0 E" pathEditMode="relative" ptsTypes="">
                                      <p:cBhvr>
                                        <p:cTn id="91" dur="3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 L 0.0863487 0 E" pathEditMode="relative" ptsTypes="">
                                      <p:cBhvr>
                                        <p:cTn id="93" dur="3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 L 0.0863487 0 E" pathEditMode="relative" ptsTypes="">
                                      <p:cBhvr>
                                        <p:cTn id="95" dur="3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200"/>
                            </p:stCondLst>
                            <p:childTnLst>
                              <p:par>
                                <p:cTn id="97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8" dur="3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3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0 E" pathEditMode="relative" ptsTypes="">
                                      <p:cBhvr>
                                        <p:cTn id="104" dur="3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500"/>
                            </p:stCondLst>
                            <p:childTnLst>
                              <p:par>
                                <p:cTn id="106" presetID="63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 L 0.129523 0 E" pathEditMode="relative" ptsTypes="">
                                      <p:cBhvr>
                                        <p:cTn id="107" dur="3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 L 0.129523 0 E" pathEditMode="relative" ptsTypes="">
                                      <p:cBhvr>
                                        <p:cTn id="109" dur="3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 L 0.129523 0 E" pathEditMode="relative" ptsTypes="">
                                      <p:cBhvr>
                                        <p:cTn id="111" dur="3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 L 0.129523 0 E" pathEditMode="relative" ptsTypes="">
                                      <p:cBhvr>
                                        <p:cTn id="113" dur="3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 L 0.129523 0 E" pathEditMode="relative" ptsTypes="">
                                      <p:cBhvr>
                                        <p:cTn id="115" dur="3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 L 0.129523 0 E" pathEditMode="relative" ptsTypes="">
                                      <p:cBhvr>
                                        <p:cTn id="117" dur="3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 L 0.129523 0 E" pathEditMode="relative" ptsTypes="">
                                      <p:cBhvr>
                                        <p:cTn id="119" dur="3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 L 0.129523 0 E" pathEditMode="relative" ptsTypes="">
                                      <p:cBhvr>
                                        <p:cTn id="121" dur="3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 L 0.129523 0 E" pathEditMode="relative" ptsTypes="">
                                      <p:cBhvr>
                                        <p:cTn id="123" dur="3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 L 0.129523 0 E" pathEditMode="relative" ptsTypes="">
                                      <p:cBhvr>
                                        <p:cTn id="125" dur="3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 L 0.129523 0 E" pathEditMode="relative" ptsTypes="">
                                      <p:cBhvr>
                                        <p:cTn id="127" dur="3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 L 0.129523 0 E" pathEditMode="relative" ptsTypes="">
                                      <p:cBhvr>
                                        <p:cTn id="129" dur="3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 L 0.129523 0 E" pathEditMode="relative" ptsTypes="">
                                      <p:cBhvr>
                                        <p:cTn id="131" dur="3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 L 0.129523 0 E" pathEditMode="relative" ptsTypes="">
                                      <p:cBhvr>
                                        <p:cTn id="133" dur="3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 L 0.129523 0 E" pathEditMode="relative" ptsTypes="">
                                      <p:cBhvr>
                                        <p:cTn id="135" dur="3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 L 0.129523 0 E" pathEditMode="relative" ptsTypes="">
                                      <p:cBhvr>
                                        <p:cTn id="137" dur="3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 L 0.129523 0 E" pathEditMode="relative" ptsTypes="">
                                      <p:cBhvr>
                                        <p:cTn id="139" dur="3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 L 0.129523 0 E" pathEditMode="relative" ptsTypes="">
                                      <p:cBhvr>
                                        <p:cTn id="141" dur="3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1800"/>
                            </p:stCondLst>
                            <p:childTnLst>
                              <p:par>
                                <p:cTn id="143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4" dur="3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3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0 E" pathEditMode="relative" ptsTypes="">
                                      <p:cBhvr>
                                        <p:cTn id="150" dur="3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2100"/>
                            </p:stCondLst>
                            <p:childTnLst>
                              <p:par>
                                <p:cTn id="152" presetID="63" presetClass="path" presetSubtype="0" accel="50000" decel="5000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 L 0.1726974 0 E" pathEditMode="relative" ptsTypes="">
                                      <p:cBhvr>
                                        <p:cTn id="153" dur="3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4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 L 0.1726974 0 E" pathEditMode="relative" ptsTypes="">
                                      <p:cBhvr>
                                        <p:cTn id="155" dur="3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6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 L 0.1726974 0 E" pathEditMode="relative" ptsTypes="">
                                      <p:cBhvr>
                                        <p:cTn id="157" dur="3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8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 L 0.1726974 0 E" pathEditMode="relative" ptsTypes="">
                                      <p:cBhvr>
                                        <p:cTn id="159" dur="3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0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 L 0.1726974 0 E" pathEditMode="relative" ptsTypes="">
                                      <p:cBhvr>
                                        <p:cTn id="161" dur="3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2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 L 0.1726974 0 E" pathEditMode="relative" ptsTypes="">
                                      <p:cBhvr>
                                        <p:cTn id="163" dur="3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4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 L 0.1726974 0 E" pathEditMode="relative" ptsTypes="">
                                      <p:cBhvr>
                                        <p:cTn id="165" dur="3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6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 L 0.1726974 0 E" pathEditMode="relative" ptsTypes="">
                                      <p:cBhvr>
                                        <p:cTn id="167" dur="3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8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 L 0.1726974 0 E" pathEditMode="relative" ptsTypes="">
                                      <p:cBhvr>
                                        <p:cTn id="169" dur="3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0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 L 0.1726974 0 E" pathEditMode="relative" ptsTypes="">
                                      <p:cBhvr>
                                        <p:cTn id="171" dur="3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2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 L 0.1726974 0 E" pathEditMode="relative" ptsTypes="">
                                      <p:cBhvr>
                                        <p:cTn id="173" dur="3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4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 L 0.1726974 0 E" pathEditMode="relative" ptsTypes="">
                                      <p:cBhvr>
                                        <p:cTn id="175" dur="3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6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 L 0.1726974 0 E" pathEditMode="relative" ptsTypes="">
                                      <p:cBhvr>
                                        <p:cTn id="177" dur="3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8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 L 0.1726974 0 E" pathEditMode="relative" ptsTypes="">
                                      <p:cBhvr>
                                        <p:cTn id="179" dur="3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0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 L 0.1726974 0 E" pathEditMode="relative" ptsTypes="">
                                      <p:cBhvr>
                                        <p:cTn id="181" dur="3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2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 L 0.1726974 0 E" pathEditMode="relative" ptsTypes="">
                                      <p:cBhvr>
                                        <p:cTn id="183" dur="3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4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 L 0.1726974 0 E" pathEditMode="relative" ptsTypes="">
                                      <p:cBhvr>
                                        <p:cTn id="185" dur="3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6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 L 0.1726974 0 E" pathEditMode="relative" ptsTypes="">
                                      <p:cBhvr>
                                        <p:cTn id="187" dur="3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8" fill="hold">
                            <p:stCondLst>
                              <p:cond delay="2400"/>
                            </p:stCondLst>
                            <p:childTnLst>
                              <p:par>
                                <p:cTn id="189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0" dur="3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3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0 E" pathEditMode="relative" ptsTypes="">
                                      <p:cBhvr>
                                        <p:cTn id="196" dur="3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7" fill="hold">
                            <p:stCondLst>
                              <p:cond delay="2700"/>
                            </p:stCondLst>
                            <p:childTnLst>
                              <p:par>
                                <p:cTn id="198" presetID="63" presetClass="path" presetSubtype="0" accel="50000" decel="50000" fill="hold" grpId="4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 L 0.2158717 0 E" pathEditMode="relative" ptsTypes="">
                                      <p:cBhvr>
                                        <p:cTn id="199" dur="3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0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 L 0.2158717 0 E" pathEditMode="relative" ptsTypes="">
                                      <p:cBhvr>
                                        <p:cTn id="201" dur="3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2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 L 0.2158717 0 E" pathEditMode="relative" ptsTypes="">
                                      <p:cBhvr>
                                        <p:cTn id="203" dur="3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4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 L 0.2158717 0 E" pathEditMode="relative" ptsTypes="">
                                      <p:cBhvr>
                                        <p:cTn id="205" dur="3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6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 L 0.2158717 0 E" pathEditMode="relative" ptsTypes="">
                                      <p:cBhvr>
                                        <p:cTn id="207" dur="3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8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 L 0.2158717 0 E" pathEditMode="relative" ptsTypes="">
                                      <p:cBhvr>
                                        <p:cTn id="209" dur="3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0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 L 0.2158717 0 E" pathEditMode="relative" ptsTypes="">
                                      <p:cBhvr>
                                        <p:cTn id="211" dur="3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2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 L 0.2158717 0 E" pathEditMode="relative" ptsTypes="">
                                      <p:cBhvr>
                                        <p:cTn id="213" dur="3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4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 L 0.2158717 0 E" pathEditMode="relative" ptsTypes="">
                                      <p:cBhvr>
                                        <p:cTn id="215" dur="3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6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 L 0.2158717 0 E" pathEditMode="relative" ptsTypes="">
                                      <p:cBhvr>
                                        <p:cTn id="217" dur="3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8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 L 0.2158717 0 E" pathEditMode="relative" ptsTypes="">
                                      <p:cBhvr>
                                        <p:cTn id="219" dur="3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0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 L 0.2158717 0 E" pathEditMode="relative" ptsTypes="">
                                      <p:cBhvr>
                                        <p:cTn id="221" dur="3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2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 L 0.2158717 0 E" pathEditMode="relative" ptsTypes="">
                                      <p:cBhvr>
                                        <p:cTn id="223" dur="3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4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 L 0.2158717 0 E" pathEditMode="relative" ptsTypes="">
                                      <p:cBhvr>
                                        <p:cTn id="225" dur="3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6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 L 0.2158717 0 E" pathEditMode="relative" ptsTypes="">
                                      <p:cBhvr>
                                        <p:cTn id="227" dur="3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8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 L 0.2158717 0 E" pathEditMode="relative" ptsTypes="">
                                      <p:cBhvr>
                                        <p:cTn id="229" dur="3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0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 L 0.2158717 0 E" pathEditMode="relative" ptsTypes="">
                                      <p:cBhvr>
                                        <p:cTn id="231" dur="3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2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 L 0.2158717 0 E" pathEditMode="relative" ptsTypes="">
                                      <p:cBhvr>
                                        <p:cTn id="233" dur="3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4" fill="hold">
                            <p:stCondLst>
                              <p:cond delay="3000"/>
                            </p:stCondLst>
                            <p:childTnLst>
                              <p:par>
                                <p:cTn id="235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6" dur="3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0" dur="3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0 E" pathEditMode="relative" ptsTypes="">
                                      <p:cBhvr>
                                        <p:cTn id="242" dur="3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3" fill="hold">
                            <p:stCondLst>
                              <p:cond delay="3300"/>
                            </p:stCondLst>
                            <p:childTnLst>
                              <p:par>
                                <p:cTn id="244" presetID="63" presetClass="path" presetSubtype="0" accel="50000" decel="50000" fill="hold" grpId="5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 L 0 0.0767544 E" pathEditMode="relative" ptsTypes="">
                                      <p:cBhvr>
                                        <p:cTn id="245" dur="3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6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 L 0 0.0767544 E" pathEditMode="relative" ptsTypes="">
                                      <p:cBhvr>
                                        <p:cTn id="247" dur="3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8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 L 0 0.0767544 E" pathEditMode="relative" ptsTypes="">
                                      <p:cBhvr>
                                        <p:cTn id="249" dur="3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0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 L 0 0.0767544 E" pathEditMode="relative" ptsTypes="">
                                      <p:cBhvr>
                                        <p:cTn id="251" dur="3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2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 L 0 0.0767544 E" pathEditMode="relative" ptsTypes="">
                                      <p:cBhvr>
                                        <p:cTn id="253" dur="3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4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 L 0 0.0767544 E" pathEditMode="relative" ptsTypes="">
                                      <p:cBhvr>
                                        <p:cTn id="255" dur="3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6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 L 0 0.0767544 E" pathEditMode="relative" ptsTypes="">
                                      <p:cBhvr>
                                        <p:cTn id="257" dur="3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8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 L 0 0.0767544 E" pathEditMode="relative" ptsTypes="">
                                      <p:cBhvr>
                                        <p:cTn id="259" dur="3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0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 L 0 0.0767544 E" pathEditMode="relative" ptsTypes="">
                                      <p:cBhvr>
                                        <p:cTn id="261" dur="3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2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 L 0 0.0767544 E" pathEditMode="relative" ptsTypes="">
                                      <p:cBhvr>
                                        <p:cTn id="263" dur="3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4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 L 0 0.0767544 E" pathEditMode="relative" ptsTypes="">
                                      <p:cBhvr>
                                        <p:cTn id="265" dur="3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6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 L 0 0.0767544 E" pathEditMode="relative" ptsTypes="">
                                      <p:cBhvr>
                                        <p:cTn id="267" dur="3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8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 L 0 0.0767544 E" pathEditMode="relative" ptsTypes="">
                                      <p:cBhvr>
                                        <p:cTn id="269" dur="3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0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 L 0 0.0767544 E" pathEditMode="relative" ptsTypes="">
                                      <p:cBhvr>
                                        <p:cTn id="271" dur="3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2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 L 0 0.0767544 E" pathEditMode="relative" ptsTypes="">
                                      <p:cBhvr>
                                        <p:cTn id="273" dur="3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4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 L 0 0.0767544 E" pathEditMode="relative" ptsTypes="">
                                      <p:cBhvr>
                                        <p:cTn id="275" dur="3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6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 L 0 0.0767544 E" pathEditMode="relative" ptsTypes="">
                                      <p:cBhvr>
                                        <p:cTn id="277" dur="3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8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 L 0 0.0767544 E" pathEditMode="relative" ptsTypes="">
                                      <p:cBhvr>
                                        <p:cTn id="279" dur="3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0" fill="hold">
                            <p:stCondLst>
                              <p:cond delay="3600"/>
                            </p:stCondLst>
                            <p:childTnLst>
                              <p:par>
                                <p:cTn id="281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2" dur="3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6" dur="3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0 E" pathEditMode="relative" ptsTypes="">
                                      <p:cBhvr>
                                        <p:cTn id="288" dur="3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9" fill="hold">
                            <p:stCondLst>
                              <p:cond delay="3900"/>
                            </p:stCondLst>
                            <p:childTnLst>
                              <p:par>
                                <p:cTn id="290" presetID="63" presetClass="path" presetSubtype="0" accel="50000" decel="50000" fill="hold" grpId="6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767544 L 0.0431743 0.0767544 E" pathEditMode="relative" ptsTypes="">
                                      <p:cBhvr>
                                        <p:cTn id="291" dur="3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2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767544 L 0.0431743 0.0767544 E" pathEditMode="relative" ptsTypes="">
                                      <p:cBhvr>
                                        <p:cTn id="293" dur="3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4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767544 L 0.0431743 0.0767544 E" pathEditMode="relative" ptsTypes="">
                                      <p:cBhvr>
                                        <p:cTn id="295" dur="3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6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767544 L 0.0431743 0.0767544 E" pathEditMode="relative" ptsTypes="">
                                      <p:cBhvr>
                                        <p:cTn id="297" dur="3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8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767544 L 0.0431743 0.0767544 E" pathEditMode="relative" ptsTypes="">
                                      <p:cBhvr>
                                        <p:cTn id="299" dur="3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0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767544 L 0.0431743 0.0767544 E" pathEditMode="relative" ptsTypes="">
                                      <p:cBhvr>
                                        <p:cTn id="301" dur="3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2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767544 L 0.0431743 0.0767544 E" pathEditMode="relative" ptsTypes="">
                                      <p:cBhvr>
                                        <p:cTn id="303" dur="3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4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767544 L 0.0431743 0.0767544 E" pathEditMode="relative" ptsTypes="">
                                      <p:cBhvr>
                                        <p:cTn id="305" dur="3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6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767544 L 0.0431743 0.0767544 E" pathEditMode="relative" ptsTypes="">
                                      <p:cBhvr>
                                        <p:cTn id="307" dur="3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8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767544 L 0.0431743 0.0767544 E" pathEditMode="relative" ptsTypes="">
                                      <p:cBhvr>
                                        <p:cTn id="309" dur="3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0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767544 L 0.0431743 0.0767544 E" pathEditMode="relative" ptsTypes="">
                                      <p:cBhvr>
                                        <p:cTn id="311" dur="3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2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767544 L 0.0431743 0.0767544 E" pathEditMode="relative" ptsTypes="">
                                      <p:cBhvr>
                                        <p:cTn id="313" dur="3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4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767544 L 0.0431743 0.0767544 E" pathEditMode="relative" ptsTypes="">
                                      <p:cBhvr>
                                        <p:cTn id="315" dur="3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6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767544 L 0.0431743 0.0767544 E" pathEditMode="relative" ptsTypes="">
                                      <p:cBhvr>
                                        <p:cTn id="317" dur="3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8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767544 L 0.0431743 0.0767544 E" pathEditMode="relative" ptsTypes="">
                                      <p:cBhvr>
                                        <p:cTn id="319" dur="3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0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767544 L 0.0431743 0.0767544 E" pathEditMode="relative" ptsTypes="">
                                      <p:cBhvr>
                                        <p:cTn id="321" dur="3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2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767544 L 0.0431743 0.0767544 E" pathEditMode="relative" ptsTypes="">
                                      <p:cBhvr>
                                        <p:cTn id="323" dur="3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4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767544 L 0.0431743 0.0767544 E" pathEditMode="relative" ptsTypes="">
                                      <p:cBhvr>
                                        <p:cTn id="325" dur="3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6" fill="hold">
                            <p:stCondLst>
                              <p:cond delay="4200"/>
                            </p:stCondLst>
                            <p:childTnLst>
                              <p:par>
                                <p:cTn id="327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8" dur="3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2" dur="3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0 E" pathEditMode="relative" ptsTypes="">
                                      <p:cBhvr>
                                        <p:cTn id="334" dur="3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5" fill="hold">
                            <p:stCondLst>
                              <p:cond delay="4500"/>
                            </p:stCondLst>
                            <p:childTnLst>
                              <p:par>
                                <p:cTn id="336" presetID="63" presetClass="path" presetSubtype="0" accel="50000" decel="50000" fill="hold" grpId="7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0767544 L 0.0863487 0.0767544 E" pathEditMode="relative" ptsTypes="">
                                      <p:cBhvr>
                                        <p:cTn id="337" dur="3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8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0767544 L 0.0863487 0.0767544 E" pathEditMode="relative" ptsTypes="">
                                      <p:cBhvr>
                                        <p:cTn id="339" dur="3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0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0767544 L 0.0863487 0.0767544 E" pathEditMode="relative" ptsTypes="">
                                      <p:cBhvr>
                                        <p:cTn id="341" dur="3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2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0767544 L 0.0863487 0.0767544 E" pathEditMode="relative" ptsTypes="">
                                      <p:cBhvr>
                                        <p:cTn id="343" dur="3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4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0767544 L 0.0863487 0.0767544 E" pathEditMode="relative" ptsTypes="">
                                      <p:cBhvr>
                                        <p:cTn id="345" dur="3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6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0767544 L 0.0863487 0.0767544 E" pathEditMode="relative" ptsTypes="">
                                      <p:cBhvr>
                                        <p:cTn id="347" dur="3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8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0767544 L 0.0863487 0.0767544 E" pathEditMode="relative" ptsTypes="">
                                      <p:cBhvr>
                                        <p:cTn id="349" dur="3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0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0767544 L 0.0863487 0.0767544 E" pathEditMode="relative" ptsTypes="">
                                      <p:cBhvr>
                                        <p:cTn id="351" dur="3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2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0767544 L 0.0863487 0.0767544 E" pathEditMode="relative" ptsTypes="">
                                      <p:cBhvr>
                                        <p:cTn id="353" dur="3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4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0767544 L 0.0863487 0.0767544 E" pathEditMode="relative" ptsTypes="">
                                      <p:cBhvr>
                                        <p:cTn id="355" dur="3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6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0767544 L 0.0863487 0.0767544 E" pathEditMode="relative" ptsTypes="">
                                      <p:cBhvr>
                                        <p:cTn id="357" dur="3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8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0767544 L 0.0863487 0.0767544 E" pathEditMode="relative" ptsTypes="">
                                      <p:cBhvr>
                                        <p:cTn id="359" dur="3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0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0767544 L 0.0863487 0.0767544 E" pathEditMode="relative" ptsTypes="">
                                      <p:cBhvr>
                                        <p:cTn id="361" dur="3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2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0767544 L 0.0863487 0.0767544 E" pathEditMode="relative" ptsTypes="">
                                      <p:cBhvr>
                                        <p:cTn id="363" dur="3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4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0767544 L 0.0863487 0.0767544 E" pathEditMode="relative" ptsTypes="">
                                      <p:cBhvr>
                                        <p:cTn id="365" dur="3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6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0767544 L 0.0863487 0.0767544 E" pathEditMode="relative" ptsTypes="">
                                      <p:cBhvr>
                                        <p:cTn id="367" dur="3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8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0767544 L 0.0863487 0.0767544 E" pathEditMode="relative" ptsTypes="">
                                      <p:cBhvr>
                                        <p:cTn id="369" dur="3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0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0767544 L 0.0863487 0.0767544 E" pathEditMode="relative" ptsTypes="">
                                      <p:cBhvr>
                                        <p:cTn id="371" dur="3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2" fill="hold">
                            <p:stCondLst>
                              <p:cond delay="4800"/>
                            </p:stCondLst>
                            <p:childTnLst>
                              <p:par>
                                <p:cTn id="373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4" dur="3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5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8" dur="3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0 E" pathEditMode="relative" ptsTypes="">
                                      <p:cBhvr>
                                        <p:cTn id="380" dur="3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1" fill="hold">
                            <p:stCondLst>
                              <p:cond delay="5100"/>
                            </p:stCondLst>
                            <p:childTnLst>
                              <p:par>
                                <p:cTn id="382" presetID="63" presetClass="path" presetSubtype="0" accel="50000" decel="50000" fill="hold" grpId="8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0767544 L 0.129523 0.0767544 E" pathEditMode="relative" ptsTypes="">
                                      <p:cBhvr>
                                        <p:cTn id="383" dur="3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4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0767544 L 0.129523 0.0767544 E" pathEditMode="relative" ptsTypes="">
                                      <p:cBhvr>
                                        <p:cTn id="385" dur="3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6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0767544 L 0.129523 0.0767544 E" pathEditMode="relative" ptsTypes="">
                                      <p:cBhvr>
                                        <p:cTn id="387" dur="3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8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0767544 L 0.129523 0.0767544 E" pathEditMode="relative" ptsTypes="">
                                      <p:cBhvr>
                                        <p:cTn id="389" dur="3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0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0767544 L 0.129523 0.0767544 E" pathEditMode="relative" ptsTypes="">
                                      <p:cBhvr>
                                        <p:cTn id="391" dur="3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2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0767544 L 0.129523 0.0767544 E" pathEditMode="relative" ptsTypes="">
                                      <p:cBhvr>
                                        <p:cTn id="393" dur="3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4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0767544 L 0.129523 0.0767544 E" pathEditMode="relative" ptsTypes="">
                                      <p:cBhvr>
                                        <p:cTn id="395" dur="3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6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0767544 L 0.129523 0.0767544 E" pathEditMode="relative" ptsTypes="">
                                      <p:cBhvr>
                                        <p:cTn id="397" dur="3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8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0767544 L 0.129523 0.0767544 E" pathEditMode="relative" ptsTypes="">
                                      <p:cBhvr>
                                        <p:cTn id="399" dur="3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0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0767544 L 0.129523 0.0767544 E" pathEditMode="relative" ptsTypes="">
                                      <p:cBhvr>
                                        <p:cTn id="401" dur="3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2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0767544 L 0.129523 0.0767544 E" pathEditMode="relative" ptsTypes="">
                                      <p:cBhvr>
                                        <p:cTn id="403" dur="3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4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0767544 L 0.129523 0.0767544 E" pathEditMode="relative" ptsTypes="">
                                      <p:cBhvr>
                                        <p:cTn id="405" dur="3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6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0767544 L 0.129523 0.0767544 E" pathEditMode="relative" ptsTypes="">
                                      <p:cBhvr>
                                        <p:cTn id="407" dur="3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8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0767544 L 0.129523 0.0767544 E" pathEditMode="relative" ptsTypes="">
                                      <p:cBhvr>
                                        <p:cTn id="409" dur="3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0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0767544 L 0.129523 0.0767544 E" pathEditMode="relative" ptsTypes="">
                                      <p:cBhvr>
                                        <p:cTn id="411" dur="3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2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0767544 L 0.129523 0.0767544 E" pathEditMode="relative" ptsTypes="">
                                      <p:cBhvr>
                                        <p:cTn id="413" dur="3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4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0767544 L 0.129523 0.0767544 E" pathEditMode="relative" ptsTypes="">
                                      <p:cBhvr>
                                        <p:cTn id="415" dur="3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6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0767544 L 0.129523 0.0767544 E" pathEditMode="relative" ptsTypes="">
                                      <p:cBhvr>
                                        <p:cTn id="417" dur="3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8" fill="hold">
                            <p:stCondLst>
                              <p:cond delay="5400"/>
                            </p:stCondLst>
                            <p:childTnLst>
                              <p:par>
                                <p:cTn id="419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0" dur="3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4" dur="3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0 E" pathEditMode="relative" ptsTypes="">
                                      <p:cBhvr>
                                        <p:cTn id="426" dur="3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7" fill="hold">
                            <p:stCondLst>
                              <p:cond delay="5700"/>
                            </p:stCondLst>
                            <p:childTnLst>
                              <p:par>
                                <p:cTn id="428" presetID="63" presetClass="path" presetSubtype="0" accel="50000" decel="50000" fill="hold" grpId="9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0767544 L 0.1726974 0.0767544 E" pathEditMode="relative" ptsTypes="">
                                      <p:cBhvr>
                                        <p:cTn id="429" dur="3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0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0767544 L 0.1726974 0.0767544 E" pathEditMode="relative" ptsTypes="">
                                      <p:cBhvr>
                                        <p:cTn id="431" dur="3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2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0767544 L 0.1726974 0.0767544 E" pathEditMode="relative" ptsTypes="">
                                      <p:cBhvr>
                                        <p:cTn id="433" dur="3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4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0767544 L 0.1726974 0.0767544 E" pathEditMode="relative" ptsTypes="">
                                      <p:cBhvr>
                                        <p:cTn id="435" dur="3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6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0767544 L 0.1726974 0.0767544 E" pathEditMode="relative" ptsTypes="">
                                      <p:cBhvr>
                                        <p:cTn id="437" dur="3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8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0767544 L 0.1726974 0.0767544 E" pathEditMode="relative" ptsTypes="">
                                      <p:cBhvr>
                                        <p:cTn id="439" dur="3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0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0767544 L 0.1726974 0.0767544 E" pathEditMode="relative" ptsTypes="">
                                      <p:cBhvr>
                                        <p:cTn id="441" dur="3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2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0767544 L 0.1726974 0.0767544 E" pathEditMode="relative" ptsTypes="">
                                      <p:cBhvr>
                                        <p:cTn id="443" dur="3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4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0767544 L 0.1726974 0.0767544 E" pathEditMode="relative" ptsTypes="">
                                      <p:cBhvr>
                                        <p:cTn id="445" dur="3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6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0767544 L 0.1726974 0.0767544 E" pathEditMode="relative" ptsTypes="">
                                      <p:cBhvr>
                                        <p:cTn id="447" dur="3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8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0767544 L 0.1726974 0.0767544 E" pathEditMode="relative" ptsTypes="">
                                      <p:cBhvr>
                                        <p:cTn id="449" dur="3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0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0767544 L 0.1726974 0.0767544 E" pathEditMode="relative" ptsTypes="">
                                      <p:cBhvr>
                                        <p:cTn id="451" dur="3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2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0767544 L 0.1726974 0.0767544 E" pathEditMode="relative" ptsTypes="">
                                      <p:cBhvr>
                                        <p:cTn id="453" dur="3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4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0767544 L 0.1726974 0.0767544 E" pathEditMode="relative" ptsTypes="">
                                      <p:cBhvr>
                                        <p:cTn id="455" dur="3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6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0767544 L 0.1726974 0.0767544 E" pathEditMode="relative" ptsTypes="">
                                      <p:cBhvr>
                                        <p:cTn id="457" dur="3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8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0767544 L 0.1726974 0.0767544 E" pathEditMode="relative" ptsTypes="">
                                      <p:cBhvr>
                                        <p:cTn id="459" dur="3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0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0767544 L 0.1726974 0.0767544 E" pathEditMode="relative" ptsTypes="">
                                      <p:cBhvr>
                                        <p:cTn id="461" dur="3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2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0767544 L 0.1726974 0.0767544 E" pathEditMode="relative" ptsTypes="">
                                      <p:cBhvr>
                                        <p:cTn id="463" dur="3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4" fill="hold">
                            <p:stCondLst>
                              <p:cond delay="6000"/>
                            </p:stCondLst>
                            <p:childTnLst>
                              <p:par>
                                <p:cTn id="465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6" dur="3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0" dur="3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0 E" pathEditMode="relative" ptsTypes="">
                                      <p:cBhvr>
                                        <p:cTn id="472" dur="3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3" fill="hold">
                            <p:stCondLst>
                              <p:cond delay="6300"/>
                            </p:stCondLst>
                            <p:childTnLst>
                              <p:par>
                                <p:cTn id="474" presetID="63" presetClass="path" presetSubtype="0" accel="50000" decel="50000" fill="hold" grpId="1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0767544 L 0.2158717 0.0767544 E" pathEditMode="relative" ptsTypes="">
                                      <p:cBhvr>
                                        <p:cTn id="475" dur="3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6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0767544 L 0.2158717 0.0767544 E" pathEditMode="relative" ptsTypes="">
                                      <p:cBhvr>
                                        <p:cTn id="477" dur="3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8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0767544 L 0.2158717 0.0767544 E" pathEditMode="relative" ptsTypes="">
                                      <p:cBhvr>
                                        <p:cTn id="479" dur="3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0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0767544 L 0.2158717 0.0767544 E" pathEditMode="relative" ptsTypes="">
                                      <p:cBhvr>
                                        <p:cTn id="481" dur="3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2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0767544 L 0.2158717 0.0767544 E" pathEditMode="relative" ptsTypes="">
                                      <p:cBhvr>
                                        <p:cTn id="483" dur="3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4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0767544 L 0.2158717 0.0767544 E" pathEditMode="relative" ptsTypes="">
                                      <p:cBhvr>
                                        <p:cTn id="485" dur="3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6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0767544 L 0.2158717 0.0767544 E" pathEditMode="relative" ptsTypes="">
                                      <p:cBhvr>
                                        <p:cTn id="487" dur="3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8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0767544 L 0.2158717 0.0767544 E" pathEditMode="relative" ptsTypes="">
                                      <p:cBhvr>
                                        <p:cTn id="489" dur="3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0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0767544 L 0.2158717 0.0767544 E" pathEditMode="relative" ptsTypes="">
                                      <p:cBhvr>
                                        <p:cTn id="491" dur="3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2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0767544 L 0.2158717 0.0767544 E" pathEditMode="relative" ptsTypes="">
                                      <p:cBhvr>
                                        <p:cTn id="493" dur="3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4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0767544 L 0.2158717 0.0767544 E" pathEditMode="relative" ptsTypes="">
                                      <p:cBhvr>
                                        <p:cTn id="495" dur="3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6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0767544 L 0.2158717 0.0767544 E" pathEditMode="relative" ptsTypes="">
                                      <p:cBhvr>
                                        <p:cTn id="497" dur="3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8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0767544 L 0.2158717 0.0767544 E" pathEditMode="relative" ptsTypes="">
                                      <p:cBhvr>
                                        <p:cTn id="499" dur="3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0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0767544 L 0.2158717 0.0767544 E" pathEditMode="relative" ptsTypes="">
                                      <p:cBhvr>
                                        <p:cTn id="501" dur="3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2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0767544 L 0.2158717 0.0767544 E" pathEditMode="relative" ptsTypes="">
                                      <p:cBhvr>
                                        <p:cTn id="503" dur="3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4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0767544 L 0.2158717 0.0767544 E" pathEditMode="relative" ptsTypes="">
                                      <p:cBhvr>
                                        <p:cTn id="505" dur="3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6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0767544 L 0.2158717 0.0767544 E" pathEditMode="relative" ptsTypes="">
                                      <p:cBhvr>
                                        <p:cTn id="507" dur="3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8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0767544 L 0.2158717 0.0767544 E" pathEditMode="relative" ptsTypes="">
                                      <p:cBhvr>
                                        <p:cTn id="509" dur="3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0" fill="hold">
                            <p:stCondLst>
                              <p:cond delay="6600"/>
                            </p:stCondLst>
                            <p:childTnLst>
                              <p:par>
                                <p:cTn id="511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2" dur="3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3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6" dur="3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0 E" pathEditMode="relative" ptsTypes="">
                                      <p:cBhvr>
                                        <p:cTn id="518" dur="300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9" fill="hold">
                            <p:stCondLst>
                              <p:cond delay="6900"/>
                            </p:stCondLst>
                            <p:childTnLst>
                              <p:par>
                                <p:cTn id="520" presetID="63" presetClass="path" presetSubtype="0" accel="50000" decel="50000" fill="hold" grpId="1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0767544 L 0 0.1535088 E" pathEditMode="relative" ptsTypes="">
                                      <p:cBhvr>
                                        <p:cTn id="521" dur="3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2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0767544 L 0 0.1535088 E" pathEditMode="relative" ptsTypes="">
                                      <p:cBhvr>
                                        <p:cTn id="523" dur="3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4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0767544 L 0 0.1535088 E" pathEditMode="relative" ptsTypes="">
                                      <p:cBhvr>
                                        <p:cTn id="525" dur="3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6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0767544 L 0 0.1535088 E" pathEditMode="relative" ptsTypes="">
                                      <p:cBhvr>
                                        <p:cTn id="527" dur="3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8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0767544 L 0 0.1535088 E" pathEditMode="relative" ptsTypes="">
                                      <p:cBhvr>
                                        <p:cTn id="529" dur="3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0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0767544 L 0 0.1535088 E" pathEditMode="relative" ptsTypes="">
                                      <p:cBhvr>
                                        <p:cTn id="531" dur="3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2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0767544 L 0 0.1535088 E" pathEditMode="relative" ptsTypes="">
                                      <p:cBhvr>
                                        <p:cTn id="533" dur="3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4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0767544 L 0 0.1535088 E" pathEditMode="relative" ptsTypes="">
                                      <p:cBhvr>
                                        <p:cTn id="535" dur="3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6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0767544 L 0 0.1535088 E" pathEditMode="relative" ptsTypes="">
                                      <p:cBhvr>
                                        <p:cTn id="537" dur="3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8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0767544 L 0 0.1535088 E" pathEditMode="relative" ptsTypes="">
                                      <p:cBhvr>
                                        <p:cTn id="539" dur="3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0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0767544 L 0 0.1535088 E" pathEditMode="relative" ptsTypes="">
                                      <p:cBhvr>
                                        <p:cTn id="541" dur="3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2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0767544 L 0 0.1535088 E" pathEditMode="relative" ptsTypes="">
                                      <p:cBhvr>
                                        <p:cTn id="543" dur="3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4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0767544 L 0 0.1535088 E" pathEditMode="relative" ptsTypes="">
                                      <p:cBhvr>
                                        <p:cTn id="545" dur="3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6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0767544 L 0 0.1535088 E" pathEditMode="relative" ptsTypes="">
                                      <p:cBhvr>
                                        <p:cTn id="547" dur="3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8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0767544 L 0 0.1535088 E" pathEditMode="relative" ptsTypes="">
                                      <p:cBhvr>
                                        <p:cTn id="549" dur="3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0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0767544 L 0 0.1535088 E" pathEditMode="relative" ptsTypes="">
                                      <p:cBhvr>
                                        <p:cTn id="551" dur="3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2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0767544 L 0 0.1535088 E" pathEditMode="relative" ptsTypes="">
                                      <p:cBhvr>
                                        <p:cTn id="553" dur="3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4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0767544 L 0 0.1535088 E" pathEditMode="relative" ptsTypes="">
                                      <p:cBhvr>
                                        <p:cTn id="555" dur="3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6" fill="hold">
                            <p:stCondLst>
                              <p:cond delay="7200"/>
                            </p:stCondLst>
                            <p:childTnLst>
                              <p:par>
                                <p:cTn id="557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8" dur="3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9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2" dur="3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0.0 E" pathEditMode="relative" ptsTypes="">
                                      <p:cBhvr>
                                        <p:cTn id="564" dur="3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5" fill="hold">
                            <p:stCondLst>
                              <p:cond delay="7500"/>
                            </p:stCondLst>
                            <p:childTnLst>
                              <p:par>
                                <p:cTn id="566" presetID="63" presetClass="path" presetSubtype="0" accel="50000" decel="50000" fill="hold" grpId="1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535088 L 0.0431743 0.1535088 E" pathEditMode="relative" ptsTypes="">
                                      <p:cBhvr>
                                        <p:cTn id="567" dur="3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8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535088 L 0.0431743 0.1535088 E" pathEditMode="relative" ptsTypes="">
                                      <p:cBhvr>
                                        <p:cTn id="569" dur="3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0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535088 L 0.0431743 0.1535088 E" pathEditMode="relative" ptsTypes="">
                                      <p:cBhvr>
                                        <p:cTn id="571" dur="3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2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535088 L 0.0431743 0.1535088 E" pathEditMode="relative" ptsTypes="">
                                      <p:cBhvr>
                                        <p:cTn id="573" dur="3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4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535088 L 0.0431743 0.1535088 E" pathEditMode="relative" ptsTypes="">
                                      <p:cBhvr>
                                        <p:cTn id="575" dur="3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6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535088 L 0.0431743 0.1535088 E" pathEditMode="relative" ptsTypes="">
                                      <p:cBhvr>
                                        <p:cTn id="577" dur="3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8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535088 L 0.0431743 0.1535088 E" pathEditMode="relative" ptsTypes="">
                                      <p:cBhvr>
                                        <p:cTn id="579" dur="3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0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535088 L 0.0431743 0.1535088 E" pathEditMode="relative" ptsTypes="">
                                      <p:cBhvr>
                                        <p:cTn id="581" dur="3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2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535088 L 0.0431743 0.1535088 E" pathEditMode="relative" ptsTypes="">
                                      <p:cBhvr>
                                        <p:cTn id="583" dur="3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4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535088 L 0.0431743 0.1535088 E" pathEditMode="relative" ptsTypes="">
                                      <p:cBhvr>
                                        <p:cTn id="585" dur="3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6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535088 L 0.0431743 0.1535088 E" pathEditMode="relative" ptsTypes="">
                                      <p:cBhvr>
                                        <p:cTn id="587" dur="3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8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535088 L 0.0431743 0.1535088 E" pathEditMode="relative" ptsTypes="">
                                      <p:cBhvr>
                                        <p:cTn id="589" dur="3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0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535088 L 0.0431743 0.1535088 E" pathEditMode="relative" ptsTypes="">
                                      <p:cBhvr>
                                        <p:cTn id="591" dur="3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2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535088 L 0.0431743 0.1535088 E" pathEditMode="relative" ptsTypes="">
                                      <p:cBhvr>
                                        <p:cTn id="593" dur="3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4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535088 L 0.0431743 0.1535088 E" pathEditMode="relative" ptsTypes="">
                                      <p:cBhvr>
                                        <p:cTn id="595" dur="3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6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535088 L 0.0431743 0.1535088 E" pathEditMode="relative" ptsTypes="">
                                      <p:cBhvr>
                                        <p:cTn id="597" dur="3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8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535088 L 0.0431743 0.1535088 E" pathEditMode="relative" ptsTypes="">
                                      <p:cBhvr>
                                        <p:cTn id="599" dur="3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0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535088 L 0.0431743 0.1535088 E" pathEditMode="relative" ptsTypes="">
                                      <p:cBhvr>
                                        <p:cTn id="601" dur="3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2" fill="hold">
                            <p:stCondLst>
                              <p:cond delay="7800"/>
                            </p:stCondLst>
                            <p:childTnLst>
                              <p:par>
                                <p:cTn id="603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4" dur="3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8" dur="3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0.0 E" pathEditMode="relative" ptsTypes="">
                                      <p:cBhvr>
                                        <p:cTn id="610" dur="3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1" fill="hold">
                            <p:stCondLst>
                              <p:cond delay="8100"/>
                            </p:stCondLst>
                            <p:childTnLst>
                              <p:par>
                                <p:cTn id="612" presetID="63" presetClass="path" presetSubtype="0" accel="50000" decel="50000" fill="hold" grpId="1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1535088 L 0.0863487 0.1535088 E" pathEditMode="relative" ptsTypes="">
                                      <p:cBhvr>
                                        <p:cTn id="613" dur="3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4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1535088 L 0.0863487 0.1535088 E" pathEditMode="relative" ptsTypes="">
                                      <p:cBhvr>
                                        <p:cTn id="615" dur="3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6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1535088 L 0.0863487 0.1535088 E" pathEditMode="relative" ptsTypes="">
                                      <p:cBhvr>
                                        <p:cTn id="617" dur="3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8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1535088 L 0.0863487 0.1535088 E" pathEditMode="relative" ptsTypes="">
                                      <p:cBhvr>
                                        <p:cTn id="619" dur="3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0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1535088 L 0.0863487 0.1535088 E" pathEditMode="relative" ptsTypes="">
                                      <p:cBhvr>
                                        <p:cTn id="621" dur="3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2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1535088 L 0.0863487 0.1535088 E" pathEditMode="relative" ptsTypes="">
                                      <p:cBhvr>
                                        <p:cTn id="623" dur="3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4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1535088 L 0.0863487 0.1535088 E" pathEditMode="relative" ptsTypes="">
                                      <p:cBhvr>
                                        <p:cTn id="625" dur="3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6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1535088 L 0.0863487 0.1535088 E" pathEditMode="relative" ptsTypes="">
                                      <p:cBhvr>
                                        <p:cTn id="627" dur="3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8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1535088 L 0.0863487 0.1535088 E" pathEditMode="relative" ptsTypes="">
                                      <p:cBhvr>
                                        <p:cTn id="629" dur="3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0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1535088 L 0.0863487 0.1535088 E" pathEditMode="relative" ptsTypes="">
                                      <p:cBhvr>
                                        <p:cTn id="631" dur="3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2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1535088 L 0.0863487 0.1535088 E" pathEditMode="relative" ptsTypes="">
                                      <p:cBhvr>
                                        <p:cTn id="633" dur="3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4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1535088 L 0.0863487 0.1535088 E" pathEditMode="relative" ptsTypes="">
                                      <p:cBhvr>
                                        <p:cTn id="635" dur="3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6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1535088 L 0.0863487 0.1535088 E" pathEditMode="relative" ptsTypes="">
                                      <p:cBhvr>
                                        <p:cTn id="637" dur="3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8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1535088 L 0.0863487 0.1535088 E" pathEditMode="relative" ptsTypes="">
                                      <p:cBhvr>
                                        <p:cTn id="639" dur="3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0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1535088 L 0.0863487 0.1535088 E" pathEditMode="relative" ptsTypes="">
                                      <p:cBhvr>
                                        <p:cTn id="641" dur="3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2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1535088 L 0.0863487 0.1535088 E" pathEditMode="relative" ptsTypes="">
                                      <p:cBhvr>
                                        <p:cTn id="643" dur="3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4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1535088 L 0.0863487 0.1535088 E" pathEditMode="relative" ptsTypes="">
                                      <p:cBhvr>
                                        <p:cTn id="645" dur="3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6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1535088 L 0.0863487 0.1535088 E" pathEditMode="relative" ptsTypes="">
                                      <p:cBhvr>
                                        <p:cTn id="647" dur="3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8" fill="hold">
                            <p:stCondLst>
                              <p:cond delay="8400"/>
                            </p:stCondLst>
                            <p:childTnLst>
                              <p:par>
                                <p:cTn id="649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0" dur="3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1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4" dur="3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0.0 E" pathEditMode="relative" ptsTypes="">
                                      <p:cBhvr>
                                        <p:cTn id="656" dur="300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7" fill="hold">
                            <p:stCondLst>
                              <p:cond delay="8700"/>
                            </p:stCondLst>
                            <p:childTnLst>
                              <p:par>
                                <p:cTn id="658" presetID="63" presetClass="path" presetSubtype="0" accel="50000" decel="50000" fill="hold" grpId="14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1535088 L 0.129523 0.1535088 E" pathEditMode="relative" ptsTypes="">
                                      <p:cBhvr>
                                        <p:cTn id="659" dur="3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0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1535088 L 0.129523 0.1535088 E" pathEditMode="relative" ptsTypes="">
                                      <p:cBhvr>
                                        <p:cTn id="661" dur="3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2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1535088 L 0.129523 0.1535088 E" pathEditMode="relative" ptsTypes="">
                                      <p:cBhvr>
                                        <p:cTn id="663" dur="3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4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1535088 L 0.129523 0.1535088 E" pathEditMode="relative" ptsTypes="">
                                      <p:cBhvr>
                                        <p:cTn id="665" dur="3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6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1535088 L 0.129523 0.1535088 E" pathEditMode="relative" ptsTypes="">
                                      <p:cBhvr>
                                        <p:cTn id="667" dur="3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8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1535088 L 0.129523 0.1535088 E" pathEditMode="relative" ptsTypes="">
                                      <p:cBhvr>
                                        <p:cTn id="669" dur="3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0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1535088 L 0.129523 0.1535088 E" pathEditMode="relative" ptsTypes="">
                                      <p:cBhvr>
                                        <p:cTn id="671" dur="3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2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1535088 L 0.129523 0.1535088 E" pathEditMode="relative" ptsTypes="">
                                      <p:cBhvr>
                                        <p:cTn id="673" dur="3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4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1535088 L 0.129523 0.1535088 E" pathEditMode="relative" ptsTypes="">
                                      <p:cBhvr>
                                        <p:cTn id="675" dur="3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6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1535088 L 0.129523 0.1535088 E" pathEditMode="relative" ptsTypes="">
                                      <p:cBhvr>
                                        <p:cTn id="677" dur="3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8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1535088 L 0.129523 0.1535088 E" pathEditMode="relative" ptsTypes="">
                                      <p:cBhvr>
                                        <p:cTn id="679" dur="3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0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1535088 L 0.129523 0.1535088 E" pathEditMode="relative" ptsTypes="">
                                      <p:cBhvr>
                                        <p:cTn id="681" dur="3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2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1535088 L 0.129523 0.1535088 E" pathEditMode="relative" ptsTypes="">
                                      <p:cBhvr>
                                        <p:cTn id="683" dur="3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4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1535088 L 0.129523 0.1535088 E" pathEditMode="relative" ptsTypes="">
                                      <p:cBhvr>
                                        <p:cTn id="685" dur="3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6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1535088 L 0.129523 0.1535088 E" pathEditMode="relative" ptsTypes="">
                                      <p:cBhvr>
                                        <p:cTn id="687" dur="3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8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1535088 L 0.129523 0.1535088 E" pathEditMode="relative" ptsTypes="">
                                      <p:cBhvr>
                                        <p:cTn id="689" dur="3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0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1535088 L 0.129523 0.1535088 E" pathEditMode="relative" ptsTypes="">
                                      <p:cBhvr>
                                        <p:cTn id="691" dur="3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2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1535088 L 0.129523 0.1535088 E" pathEditMode="relative" ptsTypes="">
                                      <p:cBhvr>
                                        <p:cTn id="693" dur="3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4" fill="hold">
                            <p:stCondLst>
                              <p:cond delay="9000"/>
                            </p:stCondLst>
                            <p:childTnLst>
                              <p:par>
                                <p:cTn id="695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6" dur="3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0" dur="3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0.0 E" pathEditMode="relative" ptsTypes="">
                                      <p:cBhvr>
                                        <p:cTn id="702" dur="3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3" fill="hold">
                            <p:stCondLst>
                              <p:cond delay="9300"/>
                            </p:stCondLst>
                            <p:childTnLst>
                              <p:par>
                                <p:cTn id="704" presetID="63" presetClass="path" presetSubtype="0" accel="50000" decel="50000" fill="hold" grpId="15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1535088 L 0.1726974 0.1535088 E" pathEditMode="relative" ptsTypes="">
                                      <p:cBhvr>
                                        <p:cTn id="705" dur="3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6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1535088 L 0.1726974 0.1535088 E" pathEditMode="relative" ptsTypes="">
                                      <p:cBhvr>
                                        <p:cTn id="707" dur="3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8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1535088 L 0.1726974 0.1535088 E" pathEditMode="relative" ptsTypes="">
                                      <p:cBhvr>
                                        <p:cTn id="709" dur="3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0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1535088 L 0.1726974 0.1535088 E" pathEditMode="relative" ptsTypes="">
                                      <p:cBhvr>
                                        <p:cTn id="711" dur="3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2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1535088 L 0.1726974 0.1535088 E" pathEditMode="relative" ptsTypes="">
                                      <p:cBhvr>
                                        <p:cTn id="713" dur="3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4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1535088 L 0.1726974 0.1535088 E" pathEditMode="relative" ptsTypes="">
                                      <p:cBhvr>
                                        <p:cTn id="715" dur="3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6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1535088 L 0.1726974 0.1535088 E" pathEditMode="relative" ptsTypes="">
                                      <p:cBhvr>
                                        <p:cTn id="717" dur="3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8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1535088 L 0.1726974 0.1535088 E" pathEditMode="relative" ptsTypes="">
                                      <p:cBhvr>
                                        <p:cTn id="719" dur="3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0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1535088 L 0.1726974 0.1535088 E" pathEditMode="relative" ptsTypes="">
                                      <p:cBhvr>
                                        <p:cTn id="721" dur="3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2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1535088 L 0.1726974 0.1535088 E" pathEditMode="relative" ptsTypes="">
                                      <p:cBhvr>
                                        <p:cTn id="723" dur="3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4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1535088 L 0.1726974 0.1535088 E" pathEditMode="relative" ptsTypes="">
                                      <p:cBhvr>
                                        <p:cTn id="725" dur="3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6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1535088 L 0.1726974 0.1535088 E" pathEditMode="relative" ptsTypes="">
                                      <p:cBhvr>
                                        <p:cTn id="727" dur="3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8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1535088 L 0.1726974 0.1535088 E" pathEditMode="relative" ptsTypes="">
                                      <p:cBhvr>
                                        <p:cTn id="729" dur="3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0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1535088 L 0.1726974 0.1535088 E" pathEditMode="relative" ptsTypes="">
                                      <p:cBhvr>
                                        <p:cTn id="731" dur="3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2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1535088 L 0.1726974 0.1535088 E" pathEditMode="relative" ptsTypes="">
                                      <p:cBhvr>
                                        <p:cTn id="733" dur="3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4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1535088 L 0.1726974 0.1535088 E" pathEditMode="relative" ptsTypes="">
                                      <p:cBhvr>
                                        <p:cTn id="735" dur="3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6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1535088 L 0.1726974 0.1535088 E" pathEditMode="relative" ptsTypes="">
                                      <p:cBhvr>
                                        <p:cTn id="737" dur="3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8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1535088 L 0.1726974 0.1535088 E" pathEditMode="relative" ptsTypes="">
                                      <p:cBhvr>
                                        <p:cTn id="739" dur="3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0" fill="hold">
                            <p:stCondLst>
                              <p:cond delay="9600"/>
                            </p:stCondLst>
                            <p:childTnLst>
                              <p:par>
                                <p:cTn id="741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2" dur="3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3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6" dur="3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0.0 E" pathEditMode="relative" ptsTypes="">
                                      <p:cBhvr>
                                        <p:cTn id="748" dur="3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9" fill="hold">
                            <p:stCondLst>
                              <p:cond delay="9900"/>
                            </p:stCondLst>
                            <p:childTnLst>
                              <p:par>
                                <p:cTn id="750" presetID="63" presetClass="path" presetSubtype="0" accel="50000" decel="50000" fill="hold" grpId="16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1535088 L 0.2158717 0.1535088 E" pathEditMode="relative" ptsTypes="">
                                      <p:cBhvr>
                                        <p:cTn id="751" dur="3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2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1535088 L 0.2158717 0.1535088 E" pathEditMode="relative" ptsTypes="">
                                      <p:cBhvr>
                                        <p:cTn id="753" dur="3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4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1535088 L 0.2158717 0.1535088 E" pathEditMode="relative" ptsTypes="">
                                      <p:cBhvr>
                                        <p:cTn id="755" dur="3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6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1535088 L 0.2158717 0.1535088 E" pathEditMode="relative" ptsTypes="">
                                      <p:cBhvr>
                                        <p:cTn id="757" dur="3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8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1535088 L 0.2158717 0.1535088 E" pathEditMode="relative" ptsTypes="">
                                      <p:cBhvr>
                                        <p:cTn id="759" dur="3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0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1535088 L 0.2158717 0.1535088 E" pathEditMode="relative" ptsTypes="">
                                      <p:cBhvr>
                                        <p:cTn id="761" dur="3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2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1535088 L 0.2158717 0.1535088 E" pathEditMode="relative" ptsTypes="">
                                      <p:cBhvr>
                                        <p:cTn id="763" dur="3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4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1535088 L 0.2158717 0.1535088 E" pathEditMode="relative" ptsTypes="">
                                      <p:cBhvr>
                                        <p:cTn id="765" dur="3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6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1535088 L 0.2158717 0.1535088 E" pathEditMode="relative" ptsTypes="">
                                      <p:cBhvr>
                                        <p:cTn id="767" dur="3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8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1535088 L 0.2158717 0.1535088 E" pathEditMode="relative" ptsTypes="">
                                      <p:cBhvr>
                                        <p:cTn id="769" dur="3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0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1535088 L 0.2158717 0.1535088 E" pathEditMode="relative" ptsTypes="">
                                      <p:cBhvr>
                                        <p:cTn id="771" dur="3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2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1535088 L 0.2158717 0.1535088 E" pathEditMode="relative" ptsTypes="">
                                      <p:cBhvr>
                                        <p:cTn id="773" dur="3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4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1535088 L 0.2158717 0.1535088 E" pathEditMode="relative" ptsTypes="">
                                      <p:cBhvr>
                                        <p:cTn id="775" dur="3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6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1535088 L 0.2158717 0.1535088 E" pathEditMode="relative" ptsTypes="">
                                      <p:cBhvr>
                                        <p:cTn id="777" dur="3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8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1535088 L 0.2158717 0.1535088 E" pathEditMode="relative" ptsTypes="">
                                      <p:cBhvr>
                                        <p:cTn id="779" dur="3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0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1535088 L 0.2158717 0.1535088 E" pathEditMode="relative" ptsTypes="">
                                      <p:cBhvr>
                                        <p:cTn id="781" dur="3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2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1535088 L 0.2158717 0.1535088 E" pathEditMode="relative" ptsTypes="">
                                      <p:cBhvr>
                                        <p:cTn id="783" dur="3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4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1535088 L 0.2158717 0.1535088 E" pathEditMode="relative" ptsTypes="">
                                      <p:cBhvr>
                                        <p:cTn id="785" dur="3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6" fill="hold">
                            <p:stCondLst>
                              <p:cond delay="10200"/>
                            </p:stCondLst>
                            <p:childTnLst>
                              <p:par>
                                <p:cTn id="787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8" dur="3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9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2" dur="3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0.0 E" pathEditMode="relative" ptsTypes="">
                                      <p:cBhvr>
                                        <p:cTn id="794" dur="300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5" fill="hold">
                            <p:stCondLst>
                              <p:cond delay="10500"/>
                            </p:stCondLst>
                            <p:childTnLst>
                              <p:par>
                                <p:cTn id="796" presetID="63" presetClass="path" presetSubtype="0" accel="50000" decel="50000" fill="hold" grpId="17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1535088 L 0 0.2302632 E" pathEditMode="relative" ptsTypes="">
                                      <p:cBhvr>
                                        <p:cTn id="797" dur="3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8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1535088 L 0 0.2302632 E" pathEditMode="relative" ptsTypes="">
                                      <p:cBhvr>
                                        <p:cTn id="799" dur="3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0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1535088 L 0 0.2302632 E" pathEditMode="relative" ptsTypes="">
                                      <p:cBhvr>
                                        <p:cTn id="801" dur="3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2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1535088 L 0 0.2302632 E" pathEditMode="relative" ptsTypes="">
                                      <p:cBhvr>
                                        <p:cTn id="803" dur="3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4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1535088 L 0 0.2302632 E" pathEditMode="relative" ptsTypes="">
                                      <p:cBhvr>
                                        <p:cTn id="805" dur="3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6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1535088 L 0 0.2302632 E" pathEditMode="relative" ptsTypes="">
                                      <p:cBhvr>
                                        <p:cTn id="807" dur="3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8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1535088 L 0 0.2302632 E" pathEditMode="relative" ptsTypes="">
                                      <p:cBhvr>
                                        <p:cTn id="809" dur="3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0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1535088 L 0 0.2302632 E" pathEditMode="relative" ptsTypes="">
                                      <p:cBhvr>
                                        <p:cTn id="811" dur="3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2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1535088 L 0 0.2302632 E" pathEditMode="relative" ptsTypes="">
                                      <p:cBhvr>
                                        <p:cTn id="813" dur="3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4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1535088 L 0 0.2302632 E" pathEditMode="relative" ptsTypes="">
                                      <p:cBhvr>
                                        <p:cTn id="815" dur="3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6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1535088 L 0 0.2302632 E" pathEditMode="relative" ptsTypes="">
                                      <p:cBhvr>
                                        <p:cTn id="817" dur="3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8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1535088 L 0 0.2302632 E" pathEditMode="relative" ptsTypes="">
                                      <p:cBhvr>
                                        <p:cTn id="819" dur="3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0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1535088 L 0 0.2302632 E" pathEditMode="relative" ptsTypes="">
                                      <p:cBhvr>
                                        <p:cTn id="821" dur="3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2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1535088 L 0 0.2302632 E" pathEditMode="relative" ptsTypes="">
                                      <p:cBhvr>
                                        <p:cTn id="823" dur="3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4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1535088 L 0 0.2302632 E" pathEditMode="relative" ptsTypes="">
                                      <p:cBhvr>
                                        <p:cTn id="825" dur="3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6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1535088 L 0 0.2302632 E" pathEditMode="relative" ptsTypes="">
                                      <p:cBhvr>
                                        <p:cTn id="827" dur="3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8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1535088 L 0 0.2302632 E" pathEditMode="relative" ptsTypes="">
                                      <p:cBhvr>
                                        <p:cTn id="829" dur="3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0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1535088 L 0 0.2302632 E" pathEditMode="relative" ptsTypes="">
                                      <p:cBhvr>
                                        <p:cTn id="831" dur="3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2" fill="hold">
                            <p:stCondLst>
                              <p:cond delay="10800"/>
                            </p:stCondLst>
                            <p:childTnLst>
                              <p:par>
                                <p:cTn id="833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4" dur="3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5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8" dur="3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-0.0 E" pathEditMode="relative" ptsTypes="">
                                      <p:cBhvr>
                                        <p:cTn id="840" dur="3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1" fill="hold">
                            <p:stCondLst>
                              <p:cond delay="11100"/>
                            </p:stCondLst>
                            <p:childTnLst>
                              <p:par>
                                <p:cTn id="842" presetID="63" presetClass="path" presetSubtype="0" accel="50000" decel="50000" fill="hold" grpId="18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302632 L 0.0431743 0.2302632 E" pathEditMode="relative" ptsTypes="">
                                      <p:cBhvr>
                                        <p:cTn id="843" dur="3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4" presetID="63" presetClass="path" presetSubtype="0" accel="50000" decel="50000" fill="hold" grpId="1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302632 L 0.0431743 0.2302632 E" pathEditMode="relative" ptsTypes="">
                                      <p:cBhvr>
                                        <p:cTn id="845" dur="3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6" presetID="63" presetClass="path" presetSubtype="0" accel="50000" decel="50000" fill="hold" grpId="1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302632 L 0.0431743 0.2302632 E" pathEditMode="relative" ptsTypes="">
                                      <p:cBhvr>
                                        <p:cTn id="847" dur="3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8" presetID="63" presetClass="path" presetSubtype="0" accel="50000" decel="50000" fill="hold" grpId="1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302632 L 0.0431743 0.2302632 E" pathEditMode="relative" ptsTypes="">
                                      <p:cBhvr>
                                        <p:cTn id="849" dur="3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0" presetID="63" presetClass="path" presetSubtype="0" accel="50000" decel="50000" fill="hold" grpId="1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302632 L 0.0431743 0.2302632 E" pathEditMode="relative" ptsTypes="">
                                      <p:cBhvr>
                                        <p:cTn id="851" dur="3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2" presetID="63" presetClass="path" presetSubtype="0" accel="50000" decel="50000" fill="hold" grpId="1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302632 L 0.0431743 0.2302632 E" pathEditMode="relative" ptsTypes="">
                                      <p:cBhvr>
                                        <p:cTn id="853" dur="3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4" presetID="63" presetClass="path" presetSubtype="0" accel="50000" decel="50000" fill="hold" grpId="1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302632 L 0.0431743 0.2302632 E" pathEditMode="relative" ptsTypes="">
                                      <p:cBhvr>
                                        <p:cTn id="855" dur="3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6" presetID="63" presetClass="path" presetSubtype="0" accel="50000" decel="50000" fill="hold" grpId="1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302632 L 0.0431743 0.2302632 E" pathEditMode="relative" ptsTypes="">
                                      <p:cBhvr>
                                        <p:cTn id="857" dur="3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8" presetID="63" presetClass="path" presetSubtype="0" accel="50000" decel="50000" fill="hold" grpId="1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302632 L 0.0431743 0.2302632 E" pathEditMode="relative" ptsTypes="">
                                      <p:cBhvr>
                                        <p:cTn id="859" dur="3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0" presetID="63" presetClass="path" presetSubtype="0" accel="50000" decel="50000" fill="hold" grpId="1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302632 L 0.0431743 0.2302632 E" pathEditMode="relative" ptsTypes="">
                                      <p:cBhvr>
                                        <p:cTn id="861" dur="3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2" presetID="63" presetClass="path" presetSubtype="0" accel="50000" decel="50000" fill="hold" grpId="1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302632 L 0.0431743 0.2302632 E" pathEditMode="relative" ptsTypes="">
                                      <p:cBhvr>
                                        <p:cTn id="863" dur="3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4" presetID="63" presetClass="path" presetSubtype="0" accel="50000" decel="50000" fill="hold" grpId="1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302632 L 0.0431743 0.2302632 E" pathEditMode="relative" ptsTypes="">
                                      <p:cBhvr>
                                        <p:cTn id="865" dur="3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6" presetID="63" presetClass="path" presetSubtype="0" accel="50000" decel="50000" fill="hold" grpId="1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302632 L 0.0431743 0.2302632 E" pathEditMode="relative" ptsTypes="">
                                      <p:cBhvr>
                                        <p:cTn id="867" dur="3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8" presetID="63" presetClass="path" presetSubtype="0" accel="50000" decel="50000" fill="hold" grpId="1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302632 L 0.0431743 0.2302632 E" pathEditMode="relative" ptsTypes="">
                                      <p:cBhvr>
                                        <p:cTn id="869" dur="3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0" presetID="63" presetClass="path" presetSubtype="0" accel="50000" decel="50000" fill="hold" grpId="1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302632 L 0.0431743 0.2302632 E" pathEditMode="relative" ptsTypes="">
                                      <p:cBhvr>
                                        <p:cTn id="871" dur="3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2" presetID="63" presetClass="path" presetSubtype="0" accel="50000" decel="50000" fill="hold" grpId="1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302632 L 0.0431743 0.2302632 E" pathEditMode="relative" ptsTypes="">
                                      <p:cBhvr>
                                        <p:cTn id="873" dur="3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4" presetID="63" presetClass="path" presetSubtype="0" accel="50000" decel="50000" fill="hold" grpId="1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302632 L 0.0431743 0.2302632 E" pathEditMode="relative" ptsTypes="">
                                      <p:cBhvr>
                                        <p:cTn id="875" dur="3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6" presetID="63" presetClass="path" presetSubtype="0" accel="50000" decel="50000" fill="hold" grpId="1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302632 L 0.0431743 0.2302632 E" pathEditMode="relative" ptsTypes="">
                                      <p:cBhvr>
                                        <p:cTn id="877" dur="3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8" fill="hold">
                            <p:stCondLst>
                              <p:cond delay="11400"/>
                            </p:stCondLst>
                            <p:childTnLst>
                              <p:par>
                                <p:cTn id="879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80" dur="3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4" dur="3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-0.0 E" pathEditMode="relative" ptsTypes="">
                                      <p:cBhvr>
                                        <p:cTn id="886" dur="3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7" fill="hold">
                            <p:stCondLst>
                              <p:cond delay="11700"/>
                            </p:stCondLst>
                            <p:childTnLst>
                              <p:par>
                                <p:cTn id="888" presetID="63" presetClass="path" presetSubtype="0" accel="50000" decel="50000" fill="hold" grpId="19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2302632 L 0.0863487 0.2302632 E" pathEditMode="relative" ptsTypes="">
                                      <p:cBhvr>
                                        <p:cTn id="889" dur="3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0" presetID="63" presetClass="path" presetSubtype="0" accel="50000" decel="50000" fill="hold" grpId="1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2302632 L 0.0863487 0.2302632 E" pathEditMode="relative" ptsTypes="">
                                      <p:cBhvr>
                                        <p:cTn id="891" dur="3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2" presetID="63" presetClass="path" presetSubtype="0" accel="50000" decel="50000" fill="hold" grpId="1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2302632 L 0.0863487 0.2302632 E" pathEditMode="relative" ptsTypes="">
                                      <p:cBhvr>
                                        <p:cTn id="893" dur="3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4" presetID="63" presetClass="path" presetSubtype="0" accel="50000" decel="50000" fill="hold" grpId="1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2302632 L 0.0863487 0.2302632 E" pathEditMode="relative" ptsTypes="">
                                      <p:cBhvr>
                                        <p:cTn id="895" dur="3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6" presetID="63" presetClass="path" presetSubtype="0" accel="50000" decel="50000" fill="hold" grpId="1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2302632 L 0.0863487 0.2302632 E" pathEditMode="relative" ptsTypes="">
                                      <p:cBhvr>
                                        <p:cTn id="897" dur="3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8" presetID="63" presetClass="path" presetSubtype="0" accel="50000" decel="50000" fill="hold" grpId="1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2302632 L 0.0863487 0.2302632 E" pathEditMode="relative" ptsTypes="">
                                      <p:cBhvr>
                                        <p:cTn id="899" dur="3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0" presetID="63" presetClass="path" presetSubtype="0" accel="50000" decel="50000" fill="hold" grpId="1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2302632 L 0.0863487 0.2302632 E" pathEditMode="relative" ptsTypes="">
                                      <p:cBhvr>
                                        <p:cTn id="901" dur="3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2" presetID="63" presetClass="path" presetSubtype="0" accel="50000" decel="50000" fill="hold" grpId="1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2302632 L 0.0863487 0.2302632 E" pathEditMode="relative" ptsTypes="">
                                      <p:cBhvr>
                                        <p:cTn id="903" dur="3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4" presetID="63" presetClass="path" presetSubtype="0" accel="50000" decel="50000" fill="hold" grpId="1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2302632 L 0.0863487 0.2302632 E" pathEditMode="relative" ptsTypes="">
                                      <p:cBhvr>
                                        <p:cTn id="905" dur="3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6" presetID="63" presetClass="path" presetSubtype="0" accel="50000" decel="50000" fill="hold" grpId="1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2302632 L 0.0863487 0.2302632 E" pathEditMode="relative" ptsTypes="">
                                      <p:cBhvr>
                                        <p:cTn id="907" dur="3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8" presetID="63" presetClass="path" presetSubtype="0" accel="50000" decel="50000" fill="hold" grpId="1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2302632 L 0.0863487 0.2302632 E" pathEditMode="relative" ptsTypes="">
                                      <p:cBhvr>
                                        <p:cTn id="909" dur="3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0" presetID="63" presetClass="path" presetSubtype="0" accel="50000" decel="50000" fill="hold" grpId="1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2302632 L 0.0863487 0.2302632 E" pathEditMode="relative" ptsTypes="">
                                      <p:cBhvr>
                                        <p:cTn id="911" dur="3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2" presetID="63" presetClass="path" presetSubtype="0" accel="50000" decel="50000" fill="hold" grpId="1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2302632 L 0.0863487 0.2302632 E" pathEditMode="relative" ptsTypes="">
                                      <p:cBhvr>
                                        <p:cTn id="913" dur="3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4" presetID="63" presetClass="path" presetSubtype="0" accel="50000" decel="50000" fill="hold" grpId="1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2302632 L 0.0863487 0.2302632 E" pathEditMode="relative" ptsTypes="">
                                      <p:cBhvr>
                                        <p:cTn id="915" dur="3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6" presetID="63" presetClass="path" presetSubtype="0" accel="50000" decel="50000" fill="hold" grpId="1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2302632 L 0.0863487 0.2302632 E" pathEditMode="relative" ptsTypes="">
                                      <p:cBhvr>
                                        <p:cTn id="917" dur="3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8" presetID="63" presetClass="path" presetSubtype="0" accel="50000" decel="50000" fill="hold" grpId="1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2302632 L 0.0863487 0.2302632 E" pathEditMode="relative" ptsTypes="">
                                      <p:cBhvr>
                                        <p:cTn id="919" dur="3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0" presetID="63" presetClass="path" presetSubtype="0" accel="50000" decel="50000" fill="hold" grpId="1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2302632 L 0.0863487 0.2302632 E" pathEditMode="relative" ptsTypes="">
                                      <p:cBhvr>
                                        <p:cTn id="921" dur="3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2" presetID="63" presetClass="path" presetSubtype="0" accel="50000" decel="50000" fill="hold" grpId="1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2302632 L 0.0863487 0.2302632 E" pathEditMode="relative" ptsTypes="">
                                      <p:cBhvr>
                                        <p:cTn id="923" dur="3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4" fill="hold">
                            <p:stCondLst>
                              <p:cond delay="12000"/>
                            </p:stCondLst>
                            <p:childTnLst>
                              <p:par>
                                <p:cTn id="925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26" dur="3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7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0" dur="3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-0.0 E" pathEditMode="relative" ptsTypes="">
                                      <p:cBhvr>
                                        <p:cTn id="932" dur="30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3" fill="hold">
                            <p:stCondLst>
                              <p:cond delay="12300"/>
                            </p:stCondLst>
                            <p:childTnLst>
                              <p:par>
                                <p:cTn id="934" presetID="63" presetClass="path" presetSubtype="0" accel="50000" decel="50000" fill="hold" grpId="2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2302632 L 0.129523 0.2302632 E" pathEditMode="relative" ptsTypes="">
                                      <p:cBhvr>
                                        <p:cTn id="935" dur="3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6" presetID="63" presetClass="path" presetSubtype="0" accel="50000" decel="50000" fill="hold" grpId="2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2302632 L 0.129523 0.2302632 E" pathEditMode="relative" ptsTypes="">
                                      <p:cBhvr>
                                        <p:cTn id="937" dur="3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8" presetID="63" presetClass="path" presetSubtype="0" accel="50000" decel="50000" fill="hold" grpId="2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2302632 L 0.129523 0.2302632 E" pathEditMode="relative" ptsTypes="">
                                      <p:cBhvr>
                                        <p:cTn id="939" dur="3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0" presetID="63" presetClass="path" presetSubtype="0" accel="50000" decel="50000" fill="hold" grpId="2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2302632 L 0.129523 0.2302632 E" pathEditMode="relative" ptsTypes="">
                                      <p:cBhvr>
                                        <p:cTn id="941" dur="3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2" presetID="63" presetClass="path" presetSubtype="0" accel="50000" decel="50000" fill="hold" grpId="2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2302632 L 0.129523 0.2302632 E" pathEditMode="relative" ptsTypes="">
                                      <p:cBhvr>
                                        <p:cTn id="943" dur="3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4" presetID="63" presetClass="path" presetSubtype="0" accel="50000" decel="50000" fill="hold" grpId="2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2302632 L 0.129523 0.2302632 E" pathEditMode="relative" ptsTypes="">
                                      <p:cBhvr>
                                        <p:cTn id="945" dur="3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6" presetID="63" presetClass="path" presetSubtype="0" accel="50000" decel="50000" fill="hold" grpId="2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2302632 L 0.129523 0.2302632 E" pathEditMode="relative" ptsTypes="">
                                      <p:cBhvr>
                                        <p:cTn id="947" dur="3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8" presetID="63" presetClass="path" presetSubtype="0" accel="50000" decel="50000" fill="hold" grpId="2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2302632 L 0.129523 0.2302632 E" pathEditMode="relative" ptsTypes="">
                                      <p:cBhvr>
                                        <p:cTn id="949" dur="3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0" presetID="63" presetClass="path" presetSubtype="0" accel="50000" decel="50000" fill="hold" grpId="2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2302632 L 0.129523 0.2302632 E" pathEditMode="relative" ptsTypes="">
                                      <p:cBhvr>
                                        <p:cTn id="951" dur="3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2" presetID="63" presetClass="path" presetSubtype="0" accel="50000" decel="50000" fill="hold" grpId="2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2302632 L 0.129523 0.2302632 E" pathEditMode="relative" ptsTypes="">
                                      <p:cBhvr>
                                        <p:cTn id="953" dur="3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4" presetID="63" presetClass="path" presetSubtype="0" accel="50000" decel="50000" fill="hold" grpId="2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2302632 L 0.129523 0.2302632 E" pathEditMode="relative" ptsTypes="">
                                      <p:cBhvr>
                                        <p:cTn id="955" dur="3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6" presetID="63" presetClass="path" presetSubtype="0" accel="50000" decel="50000" fill="hold" grpId="2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2302632 L 0.129523 0.2302632 E" pathEditMode="relative" ptsTypes="">
                                      <p:cBhvr>
                                        <p:cTn id="957" dur="3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8" presetID="63" presetClass="path" presetSubtype="0" accel="50000" decel="50000" fill="hold" grpId="2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2302632 L 0.129523 0.2302632 E" pathEditMode="relative" ptsTypes="">
                                      <p:cBhvr>
                                        <p:cTn id="959" dur="3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0" presetID="63" presetClass="path" presetSubtype="0" accel="50000" decel="50000" fill="hold" grpId="2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2302632 L 0.129523 0.2302632 E" pathEditMode="relative" ptsTypes="">
                                      <p:cBhvr>
                                        <p:cTn id="961" dur="3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2" presetID="63" presetClass="path" presetSubtype="0" accel="50000" decel="50000" fill="hold" grpId="2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2302632 L 0.129523 0.2302632 E" pathEditMode="relative" ptsTypes="">
                                      <p:cBhvr>
                                        <p:cTn id="963" dur="3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4" presetID="63" presetClass="path" presetSubtype="0" accel="50000" decel="50000" fill="hold" grpId="2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2302632 L 0.129523 0.2302632 E" pathEditMode="relative" ptsTypes="">
                                      <p:cBhvr>
                                        <p:cTn id="965" dur="3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6" presetID="63" presetClass="path" presetSubtype="0" accel="50000" decel="50000" fill="hold" grpId="2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2302632 L 0.129523 0.2302632 E" pathEditMode="relative" ptsTypes="">
                                      <p:cBhvr>
                                        <p:cTn id="967" dur="3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8" presetID="63" presetClass="path" presetSubtype="0" accel="50000" decel="50000" fill="hold" grpId="2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2302632 L 0.129523 0.2302632 E" pathEditMode="relative" ptsTypes="">
                                      <p:cBhvr>
                                        <p:cTn id="969" dur="3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0" fill="hold">
                            <p:stCondLst>
                              <p:cond delay="12600"/>
                            </p:stCondLst>
                            <p:childTnLst>
                              <p:par>
                                <p:cTn id="971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72" dur="3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3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6" dur="3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-0.0 E" pathEditMode="relative" ptsTypes="">
                                      <p:cBhvr>
                                        <p:cTn id="978" dur="3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9" fill="hold">
                            <p:stCondLst>
                              <p:cond delay="12900"/>
                            </p:stCondLst>
                            <p:childTnLst>
                              <p:par>
                                <p:cTn id="980" presetID="63" presetClass="path" presetSubtype="0" accel="50000" decel="50000" fill="hold" grpId="2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2302632 L 0.1726974 0.2302632 E" pathEditMode="relative" ptsTypes="">
                                      <p:cBhvr>
                                        <p:cTn id="981" dur="3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2" presetID="63" presetClass="path" presetSubtype="0" accel="50000" decel="50000" fill="hold" grpId="2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2302632 L 0.1726974 0.2302632 E" pathEditMode="relative" ptsTypes="">
                                      <p:cBhvr>
                                        <p:cTn id="983" dur="3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4" presetID="63" presetClass="path" presetSubtype="0" accel="50000" decel="50000" fill="hold" grpId="2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2302632 L 0.1726974 0.2302632 E" pathEditMode="relative" ptsTypes="">
                                      <p:cBhvr>
                                        <p:cTn id="985" dur="3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6" presetID="63" presetClass="path" presetSubtype="0" accel="50000" decel="50000" fill="hold" grpId="2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2302632 L 0.1726974 0.2302632 E" pathEditMode="relative" ptsTypes="">
                                      <p:cBhvr>
                                        <p:cTn id="987" dur="3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8" presetID="63" presetClass="path" presetSubtype="0" accel="50000" decel="50000" fill="hold" grpId="2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2302632 L 0.1726974 0.2302632 E" pathEditMode="relative" ptsTypes="">
                                      <p:cBhvr>
                                        <p:cTn id="989" dur="3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0" presetID="63" presetClass="path" presetSubtype="0" accel="50000" decel="50000" fill="hold" grpId="2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2302632 L 0.1726974 0.2302632 E" pathEditMode="relative" ptsTypes="">
                                      <p:cBhvr>
                                        <p:cTn id="991" dur="3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2" presetID="63" presetClass="path" presetSubtype="0" accel="50000" decel="50000" fill="hold" grpId="2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2302632 L 0.1726974 0.2302632 E" pathEditMode="relative" ptsTypes="">
                                      <p:cBhvr>
                                        <p:cTn id="993" dur="3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4" presetID="63" presetClass="path" presetSubtype="0" accel="50000" decel="50000" fill="hold" grpId="2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2302632 L 0.1726974 0.2302632 E" pathEditMode="relative" ptsTypes="">
                                      <p:cBhvr>
                                        <p:cTn id="995" dur="3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6" presetID="63" presetClass="path" presetSubtype="0" accel="50000" decel="50000" fill="hold" grpId="2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2302632 L 0.1726974 0.2302632 E" pathEditMode="relative" ptsTypes="">
                                      <p:cBhvr>
                                        <p:cTn id="997" dur="3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8" presetID="63" presetClass="path" presetSubtype="0" accel="50000" decel="50000" fill="hold" grpId="2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2302632 L 0.1726974 0.2302632 E" pathEditMode="relative" ptsTypes="">
                                      <p:cBhvr>
                                        <p:cTn id="999" dur="3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0" presetID="63" presetClass="path" presetSubtype="0" accel="50000" decel="50000" fill="hold" grpId="2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2302632 L 0.1726974 0.2302632 E" pathEditMode="relative" ptsTypes="">
                                      <p:cBhvr>
                                        <p:cTn id="1001" dur="3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2" presetID="63" presetClass="path" presetSubtype="0" accel="50000" decel="50000" fill="hold" grpId="2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2302632 L 0.1726974 0.2302632 E" pathEditMode="relative" ptsTypes="">
                                      <p:cBhvr>
                                        <p:cTn id="1003" dur="3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4" presetID="63" presetClass="path" presetSubtype="0" accel="50000" decel="50000" fill="hold" grpId="2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2302632 L 0.1726974 0.2302632 E" pathEditMode="relative" ptsTypes="">
                                      <p:cBhvr>
                                        <p:cTn id="1005" dur="3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6" presetID="63" presetClass="path" presetSubtype="0" accel="50000" decel="50000" fill="hold" grpId="2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2302632 L 0.1726974 0.2302632 E" pathEditMode="relative" ptsTypes="">
                                      <p:cBhvr>
                                        <p:cTn id="1007" dur="3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8" presetID="63" presetClass="path" presetSubtype="0" accel="50000" decel="50000" fill="hold" grpId="2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2302632 L 0.1726974 0.2302632 E" pathEditMode="relative" ptsTypes="">
                                      <p:cBhvr>
                                        <p:cTn id="1009" dur="3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0" presetID="63" presetClass="path" presetSubtype="0" accel="50000" decel="50000" fill="hold" grpId="2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2302632 L 0.1726974 0.2302632 E" pathEditMode="relative" ptsTypes="">
                                      <p:cBhvr>
                                        <p:cTn id="1011" dur="3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2" presetID="63" presetClass="path" presetSubtype="0" accel="50000" decel="50000" fill="hold" grpId="2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2302632 L 0.1726974 0.2302632 E" pathEditMode="relative" ptsTypes="">
                                      <p:cBhvr>
                                        <p:cTn id="1013" dur="3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4" presetID="63" presetClass="path" presetSubtype="0" accel="50000" decel="50000" fill="hold" grpId="2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2302632 L 0.1726974 0.2302632 E" pathEditMode="relative" ptsTypes="">
                                      <p:cBhvr>
                                        <p:cTn id="1015" dur="3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6" fill="hold">
                            <p:stCondLst>
                              <p:cond delay="13200"/>
                            </p:stCondLst>
                            <p:childTnLst>
                              <p:par>
                                <p:cTn id="1017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8" dur="3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9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2" dur="3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-0.0 E" pathEditMode="relative" ptsTypes="">
                                      <p:cBhvr>
                                        <p:cTn id="1024" dur="3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5" fill="hold">
                            <p:stCondLst>
                              <p:cond delay="13500"/>
                            </p:stCondLst>
                            <p:childTnLst>
                              <p:par>
                                <p:cTn id="1026" presetID="63" presetClass="path" presetSubtype="0" accel="50000" decel="50000" fill="hold" grpId="2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2302632 L 0.2158717 0.2302632 E" pathEditMode="relative" ptsTypes="">
                                      <p:cBhvr>
                                        <p:cTn id="1027" dur="3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28" presetID="63" presetClass="path" presetSubtype="0" accel="50000" decel="50000" fill="hold" grpId="2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2302632 L 0.2158717 0.2302632 E" pathEditMode="relative" ptsTypes="">
                                      <p:cBhvr>
                                        <p:cTn id="1029" dur="3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0" presetID="63" presetClass="path" presetSubtype="0" accel="50000" decel="50000" fill="hold" grpId="2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2302632 L 0.2158717 0.2302632 E" pathEditMode="relative" ptsTypes="">
                                      <p:cBhvr>
                                        <p:cTn id="1031" dur="3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2" presetID="63" presetClass="path" presetSubtype="0" accel="50000" decel="50000" fill="hold" grpId="2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2302632 L 0.2158717 0.2302632 E" pathEditMode="relative" ptsTypes="">
                                      <p:cBhvr>
                                        <p:cTn id="1033" dur="3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4" presetID="63" presetClass="path" presetSubtype="0" accel="50000" decel="50000" fill="hold" grpId="2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2302632 L 0.2158717 0.2302632 E" pathEditMode="relative" ptsTypes="">
                                      <p:cBhvr>
                                        <p:cTn id="1035" dur="3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6" presetID="63" presetClass="path" presetSubtype="0" accel="50000" decel="50000" fill="hold" grpId="2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2302632 L 0.2158717 0.2302632 E" pathEditMode="relative" ptsTypes="">
                                      <p:cBhvr>
                                        <p:cTn id="1037" dur="3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8" presetID="63" presetClass="path" presetSubtype="0" accel="50000" decel="50000" fill="hold" grpId="2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2302632 L 0.2158717 0.2302632 E" pathEditMode="relative" ptsTypes="">
                                      <p:cBhvr>
                                        <p:cTn id="1039" dur="3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40" presetID="63" presetClass="path" presetSubtype="0" accel="50000" decel="50000" fill="hold" grpId="2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2302632 L 0.2158717 0.2302632 E" pathEditMode="relative" ptsTypes="">
                                      <p:cBhvr>
                                        <p:cTn id="1041" dur="3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42" presetID="63" presetClass="path" presetSubtype="0" accel="50000" decel="50000" fill="hold" grpId="2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2302632 L 0.2158717 0.2302632 E" pathEditMode="relative" ptsTypes="">
                                      <p:cBhvr>
                                        <p:cTn id="1043" dur="3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44" presetID="63" presetClass="path" presetSubtype="0" accel="50000" decel="50000" fill="hold" grpId="2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2302632 L 0.2158717 0.2302632 E" pathEditMode="relative" ptsTypes="">
                                      <p:cBhvr>
                                        <p:cTn id="1045" dur="3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46" presetID="63" presetClass="path" presetSubtype="0" accel="50000" decel="50000" fill="hold" grpId="2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2302632 L 0.2158717 0.2302632 E" pathEditMode="relative" ptsTypes="">
                                      <p:cBhvr>
                                        <p:cTn id="1047" dur="3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48" presetID="63" presetClass="path" presetSubtype="0" accel="50000" decel="50000" fill="hold" grpId="2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2302632 L 0.2158717 0.2302632 E" pathEditMode="relative" ptsTypes="">
                                      <p:cBhvr>
                                        <p:cTn id="1049" dur="3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0" presetID="63" presetClass="path" presetSubtype="0" accel="50000" decel="50000" fill="hold" grpId="2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2302632 L 0.2158717 0.2302632 E" pathEditMode="relative" ptsTypes="">
                                      <p:cBhvr>
                                        <p:cTn id="1051" dur="3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2" presetID="63" presetClass="path" presetSubtype="0" accel="50000" decel="50000" fill="hold" grpId="2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2302632 L 0.2158717 0.2302632 E" pathEditMode="relative" ptsTypes="">
                                      <p:cBhvr>
                                        <p:cTn id="1053" dur="3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4" presetID="63" presetClass="path" presetSubtype="0" accel="50000" decel="50000" fill="hold" grpId="2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2302632 L 0.2158717 0.2302632 E" pathEditMode="relative" ptsTypes="">
                                      <p:cBhvr>
                                        <p:cTn id="1055" dur="3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6" presetID="63" presetClass="path" presetSubtype="0" accel="50000" decel="50000" fill="hold" grpId="2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2302632 L 0.2158717 0.2302632 E" pathEditMode="relative" ptsTypes="">
                                      <p:cBhvr>
                                        <p:cTn id="1057" dur="3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8" presetID="63" presetClass="path" presetSubtype="0" accel="50000" decel="50000" fill="hold" grpId="2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2302632 L 0.2158717 0.2302632 E" pathEditMode="relative" ptsTypes="">
                                      <p:cBhvr>
                                        <p:cTn id="1059" dur="3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60" presetID="63" presetClass="path" presetSubtype="0" accel="50000" decel="50000" fill="hold" grpId="2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2302632 L 0.2158717 0.2302632 E" pathEditMode="relative" ptsTypes="">
                                      <p:cBhvr>
                                        <p:cTn id="1061" dur="3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2" fill="hold">
                            <p:stCondLst>
                              <p:cond delay="13800"/>
                            </p:stCondLst>
                            <p:childTnLst>
                              <p:par>
                                <p:cTn id="1063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64" dur="3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8" dur="3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-0.0 E" pathEditMode="relative" ptsTypes="">
                                      <p:cBhvr>
                                        <p:cTn id="1070" dur="3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1" fill="hold">
                            <p:stCondLst>
                              <p:cond delay="14100"/>
                            </p:stCondLst>
                            <p:childTnLst>
                              <p:par>
                                <p:cTn id="1072" presetID="63" presetClass="path" presetSubtype="0" accel="50000" decel="50000" fill="hold" grpId="2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2302632 L 0 0.3070175 E" pathEditMode="relative" ptsTypes="">
                                      <p:cBhvr>
                                        <p:cTn id="1073" dur="3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4" presetID="63" presetClass="path" presetSubtype="0" accel="50000" decel="50000" fill="hold" grpId="2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2302632 L 0 0.3070175 E" pathEditMode="relative" ptsTypes="">
                                      <p:cBhvr>
                                        <p:cTn id="1075" dur="3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6" presetID="63" presetClass="path" presetSubtype="0" accel="50000" decel="50000" fill="hold" grpId="2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2302632 L 0 0.3070175 E" pathEditMode="relative" ptsTypes="">
                                      <p:cBhvr>
                                        <p:cTn id="1077" dur="3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8" presetID="63" presetClass="path" presetSubtype="0" accel="50000" decel="50000" fill="hold" grpId="2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2302632 L 0 0.3070175 E" pathEditMode="relative" ptsTypes="">
                                      <p:cBhvr>
                                        <p:cTn id="1079" dur="3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80" presetID="63" presetClass="path" presetSubtype="0" accel="50000" decel="50000" fill="hold" grpId="2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2302632 L 0 0.3070175 E" pathEditMode="relative" ptsTypes="">
                                      <p:cBhvr>
                                        <p:cTn id="1081" dur="3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82" presetID="63" presetClass="path" presetSubtype="0" accel="50000" decel="50000" fill="hold" grpId="2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2302632 L 0 0.3070175 E" pathEditMode="relative" ptsTypes="">
                                      <p:cBhvr>
                                        <p:cTn id="1083" dur="3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84" presetID="63" presetClass="path" presetSubtype="0" accel="50000" decel="50000" fill="hold" grpId="2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2302632 L 0 0.3070175 E" pathEditMode="relative" ptsTypes="">
                                      <p:cBhvr>
                                        <p:cTn id="1085" dur="3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86" presetID="63" presetClass="path" presetSubtype="0" accel="50000" decel="50000" fill="hold" grpId="2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2302632 L 0 0.3070175 E" pathEditMode="relative" ptsTypes="">
                                      <p:cBhvr>
                                        <p:cTn id="1087" dur="3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88" presetID="63" presetClass="path" presetSubtype="0" accel="50000" decel="50000" fill="hold" grpId="2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2302632 L 0 0.3070175 E" pathEditMode="relative" ptsTypes="">
                                      <p:cBhvr>
                                        <p:cTn id="1089" dur="3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0" presetID="63" presetClass="path" presetSubtype="0" accel="50000" decel="50000" fill="hold" grpId="2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2302632 L 0 0.3070175 E" pathEditMode="relative" ptsTypes="">
                                      <p:cBhvr>
                                        <p:cTn id="1091" dur="3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2" presetID="63" presetClass="path" presetSubtype="0" accel="50000" decel="50000" fill="hold" grpId="2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2302632 L 0 0.3070175 E" pathEditMode="relative" ptsTypes="">
                                      <p:cBhvr>
                                        <p:cTn id="1093" dur="3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4" presetID="63" presetClass="path" presetSubtype="0" accel="50000" decel="50000" fill="hold" grpId="2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2302632 L 0 0.3070175 E" pathEditMode="relative" ptsTypes="">
                                      <p:cBhvr>
                                        <p:cTn id="1095" dur="3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6" presetID="63" presetClass="path" presetSubtype="0" accel="50000" decel="50000" fill="hold" grpId="2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2302632 L 0 0.3070175 E" pathEditMode="relative" ptsTypes="">
                                      <p:cBhvr>
                                        <p:cTn id="1097" dur="3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8" presetID="63" presetClass="path" presetSubtype="0" accel="50000" decel="50000" fill="hold" grpId="2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2302632 L 0 0.3070175 E" pathEditMode="relative" ptsTypes="">
                                      <p:cBhvr>
                                        <p:cTn id="1099" dur="3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00" presetID="63" presetClass="path" presetSubtype="0" accel="50000" decel="50000" fill="hold" grpId="2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2302632 L 0 0.3070175 E" pathEditMode="relative" ptsTypes="">
                                      <p:cBhvr>
                                        <p:cTn id="1101" dur="3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02" presetID="63" presetClass="path" presetSubtype="0" accel="50000" decel="50000" fill="hold" grpId="2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2302632 L 0 0.3070175 E" pathEditMode="relative" ptsTypes="">
                                      <p:cBhvr>
                                        <p:cTn id="1103" dur="3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04" presetID="63" presetClass="path" presetSubtype="0" accel="50000" decel="50000" fill="hold" grpId="2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2302632 L 0 0.3070175 E" pathEditMode="relative" ptsTypes="">
                                      <p:cBhvr>
                                        <p:cTn id="1105" dur="3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06" presetID="63" presetClass="path" presetSubtype="0" accel="50000" decel="50000" fill="hold" grpId="2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2302632 L 0 0.3070175 E" pathEditMode="relative" ptsTypes="">
                                      <p:cBhvr>
                                        <p:cTn id="1107" dur="3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8" fill="hold">
                            <p:stCondLst>
                              <p:cond delay="14400"/>
                            </p:stCondLst>
                            <p:childTnLst>
                              <p:par>
                                <p:cTn id="1109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0" dur="3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1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4" dur="3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-0.0 E" pathEditMode="relative" ptsTypes="">
                                      <p:cBhvr>
                                        <p:cTn id="1116" dur="3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7" fill="hold">
                            <p:stCondLst>
                              <p:cond delay="14700"/>
                            </p:stCondLst>
                            <p:childTnLst>
                              <p:par>
                                <p:cTn id="1118" presetID="63" presetClass="path" presetSubtype="0" accel="50000" decel="50000" fill="hold" grpId="24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070175 L 0.0431743 0.3070175 E" pathEditMode="relative" ptsTypes="">
                                      <p:cBhvr>
                                        <p:cTn id="1119" dur="3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20" presetID="63" presetClass="path" presetSubtype="0" accel="50000" decel="50000" fill="hold" grpId="2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070175 L 0.0431743 0.3070175 E" pathEditMode="relative" ptsTypes="">
                                      <p:cBhvr>
                                        <p:cTn id="1121" dur="3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22" presetID="63" presetClass="path" presetSubtype="0" accel="50000" decel="50000" fill="hold" grpId="2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070175 L 0.0431743 0.3070175 E" pathEditMode="relative" ptsTypes="">
                                      <p:cBhvr>
                                        <p:cTn id="1123" dur="3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24" presetID="63" presetClass="path" presetSubtype="0" accel="50000" decel="50000" fill="hold" grpId="2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070175 L 0.0431743 0.3070175 E" pathEditMode="relative" ptsTypes="">
                                      <p:cBhvr>
                                        <p:cTn id="1125" dur="3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26" presetID="63" presetClass="path" presetSubtype="0" accel="50000" decel="50000" fill="hold" grpId="2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070175 L 0.0431743 0.3070175 E" pathEditMode="relative" ptsTypes="">
                                      <p:cBhvr>
                                        <p:cTn id="1127" dur="3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28" presetID="63" presetClass="path" presetSubtype="0" accel="50000" decel="50000" fill="hold" grpId="2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070175 L 0.0431743 0.3070175 E" pathEditMode="relative" ptsTypes="">
                                      <p:cBhvr>
                                        <p:cTn id="1129" dur="3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30" presetID="63" presetClass="path" presetSubtype="0" accel="50000" decel="50000" fill="hold" grpId="2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070175 L 0.0431743 0.3070175 E" pathEditMode="relative" ptsTypes="">
                                      <p:cBhvr>
                                        <p:cTn id="1131" dur="3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32" presetID="63" presetClass="path" presetSubtype="0" accel="50000" decel="50000" fill="hold" grpId="2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070175 L 0.0431743 0.3070175 E" pathEditMode="relative" ptsTypes="">
                                      <p:cBhvr>
                                        <p:cTn id="1133" dur="3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34" presetID="63" presetClass="path" presetSubtype="0" accel="50000" decel="50000" fill="hold" grpId="2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070175 L 0.0431743 0.3070175 E" pathEditMode="relative" ptsTypes="">
                                      <p:cBhvr>
                                        <p:cTn id="1135" dur="3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36" presetID="63" presetClass="path" presetSubtype="0" accel="50000" decel="50000" fill="hold" grpId="2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070175 L 0.0431743 0.3070175 E" pathEditMode="relative" ptsTypes="">
                                      <p:cBhvr>
                                        <p:cTn id="1137" dur="3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38" presetID="63" presetClass="path" presetSubtype="0" accel="50000" decel="50000" fill="hold" grpId="2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070175 L 0.0431743 0.3070175 E" pathEditMode="relative" ptsTypes="">
                                      <p:cBhvr>
                                        <p:cTn id="1139" dur="3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40" presetID="63" presetClass="path" presetSubtype="0" accel="50000" decel="50000" fill="hold" grpId="2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070175 L 0.0431743 0.3070175 E" pathEditMode="relative" ptsTypes="">
                                      <p:cBhvr>
                                        <p:cTn id="1141" dur="3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42" presetID="63" presetClass="path" presetSubtype="0" accel="50000" decel="50000" fill="hold" grpId="2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070175 L 0.0431743 0.3070175 E" pathEditMode="relative" ptsTypes="">
                                      <p:cBhvr>
                                        <p:cTn id="1143" dur="3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44" presetID="63" presetClass="path" presetSubtype="0" accel="50000" decel="50000" fill="hold" grpId="2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070175 L 0.0431743 0.3070175 E" pathEditMode="relative" ptsTypes="">
                                      <p:cBhvr>
                                        <p:cTn id="1145" dur="3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46" presetID="63" presetClass="path" presetSubtype="0" accel="50000" decel="50000" fill="hold" grpId="2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070175 L 0.0431743 0.3070175 E" pathEditMode="relative" ptsTypes="">
                                      <p:cBhvr>
                                        <p:cTn id="1147" dur="3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48" presetID="63" presetClass="path" presetSubtype="0" accel="50000" decel="50000" fill="hold" grpId="2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070175 L 0.0431743 0.3070175 E" pathEditMode="relative" ptsTypes="">
                                      <p:cBhvr>
                                        <p:cTn id="1149" dur="3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50" presetID="63" presetClass="path" presetSubtype="0" accel="50000" decel="50000" fill="hold" grpId="2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070175 L 0.0431743 0.3070175 E" pathEditMode="relative" ptsTypes="">
                                      <p:cBhvr>
                                        <p:cTn id="1151" dur="3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52" presetID="63" presetClass="path" presetSubtype="0" accel="50000" decel="50000" fill="hold" grpId="2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070175 L 0.0431743 0.3070175 E" pathEditMode="relative" ptsTypes="">
                                      <p:cBhvr>
                                        <p:cTn id="1153" dur="3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4" fill="hold">
                            <p:stCondLst>
                              <p:cond delay="15000"/>
                            </p:stCondLst>
                            <p:childTnLst>
                              <p:par>
                                <p:cTn id="1155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6" dur="3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7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0" dur="3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-0.0 E" pathEditMode="relative" ptsTypes="">
                                      <p:cBhvr>
                                        <p:cTn id="1162" dur="300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3" fill="hold">
                            <p:stCondLst>
                              <p:cond delay="15300"/>
                            </p:stCondLst>
                            <p:childTnLst>
                              <p:par>
                                <p:cTn id="1164" presetID="63" presetClass="path" presetSubtype="0" accel="50000" decel="50000" fill="hold" grpId="25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070175 L 0.0863487 0.3070175 E" pathEditMode="relative" ptsTypes="">
                                      <p:cBhvr>
                                        <p:cTn id="1165" dur="3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66" presetID="63" presetClass="path" presetSubtype="0" accel="50000" decel="50000" fill="hold" grpId="2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070175 L 0.0863487 0.3070175 E" pathEditMode="relative" ptsTypes="">
                                      <p:cBhvr>
                                        <p:cTn id="1167" dur="3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68" presetID="63" presetClass="path" presetSubtype="0" accel="50000" decel="50000" fill="hold" grpId="2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070175 L 0.0863487 0.3070175 E" pathEditMode="relative" ptsTypes="">
                                      <p:cBhvr>
                                        <p:cTn id="1169" dur="3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0" presetID="63" presetClass="path" presetSubtype="0" accel="50000" decel="50000" fill="hold" grpId="2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070175 L 0.0863487 0.3070175 E" pathEditMode="relative" ptsTypes="">
                                      <p:cBhvr>
                                        <p:cTn id="1171" dur="3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2" presetID="63" presetClass="path" presetSubtype="0" accel="50000" decel="50000" fill="hold" grpId="2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070175 L 0.0863487 0.3070175 E" pathEditMode="relative" ptsTypes="">
                                      <p:cBhvr>
                                        <p:cTn id="1173" dur="3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4" presetID="63" presetClass="path" presetSubtype="0" accel="50000" decel="50000" fill="hold" grpId="2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070175 L 0.0863487 0.3070175 E" pathEditMode="relative" ptsTypes="">
                                      <p:cBhvr>
                                        <p:cTn id="1175" dur="3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6" presetID="63" presetClass="path" presetSubtype="0" accel="50000" decel="50000" fill="hold" grpId="2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070175 L 0.0863487 0.3070175 E" pathEditMode="relative" ptsTypes="">
                                      <p:cBhvr>
                                        <p:cTn id="1177" dur="3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8" presetID="63" presetClass="path" presetSubtype="0" accel="50000" decel="50000" fill="hold" grpId="2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070175 L 0.0863487 0.3070175 E" pathEditMode="relative" ptsTypes="">
                                      <p:cBhvr>
                                        <p:cTn id="1179" dur="3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0" presetID="63" presetClass="path" presetSubtype="0" accel="50000" decel="50000" fill="hold" grpId="2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070175 L 0.0863487 0.3070175 E" pathEditMode="relative" ptsTypes="">
                                      <p:cBhvr>
                                        <p:cTn id="1181" dur="3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2" presetID="63" presetClass="path" presetSubtype="0" accel="50000" decel="50000" fill="hold" grpId="2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070175 L 0.0863487 0.3070175 E" pathEditMode="relative" ptsTypes="">
                                      <p:cBhvr>
                                        <p:cTn id="1183" dur="3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4" presetID="63" presetClass="path" presetSubtype="0" accel="50000" decel="50000" fill="hold" grpId="2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070175 L 0.0863487 0.3070175 E" pathEditMode="relative" ptsTypes="">
                                      <p:cBhvr>
                                        <p:cTn id="1185" dur="3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6" presetID="63" presetClass="path" presetSubtype="0" accel="50000" decel="50000" fill="hold" grpId="2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070175 L 0.0863487 0.3070175 E" pathEditMode="relative" ptsTypes="">
                                      <p:cBhvr>
                                        <p:cTn id="1187" dur="3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8" presetID="63" presetClass="path" presetSubtype="0" accel="50000" decel="50000" fill="hold" grpId="2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070175 L 0.0863487 0.3070175 E" pathEditMode="relative" ptsTypes="">
                                      <p:cBhvr>
                                        <p:cTn id="1189" dur="3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0" presetID="63" presetClass="path" presetSubtype="0" accel="50000" decel="50000" fill="hold" grpId="2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070175 L 0.0863487 0.3070175 E" pathEditMode="relative" ptsTypes="">
                                      <p:cBhvr>
                                        <p:cTn id="1191" dur="3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2" presetID="63" presetClass="path" presetSubtype="0" accel="50000" decel="50000" fill="hold" grpId="2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070175 L 0.0863487 0.3070175 E" pathEditMode="relative" ptsTypes="">
                                      <p:cBhvr>
                                        <p:cTn id="1193" dur="3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4" presetID="63" presetClass="path" presetSubtype="0" accel="50000" decel="50000" fill="hold" grpId="2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070175 L 0.0863487 0.3070175 E" pathEditMode="relative" ptsTypes="">
                                      <p:cBhvr>
                                        <p:cTn id="1195" dur="3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6" presetID="63" presetClass="path" presetSubtype="0" accel="50000" decel="50000" fill="hold" grpId="2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070175 L 0.0863487 0.3070175 E" pathEditMode="relative" ptsTypes="">
                                      <p:cBhvr>
                                        <p:cTn id="1197" dur="3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8" presetID="63" presetClass="path" presetSubtype="0" accel="50000" decel="50000" fill="hold" grpId="2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070175 L 0.0863487 0.3070175 E" pathEditMode="relative" ptsTypes="">
                                      <p:cBhvr>
                                        <p:cTn id="1199" dur="3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0" fill="hold">
                            <p:stCondLst>
                              <p:cond delay="15600"/>
                            </p:stCondLst>
                            <p:childTnLst>
                              <p:par>
                                <p:cTn id="1201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2" dur="3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3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6" dur="3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-0.0 E" pathEditMode="relative" ptsTypes="">
                                      <p:cBhvr>
                                        <p:cTn id="1208" dur="300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9" fill="hold">
                            <p:stCondLst>
                              <p:cond delay="15900"/>
                            </p:stCondLst>
                            <p:childTnLst>
                              <p:par>
                                <p:cTn id="1210" presetID="63" presetClass="path" presetSubtype="0" accel="50000" decel="50000" fill="hold" grpId="26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070175 L 0.129523 0.3070175 E" pathEditMode="relative" ptsTypes="">
                                      <p:cBhvr>
                                        <p:cTn id="1211" dur="3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2" presetID="63" presetClass="path" presetSubtype="0" accel="50000" decel="50000" fill="hold" grpId="2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070175 L 0.129523 0.3070175 E" pathEditMode="relative" ptsTypes="">
                                      <p:cBhvr>
                                        <p:cTn id="1213" dur="3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4" presetID="63" presetClass="path" presetSubtype="0" accel="50000" decel="50000" fill="hold" grpId="2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070175 L 0.129523 0.3070175 E" pathEditMode="relative" ptsTypes="">
                                      <p:cBhvr>
                                        <p:cTn id="1215" dur="3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6" presetID="63" presetClass="path" presetSubtype="0" accel="50000" decel="50000" fill="hold" grpId="2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070175 L 0.129523 0.3070175 E" pathEditMode="relative" ptsTypes="">
                                      <p:cBhvr>
                                        <p:cTn id="1217" dur="3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8" presetID="63" presetClass="path" presetSubtype="0" accel="50000" decel="50000" fill="hold" grpId="2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070175 L 0.129523 0.3070175 E" pathEditMode="relative" ptsTypes="">
                                      <p:cBhvr>
                                        <p:cTn id="1219" dur="3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0" presetID="63" presetClass="path" presetSubtype="0" accel="50000" decel="50000" fill="hold" grpId="2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070175 L 0.129523 0.3070175 E" pathEditMode="relative" ptsTypes="">
                                      <p:cBhvr>
                                        <p:cTn id="1221" dur="3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2" presetID="63" presetClass="path" presetSubtype="0" accel="50000" decel="50000" fill="hold" grpId="2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070175 L 0.129523 0.3070175 E" pathEditMode="relative" ptsTypes="">
                                      <p:cBhvr>
                                        <p:cTn id="1223" dur="3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4" presetID="63" presetClass="path" presetSubtype="0" accel="50000" decel="50000" fill="hold" grpId="2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070175 L 0.129523 0.3070175 E" pathEditMode="relative" ptsTypes="">
                                      <p:cBhvr>
                                        <p:cTn id="1225" dur="3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6" presetID="63" presetClass="path" presetSubtype="0" accel="50000" decel="50000" fill="hold" grpId="2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070175 L 0.129523 0.3070175 E" pathEditMode="relative" ptsTypes="">
                                      <p:cBhvr>
                                        <p:cTn id="1227" dur="3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8" presetID="63" presetClass="path" presetSubtype="0" accel="50000" decel="50000" fill="hold" grpId="2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070175 L 0.129523 0.3070175 E" pathEditMode="relative" ptsTypes="">
                                      <p:cBhvr>
                                        <p:cTn id="1229" dur="3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0" presetID="63" presetClass="path" presetSubtype="0" accel="50000" decel="50000" fill="hold" grpId="2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070175 L 0.129523 0.3070175 E" pathEditMode="relative" ptsTypes="">
                                      <p:cBhvr>
                                        <p:cTn id="1231" dur="3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2" presetID="63" presetClass="path" presetSubtype="0" accel="50000" decel="50000" fill="hold" grpId="2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070175 L 0.129523 0.3070175 E" pathEditMode="relative" ptsTypes="">
                                      <p:cBhvr>
                                        <p:cTn id="1233" dur="3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4" presetID="63" presetClass="path" presetSubtype="0" accel="50000" decel="50000" fill="hold" grpId="2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070175 L 0.129523 0.3070175 E" pathEditMode="relative" ptsTypes="">
                                      <p:cBhvr>
                                        <p:cTn id="1235" dur="3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6" presetID="63" presetClass="path" presetSubtype="0" accel="50000" decel="50000" fill="hold" grpId="2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070175 L 0.129523 0.3070175 E" pathEditMode="relative" ptsTypes="">
                                      <p:cBhvr>
                                        <p:cTn id="1237" dur="3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8" presetID="63" presetClass="path" presetSubtype="0" accel="50000" decel="50000" fill="hold" grpId="2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070175 L 0.129523 0.3070175 E" pathEditMode="relative" ptsTypes="">
                                      <p:cBhvr>
                                        <p:cTn id="1239" dur="3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40" presetID="63" presetClass="path" presetSubtype="0" accel="50000" decel="50000" fill="hold" grpId="2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070175 L 0.129523 0.3070175 E" pathEditMode="relative" ptsTypes="">
                                      <p:cBhvr>
                                        <p:cTn id="1241" dur="3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42" presetID="63" presetClass="path" presetSubtype="0" accel="50000" decel="50000" fill="hold" grpId="2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070175 L 0.129523 0.3070175 E" pathEditMode="relative" ptsTypes="">
                                      <p:cBhvr>
                                        <p:cTn id="1243" dur="3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44" presetID="63" presetClass="path" presetSubtype="0" accel="50000" decel="50000" fill="hold" grpId="2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070175 L 0.129523 0.3070175 E" pathEditMode="relative" ptsTypes="">
                                      <p:cBhvr>
                                        <p:cTn id="1245" dur="3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6" fill="hold">
                            <p:stCondLst>
                              <p:cond delay="16200"/>
                            </p:stCondLst>
                            <p:childTnLst>
                              <p:par>
                                <p:cTn id="1247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48" dur="3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9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2" dur="3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-0.0 E" pathEditMode="relative" ptsTypes="">
                                      <p:cBhvr>
                                        <p:cTn id="1254" dur="30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5" fill="hold">
                            <p:stCondLst>
                              <p:cond delay="16500"/>
                            </p:stCondLst>
                            <p:childTnLst>
                              <p:par>
                                <p:cTn id="1256" presetID="63" presetClass="path" presetSubtype="0" accel="50000" decel="50000" fill="hold" grpId="27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070175 L 0.1726974 0.3070175 E" pathEditMode="relative" ptsTypes="">
                                      <p:cBhvr>
                                        <p:cTn id="1257" dur="3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58" presetID="63" presetClass="path" presetSubtype="0" accel="50000" decel="50000" fill="hold" grpId="2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070175 L 0.1726974 0.3070175 E" pathEditMode="relative" ptsTypes="">
                                      <p:cBhvr>
                                        <p:cTn id="1259" dur="3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60" presetID="63" presetClass="path" presetSubtype="0" accel="50000" decel="50000" fill="hold" grpId="2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070175 L 0.1726974 0.3070175 E" pathEditMode="relative" ptsTypes="">
                                      <p:cBhvr>
                                        <p:cTn id="1261" dur="3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62" presetID="63" presetClass="path" presetSubtype="0" accel="50000" decel="50000" fill="hold" grpId="2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070175 L 0.1726974 0.3070175 E" pathEditMode="relative" ptsTypes="">
                                      <p:cBhvr>
                                        <p:cTn id="1263" dur="3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64" presetID="63" presetClass="path" presetSubtype="0" accel="50000" decel="50000" fill="hold" grpId="2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070175 L 0.1726974 0.3070175 E" pathEditMode="relative" ptsTypes="">
                                      <p:cBhvr>
                                        <p:cTn id="1265" dur="3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66" presetID="63" presetClass="path" presetSubtype="0" accel="50000" decel="50000" fill="hold" grpId="2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070175 L 0.1726974 0.3070175 E" pathEditMode="relative" ptsTypes="">
                                      <p:cBhvr>
                                        <p:cTn id="1267" dur="3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68" presetID="63" presetClass="path" presetSubtype="0" accel="50000" decel="50000" fill="hold" grpId="2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070175 L 0.1726974 0.3070175 E" pathEditMode="relative" ptsTypes="">
                                      <p:cBhvr>
                                        <p:cTn id="1269" dur="3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0" presetID="63" presetClass="path" presetSubtype="0" accel="50000" decel="50000" fill="hold" grpId="2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070175 L 0.1726974 0.3070175 E" pathEditMode="relative" ptsTypes="">
                                      <p:cBhvr>
                                        <p:cTn id="1271" dur="3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2" presetID="63" presetClass="path" presetSubtype="0" accel="50000" decel="50000" fill="hold" grpId="2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070175 L 0.1726974 0.3070175 E" pathEditMode="relative" ptsTypes="">
                                      <p:cBhvr>
                                        <p:cTn id="1273" dur="3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4" presetID="63" presetClass="path" presetSubtype="0" accel="50000" decel="50000" fill="hold" grpId="2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070175 L 0.1726974 0.3070175 E" pathEditMode="relative" ptsTypes="">
                                      <p:cBhvr>
                                        <p:cTn id="1275" dur="3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6" presetID="63" presetClass="path" presetSubtype="0" accel="50000" decel="50000" fill="hold" grpId="2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070175 L 0.1726974 0.3070175 E" pathEditMode="relative" ptsTypes="">
                                      <p:cBhvr>
                                        <p:cTn id="1277" dur="3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8" presetID="63" presetClass="path" presetSubtype="0" accel="50000" decel="50000" fill="hold" grpId="2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070175 L 0.1726974 0.3070175 E" pathEditMode="relative" ptsTypes="">
                                      <p:cBhvr>
                                        <p:cTn id="1279" dur="3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80" presetID="63" presetClass="path" presetSubtype="0" accel="50000" decel="50000" fill="hold" grpId="2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070175 L 0.1726974 0.3070175 E" pathEditMode="relative" ptsTypes="">
                                      <p:cBhvr>
                                        <p:cTn id="1281" dur="3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82" presetID="63" presetClass="path" presetSubtype="0" accel="50000" decel="50000" fill="hold" grpId="2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070175 L 0.1726974 0.3070175 E" pathEditMode="relative" ptsTypes="">
                                      <p:cBhvr>
                                        <p:cTn id="1283" dur="3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84" presetID="63" presetClass="path" presetSubtype="0" accel="50000" decel="50000" fill="hold" grpId="2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070175 L 0.1726974 0.3070175 E" pathEditMode="relative" ptsTypes="">
                                      <p:cBhvr>
                                        <p:cTn id="1285" dur="3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86" presetID="63" presetClass="path" presetSubtype="0" accel="50000" decel="50000" fill="hold" grpId="2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070175 L 0.1726974 0.3070175 E" pathEditMode="relative" ptsTypes="">
                                      <p:cBhvr>
                                        <p:cTn id="1287" dur="3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88" presetID="63" presetClass="path" presetSubtype="0" accel="50000" decel="50000" fill="hold" grpId="2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070175 L 0.1726974 0.3070175 E" pathEditMode="relative" ptsTypes="">
                                      <p:cBhvr>
                                        <p:cTn id="1289" dur="3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90" presetID="63" presetClass="path" presetSubtype="0" accel="50000" decel="50000" fill="hold" grpId="2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070175 L 0.1726974 0.3070175 E" pathEditMode="relative" ptsTypes="">
                                      <p:cBhvr>
                                        <p:cTn id="1291" dur="3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2" fill="hold">
                            <p:stCondLst>
                              <p:cond delay="16800"/>
                            </p:stCondLst>
                            <p:childTnLst>
                              <p:par>
                                <p:cTn id="1293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4" dur="3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95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8" dur="3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-0.0 E" pathEditMode="relative" ptsTypes="">
                                      <p:cBhvr>
                                        <p:cTn id="1300" dur="300" fill="hold"/>
                                        <p:tgtEl>
                                          <p:spTgt spid="2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1" fill="hold">
                            <p:stCondLst>
                              <p:cond delay="17100"/>
                            </p:stCondLst>
                            <p:childTnLst>
                              <p:par>
                                <p:cTn id="1302" presetID="63" presetClass="path" presetSubtype="0" accel="50000" decel="50000" fill="hold" grpId="28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070175 L 0.2158717 0.3070175 E" pathEditMode="relative" ptsTypes="">
                                      <p:cBhvr>
                                        <p:cTn id="1303" dur="3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04" presetID="63" presetClass="path" presetSubtype="0" accel="50000" decel="50000" fill="hold" grpId="2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070175 L 0.2158717 0.3070175 E" pathEditMode="relative" ptsTypes="">
                                      <p:cBhvr>
                                        <p:cTn id="1305" dur="3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06" presetID="63" presetClass="path" presetSubtype="0" accel="50000" decel="50000" fill="hold" grpId="2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070175 L 0.2158717 0.3070175 E" pathEditMode="relative" ptsTypes="">
                                      <p:cBhvr>
                                        <p:cTn id="1307" dur="3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08" presetID="63" presetClass="path" presetSubtype="0" accel="50000" decel="50000" fill="hold" grpId="2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070175 L 0.2158717 0.3070175 E" pathEditMode="relative" ptsTypes="">
                                      <p:cBhvr>
                                        <p:cTn id="1309" dur="3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10" presetID="63" presetClass="path" presetSubtype="0" accel="50000" decel="50000" fill="hold" grpId="2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070175 L 0.2158717 0.3070175 E" pathEditMode="relative" ptsTypes="">
                                      <p:cBhvr>
                                        <p:cTn id="1311" dur="3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12" presetID="63" presetClass="path" presetSubtype="0" accel="50000" decel="50000" fill="hold" grpId="2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070175 L 0.2158717 0.3070175 E" pathEditMode="relative" ptsTypes="">
                                      <p:cBhvr>
                                        <p:cTn id="1313" dur="3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14" presetID="63" presetClass="path" presetSubtype="0" accel="50000" decel="50000" fill="hold" grpId="2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070175 L 0.2158717 0.3070175 E" pathEditMode="relative" ptsTypes="">
                                      <p:cBhvr>
                                        <p:cTn id="1315" dur="3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16" presetID="63" presetClass="path" presetSubtype="0" accel="50000" decel="50000" fill="hold" grpId="2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070175 L 0.2158717 0.3070175 E" pathEditMode="relative" ptsTypes="">
                                      <p:cBhvr>
                                        <p:cTn id="1317" dur="3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18" presetID="63" presetClass="path" presetSubtype="0" accel="50000" decel="50000" fill="hold" grpId="2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070175 L 0.2158717 0.3070175 E" pathEditMode="relative" ptsTypes="">
                                      <p:cBhvr>
                                        <p:cTn id="1319" dur="3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20" presetID="63" presetClass="path" presetSubtype="0" accel="50000" decel="50000" fill="hold" grpId="2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070175 L 0.2158717 0.3070175 E" pathEditMode="relative" ptsTypes="">
                                      <p:cBhvr>
                                        <p:cTn id="1321" dur="3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22" presetID="63" presetClass="path" presetSubtype="0" accel="50000" decel="50000" fill="hold" grpId="2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070175 L 0.2158717 0.3070175 E" pathEditMode="relative" ptsTypes="">
                                      <p:cBhvr>
                                        <p:cTn id="1323" dur="3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24" presetID="63" presetClass="path" presetSubtype="0" accel="50000" decel="50000" fill="hold" grpId="2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070175 L 0.2158717 0.3070175 E" pathEditMode="relative" ptsTypes="">
                                      <p:cBhvr>
                                        <p:cTn id="1325" dur="3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26" presetID="63" presetClass="path" presetSubtype="0" accel="50000" decel="50000" fill="hold" grpId="2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070175 L 0.2158717 0.3070175 E" pathEditMode="relative" ptsTypes="">
                                      <p:cBhvr>
                                        <p:cTn id="1327" dur="3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28" presetID="63" presetClass="path" presetSubtype="0" accel="50000" decel="50000" fill="hold" grpId="2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070175 L 0.2158717 0.3070175 E" pathEditMode="relative" ptsTypes="">
                                      <p:cBhvr>
                                        <p:cTn id="1329" dur="3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30" presetID="63" presetClass="path" presetSubtype="0" accel="50000" decel="50000" fill="hold" grpId="2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070175 L 0.2158717 0.3070175 E" pathEditMode="relative" ptsTypes="">
                                      <p:cBhvr>
                                        <p:cTn id="1331" dur="3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32" presetID="63" presetClass="path" presetSubtype="0" accel="50000" decel="50000" fill="hold" grpId="2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070175 L 0.2158717 0.3070175 E" pathEditMode="relative" ptsTypes="">
                                      <p:cBhvr>
                                        <p:cTn id="1333" dur="3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34" presetID="63" presetClass="path" presetSubtype="0" accel="50000" decel="50000" fill="hold" grpId="2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070175 L 0.2158717 0.3070175 E" pathEditMode="relative" ptsTypes="">
                                      <p:cBhvr>
                                        <p:cTn id="1335" dur="3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36" presetID="63" presetClass="path" presetSubtype="0" accel="50000" decel="50000" fill="hold" grpId="2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070175 L 0.2158717 0.3070175 E" pathEditMode="relative" ptsTypes="">
                                      <p:cBhvr>
                                        <p:cTn id="1337" dur="3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8" fill="hold">
                            <p:stCondLst>
                              <p:cond delay="17400"/>
                            </p:stCondLst>
                            <p:childTnLst>
                              <p:par>
                                <p:cTn id="1339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40" dur="3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1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4" dur="3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-0.0 E" pathEditMode="relative" ptsTypes="">
                                      <p:cBhvr>
                                        <p:cTn id="1346" dur="300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7" fill="hold">
                            <p:stCondLst>
                              <p:cond delay="17700"/>
                            </p:stCondLst>
                            <p:childTnLst>
                              <p:par>
                                <p:cTn id="1348" presetID="63" presetClass="path" presetSubtype="0" accel="50000" decel="50000" fill="hold" grpId="29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3070175 L 0 0.3837719 E" pathEditMode="relative" ptsTypes="">
                                      <p:cBhvr>
                                        <p:cTn id="1349" dur="3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0" presetID="63" presetClass="path" presetSubtype="0" accel="50000" decel="50000" fill="hold" grpId="2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3070175 L 0 0.3837719 E" pathEditMode="relative" ptsTypes="">
                                      <p:cBhvr>
                                        <p:cTn id="1351" dur="3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2" presetID="63" presetClass="path" presetSubtype="0" accel="50000" decel="50000" fill="hold" grpId="2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3070175 L 0 0.3837719 E" pathEditMode="relative" ptsTypes="">
                                      <p:cBhvr>
                                        <p:cTn id="1353" dur="3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4" presetID="63" presetClass="path" presetSubtype="0" accel="50000" decel="50000" fill="hold" grpId="2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3070175 L 0 0.3837719 E" pathEditMode="relative" ptsTypes="">
                                      <p:cBhvr>
                                        <p:cTn id="1355" dur="3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6" presetID="63" presetClass="path" presetSubtype="0" accel="50000" decel="50000" fill="hold" grpId="2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3070175 L 0 0.3837719 E" pathEditMode="relative" ptsTypes="">
                                      <p:cBhvr>
                                        <p:cTn id="1357" dur="3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8" presetID="63" presetClass="path" presetSubtype="0" accel="50000" decel="50000" fill="hold" grpId="2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3070175 L 0 0.3837719 E" pathEditMode="relative" ptsTypes="">
                                      <p:cBhvr>
                                        <p:cTn id="1359" dur="3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60" presetID="63" presetClass="path" presetSubtype="0" accel="50000" decel="50000" fill="hold" grpId="2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3070175 L 0 0.3837719 E" pathEditMode="relative" ptsTypes="">
                                      <p:cBhvr>
                                        <p:cTn id="1361" dur="3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62" presetID="63" presetClass="path" presetSubtype="0" accel="50000" decel="50000" fill="hold" grpId="2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3070175 L 0 0.3837719 E" pathEditMode="relative" ptsTypes="">
                                      <p:cBhvr>
                                        <p:cTn id="1363" dur="3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64" presetID="63" presetClass="path" presetSubtype="0" accel="50000" decel="50000" fill="hold" grpId="2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3070175 L 0 0.3837719 E" pathEditMode="relative" ptsTypes="">
                                      <p:cBhvr>
                                        <p:cTn id="1365" dur="3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66" presetID="63" presetClass="path" presetSubtype="0" accel="50000" decel="50000" fill="hold" grpId="2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3070175 L 0 0.3837719 E" pathEditMode="relative" ptsTypes="">
                                      <p:cBhvr>
                                        <p:cTn id="1367" dur="3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68" presetID="63" presetClass="path" presetSubtype="0" accel="50000" decel="50000" fill="hold" grpId="2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3070175 L 0 0.3837719 E" pathEditMode="relative" ptsTypes="">
                                      <p:cBhvr>
                                        <p:cTn id="1369" dur="3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70" presetID="63" presetClass="path" presetSubtype="0" accel="50000" decel="50000" fill="hold" grpId="2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3070175 L 0 0.3837719 E" pathEditMode="relative" ptsTypes="">
                                      <p:cBhvr>
                                        <p:cTn id="1371" dur="3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72" presetID="63" presetClass="path" presetSubtype="0" accel="50000" decel="50000" fill="hold" grpId="2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3070175 L 0 0.3837719 E" pathEditMode="relative" ptsTypes="">
                                      <p:cBhvr>
                                        <p:cTn id="1373" dur="3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74" presetID="63" presetClass="path" presetSubtype="0" accel="50000" decel="50000" fill="hold" grpId="2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3070175 L 0 0.3837719 E" pathEditMode="relative" ptsTypes="">
                                      <p:cBhvr>
                                        <p:cTn id="1375" dur="3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76" presetID="63" presetClass="path" presetSubtype="0" accel="50000" decel="50000" fill="hold" grpId="2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3070175 L 0 0.3837719 E" pathEditMode="relative" ptsTypes="">
                                      <p:cBhvr>
                                        <p:cTn id="1377" dur="3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78" presetID="63" presetClass="path" presetSubtype="0" accel="50000" decel="50000" fill="hold" grpId="2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3070175 L 0 0.3837719 E" pathEditMode="relative" ptsTypes="">
                                      <p:cBhvr>
                                        <p:cTn id="1379" dur="3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80" presetID="63" presetClass="path" presetSubtype="0" accel="50000" decel="50000" fill="hold" grpId="2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3070175 L 0 0.3837719 E" pathEditMode="relative" ptsTypes="">
                                      <p:cBhvr>
                                        <p:cTn id="1381" dur="3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82" presetID="63" presetClass="path" presetSubtype="0" accel="50000" decel="50000" fill="hold" grpId="2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58717 0.3070175 L 0 0.3837719 E" pathEditMode="relative" ptsTypes="">
                                      <p:cBhvr>
                                        <p:cTn id="1383" dur="3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4" fill="hold">
                            <p:stCondLst>
                              <p:cond delay="18000"/>
                            </p:stCondLst>
                            <p:childTnLst>
                              <p:par>
                                <p:cTn id="1385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86" dur="3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87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0" dur="3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0 E" pathEditMode="relative" ptsTypes="">
                                      <p:cBhvr>
                                        <p:cTn id="1392" dur="30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3" fill="hold">
                            <p:stCondLst>
                              <p:cond delay="18300"/>
                            </p:stCondLst>
                            <p:childTnLst>
                              <p:par>
                                <p:cTn id="1394" presetID="63" presetClass="path" presetSubtype="0" accel="50000" decel="50000" fill="hold" grpId="3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837719 L 0.0431743 0.3837719 E" pathEditMode="relative" ptsTypes="">
                                      <p:cBhvr>
                                        <p:cTn id="1395" dur="3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96" presetID="63" presetClass="path" presetSubtype="0" accel="50000" decel="50000" fill="hold" grpId="3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837719 L 0.0431743 0.3837719 E" pathEditMode="relative" ptsTypes="">
                                      <p:cBhvr>
                                        <p:cTn id="1397" dur="3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98" presetID="63" presetClass="path" presetSubtype="0" accel="50000" decel="50000" fill="hold" grpId="3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837719 L 0.0431743 0.3837719 E" pathEditMode="relative" ptsTypes="">
                                      <p:cBhvr>
                                        <p:cTn id="1399" dur="3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00" presetID="63" presetClass="path" presetSubtype="0" accel="50000" decel="50000" fill="hold" grpId="3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837719 L 0.0431743 0.3837719 E" pathEditMode="relative" ptsTypes="">
                                      <p:cBhvr>
                                        <p:cTn id="1401" dur="3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02" presetID="63" presetClass="path" presetSubtype="0" accel="50000" decel="50000" fill="hold" grpId="3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837719 L 0.0431743 0.3837719 E" pathEditMode="relative" ptsTypes="">
                                      <p:cBhvr>
                                        <p:cTn id="1403" dur="3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04" presetID="63" presetClass="path" presetSubtype="0" accel="50000" decel="50000" fill="hold" grpId="3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837719 L 0.0431743 0.3837719 E" pathEditMode="relative" ptsTypes="">
                                      <p:cBhvr>
                                        <p:cTn id="1405" dur="3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06" presetID="63" presetClass="path" presetSubtype="0" accel="50000" decel="50000" fill="hold" grpId="3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837719 L 0.0431743 0.3837719 E" pathEditMode="relative" ptsTypes="">
                                      <p:cBhvr>
                                        <p:cTn id="1407" dur="3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08" presetID="63" presetClass="path" presetSubtype="0" accel="50000" decel="50000" fill="hold" grpId="3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837719 L 0.0431743 0.3837719 E" pathEditMode="relative" ptsTypes="">
                                      <p:cBhvr>
                                        <p:cTn id="1409" dur="3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10" presetID="63" presetClass="path" presetSubtype="0" accel="50000" decel="50000" fill="hold" grpId="3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837719 L 0.0431743 0.3837719 E" pathEditMode="relative" ptsTypes="">
                                      <p:cBhvr>
                                        <p:cTn id="1411" dur="3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12" presetID="63" presetClass="path" presetSubtype="0" accel="50000" decel="50000" fill="hold" grpId="3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837719 L 0.0431743 0.3837719 E" pathEditMode="relative" ptsTypes="">
                                      <p:cBhvr>
                                        <p:cTn id="1413" dur="3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14" presetID="63" presetClass="path" presetSubtype="0" accel="50000" decel="50000" fill="hold" grpId="3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837719 L 0.0431743 0.3837719 E" pathEditMode="relative" ptsTypes="">
                                      <p:cBhvr>
                                        <p:cTn id="1415" dur="3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16" presetID="63" presetClass="path" presetSubtype="0" accel="50000" decel="50000" fill="hold" grpId="3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837719 L 0.0431743 0.3837719 E" pathEditMode="relative" ptsTypes="">
                                      <p:cBhvr>
                                        <p:cTn id="1417" dur="3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18" presetID="63" presetClass="path" presetSubtype="0" accel="50000" decel="50000" fill="hold" grpId="3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837719 L 0.0431743 0.3837719 E" pathEditMode="relative" ptsTypes="">
                                      <p:cBhvr>
                                        <p:cTn id="1419" dur="3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20" presetID="63" presetClass="path" presetSubtype="0" accel="50000" decel="50000" fill="hold" grpId="3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837719 L 0.0431743 0.3837719 E" pathEditMode="relative" ptsTypes="">
                                      <p:cBhvr>
                                        <p:cTn id="1421" dur="3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22" presetID="63" presetClass="path" presetSubtype="0" accel="50000" decel="50000" fill="hold" grpId="3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837719 L 0.0431743 0.3837719 E" pathEditMode="relative" ptsTypes="">
                                      <p:cBhvr>
                                        <p:cTn id="1423" dur="3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24" presetID="63" presetClass="path" presetSubtype="0" accel="50000" decel="50000" fill="hold" grpId="3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837719 L 0.0431743 0.3837719 E" pathEditMode="relative" ptsTypes="">
                                      <p:cBhvr>
                                        <p:cTn id="1425" dur="3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26" presetID="63" presetClass="path" presetSubtype="0" accel="50000" decel="50000" fill="hold" grpId="3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837719 L 0.0431743 0.3837719 E" pathEditMode="relative" ptsTypes="">
                                      <p:cBhvr>
                                        <p:cTn id="1427" dur="3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28" presetID="63" presetClass="path" presetSubtype="0" accel="50000" decel="50000" fill="hold" grpId="3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837719 L 0.0431743 0.3837719 E" pathEditMode="relative" ptsTypes="">
                                      <p:cBhvr>
                                        <p:cTn id="1429" dur="3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0" fill="hold">
                            <p:stCondLst>
                              <p:cond delay="18600"/>
                            </p:stCondLst>
                            <p:childTnLst>
                              <p:par>
                                <p:cTn id="1431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2" dur="3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3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6" dur="3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0 E" pathEditMode="relative" ptsTypes="">
                                      <p:cBhvr>
                                        <p:cTn id="1438" dur="300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9" fill="hold">
                            <p:stCondLst>
                              <p:cond delay="18900"/>
                            </p:stCondLst>
                            <p:childTnLst>
                              <p:par>
                                <p:cTn id="1440" presetID="63" presetClass="path" presetSubtype="0" accel="50000" decel="50000" fill="hold" grpId="3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837719 L 0.0863487 0.3837719 E" pathEditMode="relative" ptsTypes="">
                                      <p:cBhvr>
                                        <p:cTn id="1441" dur="3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42" presetID="63" presetClass="path" presetSubtype="0" accel="50000" decel="50000" fill="hold" grpId="3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837719 L 0.0863487 0.3837719 E" pathEditMode="relative" ptsTypes="">
                                      <p:cBhvr>
                                        <p:cTn id="1443" dur="3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44" presetID="63" presetClass="path" presetSubtype="0" accel="50000" decel="50000" fill="hold" grpId="3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837719 L 0.0863487 0.3837719 E" pathEditMode="relative" ptsTypes="">
                                      <p:cBhvr>
                                        <p:cTn id="1445" dur="3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46" presetID="63" presetClass="path" presetSubtype="0" accel="50000" decel="50000" fill="hold" grpId="3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837719 L 0.0863487 0.3837719 E" pathEditMode="relative" ptsTypes="">
                                      <p:cBhvr>
                                        <p:cTn id="1447" dur="3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48" presetID="63" presetClass="path" presetSubtype="0" accel="50000" decel="50000" fill="hold" grpId="3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837719 L 0.0863487 0.3837719 E" pathEditMode="relative" ptsTypes="">
                                      <p:cBhvr>
                                        <p:cTn id="1449" dur="3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50" presetID="63" presetClass="path" presetSubtype="0" accel="50000" decel="50000" fill="hold" grpId="3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837719 L 0.0863487 0.3837719 E" pathEditMode="relative" ptsTypes="">
                                      <p:cBhvr>
                                        <p:cTn id="1451" dur="3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52" presetID="63" presetClass="path" presetSubtype="0" accel="50000" decel="50000" fill="hold" grpId="3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837719 L 0.0863487 0.3837719 E" pathEditMode="relative" ptsTypes="">
                                      <p:cBhvr>
                                        <p:cTn id="1453" dur="3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54" presetID="63" presetClass="path" presetSubtype="0" accel="50000" decel="50000" fill="hold" grpId="3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837719 L 0.0863487 0.3837719 E" pathEditMode="relative" ptsTypes="">
                                      <p:cBhvr>
                                        <p:cTn id="1455" dur="3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56" presetID="63" presetClass="path" presetSubtype="0" accel="50000" decel="50000" fill="hold" grpId="3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837719 L 0.0863487 0.3837719 E" pathEditMode="relative" ptsTypes="">
                                      <p:cBhvr>
                                        <p:cTn id="1457" dur="3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58" presetID="63" presetClass="path" presetSubtype="0" accel="50000" decel="50000" fill="hold" grpId="3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837719 L 0.0863487 0.3837719 E" pathEditMode="relative" ptsTypes="">
                                      <p:cBhvr>
                                        <p:cTn id="1459" dur="3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60" presetID="63" presetClass="path" presetSubtype="0" accel="50000" decel="50000" fill="hold" grpId="3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837719 L 0.0863487 0.3837719 E" pathEditMode="relative" ptsTypes="">
                                      <p:cBhvr>
                                        <p:cTn id="1461" dur="3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62" presetID="63" presetClass="path" presetSubtype="0" accel="50000" decel="50000" fill="hold" grpId="3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837719 L 0.0863487 0.3837719 E" pathEditMode="relative" ptsTypes="">
                                      <p:cBhvr>
                                        <p:cTn id="1463" dur="3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64" presetID="63" presetClass="path" presetSubtype="0" accel="50000" decel="50000" fill="hold" grpId="3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837719 L 0.0863487 0.3837719 E" pathEditMode="relative" ptsTypes="">
                                      <p:cBhvr>
                                        <p:cTn id="1465" dur="3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66" presetID="63" presetClass="path" presetSubtype="0" accel="50000" decel="50000" fill="hold" grpId="3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837719 L 0.0863487 0.3837719 E" pathEditMode="relative" ptsTypes="">
                                      <p:cBhvr>
                                        <p:cTn id="1467" dur="3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68" presetID="63" presetClass="path" presetSubtype="0" accel="50000" decel="50000" fill="hold" grpId="3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837719 L 0.0863487 0.3837719 E" pathEditMode="relative" ptsTypes="">
                                      <p:cBhvr>
                                        <p:cTn id="1469" dur="3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70" presetID="63" presetClass="path" presetSubtype="0" accel="50000" decel="50000" fill="hold" grpId="3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837719 L 0.0863487 0.3837719 E" pathEditMode="relative" ptsTypes="">
                                      <p:cBhvr>
                                        <p:cTn id="1471" dur="3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72" presetID="63" presetClass="path" presetSubtype="0" accel="50000" decel="50000" fill="hold" grpId="3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837719 L 0.0863487 0.3837719 E" pathEditMode="relative" ptsTypes="">
                                      <p:cBhvr>
                                        <p:cTn id="1473" dur="3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74" presetID="63" presetClass="path" presetSubtype="0" accel="50000" decel="50000" fill="hold" grpId="3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31743 0.3837719 L 0.0863487 0.3837719 E" pathEditMode="relative" ptsTypes="">
                                      <p:cBhvr>
                                        <p:cTn id="1475" dur="3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6" fill="hold">
                            <p:stCondLst>
                              <p:cond delay="19200"/>
                            </p:stCondLst>
                            <p:childTnLst>
                              <p:par>
                                <p:cTn id="1477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78" dur="3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79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2" dur="3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0 E" pathEditMode="relative" ptsTypes="">
                                      <p:cBhvr>
                                        <p:cTn id="1484" dur="3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5" fill="hold">
                            <p:stCondLst>
                              <p:cond delay="19500"/>
                            </p:stCondLst>
                            <p:childTnLst>
                              <p:par>
                                <p:cTn id="1486" presetID="63" presetClass="path" presetSubtype="0" accel="50000" decel="50000" fill="hold" grpId="3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837719 L 0.129523 0.3837719 E" pathEditMode="relative" ptsTypes="">
                                      <p:cBhvr>
                                        <p:cTn id="1487" dur="3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88" presetID="63" presetClass="path" presetSubtype="0" accel="50000" decel="50000" fill="hold" grpId="3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837719 L 0.129523 0.3837719 E" pathEditMode="relative" ptsTypes="">
                                      <p:cBhvr>
                                        <p:cTn id="1489" dur="3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90" presetID="63" presetClass="path" presetSubtype="0" accel="50000" decel="50000" fill="hold" grpId="3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837719 L 0.129523 0.3837719 E" pathEditMode="relative" ptsTypes="">
                                      <p:cBhvr>
                                        <p:cTn id="1491" dur="3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92" presetID="63" presetClass="path" presetSubtype="0" accel="50000" decel="50000" fill="hold" grpId="3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837719 L 0.129523 0.3837719 E" pathEditMode="relative" ptsTypes="">
                                      <p:cBhvr>
                                        <p:cTn id="1493" dur="3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94" presetID="63" presetClass="path" presetSubtype="0" accel="50000" decel="50000" fill="hold" grpId="3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837719 L 0.129523 0.3837719 E" pathEditMode="relative" ptsTypes="">
                                      <p:cBhvr>
                                        <p:cTn id="1495" dur="3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96" presetID="63" presetClass="path" presetSubtype="0" accel="50000" decel="50000" fill="hold" grpId="3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837719 L 0.129523 0.3837719 E" pathEditMode="relative" ptsTypes="">
                                      <p:cBhvr>
                                        <p:cTn id="1497" dur="3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98" presetID="63" presetClass="path" presetSubtype="0" accel="50000" decel="50000" fill="hold" grpId="3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837719 L 0.129523 0.3837719 E" pathEditMode="relative" ptsTypes="">
                                      <p:cBhvr>
                                        <p:cTn id="1499" dur="3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00" presetID="63" presetClass="path" presetSubtype="0" accel="50000" decel="50000" fill="hold" grpId="3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837719 L 0.129523 0.3837719 E" pathEditMode="relative" ptsTypes="">
                                      <p:cBhvr>
                                        <p:cTn id="1501" dur="3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02" presetID="63" presetClass="path" presetSubtype="0" accel="50000" decel="50000" fill="hold" grpId="3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837719 L 0.129523 0.3837719 E" pathEditMode="relative" ptsTypes="">
                                      <p:cBhvr>
                                        <p:cTn id="1503" dur="3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04" presetID="63" presetClass="path" presetSubtype="0" accel="50000" decel="50000" fill="hold" grpId="3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837719 L 0.129523 0.3837719 E" pathEditMode="relative" ptsTypes="">
                                      <p:cBhvr>
                                        <p:cTn id="1505" dur="3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06" presetID="63" presetClass="path" presetSubtype="0" accel="50000" decel="50000" fill="hold" grpId="3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837719 L 0.129523 0.3837719 E" pathEditMode="relative" ptsTypes="">
                                      <p:cBhvr>
                                        <p:cTn id="1507" dur="3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08" presetID="63" presetClass="path" presetSubtype="0" accel="50000" decel="50000" fill="hold" grpId="3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837719 L 0.129523 0.3837719 E" pathEditMode="relative" ptsTypes="">
                                      <p:cBhvr>
                                        <p:cTn id="1509" dur="3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10" presetID="63" presetClass="path" presetSubtype="0" accel="50000" decel="50000" fill="hold" grpId="3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837719 L 0.129523 0.3837719 E" pathEditMode="relative" ptsTypes="">
                                      <p:cBhvr>
                                        <p:cTn id="1511" dur="3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12" presetID="63" presetClass="path" presetSubtype="0" accel="50000" decel="50000" fill="hold" grpId="3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837719 L 0.129523 0.3837719 E" pathEditMode="relative" ptsTypes="">
                                      <p:cBhvr>
                                        <p:cTn id="1513" dur="3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14" presetID="63" presetClass="path" presetSubtype="0" accel="50000" decel="50000" fill="hold" grpId="3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837719 L 0.129523 0.3837719 E" pathEditMode="relative" ptsTypes="">
                                      <p:cBhvr>
                                        <p:cTn id="1515" dur="3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16" presetID="63" presetClass="path" presetSubtype="0" accel="50000" decel="50000" fill="hold" grpId="3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837719 L 0.129523 0.3837719 E" pathEditMode="relative" ptsTypes="">
                                      <p:cBhvr>
                                        <p:cTn id="1517" dur="3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18" presetID="63" presetClass="path" presetSubtype="0" accel="50000" decel="50000" fill="hold" grpId="3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837719 L 0.129523 0.3837719 E" pathEditMode="relative" ptsTypes="">
                                      <p:cBhvr>
                                        <p:cTn id="1519" dur="3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20" presetID="63" presetClass="path" presetSubtype="0" accel="50000" decel="50000" fill="hold" grpId="3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63487 0.3837719 L 0.129523 0.3837719 E" pathEditMode="relative" ptsTypes="">
                                      <p:cBhvr>
                                        <p:cTn id="1521" dur="3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2" fill="hold">
                            <p:stCondLst>
                              <p:cond delay="19800"/>
                            </p:stCondLst>
                            <p:childTnLst>
                              <p:par>
                                <p:cTn id="1523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24" dur="3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25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8" dur="3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0 E" pathEditMode="relative" ptsTypes="">
                                      <p:cBhvr>
                                        <p:cTn id="1530" dur="300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1" fill="hold">
                            <p:stCondLst>
                              <p:cond delay="20100"/>
                            </p:stCondLst>
                            <p:childTnLst>
                              <p:par>
                                <p:cTn id="1532" presetID="63" presetClass="path" presetSubtype="0" accel="50000" decel="50000" fill="hold" grpId="3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837719 L 0.1726974 0.3837719 E" pathEditMode="relative" ptsTypes="">
                                      <p:cBhvr>
                                        <p:cTn id="1533" dur="3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34" presetID="63" presetClass="path" presetSubtype="0" accel="50000" decel="50000" fill="hold" grpId="3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837719 L 0.1726974 0.3837719 E" pathEditMode="relative" ptsTypes="">
                                      <p:cBhvr>
                                        <p:cTn id="1535" dur="3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36" presetID="63" presetClass="path" presetSubtype="0" accel="50000" decel="50000" fill="hold" grpId="3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837719 L 0.1726974 0.3837719 E" pathEditMode="relative" ptsTypes="">
                                      <p:cBhvr>
                                        <p:cTn id="1537" dur="3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38" presetID="63" presetClass="path" presetSubtype="0" accel="50000" decel="50000" fill="hold" grpId="3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837719 L 0.1726974 0.3837719 E" pathEditMode="relative" ptsTypes="">
                                      <p:cBhvr>
                                        <p:cTn id="1539" dur="3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40" presetID="63" presetClass="path" presetSubtype="0" accel="50000" decel="50000" fill="hold" grpId="3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837719 L 0.1726974 0.3837719 E" pathEditMode="relative" ptsTypes="">
                                      <p:cBhvr>
                                        <p:cTn id="1541" dur="3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42" presetID="63" presetClass="path" presetSubtype="0" accel="50000" decel="50000" fill="hold" grpId="3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837719 L 0.1726974 0.3837719 E" pathEditMode="relative" ptsTypes="">
                                      <p:cBhvr>
                                        <p:cTn id="1543" dur="3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44" presetID="63" presetClass="path" presetSubtype="0" accel="50000" decel="50000" fill="hold" grpId="3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837719 L 0.1726974 0.3837719 E" pathEditMode="relative" ptsTypes="">
                                      <p:cBhvr>
                                        <p:cTn id="1545" dur="3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46" presetID="63" presetClass="path" presetSubtype="0" accel="50000" decel="50000" fill="hold" grpId="3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837719 L 0.1726974 0.3837719 E" pathEditMode="relative" ptsTypes="">
                                      <p:cBhvr>
                                        <p:cTn id="1547" dur="3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48" presetID="63" presetClass="path" presetSubtype="0" accel="50000" decel="50000" fill="hold" grpId="3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837719 L 0.1726974 0.3837719 E" pathEditMode="relative" ptsTypes="">
                                      <p:cBhvr>
                                        <p:cTn id="1549" dur="3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50" presetID="63" presetClass="path" presetSubtype="0" accel="50000" decel="50000" fill="hold" grpId="3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837719 L 0.1726974 0.3837719 E" pathEditMode="relative" ptsTypes="">
                                      <p:cBhvr>
                                        <p:cTn id="1551" dur="3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52" presetID="63" presetClass="path" presetSubtype="0" accel="50000" decel="50000" fill="hold" grpId="3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837719 L 0.1726974 0.3837719 E" pathEditMode="relative" ptsTypes="">
                                      <p:cBhvr>
                                        <p:cTn id="1553" dur="3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54" presetID="63" presetClass="path" presetSubtype="0" accel="50000" decel="50000" fill="hold" grpId="3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837719 L 0.1726974 0.3837719 E" pathEditMode="relative" ptsTypes="">
                                      <p:cBhvr>
                                        <p:cTn id="1555" dur="3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56" presetID="63" presetClass="path" presetSubtype="0" accel="50000" decel="50000" fill="hold" grpId="3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837719 L 0.1726974 0.3837719 E" pathEditMode="relative" ptsTypes="">
                                      <p:cBhvr>
                                        <p:cTn id="1557" dur="3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58" presetID="63" presetClass="path" presetSubtype="0" accel="50000" decel="50000" fill="hold" grpId="3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837719 L 0.1726974 0.3837719 E" pathEditMode="relative" ptsTypes="">
                                      <p:cBhvr>
                                        <p:cTn id="1559" dur="3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60" presetID="63" presetClass="path" presetSubtype="0" accel="50000" decel="50000" fill="hold" grpId="3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837719 L 0.1726974 0.3837719 E" pathEditMode="relative" ptsTypes="">
                                      <p:cBhvr>
                                        <p:cTn id="1561" dur="3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62" presetID="63" presetClass="path" presetSubtype="0" accel="50000" decel="50000" fill="hold" grpId="3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837719 L 0.1726974 0.3837719 E" pathEditMode="relative" ptsTypes="">
                                      <p:cBhvr>
                                        <p:cTn id="1563" dur="3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64" presetID="63" presetClass="path" presetSubtype="0" accel="50000" decel="50000" fill="hold" grpId="3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837719 L 0.1726974 0.3837719 E" pathEditMode="relative" ptsTypes="">
                                      <p:cBhvr>
                                        <p:cTn id="1565" dur="3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66" presetID="63" presetClass="path" presetSubtype="0" accel="50000" decel="50000" fill="hold" grpId="3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9523 0.3837719 L 0.1726974 0.3837719 E" pathEditMode="relative" ptsTypes="">
                                      <p:cBhvr>
                                        <p:cTn id="1567" dur="3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8" fill="hold">
                            <p:stCondLst>
                              <p:cond delay="20400"/>
                            </p:stCondLst>
                            <p:childTnLst>
                              <p:par>
                                <p:cTn id="1569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70" dur="3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1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4" dur="3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0 E" pathEditMode="relative" ptsTypes="">
                                      <p:cBhvr>
                                        <p:cTn id="1576" dur="300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77" fill="hold">
                            <p:stCondLst>
                              <p:cond delay="20700"/>
                            </p:stCondLst>
                            <p:childTnLst>
                              <p:par>
                                <p:cTn id="1578" presetID="63" presetClass="path" presetSubtype="0" accel="50000" decel="50000" fill="hold" grpId="34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837719 L 0.2158717 0.3837719 E" pathEditMode="relative" ptsTypes="">
                                      <p:cBhvr>
                                        <p:cTn id="1579" dur="3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80" presetID="63" presetClass="path" presetSubtype="0" accel="50000" decel="50000" fill="hold" grpId="3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837719 L 0.2158717 0.3837719 E" pathEditMode="relative" ptsTypes="">
                                      <p:cBhvr>
                                        <p:cTn id="1581" dur="3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82" presetID="63" presetClass="path" presetSubtype="0" accel="50000" decel="50000" fill="hold" grpId="3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837719 L 0.2158717 0.3837719 E" pathEditMode="relative" ptsTypes="">
                                      <p:cBhvr>
                                        <p:cTn id="1583" dur="3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84" presetID="63" presetClass="path" presetSubtype="0" accel="50000" decel="50000" fill="hold" grpId="3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837719 L 0.2158717 0.3837719 E" pathEditMode="relative" ptsTypes="">
                                      <p:cBhvr>
                                        <p:cTn id="1585" dur="3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86" presetID="63" presetClass="path" presetSubtype="0" accel="50000" decel="50000" fill="hold" grpId="3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837719 L 0.2158717 0.3837719 E" pathEditMode="relative" ptsTypes="">
                                      <p:cBhvr>
                                        <p:cTn id="1587" dur="3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88" presetID="63" presetClass="path" presetSubtype="0" accel="50000" decel="50000" fill="hold" grpId="3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837719 L 0.2158717 0.3837719 E" pathEditMode="relative" ptsTypes="">
                                      <p:cBhvr>
                                        <p:cTn id="1589" dur="3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90" presetID="63" presetClass="path" presetSubtype="0" accel="50000" decel="50000" fill="hold" grpId="3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837719 L 0.2158717 0.3837719 E" pathEditMode="relative" ptsTypes="">
                                      <p:cBhvr>
                                        <p:cTn id="1591" dur="3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92" presetID="63" presetClass="path" presetSubtype="0" accel="50000" decel="50000" fill="hold" grpId="3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837719 L 0.2158717 0.3837719 E" pathEditMode="relative" ptsTypes="">
                                      <p:cBhvr>
                                        <p:cTn id="1593" dur="3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94" presetID="63" presetClass="path" presetSubtype="0" accel="50000" decel="50000" fill="hold" grpId="3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837719 L 0.2158717 0.3837719 E" pathEditMode="relative" ptsTypes="">
                                      <p:cBhvr>
                                        <p:cTn id="1595" dur="3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96" presetID="63" presetClass="path" presetSubtype="0" accel="50000" decel="50000" fill="hold" grpId="3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837719 L 0.2158717 0.3837719 E" pathEditMode="relative" ptsTypes="">
                                      <p:cBhvr>
                                        <p:cTn id="1597" dur="3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98" presetID="63" presetClass="path" presetSubtype="0" accel="50000" decel="50000" fill="hold" grpId="3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837719 L 0.2158717 0.3837719 E" pathEditMode="relative" ptsTypes="">
                                      <p:cBhvr>
                                        <p:cTn id="1599" dur="3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00" presetID="63" presetClass="path" presetSubtype="0" accel="50000" decel="50000" fill="hold" grpId="3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837719 L 0.2158717 0.3837719 E" pathEditMode="relative" ptsTypes="">
                                      <p:cBhvr>
                                        <p:cTn id="1601" dur="3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02" presetID="63" presetClass="path" presetSubtype="0" accel="50000" decel="50000" fill="hold" grpId="3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837719 L 0.2158717 0.3837719 E" pathEditMode="relative" ptsTypes="">
                                      <p:cBhvr>
                                        <p:cTn id="1603" dur="3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04" presetID="63" presetClass="path" presetSubtype="0" accel="50000" decel="50000" fill="hold" grpId="3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837719 L 0.2158717 0.3837719 E" pathEditMode="relative" ptsTypes="">
                                      <p:cBhvr>
                                        <p:cTn id="1605" dur="3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06" presetID="63" presetClass="path" presetSubtype="0" accel="50000" decel="50000" fill="hold" grpId="3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837719 L 0.2158717 0.3837719 E" pathEditMode="relative" ptsTypes="">
                                      <p:cBhvr>
                                        <p:cTn id="1607" dur="3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08" presetID="63" presetClass="path" presetSubtype="0" accel="50000" decel="50000" fill="hold" grpId="3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837719 L 0.2158717 0.3837719 E" pathEditMode="relative" ptsTypes="">
                                      <p:cBhvr>
                                        <p:cTn id="1609" dur="3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10" presetID="63" presetClass="path" presetSubtype="0" accel="50000" decel="50000" fill="hold" grpId="3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837719 L 0.2158717 0.3837719 E" pathEditMode="relative" ptsTypes="">
                                      <p:cBhvr>
                                        <p:cTn id="1611" dur="3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12" presetID="63" presetClass="path" presetSubtype="0" accel="50000" decel="50000" fill="hold" grpId="3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26974 0.3837719 L 0.2158717 0.3837719 E" pathEditMode="relative" ptsTypes="">
                                      <p:cBhvr>
                                        <p:cTn id="1613" dur="3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14" fill="hold">
                            <p:stCondLst>
                              <p:cond delay="21000"/>
                            </p:stCondLst>
                            <p:childTnLst>
                              <p:par>
                                <p:cTn id="1615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16" dur="3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17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0" dur="3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80428 0 E" pathEditMode="relative" ptsTypes="">
                                      <p:cBhvr>
                                        <p:cTn id="1622" dur="3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5" grpId="0"/>
      <p:bldP spid="166" grpId="0"/>
      <p:bldP spid="167" grpId="0"/>
      <p:bldP spid="168" grpId="0"/>
      <p:bldP spid="169" grpId="0"/>
      <p:bldP spid="170" grpId="0"/>
      <p:bldP spid="171" grpId="0"/>
      <p:bldP spid="172" grpId="0"/>
      <p:bldP spid="173" grpId="0"/>
      <p:bldP spid="174" grpId="0"/>
      <p:bldP spid="175" grpId="0"/>
      <p:bldP spid="176" grpId="0"/>
      <p:bldP spid="177" grpId="0"/>
      <p:bldP spid="178" grpId="0"/>
      <p:bldP spid="179" grpId="0"/>
      <p:bldP spid="180" grpId="0"/>
      <p:bldP spid="181" grpId="0"/>
      <p:bldP spid="182" grpId="0"/>
      <p:bldP spid="183" grpId="0"/>
      <p:bldP spid="184" grpId="0"/>
      <p:bldP spid="185" grpId="0"/>
      <p:bldP spid="186" grpId="0"/>
      <p:bldP spid="187" grpId="0"/>
      <p:bldP spid="188" grpId="0"/>
      <p:bldP spid="189" grpId="0"/>
      <p:bldP spid="190" grpId="0"/>
      <p:bldP spid="191" grpId="0"/>
      <p:bldP spid="192" grpId="0"/>
      <p:bldP spid="193" grpId="0"/>
      <p:bldP spid="194" grpId="0"/>
      <p:bldP spid="195" grpId="0"/>
      <p:bldP spid="196" grpId="0"/>
      <p:bldP spid="197" grpId="0"/>
      <p:bldP spid="198" grpId="0"/>
      <p:bldP spid="199" grpId="0"/>
      <p:bldP spid="200" grpId="0"/>
      <p:bldP spid="202" grpId="0" animBg="1"/>
      <p:bldP spid="202" grpId="1" animBg="1"/>
      <p:bldP spid="202" grpId="2" animBg="1"/>
      <p:bldP spid="202" grpId="3" animBg="1"/>
      <p:bldP spid="202" grpId="4" animBg="1"/>
      <p:bldP spid="202" grpId="5" animBg="1"/>
      <p:bldP spid="202" grpId="6" animBg="1"/>
      <p:bldP spid="202" grpId="7" animBg="1"/>
      <p:bldP spid="202" grpId="8" animBg="1"/>
      <p:bldP spid="202" grpId="9" animBg="1"/>
      <p:bldP spid="202" grpId="10" animBg="1"/>
      <p:bldP spid="202" grpId="11" animBg="1"/>
      <p:bldP spid="202" grpId="12" animBg="1"/>
      <p:bldP spid="202" grpId="13" animBg="1"/>
      <p:bldP spid="202" grpId="14" animBg="1"/>
      <p:bldP spid="202" grpId="15" animBg="1"/>
      <p:bldP spid="202" grpId="16" animBg="1"/>
      <p:bldP spid="202" grpId="17" animBg="1"/>
      <p:bldP spid="202" grpId="18" animBg="1"/>
      <p:bldP spid="202" grpId="19" animBg="1"/>
      <p:bldP spid="202" grpId="20" animBg="1"/>
      <p:bldP spid="202" grpId="21" animBg="1"/>
      <p:bldP spid="202" grpId="22" animBg="1"/>
      <p:bldP spid="202" grpId="23" animBg="1"/>
      <p:bldP spid="202" grpId="24" animBg="1"/>
      <p:bldP spid="202" grpId="25" animBg="1"/>
      <p:bldP spid="202" grpId="26" animBg="1"/>
      <p:bldP spid="202" grpId="27" animBg="1"/>
      <p:bldP spid="202" grpId="28" animBg="1"/>
      <p:bldP spid="202" grpId="29" animBg="1"/>
      <p:bldP spid="202" grpId="30" animBg="1"/>
      <p:bldP spid="202" grpId="31" animBg="1"/>
      <p:bldP spid="202" grpId="32" animBg="1"/>
      <p:bldP spid="202" grpId="33" animBg="1"/>
      <p:bldP spid="202" grpId="34" animBg="1"/>
      <p:bldP spid="203" grpId="0" animBg="1"/>
      <p:bldP spid="203" grpId="1" animBg="1"/>
      <p:bldP spid="203" grpId="2" animBg="1"/>
      <p:bldP spid="203" grpId="3" animBg="1"/>
      <p:bldP spid="203" grpId="4" animBg="1"/>
      <p:bldP spid="203" grpId="5" animBg="1"/>
      <p:bldP spid="203" grpId="6" animBg="1"/>
      <p:bldP spid="203" grpId="7" animBg="1"/>
      <p:bldP spid="203" grpId="8" animBg="1"/>
      <p:bldP spid="203" grpId="9" animBg="1"/>
      <p:bldP spid="203" grpId="10" animBg="1"/>
      <p:bldP spid="203" grpId="11" animBg="1"/>
      <p:bldP spid="203" grpId="12" animBg="1"/>
      <p:bldP spid="203" grpId="13" animBg="1"/>
      <p:bldP spid="203" grpId="14" animBg="1"/>
      <p:bldP spid="203" grpId="15" animBg="1"/>
      <p:bldP spid="203" grpId="16" animBg="1"/>
      <p:bldP spid="203" grpId="17" animBg="1"/>
      <p:bldP spid="203" grpId="18" animBg="1"/>
      <p:bldP spid="203" grpId="19" animBg="1"/>
      <p:bldP spid="203" grpId="20" animBg="1"/>
      <p:bldP spid="203" grpId="21" animBg="1"/>
      <p:bldP spid="203" grpId="22" animBg="1"/>
      <p:bldP spid="203" grpId="23" animBg="1"/>
      <p:bldP spid="203" grpId="24" animBg="1"/>
      <p:bldP spid="203" grpId="25" animBg="1"/>
      <p:bldP spid="203" grpId="26" animBg="1"/>
      <p:bldP spid="203" grpId="27" animBg="1"/>
      <p:bldP spid="203" grpId="28" animBg="1"/>
      <p:bldP spid="203" grpId="29" animBg="1"/>
      <p:bldP spid="203" grpId="30" animBg="1"/>
      <p:bldP spid="203" grpId="31" animBg="1"/>
      <p:bldP spid="203" grpId="32" animBg="1"/>
      <p:bldP spid="203" grpId="33" animBg="1"/>
      <p:bldP spid="203" grpId="34" animBg="1"/>
      <p:bldP spid="204" grpId="0" animBg="1"/>
      <p:bldP spid="204" grpId="1" animBg="1"/>
      <p:bldP spid="204" grpId="2" animBg="1"/>
      <p:bldP spid="204" grpId="3" animBg="1"/>
      <p:bldP spid="204" grpId="4" animBg="1"/>
      <p:bldP spid="204" grpId="5" animBg="1"/>
      <p:bldP spid="204" grpId="6" animBg="1"/>
      <p:bldP spid="204" grpId="7" animBg="1"/>
      <p:bldP spid="204" grpId="8" animBg="1"/>
      <p:bldP spid="204" grpId="9" animBg="1"/>
      <p:bldP spid="204" grpId="10" animBg="1"/>
      <p:bldP spid="204" grpId="11" animBg="1"/>
      <p:bldP spid="204" grpId="12" animBg="1"/>
      <p:bldP spid="204" grpId="13" animBg="1"/>
      <p:bldP spid="204" grpId="14" animBg="1"/>
      <p:bldP spid="204" grpId="15" animBg="1"/>
      <p:bldP spid="204" grpId="16" animBg="1"/>
      <p:bldP spid="204" grpId="17" animBg="1"/>
      <p:bldP spid="204" grpId="18" animBg="1"/>
      <p:bldP spid="204" grpId="19" animBg="1"/>
      <p:bldP spid="204" grpId="20" animBg="1"/>
      <p:bldP spid="204" grpId="21" animBg="1"/>
      <p:bldP spid="204" grpId="22" animBg="1"/>
      <p:bldP spid="204" grpId="23" animBg="1"/>
      <p:bldP spid="204" grpId="24" animBg="1"/>
      <p:bldP spid="204" grpId="25" animBg="1"/>
      <p:bldP spid="204" grpId="26" animBg="1"/>
      <p:bldP spid="204" grpId="27" animBg="1"/>
      <p:bldP spid="204" grpId="28" animBg="1"/>
      <p:bldP spid="204" grpId="29" animBg="1"/>
      <p:bldP spid="204" grpId="30" animBg="1"/>
      <p:bldP spid="204" grpId="31" animBg="1"/>
      <p:bldP spid="204" grpId="32" animBg="1"/>
      <p:bldP spid="204" grpId="33" animBg="1"/>
      <p:bldP spid="204" grpId="34" animBg="1"/>
      <p:bldP spid="205" grpId="0" animBg="1"/>
      <p:bldP spid="205" grpId="1" animBg="1"/>
      <p:bldP spid="205" grpId="2" animBg="1"/>
      <p:bldP spid="205" grpId="3" animBg="1"/>
      <p:bldP spid="205" grpId="4" animBg="1"/>
      <p:bldP spid="205" grpId="5" animBg="1"/>
      <p:bldP spid="205" grpId="6" animBg="1"/>
      <p:bldP spid="205" grpId="7" animBg="1"/>
      <p:bldP spid="205" grpId="8" animBg="1"/>
      <p:bldP spid="205" grpId="9" animBg="1"/>
      <p:bldP spid="205" grpId="10" animBg="1"/>
      <p:bldP spid="205" grpId="11" animBg="1"/>
      <p:bldP spid="205" grpId="12" animBg="1"/>
      <p:bldP spid="205" grpId="13" animBg="1"/>
      <p:bldP spid="205" grpId="14" animBg="1"/>
      <p:bldP spid="205" grpId="15" animBg="1"/>
      <p:bldP spid="205" grpId="16" animBg="1"/>
      <p:bldP spid="205" grpId="17" animBg="1"/>
      <p:bldP spid="205" grpId="18" animBg="1"/>
      <p:bldP spid="205" grpId="19" animBg="1"/>
      <p:bldP spid="205" grpId="20" animBg="1"/>
      <p:bldP spid="205" grpId="21" animBg="1"/>
      <p:bldP spid="205" grpId="22" animBg="1"/>
      <p:bldP spid="205" grpId="23" animBg="1"/>
      <p:bldP spid="205" grpId="24" animBg="1"/>
      <p:bldP spid="205" grpId="25" animBg="1"/>
      <p:bldP spid="205" grpId="26" animBg="1"/>
      <p:bldP spid="205" grpId="27" animBg="1"/>
      <p:bldP spid="205" grpId="28" animBg="1"/>
      <p:bldP spid="205" grpId="29" animBg="1"/>
      <p:bldP spid="205" grpId="30" animBg="1"/>
      <p:bldP spid="205" grpId="31" animBg="1"/>
      <p:bldP spid="205" grpId="32" animBg="1"/>
      <p:bldP spid="205" grpId="33" animBg="1"/>
      <p:bldP spid="205" grpId="34" animBg="1"/>
      <p:bldP spid="206" grpId="0" animBg="1"/>
      <p:bldP spid="206" grpId="1" animBg="1"/>
      <p:bldP spid="206" grpId="2" animBg="1"/>
      <p:bldP spid="206" grpId="3" animBg="1"/>
      <p:bldP spid="206" grpId="4" animBg="1"/>
      <p:bldP spid="206" grpId="5" animBg="1"/>
      <p:bldP spid="206" grpId="6" animBg="1"/>
      <p:bldP spid="206" grpId="7" animBg="1"/>
      <p:bldP spid="206" grpId="8" animBg="1"/>
      <p:bldP spid="206" grpId="9" animBg="1"/>
      <p:bldP spid="206" grpId="10" animBg="1"/>
      <p:bldP spid="206" grpId="11" animBg="1"/>
      <p:bldP spid="206" grpId="12" animBg="1"/>
      <p:bldP spid="206" grpId="13" animBg="1"/>
      <p:bldP spid="206" grpId="14" animBg="1"/>
      <p:bldP spid="206" grpId="15" animBg="1"/>
      <p:bldP spid="206" grpId="16" animBg="1"/>
      <p:bldP spid="206" grpId="17" animBg="1"/>
      <p:bldP spid="206" grpId="18" animBg="1"/>
      <p:bldP spid="206" grpId="19" animBg="1"/>
      <p:bldP spid="206" grpId="20" animBg="1"/>
      <p:bldP spid="206" grpId="21" animBg="1"/>
      <p:bldP spid="206" grpId="22" animBg="1"/>
      <p:bldP spid="206" grpId="23" animBg="1"/>
      <p:bldP spid="206" grpId="24" animBg="1"/>
      <p:bldP spid="206" grpId="25" animBg="1"/>
      <p:bldP spid="206" grpId="26" animBg="1"/>
      <p:bldP spid="206" grpId="27" animBg="1"/>
      <p:bldP spid="206" grpId="28" animBg="1"/>
      <p:bldP spid="206" grpId="29" animBg="1"/>
      <p:bldP spid="206" grpId="30" animBg="1"/>
      <p:bldP spid="206" grpId="31" animBg="1"/>
      <p:bldP spid="206" grpId="32" animBg="1"/>
      <p:bldP spid="206" grpId="33" animBg="1"/>
      <p:bldP spid="206" grpId="34" animBg="1"/>
      <p:bldP spid="207" grpId="0" animBg="1"/>
      <p:bldP spid="207" grpId="1" animBg="1"/>
      <p:bldP spid="207" grpId="2" animBg="1"/>
      <p:bldP spid="207" grpId="3" animBg="1"/>
      <p:bldP spid="207" grpId="4" animBg="1"/>
      <p:bldP spid="207" grpId="5" animBg="1"/>
      <p:bldP spid="207" grpId="6" animBg="1"/>
      <p:bldP spid="207" grpId="7" animBg="1"/>
      <p:bldP spid="207" grpId="8" animBg="1"/>
      <p:bldP spid="207" grpId="9" animBg="1"/>
      <p:bldP spid="207" grpId="10" animBg="1"/>
      <p:bldP spid="207" grpId="11" animBg="1"/>
      <p:bldP spid="207" grpId="12" animBg="1"/>
      <p:bldP spid="207" grpId="13" animBg="1"/>
      <p:bldP spid="207" grpId="14" animBg="1"/>
      <p:bldP spid="207" grpId="15" animBg="1"/>
      <p:bldP spid="207" grpId="16" animBg="1"/>
      <p:bldP spid="207" grpId="17" animBg="1"/>
      <p:bldP spid="207" grpId="18" animBg="1"/>
      <p:bldP spid="207" grpId="19" animBg="1"/>
      <p:bldP spid="207" grpId="20" animBg="1"/>
      <p:bldP spid="207" grpId="21" animBg="1"/>
      <p:bldP spid="207" grpId="22" animBg="1"/>
      <p:bldP spid="207" grpId="23" animBg="1"/>
      <p:bldP spid="207" grpId="24" animBg="1"/>
      <p:bldP spid="207" grpId="25" animBg="1"/>
      <p:bldP spid="207" grpId="26" animBg="1"/>
      <p:bldP spid="207" grpId="27" animBg="1"/>
      <p:bldP spid="207" grpId="28" animBg="1"/>
      <p:bldP spid="207" grpId="29" animBg="1"/>
      <p:bldP spid="207" grpId="30" animBg="1"/>
      <p:bldP spid="207" grpId="31" animBg="1"/>
      <p:bldP spid="207" grpId="32" animBg="1"/>
      <p:bldP spid="207" grpId="33" animBg="1"/>
      <p:bldP spid="207" grpId="34" animBg="1"/>
      <p:bldP spid="208" grpId="0" animBg="1"/>
      <p:bldP spid="208" grpId="1" animBg="1"/>
      <p:bldP spid="208" grpId="2" animBg="1"/>
      <p:bldP spid="208" grpId="3" animBg="1"/>
      <p:bldP spid="208" grpId="4" animBg="1"/>
      <p:bldP spid="208" grpId="5" animBg="1"/>
      <p:bldP spid="208" grpId="6" animBg="1"/>
      <p:bldP spid="208" grpId="7" animBg="1"/>
      <p:bldP spid="208" grpId="8" animBg="1"/>
      <p:bldP spid="208" grpId="9" animBg="1"/>
      <p:bldP spid="208" grpId="10" animBg="1"/>
      <p:bldP spid="208" grpId="11" animBg="1"/>
      <p:bldP spid="208" grpId="12" animBg="1"/>
      <p:bldP spid="208" grpId="13" animBg="1"/>
      <p:bldP spid="208" grpId="14" animBg="1"/>
      <p:bldP spid="208" grpId="15" animBg="1"/>
      <p:bldP spid="208" grpId="16" animBg="1"/>
      <p:bldP spid="208" grpId="17" animBg="1"/>
      <p:bldP spid="208" grpId="18" animBg="1"/>
      <p:bldP spid="208" grpId="19" animBg="1"/>
      <p:bldP spid="208" grpId="20" animBg="1"/>
      <p:bldP spid="208" grpId="21" animBg="1"/>
      <p:bldP spid="208" grpId="22" animBg="1"/>
      <p:bldP spid="208" grpId="23" animBg="1"/>
      <p:bldP spid="208" grpId="24" animBg="1"/>
      <p:bldP spid="208" grpId="25" animBg="1"/>
      <p:bldP spid="208" grpId="26" animBg="1"/>
      <p:bldP spid="208" grpId="27" animBg="1"/>
      <p:bldP spid="208" grpId="28" animBg="1"/>
      <p:bldP spid="208" grpId="29" animBg="1"/>
      <p:bldP spid="208" grpId="30" animBg="1"/>
      <p:bldP spid="208" grpId="31" animBg="1"/>
      <p:bldP spid="208" grpId="32" animBg="1"/>
      <p:bldP spid="208" grpId="33" animBg="1"/>
      <p:bldP spid="208" grpId="34" animBg="1"/>
      <p:bldP spid="209" grpId="0" animBg="1"/>
      <p:bldP spid="209" grpId="1" animBg="1"/>
      <p:bldP spid="209" grpId="2" animBg="1"/>
      <p:bldP spid="209" grpId="3" animBg="1"/>
      <p:bldP spid="209" grpId="4" animBg="1"/>
      <p:bldP spid="209" grpId="5" animBg="1"/>
      <p:bldP spid="209" grpId="6" animBg="1"/>
      <p:bldP spid="209" grpId="7" animBg="1"/>
      <p:bldP spid="209" grpId="8" animBg="1"/>
      <p:bldP spid="209" grpId="9" animBg="1"/>
      <p:bldP spid="209" grpId="10" animBg="1"/>
      <p:bldP spid="209" grpId="11" animBg="1"/>
      <p:bldP spid="209" grpId="12" animBg="1"/>
      <p:bldP spid="209" grpId="13" animBg="1"/>
      <p:bldP spid="209" grpId="14" animBg="1"/>
      <p:bldP spid="209" grpId="15" animBg="1"/>
      <p:bldP spid="209" grpId="16" animBg="1"/>
      <p:bldP spid="209" grpId="17" animBg="1"/>
      <p:bldP spid="209" grpId="18" animBg="1"/>
      <p:bldP spid="209" grpId="19" animBg="1"/>
      <p:bldP spid="209" grpId="20" animBg="1"/>
      <p:bldP spid="209" grpId="21" animBg="1"/>
      <p:bldP spid="209" grpId="22" animBg="1"/>
      <p:bldP spid="209" grpId="23" animBg="1"/>
      <p:bldP spid="209" grpId="24" animBg="1"/>
      <p:bldP spid="209" grpId="25" animBg="1"/>
      <p:bldP spid="209" grpId="26" animBg="1"/>
      <p:bldP spid="209" grpId="27" animBg="1"/>
      <p:bldP spid="209" grpId="28" animBg="1"/>
      <p:bldP spid="209" grpId="29" animBg="1"/>
      <p:bldP spid="209" grpId="30" animBg="1"/>
      <p:bldP spid="209" grpId="31" animBg="1"/>
      <p:bldP spid="209" grpId="32" animBg="1"/>
      <p:bldP spid="209" grpId="33" animBg="1"/>
      <p:bldP spid="209" grpId="34" animBg="1"/>
      <p:bldP spid="210" grpId="0" animBg="1"/>
      <p:bldP spid="210" grpId="1" animBg="1"/>
      <p:bldP spid="210" grpId="2" animBg="1"/>
      <p:bldP spid="210" grpId="3" animBg="1"/>
      <p:bldP spid="210" grpId="4" animBg="1"/>
      <p:bldP spid="210" grpId="5" animBg="1"/>
      <p:bldP spid="210" grpId="6" animBg="1"/>
      <p:bldP spid="210" grpId="7" animBg="1"/>
      <p:bldP spid="210" grpId="8" animBg="1"/>
      <p:bldP spid="210" grpId="9" animBg="1"/>
      <p:bldP spid="210" grpId="10" animBg="1"/>
      <p:bldP spid="210" grpId="11" animBg="1"/>
      <p:bldP spid="210" grpId="12" animBg="1"/>
      <p:bldP spid="210" grpId="13" animBg="1"/>
      <p:bldP spid="210" grpId="14" animBg="1"/>
      <p:bldP spid="210" grpId="15" animBg="1"/>
      <p:bldP spid="210" grpId="16" animBg="1"/>
      <p:bldP spid="210" grpId="17" animBg="1"/>
      <p:bldP spid="210" grpId="18" animBg="1"/>
      <p:bldP spid="210" grpId="19" animBg="1"/>
      <p:bldP spid="210" grpId="20" animBg="1"/>
      <p:bldP spid="210" grpId="21" animBg="1"/>
      <p:bldP spid="210" grpId="22" animBg="1"/>
      <p:bldP spid="210" grpId="23" animBg="1"/>
      <p:bldP spid="210" grpId="24" animBg="1"/>
      <p:bldP spid="210" grpId="25" animBg="1"/>
      <p:bldP spid="210" grpId="26" animBg="1"/>
      <p:bldP spid="210" grpId="27" animBg="1"/>
      <p:bldP spid="210" grpId="28" animBg="1"/>
      <p:bldP spid="210" grpId="29" animBg="1"/>
      <p:bldP spid="210" grpId="30" animBg="1"/>
      <p:bldP spid="210" grpId="31" animBg="1"/>
      <p:bldP spid="210" grpId="32" animBg="1"/>
      <p:bldP spid="210" grpId="33" animBg="1"/>
      <p:bldP spid="210" grpId="34" animBg="1"/>
      <p:bldP spid="211" grpId="0"/>
      <p:bldP spid="211" grpId="1"/>
      <p:bldP spid="211" grpId="2"/>
      <p:bldP spid="211" grpId="3"/>
      <p:bldP spid="211" grpId="4"/>
      <p:bldP spid="211" grpId="5"/>
      <p:bldP spid="211" grpId="6"/>
      <p:bldP spid="211" grpId="7"/>
      <p:bldP spid="211" grpId="8"/>
      <p:bldP spid="211" grpId="9"/>
      <p:bldP spid="211" grpId="10"/>
      <p:bldP spid="211" grpId="11"/>
      <p:bldP spid="211" grpId="12"/>
      <p:bldP spid="211" grpId="13"/>
      <p:bldP spid="211" grpId="14"/>
      <p:bldP spid="211" grpId="15"/>
      <p:bldP spid="211" grpId="16"/>
      <p:bldP spid="211" grpId="17"/>
      <p:bldP spid="211" grpId="18"/>
      <p:bldP spid="211" grpId="19"/>
      <p:bldP spid="211" grpId="20"/>
      <p:bldP spid="211" grpId="21"/>
      <p:bldP spid="211" grpId="22"/>
      <p:bldP spid="211" grpId="23"/>
      <p:bldP spid="211" grpId="24"/>
      <p:bldP spid="211" grpId="25"/>
      <p:bldP spid="211" grpId="26"/>
      <p:bldP spid="211" grpId="27"/>
      <p:bldP spid="211" grpId="28"/>
      <p:bldP spid="211" grpId="29"/>
      <p:bldP spid="211" grpId="30"/>
      <p:bldP spid="211" grpId="31"/>
      <p:bldP spid="211" grpId="32"/>
      <p:bldP spid="211" grpId="33"/>
      <p:bldP spid="211" grpId="34"/>
      <p:bldP spid="212" grpId="0"/>
      <p:bldP spid="212" grpId="1"/>
      <p:bldP spid="212" grpId="2"/>
      <p:bldP spid="212" grpId="3"/>
      <p:bldP spid="212" grpId="4"/>
      <p:bldP spid="212" grpId="5"/>
      <p:bldP spid="212" grpId="6"/>
      <p:bldP spid="212" grpId="7"/>
      <p:bldP spid="212" grpId="8"/>
      <p:bldP spid="212" grpId="9"/>
      <p:bldP spid="212" grpId="10"/>
      <p:bldP spid="212" grpId="11"/>
      <p:bldP spid="212" grpId="12"/>
      <p:bldP spid="212" grpId="13"/>
      <p:bldP spid="212" grpId="14"/>
      <p:bldP spid="212" grpId="15"/>
      <p:bldP spid="212" grpId="16"/>
      <p:bldP spid="212" grpId="17"/>
      <p:bldP spid="212" grpId="18"/>
      <p:bldP spid="212" grpId="19"/>
      <p:bldP spid="212" grpId="20"/>
      <p:bldP spid="212" grpId="21"/>
      <p:bldP spid="212" grpId="22"/>
      <p:bldP spid="212" grpId="23"/>
      <p:bldP spid="212" grpId="24"/>
      <p:bldP spid="212" grpId="25"/>
      <p:bldP spid="212" grpId="26"/>
      <p:bldP spid="212" grpId="27"/>
      <p:bldP spid="212" grpId="28"/>
      <p:bldP spid="212" grpId="29"/>
      <p:bldP spid="212" grpId="30"/>
      <p:bldP spid="212" grpId="31"/>
      <p:bldP spid="212" grpId="32"/>
      <p:bldP spid="212" grpId="33"/>
      <p:bldP spid="212" grpId="34"/>
      <p:bldP spid="213" grpId="0"/>
      <p:bldP spid="213" grpId="1"/>
      <p:bldP spid="213" grpId="2"/>
      <p:bldP spid="213" grpId="3"/>
      <p:bldP spid="213" grpId="4"/>
      <p:bldP spid="213" grpId="5"/>
      <p:bldP spid="213" grpId="6"/>
      <p:bldP spid="213" grpId="7"/>
      <p:bldP spid="213" grpId="8"/>
      <p:bldP spid="213" grpId="9"/>
      <p:bldP spid="213" grpId="10"/>
      <p:bldP spid="213" grpId="11"/>
      <p:bldP spid="213" grpId="12"/>
      <p:bldP spid="213" grpId="13"/>
      <p:bldP spid="213" grpId="14"/>
      <p:bldP spid="213" grpId="15"/>
      <p:bldP spid="213" grpId="16"/>
      <p:bldP spid="213" grpId="17"/>
      <p:bldP spid="213" grpId="18"/>
      <p:bldP spid="213" grpId="19"/>
      <p:bldP spid="213" grpId="20"/>
      <p:bldP spid="213" grpId="21"/>
      <p:bldP spid="213" grpId="22"/>
      <p:bldP spid="213" grpId="23"/>
      <p:bldP spid="213" grpId="24"/>
      <p:bldP spid="213" grpId="25"/>
      <p:bldP spid="213" grpId="26"/>
      <p:bldP spid="213" grpId="27"/>
      <p:bldP spid="213" grpId="28"/>
      <p:bldP spid="213" grpId="29"/>
      <p:bldP spid="213" grpId="30"/>
      <p:bldP spid="213" grpId="31"/>
      <p:bldP spid="213" grpId="32"/>
      <p:bldP spid="213" grpId="33"/>
      <p:bldP spid="213" grpId="34"/>
      <p:bldP spid="214" grpId="0"/>
      <p:bldP spid="214" grpId="1"/>
      <p:bldP spid="214" grpId="2"/>
      <p:bldP spid="214" grpId="3"/>
      <p:bldP spid="214" grpId="4"/>
      <p:bldP spid="214" grpId="5"/>
      <p:bldP spid="214" grpId="6"/>
      <p:bldP spid="214" grpId="7"/>
      <p:bldP spid="214" grpId="8"/>
      <p:bldP spid="214" grpId="9"/>
      <p:bldP spid="214" grpId="10"/>
      <p:bldP spid="214" grpId="11"/>
      <p:bldP spid="214" grpId="12"/>
      <p:bldP spid="214" grpId="13"/>
      <p:bldP spid="214" grpId="14"/>
      <p:bldP spid="214" grpId="15"/>
      <p:bldP spid="214" grpId="16"/>
      <p:bldP spid="214" grpId="17"/>
      <p:bldP spid="214" grpId="18"/>
      <p:bldP spid="214" grpId="19"/>
      <p:bldP spid="214" grpId="20"/>
      <p:bldP spid="214" grpId="21"/>
      <p:bldP spid="214" grpId="22"/>
      <p:bldP spid="214" grpId="23"/>
      <p:bldP spid="214" grpId="24"/>
      <p:bldP spid="214" grpId="25"/>
      <p:bldP spid="214" grpId="26"/>
      <p:bldP spid="214" grpId="27"/>
      <p:bldP spid="214" grpId="28"/>
      <p:bldP spid="214" grpId="29"/>
      <p:bldP spid="214" grpId="30"/>
      <p:bldP spid="214" grpId="31"/>
      <p:bldP spid="214" grpId="32"/>
      <p:bldP spid="214" grpId="33"/>
      <p:bldP spid="214" grpId="34"/>
      <p:bldP spid="215" grpId="0"/>
      <p:bldP spid="215" grpId="1"/>
      <p:bldP spid="215" grpId="2"/>
      <p:bldP spid="215" grpId="3"/>
      <p:bldP spid="215" grpId="4"/>
      <p:bldP spid="215" grpId="5"/>
      <p:bldP spid="215" grpId="6"/>
      <p:bldP spid="215" grpId="7"/>
      <p:bldP spid="215" grpId="8"/>
      <p:bldP spid="215" grpId="9"/>
      <p:bldP spid="215" grpId="10"/>
      <p:bldP spid="215" grpId="11"/>
      <p:bldP spid="215" grpId="12"/>
      <p:bldP spid="215" grpId="13"/>
      <p:bldP spid="215" grpId="14"/>
      <p:bldP spid="215" grpId="15"/>
      <p:bldP spid="215" grpId="16"/>
      <p:bldP spid="215" grpId="17"/>
      <p:bldP spid="215" grpId="18"/>
      <p:bldP spid="215" grpId="19"/>
      <p:bldP spid="215" grpId="20"/>
      <p:bldP spid="215" grpId="21"/>
      <p:bldP spid="215" grpId="22"/>
      <p:bldP spid="215" grpId="23"/>
      <p:bldP spid="215" grpId="24"/>
      <p:bldP spid="215" grpId="25"/>
      <p:bldP spid="215" grpId="26"/>
      <p:bldP spid="215" grpId="27"/>
      <p:bldP spid="215" grpId="28"/>
      <p:bldP spid="215" grpId="29"/>
      <p:bldP spid="215" grpId="30"/>
      <p:bldP spid="215" grpId="31"/>
      <p:bldP spid="215" grpId="32"/>
      <p:bldP spid="215" grpId="33"/>
      <p:bldP spid="215" grpId="34"/>
      <p:bldP spid="216" grpId="0"/>
      <p:bldP spid="216" grpId="1"/>
      <p:bldP spid="216" grpId="2"/>
      <p:bldP spid="216" grpId="3"/>
      <p:bldP spid="216" grpId="4"/>
      <p:bldP spid="216" grpId="5"/>
      <p:bldP spid="216" grpId="6"/>
      <p:bldP spid="216" grpId="7"/>
      <p:bldP spid="216" grpId="8"/>
      <p:bldP spid="216" grpId="9"/>
      <p:bldP spid="216" grpId="10"/>
      <p:bldP spid="216" grpId="11"/>
      <p:bldP spid="216" grpId="12"/>
      <p:bldP spid="216" grpId="13"/>
      <p:bldP spid="216" grpId="14"/>
      <p:bldP spid="216" grpId="15"/>
      <p:bldP spid="216" grpId="16"/>
      <p:bldP spid="216" grpId="17"/>
      <p:bldP spid="216" grpId="18"/>
      <p:bldP spid="216" grpId="19"/>
      <p:bldP spid="216" grpId="20"/>
      <p:bldP spid="216" grpId="21"/>
      <p:bldP spid="216" grpId="22"/>
      <p:bldP spid="216" grpId="23"/>
      <p:bldP spid="216" grpId="24"/>
      <p:bldP spid="216" grpId="25"/>
      <p:bldP spid="216" grpId="26"/>
      <p:bldP spid="216" grpId="27"/>
      <p:bldP spid="216" grpId="28"/>
      <p:bldP spid="216" grpId="29"/>
      <p:bldP spid="216" grpId="30"/>
      <p:bldP spid="216" grpId="31"/>
      <p:bldP spid="216" grpId="32"/>
      <p:bldP spid="216" grpId="33"/>
      <p:bldP spid="216" grpId="34"/>
      <p:bldP spid="217" grpId="0"/>
      <p:bldP spid="217" grpId="1"/>
      <p:bldP spid="217" grpId="2"/>
      <p:bldP spid="217" grpId="3"/>
      <p:bldP spid="217" grpId="4"/>
      <p:bldP spid="217" grpId="5"/>
      <p:bldP spid="217" grpId="6"/>
      <p:bldP spid="217" grpId="7"/>
      <p:bldP spid="217" grpId="8"/>
      <p:bldP spid="217" grpId="9"/>
      <p:bldP spid="217" grpId="10"/>
      <p:bldP spid="217" grpId="11"/>
      <p:bldP spid="217" grpId="12"/>
      <p:bldP spid="217" grpId="13"/>
      <p:bldP spid="217" grpId="14"/>
      <p:bldP spid="217" grpId="15"/>
      <p:bldP spid="217" grpId="16"/>
      <p:bldP spid="217" grpId="17"/>
      <p:bldP spid="217" grpId="18"/>
      <p:bldP spid="217" grpId="19"/>
      <p:bldP spid="217" grpId="20"/>
      <p:bldP spid="217" grpId="21"/>
      <p:bldP spid="217" grpId="22"/>
      <p:bldP spid="217" grpId="23"/>
      <p:bldP spid="217" grpId="24"/>
      <p:bldP spid="217" grpId="25"/>
      <p:bldP spid="217" grpId="26"/>
      <p:bldP spid="217" grpId="27"/>
      <p:bldP spid="217" grpId="28"/>
      <p:bldP spid="217" grpId="29"/>
      <p:bldP spid="217" grpId="30"/>
      <p:bldP spid="217" grpId="31"/>
      <p:bldP spid="217" grpId="32"/>
      <p:bldP spid="217" grpId="33"/>
      <p:bldP spid="217" grpId="34"/>
      <p:bldP spid="218" grpId="0"/>
      <p:bldP spid="218" grpId="1"/>
      <p:bldP spid="218" grpId="2"/>
      <p:bldP spid="218" grpId="3"/>
      <p:bldP spid="218" grpId="4"/>
      <p:bldP spid="218" grpId="5"/>
      <p:bldP spid="218" grpId="6"/>
      <p:bldP spid="218" grpId="7"/>
      <p:bldP spid="218" grpId="8"/>
      <p:bldP spid="218" grpId="9"/>
      <p:bldP spid="218" grpId="10"/>
      <p:bldP spid="218" grpId="11"/>
      <p:bldP spid="218" grpId="12"/>
      <p:bldP spid="218" grpId="13"/>
      <p:bldP spid="218" grpId="14"/>
      <p:bldP spid="218" grpId="15"/>
      <p:bldP spid="218" grpId="16"/>
      <p:bldP spid="218" grpId="17"/>
      <p:bldP spid="218" grpId="18"/>
      <p:bldP spid="218" grpId="19"/>
      <p:bldP spid="218" grpId="20"/>
      <p:bldP spid="218" grpId="21"/>
      <p:bldP spid="218" grpId="22"/>
      <p:bldP spid="218" grpId="23"/>
      <p:bldP spid="218" grpId="24"/>
      <p:bldP spid="218" grpId="25"/>
      <p:bldP spid="218" grpId="26"/>
      <p:bldP spid="218" grpId="27"/>
      <p:bldP spid="218" grpId="28"/>
      <p:bldP spid="218" grpId="29"/>
      <p:bldP spid="218" grpId="30"/>
      <p:bldP spid="218" grpId="31"/>
      <p:bldP spid="218" grpId="32"/>
      <p:bldP spid="218" grpId="33"/>
      <p:bldP spid="218" grpId="34"/>
      <p:bldP spid="219" grpId="0"/>
      <p:bldP spid="219" grpId="1"/>
      <p:bldP spid="219" grpId="2"/>
      <p:bldP spid="219" grpId="3"/>
      <p:bldP spid="219" grpId="4"/>
      <p:bldP spid="219" grpId="5"/>
      <p:bldP spid="219" grpId="6"/>
      <p:bldP spid="219" grpId="7"/>
      <p:bldP spid="219" grpId="8"/>
      <p:bldP spid="219" grpId="9"/>
      <p:bldP spid="219" grpId="10"/>
      <p:bldP spid="219" grpId="11"/>
      <p:bldP spid="219" grpId="12"/>
      <p:bldP spid="219" grpId="13"/>
      <p:bldP spid="219" grpId="14"/>
      <p:bldP spid="219" grpId="15"/>
      <p:bldP spid="219" grpId="16"/>
      <p:bldP spid="219" grpId="17"/>
      <p:bldP spid="219" grpId="18"/>
      <p:bldP spid="219" grpId="19"/>
      <p:bldP spid="219" grpId="20"/>
      <p:bldP spid="219" grpId="21"/>
      <p:bldP spid="219" grpId="22"/>
      <p:bldP spid="219" grpId="23"/>
      <p:bldP spid="219" grpId="24"/>
      <p:bldP spid="219" grpId="25"/>
      <p:bldP spid="219" grpId="26"/>
      <p:bldP spid="219" grpId="27"/>
      <p:bldP spid="219" grpId="28"/>
      <p:bldP spid="219" grpId="29"/>
      <p:bldP spid="219" grpId="30"/>
      <p:bldP spid="219" grpId="31"/>
      <p:bldP spid="219" grpId="32"/>
      <p:bldP spid="219" grpId="33"/>
      <p:bldP spid="219" grpId="34"/>
      <p:bldP spid="220" grpId="0"/>
      <p:bldP spid="220" grpId="1"/>
      <p:bldP spid="221" grpId="0"/>
      <p:bldP spid="221" grpId="1"/>
      <p:bldP spid="222" grpId="0"/>
      <p:bldP spid="222" grpId="1"/>
      <p:bldP spid="223" grpId="0"/>
      <p:bldP spid="223" grpId="1"/>
      <p:bldP spid="224" grpId="0"/>
      <p:bldP spid="224" grpId="1"/>
      <p:bldP spid="225" grpId="0"/>
      <p:bldP spid="225" grpId="1"/>
      <p:bldP spid="226" grpId="0"/>
      <p:bldP spid="226" grpId="1"/>
      <p:bldP spid="227" grpId="0"/>
      <p:bldP spid="227" grpId="1"/>
      <p:bldP spid="228" grpId="0"/>
      <p:bldP spid="228" grpId="1"/>
      <p:bldP spid="229" grpId="0"/>
      <p:bldP spid="229" grpId="1"/>
      <p:bldP spid="230" grpId="0"/>
      <p:bldP spid="230" grpId="1"/>
      <p:bldP spid="231" grpId="0"/>
      <p:bldP spid="231" grpId="1"/>
      <p:bldP spid="232" grpId="0"/>
      <p:bldP spid="232" grpId="1"/>
      <p:bldP spid="233" grpId="0"/>
      <p:bldP spid="233" grpId="1"/>
      <p:bldP spid="234" grpId="0"/>
      <p:bldP spid="234" grpId="1"/>
      <p:bldP spid="235" grpId="0"/>
      <p:bldP spid="235" grpId="1"/>
      <p:bldP spid="236" grpId="0"/>
      <p:bldP spid="236" grpId="1"/>
      <p:bldP spid="237" grpId="0"/>
      <p:bldP spid="237" grpId="1"/>
      <p:bldP spid="238" grpId="0"/>
      <p:bldP spid="238" grpId="1"/>
      <p:bldP spid="239" grpId="0"/>
      <p:bldP spid="239" grpId="1"/>
      <p:bldP spid="240" grpId="0"/>
      <p:bldP spid="240" grpId="1"/>
      <p:bldP spid="241" grpId="0"/>
      <p:bldP spid="241" grpId="1"/>
      <p:bldP spid="242" grpId="0"/>
      <p:bldP spid="242" grpId="1"/>
      <p:bldP spid="243" grpId="0"/>
      <p:bldP spid="243" grpId="1"/>
      <p:bldP spid="244" grpId="0"/>
      <p:bldP spid="244" grpId="1"/>
      <p:bldP spid="245" grpId="0"/>
      <p:bldP spid="245" grpId="1"/>
      <p:bldP spid="246" grpId="0"/>
      <p:bldP spid="246" grpId="1"/>
      <p:bldP spid="247" grpId="0"/>
      <p:bldP spid="247" grpId="1"/>
      <p:bldP spid="248" grpId="0"/>
      <p:bldP spid="248" grpId="1"/>
      <p:bldP spid="249" grpId="0"/>
      <p:bldP spid="249" grpId="1"/>
      <p:bldP spid="250" grpId="0"/>
      <p:bldP spid="250" grpId="1"/>
      <p:bldP spid="251" grpId="0"/>
      <p:bldP spid="251" grpId="1"/>
      <p:bldP spid="252" grpId="0"/>
      <p:bldP spid="252" grpId="1"/>
      <p:bldP spid="253" grpId="0"/>
      <p:bldP spid="253" grpId="1"/>
      <p:bldP spid="254" grpId="0"/>
      <p:bldP spid="254" grpId="1"/>
      <p:bldP spid="255" grpId="0"/>
      <p:bldP spid="255" grpId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" name="anim_o1488_1">
            <a:extLst>
              <a:ext uri="{FF2B5EF4-FFF2-40B4-BE49-F238E27FC236}">
                <a16:creationId xmlns:a16="http://schemas.microsoft.com/office/drawing/2014/main" id="{B4426FB5-2896-452E-80FD-5C37B150239C}"/>
              </a:ext>
            </a:extLst>
          </p:cNvPr>
          <p:cNvSpPr>
            <a:spLocks noGrp="1"/>
          </p:cNvSpPr>
          <p:nvPr/>
        </p:nvSpPr>
        <p:spPr>
          <a:xfrm>
            <a:off x="1305928" y="1353553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1492_1">
            <a:extLst>
              <a:ext uri="{FF2B5EF4-FFF2-40B4-BE49-F238E27FC236}">
                <a16:creationId xmlns:a16="http://schemas.microsoft.com/office/drawing/2014/main" id="{346A8880-BDB8-413F-9031-48221060D384}"/>
              </a:ext>
            </a:extLst>
          </p:cNvPr>
          <p:cNvSpPr>
            <a:spLocks noGrp="1"/>
          </p:cNvSpPr>
          <p:nvPr/>
        </p:nvSpPr>
        <p:spPr>
          <a:xfrm>
            <a:off x="1305928" y="5038224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1496_1">
            <a:extLst>
              <a:ext uri="{FF2B5EF4-FFF2-40B4-BE49-F238E27FC236}">
                <a16:creationId xmlns:a16="http://schemas.microsoft.com/office/drawing/2014/main" id="{C38BF37B-BE7D-4FE0-A646-2D9E4D213850}"/>
              </a:ext>
            </a:extLst>
          </p:cNvPr>
          <p:cNvSpPr>
            <a:spLocks noGrp="1"/>
          </p:cNvSpPr>
          <p:nvPr/>
        </p:nvSpPr>
        <p:spPr>
          <a:xfrm>
            <a:off x="1832309" y="1353553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1500_1">
            <a:extLst>
              <a:ext uri="{FF2B5EF4-FFF2-40B4-BE49-F238E27FC236}">
                <a16:creationId xmlns:a16="http://schemas.microsoft.com/office/drawing/2014/main" id="{1344D3A6-45A9-4A8A-A0A4-83DB9D677275}"/>
              </a:ext>
            </a:extLst>
          </p:cNvPr>
          <p:cNvSpPr>
            <a:spLocks noGrp="1"/>
          </p:cNvSpPr>
          <p:nvPr/>
        </p:nvSpPr>
        <p:spPr>
          <a:xfrm>
            <a:off x="1832309" y="5038224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1504_1">
            <a:extLst>
              <a:ext uri="{FF2B5EF4-FFF2-40B4-BE49-F238E27FC236}">
                <a16:creationId xmlns:a16="http://schemas.microsoft.com/office/drawing/2014/main" id="{A23133BD-4280-4C76-8890-181F011B4AA7}"/>
              </a:ext>
            </a:extLst>
          </p:cNvPr>
          <p:cNvSpPr>
            <a:spLocks noGrp="1"/>
          </p:cNvSpPr>
          <p:nvPr/>
        </p:nvSpPr>
        <p:spPr>
          <a:xfrm>
            <a:off x="2358691" y="1353553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1508_1">
            <a:extLst>
              <a:ext uri="{FF2B5EF4-FFF2-40B4-BE49-F238E27FC236}">
                <a16:creationId xmlns:a16="http://schemas.microsoft.com/office/drawing/2014/main" id="{BF4B9CC2-4E01-48B4-A4D7-6799E8BEDE85}"/>
              </a:ext>
            </a:extLst>
          </p:cNvPr>
          <p:cNvSpPr>
            <a:spLocks noGrp="1"/>
          </p:cNvSpPr>
          <p:nvPr/>
        </p:nvSpPr>
        <p:spPr>
          <a:xfrm>
            <a:off x="2358691" y="5038224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1512_1">
            <a:extLst>
              <a:ext uri="{FF2B5EF4-FFF2-40B4-BE49-F238E27FC236}">
                <a16:creationId xmlns:a16="http://schemas.microsoft.com/office/drawing/2014/main" id="{47D4EE3E-7654-49D4-BDF1-66921E32430A}"/>
              </a:ext>
            </a:extLst>
          </p:cNvPr>
          <p:cNvSpPr>
            <a:spLocks noGrp="1"/>
          </p:cNvSpPr>
          <p:nvPr/>
        </p:nvSpPr>
        <p:spPr>
          <a:xfrm>
            <a:off x="2885072" y="1353553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1516_1">
            <a:extLst>
              <a:ext uri="{FF2B5EF4-FFF2-40B4-BE49-F238E27FC236}">
                <a16:creationId xmlns:a16="http://schemas.microsoft.com/office/drawing/2014/main" id="{F3552962-5127-4737-9A2E-A06E1AD8B0EA}"/>
              </a:ext>
            </a:extLst>
          </p:cNvPr>
          <p:cNvSpPr>
            <a:spLocks noGrp="1"/>
          </p:cNvSpPr>
          <p:nvPr/>
        </p:nvSpPr>
        <p:spPr>
          <a:xfrm>
            <a:off x="2885072" y="5038224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1520_1">
            <a:extLst>
              <a:ext uri="{FF2B5EF4-FFF2-40B4-BE49-F238E27FC236}">
                <a16:creationId xmlns:a16="http://schemas.microsoft.com/office/drawing/2014/main" id="{3D9E8B9D-4E10-45D4-94C8-342B623DA62C}"/>
              </a:ext>
            </a:extLst>
          </p:cNvPr>
          <p:cNvSpPr>
            <a:spLocks noGrp="1"/>
          </p:cNvSpPr>
          <p:nvPr/>
        </p:nvSpPr>
        <p:spPr>
          <a:xfrm>
            <a:off x="3411454" y="1353553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1524_1">
            <a:extLst>
              <a:ext uri="{FF2B5EF4-FFF2-40B4-BE49-F238E27FC236}">
                <a16:creationId xmlns:a16="http://schemas.microsoft.com/office/drawing/2014/main" id="{6924802F-CC18-4ABE-9E37-58C3CF20D811}"/>
              </a:ext>
            </a:extLst>
          </p:cNvPr>
          <p:cNvSpPr>
            <a:spLocks noGrp="1"/>
          </p:cNvSpPr>
          <p:nvPr/>
        </p:nvSpPr>
        <p:spPr>
          <a:xfrm>
            <a:off x="3411454" y="5038224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1528_1">
            <a:extLst>
              <a:ext uri="{FF2B5EF4-FFF2-40B4-BE49-F238E27FC236}">
                <a16:creationId xmlns:a16="http://schemas.microsoft.com/office/drawing/2014/main" id="{28CDA6D8-511C-4533-B22D-BAA95679AC89}"/>
              </a:ext>
            </a:extLst>
          </p:cNvPr>
          <p:cNvSpPr>
            <a:spLocks noGrp="1"/>
          </p:cNvSpPr>
          <p:nvPr/>
        </p:nvSpPr>
        <p:spPr>
          <a:xfrm>
            <a:off x="3937836" y="1353553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1532_1">
            <a:extLst>
              <a:ext uri="{FF2B5EF4-FFF2-40B4-BE49-F238E27FC236}">
                <a16:creationId xmlns:a16="http://schemas.microsoft.com/office/drawing/2014/main" id="{FDA00819-B7B8-4BD9-8012-3F335B12F04C}"/>
              </a:ext>
            </a:extLst>
          </p:cNvPr>
          <p:cNvSpPr>
            <a:spLocks noGrp="1"/>
          </p:cNvSpPr>
          <p:nvPr/>
        </p:nvSpPr>
        <p:spPr>
          <a:xfrm>
            <a:off x="3937836" y="5038224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1536_1">
            <a:extLst>
              <a:ext uri="{FF2B5EF4-FFF2-40B4-BE49-F238E27FC236}">
                <a16:creationId xmlns:a16="http://schemas.microsoft.com/office/drawing/2014/main" id="{2C4C3300-1903-4F0A-B9AF-3BAB6E765361}"/>
              </a:ext>
            </a:extLst>
          </p:cNvPr>
          <p:cNvSpPr>
            <a:spLocks noGrp="1"/>
          </p:cNvSpPr>
          <p:nvPr/>
        </p:nvSpPr>
        <p:spPr>
          <a:xfrm>
            <a:off x="4464217" y="1353553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1540_1">
            <a:extLst>
              <a:ext uri="{FF2B5EF4-FFF2-40B4-BE49-F238E27FC236}">
                <a16:creationId xmlns:a16="http://schemas.microsoft.com/office/drawing/2014/main" id="{38EABB73-03DD-4B79-84D3-1591B0D38A8B}"/>
              </a:ext>
            </a:extLst>
          </p:cNvPr>
          <p:cNvSpPr>
            <a:spLocks noGrp="1"/>
          </p:cNvSpPr>
          <p:nvPr/>
        </p:nvSpPr>
        <p:spPr>
          <a:xfrm>
            <a:off x="4464217" y="5038224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1544_1">
            <a:extLst>
              <a:ext uri="{FF2B5EF4-FFF2-40B4-BE49-F238E27FC236}">
                <a16:creationId xmlns:a16="http://schemas.microsoft.com/office/drawing/2014/main" id="{79C46B22-C964-4A61-AEAB-21FF700F35BC}"/>
              </a:ext>
            </a:extLst>
          </p:cNvPr>
          <p:cNvSpPr>
            <a:spLocks noGrp="1"/>
          </p:cNvSpPr>
          <p:nvPr/>
        </p:nvSpPr>
        <p:spPr>
          <a:xfrm>
            <a:off x="4990599" y="1353553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1548_1">
            <a:extLst>
              <a:ext uri="{FF2B5EF4-FFF2-40B4-BE49-F238E27FC236}">
                <a16:creationId xmlns:a16="http://schemas.microsoft.com/office/drawing/2014/main" id="{4DF0C896-7372-43FE-B14E-B8C1CA7405AC}"/>
              </a:ext>
            </a:extLst>
          </p:cNvPr>
          <p:cNvSpPr>
            <a:spLocks noGrp="1"/>
          </p:cNvSpPr>
          <p:nvPr/>
        </p:nvSpPr>
        <p:spPr>
          <a:xfrm>
            <a:off x="4990599" y="5038224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1552_1">
            <a:extLst>
              <a:ext uri="{FF2B5EF4-FFF2-40B4-BE49-F238E27FC236}">
                <a16:creationId xmlns:a16="http://schemas.microsoft.com/office/drawing/2014/main" id="{13BD8983-C939-4216-A6F8-484C53D94A2F}"/>
              </a:ext>
            </a:extLst>
          </p:cNvPr>
          <p:cNvSpPr>
            <a:spLocks noGrp="1"/>
          </p:cNvSpPr>
          <p:nvPr/>
        </p:nvSpPr>
        <p:spPr>
          <a:xfrm>
            <a:off x="1305928" y="1879934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1556_1">
            <a:extLst>
              <a:ext uri="{FF2B5EF4-FFF2-40B4-BE49-F238E27FC236}">
                <a16:creationId xmlns:a16="http://schemas.microsoft.com/office/drawing/2014/main" id="{FA111A1E-4978-4FE9-8BF7-7A6B9497BD51}"/>
              </a:ext>
            </a:extLst>
          </p:cNvPr>
          <p:cNvSpPr>
            <a:spLocks noGrp="1"/>
          </p:cNvSpPr>
          <p:nvPr/>
        </p:nvSpPr>
        <p:spPr>
          <a:xfrm>
            <a:off x="4990599" y="1879934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1560_1">
            <a:extLst>
              <a:ext uri="{FF2B5EF4-FFF2-40B4-BE49-F238E27FC236}">
                <a16:creationId xmlns:a16="http://schemas.microsoft.com/office/drawing/2014/main" id="{550ECF40-007A-4B3C-AD98-29DC85120ED4}"/>
              </a:ext>
            </a:extLst>
          </p:cNvPr>
          <p:cNvSpPr>
            <a:spLocks noGrp="1"/>
          </p:cNvSpPr>
          <p:nvPr/>
        </p:nvSpPr>
        <p:spPr>
          <a:xfrm>
            <a:off x="1305928" y="2406316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1564_1">
            <a:extLst>
              <a:ext uri="{FF2B5EF4-FFF2-40B4-BE49-F238E27FC236}">
                <a16:creationId xmlns:a16="http://schemas.microsoft.com/office/drawing/2014/main" id="{20ACA0CC-597B-4FEB-9634-192FBEB30141}"/>
              </a:ext>
            </a:extLst>
          </p:cNvPr>
          <p:cNvSpPr>
            <a:spLocks noGrp="1"/>
          </p:cNvSpPr>
          <p:nvPr/>
        </p:nvSpPr>
        <p:spPr>
          <a:xfrm>
            <a:off x="4990599" y="2406316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1568_1">
            <a:extLst>
              <a:ext uri="{FF2B5EF4-FFF2-40B4-BE49-F238E27FC236}">
                <a16:creationId xmlns:a16="http://schemas.microsoft.com/office/drawing/2014/main" id="{A4E474F1-FB98-4A75-B8CD-13BC8CB6A6E5}"/>
              </a:ext>
            </a:extLst>
          </p:cNvPr>
          <p:cNvSpPr>
            <a:spLocks noGrp="1"/>
          </p:cNvSpPr>
          <p:nvPr/>
        </p:nvSpPr>
        <p:spPr>
          <a:xfrm>
            <a:off x="1305928" y="2932697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1572_1">
            <a:extLst>
              <a:ext uri="{FF2B5EF4-FFF2-40B4-BE49-F238E27FC236}">
                <a16:creationId xmlns:a16="http://schemas.microsoft.com/office/drawing/2014/main" id="{925F5E9D-0415-4EE8-880A-70E9D2FD9D6A}"/>
              </a:ext>
            </a:extLst>
          </p:cNvPr>
          <p:cNvSpPr>
            <a:spLocks noGrp="1"/>
          </p:cNvSpPr>
          <p:nvPr/>
        </p:nvSpPr>
        <p:spPr>
          <a:xfrm>
            <a:off x="4990599" y="2932697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1576_1">
            <a:extLst>
              <a:ext uri="{FF2B5EF4-FFF2-40B4-BE49-F238E27FC236}">
                <a16:creationId xmlns:a16="http://schemas.microsoft.com/office/drawing/2014/main" id="{4A955B55-1FE3-4248-A348-D445446C9D4E}"/>
              </a:ext>
            </a:extLst>
          </p:cNvPr>
          <p:cNvSpPr>
            <a:spLocks noGrp="1"/>
          </p:cNvSpPr>
          <p:nvPr/>
        </p:nvSpPr>
        <p:spPr>
          <a:xfrm>
            <a:off x="1305928" y="3459079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1580_1">
            <a:extLst>
              <a:ext uri="{FF2B5EF4-FFF2-40B4-BE49-F238E27FC236}">
                <a16:creationId xmlns:a16="http://schemas.microsoft.com/office/drawing/2014/main" id="{E0272027-4FCD-4E4F-BAA8-AEBB13FFEBF3}"/>
              </a:ext>
            </a:extLst>
          </p:cNvPr>
          <p:cNvSpPr>
            <a:spLocks noGrp="1"/>
          </p:cNvSpPr>
          <p:nvPr/>
        </p:nvSpPr>
        <p:spPr>
          <a:xfrm>
            <a:off x="4990599" y="3459079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1584_1">
            <a:extLst>
              <a:ext uri="{FF2B5EF4-FFF2-40B4-BE49-F238E27FC236}">
                <a16:creationId xmlns:a16="http://schemas.microsoft.com/office/drawing/2014/main" id="{99F1B2CC-1757-48BF-A858-874C0D3F2305}"/>
              </a:ext>
            </a:extLst>
          </p:cNvPr>
          <p:cNvSpPr>
            <a:spLocks noGrp="1"/>
          </p:cNvSpPr>
          <p:nvPr/>
        </p:nvSpPr>
        <p:spPr>
          <a:xfrm>
            <a:off x="1305928" y="3985461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1588_1">
            <a:extLst>
              <a:ext uri="{FF2B5EF4-FFF2-40B4-BE49-F238E27FC236}">
                <a16:creationId xmlns:a16="http://schemas.microsoft.com/office/drawing/2014/main" id="{4423873F-32D4-467A-B7E2-A8CB394F450E}"/>
              </a:ext>
            </a:extLst>
          </p:cNvPr>
          <p:cNvSpPr>
            <a:spLocks noGrp="1"/>
          </p:cNvSpPr>
          <p:nvPr/>
        </p:nvSpPr>
        <p:spPr>
          <a:xfrm>
            <a:off x="4990599" y="3985461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1592_1">
            <a:extLst>
              <a:ext uri="{FF2B5EF4-FFF2-40B4-BE49-F238E27FC236}">
                <a16:creationId xmlns:a16="http://schemas.microsoft.com/office/drawing/2014/main" id="{467C683C-1BA8-47A1-976C-B451F03A3CC7}"/>
              </a:ext>
            </a:extLst>
          </p:cNvPr>
          <p:cNvSpPr>
            <a:spLocks noGrp="1"/>
          </p:cNvSpPr>
          <p:nvPr/>
        </p:nvSpPr>
        <p:spPr>
          <a:xfrm>
            <a:off x="1305928" y="4511842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1596_1">
            <a:extLst>
              <a:ext uri="{FF2B5EF4-FFF2-40B4-BE49-F238E27FC236}">
                <a16:creationId xmlns:a16="http://schemas.microsoft.com/office/drawing/2014/main" id="{73ED70DA-047F-4654-A8BC-676802924074}"/>
              </a:ext>
            </a:extLst>
          </p:cNvPr>
          <p:cNvSpPr>
            <a:spLocks noGrp="1"/>
          </p:cNvSpPr>
          <p:nvPr/>
        </p:nvSpPr>
        <p:spPr>
          <a:xfrm>
            <a:off x="4990599" y="4511842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to1489_0_1">
            <a:extLst>
              <a:ext uri="{FF2B5EF4-FFF2-40B4-BE49-F238E27FC236}">
                <a16:creationId xmlns:a16="http://schemas.microsoft.com/office/drawing/2014/main" id="{C5733B93-18DD-4F04-9DCC-BF26C84E0ED2}"/>
              </a:ext>
            </a:extLst>
          </p:cNvPr>
          <p:cNvSpPr>
            <a:spLocks noGrp="1"/>
          </p:cNvSpPr>
          <p:nvPr/>
        </p:nvSpPr>
        <p:spPr>
          <a:xfrm>
            <a:off x="1391615" y="1440058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0" name="anim_to1493_0_1">
            <a:extLst>
              <a:ext uri="{FF2B5EF4-FFF2-40B4-BE49-F238E27FC236}">
                <a16:creationId xmlns:a16="http://schemas.microsoft.com/office/drawing/2014/main" id="{8A780A9F-E685-45F2-A37B-6B8C90AD2988}"/>
              </a:ext>
            </a:extLst>
          </p:cNvPr>
          <p:cNvSpPr>
            <a:spLocks noGrp="1"/>
          </p:cNvSpPr>
          <p:nvPr/>
        </p:nvSpPr>
        <p:spPr>
          <a:xfrm>
            <a:off x="1391615" y="512472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1" name="anim_to1497_0_1">
            <a:extLst>
              <a:ext uri="{FF2B5EF4-FFF2-40B4-BE49-F238E27FC236}">
                <a16:creationId xmlns:a16="http://schemas.microsoft.com/office/drawing/2014/main" id="{D0EB923D-EB06-4209-8DA0-B32F5C635CC2}"/>
              </a:ext>
            </a:extLst>
          </p:cNvPr>
          <p:cNvSpPr>
            <a:spLocks noGrp="1"/>
          </p:cNvSpPr>
          <p:nvPr/>
        </p:nvSpPr>
        <p:spPr>
          <a:xfrm>
            <a:off x="1917997" y="1440058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2" name="anim_to1501_0_1">
            <a:extLst>
              <a:ext uri="{FF2B5EF4-FFF2-40B4-BE49-F238E27FC236}">
                <a16:creationId xmlns:a16="http://schemas.microsoft.com/office/drawing/2014/main" id="{7ECB313F-CA04-4407-AF62-9E6E5F929ED6}"/>
              </a:ext>
            </a:extLst>
          </p:cNvPr>
          <p:cNvSpPr>
            <a:spLocks noGrp="1"/>
          </p:cNvSpPr>
          <p:nvPr/>
        </p:nvSpPr>
        <p:spPr>
          <a:xfrm>
            <a:off x="1917997" y="512472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3" name="anim_to1505_0_1">
            <a:extLst>
              <a:ext uri="{FF2B5EF4-FFF2-40B4-BE49-F238E27FC236}">
                <a16:creationId xmlns:a16="http://schemas.microsoft.com/office/drawing/2014/main" id="{FD9D699F-32AA-4FF2-849F-409500171DA0}"/>
              </a:ext>
            </a:extLst>
          </p:cNvPr>
          <p:cNvSpPr>
            <a:spLocks noGrp="1"/>
          </p:cNvSpPr>
          <p:nvPr/>
        </p:nvSpPr>
        <p:spPr>
          <a:xfrm>
            <a:off x="2444378" y="1440058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4" name="anim_to1509_0_1">
            <a:extLst>
              <a:ext uri="{FF2B5EF4-FFF2-40B4-BE49-F238E27FC236}">
                <a16:creationId xmlns:a16="http://schemas.microsoft.com/office/drawing/2014/main" id="{72ABED61-94CE-4AB5-A7E4-2D5064E77158}"/>
              </a:ext>
            </a:extLst>
          </p:cNvPr>
          <p:cNvSpPr>
            <a:spLocks noGrp="1"/>
          </p:cNvSpPr>
          <p:nvPr/>
        </p:nvSpPr>
        <p:spPr>
          <a:xfrm>
            <a:off x="2444378" y="512472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5" name="anim_to1513_0_1">
            <a:extLst>
              <a:ext uri="{FF2B5EF4-FFF2-40B4-BE49-F238E27FC236}">
                <a16:creationId xmlns:a16="http://schemas.microsoft.com/office/drawing/2014/main" id="{728B7B9B-7E27-42E9-80A6-116EC1D24145}"/>
              </a:ext>
            </a:extLst>
          </p:cNvPr>
          <p:cNvSpPr>
            <a:spLocks noGrp="1"/>
          </p:cNvSpPr>
          <p:nvPr/>
        </p:nvSpPr>
        <p:spPr>
          <a:xfrm>
            <a:off x="2970760" y="1440058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6" name="anim_to1517_0_1">
            <a:extLst>
              <a:ext uri="{FF2B5EF4-FFF2-40B4-BE49-F238E27FC236}">
                <a16:creationId xmlns:a16="http://schemas.microsoft.com/office/drawing/2014/main" id="{753624E9-FFE2-44C7-8A69-1AB3481E7CDB}"/>
              </a:ext>
            </a:extLst>
          </p:cNvPr>
          <p:cNvSpPr>
            <a:spLocks noGrp="1"/>
          </p:cNvSpPr>
          <p:nvPr/>
        </p:nvSpPr>
        <p:spPr>
          <a:xfrm>
            <a:off x="2970760" y="512472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7" name="anim_to1521_0_1">
            <a:extLst>
              <a:ext uri="{FF2B5EF4-FFF2-40B4-BE49-F238E27FC236}">
                <a16:creationId xmlns:a16="http://schemas.microsoft.com/office/drawing/2014/main" id="{3565C238-0BC8-40A4-88EA-D0DECBD517AD}"/>
              </a:ext>
            </a:extLst>
          </p:cNvPr>
          <p:cNvSpPr>
            <a:spLocks noGrp="1"/>
          </p:cNvSpPr>
          <p:nvPr/>
        </p:nvSpPr>
        <p:spPr>
          <a:xfrm>
            <a:off x="3497141" y="1440058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8" name="anim_to1525_0_1">
            <a:extLst>
              <a:ext uri="{FF2B5EF4-FFF2-40B4-BE49-F238E27FC236}">
                <a16:creationId xmlns:a16="http://schemas.microsoft.com/office/drawing/2014/main" id="{D600D56A-3838-410C-BA27-E3A61015273C}"/>
              </a:ext>
            </a:extLst>
          </p:cNvPr>
          <p:cNvSpPr>
            <a:spLocks noGrp="1"/>
          </p:cNvSpPr>
          <p:nvPr/>
        </p:nvSpPr>
        <p:spPr>
          <a:xfrm>
            <a:off x="3497141" y="512472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9" name="anim_to1529_0_1">
            <a:extLst>
              <a:ext uri="{FF2B5EF4-FFF2-40B4-BE49-F238E27FC236}">
                <a16:creationId xmlns:a16="http://schemas.microsoft.com/office/drawing/2014/main" id="{C3B39CD0-B274-4400-B295-921C17506756}"/>
              </a:ext>
            </a:extLst>
          </p:cNvPr>
          <p:cNvSpPr>
            <a:spLocks noGrp="1"/>
          </p:cNvSpPr>
          <p:nvPr/>
        </p:nvSpPr>
        <p:spPr>
          <a:xfrm>
            <a:off x="4023523" y="1440058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0" name="anim_to1533_0_1">
            <a:extLst>
              <a:ext uri="{FF2B5EF4-FFF2-40B4-BE49-F238E27FC236}">
                <a16:creationId xmlns:a16="http://schemas.microsoft.com/office/drawing/2014/main" id="{419F14CF-C025-4D89-A92E-E78E3F43B281}"/>
              </a:ext>
            </a:extLst>
          </p:cNvPr>
          <p:cNvSpPr>
            <a:spLocks noGrp="1"/>
          </p:cNvSpPr>
          <p:nvPr/>
        </p:nvSpPr>
        <p:spPr>
          <a:xfrm>
            <a:off x="4023523" y="512472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1" name="anim_to1537_0_1">
            <a:extLst>
              <a:ext uri="{FF2B5EF4-FFF2-40B4-BE49-F238E27FC236}">
                <a16:creationId xmlns:a16="http://schemas.microsoft.com/office/drawing/2014/main" id="{E282C624-71E9-4CBF-83C0-D85FBEECDB8D}"/>
              </a:ext>
            </a:extLst>
          </p:cNvPr>
          <p:cNvSpPr>
            <a:spLocks noGrp="1"/>
          </p:cNvSpPr>
          <p:nvPr/>
        </p:nvSpPr>
        <p:spPr>
          <a:xfrm>
            <a:off x="4549904" y="1440058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2" name="anim_to1541_0_1">
            <a:extLst>
              <a:ext uri="{FF2B5EF4-FFF2-40B4-BE49-F238E27FC236}">
                <a16:creationId xmlns:a16="http://schemas.microsoft.com/office/drawing/2014/main" id="{9FB67426-74A5-46EF-BC90-C759FDD7A30C}"/>
              </a:ext>
            </a:extLst>
          </p:cNvPr>
          <p:cNvSpPr>
            <a:spLocks noGrp="1"/>
          </p:cNvSpPr>
          <p:nvPr/>
        </p:nvSpPr>
        <p:spPr>
          <a:xfrm>
            <a:off x="4549904" y="512472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3" name="anim_to1545_0_1">
            <a:extLst>
              <a:ext uri="{FF2B5EF4-FFF2-40B4-BE49-F238E27FC236}">
                <a16:creationId xmlns:a16="http://schemas.microsoft.com/office/drawing/2014/main" id="{6C619CB1-CA89-4FDB-9767-B99B37D49CD6}"/>
              </a:ext>
            </a:extLst>
          </p:cNvPr>
          <p:cNvSpPr>
            <a:spLocks noGrp="1"/>
          </p:cNvSpPr>
          <p:nvPr/>
        </p:nvSpPr>
        <p:spPr>
          <a:xfrm>
            <a:off x="5076286" y="1440058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4" name="anim_to1549_0_1">
            <a:extLst>
              <a:ext uri="{FF2B5EF4-FFF2-40B4-BE49-F238E27FC236}">
                <a16:creationId xmlns:a16="http://schemas.microsoft.com/office/drawing/2014/main" id="{3DFB57D7-12C9-426A-927C-DC8296771316}"/>
              </a:ext>
            </a:extLst>
          </p:cNvPr>
          <p:cNvSpPr>
            <a:spLocks noGrp="1"/>
          </p:cNvSpPr>
          <p:nvPr/>
        </p:nvSpPr>
        <p:spPr>
          <a:xfrm>
            <a:off x="5076286" y="512472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5" name="anim_to1553_0_1">
            <a:extLst>
              <a:ext uri="{FF2B5EF4-FFF2-40B4-BE49-F238E27FC236}">
                <a16:creationId xmlns:a16="http://schemas.microsoft.com/office/drawing/2014/main" id="{37225510-4335-4826-A241-FE503919D5DB}"/>
              </a:ext>
            </a:extLst>
          </p:cNvPr>
          <p:cNvSpPr>
            <a:spLocks noGrp="1"/>
          </p:cNvSpPr>
          <p:nvPr/>
        </p:nvSpPr>
        <p:spPr>
          <a:xfrm>
            <a:off x="1391615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6" name="anim_to1557_0_1">
            <a:extLst>
              <a:ext uri="{FF2B5EF4-FFF2-40B4-BE49-F238E27FC236}">
                <a16:creationId xmlns:a16="http://schemas.microsoft.com/office/drawing/2014/main" id="{012EA035-8296-4244-941F-B39196A8D78C}"/>
              </a:ext>
            </a:extLst>
          </p:cNvPr>
          <p:cNvSpPr>
            <a:spLocks noGrp="1"/>
          </p:cNvSpPr>
          <p:nvPr/>
        </p:nvSpPr>
        <p:spPr>
          <a:xfrm>
            <a:off x="5076286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7" name="anim_to1561_0_1">
            <a:extLst>
              <a:ext uri="{FF2B5EF4-FFF2-40B4-BE49-F238E27FC236}">
                <a16:creationId xmlns:a16="http://schemas.microsoft.com/office/drawing/2014/main" id="{DBDB69E1-8612-4A46-8D57-31EBDCF34276}"/>
              </a:ext>
            </a:extLst>
          </p:cNvPr>
          <p:cNvSpPr>
            <a:spLocks noGrp="1"/>
          </p:cNvSpPr>
          <p:nvPr/>
        </p:nvSpPr>
        <p:spPr>
          <a:xfrm>
            <a:off x="1391615" y="2492821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8" name="anim_to1565_0_1">
            <a:extLst>
              <a:ext uri="{FF2B5EF4-FFF2-40B4-BE49-F238E27FC236}">
                <a16:creationId xmlns:a16="http://schemas.microsoft.com/office/drawing/2014/main" id="{F6EA7DCB-8F8C-4A1B-9F0E-5A55DD17ADF3}"/>
              </a:ext>
            </a:extLst>
          </p:cNvPr>
          <p:cNvSpPr>
            <a:spLocks noGrp="1"/>
          </p:cNvSpPr>
          <p:nvPr/>
        </p:nvSpPr>
        <p:spPr>
          <a:xfrm>
            <a:off x="5076286" y="2492821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9" name="anim_to1569_0_1">
            <a:extLst>
              <a:ext uri="{FF2B5EF4-FFF2-40B4-BE49-F238E27FC236}">
                <a16:creationId xmlns:a16="http://schemas.microsoft.com/office/drawing/2014/main" id="{5B7E56D5-06BF-43A9-9CFA-A9F7013D4FC8}"/>
              </a:ext>
            </a:extLst>
          </p:cNvPr>
          <p:cNvSpPr>
            <a:spLocks noGrp="1"/>
          </p:cNvSpPr>
          <p:nvPr/>
        </p:nvSpPr>
        <p:spPr>
          <a:xfrm>
            <a:off x="1391615" y="3019203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0" name="anim_to1573_0_1">
            <a:extLst>
              <a:ext uri="{FF2B5EF4-FFF2-40B4-BE49-F238E27FC236}">
                <a16:creationId xmlns:a16="http://schemas.microsoft.com/office/drawing/2014/main" id="{A2036AF2-4446-4864-A94D-778B804CD17E}"/>
              </a:ext>
            </a:extLst>
          </p:cNvPr>
          <p:cNvSpPr>
            <a:spLocks noGrp="1"/>
          </p:cNvSpPr>
          <p:nvPr/>
        </p:nvSpPr>
        <p:spPr>
          <a:xfrm>
            <a:off x="5076286" y="3019203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1" name="anim_to1577_0_1">
            <a:extLst>
              <a:ext uri="{FF2B5EF4-FFF2-40B4-BE49-F238E27FC236}">
                <a16:creationId xmlns:a16="http://schemas.microsoft.com/office/drawing/2014/main" id="{AD8A179E-295B-445D-BB90-C0EC138CB27F}"/>
              </a:ext>
            </a:extLst>
          </p:cNvPr>
          <p:cNvSpPr>
            <a:spLocks noGrp="1"/>
          </p:cNvSpPr>
          <p:nvPr/>
        </p:nvSpPr>
        <p:spPr>
          <a:xfrm>
            <a:off x="1391615" y="3545584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2" name="anim_to1581_0_1">
            <a:extLst>
              <a:ext uri="{FF2B5EF4-FFF2-40B4-BE49-F238E27FC236}">
                <a16:creationId xmlns:a16="http://schemas.microsoft.com/office/drawing/2014/main" id="{6C6416BF-DED9-4AB9-B8B9-71B1EF601848}"/>
              </a:ext>
            </a:extLst>
          </p:cNvPr>
          <p:cNvSpPr>
            <a:spLocks noGrp="1"/>
          </p:cNvSpPr>
          <p:nvPr/>
        </p:nvSpPr>
        <p:spPr>
          <a:xfrm>
            <a:off x="5076286" y="3545584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3" name="anim_to1585_0_1">
            <a:extLst>
              <a:ext uri="{FF2B5EF4-FFF2-40B4-BE49-F238E27FC236}">
                <a16:creationId xmlns:a16="http://schemas.microsoft.com/office/drawing/2014/main" id="{D4FFC706-3F2D-40BB-890B-8BA9EB7DFE79}"/>
              </a:ext>
            </a:extLst>
          </p:cNvPr>
          <p:cNvSpPr>
            <a:spLocks noGrp="1"/>
          </p:cNvSpPr>
          <p:nvPr/>
        </p:nvSpPr>
        <p:spPr>
          <a:xfrm>
            <a:off x="1391615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4" name="anim_to1589_0_1">
            <a:extLst>
              <a:ext uri="{FF2B5EF4-FFF2-40B4-BE49-F238E27FC236}">
                <a16:creationId xmlns:a16="http://schemas.microsoft.com/office/drawing/2014/main" id="{17E87DB8-AFDF-486F-AFDC-6DFC1B161145}"/>
              </a:ext>
            </a:extLst>
          </p:cNvPr>
          <p:cNvSpPr>
            <a:spLocks noGrp="1"/>
          </p:cNvSpPr>
          <p:nvPr/>
        </p:nvSpPr>
        <p:spPr>
          <a:xfrm>
            <a:off x="5076286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5" name="anim_to1593_0_1">
            <a:extLst>
              <a:ext uri="{FF2B5EF4-FFF2-40B4-BE49-F238E27FC236}">
                <a16:creationId xmlns:a16="http://schemas.microsoft.com/office/drawing/2014/main" id="{EF585FAB-C58D-40A0-988B-BFA27CF29C53}"/>
              </a:ext>
            </a:extLst>
          </p:cNvPr>
          <p:cNvSpPr>
            <a:spLocks noGrp="1"/>
          </p:cNvSpPr>
          <p:nvPr/>
        </p:nvSpPr>
        <p:spPr>
          <a:xfrm>
            <a:off x="1391615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6" name="anim_to1597_0_1">
            <a:extLst>
              <a:ext uri="{FF2B5EF4-FFF2-40B4-BE49-F238E27FC236}">
                <a16:creationId xmlns:a16="http://schemas.microsoft.com/office/drawing/2014/main" id="{539007E9-6F76-42D7-85EE-823BE6794E84}"/>
              </a:ext>
            </a:extLst>
          </p:cNvPr>
          <p:cNvSpPr>
            <a:spLocks noGrp="1"/>
          </p:cNvSpPr>
          <p:nvPr/>
        </p:nvSpPr>
        <p:spPr>
          <a:xfrm>
            <a:off x="5076286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7" name="anim_o651_1">
            <a:extLst>
              <a:ext uri="{FF2B5EF4-FFF2-40B4-BE49-F238E27FC236}">
                <a16:creationId xmlns:a16="http://schemas.microsoft.com/office/drawing/2014/main" id="{F4F30C64-C9C7-4EB6-948D-7B2048320DC2}"/>
              </a:ext>
            </a:extLst>
          </p:cNvPr>
          <p:cNvSpPr>
            <a:spLocks noGrp="1"/>
          </p:cNvSpPr>
          <p:nvPr/>
        </p:nvSpPr>
        <p:spPr>
          <a:xfrm>
            <a:off x="1832309" y="1879934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" name="anim_o655_1">
            <a:extLst>
              <a:ext uri="{FF2B5EF4-FFF2-40B4-BE49-F238E27FC236}">
                <a16:creationId xmlns:a16="http://schemas.microsoft.com/office/drawing/2014/main" id="{B430D087-2C2B-458C-9494-895466C4E59A}"/>
              </a:ext>
            </a:extLst>
          </p:cNvPr>
          <p:cNvSpPr>
            <a:spLocks noGrp="1"/>
          </p:cNvSpPr>
          <p:nvPr/>
        </p:nvSpPr>
        <p:spPr>
          <a:xfrm>
            <a:off x="2358691" y="1879934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o659_1">
            <a:extLst>
              <a:ext uri="{FF2B5EF4-FFF2-40B4-BE49-F238E27FC236}">
                <a16:creationId xmlns:a16="http://schemas.microsoft.com/office/drawing/2014/main" id="{55E8B000-3D71-4110-AC3A-AD857161E3B7}"/>
              </a:ext>
            </a:extLst>
          </p:cNvPr>
          <p:cNvSpPr>
            <a:spLocks noGrp="1"/>
          </p:cNvSpPr>
          <p:nvPr/>
        </p:nvSpPr>
        <p:spPr>
          <a:xfrm>
            <a:off x="2885072" y="1879934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0" name="anim_o663_1">
            <a:extLst>
              <a:ext uri="{FF2B5EF4-FFF2-40B4-BE49-F238E27FC236}">
                <a16:creationId xmlns:a16="http://schemas.microsoft.com/office/drawing/2014/main" id="{82648031-808F-4394-9046-1275DFEDBC24}"/>
              </a:ext>
            </a:extLst>
          </p:cNvPr>
          <p:cNvSpPr>
            <a:spLocks noGrp="1"/>
          </p:cNvSpPr>
          <p:nvPr/>
        </p:nvSpPr>
        <p:spPr>
          <a:xfrm>
            <a:off x="3411454" y="1879934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" name="anim_o667_1">
            <a:extLst>
              <a:ext uri="{FF2B5EF4-FFF2-40B4-BE49-F238E27FC236}">
                <a16:creationId xmlns:a16="http://schemas.microsoft.com/office/drawing/2014/main" id="{FB36ADDE-2F76-4B27-BC74-19003EEE0592}"/>
              </a:ext>
            </a:extLst>
          </p:cNvPr>
          <p:cNvSpPr>
            <a:spLocks noGrp="1"/>
          </p:cNvSpPr>
          <p:nvPr/>
        </p:nvSpPr>
        <p:spPr>
          <a:xfrm>
            <a:off x="3937836" y="1879934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2" name="anim_o671_1">
            <a:extLst>
              <a:ext uri="{FF2B5EF4-FFF2-40B4-BE49-F238E27FC236}">
                <a16:creationId xmlns:a16="http://schemas.microsoft.com/office/drawing/2014/main" id="{469CD59C-BCD0-4627-946F-30A326D13153}"/>
              </a:ext>
            </a:extLst>
          </p:cNvPr>
          <p:cNvSpPr>
            <a:spLocks noGrp="1"/>
          </p:cNvSpPr>
          <p:nvPr/>
        </p:nvSpPr>
        <p:spPr>
          <a:xfrm>
            <a:off x="4464217" y="1879934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3" name="anim_o675_1">
            <a:extLst>
              <a:ext uri="{FF2B5EF4-FFF2-40B4-BE49-F238E27FC236}">
                <a16:creationId xmlns:a16="http://schemas.microsoft.com/office/drawing/2014/main" id="{98B7987E-DD8D-4558-AD2F-607742C8164D}"/>
              </a:ext>
            </a:extLst>
          </p:cNvPr>
          <p:cNvSpPr>
            <a:spLocks noGrp="1"/>
          </p:cNvSpPr>
          <p:nvPr/>
        </p:nvSpPr>
        <p:spPr>
          <a:xfrm>
            <a:off x="1832309" y="2406316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4" name="anim_o679_1">
            <a:extLst>
              <a:ext uri="{FF2B5EF4-FFF2-40B4-BE49-F238E27FC236}">
                <a16:creationId xmlns:a16="http://schemas.microsoft.com/office/drawing/2014/main" id="{892085D5-19C9-4C98-907D-36EEB75072DE}"/>
              </a:ext>
            </a:extLst>
          </p:cNvPr>
          <p:cNvSpPr>
            <a:spLocks noGrp="1"/>
          </p:cNvSpPr>
          <p:nvPr/>
        </p:nvSpPr>
        <p:spPr>
          <a:xfrm>
            <a:off x="2358691" y="2406316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5" name="anim_o683_1">
            <a:extLst>
              <a:ext uri="{FF2B5EF4-FFF2-40B4-BE49-F238E27FC236}">
                <a16:creationId xmlns:a16="http://schemas.microsoft.com/office/drawing/2014/main" id="{03AA6869-9A35-4618-A775-759A52A98912}"/>
              </a:ext>
            </a:extLst>
          </p:cNvPr>
          <p:cNvSpPr>
            <a:spLocks noGrp="1"/>
          </p:cNvSpPr>
          <p:nvPr/>
        </p:nvSpPr>
        <p:spPr>
          <a:xfrm>
            <a:off x="2885072" y="2406316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6" name="anim_o687_1">
            <a:extLst>
              <a:ext uri="{FF2B5EF4-FFF2-40B4-BE49-F238E27FC236}">
                <a16:creationId xmlns:a16="http://schemas.microsoft.com/office/drawing/2014/main" id="{35025341-0A7B-4DDC-9E19-0FC8FE1262C1}"/>
              </a:ext>
            </a:extLst>
          </p:cNvPr>
          <p:cNvSpPr>
            <a:spLocks noGrp="1"/>
          </p:cNvSpPr>
          <p:nvPr/>
        </p:nvSpPr>
        <p:spPr>
          <a:xfrm>
            <a:off x="3411454" y="2406316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7" name="anim_o691_1">
            <a:extLst>
              <a:ext uri="{FF2B5EF4-FFF2-40B4-BE49-F238E27FC236}">
                <a16:creationId xmlns:a16="http://schemas.microsoft.com/office/drawing/2014/main" id="{9F31CE9C-0A9A-4FDB-AEA7-48F4F7D77273}"/>
              </a:ext>
            </a:extLst>
          </p:cNvPr>
          <p:cNvSpPr>
            <a:spLocks noGrp="1"/>
          </p:cNvSpPr>
          <p:nvPr/>
        </p:nvSpPr>
        <p:spPr>
          <a:xfrm>
            <a:off x="3937836" y="2406316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8" name="anim_o695_1">
            <a:extLst>
              <a:ext uri="{FF2B5EF4-FFF2-40B4-BE49-F238E27FC236}">
                <a16:creationId xmlns:a16="http://schemas.microsoft.com/office/drawing/2014/main" id="{ED1AB3AD-BAEC-4B33-A6ED-C3CFB3D25126}"/>
              </a:ext>
            </a:extLst>
          </p:cNvPr>
          <p:cNvSpPr>
            <a:spLocks noGrp="1"/>
          </p:cNvSpPr>
          <p:nvPr/>
        </p:nvSpPr>
        <p:spPr>
          <a:xfrm>
            <a:off x="4464217" y="2406316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9" name="anim_o699_1">
            <a:extLst>
              <a:ext uri="{FF2B5EF4-FFF2-40B4-BE49-F238E27FC236}">
                <a16:creationId xmlns:a16="http://schemas.microsoft.com/office/drawing/2014/main" id="{76BA0FCE-4AAE-45A4-B337-8CE8488FC699}"/>
              </a:ext>
            </a:extLst>
          </p:cNvPr>
          <p:cNvSpPr>
            <a:spLocks noGrp="1"/>
          </p:cNvSpPr>
          <p:nvPr/>
        </p:nvSpPr>
        <p:spPr>
          <a:xfrm>
            <a:off x="1832309" y="2932697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0" name="anim_o703_1">
            <a:extLst>
              <a:ext uri="{FF2B5EF4-FFF2-40B4-BE49-F238E27FC236}">
                <a16:creationId xmlns:a16="http://schemas.microsoft.com/office/drawing/2014/main" id="{782AC7A8-92DE-41B4-9AC0-3895AA609998}"/>
              </a:ext>
            </a:extLst>
          </p:cNvPr>
          <p:cNvSpPr>
            <a:spLocks noGrp="1"/>
          </p:cNvSpPr>
          <p:nvPr/>
        </p:nvSpPr>
        <p:spPr>
          <a:xfrm>
            <a:off x="2358691" y="2932697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1" name="anim_o707_1">
            <a:extLst>
              <a:ext uri="{FF2B5EF4-FFF2-40B4-BE49-F238E27FC236}">
                <a16:creationId xmlns:a16="http://schemas.microsoft.com/office/drawing/2014/main" id="{776476BA-ED54-4E76-BF3D-8CDA00E763BB}"/>
              </a:ext>
            </a:extLst>
          </p:cNvPr>
          <p:cNvSpPr>
            <a:spLocks noGrp="1"/>
          </p:cNvSpPr>
          <p:nvPr/>
        </p:nvSpPr>
        <p:spPr>
          <a:xfrm>
            <a:off x="2885072" y="2932697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2" name="anim_o711_1">
            <a:extLst>
              <a:ext uri="{FF2B5EF4-FFF2-40B4-BE49-F238E27FC236}">
                <a16:creationId xmlns:a16="http://schemas.microsoft.com/office/drawing/2014/main" id="{E594CA06-38F7-459E-8A53-BEAAF8F030C2}"/>
              </a:ext>
            </a:extLst>
          </p:cNvPr>
          <p:cNvSpPr>
            <a:spLocks noGrp="1"/>
          </p:cNvSpPr>
          <p:nvPr/>
        </p:nvSpPr>
        <p:spPr>
          <a:xfrm>
            <a:off x="3411454" y="2932697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3" name="anim_o715_1">
            <a:extLst>
              <a:ext uri="{FF2B5EF4-FFF2-40B4-BE49-F238E27FC236}">
                <a16:creationId xmlns:a16="http://schemas.microsoft.com/office/drawing/2014/main" id="{DACB570A-8E05-4B2C-8413-8B8FFA9FB3D5}"/>
              </a:ext>
            </a:extLst>
          </p:cNvPr>
          <p:cNvSpPr>
            <a:spLocks noGrp="1"/>
          </p:cNvSpPr>
          <p:nvPr/>
        </p:nvSpPr>
        <p:spPr>
          <a:xfrm>
            <a:off x="3937836" y="2932697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4" name="anim_o719_1">
            <a:extLst>
              <a:ext uri="{FF2B5EF4-FFF2-40B4-BE49-F238E27FC236}">
                <a16:creationId xmlns:a16="http://schemas.microsoft.com/office/drawing/2014/main" id="{0EDAD8B6-B95F-4D3E-B883-DA9089470610}"/>
              </a:ext>
            </a:extLst>
          </p:cNvPr>
          <p:cNvSpPr>
            <a:spLocks noGrp="1"/>
          </p:cNvSpPr>
          <p:nvPr/>
        </p:nvSpPr>
        <p:spPr>
          <a:xfrm>
            <a:off x="4464217" y="2932697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5" name="anim_o723_1">
            <a:extLst>
              <a:ext uri="{FF2B5EF4-FFF2-40B4-BE49-F238E27FC236}">
                <a16:creationId xmlns:a16="http://schemas.microsoft.com/office/drawing/2014/main" id="{5C877DF0-7ED2-40FF-8E4F-05410BCCB386}"/>
              </a:ext>
            </a:extLst>
          </p:cNvPr>
          <p:cNvSpPr>
            <a:spLocks noGrp="1"/>
          </p:cNvSpPr>
          <p:nvPr/>
        </p:nvSpPr>
        <p:spPr>
          <a:xfrm>
            <a:off x="1832309" y="3459079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6" name="anim_o727_1">
            <a:extLst>
              <a:ext uri="{FF2B5EF4-FFF2-40B4-BE49-F238E27FC236}">
                <a16:creationId xmlns:a16="http://schemas.microsoft.com/office/drawing/2014/main" id="{56BA544D-12B8-41FC-8B55-DF922ED0B212}"/>
              </a:ext>
            </a:extLst>
          </p:cNvPr>
          <p:cNvSpPr>
            <a:spLocks noGrp="1"/>
          </p:cNvSpPr>
          <p:nvPr/>
        </p:nvSpPr>
        <p:spPr>
          <a:xfrm>
            <a:off x="2358691" y="3459079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7" name="anim_o731_1">
            <a:extLst>
              <a:ext uri="{FF2B5EF4-FFF2-40B4-BE49-F238E27FC236}">
                <a16:creationId xmlns:a16="http://schemas.microsoft.com/office/drawing/2014/main" id="{0192E175-4B9F-4792-ACF2-6F075B8CB90B}"/>
              </a:ext>
            </a:extLst>
          </p:cNvPr>
          <p:cNvSpPr>
            <a:spLocks noGrp="1"/>
          </p:cNvSpPr>
          <p:nvPr/>
        </p:nvSpPr>
        <p:spPr>
          <a:xfrm>
            <a:off x="2885072" y="3459079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8" name="anim_o735_1">
            <a:extLst>
              <a:ext uri="{FF2B5EF4-FFF2-40B4-BE49-F238E27FC236}">
                <a16:creationId xmlns:a16="http://schemas.microsoft.com/office/drawing/2014/main" id="{3C8E33B3-7849-40C0-96F2-9393B8E8D6D5}"/>
              </a:ext>
            </a:extLst>
          </p:cNvPr>
          <p:cNvSpPr>
            <a:spLocks noGrp="1"/>
          </p:cNvSpPr>
          <p:nvPr/>
        </p:nvSpPr>
        <p:spPr>
          <a:xfrm>
            <a:off x="3411454" y="3459079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9" name="anim_o739_1">
            <a:extLst>
              <a:ext uri="{FF2B5EF4-FFF2-40B4-BE49-F238E27FC236}">
                <a16:creationId xmlns:a16="http://schemas.microsoft.com/office/drawing/2014/main" id="{1DA234AB-73F4-474D-865C-0E18C0F28CCF}"/>
              </a:ext>
            </a:extLst>
          </p:cNvPr>
          <p:cNvSpPr>
            <a:spLocks noGrp="1"/>
          </p:cNvSpPr>
          <p:nvPr/>
        </p:nvSpPr>
        <p:spPr>
          <a:xfrm>
            <a:off x="3937836" y="3459079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0" name="anim_o743_1">
            <a:extLst>
              <a:ext uri="{FF2B5EF4-FFF2-40B4-BE49-F238E27FC236}">
                <a16:creationId xmlns:a16="http://schemas.microsoft.com/office/drawing/2014/main" id="{471569B2-C8B4-41DD-B934-0FE39BB88995}"/>
              </a:ext>
            </a:extLst>
          </p:cNvPr>
          <p:cNvSpPr>
            <a:spLocks noGrp="1"/>
          </p:cNvSpPr>
          <p:nvPr/>
        </p:nvSpPr>
        <p:spPr>
          <a:xfrm>
            <a:off x="4464217" y="3459079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1" name="anim_o747_1">
            <a:extLst>
              <a:ext uri="{FF2B5EF4-FFF2-40B4-BE49-F238E27FC236}">
                <a16:creationId xmlns:a16="http://schemas.microsoft.com/office/drawing/2014/main" id="{312E170A-E504-4FF8-B495-22F32A923F36}"/>
              </a:ext>
            </a:extLst>
          </p:cNvPr>
          <p:cNvSpPr>
            <a:spLocks noGrp="1"/>
          </p:cNvSpPr>
          <p:nvPr/>
        </p:nvSpPr>
        <p:spPr>
          <a:xfrm>
            <a:off x="1832309" y="3985461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2" name="anim_o751_1">
            <a:extLst>
              <a:ext uri="{FF2B5EF4-FFF2-40B4-BE49-F238E27FC236}">
                <a16:creationId xmlns:a16="http://schemas.microsoft.com/office/drawing/2014/main" id="{D37156C3-FB5F-465E-8257-798085B2A6B7}"/>
              </a:ext>
            </a:extLst>
          </p:cNvPr>
          <p:cNvSpPr>
            <a:spLocks noGrp="1"/>
          </p:cNvSpPr>
          <p:nvPr/>
        </p:nvSpPr>
        <p:spPr>
          <a:xfrm>
            <a:off x="2358691" y="3985461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3" name="anim_o755_1">
            <a:extLst>
              <a:ext uri="{FF2B5EF4-FFF2-40B4-BE49-F238E27FC236}">
                <a16:creationId xmlns:a16="http://schemas.microsoft.com/office/drawing/2014/main" id="{FC705785-93C3-4705-A623-12CE5D1B8751}"/>
              </a:ext>
            </a:extLst>
          </p:cNvPr>
          <p:cNvSpPr>
            <a:spLocks noGrp="1"/>
          </p:cNvSpPr>
          <p:nvPr/>
        </p:nvSpPr>
        <p:spPr>
          <a:xfrm>
            <a:off x="2885072" y="3985461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4" name="anim_o759_1">
            <a:extLst>
              <a:ext uri="{FF2B5EF4-FFF2-40B4-BE49-F238E27FC236}">
                <a16:creationId xmlns:a16="http://schemas.microsoft.com/office/drawing/2014/main" id="{A3145EC7-6751-4B03-B58A-954BCAE78365}"/>
              </a:ext>
            </a:extLst>
          </p:cNvPr>
          <p:cNvSpPr>
            <a:spLocks noGrp="1"/>
          </p:cNvSpPr>
          <p:nvPr/>
        </p:nvSpPr>
        <p:spPr>
          <a:xfrm>
            <a:off x="3411454" y="3985461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5" name="anim_o763_1">
            <a:extLst>
              <a:ext uri="{FF2B5EF4-FFF2-40B4-BE49-F238E27FC236}">
                <a16:creationId xmlns:a16="http://schemas.microsoft.com/office/drawing/2014/main" id="{C2196FD6-2C00-4AA6-B0FD-9EA4834AA0BE}"/>
              </a:ext>
            </a:extLst>
          </p:cNvPr>
          <p:cNvSpPr>
            <a:spLocks noGrp="1"/>
          </p:cNvSpPr>
          <p:nvPr/>
        </p:nvSpPr>
        <p:spPr>
          <a:xfrm>
            <a:off x="3937836" y="3985461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6" name="anim_o767_1">
            <a:extLst>
              <a:ext uri="{FF2B5EF4-FFF2-40B4-BE49-F238E27FC236}">
                <a16:creationId xmlns:a16="http://schemas.microsoft.com/office/drawing/2014/main" id="{70708FF6-CF0E-473C-B17B-914C1FB00AF8}"/>
              </a:ext>
            </a:extLst>
          </p:cNvPr>
          <p:cNvSpPr>
            <a:spLocks noGrp="1"/>
          </p:cNvSpPr>
          <p:nvPr/>
        </p:nvSpPr>
        <p:spPr>
          <a:xfrm>
            <a:off x="4464217" y="3985461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7" name="anim_o771_1">
            <a:extLst>
              <a:ext uri="{FF2B5EF4-FFF2-40B4-BE49-F238E27FC236}">
                <a16:creationId xmlns:a16="http://schemas.microsoft.com/office/drawing/2014/main" id="{6112A636-8A37-4DEC-A4DD-C61867376693}"/>
              </a:ext>
            </a:extLst>
          </p:cNvPr>
          <p:cNvSpPr>
            <a:spLocks noGrp="1"/>
          </p:cNvSpPr>
          <p:nvPr/>
        </p:nvSpPr>
        <p:spPr>
          <a:xfrm>
            <a:off x="1832309" y="4511842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8" name="anim_o775_1">
            <a:extLst>
              <a:ext uri="{FF2B5EF4-FFF2-40B4-BE49-F238E27FC236}">
                <a16:creationId xmlns:a16="http://schemas.microsoft.com/office/drawing/2014/main" id="{F079597D-9383-4915-B5B2-D69EC71F90D5}"/>
              </a:ext>
            </a:extLst>
          </p:cNvPr>
          <p:cNvSpPr>
            <a:spLocks noGrp="1"/>
          </p:cNvSpPr>
          <p:nvPr/>
        </p:nvSpPr>
        <p:spPr>
          <a:xfrm>
            <a:off x="2358691" y="4511842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9" name="anim_o779_1">
            <a:extLst>
              <a:ext uri="{FF2B5EF4-FFF2-40B4-BE49-F238E27FC236}">
                <a16:creationId xmlns:a16="http://schemas.microsoft.com/office/drawing/2014/main" id="{8A3D2F9C-4128-4881-97A2-7951B54D33BC}"/>
              </a:ext>
            </a:extLst>
          </p:cNvPr>
          <p:cNvSpPr>
            <a:spLocks noGrp="1"/>
          </p:cNvSpPr>
          <p:nvPr/>
        </p:nvSpPr>
        <p:spPr>
          <a:xfrm>
            <a:off x="2885072" y="4511842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0" name="anim_o783_1">
            <a:extLst>
              <a:ext uri="{FF2B5EF4-FFF2-40B4-BE49-F238E27FC236}">
                <a16:creationId xmlns:a16="http://schemas.microsoft.com/office/drawing/2014/main" id="{5A61379D-0DAA-40A9-AD09-C29EA3D3E836}"/>
              </a:ext>
            </a:extLst>
          </p:cNvPr>
          <p:cNvSpPr>
            <a:spLocks noGrp="1"/>
          </p:cNvSpPr>
          <p:nvPr/>
        </p:nvSpPr>
        <p:spPr>
          <a:xfrm>
            <a:off x="3411454" y="4511842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1" name="anim_o787_1">
            <a:extLst>
              <a:ext uri="{FF2B5EF4-FFF2-40B4-BE49-F238E27FC236}">
                <a16:creationId xmlns:a16="http://schemas.microsoft.com/office/drawing/2014/main" id="{B65DC0DB-C264-40D1-870E-45599D0665CD}"/>
              </a:ext>
            </a:extLst>
          </p:cNvPr>
          <p:cNvSpPr>
            <a:spLocks noGrp="1"/>
          </p:cNvSpPr>
          <p:nvPr/>
        </p:nvSpPr>
        <p:spPr>
          <a:xfrm>
            <a:off x="3937836" y="4511842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2" name="anim_o791_1">
            <a:extLst>
              <a:ext uri="{FF2B5EF4-FFF2-40B4-BE49-F238E27FC236}">
                <a16:creationId xmlns:a16="http://schemas.microsoft.com/office/drawing/2014/main" id="{1CD84546-78DD-4333-999E-AD1FA9B6E286}"/>
              </a:ext>
            </a:extLst>
          </p:cNvPr>
          <p:cNvSpPr>
            <a:spLocks noGrp="1"/>
          </p:cNvSpPr>
          <p:nvPr/>
        </p:nvSpPr>
        <p:spPr>
          <a:xfrm>
            <a:off x="4464217" y="4511842"/>
            <a:ext cx="526382" cy="526382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3" name="anim_o1601_1">
            <a:extLst>
              <a:ext uri="{FF2B5EF4-FFF2-40B4-BE49-F238E27FC236}">
                <a16:creationId xmlns:a16="http://schemas.microsoft.com/office/drawing/2014/main" id="{3F2A4682-9285-467E-97E7-592DA3828397}"/>
              </a:ext>
            </a:extLst>
          </p:cNvPr>
          <p:cNvSpPr>
            <a:spLocks noGrp="1"/>
          </p:cNvSpPr>
          <p:nvPr/>
        </p:nvSpPr>
        <p:spPr>
          <a:xfrm>
            <a:off x="7096125" y="1879934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4" name="anim_o1604_1">
            <a:extLst>
              <a:ext uri="{FF2B5EF4-FFF2-40B4-BE49-F238E27FC236}">
                <a16:creationId xmlns:a16="http://schemas.microsoft.com/office/drawing/2014/main" id="{C1835DF2-9222-4A47-8C1B-87D608FEBBEF}"/>
              </a:ext>
            </a:extLst>
          </p:cNvPr>
          <p:cNvSpPr>
            <a:spLocks noGrp="1"/>
          </p:cNvSpPr>
          <p:nvPr/>
        </p:nvSpPr>
        <p:spPr>
          <a:xfrm>
            <a:off x="7622507" y="1879934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5" name="anim_o1607_1">
            <a:extLst>
              <a:ext uri="{FF2B5EF4-FFF2-40B4-BE49-F238E27FC236}">
                <a16:creationId xmlns:a16="http://schemas.microsoft.com/office/drawing/2014/main" id="{A9AFA670-C1E2-4F01-AECB-AB941FA88BA8}"/>
              </a:ext>
            </a:extLst>
          </p:cNvPr>
          <p:cNvSpPr>
            <a:spLocks noGrp="1"/>
          </p:cNvSpPr>
          <p:nvPr/>
        </p:nvSpPr>
        <p:spPr>
          <a:xfrm>
            <a:off x="8148888" y="1879934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6" name="anim_o1610_1">
            <a:extLst>
              <a:ext uri="{FF2B5EF4-FFF2-40B4-BE49-F238E27FC236}">
                <a16:creationId xmlns:a16="http://schemas.microsoft.com/office/drawing/2014/main" id="{A3BA97CB-6499-418E-A8C4-FBDFDF687F64}"/>
              </a:ext>
            </a:extLst>
          </p:cNvPr>
          <p:cNvSpPr>
            <a:spLocks noGrp="1"/>
          </p:cNvSpPr>
          <p:nvPr/>
        </p:nvSpPr>
        <p:spPr>
          <a:xfrm>
            <a:off x="8675270" y="1879934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7" name="anim_o1613_1">
            <a:extLst>
              <a:ext uri="{FF2B5EF4-FFF2-40B4-BE49-F238E27FC236}">
                <a16:creationId xmlns:a16="http://schemas.microsoft.com/office/drawing/2014/main" id="{4DD61956-C52F-41A4-9663-ABA644DDE3F9}"/>
              </a:ext>
            </a:extLst>
          </p:cNvPr>
          <p:cNvSpPr>
            <a:spLocks noGrp="1"/>
          </p:cNvSpPr>
          <p:nvPr/>
        </p:nvSpPr>
        <p:spPr>
          <a:xfrm>
            <a:off x="9201651" y="1879934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8" name="anim_o1616_1">
            <a:extLst>
              <a:ext uri="{FF2B5EF4-FFF2-40B4-BE49-F238E27FC236}">
                <a16:creationId xmlns:a16="http://schemas.microsoft.com/office/drawing/2014/main" id="{BA23C126-1651-4DEE-A5ED-0E551C110E40}"/>
              </a:ext>
            </a:extLst>
          </p:cNvPr>
          <p:cNvSpPr>
            <a:spLocks noGrp="1"/>
          </p:cNvSpPr>
          <p:nvPr/>
        </p:nvSpPr>
        <p:spPr>
          <a:xfrm>
            <a:off x="9728033" y="1879934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9" name="anim_o1619_1">
            <a:extLst>
              <a:ext uri="{FF2B5EF4-FFF2-40B4-BE49-F238E27FC236}">
                <a16:creationId xmlns:a16="http://schemas.microsoft.com/office/drawing/2014/main" id="{36F9C06B-8FCF-469C-957D-C110D813223D}"/>
              </a:ext>
            </a:extLst>
          </p:cNvPr>
          <p:cNvSpPr>
            <a:spLocks noGrp="1"/>
          </p:cNvSpPr>
          <p:nvPr/>
        </p:nvSpPr>
        <p:spPr>
          <a:xfrm>
            <a:off x="7096125" y="2406316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0" name="anim_o1622_1">
            <a:extLst>
              <a:ext uri="{FF2B5EF4-FFF2-40B4-BE49-F238E27FC236}">
                <a16:creationId xmlns:a16="http://schemas.microsoft.com/office/drawing/2014/main" id="{BCCC918F-C5FB-44C1-BB8F-25ED7F975DB9}"/>
              </a:ext>
            </a:extLst>
          </p:cNvPr>
          <p:cNvSpPr>
            <a:spLocks noGrp="1"/>
          </p:cNvSpPr>
          <p:nvPr/>
        </p:nvSpPr>
        <p:spPr>
          <a:xfrm>
            <a:off x="7622507" y="2406316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1" name="anim_o1625_1">
            <a:extLst>
              <a:ext uri="{FF2B5EF4-FFF2-40B4-BE49-F238E27FC236}">
                <a16:creationId xmlns:a16="http://schemas.microsoft.com/office/drawing/2014/main" id="{A9CF521B-FF29-4CF0-951C-E96145F70D63}"/>
              </a:ext>
            </a:extLst>
          </p:cNvPr>
          <p:cNvSpPr>
            <a:spLocks noGrp="1"/>
          </p:cNvSpPr>
          <p:nvPr/>
        </p:nvSpPr>
        <p:spPr>
          <a:xfrm>
            <a:off x="8148888" y="2406316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2" name="anim_o1628_1">
            <a:extLst>
              <a:ext uri="{FF2B5EF4-FFF2-40B4-BE49-F238E27FC236}">
                <a16:creationId xmlns:a16="http://schemas.microsoft.com/office/drawing/2014/main" id="{3B23565F-8B88-49E3-80C0-AF96272D6F94}"/>
              </a:ext>
            </a:extLst>
          </p:cNvPr>
          <p:cNvSpPr>
            <a:spLocks noGrp="1"/>
          </p:cNvSpPr>
          <p:nvPr/>
        </p:nvSpPr>
        <p:spPr>
          <a:xfrm>
            <a:off x="8675270" y="2406316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3" name="anim_o1631_1">
            <a:extLst>
              <a:ext uri="{FF2B5EF4-FFF2-40B4-BE49-F238E27FC236}">
                <a16:creationId xmlns:a16="http://schemas.microsoft.com/office/drawing/2014/main" id="{1374F404-CE31-472B-9EF9-9C4650E9B12B}"/>
              </a:ext>
            </a:extLst>
          </p:cNvPr>
          <p:cNvSpPr>
            <a:spLocks noGrp="1"/>
          </p:cNvSpPr>
          <p:nvPr/>
        </p:nvSpPr>
        <p:spPr>
          <a:xfrm>
            <a:off x="9201651" y="2406316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4" name="anim_o1634_1">
            <a:extLst>
              <a:ext uri="{FF2B5EF4-FFF2-40B4-BE49-F238E27FC236}">
                <a16:creationId xmlns:a16="http://schemas.microsoft.com/office/drawing/2014/main" id="{DA5AA7E6-E611-43F9-9070-4A0EEA3F4B45}"/>
              </a:ext>
            </a:extLst>
          </p:cNvPr>
          <p:cNvSpPr>
            <a:spLocks noGrp="1"/>
          </p:cNvSpPr>
          <p:nvPr/>
        </p:nvSpPr>
        <p:spPr>
          <a:xfrm>
            <a:off x="9728033" y="2406316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5" name="anim_o1637_1">
            <a:extLst>
              <a:ext uri="{FF2B5EF4-FFF2-40B4-BE49-F238E27FC236}">
                <a16:creationId xmlns:a16="http://schemas.microsoft.com/office/drawing/2014/main" id="{4F84A777-EFD6-478D-948C-C61ACD6122BC}"/>
              </a:ext>
            </a:extLst>
          </p:cNvPr>
          <p:cNvSpPr>
            <a:spLocks noGrp="1"/>
          </p:cNvSpPr>
          <p:nvPr/>
        </p:nvSpPr>
        <p:spPr>
          <a:xfrm>
            <a:off x="7096125" y="2932697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6" name="anim_o1640_1">
            <a:extLst>
              <a:ext uri="{FF2B5EF4-FFF2-40B4-BE49-F238E27FC236}">
                <a16:creationId xmlns:a16="http://schemas.microsoft.com/office/drawing/2014/main" id="{48C3D456-CE1B-4B74-A199-BA776C2FEDFA}"/>
              </a:ext>
            </a:extLst>
          </p:cNvPr>
          <p:cNvSpPr>
            <a:spLocks noGrp="1"/>
          </p:cNvSpPr>
          <p:nvPr/>
        </p:nvSpPr>
        <p:spPr>
          <a:xfrm>
            <a:off x="7622507" y="2932697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7" name="anim_o1643_1">
            <a:extLst>
              <a:ext uri="{FF2B5EF4-FFF2-40B4-BE49-F238E27FC236}">
                <a16:creationId xmlns:a16="http://schemas.microsoft.com/office/drawing/2014/main" id="{B07FAEC7-4D89-4823-9513-372D53F8E192}"/>
              </a:ext>
            </a:extLst>
          </p:cNvPr>
          <p:cNvSpPr>
            <a:spLocks noGrp="1"/>
          </p:cNvSpPr>
          <p:nvPr/>
        </p:nvSpPr>
        <p:spPr>
          <a:xfrm>
            <a:off x="8148888" y="2932697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8" name="anim_o1646_1">
            <a:extLst>
              <a:ext uri="{FF2B5EF4-FFF2-40B4-BE49-F238E27FC236}">
                <a16:creationId xmlns:a16="http://schemas.microsoft.com/office/drawing/2014/main" id="{7062EEA4-5CCA-4B28-AE08-9D077A7A3A31}"/>
              </a:ext>
            </a:extLst>
          </p:cNvPr>
          <p:cNvSpPr>
            <a:spLocks noGrp="1"/>
          </p:cNvSpPr>
          <p:nvPr/>
        </p:nvSpPr>
        <p:spPr>
          <a:xfrm>
            <a:off x="8675270" y="2932697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9" name="anim_o1649_1">
            <a:extLst>
              <a:ext uri="{FF2B5EF4-FFF2-40B4-BE49-F238E27FC236}">
                <a16:creationId xmlns:a16="http://schemas.microsoft.com/office/drawing/2014/main" id="{FCC6C1CA-D2C2-49F1-A357-D2EB33B43C9D}"/>
              </a:ext>
            </a:extLst>
          </p:cNvPr>
          <p:cNvSpPr>
            <a:spLocks noGrp="1"/>
          </p:cNvSpPr>
          <p:nvPr/>
        </p:nvSpPr>
        <p:spPr>
          <a:xfrm>
            <a:off x="9201651" y="2932697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0" name="anim_o1652_1">
            <a:extLst>
              <a:ext uri="{FF2B5EF4-FFF2-40B4-BE49-F238E27FC236}">
                <a16:creationId xmlns:a16="http://schemas.microsoft.com/office/drawing/2014/main" id="{DF43EC0D-A871-4FFC-85E3-8CCCF1993752}"/>
              </a:ext>
            </a:extLst>
          </p:cNvPr>
          <p:cNvSpPr>
            <a:spLocks noGrp="1"/>
          </p:cNvSpPr>
          <p:nvPr/>
        </p:nvSpPr>
        <p:spPr>
          <a:xfrm>
            <a:off x="9728033" y="2932697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1" name="anim_o1655_1">
            <a:extLst>
              <a:ext uri="{FF2B5EF4-FFF2-40B4-BE49-F238E27FC236}">
                <a16:creationId xmlns:a16="http://schemas.microsoft.com/office/drawing/2014/main" id="{9C04F026-6D0E-45ED-8D49-845F60644461}"/>
              </a:ext>
            </a:extLst>
          </p:cNvPr>
          <p:cNvSpPr>
            <a:spLocks noGrp="1"/>
          </p:cNvSpPr>
          <p:nvPr/>
        </p:nvSpPr>
        <p:spPr>
          <a:xfrm>
            <a:off x="7096125" y="3459079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2" name="anim_o1658_1">
            <a:extLst>
              <a:ext uri="{FF2B5EF4-FFF2-40B4-BE49-F238E27FC236}">
                <a16:creationId xmlns:a16="http://schemas.microsoft.com/office/drawing/2014/main" id="{04AABB93-FDD1-4398-949E-C7F728850078}"/>
              </a:ext>
            </a:extLst>
          </p:cNvPr>
          <p:cNvSpPr>
            <a:spLocks noGrp="1"/>
          </p:cNvSpPr>
          <p:nvPr/>
        </p:nvSpPr>
        <p:spPr>
          <a:xfrm>
            <a:off x="7622507" y="3459079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3" name="anim_o1661_1">
            <a:extLst>
              <a:ext uri="{FF2B5EF4-FFF2-40B4-BE49-F238E27FC236}">
                <a16:creationId xmlns:a16="http://schemas.microsoft.com/office/drawing/2014/main" id="{3E8094ED-2029-4E9C-B748-32E25EE15CF1}"/>
              </a:ext>
            </a:extLst>
          </p:cNvPr>
          <p:cNvSpPr>
            <a:spLocks noGrp="1"/>
          </p:cNvSpPr>
          <p:nvPr/>
        </p:nvSpPr>
        <p:spPr>
          <a:xfrm>
            <a:off x="8148888" y="3459079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4" name="anim_o1664_1">
            <a:extLst>
              <a:ext uri="{FF2B5EF4-FFF2-40B4-BE49-F238E27FC236}">
                <a16:creationId xmlns:a16="http://schemas.microsoft.com/office/drawing/2014/main" id="{754DCFC4-CD63-40B5-8F7B-55D4CF755211}"/>
              </a:ext>
            </a:extLst>
          </p:cNvPr>
          <p:cNvSpPr>
            <a:spLocks noGrp="1"/>
          </p:cNvSpPr>
          <p:nvPr/>
        </p:nvSpPr>
        <p:spPr>
          <a:xfrm>
            <a:off x="8675270" y="3459079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5" name="anim_o1667_1">
            <a:extLst>
              <a:ext uri="{FF2B5EF4-FFF2-40B4-BE49-F238E27FC236}">
                <a16:creationId xmlns:a16="http://schemas.microsoft.com/office/drawing/2014/main" id="{D8ED13E4-8951-4B91-9B04-CD730B594B91}"/>
              </a:ext>
            </a:extLst>
          </p:cNvPr>
          <p:cNvSpPr>
            <a:spLocks noGrp="1"/>
          </p:cNvSpPr>
          <p:nvPr/>
        </p:nvSpPr>
        <p:spPr>
          <a:xfrm>
            <a:off x="9201651" y="3459079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6" name="anim_o1670_1">
            <a:extLst>
              <a:ext uri="{FF2B5EF4-FFF2-40B4-BE49-F238E27FC236}">
                <a16:creationId xmlns:a16="http://schemas.microsoft.com/office/drawing/2014/main" id="{4BCB0290-E27E-4673-A927-12128CBD5F36}"/>
              </a:ext>
            </a:extLst>
          </p:cNvPr>
          <p:cNvSpPr>
            <a:spLocks noGrp="1"/>
          </p:cNvSpPr>
          <p:nvPr/>
        </p:nvSpPr>
        <p:spPr>
          <a:xfrm>
            <a:off x="9728033" y="3459079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7" name="anim_o1673_1">
            <a:extLst>
              <a:ext uri="{FF2B5EF4-FFF2-40B4-BE49-F238E27FC236}">
                <a16:creationId xmlns:a16="http://schemas.microsoft.com/office/drawing/2014/main" id="{9C4322A9-D31C-48A4-8D73-D7C97EB91C18}"/>
              </a:ext>
            </a:extLst>
          </p:cNvPr>
          <p:cNvSpPr>
            <a:spLocks noGrp="1"/>
          </p:cNvSpPr>
          <p:nvPr/>
        </p:nvSpPr>
        <p:spPr>
          <a:xfrm>
            <a:off x="7096125" y="3985461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8" name="anim_o1676_1">
            <a:extLst>
              <a:ext uri="{FF2B5EF4-FFF2-40B4-BE49-F238E27FC236}">
                <a16:creationId xmlns:a16="http://schemas.microsoft.com/office/drawing/2014/main" id="{F6A0DB12-62B9-4090-B29D-2B990C9FB36B}"/>
              </a:ext>
            </a:extLst>
          </p:cNvPr>
          <p:cNvSpPr>
            <a:spLocks noGrp="1"/>
          </p:cNvSpPr>
          <p:nvPr/>
        </p:nvSpPr>
        <p:spPr>
          <a:xfrm>
            <a:off x="7622507" y="3985461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9" name="anim_o1679_1">
            <a:extLst>
              <a:ext uri="{FF2B5EF4-FFF2-40B4-BE49-F238E27FC236}">
                <a16:creationId xmlns:a16="http://schemas.microsoft.com/office/drawing/2014/main" id="{3A28335B-1B63-412E-8D41-528B9B184138}"/>
              </a:ext>
            </a:extLst>
          </p:cNvPr>
          <p:cNvSpPr>
            <a:spLocks noGrp="1"/>
          </p:cNvSpPr>
          <p:nvPr/>
        </p:nvSpPr>
        <p:spPr>
          <a:xfrm>
            <a:off x="8148888" y="3985461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0" name="anim_o1682_1">
            <a:extLst>
              <a:ext uri="{FF2B5EF4-FFF2-40B4-BE49-F238E27FC236}">
                <a16:creationId xmlns:a16="http://schemas.microsoft.com/office/drawing/2014/main" id="{4499E2DA-BE45-493A-9087-D182956033EF}"/>
              </a:ext>
            </a:extLst>
          </p:cNvPr>
          <p:cNvSpPr>
            <a:spLocks noGrp="1"/>
          </p:cNvSpPr>
          <p:nvPr/>
        </p:nvSpPr>
        <p:spPr>
          <a:xfrm>
            <a:off x="8675270" y="3985461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1" name="anim_o1685_1">
            <a:extLst>
              <a:ext uri="{FF2B5EF4-FFF2-40B4-BE49-F238E27FC236}">
                <a16:creationId xmlns:a16="http://schemas.microsoft.com/office/drawing/2014/main" id="{B81F891B-444A-4323-88A5-0744DEDF4A0C}"/>
              </a:ext>
            </a:extLst>
          </p:cNvPr>
          <p:cNvSpPr>
            <a:spLocks noGrp="1"/>
          </p:cNvSpPr>
          <p:nvPr/>
        </p:nvSpPr>
        <p:spPr>
          <a:xfrm>
            <a:off x="9201651" y="3985461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2" name="anim_o1688_1">
            <a:extLst>
              <a:ext uri="{FF2B5EF4-FFF2-40B4-BE49-F238E27FC236}">
                <a16:creationId xmlns:a16="http://schemas.microsoft.com/office/drawing/2014/main" id="{E069652E-55B0-4F61-ADD4-506577FDA5A3}"/>
              </a:ext>
            </a:extLst>
          </p:cNvPr>
          <p:cNvSpPr>
            <a:spLocks noGrp="1"/>
          </p:cNvSpPr>
          <p:nvPr/>
        </p:nvSpPr>
        <p:spPr>
          <a:xfrm>
            <a:off x="9728033" y="3985461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3" name="anim_o1691_1">
            <a:extLst>
              <a:ext uri="{FF2B5EF4-FFF2-40B4-BE49-F238E27FC236}">
                <a16:creationId xmlns:a16="http://schemas.microsoft.com/office/drawing/2014/main" id="{06F50C6D-C0B1-4444-8F1F-F5B4283FC1F2}"/>
              </a:ext>
            </a:extLst>
          </p:cNvPr>
          <p:cNvSpPr>
            <a:spLocks noGrp="1"/>
          </p:cNvSpPr>
          <p:nvPr/>
        </p:nvSpPr>
        <p:spPr>
          <a:xfrm>
            <a:off x="7096125" y="4511842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4" name="anim_o1694_1">
            <a:extLst>
              <a:ext uri="{FF2B5EF4-FFF2-40B4-BE49-F238E27FC236}">
                <a16:creationId xmlns:a16="http://schemas.microsoft.com/office/drawing/2014/main" id="{A8CEBE03-46A4-41D7-B85E-1EE408578012}"/>
              </a:ext>
            </a:extLst>
          </p:cNvPr>
          <p:cNvSpPr>
            <a:spLocks noGrp="1"/>
          </p:cNvSpPr>
          <p:nvPr/>
        </p:nvSpPr>
        <p:spPr>
          <a:xfrm>
            <a:off x="7622507" y="4511842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5" name="anim_o1697_1">
            <a:extLst>
              <a:ext uri="{FF2B5EF4-FFF2-40B4-BE49-F238E27FC236}">
                <a16:creationId xmlns:a16="http://schemas.microsoft.com/office/drawing/2014/main" id="{67F8128C-C5CE-44A2-B5CB-CDF3B19C168E}"/>
              </a:ext>
            </a:extLst>
          </p:cNvPr>
          <p:cNvSpPr>
            <a:spLocks noGrp="1"/>
          </p:cNvSpPr>
          <p:nvPr/>
        </p:nvSpPr>
        <p:spPr>
          <a:xfrm>
            <a:off x="8148888" y="4511842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6" name="anim_o1700_1">
            <a:extLst>
              <a:ext uri="{FF2B5EF4-FFF2-40B4-BE49-F238E27FC236}">
                <a16:creationId xmlns:a16="http://schemas.microsoft.com/office/drawing/2014/main" id="{7E00ECCA-6988-48C3-BD9D-CC95EAA6E583}"/>
              </a:ext>
            </a:extLst>
          </p:cNvPr>
          <p:cNvSpPr>
            <a:spLocks noGrp="1"/>
          </p:cNvSpPr>
          <p:nvPr/>
        </p:nvSpPr>
        <p:spPr>
          <a:xfrm>
            <a:off x="8675270" y="4511842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7" name="anim_o1703_1">
            <a:extLst>
              <a:ext uri="{FF2B5EF4-FFF2-40B4-BE49-F238E27FC236}">
                <a16:creationId xmlns:a16="http://schemas.microsoft.com/office/drawing/2014/main" id="{0190A49E-243D-4F74-9DB8-93EE9CC134FD}"/>
              </a:ext>
            </a:extLst>
          </p:cNvPr>
          <p:cNvSpPr>
            <a:spLocks noGrp="1"/>
          </p:cNvSpPr>
          <p:nvPr/>
        </p:nvSpPr>
        <p:spPr>
          <a:xfrm>
            <a:off x="9201651" y="4511842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8" name="anim_o1706_1">
            <a:extLst>
              <a:ext uri="{FF2B5EF4-FFF2-40B4-BE49-F238E27FC236}">
                <a16:creationId xmlns:a16="http://schemas.microsoft.com/office/drawing/2014/main" id="{4DB72C84-0307-43CE-8B73-FEB06DD55C3B}"/>
              </a:ext>
            </a:extLst>
          </p:cNvPr>
          <p:cNvSpPr>
            <a:spLocks noGrp="1"/>
          </p:cNvSpPr>
          <p:nvPr/>
        </p:nvSpPr>
        <p:spPr>
          <a:xfrm>
            <a:off x="9728033" y="4511842"/>
            <a:ext cx="526382" cy="526382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9" name="anim_to652_0_1">
            <a:extLst>
              <a:ext uri="{FF2B5EF4-FFF2-40B4-BE49-F238E27FC236}">
                <a16:creationId xmlns:a16="http://schemas.microsoft.com/office/drawing/2014/main" id="{D83ACE32-D40A-4E81-9F64-57EF00FFF84B}"/>
              </a:ext>
            </a:extLst>
          </p:cNvPr>
          <p:cNvSpPr>
            <a:spLocks noGrp="1"/>
          </p:cNvSpPr>
          <p:nvPr/>
        </p:nvSpPr>
        <p:spPr>
          <a:xfrm>
            <a:off x="1917997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130" name="anim_to656_0_1">
            <a:extLst>
              <a:ext uri="{FF2B5EF4-FFF2-40B4-BE49-F238E27FC236}">
                <a16:creationId xmlns:a16="http://schemas.microsoft.com/office/drawing/2014/main" id="{164876FA-527D-4DCD-A6C3-513705AACE44}"/>
              </a:ext>
            </a:extLst>
          </p:cNvPr>
          <p:cNvSpPr>
            <a:spLocks noGrp="1"/>
          </p:cNvSpPr>
          <p:nvPr/>
        </p:nvSpPr>
        <p:spPr>
          <a:xfrm>
            <a:off x="2444378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131" name="anim_to660_0_1">
            <a:extLst>
              <a:ext uri="{FF2B5EF4-FFF2-40B4-BE49-F238E27FC236}">
                <a16:creationId xmlns:a16="http://schemas.microsoft.com/office/drawing/2014/main" id="{E9BD30DE-FA0D-44CA-95EC-BCA8D496AF55}"/>
              </a:ext>
            </a:extLst>
          </p:cNvPr>
          <p:cNvSpPr>
            <a:spLocks noGrp="1"/>
          </p:cNvSpPr>
          <p:nvPr/>
        </p:nvSpPr>
        <p:spPr>
          <a:xfrm>
            <a:off x="2970760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132" name="anim_to664_0_1">
            <a:extLst>
              <a:ext uri="{FF2B5EF4-FFF2-40B4-BE49-F238E27FC236}">
                <a16:creationId xmlns:a16="http://schemas.microsoft.com/office/drawing/2014/main" id="{A55AC803-1B51-47A1-BE89-B7D11BDD1E4A}"/>
              </a:ext>
            </a:extLst>
          </p:cNvPr>
          <p:cNvSpPr>
            <a:spLocks noGrp="1"/>
          </p:cNvSpPr>
          <p:nvPr/>
        </p:nvSpPr>
        <p:spPr>
          <a:xfrm>
            <a:off x="3497141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33" name="anim_to668_0_1">
            <a:extLst>
              <a:ext uri="{FF2B5EF4-FFF2-40B4-BE49-F238E27FC236}">
                <a16:creationId xmlns:a16="http://schemas.microsoft.com/office/drawing/2014/main" id="{8F062CF4-5AAE-4D19-98F8-6DC108EDC0CB}"/>
              </a:ext>
            </a:extLst>
          </p:cNvPr>
          <p:cNvSpPr>
            <a:spLocks noGrp="1"/>
          </p:cNvSpPr>
          <p:nvPr/>
        </p:nvSpPr>
        <p:spPr>
          <a:xfrm>
            <a:off x="4023523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134" name="anim_to672_0_1">
            <a:extLst>
              <a:ext uri="{FF2B5EF4-FFF2-40B4-BE49-F238E27FC236}">
                <a16:creationId xmlns:a16="http://schemas.microsoft.com/office/drawing/2014/main" id="{8EC2A56D-DE0E-4B0F-8D45-294992F5FAE7}"/>
              </a:ext>
            </a:extLst>
          </p:cNvPr>
          <p:cNvSpPr>
            <a:spLocks noGrp="1"/>
          </p:cNvSpPr>
          <p:nvPr/>
        </p:nvSpPr>
        <p:spPr>
          <a:xfrm>
            <a:off x="4549904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135" name="anim_to676_0_1">
            <a:extLst>
              <a:ext uri="{FF2B5EF4-FFF2-40B4-BE49-F238E27FC236}">
                <a16:creationId xmlns:a16="http://schemas.microsoft.com/office/drawing/2014/main" id="{2CE34F73-0226-40E6-96EA-1352CF6F9297}"/>
              </a:ext>
            </a:extLst>
          </p:cNvPr>
          <p:cNvSpPr>
            <a:spLocks noGrp="1"/>
          </p:cNvSpPr>
          <p:nvPr/>
        </p:nvSpPr>
        <p:spPr>
          <a:xfrm>
            <a:off x="1917997" y="2492821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36" name="anim_to680_0_1">
            <a:extLst>
              <a:ext uri="{FF2B5EF4-FFF2-40B4-BE49-F238E27FC236}">
                <a16:creationId xmlns:a16="http://schemas.microsoft.com/office/drawing/2014/main" id="{1A11AADB-394A-4D4A-A873-051D2B086079}"/>
              </a:ext>
            </a:extLst>
          </p:cNvPr>
          <p:cNvSpPr>
            <a:spLocks noGrp="1"/>
          </p:cNvSpPr>
          <p:nvPr/>
        </p:nvSpPr>
        <p:spPr>
          <a:xfrm>
            <a:off x="2444378" y="2492821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137" name="anim_to684_0_1">
            <a:extLst>
              <a:ext uri="{FF2B5EF4-FFF2-40B4-BE49-F238E27FC236}">
                <a16:creationId xmlns:a16="http://schemas.microsoft.com/office/drawing/2014/main" id="{0E00B864-6FBF-4401-A3D8-EB4713B93C6A}"/>
              </a:ext>
            </a:extLst>
          </p:cNvPr>
          <p:cNvSpPr>
            <a:spLocks noGrp="1"/>
          </p:cNvSpPr>
          <p:nvPr/>
        </p:nvSpPr>
        <p:spPr>
          <a:xfrm>
            <a:off x="2970760" y="2492821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138" name="anim_to688_0_1">
            <a:extLst>
              <a:ext uri="{FF2B5EF4-FFF2-40B4-BE49-F238E27FC236}">
                <a16:creationId xmlns:a16="http://schemas.microsoft.com/office/drawing/2014/main" id="{FEF34C8B-5EB9-4752-B1C0-241564C7FBDA}"/>
              </a:ext>
            </a:extLst>
          </p:cNvPr>
          <p:cNvSpPr>
            <a:spLocks noGrp="1"/>
          </p:cNvSpPr>
          <p:nvPr/>
        </p:nvSpPr>
        <p:spPr>
          <a:xfrm>
            <a:off x="3497141" y="2492821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39" name="anim_to692_0_1">
            <a:extLst>
              <a:ext uri="{FF2B5EF4-FFF2-40B4-BE49-F238E27FC236}">
                <a16:creationId xmlns:a16="http://schemas.microsoft.com/office/drawing/2014/main" id="{85E182B5-06EE-45C1-BF50-61012CA951BD}"/>
              </a:ext>
            </a:extLst>
          </p:cNvPr>
          <p:cNvSpPr>
            <a:spLocks noGrp="1"/>
          </p:cNvSpPr>
          <p:nvPr/>
        </p:nvSpPr>
        <p:spPr>
          <a:xfrm>
            <a:off x="4023523" y="2492821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140" name="anim_to696_0_1">
            <a:extLst>
              <a:ext uri="{FF2B5EF4-FFF2-40B4-BE49-F238E27FC236}">
                <a16:creationId xmlns:a16="http://schemas.microsoft.com/office/drawing/2014/main" id="{6EA94D66-F2ED-4805-BC72-1DCE47DC65C1}"/>
              </a:ext>
            </a:extLst>
          </p:cNvPr>
          <p:cNvSpPr>
            <a:spLocks noGrp="1"/>
          </p:cNvSpPr>
          <p:nvPr/>
        </p:nvSpPr>
        <p:spPr>
          <a:xfrm>
            <a:off x="4549904" y="2492821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141" name="anim_to700_0_1">
            <a:extLst>
              <a:ext uri="{FF2B5EF4-FFF2-40B4-BE49-F238E27FC236}">
                <a16:creationId xmlns:a16="http://schemas.microsoft.com/office/drawing/2014/main" id="{8051F333-444D-42DF-AB07-2BFE3AD55439}"/>
              </a:ext>
            </a:extLst>
          </p:cNvPr>
          <p:cNvSpPr>
            <a:spLocks noGrp="1"/>
          </p:cNvSpPr>
          <p:nvPr/>
        </p:nvSpPr>
        <p:spPr>
          <a:xfrm>
            <a:off x="1917997" y="3019203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142" name="anim_to704_0_1">
            <a:extLst>
              <a:ext uri="{FF2B5EF4-FFF2-40B4-BE49-F238E27FC236}">
                <a16:creationId xmlns:a16="http://schemas.microsoft.com/office/drawing/2014/main" id="{171B950A-3791-4DDC-9E52-9F592A4C6A0F}"/>
              </a:ext>
            </a:extLst>
          </p:cNvPr>
          <p:cNvSpPr>
            <a:spLocks noGrp="1"/>
          </p:cNvSpPr>
          <p:nvPr/>
        </p:nvSpPr>
        <p:spPr>
          <a:xfrm>
            <a:off x="2444378" y="3019203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43" name="anim_to708_0_1">
            <a:extLst>
              <a:ext uri="{FF2B5EF4-FFF2-40B4-BE49-F238E27FC236}">
                <a16:creationId xmlns:a16="http://schemas.microsoft.com/office/drawing/2014/main" id="{99629D00-B8B4-40B7-86F8-D1A74E0F8D47}"/>
              </a:ext>
            </a:extLst>
          </p:cNvPr>
          <p:cNvSpPr>
            <a:spLocks noGrp="1"/>
          </p:cNvSpPr>
          <p:nvPr/>
        </p:nvSpPr>
        <p:spPr>
          <a:xfrm>
            <a:off x="2970760" y="3019203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144" name="anim_to712_0_1">
            <a:extLst>
              <a:ext uri="{FF2B5EF4-FFF2-40B4-BE49-F238E27FC236}">
                <a16:creationId xmlns:a16="http://schemas.microsoft.com/office/drawing/2014/main" id="{666A33EB-9B46-4FF3-90AE-A4C81FB61CA7}"/>
              </a:ext>
            </a:extLst>
          </p:cNvPr>
          <p:cNvSpPr>
            <a:spLocks noGrp="1"/>
          </p:cNvSpPr>
          <p:nvPr/>
        </p:nvSpPr>
        <p:spPr>
          <a:xfrm>
            <a:off x="3497141" y="3019203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45" name="anim_to716_0_1">
            <a:extLst>
              <a:ext uri="{FF2B5EF4-FFF2-40B4-BE49-F238E27FC236}">
                <a16:creationId xmlns:a16="http://schemas.microsoft.com/office/drawing/2014/main" id="{A56C3621-44BE-4BAE-A769-67F44FC7A795}"/>
              </a:ext>
            </a:extLst>
          </p:cNvPr>
          <p:cNvSpPr>
            <a:spLocks noGrp="1"/>
          </p:cNvSpPr>
          <p:nvPr/>
        </p:nvSpPr>
        <p:spPr>
          <a:xfrm>
            <a:off x="4023523" y="3019203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46" name="anim_to720_0_1">
            <a:extLst>
              <a:ext uri="{FF2B5EF4-FFF2-40B4-BE49-F238E27FC236}">
                <a16:creationId xmlns:a16="http://schemas.microsoft.com/office/drawing/2014/main" id="{00B491AC-170E-4D62-B2CA-02D28BA8E900}"/>
              </a:ext>
            </a:extLst>
          </p:cNvPr>
          <p:cNvSpPr>
            <a:spLocks noGrp="1"/>
          </p:cNvSpPr>
          <p:nvPr/>
        </p:nvSpPr>
        <p:spPr>
          <a:xfrm>
            <a:off x="4549904" y="3019203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147" name="anim_to724_0_1">
            <a:extLst>
              <a:ext uri="{FF2B5EF4-FFF2-40B4-BE49-F238E27FC236}">
                <a16:creationId xmlns:a16="http://schemas.microsoft.com/office/drawing/2014/main" id="{AFE5E35F-08A5-4F37-8DEA-E3028D321CA3}"/>
              </a:ext>
            </a:extLst>
          </p:cNvPr>
          <p:cNvSpPr>
            <a:spLocks noGrp="1"/>
          </p:cNvSpPr>
          <p:nvPr/>
        </p:nvSpPr>
        <p:spPr>
          <a:xfrm>
            <a:off x="1917997" y="3545584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148" name="anim_to728_0_1">
            <a:extLst>
              <a:ext uri="{FF2B5EF4-FFF2-40B4-BE49-F238E27FC236}">
                <a16:creationId xmlns:a16="http://schemas.microsoft.com/office/drawing/2014/main" id="{B91D1C7F-E4FB-4481-927F-975B458FE8D3}"/>
              </a:ext>
            </a:extLst>
          </p:cNvPr>
          <p:cNvSpPr>
            <a:spLocks noGrp="1"/>
          </p:cNvSpPr>
          <p:nvPr/>
        </p:nvSpPr>
        <p:spPr>
          <a:xfrm>
            <a:off x="2444378" y="3545584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49" name="anim_to732_0_1">
            <a:extLst>
              <a:ext uri="{FF2B5EF4-FFF2-40B4-BE49-F238E27FC236}">
                <a16:creationId xmlns:a16="http://schemas.microsoft.com/office/drawing/2014/main" id="{06C631A3-1F40-4BCA-805F-E44C7A35C844}"/>
              </a:ext>
            </a:extLst>
          </p:cNvPr>
          <p:cNvSpPr>
            <a:spLocks noGrp="1"/>
          </p:cNvSpPr>
          <p:nvPr/>
        </p:nvSpPr>
        <p:spPr>
          <a:xfrm>
            <a:off x="2970760" y="3545584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50" name="anim_to736_0_1">
            <a:extLst>
              <a:ext uri="{FF2B5EF4-FFF2-40B4-BE49-F238E27FC236}">
                <a16:creationId xmlns:a16="http://schemas.microsoft.com/office/drawing/2014/main" id="{924F0F34-F29C-4A78-9F45-47EC6A022BED}"/>
              </a:ext>
            </a:extLst>
          </p:cNvPr>
          <p:cNvSpPr>
            <a:spLocks noGrp="1"/>
          </p:cNvSpPr>
          <p:nvPr/>
        </p:nvSpPr>
        <p:spPr>
          <a:xfrm>
            <a:off x="3497141" y="3545584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51" name="anim_to740_0_1">
            <a:extLst>
              <a:ext uri="{FF2B5EF4-FFF2-40B4-BE49-F238E27FC236}">
                <a16:creationId xmlns:a16="http://schemas.microsoft.com/office/drawing/2014/main" id="{F6DE210A-E3B7-4243-A7FC-915C17C363A6}"/>
              </a:ext>
            </a:extLst>
          </p:cNvPr>
          <p:cNvSpPr>
            <a:spLocks noGrp="1"/>
          </p:cNvSpPr>
          <p:nvPr/>
        </p:nvSpPr>
        <p:spPr>
          <a:xfrm>
            <a:off x="4023523" y="3545584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152" name="anim_to744_0_1">
            <a:extLst>
              <a:ext uri="{FF2B5EF4-FFF2-40B4-BE49-F238E27FC236}">
                <a16:creationId xmlns:a16="http://schemas.microsoft.com/office/drawing/2014/main" id="{EE46C7BC-9D82-4B34-BCE3-5459178FA616}"/>
              </a:ext>
            </a:extLst>
          </p:cNvPr>
          <p:cNvSpPr>
            <a:spLocks noGrp="1"/>
          </p:cNvSpPr>
          <p:nvPr/>
        </p:nvSpPr>
        <p:spPr>
          <a:xfrm>
            <a:off x="4549904" y="3545584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153" name="anim_to748_0_1">
            <a:extLst>
              <a:ext uri="{FF2B5EF4-FFF2-40B4-BE49-F238E27FC236}">
                <a16:creationId xmlns:a16="http://schemas.microsoft.com/office/drawing/2014/main" id="{4860D5D7-A3E9-438D-8CD5-45CB87CFAB38}"/>
              </a:ext>
            </a:extLst>
          </p:cNvPr>
          <p:cNvSpPr>
            <a:spLocks noGrp="1"/>
          </p:cNvSpPr>
          <p:nvPr/>
        </p:nvSpPr>
        <p:spPr>
          <a:xfrm>
            <a:off x="1917997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154" name="anim_to752_0_1">
            <a:extLst>
              <a:ext uri="{FF2B5EF4-FFF2-40B4-BE49-F238E27FC236}">
                <a16:creationId xmlns:a16="http://schemas.microsoft.com/office/drawing/2014/main" id="{DAC0070C-EC03-43E2-82B8-628F7A36B6E6}"/>
              </a:ext>
            </a:extLst>
          </p:cNvPr>
          <p:cNvSpPr>
            <a:spLocks noGrp="1"/>
          </p:cNvSpPr>
          <p:nvPr/>
        </p:nvSpPr>
        <p:spPr>
          <a:xfrm>
            <a:off x="2444378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55" name="anim_to756_0_1">
            <a:extLst>
              <a:ext uri="{FF2B5EF4-FFF2-40B4-BE49-F238E27FC236}">
                <a16:creationId xmlns:a16="http://schemas.microsoft.com/office/drawing/2014/main" id="{47545D15-27FC-4D66-8196-B54CC978F918}"/>
              </a:ext>
            </a:extLst>
          </p:cNvPr>
          <p:cNvSpPr>
            <a:spLocks noGrp="1"/>
          </p:cNvSpPr>
          <p:nvPr/>
        </p:nvSpPr>
        <p:spPr>
          <a:xfrm>
            <a:off x="2970760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156" name="anim_to760_0_1">
            <a:extLst>
              <a:ext uri="{FF2B5EF4-FFF2-40B4-BE49-F238E27FC236}">
                <a16:creationId xmlns:a16="http://schemas.microsoft.com/office/drawing/2014/main" id="{CB564C13-CA59-4219-B55A-4FBF73773EA7}"/>
              </a:ext>
            </a:extLst>
          </p:cNvPr>
          <p:cNvSpPr>
            <a:spLocks noGrp="1"/>
          </p:cNvSpPr>
          <p:nvPr/>
        </p:nvSpPr>
        <p:spPr>
          <a:xfrm>
            <a:off x="3497141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57" name="anim_to764_0_1">
            <a:extLst>
              <a:ext uri="{FF2B5EF4-FFF2-40B4-BE49-F238E27FC236}">
                <a16:creationId xmlns:a16="http://schemas.microsoft.com/office/drawing/2014/main" id="{B0821728-471E-4208-AFD3-6FB2452146B5}"/>
              </a:ext>
            </a:extLst>
          </p:cNvPr>
          <p:cNvSpPr>
            <a:spLocks noGrp="1"/>
          </p:cNvSpPr>
          <p:nvPr/>
        </p:nvSpPr>
        <p:spPr>
          <a:xfrm>
            <a:off x="4023523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158" name="anim_to768_0_1">
            <a:extLst>
              <a:ext uri="{FF2B5EF4-FFF2-40B4-BE49-F238E27FC236}">
                <a16:creationId xmlns:a16="http://schemas.microsoft.com/office/drawing/2014/main" id="{3402A90B-5D4B-4926-9F19-2E6F8EB2972A}"/>
              </a:ext>
            </a:extLst>
          </p:cNvPr>
          <p:cNvSpPr>
            <a:spLocks noGrp="1"/>
          </p:cNvSpPr>
          <p:nvPr/>
        </p:nvSpPr>
        <p:spPr>
          <a:xfrm>
            <a:off x="4549904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159" name="anim_to772_0_1">
            <a:extLst>
              <a:ext uri="{FF2B5EF4-FFF2-40B4-BE49-F238E27FC236}">
                <a16:creationId xmlns:a16="http://schemas.microsoft.com/office/drawing/2014/main" id="{A183F21C-12A6-44AC-80C5-890140C5E9B7}"/>
              </a:ext>
            </a:extLst>
          </p:cNvPr>
          <p:cNvSpPr>
            <a:spLocks noGrp="1"/>
          </p:cNvSpPr>
          <p:nvPr/>
        </p:nvSpPr>
        <p:spPr>
          <a:xfrm>
            <a:off x="1917997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160" name="anim_to776_0_1">
            <a:extLst>
              <a:ext uri="{FF2B5EF4-FFF2-40B4-BE49-F238E27FC236}">
                <a16:creationId xmlns:a16="http://schemas.microsoft.com/office/drawing/2014/main" id="{2AC3ECB6-EFEE-4E11-8717-2CEB328652D5}"/>
              </a:ext>
            </a:extLst>
          </p:cNvPr>
          <p:cNvSpPr>
            <a:spLocks noGrp="1"/>
          </p:cNvSpPr>
          <p:nvPr/>
        </p:nvSpPr>
        <p:spPr>
          <a:xfrm>
            <a:off x="2444378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61" name="anim_to780_0_1">
            <a:extLst>
              <a:ext uri="{FF2B5EF4-FFF2-40B4-BE49-F238E27FC236}">
                <a16:creationId xmlns:a16="http://schemas.microsoft.com/office/drawing/2014/main" id="{9EE63CDC-0E22-45AA-9963-7DDAABFF7201}"/>
              </a:ext>
            </a:extLst>
          </p:cNvPr>
          <p:cNvSpPr>
            <a:spLocks noGrp="1"/>
          </p:cNvSpPr>
          <p:nvPr/>
        </p:nvSpPr>
        <p:spPr>
          <a:xfrm>
            <a:off x="2970760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62" name="anim_to784_0_1">
            <a:extLst>
              <a:ext uri="{FF2B5EF4-FFF2-40B4-BE49-F238E27FC236}">
                <a16:creationId xmlns:a16="http://schemas.microsoft.com/office/drawing/2014/main" id="{43F1A5D5-2BDB-424C-B688-9BFC0424C363}"/>
              </a:ext>
            </a:extLst>
          </p:cNvPr>
          <p:cNvSpPr>
            <a:spLocks noGrp="1"/>
          </p:cNvSpPr>
          <p:nvPr/>
        </p:nvSpPr>
        <p:spPr>
          <a:xfrm>
            <a:off x="3497141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63" name="anim_to788_0_1">
            <a:extLst>
              <a:ext uri="{FF2B5EF4-FFF2-40B4-BE49-F238E27FC236}">
                <a16:creationId xmlns:a16="http://schemas.microsoft.com/office/drawing/2014/main" id="{EFBB815C-F4DF-48CA-87D8-4CE5EB2D482A}"/>
              </a:ext>
            </a:extLst>
          </p:cNvPr>
          <p:cNvSpPr>
            <a:spLocks noGrp="1"/>
          </p:cNvSpPr>
          <p:nvPr/>
        </p:nvSpPr>
        <p:spPr>
          <a:xfrm>
            <a:off x="4023523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164" name="anim_to792_0_1">
            <a:extLst>
              <a:ext uri="{FF2B5EF4-FFF2-40B4-BE49-F238E27FC236}">
                <a16:creationId xmlns:a16="http://schemas.microsoft.com/office/drawing/2014/main" id="{7F4FDD38-0964-4D25-89D1-61CF2B78511F}"/>
              </a:ext>
            </a:extLst>
          </p:cNvPr>
          <p:cNvSpPr>
            <a:spLocks noGrp="1"/>
          </p:cNvSpPr>
          <p:nvPr/>
        </p:nvSpPr>
        <p:spPr>
          <a:xfrm>
            <a:off x="4549904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65" name="anim_to1709_0_1">
            <a:extLst>
              <a:ext uri="{FF2B5EF4-FFF2-40B4-BE49-F238E27FC236}">
                <a16:creationId xmlns:a16="http://schemas.microsoft.com/office/drawing/2014/main" id="{7294714B-E764-4BCF-A2FC-6FE2091971DB}"/>
              </a:ext>
            </a:extLst>
          </p:cNvPr>
          <p:cNvSpPr>
            <a:spLocks noGrp="1"/>
          </p:cNvSpPr>
          <p:nvPr/>
        </p:nvSpPr>
        <p:spPr>
          <a:xfrm>
            <a:off x="6696290" y="1165465"/>
            <a:ext cx="3977010" cy="47116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68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968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2968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Output (Same Size!)</a:t>
            </a:r>
          </a:p>
        </p:txBody>
      </p:sp>
      <p:sp>
        <p:nvSpPr>
          <p:cNvPr id="166" name="anim_to1730_0_1">
            <a:extLst>
              <a:ext uri="{FF2B5EF4-FFF2-40B4-BE49-F238E27FC236}">
                <a16:creationId xmlns:a16="http://schemas.microsoft.com/office/drawing/2014/main" id="{1CD23B63-41D3-4610-92B5-76B0DC37A58D}"/>
              </a:ext>
            </a:extLst>
          </p:cNvPr>
          <p:cNvSpPr>
            <a:spLocks noGrp="1"/>
          </p:cNvSpPr>
          <p:nvPr/>
        </p:nvSpPr>
        <p:spPr>
          <a:xfrm>
            <a:off x="7272049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167" name="anim_to1732_0_1">
            <a:extLst>
              <a:ext uri="{FF2B5EF4-FFF2-40B4-BE49-F238E27FC236}">
                <a16:creationId xmlns:a16="http://schemas.microsoft.com/office/drawing/2014/main" id="{66C88113-D913-4E25-A8A7-915D0FB89554}"/>
              </a:ext>
            </a:extLst>
          </p:cNvPr>
          <p:cNvSpPr>
            <a:spLocks noGrp="1"/>
          </p:cNvSpPr>
          <p:nvPr/>
        </p:nvSpPr>
        <p:spPr>
          <a:xfrm>
            <a:off x="7798431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168" name="anim_to1734_0_1">
            <a:extLst>
              <a:ext uri="{FF2B5EF4-FFF2-40B4-BE49-F238E27FC236}">
                <a16:creationId xmlns:a16="http://schemas.microsoft.com/office/drawing/2014/main" id="{34C01C79-9B97-4137-B238-3801029C03FA}"/>
              </a:ext>
            </a:extLst>
          </p:cNvPr>
          <p:cNvSpPr>
            <a:spLocks noGrp="1"/>
          </p:cNvSpPr>
          <p:nvPr/>
        </p:nvSpPr>
        <p:spPr>
          <a:xfrm>
            <a:off x="8247071" y="1966439"/>
            <a:ext cx="349067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69" name="anim_to1737_0_1">
            <a:extLst>
              <a:ext uri="{FF2B5EF4-FFF2-40B4-BE49-F238E27FC236}">
                <a16:creationId xmlns:a16="http://schemas.microsoft.com/office/drawing/2014/main" id="{9F8DD43E-222A-44AB-B40C-4D140427FE8D}"/>
              </a:ext>
            </a:extLst>
          </p:cNvPr>
          <p:cNvSpPr>
            <a:spLocks noGrp="1"/>
          </p:cNvSpPr>
          <p:nvPr/>
        </p:nvSpPr>
        <p:spPr>
          <a:xfrm>
            <a:off x="8773452" y="1966439"/>
            <a:ext cx="349067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-5</a:t>
            </a:r>
          </a:p>
        </p:txBody>
      </p:sp>
      <p:sp>
        <p:nvSpPr>
          <p:cNvPr id="170" name="anim_to1740_0_1">
            <a:extLst>
              <a:ext uri="{FF2B5EF4-FFF2-40B4-BE49-F238E27FC236}">
                <a16:creationId xmlns:a16="http://schemas.microsoft.com/office/drawing/2014/main" id="{89CE4026-8B0E-4CB7-B0C6-3A7AA40AEDA5}"/>
              </a:ext>
            </a:extLst>
          </p:cNvPr>
          <p:cNvSpPr>
            <a:spLocks noGrp="1"/>
          </p:cNvSpPr>
          <p:nvPr/>
        </p:nvSpPr>
        <p:spPr>
          <a:xfrm>
            <a:off x="9377575" y="196643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171" name="anim_to1742_0_1">
            <a:extLst>
              <a:ext uri="{FF2B5EF4-FFF2-40B4-BE49-F238E27FC236}">
                <a16:creationId xmlns:a16="http://schemas.microsoft.com/office/drawing/2014/main" id="{970D6F5A-E14E-49BA-8C85-413D628B5CEF}"/>
              </a:ext>
            </a:extLst>
          </p:cNvPr>
          <p:cNvSpPr>
            <a:spLocks noGrp="1"/>
          </p:cNvSpPr>
          <p:nvPr/>
        </p:nvSpPr>
        <p:spPr>
          <a:xfrm>
            <a:off x="9826215" y="1966439"/>
            <a:ext cx="349067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-9</a:t>
            </a:r>
          </a:p>
        </p:txBody>
      </p:sp>
      <p:sp>
        <p:nvSpPr>
          <p:cNvPr id="172" name="anim_to1745_0_1">
            <a:extLst>
              <a:ext uri="{FF2B5EF4-FFF2-40B4-BE49-F238E27FC236}">
                <a16:creationId xmlns:a16="http://schemas.microsoft.com/office/drawing/2014/main" id="{86EF50B5-56F8-4F65-B35B-1AC654677F52}"/>
              </a:ext>
            </a:extLst>
          </p:cNvPr>
          <p:cNvSpPr>
            <a:spLocks noGrp="1"/>
          </p:cNvSpPr>
          <p:nvPr/>
        </p:nvSpPr>
        <p:spPr>
          <a:xfrm>
            <a:off x="7194308" y="2492821"/>
            <a:ext cx="349067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11</a:t>
            </a:r>
          </a:p>
        </p:txBody>
      </p:sp>
      <p:sp>
        <p:nvSpPr>
          <p:cNvPr id="173" name="anim_to1748_0_1">
            <a:extLst>
              <a:ext uri="{FF2B5EF4-FFF2-40B4-BE49-F238E27FC236}">
                <a16:creationId xmlns:a16="http://schemas.microsoft.com/office/drawing/2014/main" id="{CA051145-89B6-4F58-AF53-616D153A777D}"/>
              </a:ext>
            </a:extLst>
          </p:cNvPr>
          <p:cNvSpPr>
            <a:spLocks noGrp="1"/>
          </p:cNvSpPr>
          <p:nvPr/>
        </p:nvSpPr>
        <p:spPr>
          <a:xfrm>
            <a:off x="7798431" y="2492821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74" name="anim_to1750_0_1">
            <a:extLst>
              <a:ext uri="{FF2B5EF4-FFF2-40B4-BE49-F238E27FC236}">
                <a16:creationId xmlns:a16="http://schemas.microsoft.com/office/drawing/2014/main" id="{C2149BC4-F1A5-4EFB-9346-11DE9851005C}"/>
              </a:ext>
            </a:extLst>
          </p:cNvPr>
          <p:cNvSpPr>
            <a:spLocks noGrp="1"/>
          </p:cNvSpPr>
          <p:nvPr/>
        </p:nvSpPr>
        <p:spPr>
          <a:xfrm>
            <a:off x="8324812" y="2492821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75" name="anim_to1752_0_1">
            <a:extLst>
              <a:ext uri="{FF2B5EF4-FFF2-40B4-BE49-F238E27FC236}">
                <a16:creationId xmlns:a16="http://schemas.microsoft.com/office/drawing/2014/main" id="{AA55C211-0B4B-45BD-8AEF-FB1C06C23BBA}"/>
              </a:ext>
            </a:extLst>
          </p:cNvPr>
          <p:cNvSpPr>
            <a:spLocks noGrp="1"/>
          </p:cNvSpPr>
          <p:nvPr/>
        </p:nvSpPr>
        <p:spPr>
          <a:xfrm>
            <a:off x="8773452" y="2492821"/>
            <a:ext cx="349067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-9</a:t>
            </a:r>
          </a:p>
        </p:txBody>
      </p:sp>
      <p:sp>
        <p:nvSpPr>
          <p:cNvPr id="176" name="anim_to1755_0_1">
            <a:extLst>
              <a:ext uri="{FF2B5EF4-FFF2-40B4-BE49-F238E27FC236}">
                <a16:creationId xmlns:a16="http://schemas.microsoft.com/office/drawing/2014/main" id="{D9F0385B-6C1C-4418-8F60-B4A251B83BC9}"/>
              </a:ext>
            </a:extLst>
          </p:cNvPr>
          <p:cNvSpPr>
            <a:spLocks noGrp="1"/>
          </p:cNvSpPr>
          <p:nvPr/>
        </p:nvSpPr>
        <p:spPr>
          <a:xfrm>
            <a:off x="9299834" y="2492821"/>
            <a:ext cx="349067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11</a:t>
            </a:r>
          </a:p>
        </p:txBody>
      </p:sp>
      <p:sp>
        <p:nvSpPr>
          <p:cNvPr id="177" name="anim_to1758_0_1">
            <a:extLst>
              <a:ext uri="{FF2B5EF4-FFF2-40B4-BE49-F238E27FC236}">
                <a16:creationId xmlns:a16="http://schemas.microsoft.com/office/drawing/2014/main" id="{8DC53F1B-A5C7-49B5-A3DB-EA53428A2F68}"/>
              </a:ext>
            </a:extLst>
          </p:cNvPr>
          <p:cNvSpPr>
            <a:spLocks noGrp="1"/>
          </p:cNvSpPr>
          <p:nvPr/>
        </p:nvSpPr>
        <p:spPr>
          <a:xfrm>
            <a:off x="9748474" y="2492821"/>
            <a:ext cx="504550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-10</a:t>
            </a:r>
          </a:p>
        </p:txBody>
      </p:sp>
      <p:sp>
        <p:nvSpPr>
          <p:cNvPr id="178" name="anim_to1762_0_1">
            <a:extLst>
              <a:ext uri="{FF2B5EF4-FFF2-40B4-BE49-F238E27FC236}">
                <a16:creationId xmlns:a16="http://schemas.microsoft.com/office/drawing/2014/main" id="{98A2FE8C-534A-4705-8853-1E9EDDBC7C59}"/>
              </a:ext>
            </a:extLst>
          </p:cNvPr>
          <p:cNvSpPr>
            <a:spLocks noGrp="1"/>
          </p:cNvSpPr>
          <p:nvPr/>
        </p:nvSpPr>
        <p:spPr>
          <a:xfrm>
            <a:off x="7272049" y="3019203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179" name="anim_to1764_0_1">
            <a:extLst>
              <a:ext uri="{FF2B5EF4-FFF2-40B4-BE49-F238E27FC236}">
                <a16:creationId xmlns:a16="http://schemas.microsoft.com/office/drawing/2014/main" id="{25DEC753-FBF0-4A68-A387-3788A3B54DA9}"/>
              </a:ext>
            </a:extLst>
          </p:cNvPr>
          <p:cNvSpPr>
            <a:spLocks noGrp="1"/>
          </p:cNvSpPr>
          <p:nvPr/>
        </p:nvSpPr>
        <p:spPr>
          <a:xfrm>
            <a:off x="7798431" y="3019203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80" name="anim_to1766_0_1">
            <a:extLst>
              <a:ext uri="{FF2B5EF4-FFF2-40B4-BE49-F238E27FC236}">
                <a16:creationId xmlns:a16="http://schemas.microsoft.com/office/drawing/2014/main" id="{83FE687C-A54C-4C23-978A-7896A96820EE}"/>
              </a:ext>
            </a:extLst>
          </p:cNvPr>
          <p:cNvSpPr>
            <a:spLocks noGrp="1"/>
          </p:cNvSpPr>
          <p:nvPr/>
        </p:nvSpPr>
        <p:spPr>
          <a:xfrm>
            <a:off x="8247071" y="3019203"/>
            <a:ext cx="349067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81" name="anim_to1769_0_1">
            <a:extLst>
              <a:ext uri="{FF2B5EF4-FFF2-40B4-BE49-F238E27FC236}">
                <a16:creationId xmlns:a16="http://schemas.microsoft.com/office/drawing/2014/main" id="{AF622AEA-8AF1-4231-B69B-48A3B2F2669D}"/>
              </a:ext>
            </a:extLst>
          </p:cNvPr>
          <p:cNvSpPr>
            <a:spLocks noGrp="1"/>
          </p:cNvSpPr>
          <p:nvPr/>
        </p:nvSpPr>
        <p:spPr>
          <a:xfrm>
            <a:off x="8773452" y="3019203"/>
            <a:ext cx="349067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-3</a:t>
            </a:r>
          </a:p>
        </p:txBody>
      </p:sp>
      <p:sp>
        <p:nvSpPr>
          <p:cNvPr id="182" name="anim_to1772_0_1">
            <a:extLst>
              <a:ext uri="{FF2B5EF4-FFF2-40B4-BE49-F238E27FC236}">
                <a16:creationId xmlns:a16="http://schemas.microsoft.com/office/drawing/2014/main" id="{97FA4F36-13B7-461B-BF8D-3A2D7A452C27}"/>
              </a:ext>
            </a:extLst>
          </p:cNvPr>
          <p:cNvSpPr>
            <a:spLocks noGrp="1"/>
          </p:cNvSpPr>
          <p:nvPr/>
        </p:nvSpPr>
        <p:spPr>
          <a:xfrm>
            <a:off x="9299834" y="3019203"/>
            <a:ext cx="349067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11</a:t>
            </a:r>
          </a:p>
        </p:txBody>
      </p:sp>
      <p:sp>
        <p:nvSpPr>
          <p:cNvPr id="183" name="anim_to1775_0_1">
            <a:extLst>
              <a:ext uri="{FF2B5EF4-FFF2-40B4-BE49-F238E27FC236}">
                <a16:creationId xmlns:a16="http://schemas.microsoft.com/office/drawing/2014/main" id="{3BE2FBFD-6919-4E59-AC66-771BCDA23D1C}"/>
              </a:ext>
            </a:extLst>
          </p:cNvPr>
          <p:cNvSpPr>
            <a:spLocks noGrp="1"/>
          </p:cNvSpPr>
          <p:nvPr/>
        </p:nvSpPr>
        <p:spPr>
          <a:xfrm>
            <a:off x="9748474" y="3019203"/>
            <a:ext cx="504550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-13</a:t>
            </a:r>
          </a:p>
        </p:txBody>
      </p:sp>
      <p:sp>
        <p:nvSpPr>
          <p:cNvPr id="184" name="anim_to1779_0_1">
            <a:extLst>
              <a:ext uri="{FF2B5EF4-FFF2-40B4-BE49-F238E27FC236}">
                <a16:creationId xmlns:a16="http://schemas.microsoft.com/office/drawing/2014/main" id="{82B6C013-4674-4B63-BAF3-C6920AFFECF7}"/>
              </a:ext>
            </a:extLst>
          </p:cNvPr>
          <p:cNvSpPr>
            <a:spLocks noGrp="1"/>
          </p:cNvSpPr>
          <p:nvPr/>
        </p:nvSpPr>
        <p:spPr>
          <a:xfrm>
            <a:off x="7272049" y="3545584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185" name="anim_to1781_0_1">
            <a:extLst>
              <a:ext uri="{FF2B5EF4-FFF2-40B4-BE49-F238E27FC236}">
                <a16:creationId xmlns:a16="http://schemas.microsoft.com/office/drawing/2014/main" id="{1AA6C9C9-7B47-490B-9C45-3EE55A1AA20C}"/>
              </a:ext>
            </a:extLst>
          </p:cNvPr>
          <p:cNvSpPr>
            <a:spLocks noGrp="1"/>
          </p:cNvSpPr>
          <p:nvPr/>
        </p:nvSpPr>
        <p:spPr>
          <a:xfrm>
            <a:off x="7720689" y="3545584"/>
            <a:ext cx="349067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-2</a:t>
            </a:r>
          </a:p>
        </p:txBody>
      </p:sp>
      <p:sp>
        <p:nvSpPr>
          <p:cNvPr id="186" name="anim_to1784_0_1">
            <a:extLst>
              <a:ext uri="{FF2B5EF4-FFF2-40B4-BE49-F238E27FC236}">
                <a16:creationId xmlns:a16="http://schemas.microsoft.com/office/drawing/2014/main" id="{D13DF7DA-97EA-475B-8CF4-A096E8013067}"/>
              </a:ext>
            </a:extLst>
          </p:cNvPr>
          <p:cNvSpPr>
            <a:spLocks noGrp="1"/>
          </p:cNvSpPr>
          <p:nvPr/>
        </p:nvSpPr>
        <p:spPr>
          <a:xfrm>
            <a:off x="8324812" y="3545584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187" name="anim_to1786_0_1">
            <a:extLst>
              <a:ext uri="{FF2B5EF4-FFF2-40B4-BE49-F238E27FC236}">
                <a16:creationId xmlns:a16="http://schemas.microsoft.com/office/drawing/2014/main" id="{A05525C6-F2E4-4C2C-9017-FC22FFA1AED9}"/>
              </a:ext>
            </a:extLst>
          </p:cNvPr>
          <p:cNvSpPr>
            <a:spLocks noGrp="1"/>
          </p:cNvSpPr>
          <p:nvPr/>
        </p:nvSpPr>
        <p:spPr>
          <a:xfrm>
            <a:off x="8773452" y="3545584"/>
            <a:ext cx="349067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-2</a:t>
            </a:r>
          </a:p>
        </p:txBody>
      </p:sp>
      <p:sp>
        <p:nvSpPr>
          <p:cNvPr id="188" name="anim_to1789_0_1">
            <a:extLst>
              <a:ext uri="{FF2B5EF4-FFF2-40B4-BE49-F238E27FC236}">
                <a16:creationId xmlns:a16="http://schemas.microsoft.com/office/drawing/2014/main" id="{D902CE86-D610-4FC8-A84B-9A46BF7BE1FA}"/>
              </a:ext>
            </a:extLst>
          </p:cNvPr>
          <p:cNvSpPr>
            <a:spLocks noGrp="1"/>
          </p:cNvSpPr>
          <p:nvPr/>
        </p:nvSpPr>
        <p:spPr>
          <a:xfrm>
            <a:off x="9377575" y="3545584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189" name="anim_to1791_0_1">
            <a:extLst>
              <a:ext uri="{FF2B5EF4-FFF2-40B4-BE49-F238E27FC236}">
                <a16:creationId xmlns:a16="http://schemas.microsoft.com/office/drawing/2014/main" id="{CAE3EAA2-2D7E-4C08-8D6D-196ADA786F92}"/>
              </a:ext>
            </a:extLst>
          </p:cNvPr>
          <p:cNvSpPr>
            <a:spLocks noGrp="1"/>
          </p:cNvSpPr>
          <p:nvPr/>
        </p:nvSpPr>
        <p:spPr>
          <a:xfrm>
            <a:off x="9748474" y="3545584"/>
            <a:ext cx="504550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-16</a:t>
            </a:r>
          </a:p>
        </p:txBody>
      </p:sp>
      <p:sp>
        <p:nvSpPr>
          <p:cNvPr id="190" name="anim_to1795_0_1">
            <a:extLst>
              <a:ext uri="{FF2B5EF4-FFF2-40B4-BE49-F238E27FC236}">
                <a16:creationId xmlns:a16="http://schemas.microsoft.com/office/drawing/2014/main" id="{B2D7D6BB-1542-477C-B7B1-EF0659338E7D}"/>
              </a:ext>
            </a:extLst>
          </p:cNvPr>
          <p:cNvSpPr>
            <a:spLocks noGrp="1"/>
          </p:cNvSpPr>
          <p:nvPr/>
        </p:nvSpPr>
        <p:spPr>
          <a:xfrm>
            <a:off x="7272049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191" name="anim_to1797_0_1">
            <a:extLst>
              <a:ext uri="{FF2B5EF4-FFF2-40B4-BE49-F238E27FC236}">
                <a16:creationId xmlns:a16="http://schemas.microsoft.com/office/drawing/2014/main" id="{BD801178-1B61-407F-86D9-13611A585713}"/>
              </a:ext>
            </a:extLst>
          </p:cNvPr>
          <p:cNvSpPr>
            <a:spLocks noGrp="1"/>
          </p:cNvSpPr>
          <p:nvPr/>
        </p:nvSpPr>
        <p:spPr>
          <a:xfrm>
            <a:off x="7720689" y="4071966"/>
            <a:ext cx="349067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-4</a:t>
            </a:r>
          </a:p>
        </p:txBody>
      </p:sp>
      <p:sp>
        <p:nvSpPr>
          <p:cNvPr id="192" name="anim_to1800_0_1">
            <a:extLst>
              <a:ext uri="{FF2B5EF4-FFF2-40B4-BE49-F238E27FC236}">
                <a16:creationId xmlns:a16="http://schemas.microsoft.com/office/drawing/2014/main" id="{1C1C8241-680A-43C0-A3A8-B1E2B4191ACA}"/>
              </a:ext>
            </a:extLst>
          </p:cNvPr>
          <p:cNvSpPr>
            <a:spLocks noGrp="1"/>
          </p:cNvSpPr>
          <p:nvPr/>
        </p:nvSpPr>
        <p:spPr>
          <a:xfrm>
            <a:off x="8324812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93" name="anim_to1802_0_1">
            <a:extLst>
              <a:ext uri="{FF2B5EF4-FFF2-40B4-BE49-F238E27FC236}">
                <a16:creationId xmlns:a16="http://schemas.microsoft.com/office/drawing/2014/main" id="{0A51B1D8-F8E5-4071-883C-F40FB7294DEB}"/>
              </a:ext>
            </a:extLst>
          </p:cNvPr>
          <p:cNvSpPr>
            <a:spLocks noGrp="1"/>
          </p:cNvSpPr>
          <p:nvPr/>
        </p:nvSpPr>
        <p:spPr>
          <a:xfrm>
            <a:off x="8851194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94" name="anim_to1804_0_1">
            <a:extLst>
              <a:ext uri="{FF2B5EF4-FFF2-40B4-BE49-F238E27FC236}">
                <a16:creationId xmlns:a16="http://schemas.microsoft.com/office/drawing/2014/main" id="{A1501242-524D-4925-A396-59139E219AD1}"/>
              </a:ext>
            </a:extLst>
          </p:cNvPr>
          <p:cNvSpPr>
            <a:spLocks noGrp="1"/>
          </p:cNvSpPr>
          <p:nvPr/>
        </p:nvSpPr>
        <p:spPr>
          <a:xfrm>
            <a:off x="9377575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195" name="anim_to1806_0_1">
            <a:extLst>
              <a:ext uri="{FF2B5EF4-FFF2-40B4-BE49-F238E27FC236}">
                <a16:creationId xmlns:a16="http://schemas.microsoft.com/office/drawing/2014/main" id="{F5C8D18C-FF29-4EB0-A006-C932A6491DCA}"/>
              </a:ext>
            </a:extLst>
          </p:cNvPr>
          <p:cNvSpPr>
            <a:spLocks noGrp="1"/>
          </p:cNvSpPr>
          <p:nvPr/>
        </p:nvSpPr>
        <p:spPr>
          <a:xfrm>
            <a:off x="9748474" y="4071966"/>
            <a:ext cx="504550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-21</a:t>
            </a:r>
          </a:p>
        </p:txBody>
      </p:sp>
      <p:sp>
        <p:nvSpPr>
          <p:cNvPr id="196" name="anim_to1810_0_1">
            <a:extLst>
              <a:ext uri="{FF2B5EF4-FFF2-40B4-BE49-F238E27FC236}">
                <a16:creationId xmlns:a16="http://schemas.microsoft.com/office/drawing/2014/main" id="{DDA041A0-1928-430F-8272-1AD64F143E2D}"/>
              </a:ext>
            </a:extLst>
          </p:cNvPr>
          <p:cNvSpPr>
            <a:spLocks noGrp="1"/>
          </p:cNvSpPr>
          <p:nvPr/>
        </p:nvSpPr>
        <p:spPr>
          <a:xfrm>
            <a:off x="7272049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97" name="anim_to1812_0_1">
            <a:extLst>
              <a:ext uri="{FF2B5EF4-FFF2-40B4-BE49-F238E27FC236}">
                <a16:creationId xmlns:a16="http://schemas.microsoft.com/office/drawing/2014/main" id="{8FF0FAE1-B0D4-47AC-90CC-1FB7D9021D5D}"/>
              </a:ext>
            </a:extLst>
          </p:cNvPr>
          <p:cNvSpPr>
            <a:spLocks noGrp="1"/>
          </p:cNvSpPr>
          <p:nvPr/>
        </p:nvSpPr>
        <p:spPr>
          <a:xfrm>
            <a:off x="7720689" y="4598347"/>
            <a:ext cx="349067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-3</a:t>
            </a:r>
          </a:p>
        </p:txBody>
      </p:sp>
      <p:sp>
        <p:nvSpPr>
          <p:cNvPr id="198" name="anim_to1815_0_1">
            <a:extLst>
              <a:ext uri="{FF2B5EF4-FFF2-40B4-BE49-F238E27FC236}">
                <a16:creationId xmlns:a16="http://schemas.microsoft.com/office/drawing/2014/main" id="{F361F183-953B-4414-97F3-A9037CDE90EB}"/>
              </a:ext>
            </a:extLst>
          </p:cNvPr>
          <p:cNvSpPr>
            <a:spLocks noGrp="1"/>
          </p:cNvSpPr>
          <p:nvPr/>
        </p:nvSpPr>
        <p:spPr>
          <a:xfrm>
            <a:off x="8324812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99" name="anim_to1817_0_1">
            <a:extLst>
              <a:ext uri="{FF2B5EF4-FFF2-40B4-BE49-F238E27FC236}">
                <a16:creationId xmlns:a16="http://schemas.microsoft.com/office/drawing/2014/main" id="{D082BC80-BA49-4CFF-B1B6-05FA0F3F7B22}"/>
              </a:ext>
            </a:extLst>
          </p:cNvPr>
          <p:cNvSpPr>
            <a:spLocks noGrp="1"/>
          </p:cNvSpPr>
          <p:nvPr/>
        </p:nvSpPr>
        <p:spPr>
          <a:xfrm>
            <a:off x="8773452" y="4598347"/>
            <a:ext cx="349067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200" name="anim_to1820_0_1">
            <a:extLst>
              <a:ext uri="{FF2B5EF4-FFF2-40B4-BE49-F238E27FC236}">
                <a16:creationId xmlns:a16="http://schemas.microsoft.com/office/drawing/2014/main" id="{0760CD6D-9413-4719-B94C-69AEA2CD558D}"/>
              </a:ext>
            </a:extLst>
          </p:cNvPr>
          <p:cNvSpPr>
            <a:spLocks noGrp="1"/>
          </p:cNvSpPr>
          <p:nvPr/>
        </p:nvSpPr>
        <p:spPr>
          <a:xfrm>
            <a:off x="9377575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201" name="anim_to1822_0_1">
            <a:extLst>
              <a:ext uri="{FF2B5EF4-FFF2-40B4-BE49-F238E27FC236}">
                <a16:creationId xmlns:a16="http://schemas.microsoft.com/office/drawing/2014/main" id="{8EE45986-7D50-44FC-ADD8-26617A7EB7A1}"/>
              </a:ext>
            </a:extLst>
          </p:cNvPr>
          <p:cNvSpPr>
            <a:spLocks noGrp="1"/>
          </p:cNvSpPr>
          <p:nvPr/>
        </p:nvSpPr>
        <p:spPr>
          <a:xfrm>
            <a:off x="9748474" y="4598347"/>
            <a:ext cx="504550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-12</a:t>
            </a:r>
          </a:p>
        </p:txBody>
      </p:sp>
      <p:sp>
        <p:nvSpPr>
          <p:cNvPr id="202" name="anim_o808_1">
            <a:extLst>
              <a:ext uri="{FF2B5EF4-FFF2-40B4-BE49-F238E27FC236}">
                <a16:creationId xmlns:a16="http://schemas.microsoft.com/office/drawing/2014/main" id="{103164F6-EE0F-4E31-8B84-5796E244D29B}"/>
              </a:ext>
            </a:extLst>
          </p:cNvPr>
          <p:cNvSpPr>
            <a:spLocks noGrp="1"/>
          </p:cNvSpPr>
          <p:nvPr/>
        </p:nvSpPr>
        <p:spPr>
          <a:xfrm>
            <a:off x="3937836" y="3985461"/>
            <a:ext cx="526382" cy="526382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3" name="anim_o813_1">
            <a:extLst>
              <a:ext uri="{FF2B5EF4-FFF2-40B4-BE49-F238E27FC236}">
                <a16:creationId xmlns:a16="http://schemas.microsoft.com/office/drawing/2014/main" id="{6B6686E1-0253-4677-8B33-2CC20060A2F6}"/>
              </a:ext>
            </a:extLst>
          </p:cNvPr>
          <p:cNvSpPr>
            <a:spLocks noGrp="1"/>
          </p:cNvSpPr>
          <p:nvPr/>
        </p:nvSpPr>
        <p:spPr>
          <a:xfrm>
            <a:off x="4464217" y="3985461"/>
            <a:ext cx="526382" cy="526382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4" name="anim_o817_1">
            <a:extLst>
              <a:ext uri="{FF2B5EF4-FFF2-40B4-BE49-F238E27FC236}">
                <a16:creationId xmlns:a16="http://schemas.microsoft.com/office/drawing/2014/main" id="{16B4A111-5145-4D97-8449-AC991115FB46}"/>
              </a:ext>
            </a:extLst>
          </p:cNvPr>
          <p:cNvSpPr>
            <a:spLocks noGrp="1"/>
          </p:cNvSpPr>
          <p:nvPr/>
        </p:nvSpPr>
        <p:spPr>
          <a:xfrm>
            <a:off x="4990599" y="3985461"/>
            <a:ext cx="526382" cy="526382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5" name="anim_o821_1">
            <a:extLst>
              <a:ext uri="{FF2B5EF4-FFF2-40B4-BE49-F238E27FC236}">
                <a16:creationId xmlns:a16="http://schemas.microsoft.com/office/drawing/2014/main" id="{417E185D-DB60-4186-97B1-0B390B1F090E}"/>
              </a:ext>
            </a:extLst>
          </p:cNvPr>
          <p:cNvSpPr>
            <a:spLocks noGrp="1"/>
          </p:cNvSpPr>
          <p:nvPr/>
        </p:nvSpPr>
        <p:spPr>
          <a:xfrm>
            <a:off x="3937836" y="4511842"/>
            <a:ext cx="526382" cy="526382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6" name="anim_o826_1">
            <a:extLst>
              <a:ext uri="{FF2B5EF4-FFF2-40B4-BE49-F238E27FC236}">
                <a16:creationId xmlns:a16="http://schemas.microsoft.com/office/drawing/2014/main" id="{81A9852F-A421-4F23-9C5F-C4F1D0FB42E2}"/>
              </a:ext>
            </a:extLst>
          </p:cNvPr>
          <p:cNvSpPr>
            <a:spLocks noGrp="1"/>
          </p:cNvSpPr>
          <p:nvPr/>
        </p:nvSpPr>
        <p:spPr>
          <a:xfrm>
            <a:off x="4464217" y="4511842"/>
            <a:ext cx="526382" cy="526382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7" name="anim_o830_1">
            <a:extLst>
              <a:ext uri="{FF2B5EF4-FFF2-40B4-BE49-F238E27FC236}">
                <a16:creationId xmlns:a16="http://schemas.microsoft.com/office/drawing/2014/main" id="{F4E08D67-08C0-496F-9C72-5C3E3C1FB6C2}"/>
              </a:ext>
            </a:extLst>
          </p:cNvPr>
          <p:cNvSpPr>
            <a:spLocks noGrp="1"/>
          </p:cNvSpPr>
          <p:nvPr/>
        </p:nvSpPr>
        <p:spPr>
          <a:xfrm>
            <a:off x="4990599" y="4511842"/>
            <a:ext cx="526382" cy="526382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8" name="anim_o834_1">
            <a:extLst>
              <a:ext uri="{FF2B5EF4-FFF2-40B4-BE49-F238E27FC236}">
                <a16:creationId xmlns:a16="http://schemas.microsoft.com/office/drawing/2014/main" id="{52B5D191-6BDD-4332-82B4-578A96DEAEA6}"/>
              </a:ext>
            </a:extLst>
          </p:cNvPr>
          <p:cNvSpPr>
            <a:spLocks noGrp="1"/>
          </p:cNvSpPr>
          <p:nvPr/>
        </p:nvSpPr>
        <p:spPr>
          <a:xfrm>
            <a:off x="3937836" y="5038224"/>
            <a:ext cx="526382" cy="526382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9" name="anim_o839_1">
            <a:extLst>
              <a:ext uri="{FF2B5EF4-FFF2-40B4-BE49-F238E27FC236}">
                <a16:creationId xmlns:a16="http://schemas.microsoft.com/office/drawing/2014/main" id="{6899447B-3CAB-43F5-9503-BA42DB29CCDA}"/>
              </a:ext>
            </a:extLst>
          </p:cNvPr>
          <p:cNvSpPr>
            <a:spLocks noGrp="1"/>
          </p:cNvSpPr>
          <p:nvPr/>
        </p:nvSpPr>
        <p:spPr>
          <a:xfrm>
            <a:off x="4464217" y="5038224"/>
            <a:ext cx="526382" cy="526382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0" name="anim_o843_1">
            <a:extLst>
              <a:ext uri="{FF2B5EF4-FFF2-40B4-BE49-F238E27FC236}">
                <a16:creationId xmlns:a16="http://schemas.microsoft.com/office/drawing/2014/main" id="{C8C0C219-3750-45AE-87BE-CFECE5B73D5A}"/>
              </a:ext>
            </a:extLst>
          </p:cNvPr>
          <p:cNvSpPr>
            <a:spLocks noGrp="1"/>
          </p:cNvSpPr>
          <p:nvPr/>
        </p:nvSpPr>
        <p:spPr>
          <a:xfrm>
            <a:off x="4990599" y="5038224"/>
            <a:ext cx="526382" cy="526382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1" name="anim_to809_0_1">
            <a:extLst>
              <a:ext uri="{FF2B5EF4-FFF2-40B4-BE49-F238E27FC236}">
                <a16:creationId xmlns:a16="http://schemas.microsoft.com/office/drawing/2014/main" id="{FC2DB17D-F697-40DC-A028-ACB3B6A474BC}"/>
              </a:ext>
            </a:extLst>
          </p:cNvPr>
          <p:cNvSpPr>
            <a:spLocks noGrp="1"/>
          </p:cNvSpPr>
          <p:nvPr/>
        </p:nvSpPr>
        <p:spPr>
          <a:xfrm>
            <a:off x="4126255" y="4071966"/>
            <a:ext cx="349067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212" name="anim_to814_0_1">
            <a:extLst>
              <a:ext uri="{FF2B5EF4-FFF2-40B4-BE49-F238E27FC236}">
                <a16:creationId xmlns:a16="http://schemas.microsoft.com/office/drawing/2014/main" id="{4491108D-93B4-4983-B603-BD22A57C0802}"/>
              </a:ext>
            </a:extLst>
          </p:cNvPr>
          <p:cNvSpPr>
            <a:spLocks noGrp="1"/>
          </p:cNvSpPr>
          <p:nvPr/>
        </p:nvSpPr>
        <p:spPr>
          <a:xfrm>
            <a:off x="4730378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213" name="anim_to818_0_1">
            <a:extLst>
              <a:ext uri="{FF2B5EF4-FFF2-40B4-BE49-F238E27FC236}">
                <a16:creationId xmlns:a16="http://schemas.microsoft.com/office/drawing/2014/main" id="{93B7BB89-2109-4C4F-ADBE-E1C6548EB3A5}"/>
              </a:ext>
            </a:extLst>
          </p:cNvPr>
          <p:cNvSpPr>
            <a:spLocks noGrp="1"/>
          </p:cNvSpPr>
          <p:nvPr/>
        </p:nvSpPr>
        <p:spPr>
          <a:xfrm>
            <a:off x="5256760" y="4071966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214" name="anim_to822_0_1">
            <a:extLst>
              <a:ext uri="{FF2B5EF4-FFF2-40B4-BE49-F238E27FC236}">
                <a16:creationId xmlns:a16="http://schemas.microsoft.com/office/drawing/2014/main" id="{891C01DC-DE8F-4548-9893-B18EBCCB0D1F}"/>
              </a:ext>
            </a:extLst>
          </p:cNvPr>
          <p:cNvSpPr>
            <a:spLocks noGrp="1"/>
          </p:cNvSpPr>
          <p:nvPr/>
        </p:nvSpPr>
        <p:spPr>
          <a:xfrm>
            <a:off x="4126255" y="4598347"/>
            <a:ext cx="349067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215" name="anim_to827_0_1">
            <a:extLst>
              <a:ext uri="{FF2B5EF4-FFF2-40B4-BE49-F238E27FC236}">
                <a16:creationId xmlns:a16="http://schemas.microsoft.com/office/drawing/2014/main" id="{AC8D074D-A548-4CDA-9304-3940C6ECD8D5}"/>
              </a:ext>
            </a:extLst>
          </p:cNvPr>
          <p:cNvSpPr>
            <a:spLocks noGrp="1"/>
          </p:cNvSpPr>
          <p:nvPr/>
        </p:nvSpPr>
        <p:spPr>
          <a:xfrm>
            <a:off x="4730378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216" name="anim_to831_0_1">
            <a:extLst>
              <a:ext uri="{FF2B5EF4-FFF2-40B4-BE49-F238E27FC236}">
                <a16:creationId xmlns:a16="http://schemas.microsoft.com/office/drawing/2014/main" id="{507CFAD2-F8A9-4685-86D2-20A292437DDD}"/>
              </a:ext>
            </a:extLst>
          </p:cNvPr>
          <p:cNvSpPr>
            <a:spLocks noGrp="1"/>
          </p:cNvSpPr>
          <p:nvPr/>
        </p:nvSpPr>
        <p:spPr>
          <a:xfrm>
            <a:off x="5256760" y="4598347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217" name="anim_to835_0_1">
            <a:extLst>
              <a:ext uri="{FF2B5EF4-FFF2-40B4-BE49-F238E27FC236}">
                <a16:creationId xmlns:a16="http://schemas.microsoft.com/office/drawing/2014/main" id="{84068717-DDB1-436C-9474-2C285EBD78DD}"/>
              </a:ext>
            </a:extLst>
          </p:cNvPr>
          <p:cNvSpPr>
            <a:spLocks noGrp="1"/>
          </p:cNvSpPr>
          <p:nvPr/>
        </p:nvSpPr>
        <p:spPr>
          <a:xfrm>
            <a:off x="4126255" y="5124729"/>
            <a:ext cx="349067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218" name="anim_to840_0_1">
            <a:extLst>
              <a:ext uri="{FF2B5EF4-FFF2-40B4-BE49-F238E27FC236}">
                <a16:creationId xmlns:a16="http://schemas.microsoft.com/office/drawing/2014/main" id="{A2F1F8D5-22C8-4363-9889-DCEC1B74C0B5}"/>
              </a:ext>
            </a:extLst>
          </p:cNvPr>
          <p:cNvSpPr>
            <a:spLocks noGrp="1"/>
          </p:cNvSpPr>
          <p:nvPr/>
        </p:nvSpPr>
        <p:spPr>
          <a:xfrm>
            <a:off x="4730378" y="512472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219" name="anim_to844_0_1">
            <a:extLst>
              <a:ext uri="{FF2B5EF4-FFF2-40B4-BE49-F238E27FC236}">
                <a16:creationId xmlns:a16="http://schemas.microsoft.com/office/drawing/2014/main" id="{D8FC2855-4214-48DC-9702-FA44CB8D5B82}"/>
              </a:ext>
            </a:extLst>
          </p:cNvPr>
          <p:cNvSpPr>
            <a:spLocks noGrp="1"/>
          </p:cNvSpPr>
          <p:nvPr/>
        </p:nvSpPr>
        <p:spPr>
          <a:xfrm>
            <a:off x="5256760" y="5124729"/>
            <a:ext cx="193583" cy="3533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2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220" name="anim_o808_2">
            <a:extLst>
              <a:ext uri="{FF2B5EF4-FFF2-40B4-BE49-F238E27FC236}">
                <a16:creationId xmlns:a16="http://schemas.microsoft.com/office/drawing/2014/main" id="{8322A586-2081-4B3B-AB08-82A3B9CEE1B5}"/>
              </a:ext>
            </a:extLst>
          </p:cNvPr>
          <p:cNvSpPr>
            <a:spLocks noGrp="1"/>
          </p:cNvSpPr>
          <p:nvPr/>
        </p:nvSpPr>
        <p:spPr>
          <a:xfrm>
            <a:off x="3937836" y="3985461"/>
            <a:ext cx="526382" cy="526382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1" name="anim_o813_2">
            <a:extLst>
              <a:ext uri="{FF2B5EF4-FFF2-40B4-BE49-F238E27FC236}">
                <a16:creationId xmlns:a16="http://schemas.microsoft.com/office/drawing/2014/main" id="{66BDEB95-3829-485C-873E-5ED2B7643F3A}"/>
              </a:ext>
            </a:extLst>
          </p:cNvPr>
          <p:cNvSpPr>
            <a:spLocks noGrp="1"/>
          </p:cNvSpPr>
          <p:nvPr/>
        </p:nvSpPr>
        <p:spPr>
          <a:xfrm>
            <a:off x="4464217" y="3985461"/>
            <a:ext cx="526382" cy="526382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2" name="anim_o817_2">
            <a:extLst>
              <a:ext uri="{FF2B5EF4-FFF2-40B4-BE49-F238E27FC236}">
                <a16:creationId xmlns:a16="http://schemas.microsoft.com/office/drawing/2014/main" id="{BB78A9A0-81BD-484A-86DC-DD2160A5B34D}"/>
              </a:ext>
            </a:extLst>
          </p:cNvPr>
          <p:cNvSpPr>
            <a:spLocks noGrp="1"/>
          </p:cNvSpPr>
          <p:nvPr/>
        </p:nvSpPr>
        <p:spPr>
          <a:xfrm>
            <a:off x="4990599" y="3985461"/>
            <a:ext cx="526382" cy="526382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3" name="anim_o821_2">
            <a:extLst>
              <a:ext uri="{FF2B5EF4-FFF2-40B4-BE49-F238E27FC236}">
                <a16:creationId xmlns:a16="http://schemas.microsoft.com/office/drawing/2014/main" id="{7F16DB01-491A-4B14-B7EE-5BB5626D4CD6}"/>
              </a:ext>
            </a:extLst>
          </p:cNvPr>
          <p:cNvSpPr>
            <a:spLocks noGrp="1"/>
          </p:cNvSpPr>
          <p:nvPr/>
        </p:nvSpPr>
        <p:spPr>
          <a:xfrm>
            <a:off x="3937836" y="4511842"/>
            <a:ext cx="526382" cy="526382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4" name="anim_o826_2">
            <a:extLst>
              <a:ext uri="{FF2B5EF4-FFF2-40B4-BE49-F238E27FC236}">
                <a16:creationId xmlns:a16="http://schemas.microsoft.com/office/drawing/2014/main" id="{5DBCB95B-B28C-46CE-AFAA-D7A543793FA5}"/>
              </a:ext>
            </a:extLst>
          </p:cNvPr>
          <p:cNvSpPr>
            <a:spLocks noGrp="1"/>
          </p:cNvSpPr>
          <p:nvPr/>
        </p:nvSpPr>
        <p:spPr>
          <a:xfrm>
            <a:off x="4464217" y="4511842"/>
            <a:ext cx="526382" cy="526382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5" name="anim_o830_2">
            <a:extLst>
              <a:ext uri="{FF2B5EF4-FFF2-40B4-BE49-F238E27FC236}">
                <a16:creationId xmlns:a16="http://schemas.microsoft.com/office/drawing/2014/main" id="{B94FF2DD-308E-4EAE-AFEE-3849B4A023D0}"/>
              </a:ext>
            </a:extLst>
          </p:cNvPr>
          <p:cNvSpPr>
            <a:spLocks noGrp="1"/>
          </p:cNvSpPr>
          <p:nvPr/>
        </p:nvSpPr>
        <p:spPr>
          <a:xfrm>
            <a:off x="4990599" y="4511842"/>
            <a:ext cx="526382" cy="526382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6" name="anim_o834_2">
            <a:extLst>
              <a:ext uri="{FF2B5EF4-FFF2-40B4-BE49-F238E27FC236}">
                <a16:creationId xmlns:a16="http://schemas.microsoft.com/office/drawing/2014/main" id="{CF5E9A54-2F68-4004-9953-D6351C8BDD99}"/>
              </a:ext>
            </a:extLst>
          </p:cNvPr>
          <p:cNvSpPr>
            <a:spLocks noGrp="1"/>
          </p:cNvSpPr>
          <p:nvPr/>
        </p:nvSpPr>
        <p:spPr>
          <a:xfrm>
            <a:off x="3937836" y="5038224"/>
            <a:ext cx="526382" cy="526382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7" name="anim_o839_2">
            <a:extLst>
              <a:ext uri="{FF2B5EF4-FFF2-40B4-BE49-F238E27FC236}">
                <a16:creationId xmlns:a16="http://schemas.microsoft.com/office/drawing/2014/main" id="{B939DF8E-9AE8-4832-B9CC-6A4717FA99B0}"/>
              </a:ext>
            </a:extLst>
          </p:cNvPr>
          <p:cNvSpPr>
            <a:spLocks noGrp="1"/>
          </p:cNvSpPr>
          <p:nvPr/>
        </p:nvSpPr>
        <p:spPr>
          <a:xfrm>
            <a:off x="4464217" y="5038224"/>
            <a:ext cx="526382" cy="526382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8" name="anim_o843_2">
            <a:extLst>
              <a:ext uri="{FF2B5EF4-FFF2-40B4-BE49-F238E27FC236}">
                <a16:creationId xmlns:a16="http://schemas.microsoft.com/office/drawing/2014/main" id="{94169C2F-4D1B-4F08-B8FE-F0FD56D3BB8C}"/>
              </a:ext>
            </a:extLst>
          </p:cNvPr>
          <p:cNvSpPr>
            <a:spLocks noGrp="1"/>
          </p:cNvSpPr>
          <p:nvPr/>
        </p:nvSpPr>
        <p:spPr>
          <a:xfrm>
            <a:off x="4990599" y="5038224"/>
            <a:ext cx="526382" cy="526382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9" name="anim_to1827_0_1">
            <a:extLst>
              <a:ext uri="{FF2B5EF4-FFF2-40B4-BE49-F238E27FC236}">
                <a16:creationId xmlns:a16="http://schemas.microsoft.com/office/drawing/2014/main" id="{2F581F7C-3BAE-49BB-A2A1-2634540302EA}"/>
              </a:ext>
            </a:extLst>
          </p:cNvPr>
          <p:cNvSpPr>
            <a:spLocks noGrp="1"/>
          </p:cNvSpPr>
          <p:nvPr/>
        </p:nvSpPr>
        <p:spPr>
          <a:xfrm>
            <a:off x="5006139" y="3253426"/>
            <a:ext cx="351422" cy="71209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86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486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4486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*</a:t>
            </a:r>
          </a:p>
        </p:txBody>
      </p:sp>
      <p:sp>
        <p:nvSpPr>
          <p:cNvPr id="230" name="anim_to1829_0_1">
            <a:extLst>
              <a:ext uri="{FF2B5EF4-FFF2-40B4-BE49-F238E27FC236}">
                <a16:creationId xmlns:a16="http://schemas.microsoft.com/office/drawing/2014/main" id="{C8B3E58D-C3F4-46A5-ACCE-567ECB271AB8}"/>
              </a:ext>
            </a:extLst>
          </p:cNvPr>
          <p:cNvSpPr>
            <a:spLocks noGrp="1"/>
          </p:cNvSpPr>
          <p:nvPr/>
        </p:nvSpPr>
        <p:spPr>
          <a:xfrm>
            <a:off x="7587916" y="3111006"/>
            <a:ext cx="476751" cy="99693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6280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6280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6280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=</a:t>
            </a:r>
          </a:p>
        </p:txBody>
      </p:sp>
      <p:sp>
        <p:nvSpPr>
          <p:cNvPr id="231" name="anim_to1831_0_1">
            <a:extLst>
              <a:ext uri="{FF2B5EF4-FFF2-40B4-BE49-F238E27FC236}">
                <a16:creationId xmlns:a16="http://schemas.microsoft.com/office/drawing/2014/main" id="{3E4C01E0-A01E-4BD3-A155-68A01E8AD273}"/>
              </a:ext>
            </a:extLst>
          </p:cNvPr>
          <p:cNvSpPr>
            <a:spLocks noGrp="1"/>
          </p:cNvSpPr>
          <p:nvPr/>
        </p:nvSpPr>
        <p:spPr>
          <a:xfrm>
            <a:off x="1211806" y="5737502"/>
            <a:ext cx="9907755" cy="6408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037" b="0">
                <a:solidFill>
                  <a:srgbClr val="A6CF8C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037" b="0">
                <a:solidFill>
                  <a:srgbClr val="A6CF8C"/>
                </a:solidFill>
                <a:latin typeface="Consolas"/>
                <a:ea typeface="Consolas"/>
                <a:cs typeface="Consolas"/>
              </a:defRPr>
            </a:pPr>
            <a:r>
              <a:rPr>
                <a:solidFill>
                  <a:srgbClr val="A6CF8C"/>
                </a:solidFill>
              </a:rPr>
              <a:t>(n + 2p - f + 1) x (n + 2p -</a:t>
            </a:r>
            <a:r>
              <a:rPr>
                <a:solidFill>
                  <a:srgbClr val="FC6255"/>
                </a:solidFill>
              </a:rPr>
              <a:t> f</a:t>
            </a:r>
            <a:r>
              <a:rPr>
                <a:solidFill>
                  <a:srgbClr val="A6CF8C"/>
                </a:solidFill>
              </a:rPr>
              <a:t> + 1)</a:t>
            </a:r>
          </a:p>
        </p:txBody>
      </p:sp>
      <p:sp>
        <p:nvSpPr>
          <p:cNvPr id="232" name="anim_to1867_0_1">
            <a:extLst>
              <a:ext uri="{FF2B5EF4-FFF2-40B4-BE49-F238E27FC236}">
                <a16:creationId xmlns:a16="http://schemas.microsoft.com/office/drawing/2014/main" id="{82903D74-BC12-49B4-BE0C-7430F762D516}"/>
              </a:ext>
            </a:extLst>
          </p:cNvPr>
          <p:cNvSpPr>
            <a:spLocks noGrp="1"/>
          </p:cNvSpPr>
          <p:nvPr/>
        </p:nvSpPr>
        <p:spPr>
          <a:xfrm>
            <a:off x="3620030" y="5675127"/>
            <a:ext cx="5091307" cy="7656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823" b="1">
                <a:solidFill>
                  <a:srgbClr val="FF808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823" b="1">
                <a:solidFill>
                  <a:srgbClr val="FF8080"/>
                </a:solidFill>
                <a:latin typeface="Consolas"/>
                <a:ea typeface="Consolas"/>
                <a:cs typeface="Consolas"/>
              </a:defRPr>
            </a:pPr>
            <a:r>
              <a:rPr>
                <a:solidFill>
                  <a:srgbClr val="FF8080"/>
                </a:solidFill>
              </a:rPr>
              <a:t>p</a:t>
            </a:r>
            <a:r>
              <a:rPr>
                <a:solidFill>
                  <a:srgbClr val="FFFFFF"/>
                </a:solidFill>
              </a:rPr>
              <a:t> = (f - 1) / 2</a:t>
            </a:r>
          </a:p>
        </p:txBody>
      </p:sp>
    </p:spTree>
    <p:extLst>
      <p:ext uri="{BB962C8B-B14F-4D97-AF65-F5344CB8AC3E}">
        <p14:creationId xmlns:p14="http://schemas.microsoft.com/office/powerpoint/2010/main" val="21053135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500"/>
                            </p:stCondLst>
                            <p:childTnLst>
                              <p:par>
                                <p:cTn id="60" presetID="63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61" dur="12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63" dur="12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65" dur="12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67" dur="12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69" dur="12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71" dur="12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73" dur="12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75" dur="12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77" dur="12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79" dur="12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8 0.0219298 E" pathEditMode="relative" ptsTypes="">
                                      <p:cBhvr>
                                        <p:cTn id="81" dur="12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8 0.0219298 E" pathEditMode="relative" ptsTypes="">
                                      <p:cBhvr>
                                        <p:cTn id="83" dur="12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85" dur="12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87" dur="12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89" dur="12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91" dur="12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93" dur="12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95" dur="12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97" dur="12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99" dur="12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01" dur="12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03" dur="12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05" dur="12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07" dur="12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09" dur="12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11" dur="12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13" dur="12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15" dur="12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17" dur="12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19" dur="12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21" dur="12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23" dur="12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25" dur="12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27" dur="12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29" dur="12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31" dur="12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8 0.0219298 E" pathEditMode="relative" ptsTypes="">
                                      <p:cBhvr>
                                        <p:cTn id="133" dur="12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8 0.0219298 E" pathEditMode="relative" ptsTypes="">
                                      <p:cBhvr>
                                        <p:cTn id="135" dur="12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37" dur="12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39" dur="12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41" dur="12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43" dur="12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45" dur="12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47" dur="12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49" dur="12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51" dur="12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53" dur="12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55" dur="12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57" dur="12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59" dur="12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61" dur="12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63" dur="12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65" dur="12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67" dur="12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69" dur="12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71" dur="12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73" dur="12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75" dur="12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77" dur="12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79" dur="12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8 0.0219298 E" pathEditMode="relative" ptsTypes="">
                                      <p:cBhvr>
                                        <p:cTn id="181" dur="12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83" dur="12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85" dur="12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87" dur="12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89" dur="12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91" dur="12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8 0.0219298 E" pathEditMode="relative" ptsTypes="">
                                      <p:cBhvr>
                                        <p:cTn id="193" dur="12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95" dur="12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97" dur="12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199" dur="12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201" dur="12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203" dur="12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8 0.0219298 E" pathEditMode="relative" ptsTypes="">
                                      <p:cBhvr>
                                        <p:cTn id="205" dur="12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207" dur="12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209" dur="12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211" dur="12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213" dur="12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215" dur="12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8 0.0219298 E" pathEditMode="relative" ptsTypes="">
                                      <p:cBhvr>
                                        <p:cTn id="217" dur="12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219" dur="12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221" dur="12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223" dur="12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225" dur="12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227" dur="12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8 0.0219298 E" pathEditMode="relative" ptsTypes="">
                                      <p:cBhvr>
                                        <p:cTn id="229" dur="12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231" dur="12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233" dur="12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235" dur="12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237" dur="12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239" dur="12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8 0.0219298 E" pathEditMode="relative" ptsTypes="">
                                      <p:cBhvr>
                                        <p:cTn id="241" dur="12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243" dur="12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245" dur="12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247" dur="12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249" dur="12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251" dur="12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253" dur="12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255" dur="12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257" dur="12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259" dur="12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261" dur="12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263" dur="12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265" dur="12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267" dur="12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269" dur="12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271" dur="12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273" dur="12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275" dur="12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277" dur="12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279" dur="12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281" dur="12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283" dur="12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285" dur="12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287" dur="12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289" dur="12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291" dur="12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293" dur="12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295" dur="12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297" dur="12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299" dur="12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301" dur="12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303" dur="12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305" dur="12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307" dur="12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309" dur="12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311" dur="12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313" dur="12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315" dur="12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17" dur="12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19" dur="12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21" dur="12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23" dur="12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25" dur="12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27" dur="12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29" dur="12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31" dur="12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33" dur="12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35" dur="12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37" dur="12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39" dur="12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41" dur="12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43" dur="12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45" dur="12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47" dur="12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49" dur="12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51" dur="12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53" dur="12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55" dur="12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57" dur="12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59" dur="12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61" dur="12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63" dur="12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65" dur="12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67" dur="12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69" dur="12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71" dur="12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73" dur="12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75" dur="12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77" dur="12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79" dur="12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81" dur="12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83" dur="12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85" dur="12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5937 0.0219298 E" pathEditMode="relative" ptsTypes="">
                                      <p:cBhvr>
                                        <p:cTn id="387" dur="12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633635 0.0361842 E" pathEditMode="relative" ptsTypes="">
                                      <p:cBhvr>
                                        <p:cTn id="389" dur="12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391" dur="12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393" dur="12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395" dur="12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397" dur="12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399" dur="12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401" dur="12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403" dur="12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405" dur="12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407" dur="12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409" dur="12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411" dur="12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413" dur="12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415" dur="12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417" dur="12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419" dur="12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421" dur="12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423" dur="12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425" dur="12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427" dur="12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429" dur="12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431" dur="12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433" dur="12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435" dur="12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437" dur="12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439" dur="12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441" dur="12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443" dur="12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445" dur="12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447" dur="12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449" dur="12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451" dur="12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453" dur="12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455" dur="12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457" dur="12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459" dur="12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79359 0.0219298 E" pathEditMode="relative" ptsTypes="">
                                      <p:cBhvr>
                                        <p:cTn id="461" dur="12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418586 -0.1699561 E" pathEditMode="relative" ptsTypes="">
                                      <p:cBhvr>
                                        <p:cTn id="463" dur="12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418586 -0.1699561 E" pathEditMode="relative" ptsTypes="">
                                      <p:cBhvr>
                                        <p:cTn id="465" dur="12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418586 -0.1699561 E" pathEditMode="relative" ptsTypes="">
                                      <p:cBhvr>
                                        <p:cTn id="467" dur="12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418586 -0.1699561 E" pathEditMode="relative" ptsTypes="">
                                      <p:cBhvr>
                                        <p:cTn id="469" dur="12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418586 -0.1699561 E" pathEditMode="relative" ptsTypes="">
                                      <p:cBhvr>
                                        <p:cTn id="471" dur="12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418586 -0.1699561 E" pathEditMode="relative" ptsTypes="">
                                      <p:cBhvr>
                                        <p:cTn id="473" dur="12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418586 -0.1699561 E" pathEditMode="relative" ptsTypes="">
                                      <p:cBhvr>
                                        <p:cTn id="475" dur="12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418586 -0.1699561 E" pathEditMode="relative" ptsTypes="">
                                      <p:cBhvr>
                                        <p:cTn id="477" dur="12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418586 -0.1699561 E" pathEditMode="relative" ptsTypes="">
                                      <p:cBhvr>
                                        <p:cTn id="479" dur="12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418586 -0.1699561 E" pathEditMode="relative" ptsTypes="">
                                      <p:cBhvr>
                                        <p:cTn id="481" dur="12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418586 -0.1699561 E" pathEditMode="relative" ptsTypes="">
                                      <p:cBhvr>
                                        <p:cTn id="483" dur="12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418586 -0.1699561 E" pathEditMode="relative" ptsTypes="">
                                      <p:cBhvr>
                                        <p:cTn id="485" dur="12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418586 -0.1699561 E" pathEditMode="relative" ptsTypes="">
                                      <p:cBhvr>
                                        <p:cTn id="487" dur="12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418586 -0.1699561 E" pathEditMode="relative" ptsTypes="">
                                      <p:cBhvr>
                                        <p:cTn id="489" dur="12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418586 -0.1699561 E" pathEditMode="relative" ptsTypes="">
                                      <p:cBhvr>
                                        <p:cTn id="491" dur="12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418586 -0.1699561 E" pathEditMode="relative" ptsTypes="">
                                      <p:cBhvr>
                                        <p:cTn id="493" dur="12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418586 -0.1699561 E" pathEditMode="relative" ptsTypes="">
                                      <p:cBhvr>
                                        <p:cTn id="495" dur="12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418586 -0.1699561 E" pathEditMode="relative" ptsTypes="">
                                      <p:cBhvr>
                                        <p:cTn id="497" dur="12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8" fill="hold">
                            <p:stCondLst>
                              <p:cond delay="1700"/>
                            </p:stCondLst>
                            <p:childTnLst>
                              <p:par>
                                <p:cTn id="49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1" dur="1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4" dur="10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5" fill="hold">
                      <p:stCondLst>
                        <p:cond delay="indefinite"/>
                      </p:stCondLst>
                      <p:childTnLst>
                        <p:par>
                          <p:cTn id="506" fill="hold">
                            <p:stCondLst>
                              <p:cond delay="0"/>
                            </p:stCondLst>
                            <p:childTnLst>
                              <p:par>
                                <p:cTn id="507" presetID="63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08" dur="10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1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12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1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1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1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2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2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2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2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8 0.0219298 L -0.0585938 -0.0383772 E" pathEditMode="relative" ptsTypes="">
                                      <p:cBhvr>
                                        <p:cTn id="52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8 0.0219298 L -0.0585938 -0.0383772 E" pathEditMode="relative" ptsTypes="">
                                      <p:cBhvr>
                                        <p:cTn id="53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3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3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36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3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4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42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4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46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4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5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52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5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56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5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6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6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6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66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6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7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72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7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76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7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8 0.0219298 L -0.0585938 -0.0383772 E" pathEditMode="relative" ptsTypes="">
                                      <p:cBhvr>
                                        <p:cTn id="58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8 0.0219298 L -0.0585938 -0.0383772 E" pathEditMode="relative" ptsTypes="">
                                      <p:cBhvr>
                                        <p:cTn id="582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8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8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8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9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92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9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9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59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0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02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0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06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0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10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12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14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16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18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20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22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24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26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8 0.0219298 L -0.0585938 -0.0383772 E" pathEditMode="relative" ptsTypes="">
                                      <p:cBhvr>
                                        <p:cTn id="62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30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32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34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36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38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8 0.0219298 L -0.0585938 -0.0383772 E" pathEditMode="relative" ptsTypes="">
                                      <p:cBhvr>
                                        <p:cTn id="640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42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44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46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48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50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8 0.0219298 L -0.0585938 -0.0383772 E" pathEditMode="relative" ptsTypes="">
                                      <p:cBhvr>
                                        <p:cTn id="652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54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56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58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60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62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8 0.0219298 L -0.0585938 -0.0383772 E" pathEditMode="relative" ptsTypes="">
                                      <p:cBhvr>
                                        <p:cTn id="664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66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68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70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72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74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8 0.0219298 L -0.0585938 -0.0383772 E" pathEditMode="relative" ptsTypes="">
                                      <p:cBhvr>
                                        <p:cTn id="676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78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80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82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84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86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8 0.0219298 L -0.0585938 -0.0383772 E" pathEditMode="relative" ptsTypes="">
                                      <p:cBhvr>
                                        <p:cTn id="688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690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692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694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696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698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700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702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704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706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708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710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712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714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716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718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720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722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724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726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728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730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732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734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736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738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740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742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744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746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748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75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752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754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756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758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760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762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764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766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768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770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772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774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776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778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780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78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784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786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788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790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792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794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796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798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800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802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804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806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808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810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812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814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816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818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820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822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824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826" dur="1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828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830" dur="10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832" dur="10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0.0219298 L -0.0585937 -0.0383772 E" pathEditMode="relative" ptsTypes="">
                                      <p:cBhvr>
                                        <p:cTn id="834" dur="10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633635 0.0361842 L 0.2633635 -0.0241228 E" pathEditMode="relative" ptsTypes="">
                                      <p:cBhvr>
                                        <p:cTn id="836" dur="10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838" dur="10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840" dur="10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842" dur="10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844" dur="10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846" dur="10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848" dur="10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850" dur="10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852" dur="10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854" dur="10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856" dur="10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858" dur="10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860" dur="10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862" dur="10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864" dur="10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866" dur="10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868" dur="10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870" dur="10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872" dur="10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874" dur="10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876" dur="10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878" dur="10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880" dur="10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882" dur="10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884" dur="10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886" dur="10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888" dur="10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890" dur="10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892" dur="10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894" dur="1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896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898" dur="10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900" dur="10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902" dur="10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904" dur="10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906" dur="10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79359 0.0219298 L 0.1079359 -0.0383772 E" pathEditMode="relative" ptsTypes="">
                                      <p:cBhvr>
                                        <p:cTn id="908" dur="10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0307 E" pathEditMode="relative" ptsTypes="">
                                      <p:cBhvr>
                                        <p:cTn id="910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0307 E" pathEditMode="relative" ptsTypes="">
                                      <p:cBhvr>
                                        <p:cTn id="912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5" dur="10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1699561 L 0.1418586 -0.2302632 E" pathEditMode="relative" ptsTypes="">
                                      <p:cBhvr>
                                        <p:cTn id="917" dur="10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1699561 L 0.1418586 -0.2302632 E" pathEditMode="relative" ptsTypes="">
                                      <p:cBhvr>
                                        <p:cTn id="919" dur="10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1699561 L 0.1418586 -0.2302632 E" pathEditMode="relative" ptsTypes="">
                                      <p:cBhvr>
                                        <p:cTn id="921" dur="10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1699561 L 0.1418586 -0.2302632 E" pathEditMode="relative" ptsTypes="">
                                      <p:cBhvr>
                                        <p:cTn id="923" dur="10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1699561 L 0.1418586 -0.2302632 E" pathEditMode="relative" ptsTypes="">
                                      <p:cBhvr>
                                        <p:cTn id="925" dur="10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1699561 L 0.1418586 -0.2302632 E" pathEditMode="relative" ptsTypes="">
                                      <p:cBhvr>
                                        <p:cTn id="927" dur="10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1699561 L 0.1418586 -0.2302632 E" pathEditMode="relative" ptsTypes="">
                                      <p:cBhvr>
                                        <p:cTn id="929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1699561 L 0.1418586 -0.2302632 E" pathEditMode="relative" ptsTypes="">
                                      <p:cBhvr>
                                        <p:cTn id="931" dur="10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1699561 L 0.1418586 -0.2302632 E" pathEditMode="relative" ptsTypes="">
                                      <p:cBhvr>
                                        <p:cTn id="933" dur="10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1699561 L 0.1418586 -0.2302632 E" pathEditMode="relative" ptsTypes="">
                                      <p:cBhvr>
                                        <p:cTn id="935" dur="10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1699561 L 0.1418586 -0.2302632 E" pathEditMode="relative" ptsTypes="">
                                      <p:cBhvr>
                                        <p:cTn id="937" dur="10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1699561 L 0.1418586 -0.2302632 E" pathEditMode="relative" ptsTypes="">
                                      <p:cBhvr>
                                        <p:cTn id="939" dur="10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1699561 L 0.1418586 -0.2302632 E" pathEditMode="relative" ptsTypes="">
                                      <p:cBhvr>
                                        <p:cTn id="941" dur="10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1699561 L 0.1418586 -0.2302632 E" pathEditMode="relative" ptsTypes="">
                                      <p:cBhvr>
                                        <p:cTn id="943" dur="10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1699561 L 0.1418586 -0.2302632 E" pathEditMode="relative" ptsTypes="">
                                      <p:cBhvr>
                                        <p:cTn id="945" dur="10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1699561 L 0.1418586 -0.2302632 E" pathEditMode="relative" ptsTypes="">
                                      <p:cBhvr>
                                        <p:cTn id="947" dur="10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1699561 L 0.1418586 -0.2302632 E" pathEditMode="relative" ptsTypes="">
                                      <p:cBhvr>
                                        <p:cTn id="949" dur="1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1699561 L 0.1418586 -0.2302632 E" pathEditMode="relative" ptsTypes="">
                                      <p:cBhvr>
                                        <p:cTn id="951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2" fill="hold">
                      <p:stCondLst>
                        <p:cond delay="indefinite"/>
                      </p:stCondLst>
                      <p:childTnLst>
                        <p:par>
                          <p:cTn id="953" fill="hold">
                            <p:stCondLst>
                              <p:cond delay="0"/>
                            </p:stCondLst>
                            <p:childTnLst>
                              <p:par>
                                <p:cTn id="95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5" dur="10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9" dur="10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0" fill="hold">
                      <p:stCondLst>
                        <p:cond delay="indefinite"/>
                      </p:stCondLst>
                      <p:childTnLst>
                        <p:par>
                          <p:cTn id="961" fill="hold">
                            <p:stCondLst>
                              <p:cond delay="0"/>
                            </p:stCondLst>
                            <p:childTnLst>
                              <p:par>
                                <p:cTn id="962" presetID="10" presetClass="exit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3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6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9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72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4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75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7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78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81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84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87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0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2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3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6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9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2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4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5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7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8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1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4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7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0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2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3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6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9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32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4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35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7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38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41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44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47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0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2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3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6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9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62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4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65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7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68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71" dur="10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74" dur="10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77" dur="10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0" dur="10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2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3" dur="10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6" dur="10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9" dur="10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92" dur="10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4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95" dur="10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7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98" dur="10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01" dur="10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04" dur="10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07" dur="10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0" dur="10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2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3" dur="10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6" dur="10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9" dur="10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2" dur="10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4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5" dur="10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7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8" dur="10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31" dur="1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34" dur="1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37" dur="10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0" dur="10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2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3" dur="10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6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9" dur="10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2" dur="10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4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5" dur="10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7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8" dur="10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61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64" dur="10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67" dur="10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70" dur="10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2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73" dur="10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76" dur="10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79" dur="10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2" dur="10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5" dur="10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118279 -0.0142796 E" pathEditMode="relative" ptsTypes="">
                                      <p:cBhvr>
                                        <p:cTn id="1188" dur="10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90" dur="1000" fill="hold"/>
                                        <p:tgtEl>
                                          <p:spTgt spid="23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19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118279 0.0660037 E" pathEditMode="relative" ptsTypes="">
                                      <p:cBhvr>
                                        <p:cTn id="1192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94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19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182793 -0.0142796 E" pathEditMode="relative" ptsTypes="">
                                      <p:cBhvr>
                                        <p:cTn id="119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98" dur="1000" fill="hold"/>
                                        <p:tgtEl>
                                          <p:spTgt spid="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19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182793 0.0660037 E" pathEditMode="relative" ptsTypes="">
                                      <p:cBhvr>
                                        <p:cTn id="1200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0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02" dur="1000" fill="hold"/>
                                        <p:tgtEl>
                                          <p:spTgt spid="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20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247306 -0.0142796 E" pathEditMode="relative" ptsTypes="">
                                      <p:cBhvr>
                                        <p:cTn id="120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0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06" dur="1000" fill="hold"/>
                                        <p:tgtEl>
                                          <p:spTgt spid="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20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247306 0.0660037 E" pathEditMode="relative" ptsTypes="">
                                      <p:cBhvr>
                                        <p:cTn id="120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0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10" dur="1000" fill="hold"/>
                                        <p:tgtEl>
                                          <p:spTgt spid="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21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311819 -0.0142796 E" pathEditMode="relative" ptsTypes="">
                                      <p:cBhvr>
                                        <p:cTn id="121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14" dur="1000" fill="hold"/>
                                        <p:tgtEl>
                                          <p:spTgt spid="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21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311819 0.0660037 E" pathEditMode="relative" ptsTypes="">
                                      <p:cBhvr>
                                        <p:cTn id="121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18" dur="1000" fill="hold"/>
                                        <p:tgtEl>
                                          <p:spTgt spid="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21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376333 -0.0142796 E" pathEditMode="relative" ptsTypes="">
                                      <p:cBhvr>
                                        <p:cTn id="122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22" dur="1000" fill="hold"/>
                                        <p:tgtEl>
                                          <p:spTgt spid="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22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376333 0.0660037 E" pathEditMode="relative" ptsTypes="">
                                      <p:cBhvr>
                                        <p:cTn id="122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26" dur="1000" fill="hold"/>
                                        <p:tgtEl>
                                          <p:spTgt spid="1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22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8 -0.0383772 L 0.1440846 -0.0142796 E" pathEditMode="relative" ptsTypes="">
                                      <p:cBhvr>
                                        <p:cTn id="122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30" dur="1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23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8 -0.0383772 L 0.1440846 0.0660037 E" pathEditMode="relative" ptsTypes="">
                                      <p:cBhvr>
                                        <p:cTn id="123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34" dur="1000" fill="hold"/>
                                        <p:tgtEl>
                                          <p:spTgt spid="1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23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50536 -0.0142796 E" pathEditMode="relative" ptsTypes="">
                                      <p:cBhvr>
                                        <p:cTn id="123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38" dur="1000" fill="hold"/>
                                        <p:tgtEl>
                                          <p:spTgt spid="1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23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50536 0.0660037 E" pathEditMode="relative" ptsTypes="">
                                      <p:cBhvr>
                                        <p:cTn id="1240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4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42" dur="1000" fill="hold"/>
                                        <p:tgtEl>
                                          <p:spTgt spid="1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24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569873 -0.0142796 E" pathEditMode="relative" ptsTypes="">
                                      <p:cBhvr>
                                        <p:cTn id="1244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4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46" dur="1000" fill="hold"/>
                                        <p:tgtEl>
                                          <p:spTgt spid="1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24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569873 0.0660037 E" pathEditMode="relative" ptsTypes="">
                                      <p:cBhvr>
                                        <p:cTn id="124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4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50" dur="1000" fill="hold"/>
                                        <p:tgtEl>
                                          <p:spTgt spid="1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25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118279 -0.0028105 E" pathEditMode="relative" ptsTypes="">
                                      <p:cBhvr>
                                        <p:cTn id="125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5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54" dur="1000" fill="hold"/>
                                        <p:tgtEl>
                                          <p:spTgt spid="1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25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569873 -0.0028105 E" pathEditMode="relative" ptsTypes="">
                                      <p:cBhvr>
                                        <p:cTn id="125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5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58" dur="1000" fill="hold"/>
                                        <p:tgtEl>
                                          <p:spTgt spid="1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25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118279 0.0086585 E" pathEditMode="relative" ptsTypes="">
                                      <p:cBhvr>
                                        <p:cTn id="1260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6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62" dur="1000" fill="hold"/>
                                        <p:tgtEl>
                                          <p:spTgt spid="1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26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569873 0.0086585 E" pathEditMode="relative" ptsTypes="">
                                      <p:cBhvr>
                                        <p:cTn id="1264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6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66" dur="1000" fill="hold"/>
                                        <p:tgtEl>
                                          <p:spTgt spid="2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26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118279 0.0201275 E" pathEditMode="relative" ptsTypes="">
                                      <p:cBhvr>
                                        <p:cTn id="126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6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70" dur="1000" fill="hold"/>
                                        <p:tgtEl>
                                          <p:spTgt spid="2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27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569873 0.0201275 E" pathEditMode="relative" ptsTypes="">
                                      <p:cBhvr>
                                        <p:cTn id="127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74" dur="1000" fill="hold"/>
                                        <p:tgtEl>
                                          <p:spTgt spid="2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27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118279 0.0315966 E" pathEditMode="relative" ptsTypes="">
                                      <p:cBhvr>
                                        <p:cTn id="127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78" dur="1000" fill="hold"/>
                                        <p:tgtEl>
                                          <p:spTgt spid="2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27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569873 0.0315966 E" pathEditMode="relative" ptsTypes="">
                                      <p:cBhvr>
                                        <p:cTn id="1280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8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82" dur="1000" fill="hold"/>
                                        <p:tgtEl>
                                          <p:spTgt spid="2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28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118279 0.0430656 E" pathEditMode="relative" ptsTypes="">
                                      <p:cBhvr>
                                        <p:cTn id="1284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8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86" dur="1000" fill="hold"/>
                                        <p:tgtEl>
                                          <p:spTgt spid="2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28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569873 0.0430656 E" pathEditMode="relative" ptsTypes="">
                                      <p:cBhvr>
                                        <p:cTn id="128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8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90" dur="1000" fill="hold"/>
                                        <p:tgtEl>
                                          <p:spTgt spid="2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29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118279 0.0545347 E" pathEditMode="relative" ptsTypes="">
                                      <p:cBhvr>
                                        <p:cTn id="129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9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94" dur="1000" fill="hold"/>
                                        <p:tgtEl>
                                          <p:spTgt spid="2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29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569873 0.0545347 E" pathEditMode="relative" ptsTypes="">
                                      <p:cBhvr>
                                        <p:cTn id="129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9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98" dur="1000" fill="hold"/>
                                        <p:tgtEl>
                                          <p:spTgt spid="2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29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10722 -0.0142796 E" pathEditMode="relative" ptsTypes="">
                                      <p:cBhvr>
                                        <p:cTn id="1300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0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02" dur="1000" fill="hold"/>
                                        <p:tgtEl>
                                          <p:spTgt spid="2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30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10722 0.0660037 E" pathEditMode="relative" ptsTypes="">
                                      <p:cBhvr>
                                        <p:cTn id="1304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0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0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30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171733 -0.0142796 E" pathEditMode="relative" ptsTypes="">
                                      <p:cBhvr>
                                        <p:cTn id="130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0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10" dur="1000" fill="hold"/>
                                        <p:tgtEl>
                                          <p:spTgt spid="3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31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171733 0.0660037 E" pathEditMode="relative" ptsTypes="">
                                      <p:cBhvr>
                                        <p:cTn id="131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1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14" dur="1000" fill="hold"/>
                                        <p:tgtEl>
                                          <p:spTgt spid="3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31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236247 -0.0142796 E" pathEditMode="relative" ptsTypes="">
                                      <p:cBhvr>
                                        <p:cTn id="131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1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18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31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236247 0.0660037 E" pathEditMode="relative" ptsTypes="">
                                      <p:cBhvr>
                                        <p:cTn id="132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2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22" dur="1000" fill="hold"/>
                                        <p:tgtEl>
                                          <p:spTgt spid="3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32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30076 -0.0142796 E" pathEditMode="relative" ptsTypes="">
                                      <p:cBhvr>
                                        <p:cTn id="1324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2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26" dur="1000" fill="hold"/>
                                        <p:tgtEl>
                                          <p:spTgt spid="3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32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30076 0.0660037 E" pathEditMode="relative" ptsTypes="">
                                      <p:cBhvr>
                                        <p:cTn id="132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2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30" dur="1000" fill="hold"/>
                                        <p:tgtEl>
                                          <p:spTgt spid="3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33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8 -0.0383772 L 0.1365273 -0.0142796 E" pathEditMode="relative" ptsTypes="">
                                      <p:cBhvr>
                                        <p:cTn id="133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3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34" dur="1000" fill="hold"/>
                                        <p:tgtEl>
                                          <p:spTgt spid="3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33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8 -0.0383772 L 0.1365273 0.0660037 E" pathEditMode="relative" ptsTypes="">
                                      <p:cBhvr>
                                        <p:cTn id="133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3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38" dur="1000" fill="hold"/>
                                        <p:tgtEl>
                                          <p:spTgt spid="3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33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429787 -0.0142796 E" pathEditMode="relative" ptsTypes="">
                                      <p:cBhvr>
                                        <p:cTn id="1340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4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42" dur="1000" fill="hold"/>
                                        <p:tgtEl>
                                          <p:spTgt spid="3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34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429787 0.0660037 E" pathEditMode="relative" ptsTypes="">
                                      <p:cBhvr>
                                        <p:cTn id="134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4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46" dur="1000" fill="hold"/>
                                        <p:tgtEl>
                                          <p:spTgt spid="4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34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4943 -0.0142796 E" pathEditMode="relative" ptsTypes="">
                                      <p:cBhvr>
                                        <p:cTn id="134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4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50" dur="1000" fill="hold"/>
                                        <p:tgtEl>
                                          <p:spTgt spid="4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35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4943 0.0660037 E" pathEditMode="relative" ptsTypes="">
                                      <p:cBhvr>
                                        <p:cTn id="135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54" dur="1000" fill="hold"/>
                                        <p:tgtEl>
                                          <p:spTgt spid="4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35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558814 -0.0142796 E" pathEditMode="relative" ptsTypes="">
                                      <p:cBhvr>
                                        <p:cTn id="135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58" dur="1000" fill="hold"/>
                                        <p:tgtEl>
                                          <p:spTgt spid="4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35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558814 0.0660037 E" pathEditMode="relative" ptsTypes="">
                                      <p:cBhvr>
                                        <p:cTn id="1360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6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62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36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10722 -0.0028105 E" pathEditMode="relative" ptsTypes="">
                                      <p:cBhvr>
                                        <p:cTn id="1364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6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66" dur="1000" fill="hold"/>
                                        <p:tgtEl>
                                          <p:spTgt spid="4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36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558814 -0.0028105 E" pathEditMode="relative" ptsTypes="">
                                      <p:cBhvr>
                                        <p:cTn id="136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6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70" dur="1000" fill="hold"/>
                                        <p:tgtEl>
                                          <p:spTgt spid="4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37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10722 0.0086585 E" pathEditMode="relative" ptsTypes="">
                                      <p:cBhvr>
                                        <p:cTn id="137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7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74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37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558814 0.0086585 E" pathEditMode="relative" ptsTypes="">
                                      <p:cBhvr>
                                        <p:cTn id="137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7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78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37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10722 0.0201275 E" pathEditMode="relative" ptsTypes="">
                                      <p:cBhvr>
                                        <p:cTn id="138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8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82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38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558814 0.0201275 E" pathEditMode="relative" ptsTypes="">
                                      <p:cBhvr>
                                        <p:cTn id="1384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8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86" dur="1000" fill="hold"/>
                                        <p:tgtEl>
                                          <p:spTgt spid="5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38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10722 0.0315966 E" pathEditMode="relative" ptsTypes="">
                                      <p:cBhvr>
                                        <p:cTn id="138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8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90" dur="1000" fill="hold"/>
                                        <p:tgtEl>
                                          <p:spTgt spid="5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39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558814 0.0315966 E" pathEditMode="relative" ptsTypes="">
                                      <p:cBhvr>
                                        <p:cTn id="139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9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94" dur="1000" fill="hold"/>
                                        <p:tgtEl>
                                          <p:spTgt spid="5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39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10722 0.0430656 E" pathEditMode="relative" ptsTypes="">
                                      <p:cBhvr>
                                        <p:cTn id="1396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9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98" dur="1000" fill="hold"/>
                                        <p:tgtEl>
                                          <p:spTgt spid="5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39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558814 0.0430656 E" pathEditMode="relative" ptsTypes="">
                                      <p:cBhvr>
                                        <p:cTn id="1400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0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02" dur="1000" fill="hold"/>
                                        <p:tgtEl>
                                          <p:spTgt spid="5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40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10722 0.0545347 E" pathEditMode="relative" ptsTypes="">
                                      <p:cBhvr>
                                        <p:cTn id="1404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0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06" dur="1000" fill="hold"/>
                                        <p:tgtEl>
                                          <p:spTgt spid="5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40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558814 0.0545347 E" pathEditMode="relative" ptsTypes="">
                                      <p:cBhvr>
                                        <p:cTn id="1408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0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10" dur="1000" fill="hold"/>
                                        <p:tgtEl>
                                          <p:spTgt spid="5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41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182793 -0.0028105 E" pathEditMode="relative" ptsTypes="">
                                      <p:cBhvr>
                                        <p:cTn id="1412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1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14" dur="1000" fill="hold"/>
                                        <p:tgtEl>
                                          <p:spTgt spid="5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41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247306 -0.0028105 E" pathEditMode="relative" ptsTypes="">
                                      <p:cBhvr>
                                        <p:cTn id="1416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1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18" dur="1000" fill="hold"/>
                                        <p:tgtEl>
                                          <p:spTgt spid="5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41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311819 -0.0028105 E" pathEditMode="relative" ptsTypes="">
                                      <p:cBhvr>
                                        <p:cTn id="142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2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22" dur="1000" fill="hold"/>
                                        <p:tgtEl>
                                          <p:spTgt spid="5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42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376333 -0.0028105 E" pathEditMode="relative" ptsTypes="">
                                      <p:cBhvr>
                                        <p:cTn id="1424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2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26" dur="1000" fill="hold"/>
                                        <p:tgtEl>
                                          <p:spTgt spid="6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42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8 -0.0383772 L 0.1440846 -0.0028105 E" pathEditMode="relative" ptsTypes="">
                                      <p:cBhvr>
                                        <p:cTn id="142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2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30" dur="1000" fill="hold"/>
                                        <p:tgtEl>
                                          <p:spTgt spid="6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43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50536 -0.0028105 E" pathEditMode="relative" ptsTypes="">
                                      <p:cBhvr>
                                        <p:cTn id="143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3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34" dur="1000" fill="hold"/>
                                        <p:tgtEl>
                                          <p:spTgt spid="6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43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182793 0.0086585 E" pathEditMode="relative" ptsTypes="">
                                      <p:cBhvr>
                                        <p:cTn id="1436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3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38" dur="1000" fill="hold"/>
                                        <p:tgtEl>
                                          <p:spTgt spid="6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43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247306 0.0086585 E" pathEditMode="relative" ptsTypes="">
                                      <p:cBhvr>
                                        <p:cTn id="1440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4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42" dur="1000" fill="hold"/>
                                        <p:tgtEl>
                                          <p:spTgt spid="6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44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311819 0.0086585 E" pathEditMode="relative" ptsTypes="">
                                      <p:cBhvr>
                                        <p:cTn id="1444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4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46" dur="1000" fill="hold"/>
                                        <p:tgtEl>
                                          <p:spTgt spid="6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44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376333 0.0086585 E" pathEditMode="relative" ptsTypes="">
                                      <p:cBhvr>
                                        <p:cTn id="1448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4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50" dur="1000" fill="hold"/>
                                        <p:tgtEl>
                                          <p:spTgt spid="6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45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8 -0.0383772 L 0.1440846 0.0086585 E" pathEditMode="relative" ptsTypes="">
                                      <p:cBhvr>
                                        <p:cTn id="1452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5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54" dur="1000" fill="hold"/>
                                        <p:tgtEl>
                                          <p:spTgt spid="6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45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50536 0.0086585 E" pathEditMode="relative" ptsTypes="">
                                      <p:cBhvr>
                                        <p:cTn id="1456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5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58" dur="1000" fill="hold"/>
                                        <p:tgtEl>
                                          <p:spTgt spid="6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45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182793 0.0201275 E" pathEditMode="relative" ptsTypes="">
                                      <p:cBhvr>
                                        <p:cTn id="1460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6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62" dur="1000" fill="hold"/>
                                        <p:tgtEl>
                                          <p:spTgt spid="6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46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247306 0.0201275 E" pathEditMode="relative" ptsTypes="">
                                      <p:cBhvr>
                                        <p:cTn id="1464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6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66" dur="1000" fill="hold"/>
                                        <p:tgtEl>
                                          <p:spTgt spid="7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46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311819 0.0201275 E" pathEditMode="relative" ptsTypes="">
                                      <p:cBhvr>
                                        <p:cTn id="1468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6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70" dur="1000" fill="hold"/>
                                        <p:tgtEl>
                                          <p:spTgt spid="7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47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376333 0.0201275 E" pathEditMode="relative" ptsTypes="">
                                      <p:cBhvr>
                                        <p:cTn id="1472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7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74" dur="1000" fill="hold"/>
                                        <p:tgtEl>
                                          <p:spTgt spid="7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47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8 -0.0383772 L 0.1440846 0.0201275 E" pathEditMode="relative" ptsTypes="">
                                      <p:cBhvr>
                                        <p:cTn id="1476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7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78" dur="1000" fill="hold"/>
                                        <p:tgtEl>
                                          <p:spTgt spid="7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47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50536 0.0201275 E" pathEditMode="relative" ptsTypes="">
                                      <p:cBhvr>
                                        <p:cTn id="1480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8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82" dur="1000" fill="hold"/>
                                        <p:tgtEl>
                                          <p:spTgt spid="7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48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182793 0.0315966 E" pathEditMode="relative" ptsTypes="">
                                      <p:cBhvr>
                                        <p:cTn id="1484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8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86" dur="1000" fill="hold"/>
                                        <p:tgtEl>
                                          <p:spTgt spid="7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48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247306 0.0315966 E" pathEditMode="relative" ptsTypes="">
                                      <p:cBhvr>
                                        <p:cTn id="1488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8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90" dur="1000" fill="hold"/>
                                        <p:tgtEl>
                                          <p:spTgt spid="7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49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311819 0.0315966 E" pathEditMode="relative" ptsTypes="">
                                      <p:cBhvr>
                                        <p:cTn id="1492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9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94" dur="1000" fill="hold"/>
                                        <p:tgtEl>
                                          <p:spTgt spid="7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49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376333 0.0315966 E" pathEditMode="relative" ptsTypes="">
                                      <p:cBhvr>
                                        <p:cTn id="1496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9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98" dur="1000" fill="hold"/>
                                        <p:tgtEl>
                                          <p:spTgt spid="7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49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8 -0.0383772 L 0.1440846 0.0315966 E" pathEditMode="relative" ptsTypes="">
                                      <p:cBhvr>
                                        <p:cTn id="1500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0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02" dur="1000" fill="hold"/>
                                        <p:tgtEl>
                                          <p:spTgt spid="7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50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50536 0.0315966 E" pathEditMode="relative" ptsTypes="">
                                      <p:cBhvr>
                                        <p:cTn id="1504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0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06" dur="1000" fill="hold"/>
                                        <p:tgtEl>
                                          <p:spTgt spid="8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50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182793 0.0430656 E" pathEditMode="relative" ptsTypes="">
                                      <p:cBhvr>
                                        <p:cTn id="1508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0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10" dur="1000" fill="hold"/>
                                        <p:tgtEl>
                                          <p:spTgt spid="8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51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247306 0.0430656 E" pathEditMode="relative" ptsTypes="">
                                      <p:cBhvr>
                                        <p:cTn id="1512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1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14" dur="1000" fill="hold"/>
                                        <p:tgtEl>
                                          <p:spTgt spid="8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51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311819 0.0430656 E" pathEditMode="relative" ptsTypes="">
                                      <p:cBhvr>
                                        <p:cTn id="1516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1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18" dur="1000" fill="hold"/>
                                        <p:tgtEl>
                                          <p:spTgt spid="8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51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376333 0.0430656 E" pathEditMode="relative" ptsTypes="">
                                      <p:cBhvr>
                                        <p:cTn id="1520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2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22" dur="1000" fill="hold"/>
                                        <p:tgtEl>
                                          <p:spTgt spid="8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52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8 -0.0383772 L 0.1440846 0.0430656 E" pathEditMode="relative" ptsTypes="">
                                      <p:cBhvr>
                                        <p:cTn id="1524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2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26" dur="1000" fill="hold"/>
                                        <p:tgtEl>
                                          <p:spTgt spid="8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52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50536 0.0430656 E" pathEditMode="relative" ptsTypes="">
                                      <p:cBhvr>
                                        <p:cTn id="1528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2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30" dur="1000" fill="hold"/>
                                        <p:tgtEl>
                                          <p:spTgt spid="8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53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182793 0.0545347 E" pathEditMode="relative" ptsTypes="">
                                      <p:cBhvr>
                                        <p:cTn id="1532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3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34" dur="1000" fill="hold"/>
                                        <p:tgtEl>
                                          <p:spTgt spid="8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53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247306 0.0545347 E" pathEditMode="relative" ptsTypes="">
                                      <p:cBhvr>
                                        <p:cTn id="1536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3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38" dur="1000" fill="hold"/>
                                        <p:tgtEl>
                                          <p:spTgt spid="8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53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311819 0.0545347 E" pathEditMode="relative" ptsTypes="">
                                      <p:cBhvr>
                                        <p:cTn id="1540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4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42" dur="1000" fill="hold"/>
                                        <p:tgtEl>
                                          <p:spTgt spid="8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54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376333 0.0545347 E" pathEditMode="relative" ptsTypes="">
                                      <p:cBhvr>
                                        <p:cTn id="1544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4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46" dur="1000" fill="hold"/>
                                        <p:tgtEl>
                                          <p:spTgt spid="9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54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8 -0.0383772 L 0.1440846 0.0545347 E" pathEditMode="relative" ptsTypes="">
                                      <p:cBhvr>
                                        <p:cTn id="1548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4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50" dur="1000" fill="hold"/>
                                        <p:tgtEl>
                                          <p:spTgt spid="9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55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50536 0.0545347 E" pathEditMode="relative" ptsTypes="">
                                      <p:cBhvr>
                                        <p:cTn id="1552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5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54" dur="1000" fill="hold"/>
                                        <p:tgtEl>
                                          <p:spTgt spid="9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55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171733 -0.0028105 E" pathEditMode="relative" ptsTypes="">
                                      <p:cBhvr>
                                        <p:cTn id="1556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5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58" dur="1000" fill="hold"/>
                                        <p:tgtEl>
                                          <p:spTgt spid="12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55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236247 -0.0028105 E" pathEditMode="relative" ptsTypes="">
                                      <p:cBhvr>
                                        <p:cTn id="1560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6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62" dur="1000" fill="hold"/>
                                        <p:tgtEl>
                                          <p:spTgt spid="13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56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30076 -0.0028105 E" pathEditMode="relative" ptsTypes="">
                                      <p:cBhvr>
                                        <p:cTn id="1564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6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66" dur="1000" fill="hold"/>
                                        <p:tgtEl>
                                          <p:spTgt spid="13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56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365273 -0.0028105 E" pathEditMode="relative" ptsTypes="">
                                      <p:cBhvr>
                                        <p:cTn id="1568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6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70" dur="1000" fill="hold"/>
                                        <p:tgtEl>
                                          <p:spTgt spid="13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57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429787 -0.0028105 E" pathEditMode="relative" ptsTypes="">
                                      <p:cBhvr>
                                        <p:cTn id="1572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7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74" dur="1000" fill="hold"/>
                                        <p:tgtEl>
                                          <p:spTgt spid="13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57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4943 -0.0028105 E" pathEditMode="relative" ptsTypes="">
                                      <p:cBhvr>
                                        <p:cTn id="1576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7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78" dur="1000" fill="hold"/>
                                        <p:tgtEl>
                                          <p:spTgt spid="13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57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171733 0.0086585 E" pathEditMode="relative" ptsTypes="">
                                      <p:cBhvr>
                                        <p:cTn id="1580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8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82" dur="1000" fill="hold"/>
                                        <p:tgtEl>
                                          <p:spTgt spid="13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58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236247 0.0086585 E" pathEditMode="relative" ptsTypes="">
                                      <p:cBhvr>
                                        <p:cTn id="1584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8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86" dur="1000" fill="hold"/>
                                        <p:tgtEl>
                                          <p:spTgt spid="13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58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30076 0.0086585 E" pathEditMode="relative" ptsTypes="">
                                      <p:cBhvr>
                                        <p:cTn id="1588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8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90" dur="1000" fill="hold"/>
                                        <p:tgtEl>
                                          <p:spTgt spid="13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59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365273 0.0086585 E" pathEditMode="relative" ptsTypes="">
                                      <p:cBhvr>
                                        <p:cTn id="159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9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94" dur="1000" fill="hold"/>
                                        <p:tgtEl>
                                          <p:spTgt spid="13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59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429787 0.0086585 E" pathEditMode="relative" ptsTypes="">
                                      <p:cBhvr>
                                        <p:cTn id="1596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9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98" dur="1000" fill="hold"/>
                                        <p:tgtEl>
                                          <p:spTgt spid="13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59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4943 0.0086585 E" pathEditMode="relative" ptsTypes="">
                                      <p:cBhvr>
                                        <p:cTn id="1600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0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02" dur="1000" fill="hold"/>
                                        <p:tgtEl>
                                          <p:spTgt spid="14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60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171733 0.0201275 E" pathEditMode="relative" ptsTypes="">
                                      <p:cBhvr>
                                        <p:cTn id="1604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0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06" dur="1000" fill="hold"/>
                                        <p:tgtEl>
                                          <p:spTgt spid="14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60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236247 0.0201275 E" pathEditMode="relative" ptsTypes="">
                                      <p:cBhvr>
                                        <p:cTn id="1608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0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10" dur="1000" fill="hold"/>
                                        <p:tgtEl>
                                          <p:spTgt spid="14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61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30076 0.0201275 E" pathEditMode="relative" ptsTypes="">
                                      <p:cBhvr>
                                        <p:cTn id="1612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1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14" dur="1000" fill="hold"/>
                                        <p:tgtEl>
                                          <p:spTgt spid="14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61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365273 0.0201275 E" pathEditMode="relative" ptsTypes="">
                                      <p:cBhvr>
                                        <p:cTn id="1616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1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18" dur="1000" fill="hold"/>
                                        <p:tgtEl>
                                          <p:spTgt spid="14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61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429787 0.0201275 E" pathEditMode="relative" ptsTypes="">
                                      <p:cBhvr>
                                        <p:cTn id="1620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2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22" dur="1000" fill="hold"/>
                                        <p:tgtEl>
                                          <p:spTgt spid="14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62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4943 0.0201275 E" pathEditMode="relative" ptsTypes="">
                                      <p:cBhvr>
                                        <p:cTn id="1624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2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26" dur="1000" fill="hold"/>
                                        <p:tgtEl>
                                          <p:spTgt spid="14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62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171733 0.0315966 E" pathEditMode="relative" ptsTypes="">
                                      <p:cBhvr>
                                        <p:cTn id="1628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2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30" dur="1000" fill="hold"/>
                                        <p:tgtEl>
                                          <p:spTgt spid="14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63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236247 0.0315966 E" pathEditMode="relative" ptsTypes="">
                                      <p:cBhvr>
                                        <p:cTn id="1632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3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34" dur="1000" fill="hold"/>
                                        <p:tgtEl>
                                          <p:spTgt spid="14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63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30076 0.0315966 E" pathEditMode="relative" ptsTypes="">
                                      <p:cBhvr>
                                        <p:cTn id="1636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3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38" dur="1000" fill="hold"/>
                                        <p:tgtEl>
                                          <p:spTgt spid="14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63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365273 0.0315966 E" pathEditMode="relative" ptsTypes="">
                                      <p:cBhvr>
                                        <p:cTn id="1640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4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42" dur="1000" fill="hold"/>
                                        <p:tgtEl>
                                          <p:spTgt spid="15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64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429787 0.0315966 E" pathEditMode="relative" ptsTypes="">
                                      <p:cBhvr>
                                        <p:cTn id="1644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4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46" dur="1000" fill="hold"/>
                                        <p:tgtEl>
                                          <p:spTgt spid="15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64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4943 0.0315966 E" pathEditMode="relative" ptsTypes="">
                                      <p:cBhvr>
                                        <p:cTn id="1648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4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50" dur="1000" fill="hold"/>
                                        <p:tgtEl>
                                          <p:spTgt spid="15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65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171733 0.0430656 E" pathEditMode="relative" ptsTypes="">
                                      <p:cBhvr>
                                        <p:cTn id="1652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5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54" dur="1000" fill="hold"/>
                                        <p:tgtEl>
                                          <p:spTgt spid="15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65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236247 0.0430656 E" pathEditMode="relative" ptsTypes="">
                                      <p:cBhvr>
                                        <p:cTn id="1656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5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58" dur="1000" fill="hold"/>
                                        <p:tgtEl>
                                          <p:spTgt spid="15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65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30076 0.0430656 E" pathEditMode="relative" ptsTypes="">
                                      <p:cBhvr>
                                        <p:cTn id="1660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6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62" dur="1000" fill="hold"/>
                                        <p:tgtEl>
                                          <p:spTgt spid="15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66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365273 0.0430656 E" pathEditMode="relative" ptsTypes="">
                                      <p:cBhvr>
                                        <p:cTn id="1664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6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66" dur="1000" fill="hold"/>
                                        <p:tgtEl>
                                          <p:spTgt spid="15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66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429787 0.0430656 E" pathEditMode="relative" ptsTypes="">
                                      <p:cBhvr>
                                        <p:cTn id="1668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6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70" dur="1000" fill="hold"/>
                                        <p:tgtEl>
                                          <p:spTgt spid="15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67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4943 0.0430656 E" pathEditMode="relative" ptsTypes="">
                                      <p:cBhvr>
                                        <p:cTn id="1672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7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74" dur="1000" fill="hold"/>
                                        <p:tgtEl>
                                          <p:spTgt spid="15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67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171733 0.0545347 E" pathEditMode="relative" ptsTypes="">
                                      <p:cBhvr>
                                        <p:cTn id="1676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7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78" dur="1000" fill="hold"/>
                                        <p:tgtEl>
                                          <p:spTgt spid="15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67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236247 0.0545347 E" pathEditMode="relative" ptsTypes="">
                                      <p:cBhvr>
                                        <p:cTn id="1680" dur="1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8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82" dur="1000" fill="hold"/>
                                        <p:tgtEl>
                                          <p:spTgt spid="16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68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30076 0.0545347 E" pathEditMode="relative" ptsTypes="">
                                      <p:cBhvr>
                                        <p:cTn id="1684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8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86" dur="1000" fill="hold"/>
                                        <p:tgtEl>
                                          <p:spTgt spid="16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68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365273 0.0545347 E" pathEditMode="relative" ptsTypes="">
                                      <p:cBhvr>
                                        <p:cTn id="1688" dur="10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8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90" dur="1000" fill="hold"/>
                                        <p:tgtEl>
                                          <p:spTgt spid="16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69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429787 0.0545347 E" pathEditMode="relative" ptsTypes="">
                                      <p:cBhvr>
                                        <p:cTn id="1692" dur="10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9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94" dur="1000" fill="hold"/>
                                        <p:tgtEl>
                                          <p:spTgt spid="16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69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85937 -0.0383772 L 0.14943 0.0545347 E" pathEditMode="relative" ptsTypes="">
                                      <p:cBhvr>
                                        <p:cTn id="1696" dur="10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9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98" dur="1000" fill="hold"/>
                                        <p:tgtEl>
                                          <p:spTgt spid="16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69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60307 L 0.223338 0.0039322 E" pathEditMode="relative" ptsTypes="">
                                      <p:cBhvr>
                                        <p:cTn id="1700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0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02" dur="1000" fill="hold"/>
                                        <p:tgtEl>
                                          <p:spTgt spid="22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703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2302632 L 0.3744896 -0.1774929 E" pathEditMode="relative" ptsTypes="">
                                      <p:cBhvr>
                                        <p:cTn id="1704" dur="10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05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06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707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2302632 L 0.3809409 -0.1774929 E" pathEditMode="relative" ptsTypes="">
                                      <p:cBhvr>
                                        <p:cTn id="1708" dur="10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09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711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2302632 L 0.3873922 -0.1774929 E" pathEditMode="relative" ptsTypes="">
                                      <p:cBhvr>
                                        <p:cTn id="1712" dur="10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13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14" dur="1000" fill="hold"/>
                                        <p:tgtEl>
                                          <p:spTgt spid="22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715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2302632 L 0.3744896 -0.1660239 E" pathEditMode="relative" ptsTypes="">
                                      <p:cBhvr>
                                        <p:cTn id="1716" dur="10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17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18" dur="1000" fill="hold"/>
                                        <p:tgtEl>
                                          <p:spTgt spid="22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719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2302632 L 0.3809409 -0.1660239 E" pathEditMode="relative" ptsTypes="">
                                      <p:cBhvr>
                                        <p:cTn id="1720" dur="10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21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22" dur="1000" fill="hold"/>
                                        <p:tgtEl>
                                          <p:spTgt spid="22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723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2302632 L 0.3873922 -0.1660239 E" pathEditMode="relative" ptsTypes="">
                                      <p:cBhvr>
                                        <p:cTn id="1724" dur="10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25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26" dur="1000" fill="hold"/>
                                        <p:tgtEl>
                                          <p:spTgt spid="22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727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2302632 L 0.3744896 -0.1545548 E" pathEditMode="relative" ptsTypes="">
                                      <p:cBhvr>
                                        <p:cTn id="1728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29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30" dur="1000" fill="hold"/>
                                        <p:tgtEl>
                                          <p:spTgt spid="22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731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2302632 L 0.3809409 -0.1545548 E" pathEditMode="relative" ptsTypes="">
                                      <p:cBhvr>
                                        <p:cTn id="1732" dur="10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33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34" dur="1000" fill="hold"/>
                                        <p:tgtEl>
                                          <p:spTgt spid="22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735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2302632 L 0.3873922 -0.1545548 E" pathEditMode="relative" ptsTypes="">
                                      <p:cBhvr>
                                        <p:cTn id="1736" dur="10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37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38" dur="1000" fill="hold"/>
                                        <p:tgtEl>
                                          <p:spTgt spid="22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73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2302632 L 0.3755955 -0.1774929 E" pathEditMode="relative" ptsTypes="">
                                      <p:cBhvr>
                                        <p:cTn id="1740" dur="10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4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42" dur="1000" fill="hold"/>
                                        <p:tgtEl>
                                          <p:spTgt spid="21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74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2302632 L 0.3820468 -0.1774929 E" pathEditMode="relative" ptsTypes="">
                                      <p:cBhvr>
                                        <p:cTn id="1744" dur="10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4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46" dur="1000" fill="hold"/>
                                        <p:tgtEl>
                                          <p:spTgt spid="21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74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2302632 L 0.3884982 -0.1774929 E" pathEditMode="relative" ptsTypes="">
                                      <p:cBhvr>
                                        <p:cTn id="1748" dur="10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4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50" dur="1000" fill="hold"/>
                                        <p:tgtEl>
                                          <p:spTgt spid="21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75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2302632 L 0.3755955 -0.1660239 E" pathEditMode="relative" ptsTypes="">
                                      <p:cBhvr>
                                        <p:cTn id="1752" dur="10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5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54" dur="1000" fill="hold"/>
                                        <p:tgtEl>
                                          <p:spTgt spid="21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75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2302632 L 0.3820468 -0.1660239 E" pathEditMode="relative" ptsTypes="">
                                      <p:cBhvr>
                                        <p:cTn id="1756" dur="10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5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58" dur="1000" fill="hold"/>
                                        <p:tgtEl>
                                          <p:spTgt spid="21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75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2302632 L 0.3884982 -0.1660239 E" pathEditMode="relative" ptsTypes="">
                                      <p:cBhvr>
                                        <p:cTn id="1760" dur="10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6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6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76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2302632 L 0.3755955 -0.1545548 E" pathEditMode="relative" ptsTypes="">
                                      <p:cBhvr>
                                        <p:cTn id="1764" dur="10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6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66" dur="1000" fill="hold"/>
                                        <p:tgtEl>
                                          <p:spTgt spid="21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76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2302632 L 0.3820468 -0.1545548 E" pathEditMode="relative" ptsTypes="">
                                      <p:cBhvr>
                                        <p:cTn id="1768" dur="1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6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70" dur="1000" fill="hold"/>
                                        <p:tgtEl>
                                          <p:spTgt spid="21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  <p:par>
                                <p:cTn id="177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8586 -0.2302632 L 0.3884982 -0.1545548 E" pathEditMode="relative" ptsTypes="">
                                      <p:cBhvr>
                                        <p:cTn id="1772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7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74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14943" y="114943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3" grpId="0" animBg="1"/>
      <p:bldP spid="233" grpId="1" animBg="1"/>
      <p:bldP spid="233" grpId="2" animBg="1"/>
      <p:bldP spid="233" grpId="3" animBg="1"/>
      <p:bldP spid="2" grpId="0" animBg="1"/>
      <p:bldP spid="2" grpId="1" animBg="1"/>
      <p:bldP spid="2" grpId="2" animBg="1"/>
      <p:bldP spid="2" grpId="3" animBg="1"/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/>
      <p:bldP spid="29" grpId="1"/>
      <p:bldP spid="29" grpId="2"/>
      <p:bldP spid="29" grpId="3"/>
      <p:bldP spid="30" grpId="0"/>
      <p:bldP spid="30" grpId="1"/>
      <p:bldP spid="30" grpId="2"/>
      <p:bldP spid="30" grpId="3"/>
      <p:bldP spid="31" grpId="0"/>
      <p:bldP spid="31" grpId="1"/>
      <p:bldP spid="31" grpId="2"/>
      <p:bldP spid="31" grpId="3"/>
      <p:bldP spid="32" grpId="0"/>
      <p:bldP spid="32" grpId="1"/>
      <p:bldP spid="32" grpId="2"/>
      <p:bldP spid="32" grpId="3"/>
      <p:bldP spid="33" grpId="0"/>
      <p:bldP spid="33" grpId="1"/>
      <p:bldP spid="33" grpId="2"/>
      <p:bldP spid="33" grpId="3"/>
      <p:bldP spid="34" grpId="0"/>
      <p:bldP spid="34" grpId="1"/>
      <p:bldP spid="34" grpId="2"/>
      <p:bldP spid="34" grpId="3"/>
      <p:bldP spid="35" grpId="0"/>
      <p:bldP spid="35" grpId="1"/>
      <p:bldP spid="35" grpId="2"/>
      <p:bldP spid="35" grpId="3"/>
      <p:bldP spid="36" grpId="0"/>
      <p:bldP spid="36" grpId="1"/>
      <p:bldP spid="36" grpId="2"/>
      <p:bldP spid="36" grpId="3"/>
      <p:bldP spid="37" grpId="0"/>
      <p:bldP spid="37" grpId="1"/>
      <p:bldP spid="37" grpId="2"/>
      <p:bldP spid="37" grpId="3"/>
      <p:bldP spid="38" grpId="0"/>
      <p:bldP spid="38" grpId="1"/>
      <p:bldP spid="38" grpId="2"/>
      <p:bldP spid="38" grpId="3"/>
      <p:bldP spid="39" grpId="0"/>
      <p:bldP spid="39" grpId="1"/>
      <p:bldP spid="39" grpId="2"/>
      <p:bldP spid="39" grpId="3"/>
      <p:bldP spid="40" grpId="0"/>
      <p:bldP spid="40" grpId="1"/>
      <p:bldP spid="40" grpId="2"/>
      <p:bldP spid="40" grpId="3"/>
      <p:bldP spid="41" grpId="0"/>
      <p:bldP spid="41" grpId="1"/>
      <p:bldP spid="41" grpId="2"/>
      <p:bldP spid="41" grpId="3"/>
      <p:bldP spid="42" grpId="0"/>
      <p:bldP spid="42" grpId="1"/>
      <p:bldP spid="42" grpId="2"/>
      <p:bldP spid="42" grpId="3"/>
      <p:bldP spid="43" grpId="0"/>
      <p:bldP spid="43" grpId="1"/>
      <p:bldP spid="43" grpId="2"/>
      <p:bldP spid="43" grpId="3"/>
      <p:bldP spid="44" grpId="0"/>
      <p:bldP spid="44" grpId="1"/>
      <p:bldP spid="44" grpId="2"/>
      <p:bldP spid="44" grpId="3"/>
      <p:bldP spid="45" grpId="0"/>
      <p:bldP spid="45" grpId="1"/>
      <p:bldP spid="45" grpId="2"/>
      <p:bldP spid="45" grpId="3"/>
      <p:bldP spid="46" grpId="0"/>
      <p:bldP spid="46" grpId="1"/>
      <p:bldP spid="46" grpId="2"/>
      <p:bldP spid="46" grpId="3"/>
      <p:bldP spid="47" grpId="0"/>
      <p:bldP spid="47" grpId="1"/>
      <p:bldP spid="47" grpId="2"/>
      <p:bldP spid="47" grpId="3"/>
      <p:bldP spid="48" grpId="0"/>
      <p:bldP spid="48" grpId="1"/>
      <p:bldP spid="48" grpId="2"/>
      <p:bldP spid="48" grpId="3"/>
      <p:bldP spid="49" grpId="0"/>
      <p:bldP spid="49" grpId="1"/>
      <p:bldP spid="49" grpId="2"/>
      <p:bldP spid="49" grpId="3"/>
      <p:bldP spid="50" grpId="0"/>
      <p:bldP spid="50" grpId="1"/>
      <p:bldP spid="50" grpId="2"/>
      <p:bldP spid="50" grpId="3"/>
      <p:bldP spid="51" grpId="0"/>
      <p:bldP spid="51" grpId="1"/>
      <p:bldP spid="51" grpId="2"/>
      <p:bldP spid="51" grpId="3"/>
      <p:bldP spid="52" grpId="0"/>
      <p:bldP spid="52" grpId="1"/>
      <p:bldP spid="52" grpId="2"/>
      <p:bldP spid="52" grpId="3"/>
      <p:bldP spid="53" grpId="0"/>
      <p:bldP spid="53" grpId="1"/>
      <p:bldP spid="53" grpId="2"/>
      <p:bldP spid="53" grpId="3"/>
      <p:bldP spid="54" grpId="0"/>
      <p:bldP spid="54" grpId="1"/>
      <p:bldP spid="54" grpId="2"/>
      <p:bldP spid="54" grpId="3"/>
      <p:bldP spid="55" grpId="0"/>
      <p:bldP spid="55" grpId="1"/>
      <p:bldP spid="55" grpId="2"/>
      <p:bldP spid="55" grpId="3"/>
      <p:bldP spid="56" grpId="0"/>
      <p:bldP spid="56" grpId="1"/>
      <p:bldP spid="56" grpId="2"/>
      <p:bldP spid="56" grpId="3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59" grpId="0" animBg="1"/>
      <p:bldP spid="59" grpId="1" animBg="1"/>
      <p:bldP spid="59" grpId="2" animBg="1"/>
      <p:bldP spid="59" grpId="3" animBg="1"/>
      <p:bldP spid="60" grpId="0" animBg="1"/>
      <p:bldP spid="60" grpId="1" animBg="1"/>
      <p:bldP spid="60" grpId="2" animBg="1"/>
      <p:bldP spid="60" grpId="3" animBg="1"/>
      <p:bldP spid="61" grpId="0" animBg="1"/>
      <p:bldP spid="61" grpId="1" animBg="1"/>
      <p:bldP spid="61" grpId="2" animBg="1"/>
      <p:bldP spid="61" grpId="3" animBg="1"/>
      <p:bldP spid="62" grpId="0" animBg="1"/>
      <p:bldP spid="62" grpId="1" animBg="1"/>
      <p:bldP spid="62" grpId="2" animBg="1"/>
      <p:bldP spid="62" grpId="3" animBg="1"/>
      <p:bldP spid="63" grpId="0" animBg="1"/>
      <p:bldP spid="63" grpId="1" animBg="1"/>
      <p:bldP spid="63" grpId="2" animBg="1"/>
      <p:bldP spid="63" grpId="3" animBg="1"/>
      <p:bldP spid="64" grpId="0" animBg="1"/>
      <p:bldP spid="64" grpId="1" animBg="1"/>
      <p:bldP spid="64" grpId="2" animBg="1"/>
      <p:bldP spid="64" grpId="3" animBg="1"/>
      <p:bldP spid="65" grpId="0" animBg="1"/>
      <p:bldP spid="65" grpId="1" animBg="1"/>
      <p:bldP spid="65" grpId="2" animBg="1"/>
      <p:bldP spid="65" grpId="3" animBg="1"/>
      <p:bldP spid="66" grpId="0" animBg="1"/>
      <p:bldP spid="66" grpId="1" animBg="1"/>
      <p:bldP spid="66" grpId="2" animBg="1"/>
      <p:bldP spid="66" grpId="3" animBg="1"/>
      <p:bldP spid="67" grpId="0" animBg="1"/>
      <p:bldP spid="67" grpId="1" animBg="1"/>
      <p:bldP spid="67" grpId="2" animBg="1"/>
      <p:bldP spid="67" grpId="3" animBg="1"/>
      <p:bldP spid="68" grpId="0" animBg="1"/>
      <p:bldP spid="68" grpId="1" animBg="1"/>
      <p:bldP spid="68" grpId="2" animBg="1"/>
      <p:bldP spid="68" grpId="3" animBg="1"/>
      <p:bldP spid="69" grpId="0" animBg="1"/>
      <p:bldP spid="69" grpId="1" animBg="1"/>
      <p:bldP spid="69" grpId="2" animBg="1"/>
      <p:bldP spid="69" grpId="3" animBg="1"/>
      <p:bldP spid="70" grpId="0" animBg="1"/>
      <p:bldP spid="70" grpId="1" animBg="1"/>
      <p:bldP spid="70" grpId="2" animBg="1"/>
      <p:bldP spid="70" grpId="3" animBg="1"/>
      <p:bldP spid="71" grpId="0" animBg="1"/>
      <p:bldP spid="71" grpId="1" animBg="1"/>
      <p:bldP spid="71" grpId="2" animBg="1"/>
      <p:bldP spid="71" grpId="3" animBg="1"/>
      <p:bldP spid="72" grpId="0" animBg="1"/>
      <p:bldP spid="72" grpId="1" animBg="1"/>
      <p:bldP spid="72" grpId="2" animBg="1"/>
      <p:bldP spid="72" grpId="3" animBg="1"/>
      <p:bldP spid="73" grpId="0" animBg="1"/>
      <p:bldP spid="73" grpId="1" animBg="1"/>
      <p:bldP spid="73" grpId="2" animBg="1"/>
      <p:bldP spid="73" grpId="3" animBg="1"/>
      <p:bldP spid="74" grpId="0" animBg="1"/>
      <p:bldP spid="74" grpId="1" animBg="1"/>
      <p:bldP spid="74" grpId="2" animBg="1"/>
      <p:bldP spid="74" grpId="3" animBg="1"/>
      <p:bldP spid="75" grpId="0" animBg="1"/>
      <p:bldP spid="75" grpId="1" animBg="1"/>
      <p:bldP spid="75" grpId="2" animBg="1"/>
      <p:bldP spid="75" grpId="3" animBg="1"/>
      <p:bldP spid="76" grpId="0" animBg="1"/>
      <p:bldP spid="76" grpId="1" animBg="1"/>
      <p:bldP spid="76" grpId="2" animBg="1"/>
      <p:bldP spid="76" grpId="3" animBg="1"/>
      <p:bldP spid="77" grpId="0" animBg="1"/>
      <p:bldP spid="77" grpId="1" animBg="1"/>
      <p:bldP spid="77" grpId="2" animBg="1"/>
      <p:bldP spid="77" grpId="3" animBg="1"/>
      <p:bldP spid="78" grpId="0" animBg="1"/>
      <p:bldP spid="78" grpId="1" animBg="1"/>
      <p:bldP spid="78" grpId="2" animBg="1"/>
      <p:bldP spid="78" grpId="3" animBg="1"/>
      <p:bldP spid="79" grpId="0" animBg="1"/>
      <p:bldP spid="79" grpId="1" animBg="1"/>
      <p:bldP spid="79" grpId="2" animBg="1"/>
      <p:bldP spid="79" grpId="3" animBg="1"/>
      <p:bldP spid="80" grpId="0" animBg="1"/>
      <p:bldP spid="80" grpId="1" animBg="1"/>
      <p:bldP spid="80" grpId="2" animBg="1"/>
      <p:bldP spid="80" grpId="3" animBg="1"/>
      <p:bldP spid="81" grpId="0" animBg="1"/>
      <p:bldP spid="81" grpId="1" animBg="1"/>
      <p:bldP spid="81" grpId="2" animBg="1"/>
      <p:bldP spid="81" grpId="3" animBg="1"/>
      <p:bldP spid="82" grpId="0" animBg="1"/>
      <p:bldP spid="82" grpId="1" animBg="1"/>
      <p:bldP spid="82" grpId="2" animBg="1"/>
      <p:bldP spid="82" grpId="3" animBg="1"/>
      <p:bldP spid="83" grpId="0" animBg="1"/>
      <p:bldP spid="83" grpId="1" animBg="1"/>
      <p:bldP spid="83" grpId="2" animBg="1"/>
      <p:bldP spid="83" grpId="3" animBg="1"/>
      <p:bldP spid="84" grpId="0" animBg="1"/>
      <p:bldP spid="84" grpId="1" animBg="1"/>
      <p:bldP spid="84" grpId="2" animBg="1"/>
      <p:bldP spid="84" grpId="3" animBg="1"/>
      <p:bldP spid="85" grpId="0" animBg="1"/>
      <p:bldP spid="85" grpId="1" animBg="1"/>
      <p:bldP spid="85" grpId="2" animBg="1"/>
      <p:bldP spid="85" grpId="3" animBg="1"/>
      <p:bldP spid="86" grpId="0" animBg="1"/>
      <p:bldP spid="86" grpId="1" animBg="1"/>
      <p:bldP spid="86" grpId="2" animBg="1"/>
      <p:bldP spid="86" grpId="3" animBg="1"/>
      <p:bldP spid="87" grpId="0" animBg="1"/>
      <p:bldP spid="87" grpId="1" animBg="1"/>
      <p:bldP spid="87" grpId="2" animBg="1"/>
      <p:bldP spid="87" grpId="3" animBg="1"/>
      <p:bldP spid="88" grpId="0" animBg="1"/>
      <p:bldP spid="88" grpId="1" animBg="1"/>
      <p:bldP spid="88" grpId="2" animBg="1"/>
      <p:bldP spid="88" grpId="3" animBg="1"/>
      <p:bldP spid="89" grpId="0" animBg="1"/>
      <p:bldP spid="89" grpId="1" animBg="1"/>
      <p:bldP spid="89" grpId="2" animBg="1"/>
      <p:bldP spid="89" grpId="3" animBg="1"/>
      <p:bldP spid="90" grpId="0" animBg="1"/>
      <p:bldP spid="90" grpId="1" animBg="1"/>
      <p:bldP spid="90" grpId="2" animBg="1"/>
      <p:bldP spid="90" grpId="3" animBg="1"/>
      <p:bldP spid="91" grpId="0" animBg="1"/>
      <p:bldP spid="91" grpId="1" animBg="1"/>
      <p:bldP spid="91" grpId="2" animBg="1"/>
      <p:bldP spid="91" grpId="3" animBg="1"/>
      <p:bldP spid="92" grpId="0" animBg="1"/>
      <p:bldP spid="92" grpId="1" animBg="1"/>
      <p:bldP spid="92" grpId="2" animBg="1"/>
      <p:bldP spid="92" grpId="3" animBg="1"/>
      <p:bldP spid="93" grpId="0" animBg="1"/>
      <p:bldP spid="93" grpId="1" animBg="1"/>
      <p:bldP spid="93" grpId="2" animBg="1"/>
      <p:bldP spid="94" grpId="0" animBg="1"/>
      <p:bldP spid="94" grpId="1" animBg="1"/>
      <p:bldP spid="94" grpId="2" animBg="1"/>
      <p:bldP spid="95" grpId="0" animBg="1"/>
      <p:bldP spid="95" grpId="1" animBg="1"/>
      <p:bldP spid="95" grpId="2" animBg="1"/>
      <p:bldP spid="96" grpId="0" animBg="1"/>
      <p:bldP spid="96" grpId="1" animBg="1"/>
      <p:bldP spid="96" grpId="2" animBg="1"/>
      <p:bldP spid="97" grpId="0" animBg="1"/>
      <p:bldP spid="97" grpId="1" animBg="1"/>
      <p:bldP spid="97" grpId="2" animBg="1"/>
      <p:bldP spid="98" grpId="0" animBg="1"/>
      <p:bldP spid="98" grpId="1" animBg="1"/>
      <p:bldP spid="98" grpId="2" animBg="1"/>
      <p:bldP spid="99" grpId="0" animBg="1"/>
      <p:bldP spid="99" grpId="1" animBg="1"/>
      <p:bldP spid="99" grpId="2" animBg="1"/>
      <p:bldP spid="100" grpId="0" animBg="1"/>
      <p:bldP spid="100" grpId="1" animBg="1"/>
      <p:bldP spid="100" grpId="2" animBg="1"/>
      <p:bldP spid="101" grpId="0" animBg="1"/>
      <p:bldP spid="101" grpId="1" animBg="1"/>
      <p:bldP spid="101" grpId="2" animBg="1"/>
      <p:bldP spid="102" grpId="0" animBg="1"/>
      <p:bldP spid="102" grpId="1" animBg="1"/>
      <p:bldP spid="102" grpId="2" animBg="1"/>
      <p:bldP spid="103" grpId="0" animBg="1"/>
      <p:bldP spid="103" grpId="1" animBg="1"/>
      <p:bldP spid="103" grpId="2" animBg="1"/>
      <p:bldP spid="104" grpId="0" animBg="1"/>
      <p:bldP spid="104" grpId="1" animBg="1"/>
      <p:bldP spid="104" grpId="2" animBg="1"/>
      <p:bldP spid="105" grpId="0" animBg="1"/>
      <p:bldP spid="105" grpId="1" animBg="1"/>
      <p:bldP spid="105" grpId="2" animBg="1"/>
      <p:bldP spid="106" grpId="0" animBg="1"/>
      <p:bldP spid="106" grpId="1" animBg="1"/>
      <p:bldP spid="106" grpId="2" animBg="1"/>
      <p:bldP spid="107" grpId="0" animBg="1"/>
      <p:bldP spid="107" grpId="1" animBg="1"/>
      <p:bldP spid="107" grpId="2" animBg="1"/>
      <p:bldP spid="108" grpId="0" animBg="1"/>
      <p:bldP spid="108" grpId="1" animBg="1"/>
      <p:bldP spid="108" grpId="2" animBg="1"/>
      <p:bldP spid="109" grpId="0" animBg="1"/>
      <p:bldP spid="109" grpId="1" animBg="1"/>
      <p:bldP spid="109" grpId="2" animBg="1"/>
      <p:bldP spid="110" grpId="0" animBg="1"/>
      <p:bldP spid="110" grpId="1" animBg="1"/>
      <p:bldP spid="110" grpId="2" animBg="1"/>
      <p:bldP spid="111" grpId="0" animBg="1"/>
      <p:bldP spid="111" grpId="1" animBg="1"/>
      <p:bldP spid="111" grpId="2" animBg="1"/>
      <p:bldP spid="112" grpId="0" animBg="1"/>
      <p:bldP spid="112" grpId="1" animBg="1"/>
      <p:bldP spid="112" grpId="2" animBg="1"/>
      <p:bldP spid="113" grpId="0" animBg="1"/>
      <p:bldP spid="113" grpId="1" animBg="1"/>
      <p:bldP spid="113" grpId="2" animBg="1"/>
      <p:bldP spid="114" grpId="0" animBg="1"/>
      <p:bldP spid="114" grpId="1" animBg="1"/>
      <p:bldP spid="114" grpId="2" animBg="1"/>
      <p:bldP spid="115" grpId="0" animBg="1"/>
      <p:bldP spid="115" grpId="1" animBg="1"/>
      <p:bldP spid="115" grpId="2" animBg="1"/>
      <p:bldP spid="116" grpId="0" animBg="1"/>
      <p:bldP spid="116" grpId="1" animBg="1"/>
      <p:bldP spid="116" grpId="2" animBg="1"/>
      <p:bldP spid="117" grpId="0" animBg="1"/>
      <p:bldP spid="117" grpId="1" animBg="1"/>
      <p:bldP spid="117" grpId="2" animBg="1"/>
      <p:bldP spid="118" grpId="0" animBg="1"/>
      <p:bldP spid="118" grpId="1" animBg="1"/>
      <p:bldP spid="118" grpId="2" animBg="1"/>
      <p:bldP spid="119" grpId="0" animBg="1"/>
      <p:bldP spid="119" grpId="1" animBg="1"/>
      <p:bldP spid="119" grpId="2" animBg="1"/>
      <p:bldP spid="120" grpId="0" animBg="1"/>
      <p:bldP spid="120" grpId="1" animBg="1"/>
      <p:bldP spid="120" grpId="2" animBg="1"/>
      <p:bldP spid="121" grpId="0" animBg="1"/>
      <p:bldP spid="121" grpId="1" animBg="1"/>
      <p:bldP spid="121" grpId="2" animBg="1"/>
      <p:bldP spid="122" grpId="0" animBg="1"/>
      <p:bldP spid="122" grpId="1" animBg="1"/>
      <p:bldP spid="122" grpId="2" animBg="1"/>
      <p:bldP spid="123" grpId="0" animBg="1"/>
      <p:bldP spid="123" grpId="1" animBg="1"/>
      <p:bldP spid="123" grpId="2" animBg="1"/>
      <p:bldP spid="124" grpId="0" animBg="1"/>
      <p:bldP spid="124" grpId="1" animBg="1"/>
      <p:bldP spid="124" grpId="2" animBg="1"/>
      <p:bldP spid="125" grpId="0" animBg="1"/>
      <p:bldP spid="125" grpId="1" animBg="1"/>
      <p:bldP spid="125" grpId="2" animBg="1"/>
      <p:bldP spid="126" grpId="0" animBg="1"/>
      <p:bldP spid="126" grpId="1" animBg="1"/>
      <p:bldP spid="126" grpId="2" animBg="1"/>
      <p:bldP spid="127" grpId="0" animBg="1"/>
      <p:bldP spid="127" grpId="1" animBg="1"/>
      <p:bldP spid="127" grpId="2" animBg="1"/>
      <p:bldP spid="128" grpId="0" animBg="1"/>
      <p:bldP spid="128" grpId="1" animBg="1"/>
      <p:bldP spid="128" grpId="2" animBg="1"/>
      <p:bldP spid="129" grpId="0"/>
      <p:bldP spid="129" grpId="1"/>
      <p:bldP spid="129" grpId="2"/>
      <p:bldP spid="129" grpId="3"/>
      <p:bldP spid="130" grpId="0"/>
      <p:bldP spid="130" grpId="1"/>
      <p:bldP spid="130" grpId="2"/>
      <p:bldP spid="130" grpId="3"/>
      <p:bldP spid="131" grpId="0"/>
      <p:bldP spid="131" grpId="1"/>
      <p:bldP spid="131" grpId="2"/>
      <p:bldP spid="131" grpId="3"/>
      <p:bldP spid="132" grpId="0"/>
      <p:bldP spid="132" grpId="1"/>
      <p:bldP spid="132" grpId="2"/>
      <p:bldP spid="132" grpId="3"/>
      <p:bldP spid="133" grpId="0"/>
      <p:bldP spid="133" grpId="1"/>
      <p:bldP spid="133" grpId="2"/>
      <p:bldP spid="133" grpId="3"/>
      <p:bldP spid="134" grpId="0"/>
      <p:bldP spid="134" grpId="1"/>
      <p:bldP spid="134" grpId="2"/>
      <p:bldP spid="134" grpId="3"/>
      <p:bldP spid="135" grpId="0"/>
      <p:bldP spid="135" grpId="1"/>
      <p:bldP spid="135" grpId="2"/>
      <p:bldP spid="135" grpId="3"/>
      <p:bldP spid="136" grpId="0"/>
      <p:bldP spid="136" grpId="1"/>
      <p:bldP spid="136" grpId="2"/>
      <p:bldP spid="136" grpId="3"/>
      <p:bldP spid="137" grpId="0"/>
      <p:bldP spid="137" grpId="1"/>
      <p:bldP spid="137" grpId="2"/>
      <p:bldP spid="137" grpId="3"/>
      <p:bldP spid="138" grpId="0"/>
      <p:bldP spid="138" grpId="1"/>
      <p:bldP spid="138" grpId="2"/>
      <p:bldP spid="138" grpId="3"/>
      <p:bldP spid="139" grpId="0"/>
      <p:bldP spid="139" grpId="1"/>
      <p:bldP spid="139" grpId="2"/>
      <p:bldP spid="139" grpId="3"/>
      <p:bldP spid="140" grpId="0"/>
      <p:bldP spid="140" grpId="1"/>
      <p:bldP spid="140" grpId="2"/>
      <p:bldP spid="140" grpId="3"/>
      <p:bldP spid="141" grpId="0"/>
      <p:bldP spid="141" grpId="1"/>
      <p:bldP spid="141" grpId="2"/>
      <p:bldP spid="141" grpId="3"/>
      <p:bldP spid="142" grpId="0"/>
      <p:bldP spid="142" grpId="1"/>
      <p:bldP spid="142" grpId="2"/>
      <p:bldP spid="142" grpId="3"/>
      <p:bldP spid="143" grpId="0"/>
      <p:bldP spid="143" grpId="1"/>
      <p:bldP spid="143" grpId="2"/>
      <p:bldP spid="143" grpId="3"/>
      <p:bldP spid="144" grpId="0"/>
      <p:bldP spid="144" grpId="1"/>
      <p:bldP spid="144" grpId="2"/>
      <p:bldP spid="144" grpId="3"/>
      <p:bldP spid="145" grpId="0"/>
      <p:bldP spid="145" grpId="1"/>
      <p:bldP spid="145" grpId="2"/>
      <p:bldP spid="145" grpId="3"/>
      <p:bldP spid="146" grpId="0"/>
      <p:bldP spid="146" grpId="1"/>
      <p:bldP spid="146" grpId="2"/>
      <p:bldP spid="146" grpId="3"/>
      <p:bldP spid="147" grpId="0"/>
      <p:bldP spid="147" grpId="1"/>
      <p:bldP spid="147" grpId="2"/>
      <p:bldP spid="147" grpId="3"/>
      <p:bldP spid="148" grpId="0"/>
      <p:bldP spid="148" grpId="1"/>
      <p:bldP spid="148" grpId="2"/>
      <p:bldP spid="148" grpId="3"/>
      <p:bldP spid="149" grpId="0"/>
      <p:bldP spid="149" grpId="1"/>
      <p:bldP spid="149" grpId="2"/>
      <p:bldP spid="149" grpId="3"/>
      <p:bldP spid="150" grpId="0"/>
      <p:bldP spid="150" grpId="1"/>
      <p:bldP spid="150" grpId="2"/>
      <p:bldP spid="150" grpId="3"/>
      <p:bldP spid="151" grpId="0"/>
      <p:bldP spid="151" grpId="1"/>
      <p:bldP spid="151" grpId="2"/>
      <p:bldP spid="151" grpId="3"/>
      <p:bldP spid="152" grpId="0"/>
      <p:bldP spid="152" grpId="1"/>
      <p:bldP spid="152" grpId="2"/>
      <p:bldP spid="152" grpId="3"/>
      <p:bldP spid="153" grpId="0"/>
      <p:bldP spid="153" grpId="1"/>
      <p:bldP spid="153" grpId="2"/>
      <p:bldP spid="153" grpId="3"/>
      <p:bldP spid="154" grpId="0"/>
      <p:bldP spid="154" grpId="1"/>
      <p:bldP spid="154" grpId="2"/>
      <p:bldP spid="154" grpId="3"/>
      <p:bldP spid="155" grpId="0"/>
      <p:bldP spid="155" grpId="1"/>
      <p:bldP spid="155" grpId="2"/>
      <p:bldP spid="155" grpId="3"/>
      <p:bldP spid="156" grpId="0"/>
      <p:bldP spid="156" grpId="1"/>
      <p:bldP spid="156" grpId="2"/>
      <p:bldP spid="156" grpId="3"/>
      <p:bldP spid="157" grpId="0"/>
      <p:bldP spid="157" grpId="1"/>
      <p:bldP spid="157" grpId="2"/>
      <p:bldP spid="157" grpId="3"/>
      <p:bldP spid="158" grpId="0"/>
      <p:bldP spid="158" grpId="1"/>
      <p:bldP spid="158" grpId="2"/>
      <p:bldP spid="158" grpId="3"/>
      <p:bldP spid="159" grpId="0"/>
      <p:bldP spid="159" grpId="1"/>
      <p:bldP spid="159" grpId="2"/>
      <p:bldP spid="159" grpId="3"/>
      <p:bldP spid="160" grpId="0"/>
      <p:bldP spid="160" grpId="1"/>
      <p:bldP spid="160" grpId="2"/>
      <p:bldP spid="160" grpId="3"/>
      <p:bldP spid="161" grpId="0"/>
      <p:bldP spid="161" grpId="1"/>
      <p:bldP spid="161" grpId="2"/>
      <p:bldP spid="161" grpId="3"/>
      <p:bldP spid="162" grpId="0"/>
      <p:bldP spid="162" grpId="1"/>
      <p:bldP spid="162" grpId="2"/>
      <p:bldP spid="162" grpId="3"/>
      <p:bldP spid="163" grpId="0"/>
      <p:bldP spid="163" grpId="1"/>
      <p:bldP spid="163" grpId="2"/>
      <p:bldP spid="163" grpId="3"/>
      <p:bldP spid="164" grpId="0"/>
      <p:bldP spid="164" grpId="1"/>
      <p:bldP spid="164" grpId="2"/>
      <p:bldP spid="164" grpId="3"/>
      <p:bldP spid="165" grpId="0"/>
      <p:bldP spid="165" grpId="1"/>
      <p:bldP spid="165" grpId="2"/>
      <p:bldP spid="166" grpId="0"/>
      <p:bldP spid="166" grpId="1"/>
      <p:bldP spid="166" grpId="2"/>
      <p:bldP spid="167" grpId="0"/>
      <p:bldP spid="167" grpId="1"/>
      <p:bldP spid="167" grpId="2"/>
      <p:bldP spid="168" grpId="0"/>
      <p:bldP spid="168" grpId="1"/>
      <p:bldP spid="168" grpId="2"/>
      <p:bldP spid="169" grpId="0"/>
      <p:bldP spid="169" grpId="1"/>
      <p:bldP spid="169" grpId="2"/>
      <p:bldP spid="170" grpId="0"/>
      <p:bldP spid="170" grpId="1"/>
      <p:bldP spid="170" grpId="2"/>
      <p:bldP spid="171" grpId="0"/>
      <p:bldP spid="171" grpId="1"/>
      <p:bldP spid="171" grpId="2"/>
      <p:bldP spid="172" grpId="0"/>
      <p:bldP spid="172" grpId="1"/>
      <p:bldP spid="172" grpId="2"/>
      <p:bldP spid="173" grpId="0"/>
      <p:bldP spid="173" grpId="1"/>
      <p:bldP spid="173" grpId="2"/>
      <p:bldP spid="174" grpId="0"/>
      <p:bldP spid="174" grpId="1"/>
      <p:bldP spid="174" grpId="2"/>
      <p:bldP spid="175" grpId="0"/>
      <p:bldP spid="175" grpId="1"/>
      <p:bldP spid="175" grpId="2"/>
      <p:bldP spid="176" grpId="0"/>
      <p:bldP spid="176" grpId="1"/>
      <p:bldP spid="176" grpId="2"/>
      <p:bldP spid="177" grpId="0"/>
      <p:bldP spid="177" grpId="1"/>
      <p:bldP spid="177" grpId="2"/>
      <p:bldP spid="178" grpId="0"/>
      <p:bldP spid="178" grpId="1"/>
      <p:bldP spid="178" grpId="2"/>
      <p:bldP spid="179" grpId="0"/>
      <p:bldP spid="179" grpId="1"/>
      <p:bldP spid="179" grpId="2"/>
      <p:bldP spid="180" grpId="0"/>
      <p:bldP spid="180" grpId="1"/>
      <p:bldP spid="180" grpId="2"/>
      <p:bldP spid="181" grpId="0"/>
      <p:bldP spid="181" grpId="1"/>
      <p:bldP spid="181" grpId="2"/>
      <p:bldP spid="182" grpId="0"/>
      <p:bldP spid="182" grpId="1"/>
      <p:bldP spid="182" grpId="2"/>
      <p:bldP spid="183" grpId="0"/>
      <p:bldP spid="183" grpId="1"/>
      <p:bldP spid="183" grpId="2"/>
      <p:bldP spid="184" grpId="0"/>
      <p:bldP spid="184" grpId="1"/>
      <p:bldP spid="184" grpId="2"/>
      <p:bldP spid="185" grpId="0"/>
      <p:bldP spid="185" grpId="1"/>
      <p:bldP spid="185" grpId="2"/>
      <p:bldP spid="186" grpId="0"/>
      <p:bldP spid="186" grpId="1"/>
      <p:bldP spid="186" grpId="2"/>
      <p:bldP spid="187" grpId="0"/>
      <p:bldP spid="187" grpId="1"/>
      <p:bldP spid="187" grpId="2"/>
      <p:bldP spid="188" grpId="0"/>
      <p:bldP spid="188" grpId="1"/>
      <p:bldP spid="188" grpId="2"/>
      <p:bldP spid="189" grpId="0"/>
      <p:bldP spid="189" grpId="1"/>
      <p:bldP spid="189" grpId="2"/>
      <p:bldP spid="190" grpId="0"/>
      <p:bldP spid="190" grpId="1"/>
      <p:bldP spid="190" grpId="2"/>
      <p:bldP spid="191" grpId="0"/>
      <p:bldP spid="191" grpId="1"/>
      <p:bldP spid="191" grpId="2"/>
      <p:bldP spid="192" grpId="0"/>
      <p:bldP spid="192" grpId="1"/>
      <p:bldP spid="192" grpId="2"/>
      <p:bldP spid="193" grpId="0"/>
      <p:bldP spid="193" grpId="1"/>
      <p:bldP spid="193" grpId="2"/>
      <p:bldP spid="194" grpId="0"/>
      <p:bldP spid="194" grpId="1"/>
      <p:bldP spid="194" grpId="2"/>
      <p:bldP spid="195" grpId="0"/>
      <p:bldP spid="195" grpId="1"/>
      <p:bldP spid="195" grpId="2"/>
      <p:bldP spid="196" grpId="0"/>
      <p:bldP spid="196" grpId="1"/>
      <p:bldP spid="196" grpId="2"/>
      <p:bldP spid="197" grpId="0"/>
      <p:bldP spid="197" grpId="1"/>
      <p:bldP spid="197" grpId="2"/>
      <p:bldP spid="198" grpId="0"/>
      <p:bldP spid="198" grpId="1"/>
      <p:bldP spid="198" grpId="2"/>
      <p:bldP spid="199" grpId="0"/>
      <p:bldP spid="199" grpId="1"/>
      <p:bldP spid="199" grpId="2"/>
      <p:bldP spid="200" grpId="0"/>
      <p:bldP spid="200" grpId="1"/>
      <p:bldP spid="200" grpId="2"/>
      <p:bldP spid="201" grpId="0"/>
      <p:bldP spid="201" grpId="1"/>
      <p:bldP spid="201" grpId="2"/>
      <p:bldP spid="202" grpId="0" animBg="1"/>
      <p:bldP spid="203" grpId="0" animBg="1"/>
      <p:bldP spid="204" grpId="0" animBg="1"/>
      <p:bldP spid="205" grpId="0" animBg="1"/>
      <p:bldP spid="206" grpId="0" animBg="1"/>
      <p:bldP spid="207" grpId="0" animBg="1"/>
      <p:bldP spid="208" grpId="0" animBg="1"/>
      <p:bldP spid="209" grpId="0" animBg="1"/>
      <p:bldP spid="210" grpId="0" animBg="1"/>
      <p:bldP spid="211" grpId="0"/>
      <p:bldP spid="211" grpId="1"/>
      <p:bldP spid="211" grpId="2"/>
      <p:bldP spid="211" grpId="3"/>
      <p:bldP spid="212" grpId="0"/>
      <p:bldP spid="212" grpId="1"/>
      <p:bldP spid="212" grpId="2"/>
      <p:bldP spid="212" grpId="3"/>
      <p:bldP spid="213" grpId="0"/>
      <p:bldP spid="213" grpId="1"/>
      <p:bldP spid="213" grpId="2"/>
      <p:bldP spid="213" grpId="3"/>
      <p:bldP spid="214" grpId="0"/>
      <p:bldP spid="214" grpId="1"/>
      <p:bldP spid="214" grpId="2"/>
      <p:bldP spid="214" grpId="3"/>
      <p:bldP spid="215" grpId="0"/>
      <p:bldP spid="215" grpId="1"/>
      <p:bldP spid="215" grpId="2"/>
      <p:bldP spid="215" grpId="3"/>
      <p:bldP spid="216" grpId="0"/>
      <p:bldP spid="216" grpId="1"/>
      <p:bldP spid="216" grpId="2"/>
      <p:bldP spid="216" grpId="3"/>
      <p:bldP spid="217" grpId="0"/>
      <p:bldP spid="217" grpId="1"/>
      <p:bldP spid="217" grpId="2"/>
      <p:bldP spid="217" grpId="3"/>
      <p:bldP spid="218" grpId="0"/>
      <p:bldP spid="218" grpId="1"/>
      <p:bldP spid="218" grpId="2"/>
      <p:bldP spid="218" grpId="3"/>
      <p:bldP spid="219" grpId="0"/>
      <p:bldP spid="219" grpId="1"/>
      <p:bldP spid="219" grpId="2"/>
      <p:bldP spid="219" grpId="3"/>
      <p:bldP spid="220" grpId="0" animBg="1"/>
      <p:bldP spid="220" grpId="1" animBg="1"/>
      <p:bldP spid="220" grpId="2" animBg="1"/>
      <p:bldP spid="220" grpId="3" animBg="1"/>
      <p:bldP spid="220" grpId="4" animBg="1"/>
      <p:bldP spid="221" grpId="0" animBg="1"/>
      <p:bldP spid="221" grpId="1" animBg="1"/>
      <p:bldP spid="221" grpId="2" animBg="1"/>
      <p:bldP spid="221" grpId="3" animBg="1"/>
      <p:bldP spid="221" grpId="4" animBg="1"/>
      <p:bldP spid="222" grpId="0" animBg="1"/>
      <p:bldP spid="222" grpId="1" animBg="1"/>
      <p:bldP spid="222" grpId="2" animBg="1"/>
      <p:bldP spid="222" grpId="3" animBg="1"/>
      <p:bldP spid="222" grpId="4" animBg="1"/>
      <p:bldP spid="223" grpId="0" animBg="1"/>
      <p:bldP spid="223" grpId="1" animBg="1"/>
      <p:bldP spid="223" grpId="2" animBg="1"/>
      <p:bldP spid="223" grpId="3" animBg="1"/>
      <p:bldP spid="223" grpId="4" animBg="1"/>
      <p:bldP spid="224" grpId="0" animBg="1"/>
      <p:bldP spid="224" grpId="1" animBg="1"/>
      <p:bldP spid="224" grpId="2" animBg="1"/>
      <p:bldP spid="224" grpId="3" animBg="1"/>
      <p:bldP spid="224" grpId="4" animBg="1"/>
      <p:bldP spid="225" grpId="0" animBg="1"/>
      <p:bldP spid="225" grpId="1" animBg="1"/>
      <p:bldP spid="225" grpId="2" animBg="1"/>
      <p:bldP spid="225" grpId="3" animBg="1"/>
      <p:bldP spid="225" grpId="4" animBg="1"/>
      <p:bldP spid="226" grpId="0" animBg="1"/>
      <p:bldP spid="226" grpId="1" animBg="1"/>
      <p:bldP spid="226" grpId="2" animBg="1"/>
      <p:bldP spid="226" grpId="3" animBg="1"/>
      <p:bldP spid="226" grpId="4" animBg="1"/>
      <p:bldP spid="227" grpId="0" animBg="1"/>
      <p:bldP spid="227" grpId="1" animBg="1"/>
      <p:bldP spid="227" grpId="2" animBg="1"/>
      <p:bldP spid="227" grpId="3" animBg="1"/>
      <p:bldP spid="227" grpId="4" animBg="1"/>
      <p:bldP spid="228" grpId="0" animBg="1"/>
      <p:bldP spid="228" grpId="1" animBg="1"/>
      <p:bldP spid="228" grpId="2" animBg="1"/>
      <p:bldP spid="228" grpId="3" animBg="1"/>
      <p:bldP spid="228" grpId="4" animBg="1"/>
      <p:bldP spid="229" grpId="0"/>
      <p:bldP spid="229" grpId="1"/>
      <p:bldP spid="229" grpId="2"/>
      <p:bldP spid="229" grpId="3"/>
      <p:bldP spid="230" grpId="0"/>
      <p:bldP spid="230" grpId="1"/>
      <p:bldP spid="230" grpId="2"/>
      <p:bldP spid="231" grpId="0"/>
      <p:bldP spid="231" grpId="1"/>
      <p:bldP spid="232" grpId="0"/>
      <p:bldP spid="232" grpId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" name="anim_o1488_1">
            <a:extLst>
              <a:ext uri="{FF2B5EF4-FFF2-40B4-BE49-F238E27FC236}">
                <a16:creationId xmlns:a16="http://schemas.microsoft.com/office/drawing/2014/main" id="{2DF8FB8F-9B1D-4F61-B47A-AAD122017B35}"/>
              </a:ext>
            </a:extLst>
          </p:cNvPr>
          <p:cNvSpPr>
            <a:spLocks noGrp="1"/>
          </p:cNvSpPr>
          <p:nvPr/>
        </p:nvSpPr>
        <p:spPr>
          <a:xfrm>
            <a:off x="2111404" y="1216296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1492_1">
            <a:extLst>
              <a:ext uri="{FF2B5EF4-FFF2-40B4-BE49-F238E27FC236}">
                <a16:creationId xmlns:a16="http://schemas.microsoft.com/office/drawing/2014/main" id="{A89AF6F7-88E4-42ED-A54D-CD03BFBA3EEF}"/>
              </a:ext>
            </a:extLst>
          </p:cNvPr>
          <p:cNvSpPr>
            <a:spLocks noGrp="1"/>
          </p:cNvSpPr>
          <p:nvPr/>
        </p:nvSpPr>
        <p:spPr>
          <a:xfrm>
            <a:off x="2111404" y="5451550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1496_1">
            <a:extLst>
              <a:ext uri="{FF2B5EF4-FFF2-40B4-BE49-F238E27FC236}">
                <a16:creationId xmlns:a16="http://schemas.microsoft.com/office/drawing/2014/main" id="{AE149C79-B532-40CF-B873-BCF95451FD41}"/>
              </a:ext>
            </a:extLst>
          </p:cNvPr>
          <p:cNvSpPr>
            <a:spLocks noGrp="1"/>
          </p:cNvSpPr>
          <p:nvPr/>
        </p:nvSpPr>
        <p:spPr>
          <a:xfrm>
            <a:off x="2716440" y="1216296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1500_1">
            <a:extLst>
              <a:ext uri="{FF2B5EF4-FFF2-40B4-BE49-F238E27FC236}">
                <a16:creationId xmlns:a16="http://schemas.microsoft.com/office/drawing/2014/main" id="{D35AF13C-31EC-437A-A075-290B92F5733E}"/>
              </a:ext>
            </a:extLst>
          </p:cNvPr>
          <p:cNvSpPr>
            <a:spLocks noGrp="1"/>
          </p:cNvSpPr>
          <p:nvPr/>
        </p:nvSpPr>
        <p:spPr>
          <a:xfrm>
            <a:off x="2716440" y="5451550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1504_1">
            <a:extLst>
              <a:ext uri="{FF2B5EF4-FFF2-40B4-BE49-F238E27FC236}">
                <a16:creationId xmlns:a16="http://schemas.microsoft.com/office/drawing/2014/main" id="{139475F1-A8DC-4605-B03F-77F7984A8041}"/>
              </a:ext>
            </a:extLst>
          </p:cNvPr>
          <p:cNvSpPr>
            <a:spLocks noGrp="1"/>
          </p:cNvSpPr>
          <p:nvPr/>
        </p:nvSpPr>
        <p:spPr>
          <a:xfrm>
            <a:off x="3321476" y="1216296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1508_1">
            <a:extLst>
              <a:ext uri="{FF2B5EF4-FFF2-40B4-BE49-F238E27FC236}">
                <a16:creationId xmlns:a16="http://schemas.microsoft.com/office/drawing/2014/main" id="{21F6227A-67A2-4512-839D-D8FE8CFD3BAE}"/>
              </a:ext>
            </a:extLst>
          </p:cNvPr>
          <p:cNvSpPr>
            <a:spLocks noGrp="1"/>
          </p:cNvSpPr>
          <p:nvPr/>
        </p:nvSpPr>
        <p:spPr>
          <a:xfrm>
            <a:off x="3321476" y="5451550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1512_1">
            <a:extLst>
              <a:ext uri="{FF2B5EF4-FFF2-40B4-BE49-F238E27FC236}">
                <a16:creationId xmlns:a16="http://schemas.microsoft.com/office/drawing/2014/main" id="{8AD26C33-E127-4466-AFE3-47BFFC707981}"/>
              </a:ext>
            </a:extLst>
          </p:cNvPr>
          <p:cNvSpPr>
            <a:spLocks noGrp="1"/>
          </p:cNvSpPr>
          <p:nvPr/>
        </p:nvSpPr>
        <p:spPr>
          <a:xfrm>
            <a:off x="3926513" y="1216296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1516_1">
            <a:extLst>
              <a:ext uri="{FF2B5EF4-FFF2-40B4-BE49-F238E27FC236}">
                <a16:creationId xmlns:a16="http://schemas.microsoft.com/office/drawing/2014/main" id="{48EFC7F6-287D-4E1E-B6F1-E2A6471896C9}"/>
              </a:ext>
            </a:extLst>
          </p:cNvPr>
          <p:cNvSpPr>
            <a:spLocks noGrp="1"/>
          </p:cNvSpPr>
          <p:nvPr/>
        </p:nvSpPr>
        <p:spPr>
          <a:xfrm>
            <a:off x="3926513" y="5451550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1520_1">
            <a:extLst>
              <a:ext uri="{FF2B5EF4-FFF2-40B4-BE49-F238E27FC236}">
                <a16:creationId xmlns:a16="http://schemas.microsoft.com/office/drawing/2014/main" id="{67AE482B-2B75-4589-8496-281C3F78DA4B}"/>
              </a:ext>
            </a:extLst>
          </p:cNvPr>
          <p:cNvSpPr>
            <a:spLocks noGrp="1"/>
          </p:cNvSpPr>
          <p:nvPr/>
        </p:nvSpPr>
        <p:spPr>
          <a:xfrm>
            <a:off x="4531549" y="1216296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1524_1">
            <a:extLst>
              <a:ext uri="{FF2B5EF4-FFF2-40B4-BE49-F238E27FC236}">
                <a16:creationId xmlns:a16="http://schemas.microsoft.com/office/drawing/2014/main" id="{7CD916EA-5C99-4F92-9945-ED8C0C4917BE}"/>
              </a:ext>
            </a:extLst>
          </p:cNvPr>
          <p:cNvSpPr>
            <a:spLocks noGrp="1"/>
          </p:cNvSpPr>
          <p:nvPr/>
        </p:nvSpPr>
        <p:spPr>
          <a:xfrm>
            <a:off x="4531549" y="5451550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1528_1">
            <a:extLst>
              <a:ext uri="{FF2B5EF4-FFF2-40B4-BE49-F238E27FC236}">
                <a16:creationId xmlns:a16="http://schemas.microsoft.com/office/drawing/2014/main" id="{C8547008-4C18-48BF-B8BF-7011F37D2C40}"/>
              </a:ext>
            </a:extLst>
          </p:cNvPr>
          <p:cNvSpPr>
            <a:spLocks noGrp="1"/>
          </p:cNvSpPr>
          <p:nvPr/>
        </p:nvSpPr>
        <p:spPr>
          <a:xfrm>
            <a:off x="5136585" y="1216296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1532_1">
            <a:extLst>
              <a:ext uri="{FF2B5EF4-FFF2-40B4-BE49-F238E27FC236}">
                <a16:creationId xmlns:a16="http://schemas.microsoft.com/office/drawing/2014/main" id="{AAFDDEA6-B461-481C-B50E-E05F5B81033E}"/>
              </a:ext>
            </a:extLst>
          </p:cNvPr>
          <p:cNvSpPr>
            <a:spLocks noGrp="1"/>
          </p:cNvSpPr>
          <p:nvPr/>
        </p:nvSpPr>
        <p:spPr>
          <a:xfrm>
            <a:off x="5136585" y="5451550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1536_1">
            <a:extLst>
              <a:ext uri="{FF2B5EF4-FFF2-40B4-BE49-F238E27FC236}">
                <a16:creationId xmlns:a16="http://schemas.microsoft.com/office/drawing/2014/main" id="{D698B82A-3BBE-46E7-A5F4-DBAB65186A89}"/>
              </a:ext>
            </a:extLst>
          </p:cNvPr>
          <p:cNvSpPr>
            <a:spLocks noGrp="1"/>
          </p:cNvSpPr>
          <p:nvPr/>
        </p:nvSpPr>
        <p:spPr>
          <a:xfrm>
            <a:off x="5741622" y="1216296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1540_1">
            <a:extLst>
              <a:ext uri="{FF2B5EF4-FFF2-40B4-BE49-F238E27FC236}">
                <a16:creationId xmlns:a16="http://schemas.microsoft.com/office/drawing/2014/main" id="{812C112B-662B-445B-A847-1EB44BBE224E}"/>
              </a:ext>
            </a:extLst>
          </p:cNvPr>
          <p:cNvSpPr>
            <a:spLocks noGrp="1"/>
          </p:cNvSpPr>
          <p:nvPr/>
        </p:nvSpPr>
        <p:spPr>
          <a:xfrm>
            <a:off x="5741622" y="5451550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1544_1">
            <a:extLst>
              <a:ext uri="{FF2B5EF4-FFF2-40B4-BE49-F238E27FC236}">
                <a16:creationId xmlns:a16="http://schemas.microsoft.com/office/drawing/2014/main" id="{0865CF14-6A49-4408-AA36-C33E5CF89C17}"/>
              </a:ext>
            </a:extLst>
          </p:cNvPr>
          <p:cNvSpPr>
            <a:spLocks noGrp="1"/>
          </p:cNvSpPr>
          <p:nvPr/>
        </p:nvSpPr>
        <p:spPr>
          <a:xfrm>
            <a:off x="6346658" y="1216296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1548_1">
            <a:extLst>
              <a:ext uri="{FF2B5EF4-FFF2-40B4-BE49-F238E27FC236}">
                <a16:creationId xmlns:a16="http://schemas.microsoft.com/office/drawing/2014/main" id="{FF250A32-77A8-4FBA-AE70-6C4E01B6FDD0}"/>
              </a:ext>
            </a:extLst>
          </p:cNvPr>
          <p:cNvSpPr>
            <a:spLocks noGrp="1"/>
          </p:cNvSpPr>
          <p:nvPr/>
        </p:nvSpPr>
        <p:spPr>
          <a:xfrm>
            <a:off x="6346658" y="5451550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1552_1">
            <a:extLst>
              <a:ext uri="{FF2B5EF4-FFF2-40B4-BE49-F238E27FC236}">
                <a16:creationId xmlns:a16="http://schemas.microsoft.com/office/drawing/2014/main" id="{D9DB67F0-DE32-4996-9DCB-41881DBA574C}"/>
              </a:ext>
            </a:extLst>
          </p:cNvPr>
          <p:cNvSpPr>
            <a:spLocks noGrp="1"/>
          </p:cNvSpPr>
          <p:nvPr/>
        </p:nvSpPr>
        <p:spPr>
          <a:xfrm>
            <a:off x="2111404" y="1821332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1556_1">
            <a:extLst>
              <a:ext uri="{FF2B5EF4-FFF2-40B4-BE49-F238E27FC236}">
                <a16:creationId xmlns:a16="http://schemas.microsoft.com/office/drawing/2014/main" id="{140E1CFB-7AB4-49D7-A773-3BA94E2098B6}"/>
              </a:ext>
            </a:extLst>
          </p:cNvPr>
          <p:cNvSpPr>
            <a:spLocks noGrp="1"/>
          </p:cNvSpPr>
          <p:nvPr/>
        </p:nvSpPr>
        <p:spPr>
          <a:xfrm>
            <a:off x="6346658" y="1821332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1560_1">
            <a:extLst>
              <a:ext uri="{FF2B5EF4-FFF2-40B4-BE49-F238E27FC236}">
                <a16:creationId xmlns:a16="http://schemas.microsoft.com/office/drawing/2014/main" id="{B40BF575-166D-4EE7-AB8C-1AB79626F643}"/>
              </a:ext>
            </a:extLst>
          </p:cNvPr>
          <p:cNvSpPr>
            <a:spLocks noGrp="1"/>
          </p:cNvSpPr>
          <p:nvPr/>
        </p:nvSpPr>
        <p:spPr>
          <a:xfrm>
            <a:off x="2111404" y="2426368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1564_1">
            <a:extLst>
              <a:ext uri="{FF2B5EF4-FFF2-40B4-BE49-F238E27FC236}">
                <a16:creationId xmlns:a16="http://schemas.microsoft.com/office/drawing/2014/main" id="{8BDC3084-6C48-4E8D-B79C-0D2A46056A93}"/>
              </a:ext>
            </a:extLst>
          </p:cNvPr>
          <p:cNvSpPr>
            <a:spLocks noGrp="1"/>
          </p:cNvSpPr>
          <p:nvPr/>
        </p:nvSpPr>
        <p:spPr>
          <a:xfrm>
            <a:off x="6346658" y="2426368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1568_1">
            <a:extLst>
              <a:ext uri="{FF2B5EF4-FFF2-40B4-BE49-F238E27FC236}">
                <a16:creationId xmlns:a16="http://schemas.microsoft.com/office/drawing/2014/main" id="{16FD239D-C0B2-4E2B-83BD-D6F83B366D8B}"/>
              </a:ext>
            </a:extLst>
          </p:cNvPr>
          <p:cNvSpPr>
            <a:spLocks noGrp="1"/>
          </p:cNvSpPr>
          <p:nvPr/>
        </p:nvSpPr>
        <p:spPr>
          <a:xfrm>
            <a:off x="2111404" y="3031405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1572_1">
            <a:extLst>
              <a:ext uri="{FF2B5EF4-FFF2-40B4-BE49-F238E27FC236}">
                <a16:creationId xmlns:a16="http://schemas.microsoft.com/office/drawing/2014/main" id="{F7CF58B2-76B0-4988-9AAB-A1A2D9564953}"/>
              </a:ext>
            </a:extLst>
          </p:cNvPr>
          <p:cNvSpPr>
            <a:spLocks noGrp="1"/>
          </p:cNvSpPr>
          <p:nvPr/>
        </p:nvSpPr>
        <p:spPr>
          <a:xfrm>
            <a:off x="6346658" y="3031405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1576_1">
            <a:extLst>
              <a:ext uri="{FF2B5EF4-FFF2-40B4-BE49-F238E27FC236}">
                <a16:creationId xmlns:a16="http://schemas.microsoft.com/office/drawing/2014/main" id="{A72663A6-BD96-4F79-B1B6-838BFD7E7160}"/>
              </a:ext>
            </a:extLst>
          </p:cNvPr>
          <p:cNvSpPr>
            <a:spLocks noGrp="1"/>
          </p:cNvSpPr>
          <p:nvPr/>
        </p:nvSpPr>
        <p:spPr>
          <a:xfrm>
            <a:off x="2111404" y="3636441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1580_1">
            <a:extLst>
              <a:ext uri="{FF2B5EF4-FFF2-40B4-BE49-F238E27FC236}">
                <a16:creationId xmlns:a16="http://schemas.microsoft.com/office/drawing/2014/main" id="{9652856F-3CFB-4B54-93D9-9D8D7504EBFF}"/>
              </a:ext>
            </a:extLst>
          </p:cNvPr>
          <p:cNvSpPr>
            <a:spLocks noGrp="1"/>
          </p:cNvSpPr>
          <p:nvPr/>
        </p:nvSpPr>
        <p:spPr>
          <a:xfrm>
            <a:off x="6346658" y="3636441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1584_1">
            <a:extLst>
              <a:ext uri="{FF2B5EF4-FFF2-40B4-BE49-F238E27FC236}">
                <a16:creationId xmlns:a16="http://schemas.microsoft.com/office/drawing/2014/main" id="{6929AEE5-4912-44FA-BAFC-0DCCDA6113E6}"/>
              </a:ext>
            </a:extLst>
          </p:cNvPr>
          <p:cNvSpPr>
            <a:spLocks noGrp="1"/>
          </p:cNvSpPr>
          <p:nvPr/>
        </p:nvSpPr>
        <p:spPr>
          <a:xfrm>
            <a:off x="2111404" y="4241477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1588_1">
            <a:extLst>
              <a:ext uri="{FF2B5EF4-FFF2-40B4-BE49-F238E27FC236}">
                <a16:creationId xmlns:a16="http://schemas.microsoft.com/office/drawing/2014/main" id="{1640D134-90A7-4ED3-ADA2-F5813569AFD6}"/>
              </a:ext>
            </a:extLst>
          </p:cNvPr>
          <p:cNvSpPr>
            <a:spLocks noGrp="1"/>
          </p:cNvSpPr>
          <p:nvPr/>
        </p:nvSpPr>
        <p:spPr>
          <a:xfrm>
            <a:off x="6346658" y="4241477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1592_1">
            <a:extLst>
              <a:ext uri="{FF2B5EF4-FFF2-40B4-BE49-F238E27FC236}">
                <a16:creationId xmlns:a16="http://schemas.microsoft.com/office/drawing/2014/main" id="{C1300798-F7F6-4A58-869A-03FBFECDC60A}"/>
              </a:ext>
            </a:extLst>
          </p:cNvPr>
          <p:cNvSpPr>
            <a:spLocks noGrp="1"/>
          </p:cNvSpPr>
          <p:nvPr/>
        </p:nvSpPr>
        <p:spPr>
          <a:xfrm>
            <a:off x="2111404" y="4846514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1596_1">
            <a:extLst>
              <a:ext uri="{FF2B5EF4-FFF2-40B4-BE49-F238E27FC236}">
                <a16:creationId xmlns:a16="http://schemas.microsoft.com/office/drawing/2014/main" id="{6E5A02E0-B0ED-45D5-BB7E-0F70558FA91E}"/>
              </a:ext>
            </a:extLst>
          </p:cNvPr>
          <p:cNvSpPr>
            <a:spLocks noGrp="1"/>
          </p:cNvSpPr>
          <p:nvPr/>
        </p:nvSpPr>
        <p:spPr>
          <a:xfrm>
            <a:off x="6346658" y="4846514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to1489_0_1">
            <a:extLst>
              <a:ext uri="{FF2B5EF4-FFF2-40B4-BE49-F238E27FC236}">
                <a16:creationId xmlns:a16="http://schemas.microsoft.com/office/drawing/2014/main" id="{12FFCF4E-6EF8-45A5-8F46-4025FB71F669}"/>
              </a:ext>
            </a:extLst>
          </p:cNvPr>
          <p:cNvSpPr>
            <a:spLocks noGrp="1"/>
          </p:cNvSpPr>
          <p:nvPr/>
        </p:nvSpPr>
        <p:spPr>
          <a:xfrm>
            <a:off x="2211318" y="1315727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0" name="anim_to1493_0_1">
            <a:extLst>
              <a:ext uri="{FF2B5EF4-FFF2-40B4-BE49-F238E27FC236}">
                <a16:creationId xmlns:a16="http://schemas.microsoft.com/office/drawing/2014/main" id="{009E7271-F87E-4647-89AE-E8C012703490}"/>
              </a:ext>
            </a:extLst>
          </p:cNvPr>
          <p:cNvSpPr>
            <a:spLocks noGrp="1"/>
          </p:cNvSpPr>
          <p:nvPr/>
        </p:nvSpPr>
        <p:spPr>
          <a:xfrm>
            <a:off x="2211318" y="5550981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1" name="anim_to1497_0_1">
            <a:extLst>
              <a:ext uri="{FF2B5EF4-FFF2-40B4-BE49-F238E27FC236}">
                <a16:creationId xmlns:a16="http://schemas.microsoft.com/office/drawing/2014/main" id="{2875B8E7-3111-4197-A7A6-B579042F17E5}"/>
              </a:ext>
            </a:extLst>
          </p:cNvPr>
          <p:cNvSpPr>
            <a:spLocks noGrp="1"/>
          </p:cNvSpPr>
          <p:nvPr/>
        </p:nvSpPr>
        <p:spPr>
          <a:xfrm>
            <a:off x="2816355" y="1315727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2" name="anim_to1501_0_1">
            <a:extLst>
              <a:ext uri="{FF2B5EF4-FFF2-40B4-BE49-F238E27FC236}">
                <a16:creationId xmlns:a16="http://schemas.microsoft.com/office/drawing/2014/main" id="{64038C3A-FBB8-44C5-9918-F129414CDF77}"/>
              </a:ext>
            </a:extLst>
          </p:cNvPr>
          <p:cNvSpPr>
            <a:spLocks noGrp="1"/>
          </p:cNvSpPr>
          <p:nvPr/>
        </p:nvSpPr>
        <p:spPr>
          <a:xfrm>
            <a:off x="2816355" y="5550981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3" name="anim_to1505_0_1">
            <a:extLst>
              <a:ext uri="{FF2B5EF4-FFF2-40B4-BE49-F238E27FC236}">
                <a16:creationId xmlns:a16="http://schemas.microsoft.com/office/drawing/2014/main" id="{29708328-71B8-4822-A9AA-37EA3097A9B7}"/>
              </a:ext>
            </a:extLst>
          </p:cNvPr>
          <p:cNvSpPr>
            <a:spLocks noGrp="1"/>
          </p:cNvSpPr>
          <p:nvPr/>
        </p:nvSpPr>
        <p:spPr>
          <a:xfrm>
            <a:off x="3421391" y="1315727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4" name="anim_to1509_0_1">
            <a:extLst>
              <a:ext uri="{FF2B5EF4-FFF2-40B4-BE49-F238E27FC236}">
                <a16:creationId xmlns:a16="http://schemas.microsoft.com/office/drawing/2014/main" id="{9B85CC78-A165-4C7B-A1D4-171282FD65A6}"/>
              </a:ext>
            </a:extLst>
          </p:cNvPr>
          <p:cNvSpPr>
            <a:spLocks noGrp="1"/>
          </p:cNvSpPr>
          <p:nvPr/>
        </p:nvSpPr>
        <p:spPr>
          <a:xfrm>
            <a:off x="3421391" y="5550981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5" name="anim_to1513_0_1">
            <a:extLst>
              <a:ext uri="{FF2B5EF4-FFF2-40B4-BE49-F238E27FC236}">
                <a16:creationId xmlns:a16="http://schemas.microsoft.com/office/drawing/2014/main" id="{2EC09E88-0100-4D69-A6D9-1D8A4E381375}"/>
              </a:ext>
            </a:extLst>
          </p:cNvPr>
          <p:cNvSpPr>
            <a:spLocks noGrp="1"/>
          </p:cNvSpPr>
          <p:nvPr/>
        </p:nvSpPr>
        <p:spPr>
          <a:xfrm>
            <a:off x="4026427" y="1315727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6" name="anim_to1517_0_1">
            <a:extLst>
              <a:ext uri="{FF2B5EF4-FFF2-40B4-BE49-F238E27FC236}">
                <a16:creationId xmlns:a16="http://schemas.microsoft.com/office/drawing/2014/main" id="{F0F0FF60-E73A-4F41-BD83-13F0B7E60E39}"/>
              </a:ext>
            </a:extLst>
          </p:cNvPr>
          <p:cNvSpPr>
            <a:spLocks noGrp="1"/>
          </p:cNvSpPr>
          <p:nvPr/>
        </p:nvSpPr>
        <p:spPr>
          <a:xfrm>
            <a:off x="4026427" y="5550981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7" name="anim_to1521_0_1">
            <a:extLst>
              <a:ext uri="{FF2B5EF4-FFF2-40B4-BE49-F238E27FC236}">
                <a16:creationId xmlns:a16="http://schemas.microsoft.com/office/drawing/2014/main" id="{5B46A89D-449A-45D2-A69B-885838EDC818}"/>
              </a:ext>
            </a:extLst>
          </p:cNvPr>
          <p:cNvSpPr>
            <a:spLocks noGrp="1"/>
          </p:cNvSpPr>
          <p:nvPr/>
        </p:nvSpPr>
        <p:spPr>
          <a:xfrm>
            <a:off x="4631463" y="1315727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8" name="anim_to1525_0_1">
            <a:extLst>
              <a:ext uri="{FF2B5EF4-FFF2-40B4-BE49-F238E27FC236}">
                <a16:creationId xmlns:a16="http://schemas.microsoft.com/office/drawing/2014/main" id="{90BCB5DF-C94C-4340-A8CB-C520628B4E5F}"/>
              </a:ext>
            </a:extLst>
          </p:cNvPr>
          <p:cNvSpPr>
            <a:spLocks noGrp="1"/>
          </p:cNvSpPr>
          <p:nvPr/>
        </p:nvSpPr>
        <p:spPr>
          <a:xfrm>
            <a:off x="4631463" y="5550981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9" name="anim_to1529_0_1">
            <a:extLst>
              <a:ext uri="{FF2B5EF4-FFF2-40B4-BE49-F238E27FC236}">
                <a16:creationId xmlns:a16="http://schemas.microsoft.com/office/drawing/2014/main" id="{35C9A573-E730-4DE8-B902-F9914E768909}"/>
              </a:ext>
            </a:extLst>
          </p:cNvPr>
          <p:cNvSpPr>
            <a:spLocks noGrp="1"/>
          </p:cNvSpPr>
          <p:nvPr/>
        </p:nvSpPr>
        <p:spPr>
          <a:xfrm>
            <a:off x="5236500" y="1315727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0" name="anim_to1533_0_1">
            <a:extLst>
              <a:ext uri="{FF2B5EF4-FFF2-40B4-BE49-F238E27FC236}">
                <a16:creationId xmlns:a16="http://schemas.microsoft.com/office/drawing/2014/main" id="{186EF911-47FC-4B24-9731-3533AA34058F}"/>
              </a:ext>
            </a:extLst>
          </p:cNvPr>
          <p:cNvSpPr>
            <a:spLocks noGrp="1"/>
          </p:cNvSpPr>
          <p:nvPr/>
        </p:nvSpPr>
        <p:spPr>
          <a:xfrm>
            <a:off x="5236500" y="5550981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1" name="anim_to1537_0_1">
            <a:extLst>
              <a:ext uri="{FF2B5EF4-FFF2-40B4-BE49-F238E27FC236}">
                <a16:creationId xmlns:a16="http://schemas.microsoft.com/office/drawing/2014/main" id="{63691E84-65B9-4471-AC4E-CE51DF574D8D}"/>
              </a:ext>
            </a:extLst>
          </p:cNvPr>
          <p:cNvSpPr>
            <a:spLocks noGrp="1"/>
          </p:cNvSpPr>
          <p:nvPr/>
        </p:nvSpPr>
        <p:spPr>
          <a:xfrm>
            <a:off x="5841536" y="1315727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2" name="anim_to1541_0_1">
            <a:extLst>
              <a:ext uri="{FF2B5EF4-FFF2-40B4-BE49-F238E27FC236}">
                <a16:creationId xmlns:a16="http://schemas.microsoft.com/office/drawing/2014/main" id="{EF4FA674-C3D2-4A3E-B610-EBF2A31B91F7}"/>
              </a:ext>
            </a:extLst>
          </p:cNvPr>
          <p:cNvSpPr>
            <a:spLocks noGrp="1"/>
          </p:cNvSpPr>
          <p:nvPr/>
        </p:nvSpPr>
        <p:spPr>
          <a:xfrm>
            <a:off x="5841536" y="5550981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3" name="anim_to1545_0_1">
            <a:extLst>
              <a:ext uri="{FF2B5EF4-FFF2-40B4-BE49-F238E27FC236}">
                <a16:creationId xmlns:a16="http://schemas.microsoft.com/office/drawing/2014/main" id="{8EDB74C3-96F6-4A0D-8BBE-F60CF47F8ADF}"/>
              </a:ext>
            </a:extLst>
          </p:cNvPr>
          <p:cNvSpPr>
            <a:spLocks noGrp="1"/>
          </p:cNvSpPr>
          <p:nvPr/>
        </p:nvSpPr>
        <p:spPr>
          <a:xfrm>
            <a:off x="6446572" y="1315727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4" name="anim_to1549_0_1">
            <a:extLst>
              <a:ext uri="{FF2B5EF4-FFF2-40B4-BE49-F238E27FC236}">
                <a16:creationId xmlns:a16="http://schemas.microsoft.com/office/drawing/2014/main" id="{CB700E7A-D495-4C89-AFA6-2B598B7DDABD}"/>
              </a:ext>
            </a:extLst>
          </p:cNvPr>
          <p:cNvSpPr>
            <a:spLocks noGrp="1"/>
          </p:cNvSpPr>
          <p:nvPr/>
        </p:nvSpPr>
        <p:spPr>
          <a:xfrm>
            <a:off x="6446572" y="5550981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5" name="anim_to1553_0_1">
            <a:extLst>
              <a:ext uri="{FF2B5EF4-FFF2-40B4-BE49-F238E27FC236}">
                <a16:creationId xmlns:a16="http://schemas.microsoft.com/office/drawing/2014/main" id="{7783DD18-37E4-4618-8944-96C3004F3FB9}"/>
              </a:ext>
            </a:extLst>
          </p:cNvPr>
          <p:cNvSpPr>
            <a:spLocks noGrp="1"/>
          </p:cNvSpPr>
          <p:nvPr/>
        </p:nvSpPr>
        <p:spPr>
          <a:xfrm>
            <a:off x="2211318" y="1920763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6" name="anim_to1557_0_1">
            <a:extLst>
              <a:ext uri="{FF2B5EF4-FFF2-40B4-BE49-F238E27FC236}">
                <a16:creationId xmlns:a16="http://schemas.microsoft.com/office/drawing/2014/main" id="{DA1F57B3-E72D-435E-93AD-419199F1CB59}"/>
              </a:ext>
            </a:extLst>
          </p:cNvPr>
          <p:cNvSpPr>
            <a:spLocks noGrp="1"/>
          </p:cNvSpPr>
          <p:nvPr/>
        </p:nvSpPr>
        <p:spPr>
          <a:xfrm>
            <a:off x="6446572" y="1920763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7" name="anim_to1561_0_1">
            <a:extLst>
              <a:ext uri="{FF2B5EF4-FFF2-40B4-BE49-F238E27FC236}">
                <a16:creationId xmlns:a16="http://schemas.microsoft.com/office/drawing/2014/main" id="{1E90995D-7385-440C-AFEE-099A090335FD}"/>
              </a:ext>
            </a:extLst>
          </p:cNvPr>
          <p:cNvSpPr>
            <a:spLocks noGrp="1"/>
          </p:cNvSpPr>
          <p:nvPr/>
        </p:nvSpPr>
        <p:spPr>
          <a:xfrm>
            <a:off x="2211318" y="2525800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8" name="anim_to1565_0_1">
            <a:extLst>
              <a:ext uri="{FF2B5EF4-FFF2-40B4-BE49-F238E27FC236}">
                <a16:creationId xmlns:a16="http://schemas.microsoft.com/office/drawing/2014/main" id="{61EFC0B0-6462-4C8B-9958-A84D8BA72573}"/>
              </a:ext>
            </a:extLst>
          </p:cNvPr>
          <p:cNvSpPr>
            <a:spLocks noGrp="1"/>
          </p:cNvSpPr>
          <p:nvPr/>
        </p:nvSpPr>
        <p:spPr>
          <a:xfrm>
            <a:off x="6446572" y="2525800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9" name="anim_to1569_0_1">
            <a:extLst>
              <a:ext uri="{FF2B5EF4-FFF2-40B4-BE49-F238E27FC236}">
                <a16:creationId xmlns:a16="http://schemas.microsoft.com/office/drawing/2014/main" id="{AB891982-3C19-48C2-BAD4-797DF3971CD8}"/>
              </a:ext>
            </a:extLst>
          </p:cNvPr>
          <p:cNvSpPr>
            <a:spLocks noGrp="1"/>
          </p:cNvSpPr>
          <p:nvPr/>
        </p:nvSpPr>
        <p:spPr>
          <a:xfrm>
            <a:off x="2211318" y="3130836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0" name="anim_to1573_0_1">
            <a:extLst>
              <a:ext uri="{FF2B5EF4-FFF2-40B4-BE49-F238E27FC236}">
                <a16:creationId xmlns:a16="http://schemas.microsoft.com/office/drawing/2014/main" id="{8732F1FF-9F18-4FDB-AEC6-A6D7D2DF9995}"/>
              </a:ext>
            </a:extLst>
          </p:cNvPr>
          <p:cNvSpPr>
            <a:spLocks noGrp="1"/>
          </p:cNvSpPr>
          <p:nvPr/>
        </p:nvSpPr>
        <p:spPr>
          <a:xfrm>
            <a:off x="6446572" y="3130836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1" name="anim_to1577_0_1">
            <a:extLst>
              <a:ext uri="{FF2B5EF4-FFF2-40B4-BE49-F238E27FC236}">
                <a16:creationId xmlns:a16="http://schemas.microsoft.com/office/drawing/2014/main" id="{FD257101-9651-4898-A655-F378DD863430}"/>
              </a:ext>
            </a:extLst>
          </p:cNvPr>
          <p:cNvSpPr>
            <a:spLocks noGrp="1"/>
          </p:cNvSpPr>
          <p:nvPr/>
        </p:nvSpPr>
        <p:spPr>
          <a:xfrm>
            <a:off x="2211318" y="3735872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2" name="anim_to1581_0_1">
            <a:extLst>
              <a:ext uri="{FF2B5EF4-FFF2-40B4-BE49-F238E27FC236}">
                <a16:creationId xmlns:a16="http://schemas.microsoft.com/office/drawing/2014/main" id="{B1DFF77F-A858-409C-96D6-22D39C4F685E}"/>
              </a:ext>
            </a:extLst>
          </p:cNvPr>
          <p:cNvSpPr>
            <a:spLocks noGrp="1"/>
          </p:cNvSpPr>
          <p:nvPr/>
        </p:nvSpPr>
        <p:spPr>
          <a:xfrm>
            <a:off x="6446572" y="3735872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3" name="anim_to1585_0_1">
            <a:extLst>
              <a:ext uri="{FF2B5EF4-FFF2-40B4-BE49-F238E27FC236}">
                <a16:creationId xmlns:a16="http://schemas.microsoft.com/office/drawing/2014/main" id="{ED1EE5C6-E6F2-42DD-9705-12008E7AB301}"/>
              </a:ext>
            </a:extLst>
          </p:cNvPr>
          <p:cNvSpPr>
            <a:spLocks noGrp="1"/>
          </p:cNvSpPr>
          <p:nvPr/>
        </p:nvSpPr>
        <p:spPr>
          <a:xfrm>
            <a:off x="2211318" y="4340909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4" name="anim_to1589_0_1">
            <a:extLst>
              <a:ext uri="{FF2B5EF4-FFF2-40B4-BE49-F238E27FC236}">
                <a16:creationId xmlns:a16="http://schemas.microsoft.com/office/drawing/2014/main" id="{DAC47A7F-40D0-48AA-840D-760C3E5518E0}"/>
              </a:ext>
            </a:extLst>
          </p:cNvPr>
          <p:cNvSpPr>
            <a:spLocks noGrp="1"/>
          </p:cNvSpPr>
          <p:nvPr/>
        </p:nvSpPr>
        <p:spPr>
          <a:xfrm>
            <a:off x="6446572" y="4340909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5" name="anim_to1593_0_1">
            <a:extLst>
              <a:ext uri="{FF2B5EF4-FFF2-40B4-BE49-F238E27FC236}">
                <a16:creationId xmlns:a16="http://schemas.microsoft.com/office/drawing/2014/main" id="{981EFD30-69FE-4ADC-A674-9A7C4237DBCD}"/>
              </a:ext>
            </a:extLst>
          </p:cNvPr>
          <p:cNvSpPr>
            <a:spLocks noGrp="1"/>
          </p:cNvSpPr>
          <p:nvPr/>
        </p:nvSpPr>
        <p:spPr>
          <a:xfrm>
            <a:off x="2211318" y="4945945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6" name="anim_to1597_0_1">
            <a:extLst>
              <a:ext uri="{FF2B5EF4-FFF2-40B4-BE49-F238E27FC236}">
                <a16:creationId xmlns:a16="http://schemas.microsoft.com/office/drawing/2014/main" id="{41A65143-1DA7-4171-8F9A-98AA15D0A308}"/>
              </a:ext>
            </a:extLst>
          </p:cNvPr>
          <p:cNvSpPr>
            <a:spLocks noGrp="1"/>
          </p:cNvSpPr>
          <p:nvPr/>
        </p:nvSpPr>
        <p:spPr>
          <a:xfrm>
            <a:off x="6446572" y="4945945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7" name="anim_o651_1">
            <a:extLst>
              <a:ext uri="{FF2B5EF4-FFF2-40B4-BE49-F238E27FC236}">
                <a16:creationId xmlns:a16="http://schemas.microsoft.com/office/drawing/2014/main" id="{8D44D03E-238F-4F86-854C-77D138C20ECA}"/>
              </a:ext>
            </a:extLst>
          </p:cNvPr>
          <p:cNvSpPr>
            <a:spLocks noGrp="1"/>
          </p:cNvSpPr>
          <p:nvPr/>
        </p:nvSpPr>
        <p:spPr>
          <a:xfrm>
            <a:off x="2716440" y="1821332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" name="anim_o655_1">
            <a:extLst>
              <a:ext uri="{FF2B5EF4-FFF2-40B4-BE49-F238E27FC236}">
                <a16:creationId xmlns:a16="http://schemas.microsoft.com/office/drawing/2014/main" id="{51CD8A19-873A-48C3-90E4-5512EB24BECA}"/>
              </a:ext>
            </a:extLst>
          </p:cNvPr>
          <p:cNvSpPr>
            <a:spLocks noGrp="1"/>
          </p:cNvSpPr>
          <p:nvPr/>
        </p:nvSpPr>
        <p:spPr>
          <a:xfrm>
            <a:off x="3321476" y="1821332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o659_1">
            <a:extLst>
              <a:ext uri="{FF2B5EF4-FFF2-40B4-BE49-F238E27FC236}">
                <a16:creationId xmlns:a16="http://schemas.microsoft.com/office/drawing/2014/main" id="{B8A10834-FD5B-491D-B4BE-C6CF05B73D23}"/>
              </a:ext>
            </a:extLst>
          </p:cNvPr>
          <p:cNvSpPr>
            <a:spLocks noGrp="1"/>
          </p:cNvSpPr>
          <p:nvPr/>
        </p:nvSpPr>
        <p:spPr>
          <a:xfrm>
            <a:off x="3926513" y="1821332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0" name="anim_o663_1">
            <a:extLst>
              <a:ext uri="{FF2B5EF4-FFF2-40B4-BE49-F238E27FC236}">
                <a16:creationId xmlns:a16="http://schemas.microsoft.com/office/drawing/2014/main" id="{C26321C8-1F3F-4106-AC57-7DB1325737F4}"/>
              </a:ext>
            </a:extLst>
          </p:cNvPr>
          <p:cNvSpPr>
            <a:spLocks noGrp="1"/>
          </p:cNvSpPr>
          <p:nvPr/>
        </p:nvSpPr>
        <p:spPr>
          <a:xfrm>
            <a:off x="4531549" y="1821332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" name="anim_o667_1">
            <a:extLst>
              <a:ext uri="{FF2B5EF4-FFF2-40B4-BE49-F238E27FC236}">
                <a16:creationId xmlns:a16="http://schemas.microsoft.com/office/drawing/2014/main" id="{3659FF22-8CF7-4241-9B6E-4677C8D4854E}"/>
              </a:ext>
            </a:extLst>
          </p:cNvPr>
          <p:cNvSpPr>
            <a:spLocks noGrp="1"/>
          </p:cNvSpPr>
          <p:nvPr/>
        </p:nvSpPr>
        <p:spPr>
          <a:xfrm>
            <a:off x="5136585" y="1821332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2" name="anim_o671_1">
            <a:extLst>
              <a:ext uri="{FF2B5EF4-FFF2-40B4-BE49-F238E27FC236}">
                <a16:creationId xmlns:a16="http://schemas.microsoft.com/office/drawing/2014/main" id="{6DB0E966-62B5-41FB-855F-6ED70F407DF0}"/>
              </a:ext>
            </a:extLst>
          </p:cNvPr>
          <p:cNvSpPr>
            <a:spLocks noGrp="1"/>
          </p:cNvSpPr>
          <p:nvPr/>
        </p:nvSpPr>
        <p:spPr>
          <a:xfrm>
            <a:off x="5741622" y="1821332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3" name="anim_o675_1">
            <a:extLst>
              <a:ext uri="{FF2B5EF4-FFF2-40B4-BE49-F238E27FC236}">
                <a16:creationId xmlns:a16="http://schemas.microsoft.com/office/drawing/2014/main" id="{95BF4969-8BE0-40F1-9E8F-9E6B86720A32}"/>
              </a:ext>
            </a:extLst>
          </p:cNvPr>
          <p:cNvSpPr>
            <a:spLocks noGrp="1"/>
          </p:cNvSpPr>
          <p:nvPr/>
        </p:nvSpPr>
        <p:spPr>
          <a:xfrm>
            <a:off x="2716440" y="2426368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4" name="anim_o679_1">
            <a:extLst>
              <a:ext uri="{FF2B5EF4-FFF2-40B4-BE49-F238E27FC236}">
                <a16:creationId xmlns:a16="http://schemas.microsoft.com/office/drawing/2014/main" id="{EC672AF1-6318-4376-B369-EC8605907689}"/>
              </a:ext>
            </a:extLst>
          </p:cNvPr>
          <p:cNvSpPr>
            <a:spLocks noGrp="1"/>
          </p:cNvSpPr>
          <p:nvPr/>
        </p:nvSpPr>
        <p:spPr>
          <a:xfrm>
            <a:off x="3321476" y="2426368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5" name="anim_o683_1">
            <a:extLst>
              <a:ext uri="{FF2B5EF4-FFF2-40B4-BE49-F238E27FC236}">
                <a16:creationId xmlns:a16="http://schemas.microsoft.com/office/drawing/2014/main" id="{94326B98-8154-4022-8D0A-3BD5B0D15002}"/>
              </a:ext>
            </a:extLst>
          </p:cNvPr>
          <p:cNvSpPr>
            <a:spLocks noGrp="1"/>
          </p:cNvSpPr>
          <p:nvPr/>
        </p:nvSpPr>
        <p:spPr>
          <a:xfrm>
            <a:off x="3926513" y="2426368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6" name="anim_o687_1">
            <a:extLst>
              <a:ext uri="{FF2B5EF4-FFF2-40B4-BE49-F238E27FC236}">
                <a16:creationId xmlns:a16="http://schemas.microsoft.com/office/drawing/2014/main" id="{9BCF85D9-2024-44DF-BC6C-37E9C2F12537}"/>
              </a:ext>
            </a:extLst>
          </p:cNvPr>
          <p:cNvSpPr>
            <a:spLocks noGrp="1"/>
          </p:cNvSpPr>
          <p:nvPr/>
        </p:nvSpPr>
        <p:spPr>
          <a:xfrm>
            <a:off x="4531549" y="2426368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7" name="anim_o691_1">
            <a:extLst>
              <a:ext uri="{FF2B5EF4-FFF2-40B4-BE49-F238E27FC236}">
                <a16:creationId xmlns:a16="http://schemas.microsoft.com/office/drawing/2014/main" id="{6774FB14-BA1B-4A9B-B7EC-9486E91ED2A4}"/>
              </a:ext>
            </a:extLst>
          </p:cNvPr>
          <p:cNvSpPr>
            <a:spLocks noGrp="1"/>
          </p:cNvSpPr>
          <p:nvPr/>
        </p:nvSpPr>
        <p:spPr>
          <a:xfrm>
            <a:off x="5136585" y="2426368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8" name="anim_o695_1">
            <a:extLst>
              <a:ext uri="{FF2B5EF4-FFF2-40B4-BE49-F238E27FC236}">
                <a16:creationId xmlns:a16="http://schemas.microsoft.com/office/drawing/2014/main" id="{946995A7-405E-444A-B233-136227ADC123}"/>
              </a:ext>
            </a:extLst>
          </p:cNvPr>
          <p:cNvSpPr>
            <a:spLocks noGrp="1"/>
          </p:cNvSpPr>
          <p:nvPr/>
        </p:nvSpPr>
        <p:spPr>
          <a:xfrm>
            <a:off x="5741622" y="2426368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9" name="anim_o699_1">
            <a:extLst>
              <a:ext uri="{FF2B5EF4-FFF2-40B4-BE49-F238E27FC236}">
                <a16:creationId xmlns:a16="http://schemas.microsoft.com/office/drawing/2014/main" id="{8C0A57A3-877F-48EE-90DF-CEEBEA3A65BB}"/>
              </a:ext>
            </a:extLst>
          </p:cNvPr>
          <p:cNvSpPr>
            <a:spLocks noGrp="1"/>
          </p:cNvSpPr>
          <p:nvPr/>
        </p:nvSpPr>
        <p:spPr>
          <a:xfrm>
            <a:off x="2716440" y="3031405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0" name="anim_o703_1">
            <a:extLst>
              <a:ext uri="{FF2B5EF4-FFF2-40B4-BE49-F238E27FC236}">
                <a16:creationId xmlns:a16="http://schemas.microsoft.com/office/drawing/2014/main" id="{BA8FF357-F489-4A90-90FC-4C8006C3AB9B}"/>
              </a:ext>
            </a:extLst>
          </p:cNvPr>
          <p:cNvSpPr>
            <a:spLocks noGrp="1"/>
          </p:cNvSpPr>
          <p:nvPr/>
        </p:nvSpPr>
        <p:spPr>
          <a:xfrm>
            <a:off x="3321476" y="3031405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1" name="anim_o707_1">
            <a:extLst>
              <a:ext uri="{FF2B5EF4-FFF2-40B4-BE49-F238E27FC236}">
                <a16:creationId xmlns:a16="http://schemas.microsoft.com/office/drawing/2014/main" id="{A37DF59B-4549-41BB-A7D9-1943BF8DD537}"/>
              </a:ext>
            </a:extLst>
          </p:cNvPr>
          <p:cNvSpPr>
            <a:spLocks noGrp="1"/>
          </p:cNvSpPr>
          <p:nvPr/>
        </p:nvSpPr>
        <p:spPr>
          <a:xfrm>
            <a:off x="3926513" y="3031405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2" name="anim_o711_1">
            <a:extLst>
              <a:ext uri="{FF2B5EF4-FFF2-40B4-BE49-F238E27FC236}">
                <a16:creationId xmlns:a16="http://schemas.microsoft.com/office/drawing/2014/main" id="{4A726399-CC8D-414B-9DF2-8972AA923202}"/>
              </a:ext>
            </a:extLst>
          </p:cNvPr>
          <p:cNvSpPr>
            <a:spLocks noGrp="1"/>
          </p:cNvSpPr>
          <p:nvPr/>
        </p:nvSpPr>
        <p:spPr>
          <a:xfrm>
            <a:off x="4531549" y="3031405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3" name="anim_o715_1">
            <a:extLst>
              <a:ext uri="{FF2B5EF4-FFF2-40B4-BE49-F238E27FC236}">
                <a16:creationId xmlns:a16="http://schemas.microsoft.com/office/drawing/2014/main" id="{AEDFFB66-A250-411D-B9C3-8AB7CDD8288B}"/>
              </a:ext>
            </a:extLst>
          </p:cNvPr>
          <p:cNvSpPr>
            <a:spLocks noGrp="1"/>
          </p:cNvSpPr>
          <p:nvPr/>
        </p:nvSpPr>
        <p:spPr>
          <a:xfrm>
            <a:off x="5136585" y="3031405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4" name="anim_o719_1">
            <a:extLst>
              <a:ext uri="{FF2B5EF4-FFF2-40B4-BE49-F238E27FC236}">
                <a16:creationId xmlns:a16="http://schemas.microsoft.com/office/drawing/2014/main" id="{F20B0831-8296-473A-860C-FC877C2668FB}"/>
              </a:ext>
            </a:extLst>
          </p:cNvPr>
          <p:cNvSpPr>
            <a:spLocks noGrp="1"/>
          </p:cNvSpPr>
          <p:nvPr/>
        </p:nvSpPr>
        <p:spPr>
          <a:xfrm>
            <a:off x="5741622" y="3031405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5" name="anim_o723_1">
            <a:extLst>
              <a:ext uri="{FF2B5EF4-FFF2-40B4-BE49-F238E27FC236}">
                <a16:creationId xmlns:a16="http://schemas.microsoft.com/office/drawing/2014/main" id="{5BFE3A70-315E-4D09-BD82-9C053B3609B4}"/>
              </a:ext>
            </a:extLst>
          </p:cNvPr>
          <p:cNvSpPr>
            <a:spLocks noGrp="1"/>
          </p:cNvSpPr>
          <p:nvPr/>
        </p:nvSpPr>
        <p:spPr>
          <a:xfrm>
            <a:off x="2716440" y="3636441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6" name="anim_o727_1">
            <a:extLst>
              <a:ext uri="{FF2B5EF4-FFF2-40B4-BE49-F238E27FC236}">
                <a16:creationId xmlns:a16="http://schemas.microsoft.com/office/drawing/2014/main" id="{FE73246A-484E-4327-AAD9-DA09FA09BC6C}"/>
              </a:ext>
            </a:extLst>
          </p:cNvPr>
          <p:cNvSpPr>
            <a:spLocks noGrp="1"/>
          </p:cNvSpPr>
          <p:nvPr/>
        </p:nvSpPr>
        <p:spPr>
          <a:xfrm>
            <a:off x="3321476" y="3636441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7" name="anim_o731_1">
            <a:extLst>
              <a:ext uri="{FF2B5EF4-FFF2-40B4-BE49-F238E27FC236}">
                <a16:creationId xmlns:a16="http://schemas.microsoft.com/office/drawing/2014/main" id="{38A6BBC2-9C38-4204-902C-CCB41E7C78DC}"/>
              </a:ext>
            </a:extLst>
          </p:cNvPr>
          <p:cNvSpPr>
            <a:spLocks noGrp="1"/>
          </p:cNvSpPr>
          <p:nvPr/>
        </p:nvSpPr>
        <p:spPr>
          <a:xfrm>
            <a:off x="3926513" y="3636441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8" name="anim_o735_1">
            <a:extLst>
              <a:ext uri="{FF2B5EF4-FFF2-40B4-BE49-F238E27FC236}">
                <a16:creationId xmlns:a16="http://schemas.microsoft.com/office/drawing/2014/main" id="{72DC2433-C82F-49E6-A472-21BA126E9898}"/>
              </a:ext>
            </a:extLst>
          </p:cNvPr>
          <p:cNvSpPr>
            <a:spLocks noGrp="1"/>
          </p:cNvSpPr>
          <p:nvPr/>
        </p:nvSpPr>
        <p:spPr>
          <a:xfrm>
            <a:off x="4531549" y="3636441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9" name="anim_o739_1">
            <a:extLst>
              <a:ext uri="{FF2B5EF4-FFF2-40B4-BE49-F238E27FC236}">
                <a16:creationId xmlns:a16="http://schemas.microsoft.com/office/drawing/2014/main" id="{11ABB642-5C7E-4DB0-B4D1-7236671C73C7}"/>
              </a:ext>
            </a:extLst>
          </p:cNvPr>
          <p:cNvSpPr>
            <a:spLocks noGrp="1"/>
          </p:cNvSpPr>
          <p:nvPr/>
        </p:nvSpPr>
        <p:spPr>
          <a:xfrm>
            <a:off x="5136585" y="3636441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0" name="anim_o743_1">
            <a:extLst>
              <a:ext uri="{FF2B5EF4-FFF2-40B4-BE49-F238E27FC236}">
                <a16:creationId xmlns:a16="http://schemas.microsoft.com/office/drawing/2014/main" id="{6DAA958A-57C4-4C32-B4CD-7F0D3C6CD203}"/>
              </a:ext>
            </a:extLst>
          </p:cNvPr>
          <p:cNvSpPr>
            <a:spLocks noGrp="1"/>
          </p:cNvSpPr>
          <p:nvPr/>
        </p:nvSpPr>
        <p:spPr>
          <a:xfrm>
            <a:off x="5741622" y="3636441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1" name="anim_o747_1">
            <a:extLst>
              <a:ext uri="{FF2B5EF4-FFF2-40B4-BE49-F238E27FC236}">
                <a16:creationId xmlns:a16="http://schemas.microsoft.com/office/drawing/2014/main" id="{1CE00FF6-CEDA-413D-A0A3-5E76C26EE9C8}"/>
              </a:ext>
            </a:extLst>
          </p:cNvPr>
          <p:cNvSpPr>
            <a:spLocks noGrp="1"/>
          </p:cNvSpPr>
          <p:nvPr/>
        </p:nvSpPr>
        <p:spPr>
          <a:xfrm>
            <a:off x="2716440" y="4241477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2" name="anim_o751_1">
            <a:extLst>
              <a:ext uri="{FF2B5EF4-FFF2-40B4-BE49-F238E27FC236}">
                <a16:creationId xmlns:a16="http://schemas.microsoft.com/office/drawing/2014/main" id="{F6D95189-4F95-4890-91C3-DA0F2F6B3807}"/>
              </a:ext>
            </a:extLst>
          </p:cNvPr>
          <p:cNvSpPr>
            <a:spLocks noGrp="1"/>
          </p:cNvSpPr>
          <p:nvPr/>
        </p:nvSpPr>
        <p:spPr>
          <a:xfrm>
            <a:off x="3321476" y="4241477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3" name="anim_o755_1">
            <a:extLst>
              <a:ext uri="{FF2B5EF4-FFF2-40B4-BE49-F238E27FC236}">
                <a16:creationId xmlns:a16="http://schemas.microsoft.com/office/drawing/2014/main" id="{7B66D623-D516-4E19-87AC-F866382AA853}"/>
              </a:ext>
            </a:extLst>
          </p:cNvPr>
          <p:cNvSpPr>
            <a:spLocks noGrp="1"/>
          </p:cNvSpPr>
          <p:nvPr/>
        </p:nvSpPr>
        <p:spPr>
          <a:xfrm>
            <a:off x="3926513" y="4241477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4" name="anim_o759_1">
            <a:extLst>
              <a:ext uri="{FF2B5EF4-FFF2-40B4-BE49-F238E27FC236}">
                <a16:creationId xmlns:a16="http://schemas.microsoft.com/office/drawing/2014/main" id="{913C76EF-CACD-4F8C-91B1-7F540BA6A3F7}"/>
              </a:ext>
            </a:extLst>
          </p:cNvPr>
          <p:cNvSpPr>
            <a:spLocks noGrp="1"/>
          </p:cNvSpPr>
          <p:nvPr/>
        </p:nvSpPr>
        <p:spPr>
          <a:xfrm>
            <a:off x="4531549" y="4241477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5" name="anim_o763_1">
            <a:extLst>
              <a:ext uri="{FF2B5EF4-FFF2-40B4-BE49-F238E27FC236}">
                <a16:creationId xmlns:a16="http://schemas.microsoft.com/office/drawing/2014/main" id="{F5E02FF0-0CDC-4FC0-94F5-3CFC57B333C7}"/>
              </a:ext>
            </a:extLst>
          </p:cNvPr>
          <p:cNvSpPr>
            <a:spLocks noGrp="1"/>
          </p:cNvSpPr>
          <p:nvPr/>
        </p:nvSpPr>
        <p:spPr>
          <a:xfrm>
            <a:off x="5136585" y="4241477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6" name="anim_o767_1">
            <a:extLst>
              <a:ext uri="{FF2B5EF4-FFF2-40B4-BE49-F238E27FC236}">
                <a16:creationId xmlns:a16="http://schemas.microsoft.com/office/drawing/2014/main" id="{B536C559-9E65-4B48-A33C-6D16A1027A63}"/>
              </a:ext>
            </a:extLst>
          </p:cNvPr>
          <p:cNvSpPr>
            <a:spLocks noGrp="1"/>
          </p:cNvSpPr>
          <p:nvPr/>
        </p:nvSpPr>
        <p:spPr>
          <a:xfrm>
            <a:off x="5741622" y="4241477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7" name="anim_o771_1">
            <a:extLst>
              <a:ext uri="{FF2B5EF4-FFF2-40B4-BE49-F238E27FC236}">
                <a16:creationId xmlns:a16="http://schemas.microsoft.com/office/drawing/2014/main" id="{7C8665C1-B67A-49DB-9822-70A756640507}"/>
              </a:ext>
            </a:extLst>
          </p:cNvPr>
          <p:cNvSpPr>
            <a:spLocks noGrp="1"/>
          </p:cNvSpPr>
          <p:nvPr/>
        </p:nvSpPr>
        <p:spPr>
          <a:xfrm>
            <a:off x="2716440" y="4846514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8" name="anim_o775_1">
            <a:extLst>
              <a:ext uri="{FF2B5EF4-FFF2-40B4-BE49-F238E27FC236}">
                <a16:creationId xmlns:a16="http://schemas.microsoft.com/office/drawing/2014/main" id="{EF78C5AB-8D82-44D9-91AD-128BC1585795}"/>
              </a:ext>
            </a:extLst>
          </p:cNvPr>
          <p:cNvSpPr>
            <a:spLocks noGrp="1"/>
          </p:cNvSpPr>
          <p:nvPr/>
        </p:nvSpPr>
        <p:spPr>
          <a:xfrm>
            <a:off x="3321476" y="4846514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9" name="anim_o779_1">
            <a:extLst>
              <a:ext uri="{FF2B5EF4-FFF2-40B4-BE49-F238E27FC236}">
                <a16:creationId xmlns:a16="http://schemas.microsoft.com/office/drawing/2014/main" id="{C9A52E1A-59AE-4028-9FD6-7F2176EF1276}"/>
              </a:ext>
            </a:extLst>
          </p:cNvPr>
          <p:cNvSpPr>
            <a:spLocks noGrp="1"/>
          </p:cNvSpPr>
          <p:nvPr/>
        </p:nvSpPr>
        <p:spPr>
          <a:xfrm>
            <a:off x="3926513" y="4846514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0" name="anim_o783_1">
            <a:extLst>
              <a:ext uri="{FF2B5EF4-FFF2-40B4-BE49-F238E27FC236}">
                <a16:creationId xmlns:a16="http://schemas.microsoft.com/office/drawing/2014/main" id="{3BECF3BE-A07B-45A5-9BAB-3571DF7ABF26}"/>
              </a:ext>
            </a:extLst>
          </p:cNvPr>
          <p:cNvSpPr>
            <a:spLocks noGrp="1"/>
          </p:cNvSpPr>
          <p:nvPr/>
        </p:nvSpPr>
        <p:spPr>
          <a:xfrm>
            <a:off x="4531549" y="4846514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1" name="anim_o787_1">
            <a:extLst>
              <a:ext uri="{FF2B5EF4-FFF2-40B4-BE49-F238E27FC236}">
                <a16:creationId xmlns:a16="http://schemas.microsoft.com/office/drawing/2014/main" id="{1E8D2EC3-016C-4FA4-9DE2-5587996987B2}"/>
              </a:ext>
            </a:extLst>
          </p:cNvPr>
          <p:cNvSpPr>
            <a:spLocks noGrp="1"/>
          </p:cNvSpPr>
          <p:nvPr/>
        </p:nvSpPr>
        <p:spPr>
          <a:xfrm>
            <a:off x="5136585" y="4846514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2" name="anim_o791_1">
            <a:extLst>
              <a:ext uri="{FF2B5EF4-FFF2-40B4-BE49-F238E27FC236}">
                <a16:creationId xmlns:a16="http://schemas.microsoft.com/office/drawing/2014/main" id="{46F997F3-8566-41A1-B222-803A4D0B9458}"/>
              </a:ext>
            </a:extLst>
          </p:cNvPr>
          <p:cNvSpPr>
            <a:spLocks noGrp="1"/>
          </p:cNvSpPr>
          <p:nvPr/>
        </p:nvSpPr>
        <p:spPr>
          <a:xfrm>
            <a:off x="5741622" y="4846514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3" name="anim_to652_0_1">
            <a:extLst>
              <a:ext uri="{FF2B5EF4-FFF2-40B4-BE49-F238E27FC236}">
                <a16:creationId xmlns:a16="http://schemas.microsoft.com/office/drawing/2014/main" id="{5E6C4764-1236-45B6-8A76-7DE35016B173}"/>
              </a:ext>
            </a:extLst>
          </p:cNvPr>
          <p:cNvSpPr>
            <a:spLocks noGrp="1"/>
          </p:cNvSpPr>
          <p:nvPr/>
        </p:nvSpPr>
        <p:spPr>
          <a:xfrm>
            <a:off x="2816355" y="1920763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94" name="anim_to656_0_1">
            <a:extLst>
              <a:ext uri="{FF2B5EF4-FFF2-40B4-BE49-F238E27FC236}">
                <a16:creationId xmlns:a16="http://schemas.microsoft.com/office/drawing/2014/main" id="{5D6B98A1-7B06-41AE-AB2B-B959E74003B3}"/>
              </a:ext>
            </a:extLst>
          </p:cNvPr>
          <p:cNvSpPr>
            <a:spLocks noGrp="1"/>
          </p:cNvSpPr>
          <p:nvPr/>
        </p:nvSpPr>
        <p:spPr>
          <a:xfrm>
            <a:off x="3421391" y="1920763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95" name="anim_to660_0_1">
            <a:extLst>
              <a:ext uri="{FF2B5EF4-FFF2-40B4-BE49-F238E27FC236}">
                <a16:creationId xmlns:a16="http://schemas.microsoft.com/office/drawing/2014/main" id="{70BC08FA-6FB2-42CE-86EA-03645159B796}"/>
              </a:ext>
            </a:extLst>
          </p:cNvPr>
          <p:cNvSpPr>
            <a:spLocks noGrp="1"/>
          </p:cNvSpPr>
          <p:nvPr/>
        </p:nvSpPr>
        <p:spPr>
          <a:xfrm>
            <a:off x="4026427" y="1920763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96" name="anim_to664_0_1">
            <a:extLst>
              <a:ext uri="{FF2B5EF4-FFF2-40B4-BE49-F238E27FC236}">
                <a16:creationId xmlns:a16="http://schemas.microsoft.com/office/drawing/2014/main" id="{97C9B673-A7BA-4E34-9CA4-93886F63626A}"/>
              </a:ext>
            </a:extLst>
          </p:cNvPr>
          <p:cNvSpPr>
            <a:spLocks noGrp="1"/>
          </p:cNvSpPr>
          <p:nvPr/>
        </p:nvSpPr>
        <p:spPr>
          <a:xfrm>
            <a:off x="4631463" y="1920763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97" name="anim_to668_0_1">
            <a:extLst>
              <a:ext uri="{FF2B5EF4-FFF2-40B4-BE49-F238E27FC236}">
                <a16:creationId xmlns:a16="http://schemas.microsoft.com/office/drawing/2014/main" id="{98E51BDB-FF29-45A3-98E5-B5253EF105B1}"/>
              </a:ext>
            </a:extLst>
          </p:cNvPr>
          <p:cNvSpPr>
            <a:spLocks noGrp="1"/>
          </p:cNvSpPr>
          <p:nvPr/>
        </p:nvSpPr>
        <p:spPr>
          <a:xfrm>
            <a:off x="5236500" y="1920763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98" name="anim_to672_0_1">
            <a:extLst>
              <a:ext uri="{FF2B5EF4-FFF2-40B4-BE49-F238E27FC236}">
                <a16:creationId xmlns:a16="http://schemas.microsoft.com/office/drawing/2014/main" id="{314866FA-5E97-4951-99D8-D372FD34C92E}"/>
              </a:ext>
            </a:extLst>
          </p:cNvPr>
          <p:cNvSpPr>
            <a:spLocks noGrp="1"/>
          </p:cNvSpPr>
          <p:nvPr/>
        </p:nvSpPr>
        <p:spPr>
          <a:xfrm>
            <a:off x="5841536" y="1920763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99" name="anim_to676_0_1">
            <a:extLst>
              <a:ext uri="{FF2B5EF4-FFF2-40B4-BE49-F238E27FC236}">
                <a16:creationId xmlns:a16="http://schemas.microsoft.com/office/drawing/2014/main" id="{9AF7C51F-5577-4A72-8EEF-ADC19A25E7A8}"/>
              </a:ext>
            </a:extLst>
          </p:cNvPr>
          <p:cNvSpPr>
            <a:spLocks noGrp="1"/>
          </p:cNvSpPr>
          <p:nvPr/>
        </p:nvSpPr>
        <p:spPr>
          <a:xfrm>
            <a:off x="2816355" y="2525800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00" name="anim_to680_0_1">
            <a:extLst>
              <a:ext uri="{FF2B5EF4-FFF2-40B4-BE49-F238E27FC236}">
                <a16:creationId xmlns:a16="http://schemas.microsoft.com/office/drawing/2014/main" id="{5473E455-9C89-4E85-9C66-D1C089F37D4F}"/>
              </a:ext>
            </a:extLst>
          </p:cNvPr>
          <p:cNvSpPr>
            <a:spLocks noGrp="1"/>
          </p:cNvSpPr>
          <p:nvPr/>
        </p:nvSpPr>
        <p:spPr>
          <a:xfrm>
            <a:off x="3421391" y="2525800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101" name="anim_to684_0_1">
            <a:extLst>
              <a:ext uri="{FF2B5EF4-FFF2-40B4-BE49-F238E27FC236}">
                <a16:creationId xmlns:a16="http://schemas.microsoft.com/office/drawing/2014/main" id="{6F87B0E1-3BB1-4309-9F27-60B0563BF619}"/>
              </a:ext>
            </a:extLst>
          </p:cNvPr>
          <p:cNvSpPr>
            <a:spLocks noGrp="1"/>
          </p:cNvSpPr>
          <p:nvPr/>
        </p:nvSpPr>
        <p:spPr>
          <a:xfrm>
            <a:off x="4026427" y="2525800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102" name="anim_to688_0_1">
            <a:extLst>
              <a:ext uri="{FF2B5EF4-FFF2-40B4-BE49-F238E27FC236}">
                <a16:creationId xmlns:a16="http://schemas.microsoft.com/office/drawing/2014/main" id="{3FD15CF0-98C9-4F16-96AE-12D533135380}"/>
              </a:ext>
            </a:extLst>
          </p:cNvPr>
          <p:cNvSpPr>
            <a:spLocks noGrp="1"/>
          </p:cNvSpPr>
          <p:nvPr/>
        </p:nvSpPr>
        <p:spPr>
          <a:xfrm>
            <a:off x="4631463" y="2525800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03" name="anim_to692_0_1">
            <a:extLst>
              <a:ext uri="{FF2B5EF4-FFF2-40B4-BE49-F238E27FC236}">
                <a16:creationId xmlns:a16="http://schemas.microsoft.com/office/drawing/2014/main" id="{D520E4AE-6CF8-4213-ABDD-225E93CF2A07}"/>
              </a:ext>
            </a:extLst>
          </p:cNvPr>
          <p:cNvSpPr>
            <a:spLocks noGrp="1"/>
          </p:cNvSpPr>
          <p:nvPr/>
        </p:nvSpPr>
        <p:spPr>
          <a:xfrm>
            <a:off x="5236500" y="2525800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104" name="anim_to696_0_1">
            <a:extLst>
              <a:ext uri="{FF2B5EF4-FFF2-40B4-BE49-F238E27FC236}">
                <a16:creationId xmlns:a16="http://schemas.microsoft.com/office/drawing/2014/main" id="{B242E44A-74D3-4CA3-96A5-323EED875DDB}"/>
              </a:ext>
            </a:extLst>
          </p:cNvPr>
          <p:cNvSpPr>
            <a:spLocks noGrp="1"/>
          </p:cNvSpPr>
          <p:nvPr/>
        </p:nvSpPr>
        <p:spPr>
          <a:xfrm>
            <a:off x="5841536" y="2525800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105" name="anim_to700_0_1">
            <a:extLst>
              <a:ext uri="{FF2B5EF4-FFF2-40B4-BE49-F238E27FC236}">
                <a16:creationId xmlns:a16="http://schemas.microsoft.com/office/drawing/2014/main" id="{901F037F-17EA-45C7-A9C9-DBA108C16FDE}"/>
              </a:ext>
            </a:extLst>
          </p:cNvPr>
          <p:cNvSpPr>
            <a:spLocks noGrp="1"/>
          </p:cNvSpPr>
          <p:nvPr/>
        </p:nvSpPr>
        <p:spPr>
          <a:xfrm>
            <a:off x="2816355" y="3130836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106" name="anim_to704_0_1">
            <a:extLst>
              <a:ext uri="{FF2B5EF4-FFF2-40B4-BE49-F238E27FC236}">
                <a16:creationId xmlns:a16="http://schemas.microsoft.com/office/drawing/2014/main" id="{2EB7BC59-AB85-4A3F-918B-9224AD2F5328}"/>
              </a:ext>
            </a:extLst>
          </p:cNvPr>
          <p:cNvSpPr>
            <a:spLocks noGrp="1"/>
          </p:cNvSpPr>
          <p:nvPr/>
        </p:nvSpPr>
        <p:spPr>
          <a:xfrm>
            <a:off x="3421391" y="3130836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07" name="anim_to708_0_1">
            <a:extLst>
              <a:ext uri="{FF2B5EF4-FFF2-40B4-BE49-F238E27FC236}">
                <a16:creationId xmlns:a16="http://schemas.microsoft.com/office/drawing/2014/main" id="{5EB6155E-D523-49F0-B9DC-221D4F596442}"/>
              </a:ext>
            </a:extLst>
          </p:cNvPr>
          <p:cNvSpPr>
            <a:spLocks noGrp="1"/>
          </p:cNvSpPr>
          <p:nvPr/>
        </p:nvSpPr>
        <p:spPr>
          <a:xfrm>
            <a:off x="4026427" y="3130836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108" name="anim_to712_0_1">
            <a:extLst>
              <a:ext uri="{FF2B5EF4-FFF2-40B4-BE49-F238E27FC236}">
                <a16:creationId xmlns:a16="http://schemas.microsoft.com/office/drawing/2014/main" id="{72632AC4-A231-4BC9-AC1B-A67F9D6F381B}"/>
              </a:ext>
            </a:extLst>
          </p:cNvPr>
          <p:cNvSpPr>
            <a:spLocks noGrp="1"/>
          </p:cNvSpPr>
          <p:nvPr/>
        </p:nvSpPr>
        <p:spPr>
          <a:xfrm>
            <a:off x="4631463" y="3130836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09" name="anim_to716_0_1">
            <a:extLst>
              <a:ext uri="{FF2B5EF4-FFF2-40B4-BE49-F238E27FC236}">
                <a16:creationId xmlns:a16="http://schemas.microsoft.com/office/drawing/2014/main" id="{9C1C493E-9015-47D6-880D-A1C84216222E}"/>
              </a:ext>
            </a:extLst>
          </p:cNvPr>
          <p:cNvSpPr>
            <a:spLocks noGrp="1"/>
          </p:cNvSpPr>
          <p:nvPr/>
        </p:nvSpPr>
        <p:spPr>
          <a:xfrm>
            <a:off x="5236500" y="3130836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10" name="anim_to720_0_1">
            <a:extLst>
              <a:ext uri="{FF2B5EF4-FFF2-40B4-BE49-F238E27FC236}">
                <a16:creationId xmlns:a16="http://schemas.microsoft.com/office/drawing/2014/main" id="{2448DE73-A9BE-41BF-8C52-BF6B8EA5F3D5}"/>
              </a:ext>
            </a:extLst>
          </p:cNvPr>
          <p:cNvSpPr>
            <a:spLocks noGrp="1"/>
          </p:cNvSpPr>
          <p:nvPr/>
        </p:nvSpPr>
        <p:spPr>
          <a:xfrm>
            <a:off x="5841536" y="3130836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111" name="anim_to724_0_1">
            <a:extLst>
              <a:ext uri="{FF2B5EF4-FFF2-40B4-BE49-F238E27FC236}">
                <a16:creationId xmlns:a16="http://schemas.microsoft.com/office/drawing/2014/main" id="{D55DF587-2179-4A61-90E5-DE7C480E1887}"/>
              </a:ext>
            </a:extLst>
          </p:cNvPr>
          <p:cNvSpPr>
            <a:spLocks noGrp="1"/>
          </p:cNvSpPr>
          <p:nvPr/>
        </p:nvSpPr>
        <p:spPr>
          <a:xfrm>
            <a:off x="2816355" y="3735872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112" name="anim_to728_0_1">
            <a:extLst>
              <a:ext uri="{FF2B5EF4-FFF2-40B4-BE49-F238E27FC236}">
                <a16:creationId xmlns:a16="http://schemas.microsoft.com/office/drawing/2014/main" id="{34E66A9E-D34F-4131-A830-EB8018D9341C}"/>
              </a:ext>
            </a:extLst>
          </p:cNvPr>
          <p:cNvSpPr>
            <a:spLocks noGrp="1"/>
          </p:cNvSpPr>
          <p:nvPr/>
        </p:nvSpPr>
        <p:spPr>
          <a:xfrm>
            <a:off x="3421391" y="3735872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13" name="anim_to732_0_1">
            <a:extLst>
              <a:ext uri="{FF2B5EF4-FFF2-40B4-BE49-F238E27FC236}">
                <a16:creationId xmlns:a16="http://schemas.microsoft.com/office/drawing/2014/main" id="{35EA293E-61F2-4398-B54F-7787693D000A}"/>
              </a:ext>
            </a:extLst>
          </p:cNvPr>
          <p:cNvSpPr>
            <a:spLocks noGrp="1"/>
          </p:cNvSpPr>
          <p:nvPr/>
        </p:nvSpPr>
        <p:spPr>
          <a:xfrm>
            <a:off x="4026427" y="3735872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14" name="anim_to736_0_1">
            <a:extLst>
              <a:ext uri="{FF2B5EF4-FFF2-40B4-BE49-F238E27FC236}">
                <a16:creationId xmlns:a16="http://schemas.microsoft.com/office/drawing/2014/main" id="{69FCC161-B9CA-4621-9842-DE60D2F5B688}"/>
              </a:ext>
            </a:extLst>
          </p:cNvPr>
          <p:cNvSpPr>
            <a:spLocks noGrp="1"/>
          </p:cNvSpPr>
          <p:nvPr/>
        </p:nvSpPr>
        <p:spPr>
          <a:xfrm>
            <a:off x="4631463" y="3735872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15" name="anim_to740_0_1">
            <a:extLst>
              <a:ext uri="{FF2B5EF4-FFF2-40B4-BE49-F238E27FC236}">
                <a16:creationId xmlns:a16="http://schemas.microsoft.com/office/drawing/2014/main" id="{709CEEF1-5B8A-466E-97EB-57D337C8E9E3}"/>
              </a:ext>
            </a:extLst>
          </p:cNvPr>
          <p:cNvSpPr>
            <a:spLocks noGrp="1"/>
          </p:cNvSpPr>
          <p:nvPr/>
        </p:nvSpPr>
        <p:spPr>
          <a:xfrm>
            <a:off x="5236500" y="3735872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116" name="anim_to744_0_1">
            <a:extLst>
              <a:ext uri="{FF2B5EF4-FFF2-40B4-BE49-F238E27FC236}">
                <a16:creationId xmlns:a16="http://schemas.microsoft.com/office/drawing/2014/main" id="{19AB1311-6BE2-4B57-B0FA-B869D653C69C}"/>
              </a:ext>
            </a:extLst>
          </p:cNvPr>
          <p:cNvSpPr>
            <a:spLocks noGrp="1"/>
          </p:cNvSpPr>
          <p:nvPr/>
        </p:nvSpPr>
        <p:spPr>
          <a:xfrm>
            <a:off x="5841536" y="3735872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117" name="anim_to748_0_1">
            <a:extLst>
              <a:ext uri="{FF2B5EF4-FFF2-40B4-BE49-F238E27FC236}">
                <a16:creationId xmlns:a16="http://schemas.microsoft.com/office/drawing/2014/main" id="{3B200AA9-E45A-4383-A3C1-F0CAC47E491C}"/>
              </a:ext>
            </a:extLst>
          </p:cNvPr>
          <p:cNvSpPr>
            <a:spLocks noGrp="1"/>
          </p:cNvSpPr>
          <p:nvPr/>
        </p:nvSpPr>
        <p:spPr>
          <a:xfrm>
            <a:off x="2816355" y="4340909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118" name="anim_to752_0_1">
            <a:extLst>
              <a:ext uri="{FF2B5EF4-FFF2-40B4-BE49-F238E27FC236}">
                <a16:creationId xmlns:a16="http://schemas.microsoft.com/office/drawing/2014/main" id="{946BACF1-11B9-44F8-8CF9-1510B22AC95D}"/>
              </a:ext>
            </a:extLst>
          </p:cNvPr>
          <p:cNvSpPr>
            <a:spLocks noGrp="1"/>
          </p:cNvSpPr>
          <p:nvPr/>
        </p:nvSpPr>
        <p:spPr>
          <a:xfrm>
            <a:off x="3421391" y="4340909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19" name="anim_to756_0_1">
            <a:extLst>
              <a:ext uri="{FF2B5EF4-FFF2-40B4-BE49-F238E27FC236}">
                <a16:creationId xmlns:a16="http://schemas.microsoft.com/office/drawing/2014/main" id="{E7A80B37-CAB3-4C95-B6FA-2364F576984C}"/>
              </a:ext>
            </a:extLst>
          </p:cNvPr>
          <p:cNvSpPr>
            <a:spLocks noGrp="1"/>
          </p:cNvSpPr>
          <p:nvPr/>
        </p:nvSpPr>
        <p:spPr>
          <a:xfrm>
            <a:off x="4026427" y="4340909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120" name="anim_to760_0_1">
            <a:extLst>
              <a:ext uri="{FF2B5EF4-FFF2-40B4-BE49-F238E27FC236}">
                <a16:creationId xmlns:a16="http://schemas.microsoft.com/office/drawing/2014/main" id="{FDF464A0-722E-4609-8B9F-77E9BE422BF1}"/>
              </a:ext>
            </a:extLst>
          </p:cNvPr>
          <p:cNvSpPr>
            <a:spLocks noGrp="1"/>
          </p:cNvSpPr>
          <p:nvPr/>
        </p:nvSpPr>
        <p:spPr>
          <a:xfrm>
            <a:off x="4631463" y="4340909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21" name="anim_to764_0_1">
            <a:extLst>
              <a:ext uri="{FF2B5EF4-FFF2-40B4-BE49-F238E27FC236}">
                <a16:creationId xmlns:a16="http://schemas.microsoft.com/office/drawing/2014/main" id="{E420283A-B12D-41CF-9E7C-BD3E58BF39C2}"/>
              </a:ext>
            </a:extLst>
          </p:cNvPr>
          <p:cNvSpPr>
            <a:spLocks noGrp="1"/>
          </p:cNvSpPr>
          <p:nvPr/>
        </p:nvSpPr>
        <p:spPr>
          <a:xfrm>
            <a:off x="5236500" y="4340909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122" name="anim_to768_0_1">
            <a:extLst>
              <a:ext uri="{FF2B5EF4-FFF2-40B4-BE49-F238E27FC236}">
                <a16:creationId xmlns:a16="http://schemas.microsoft.com/office/drawing/2014/main" id="{0CAB7A12-8CCE-4E39-98C7-39C9AC3BBE98}"/>
              </a:ext>
            </a:extLst>
          </p:cNvPr>
          <p:cNvSpPr>
            <a:spLocks noGrp="1"/>
          </p:cNvSpPr>
          <p:nvPr/>
        </p:nvSpPr>
        <p:spPr>
          <a:xfrm>
            <a:off x="5841536" y="4340909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123" name="anim_to772_0_1">
            <a:extLst>
              <a:ext uri="{FF2B5EF4-FFF2-40B4-BE49-F238E27FC236}">
                <a16:creationId xmlns:a16="http://schemas.microsoft.com/office/drawing/2014/main" id="{15B46D82-C13F-4CF9-BEB8-2D5A1EF2AB16}"/>
              </a:ext>
            </a:extLst>
          </p:cNvPr>
          <p:cNvSpPr>
            <a:spLocks noGrp="1"/>
          </p:cNvSpPr>
          <p:nvPr/>
        </p:nvSpPr>
        <p:spPr>
          <a:xfrm>
            <a:off x="2816355" y="4945945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124" name="anim_to776_0_1">
            <a:extLst>
              <a:ext uri="{FF2B5EF4-FFF2-40B4-BE49-F238E27FC236}">
                <a16:creationId xmlns:a16="http://schemas.microsoft.com/office/drawing/2014/main" id="{92D6E9F7-E4DD-485B-83C4-C319036918F0}"/>
              </a:ext>
            </a:extLst>
          </p:cNvPr>
          <p:cNvSpPr>
            <a:spLocks noGrp="1"/>
          </p:cNvSpPr>
          <p:nvPr/>
        </p:nvSpPr>
        <p:spPr>
          <a:xfrm>
            <a:off x="3421391" y="4945945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25" name="anim_to780_0_1">
            <a:extLst>
              <a:ext uri="{FF2B5EF4-FFF2-40B4-BE49-F238E27FC236}">
                <a16:creationId xmlns:a16="http://schemas.microsoft.com/office/drawing/2014/main" id="{E6D73C43-8E2D-4358-891A-AF2E7F6D0D8A}"/>
              </a:ext>
            </a:extLst>
          </p:cNvPr>
          <p:cNvSpPr>
            <a:spLocks noGrp="1"/>
          </p:cNvSpPr>
          <p:nvPr/>
        </p:nvSpPr>
        <p:spPr>
          <a:xfrm>
            <a:off x="4026427" y="4945945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26" name="anim_to784_0_1">
            <a:extLst>
              <a:ext uri="{FF2B5EF4-FFF2-40B4-BE49-F238E27FC236}">
                <a16:creationId xmlns:a16="http://schemas.microsoft.com/office/drawing/2014/main" id="{F5730A21-4D7B-49AF-B4FF-4C82E32B8DB5}"/>
              </a:ext>
            </a:extLst>
          </p:cNvPr>
          <p:cNvSpPr>
            <a:spLocks noGrp="1"/>
          </p:cNvSpPr>
          <p:nvPr/>
        </p:nvSpPr>
        <p:spPr>
          <a:xfrm>
            <a:off x="4631463" y="4945945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27" name="anim_to788_0_1">
            <a:extLst>
              <a:ext uri="{FF2B5EF4-FFF2-40B4-BE49-F238E27FC236}">
                <a16:creationId xmlns:a16="http://schemas.microsoft.com/office/drawing/2014/main" id="{2F425E14-624F-45C1-B46F-FD493913660B}"/>
              </a:ext>
            </a:extLst>
          </p:cNvPr>
          <p:cNvSpPr>
            <a:spLocks noGrp="1"/>
          </p:cNvSpPr>
          <p:nvPr/>
        </p:nvSpPr>
        <p:spPr>
          <a:xfrm>
            <a:off x="5236500" y="4945945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128" name="anim_to792_0_1">
            <a:extLst>
              <a:ext uri="{FF2B5EF4-FFF2-40B4-BE49-F238E27FC236}">
                <a16:creationId xmlns:a16="http://schemas.microsoft.com/office/drawing/2014/main" id="{D6B20BB0-DA8C-47A2-9549-06AA4CB5A707}"/>
              </a:ext>
            </a:extLst>
          </p:cNvPr>
          <p:cNvSpPr>
            <a:spLocks noGrp="1"/>
          </p:cNvSpPr>
          <p:nvPr/>
        </p:nvSpPr>
        <p:spPr>
          <a:xfrm>
            <a:off x="5841536" y="4945945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29" name="anim_to1894_0_1">
            <a:extLst>
              <a:ext uri="{FF2B5EF4-FFF2-40B4-BE49-F238E27FC236}">
                <a16:creationId xmlns:a16="http://schemas.microsoft.com/office/drawing/2014/main" id="{607FD056-1BD1-44C6-8C6A-288E7AB28794}"/>
              </a:ext>
            </a:extLst>
          </p:cNvPr>
          <p:cNvSpPr>
            <a:spLocks noGrp="1"/>
          </p:cNvSpPr>
          <p:nvPr/>
        </p:nvSpPr>
        <p:spPr>
          <a:xfrm>
            <a:off x="7503989" y="3213343"/>
            <a:ext cx="3761359" cy="8461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330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330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pPr>
            <a:r>
              <a:rPr sz="5330" b="1">
                <a:solidFill>
                  <a:srgbClr val="FF862F"/>
                </a:solidFill>
                <a:latin typeface="Consolas"/>
                <a:ea typeface="Consolas"/>
                <a:cs typeface="Consolas"/>
              </a:rPr>
              <a:t>Stride = 2</a:t>
            </a:r>
          </a:p>
        </p:txBody>
      </p:sp>
      <p:sp>
        <p:nvSpPr>
          <p:cNvPr id="130" name="anim_o808_1">
            <a:extLst>
              <a:ext uri="{FF2B5EF4-FFF2-40B4-BE49-F238E27FC236}">
                <a16:creationId xmlns:a16="http://schemas.microsoft.com/office/drawing/2014/main" id="{20C9C3ED-80F2-46F3-8A2C-C37F538680FA}"/>
              </a:ext>
            </a:extLst>
          </p:cNvPr>
          <p:cNvSpPr>
            <a:spLocks noGrp="1"/>
          </p:cNvSpPr>
          <p:nvPr/>
        </p:nvSpPr>
        <p:spPr>
          <a:xfrm>
            <a:off x="2111404" y="1216296"/>
            <a:ext cx="605036" cy="605036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1" name="anim_o813_1">
            <a:extLst>
              <a:ext uri="{FF2B5EF4-FFF2-40B4-BE49-F238E27FC236}">
                <a16:creationId xmlns:a16="http://schemas.microsoft.com/office/drawing/2014/main" id="{830B0B8F-18D4-4654-B790-ED43A74F2D5B}"/>
              </a:ext>
            </a:extLst>
          </p:cNvPr>
          <p:cNvSpPr>
            <a:spLocks noGrp="1"/>
          </p:cNvSpPr>
          <p:nvPr/>
        </p:nvSpPr>
        <p:spPr>
          <a:xfrm>
            <a:off x="2716440" y="1216296"/>
            <a:ext cx="605036" cy="605036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2" name="anim_o817_1">
            <a:extLst>
              <a:ext uri="{FF2B5EF4-FFF2-40B4-BE49-F238E27FC236}">
                <a16:creationId xmlns:a16="http://schemas.microsoft.com/office/drawing/2014/main" id="{F28932A3-B26B-43BA-8FF1-0B9CA8B5217D}"/>
              </a:ext>
            </a:extLst>
          </p:cNvPr>
          <p:cNvSpPr>
            <a:spLocks noGrp="1"/>
          </p:cNvSpPr>
          <p:nvPr/>
        </p:nvSpPr>
        <p:spPr>
          <a:xfrm>
            <a:off x="3321476" y="1216296"/>
            <a:ext cx="605036" cy="605036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3" name="anim_o821_1">
            <a:extLst>
              <a:ext uri="{FF2B5EF4-FFF2-40B4-BE49-F238E27FC236}">
                <a16:creationId xmlns:a16="http://schemas.microsoft.com/office/drawing/2014/main" id="{13E8AD49-63A8-44E5-BDCE-8F81132671EC}"/>
              </a:ext>
            </a:extLst>
          </p:cNvPr>
          <p:cNvSpPr>
            <a:spLocks noGrp="1"/>
          </p:cNvSpPr>
          <p:nvPr/>
        </p:nvSpPr>
        <p:spPr>
          <a:xfrm>
            <a:off x="2111404" y="1821332"/>
            <a:ext cx="605036" cy="605036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4" name="anim_o826_1">
            <a:extLst>
              <a:ext uri="{FF2B5EF4-FFF2-40B4-BE49-F238E27FC236}">
                <a16:creationId xmlns:a16="http://schemas.microsoft.com/office/drawing/2014/main" id="{1CE1D84C-DB87-4CC8-9341-2BF2AB8B0F8F}"/>
              </a:ext>
            </a:extLst>
          </p:cNvPr>
          <p:cNvSpPr>
            <a:spLocks noGrp="1"/>
          </p:cNvSpPr>
          <p:nvPr/>
        </p:nvSpPr>
        <p:spPr>
          <a:xfrm>
            <a:off x="2716440" y="1821332"/>
            <a:ext cx="605036" cy="605036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5" name="anim_o830_1">
            <a:extLst>
              <a:ext uri="{FF2B5EF4-FFF2-40B4-BE49-F238E27FC236}">
                <a16:creationId xmlns:a16="http://schemas.microsoft.com/office/drawing/2014/main" id="{44B06546-C522-4E1F-94CD-C06827CB0951}"/>
              </a:ext>
            </a:extLst>
          </p:cNvPr>
          <p:cNvSpPr>
            <a:spLocks noGrp="1"/>
          </p:cNvSpPr>
          <p:nvPr/>
        </p:nvSpPr>
        <p:spPr>
          <a:xfrm>
            <a:off x="3321476" y="1821332"/>
            <a:ext cx="605036" cy="605036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6" name="anim_o834_1">
            <a:extLst>
              <a:ext uri="{FF2B5EF4-FFF2-40B4-BE49-F238E27FC236}">
                <a16:creationId xmlns:a16="http://schemas.microsoft.com/office/drawing/2014/main" id="{B4AD8568-935E-4CE2-A7A5-D8D1A2B0AE1D}"/>
              </a:ext>
            </a:extLst>
          </p:cNvPr>
          <p:cNvSpPr>
            <a:spLocks noGrp="1"/>
          </p:cNvSpPr>
          <p:nvPr/>
        </p:nvSpPr>
        <p:spPr>
          <a:xfrm>
            <a:off x="2111404" y="2426368"/>
            <a:ext cx="605036" cy="605036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7" name="anim_o839_1">
            <a:extLst>
              <a:ext uri="{FF2B5EF4-FFF2-40B4-BE49-F238E27FC236}">
                <a16:creationId xmlns:a16="http://schemas.microsoft.com/office/drawing/2014/main" id="{95429290-90BC-4D81-8988-4EEE6116A4B0}"/>
              </a:ext>
            </a:extLst>
          </p:cNvPr>
          <p:cNvSpPr>
            <a:spLocks noGrp="1"/>
          </p:cNvSpPr>
          <p:nvPr/>
        </p:nvSpPr>
        <p:spPr>
          <a:xfrm>
            <a:off x="2716440" y="2426368"/>
            <a:ext cx="605036" cy="605036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8" name="anim_o843_1">
            <a:extLst>
              <a:ext uri="{FF2B5EF4-FFF2-40B4-BE49-F238E27FC236}">
                <a16:creationId xmlns:a16="http://schemas.microsoft.com/office/drawing/2014/main" id="{C1CE7C54-2453-4FEC-A160-47C4E49B9D92}"/>
              </a:ext>
            </a:extLst>
          </p:cNvPr>
          <p:cNvSpPr>
            <a:spLocks noGrp="1"/>
          </p:cNvSpPr>
          <p:nvPr/>
        </p:nvSpPr>
        <p:spPr>
          <a:xfrm>
            <a:off x="3321476" y="2426368"/>
            <a:ext cx="605036" cy="605036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9" name="anim_to809_0_1">
            <a:extLst>
              <a:ext uri="{FF2B5EF4-FFF2-40B4-BE49-F238E27FC236}">
                <a16:creationId xmlns:a16="http://schemas.microsoft.com/office/drawing/2014/main" id="{B7B1D194-F890-4DDE-966B-DA742066CE17}"/>
              </a:ext>
            </a:extLst>
          </p:cNvPr>
          <p:cNvSpPr>
            <a:spLocks noGrp="1"/>
          </p:cNvSpPr>
          <p:nvPr/>
        </p:nvSpPr>
        <p:spPr>
          <a:xfrm>
            <a:off x="2329401" y="1315727"/>
            <a:ext cx="395533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40" name="anim_to814_0_1">
            <a:extLst>
              <a:ext uri="{FF2B5EF4-FFF2-40B4-BE49-F238E27FC236}">
                <a16:creationId xmlns:a16="http://schemas.microsoft.com/office/drawing/2014/main" id="{75721BCA-1C4B-4985-9CE8-7502C85BB330}"/>
              </a:ext>
            </a:extLst>
          </p:cNvPr>
          <p:cNvSpPr>
            <a:spLocks noGrp="1"/>
          </p:cNvSpPr>
          <p:nvPr/>
        </p:nvSpPr>
        <p:spPr>
          <a:xfrm>
            <a:off x="3023796" y="1315727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41" name="anim_to818_0_1">
            <a:extLst>
              <a:ext uri="{FF2B5EF4-FFF2-40B4-BE49-F238E27FC236}">
                <a16:creationId xmlns:a16="http://schemas.microsoft.com/office/drawing/2014/main" id="{9A9AA569-9D7A-430C-AD05-5E829D161D67}"/>
              </a:ext>
            </a:extLst>
          </p:cNvPr>
          <p:cNvSpPr>
            <a:spLocks noGrp="1"/>
          </p:cNvSpPr>
          <p:nvPr/>
        </p:nvSpPr>
        <p:spPr>
          <a:xfrm>
            <a:off x="3628832" y="1315727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42" name="anim_to822_0_1">
            <a:extLst>
              <a:ext uri="{FF2B5EF4-FFF2-40B4-BE49-F238E27FC236}">
                <a16:creationId xmlns:a16="http://schemas.microsoft.com/office/drawing/2014/main" id="{38A444D2-23A7-4B9E-9041-31388D9439D6}"/>
              </a:ext>
            </a:extLst>
          </p:cNvPr>
          <p:cNvSpPr>
            <a:spLocks noGrp="1"/>
          </p:cNvSpPr>
          <p:nvPr/>
        </p:nvSpPr>
        <p:spPr>
          <a:xfrm>
            <a:off x="2329401" y="1920763"/>
            <a:ext cx="395533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43" name="anim_to827_0_1">
            <a:extLst>
              <a:ext uri="{FF2B5EF4-FFF2-40B4-BE49-F238E27FC236}">
                <a16:creationId xmlns:a16="http://schemas.microsoft.com/office/drawing/2014/main" id="{13906A59-6334-4864-BE3F-8B2E2B048FA5}"/>
              </a:ext>
            </a:extLst>
          </p:cNvPr>
          <p:cNvSpPr>
            <a:spLocks noGrp="1"/>
          </p:cNvSpPr>
          <p:nvPr/>
        </p:nvSpPr>
        <p:spPr>
          <a:xfrm>
            <a:off x="3023796" y="1920763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44" name="anim_to831_0_1">
            <a:extLst>
              <a:ext uri="{FF2B5EF4-FFF2-40B4-BE49-F238E27FC236}">
                <a16:creationId xmlns:a16="http://schemas.microsoft.com/office/drawing/2014/main" id="{B2948B98-637F-4439-BBFE-D368C5429684}"/>
              </a:ext>
            </a:extLst>
          </p:cNvPr>
          <p:cNvSpPr>
            <a:spLocks noGrp="1"/>
          </p:cNvSpPr>
          <p:nvPr/>
        </p:nvSpPr>
        <p:spPr>
          <a:xfrm>
            <a:off x="3628832" y="1920763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45" name="anim_to835_0_1">
            <a:extLst>
              <a:ext uri="{FF2B5EF4-FFF2-40B4-BE49-F238E27FC236}">
                <a16:creationId xmlns:a16="http://schemas.microsoft.com/office/drawing/2014/main" id="{49A8C602-EE44-4F93-A73D-1B482F79D12F}"/>
              </a:ext>
            </a:extLst>
          </p:cNvPr>
          <p:cNvSpPr>
            <a:spLocks noGrp="1"/>
          </p:cNvSpPr>
          <p:nvPr/>
        </p:nvSpPr>
        <p:spPr>
          <a:xfrm>
            <a:off x="2329401" y="2525800"/>
            <a:ext cx="395533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46" name="anim_to840_0_1">
            <a:extLst>
              <a:ext uri="{FF2B5EF4-FFF2-40B4-BE49-F238E27FC236}">
                <a16:creationId xmlns:a16="http://schemas.microsoft.com/office/drawing/2014/main" id="{C3F8562F-4969-41F2-96AF-14EF72C1CF2B}"/>
              </a:ext>
            </a:extLst>
          </p:cNvPr>
          <p:cNvSpPr>
            <a:spLocks noGrp="1"/>
          </p:cNvSpPr>
          <p:nvPr/>
        </p:nvSpPr>
        <p:spPr>
          <a:xfrm>
            <a:off x="3023796" y="2525800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47" name="anim_to844_0_1">
            <a:extLst>
              <a:ext uri="{FF2B5EF4-FFF2-40B4-BE49-F238E27FC236}">
                <a16:creationId xmlns:a16="http://schemas.microsoft.com/office/drawing/2014/main" id="{5472BDF8-E8DE-4E49-AEA0-03BD416810F0}"/>
              </a:ext>
            </a:extLst>
          </p:cNvPr>
          <p:cNvSpPr>
            <a:spLocks noGrp="1"/>
          </p:cNvSpPr>
          <p:nvPr/>
        </p:nvSpPr>
        <p:spPr>
          <a:xfrm>
            <a:off x="3628832" y="2525800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48" name="anim_o1906_1">
            <a:extLst>
              <a:ext uri="{FF2B5EF4-FFF2-40B4-BE49-F238E27FC236}">
                <a16:creationId xmlns:a16="http://schemas.microsoft.com/office/drawing/2014/main" id="{9AEFC7E6-8D04-4641-A0DE-FB9500BE88E5}"/>
              </a:ext>
            </a:extLst>
          </p:cNvPr>
          <p:cNvSpPr>
            <a:spLocks noGrp="1"/>
          </p:cNvSpPr>
          <p:nvPr/>
        </p:nvSpPr>
        <p:spPr>
          <a:xfrm>
            <a:off x="8810020" y="2607879"/>
            <a:ext cx="605036" cy="605036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9" name="anim_o1909_1">
            <a:extLst>
              <a:ext uri="{FF2B5EF4-FFF2-40B4-BE49-F238E27FC236}">
                <a16:creationId xmlns:a16="http://schemas.microsoft.com/office/drawing/2014/main" id="{4B9E5A94-231B-46ED-A032-6B2A10947B34}"/>
              </a:ext>
            </a:extLst>
          </p:cNvPr>
          <p:cNvSpPr>
            <a:spLocks noGrp="1"/>
          </p:cNvSpPr>
          <p:nvPr/>
        </p:nvSpPr>
        <p:spPr>
          <a:xfrm>
            <a:off x="9415056" y="2607879"/>
            <a:ext cx="605036" cy="605036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0" name="anim_o1912_1">
            <a:extLst>
              <a:ext uri="{FF2B5EF4-FFF2-40B4-BE49-F238E27FC236}">
                <a16:creationId xmlns:a16="http://schemas.microsoft.com/office/drawing/2014/main" id="{7382B42F-7F2B-4073-BE21-AB614D41EDDF}"/>
              </a:ext>
            </a:extLst>
          </p:cNvPr>
          <p:cNvSpPr>
            <a:spLocks noGrp="1"/>
          </p:cNvSpPr>
          <p:nvPr/>
        </p:nvSpPr>
        <p:spPr>
          <a:xfrm>
            <a:off x="10020093" y="2607879"/>
            <a:ext cx="605036" cy="605036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1" name="anim_o1915_1">
            <a:extLst>
              <a:ext uri="{FF2B5EF4-FFF2-40B4-BE49-F238E27FC236}">
                <a16:creationId xmlns:a16="http://schemas.microsoft.com/office/drawing/2014/main" id="{37467175-D4ED-4E8E-954A-101B39A632E6}"/>
              </a:ext>
            </a:extLst>
          </p:cNvPr>
          <p:cNvSpPr>
            <a:spLocks noGrp="1"/>
          </p:cNvSpPr>
          <p:nvPr/>
        </p:nvSpPr>
        <p:spPr>
          <a:xfrm>
            <a:off x="8810020" y="3212916"/>
            <a:ext cx="605036" cy="605036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2" name="anim_o1918_1">
            <a:extLst>
              <a:ext uri="{FF2B5EF4-FFF2-40B4-BE49-F238E27FC236}">
                <a16:creationId xmlns:a16="http://schemas.microsoft.com/office/drawing/2014/main" id="{17359751-6286-43F5-8E1F-D4A87656BA4A}"/>
              </a:ext>
            </a:extLst>
          </p:cNvPr>
          <p:cNvSpPr>
            <a:spLocks noGrp="1"/>
          </p:cNvSpPr>
          <p:nvPr/>
        </p:nvSpPr>
        <p:spPr>
          <a:xfrm>
            <a:off x="9415056" y="3212916"/>
            <a:ext cx="605036" cy="605036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3" name="anim_o1921_1">
            <a:extLst>
              <a:ext uri="{FF2B5EF4-FFF2-40B4-BE49-F238E27FC236}">
                <a16:creationId xmlns:a16="http://schemas.microsoft.com/office/drawing/2014/main" id="{B007912E-B2BB-4CA2-AED1-F68D1F0346EE}"/>
              </a:ext>
            </a:extLst>
          </p:cNvPr>
          <p:cNvSpPr>
            <a:spLocks noGrp="1"/>
          </p:cNvSpPr>
          <p:nvPr/>
        </p:nvSpPr>
        <p:spPr>
          <a:xfrm>
            <a:off x="10020093" y="3212916"/>
            <a:ext cx="605036" cy="605036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4" name="anim_o1924_1">
            <a:extLst>
              <a:ext uri="{FF2B5EF4-FFF2-40B4-BE49-F238E27FC236}">
                <a16:creationId xmlns:a16="http://schemas.microsoft.com/office/drawing/2014/main" id="{6893AE13-364A-447B-9903-9EFE0C2860F3}"/>
              </a:ext>
            </a:extLst>
          </p:cNvPr>
          <p:cNvSpPr>
            <a:spLocks noGrp="1"/>
          </p:cNvSpPr>
          <p:nvPr/>
        </p:nvSpPr>
        <p:spPr>
          <a:xfrm>
            <a:off x="8810020" y="3817952"/>
            <a:ext cx="605036" cy="605036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5" name="anim_o1927_1">
            <a:extLst>
              <a:ext uri="{FF2B5EF4-FFF2-40B4-BE49-F238E27FC236}">
                <a16:creationId xmlns:a16="http://schemas.microsoft.com/office/drawing/2014/main" id="{079885E0-C128-494B-86BE-E4790130A814}"/>
              </a:ext>
            </a:extLst>
          </p:cNvPr>
          <p:cNvSpPr>
            <a:spLocks noGrp="1"/>
          </p:cNvSpPr>
          <p:nvPr/>
        </p:nvSpPr>
        <p:spPr>
          <a:xfrm>
            <a:off x="9415056" y="3817952"/>
            <a:ext cx="605036" cy="605036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6" name="anim_o1930_1">
            <a:extLst>
              <a:ext uri="{FF2B5EF4-FFF2-40B4-BE49-F238E27FC236}">
                <a16:creationId xmlns:a16="http://schemas.microsoft.com/office/drawing/2014/main" id="{2163E5B0-FDDB-4C30-B42C-4EB24A47DFF6}"/>
              </a:ext>
            </a:extLst>
          </p:cNvPr>
          <p:cNvSpPr>
            <a:spLocks noGrp="1"/>
          </p:cNvSpPr>
          <p:nvPr/>
        </p:nvSpPr>
        <p:spPr>
          <a:xfrm>
            <a:off x="10020093" y="3817952"/>
            <a:ext cx="605036" cy="605036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7" name="anim_to1907_0_1">
            <a:extLst>
              <a:ext uri="{FF2B5EF4-FFF2-40B4-BE49-F238E27FC236}">
                <a16:creationId xmlns:a16="http://schemas.microsoft.com/office/drawing/2014/main" id="{1C230223-1ABB-4928-94E1-E1C521180533}"/>
              </a:ext>
            </a:extLst>
          </p:cNvPr>
          <p:cNvSpPr>
            <a:spLocks noGrp="1"/>
          </p:cNvSpPr>
          <p:nvPr/>
        </p:nvSpPr>
        <p:spPr>
          <a:xfrm>
            <a:off x="9013655" y="2707311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58" name="anim_to1910_0_1">
            <a:extLst>
              <a:ext uri="{FF2B5EF4-FFF2-40B4-BE49-F238E27FC236}">
                <a16:creationId xmlns:a16="http://schemas.microsoft.com/office/drawing/2014/main" id="{14000C01-07E0-4A42-B7A3-E006C0CE9F0B}"/>
              </a:ext>
            </a:extLst>
          </p:cNvPr>
          <p:cNvSpPr>
            <a:spLocks noGrp="1"/>
          </p:cNvSpPr>
          <p:nvPr/>
        </p:nvSpPr>
        <p:spPr>
          <a:xfrm>
            <a:off x="9618691" y="2707311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59" name="anim_to1913_0_1">
            <a:extLst>
              <a:ext uri="{FF2B5EF4-FFF2-40B4-BE49-F238E27FC236}">
                <a16:creationId xmlns:a16="http://schemas.microsoft.com/office/drawing/2014/main" id="{C8B2821A-E305-424F-BB0C-7C1226D50DEA}"/>
              </a:ext>
            </a:extLst>
          </p:cNvPr>
          <p:cNvSpPr>
            <a:spLocks noGrp="1"/>
          </p:cNvSpPr>
          <p:nvPr/>
        </p:nvSpPr>
        <p:spPr>
          <a:xfrm>
            <a:off x="10223728" y="2707311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60" name="anim_to1916_0_1">
            <a:extLst>
              <a:ext uri="{FF2B5EF4-FFF2-40B4-BE49-F238E27FC236}">
                <a16:creationId xmlns:a16="http://schemas.microsoft.com/office/drawing/2014/main" id="{BC57F503-3728-4F2F-BBD0-832C07FB6685}"/>
              </a:ext>
            </a:extLst>
          </p:cNvPr>
          <p:cNvSpPr>
            <a:spLocks noGrp="1"/>
          </p:cNvSpPr>
          <p:nvPr/>
        </p:nvSpPr>
        <p:spPr>
          <a:xfrm>
            <a:off x="9013655" y="3312347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61" name="anim_to1919_0_1">
            <a:extLst>
              <a:ext uri="{FF2B5EF4-FFF2-40B4-BE49-F238E27FC236}">
                <a16:creationId xmlns:a16="http://schemas.microsoft.com/office/drawing/2014/main" id="{CE3FC538-63A8-46D3-8E3E-AE76D69231C4}"/>
              </a:ext>
            </a:extLst>
          </p:cNvPr>
          <p:cNvSpPr>
            <a:spLocks noGrp="1"/>
          </p:cNvSpPr>
          <p:nvPr/>
        </p:nvSpPr>
        <p:spPr>
          <a:xfrm>
            <a:off x="9618691" y="3312347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62" name="anim_to1922_0_1">
            <a:extLst>
              <a:ext uri="{FF2B5EF4-FFF2-40B4-BE49-F238E27FC236}">
                <a16:creationId xmlns:a16="http://schemas.microsoft.com/office/drawing/2014/main" id="{BBE16CB9-5195-47D2-A547-F45BE0609B1D}"/>
              </a:ext>
            </a:extLst>
          </p:cNvPr>
          <p:cNvSpPr>
            <a:spLocks noGrp="1"/>
          </p:cNvSpPr>
          <p:nvPr/>
        </p:nvSpPr>
        <p:spPr>
          <a:xfrm>
            <a:off x="10223728" y="3312347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63" name="anim_to1925_0_1">
            <a:extLst>
              <a:ext uri="{FF2B5EF4-FFF2-40B4-BE49-F238E27FC236}">
                <a16:creationId xmlns:a16="http://schemas.microsoft.com/office/drawing/2014/main" id="{7417BB6B-CF9D-4D20-B7E5-CDAA0BE74BD8}"/>
              </a:ext>
            </a:extLst>
          </p:cNvPr>
          <p:cNvSpPr>
            <a:spLocks noGrp="1"/>
          </p:cNvSpPr>
          <p:nvPr/>
        </p:nvSpPr>
        <p:spPr>
          <a:xfrm>
            <a:off x="9013655" y="3917383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64" name="anim_to1928_0_1">
            <a:extLst>
              <a:ext uri="{FF2B5EF4-FFF2-40B4-BE49-F238E27FC236}">
                <a16:creationId xmlns:a16="http://schemas.microsoft.com/office/drawing/2014/main" id="{D5CF0234-117F-4DE6-A82F-61079D19E3A3}"/>
              </a:ext>
            </a:extLst>
          </p:cNvPr>
          <p:cNvSpPr>
            <a:spLocks noGrp="1"/>
          </p:cNvSpPr>
          <p:nvPr/>
        </p:nvSpPr>
        <p:spPr>
          <a:xfrm>
            <a:off x="9618691" y="3917383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65" name="anim_to1931_0_1">
            <a:extLst>
              <a:ext uri="{FF2B5EF4-FFF2-40B4-BE49-F238E27FC236}">
                <a16:creationId xmlns:a16="http://schemas.microsoft.com/office/drawing/2014/main" id="{33A0D48E-8FB8-4987-8FFB-BA38F2A2F2DB}"/>
              </a:ext>
            </a:extLst>
          </p:cNvPr>
          <p:cNvSpPr>
            <a:spLocks noGrp="1"/>
          </p:cNvSpPr>
          <p:nvPr/>
        </p:nvSpPr>
        <p:spPr>
          <a:xfrm>
            <a:off x="10223728" y="3917383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66" name="anim_to1933_0_1">
            <a:extLst>
              <a:ext uri="{FF2B5EF4-FFF2-40B4-BE49-F238E27FC236}">
                <a16:creationId xmlns:a16="http://schemas.microsoft.com/office/drawing/2014/main" id="{DDF74ACB-4E15-4188-8992-BF7654B33694}"/>
              </a:ext>
            </a:extLst>
          </p:cNvPr>
          <p:cNvSpPr>
            <a:spLocks noGrp="1"/>
          </p:cNvSpPr>
          <p:nvPr/>
        </p:nvSpPr>
        <p:spPr>
          <a:xfrm>
            <a:off x="7682597" y="1648356"/>
            <a:ext cx="4089005" cy="54156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11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11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3411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Output (Stride=2)</a:t>
            </a:r>
          </a:p>
        </p:txBody>
      </p:sp>
      <p:sp>
        <p:nvSpPr>
          <p:cNvPr id="167" name="anim_to1952_0_1">
            <a:extLst>
              <a:ext uri="{FF2B5EF4-FFF2-40B4-BE49-F238E27FC236}">
                <a16:creationId xmlns:a16="http://schemas.microsoft.com/office/drawing/2014/main" id="{FDF309CA-8A71-4A7B-B091-1BE55FBA1612}"/>
              </a:ext>
            </a:extLst>
          </p:cNvPr>
          <p:cNvSpPr>
            <a:spLocks noGrp="1"/>
          </p:cNvSpPr>
          <p:nvPr/>
        </p:nvSpPr>
        <p:spPr>
          <a:xfrm>
            <a:off x="2107598" y="1799756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168" name="anim_to1954_0_1">
            <a:extLst>
              <a:ext uri="{FF2B5EF4-FFF2-40B4-BE49-F238E27FC236}">
                <a16:creationId xmlns:a16="http://schemas.microsoft.com/office/drawing/2014/main" id="{A4BB42F1-3B78-484C-90BB-6C26A680F83D}"/>
              </a:ext>
            </a:extLst>
          </p:cNvPr>
          <p:cNvSpPr>
            <a:spLocks noGrp="1"/>
          </p:cNvSpPr>
          <p:nvPr/>
        </p:nvSpPr>
        <p:spPr>
          <a:xfrm>
            <a:off x="3228312" y="1799756"/>
            <a:ext cx="395533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69" name="anim_to1957_0_1">
            <a:extLst>
              <a:ext uri="{FF2B5EF4-FFF2-40B4-BE49-F238E27FC236}">
                <a16:creationId xmlns:a16="http://schemas.microsoft.com/office/drawing/2014/main" id="{2F296CC8-BD76-4C14-BDA7-370BA08B5DB7}"/>
              </a:ext>
            </a:extLst>
          </p:cNvPr>
          <p:cNvSpPr>
            <a:spLocks noGrp="1"/>
          </p:cNvSpPr>
          <p:nvPr/>
        </p:nvSpPr>
        <p:spPr>
          <a:xfrm>
            <a:off x="4527743" y="1799756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170" name="anim_to1959_0_1">
            <a:extLst>
              <a:ext uri="{FF2B5EF4-FFF2-40B4-BE49-F238E27FC236}">
                <a16:creationId xmlns:a16="http://schemas.microsoft.com/office/drawing/2014/main" id="{8CB52934-AC49-4BBC-9B36-318178BF60D9}"/>
              </a:ext>
            </a:extLst>
          </p:cNvPr>
          <p:cNvSpPr>
            <a:spLocks noGrp="1"/>
          </p:cNvSpPr>
          <p:nvPr/>
        </p:nvSpPr>
        <p:spPr>
          <a:xfrm>
            <a:off x="2107598" y="3009829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171" name="anim_to1961_0_1">
            <a:extLst>
              <a:ext uri="{FF2B5EF4-FFF2-40B4-BE49-F238E27FC236}">
                <a16:creationId xmlns:a16="http://schemas.microsoft.com/office/drawing/2014/main" id="{AD359AEF-F511-42BF-99BE-2403462AEDC2}"/>
              </a:ext>
            </a:extLst>
          </p:cNvPr>
          <p:cNvSpPr>
            <a:spLocks noGrp="1"/>
          </p:cNvSpPr>
          <p:nvPr/>
        </p:nvSpPr>
        <p:spPr>
          <a:xfrm>
            <a:off x="3228312" y="3009829"/>
            <a:ext cx="395533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72" name="anim_to1964_0_1">
            <a:extLst>
              <a:ext uri="{FF2B5EF4-FFF2-40B4-BE49-F238E27FC236}">
                <a16:creationId xmlns:a16="http://schemas.microsoft.com/office/drawing/2014/main" id="{1E5BEDC8-5DE4-4270-AFC7-F6BFB320B13C}"/>
              </a:ext>
            </a:extLst>
          </p:cNvPr>
          <p:cNvSpPr>
            <a:spLocks noGrp="1"/>
          </p:cNvSpPr>
          <p:nvPr/>
        </p:nvSpPr>
        <p:spPr>
          <a:xfrm>
            <a:off x="4438385" y="3009829"/>
            <a:ext cx="395533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11</a:t>
            </a:r>
          </a:p>
        </p:txBody>
      </p:sp>
      <p:sp>
        <p:nvSpPr>
          <p:cNvPr id="173" name="anim_to1967_0_1">
            <a:extLst>
              <a:ext uri="{FF2B5EF4-FFF2-40B4-BE49-F238E27FC236}">
                <a16:creationId xmlns:a16="http://schemas.microsoft.com/office/drawing/2014/main" id="{085FE540-BCCC-4ACA-9770-E2329264BA0E}"/>
              </a:ext>
            </a:extLst>
          </p:cNvPr>
          <p:cNvSpPr>
            <a:spLocks noGrp="1"/>
          </p:cNvSpPr>
          <p:nvPr/>
        </p:nvSpPr>
        <p:spPr>
          <a:xfrm>
            <a:off x="2107598" y="4219901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174" name="anim_to1969_0_1">
            <a:extLst>
              <a:ext uri="{FF2B5EF4-FFF2-40B4-BE49-F238E27FC236}">
                <a16:creationId xmlns:a16="http://schemas.microsoft.com/office/drawing/2014/main" id="{D4C16AF8-849A-4819-AF9C-06F2F50BD419}"/>
              </a:ext>
            </a:extLst>
          </p:cNvPr>
          <p:cNvSpPr>
            <a:spLocks noGrp="1"/>
          </p:cNvSpPr>
          <p:nvPr/>
        </p:nvSpPr>
        <p:spPr>
          <a:xfrm>
            <a:off x="3317670" y="4219901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75" name="anim_to1971_0_1">
            <a:extLst>
              <a:ext uri="{FF2B5EF4-FFF2-40B4-BE49-F238E27FC236}">
                <a16:creationId xmlns:a16="http://schemas.microsoft.com/office/drawing/2014/main" id="{F900F403-144B-4DF6-B3D1-5CAE3D1A013E}"/>
              </a:ext>
            </a:extLst>
          </p:cNvPr>
          <p:cNvSpPr>
            <a:spLocks noGrp="1"/>
          </p:cNvSpPr>
          <p:nvPr/>
        </p:nvSpPr>
        <p:spPr>
          <a:xfrm>
            <a:off x="4527743" y="4219901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176" name="anim_o808_2">
            <a:extLst>
              <a:ext uri="{FF2B5EF4-FFF2-40B4-BE49-F238E27FC236}">
                <a16:creationId xmlns:a16="http://schemas.microsoft.com/office/drawing/2014/main" id="{B9AA4B0B-1B14-42CA-B6F4-74269D09C8D8}"/>
              </a:ext>
            </a:extLst>
          </p:cNvPr>
          <p:cNvSpPr>
            <a:spLocks noGrp="1"/>
          </p:cNvSpPr>
          <p:nvPr/>
        </p:nvSpPr>
        <p:spPr>
          <a:xfrm>
            <a:off x="3667211" y="3515434"/>
            <a:ext cx="605036" cy="605036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7" name="anim_o813_2">
            <a:extLst>
              <a:ext uri="{FF2B5EF4-FFF2-40B4-BE49-F238E27FC236}">
                <a16:creationId xmlns:a16="http://schemas.microsoft.com/office/drawing/2014/main" id="{0A65D85C-4D8A-44EA-828C-08859B40C0B6}"/>
              </a:ext>
            </a:extLst>
          </p:cNvPr>
          <p:cNvSpPr>
            <a:spLocks noGrp="1"/>
          </p:cNvSpPr>
          <p:nvPr/>
        </p:nvSpPr>
        <p:spPr>
          <a:xfrm>
            <a:off x="4272248" y="3515434"/>
            <a:ext cx="605036" cy="605036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8" name="anim_o817_2">
            <a:extLst>
              <a:ext uri="{FF2B5EF4-FFF2-40B4-BE49-F238E27FC236}">
                <a16:creationId xmlns:a16="http://schemas.microsoft.com/office/drawing/2014/main" id="{23C87447-8B09-476F-9842-74EA68EF9DEE}"/>
              </a:ext>
            </a:extLst>
          </p:cNvPr>
          <p:cNvSpPr>
            <a:spLocks noGrp="1"/>
          </p:cNvSpPr>
          <p:nvPr/>
        </p:nvSpPr>
        <p:spPr>
          <a:xfrm>
            <a:off x="4877284" y="3515434"/>
            <a:ext cx="605036" cy="605036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9" name="anim_o821_2">
            <a:extLst>
              <a:ext uri="{FF2B5EF4-FFF2-40B4-BE49-F238E27FC236}">
                <a16:creationId xmlns:a16="http://schemas.microsoft.com/office/drawing/2014/main" id="{E364C1E4-8D1F-409C-A4B2-3CE3A5014E07}"/>
              </a:ext>
            </a:extLst>
          </p:cNvPr>
          <p:cNvSpPr>
            <a:spLocks noGrp="1"/>
          </p:cNvSpPr>
          <p:nvPr/>
        </p:nvSpPr>
        <p:spPr>
          <a:xfrm>
            <a:off x="3667211" y="4120470"/>
            <a:ext cx="605036" cy="605036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0" name="anim_o826_2">
            <a:extLst>
              <a:ext uri="{FF2B5EF4-FFF2-40B4-BE49-F238E27FC236}">
                <a16:creationId xmlns:a16="http://schemas.microsoft.com/office/drawing/2014/main" id="{1EE8664E-6213-4FF3-B1BA-C8D5F2DA1060}"/>
              </a:ext>
            </a:extLst>
          </p:cNvPr>
          <p:cNvSpPr>
            <a:spLocks noGrp="1"/>
          </p:cNvSpPr>
          <p:nvPr/>
        </p:nvSpPr>
        <p:spPr>
          <a:xfrm>
            <a:off x="4272248" y="4120470"/>
            <a:ext cx="605036" cy="605036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1" name="anim_o830_2">
            <a:extLst>
              <a:ext uri="{FF2B5EF4-FFF2-40B4-BE49-F238E27FC236}">
                <a16:creationId xmlns:a16="http://schemas.microsoft.com/office/drawing/2014/main" id="{A0A16048-9A05-4766-BB59-B93E5E424B6F}"/>
              </a:ext>
            </a:extLst>
          </p:cNvPr>
          <p:cNvSpPr>
            <a:spLocks noGrp="1"/>
          </p:cNvSpPr>
          <p:nvPr/>
        </p:nvSpPr>
        <p:spPr>
          <a:xfrm>
            <a:off x="4877284" y="4120470"/>
            <a:ext cx="605036" cy="605036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2" name="anim_o834_2">
            <a:extLst>
              <a:ext uri="{FF2B5EF4-FFF2-40B4-BE49-F238E27FC236}">
                <a16:creationId xmlns:a16="http://schemas.microsoft.com/office/drawing/2014/main" id="{D54F02E6-83E2-48CB-987C-3C44C9E93AF0}"/>
              </a:ext>
            </a:extLst>
          </p:cNvPr>
          <p:cNvSpPr>
            <a:spLocks noGrp="1"/>
          </p:cNvSpPr>
          <p:nvPr/>
        </p:nvSpPr>
        <p:spPr>
          <a:xfrm>
            <a:off x="3667211" y="4725506"/>
            <a:ext cx="605036" cy="605036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3" name="anim_o839_2">
            <a:extLst>
              <a:ext uri="{FF2B5EF4-FFF2-40B4-BE49-F238E27FC236}">
                <a16:creationId xmlns:a16="http://schemas.microsoft.com/office/drawing/2014/main" id="{635FF821-6408-411C-8045-FBA74FE93A06}"/>
              </a:ext>
            </a:extLst>
          </p:cNvPr>
          <p:cNvSpPr>
            <a:spLocks noGrp="1"/>
          </p:cNvSpPr>
          <p:nvPr/>
        </p:nvSpPr>
        <p:spPr>
          <a:xfrm>
            <a:off x="4272248" y="4725506"/>
            <a:ext cx="605036" cy="605036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4" name="anim_o843_2">
            <a:extLst>
              <a:ext uri="{FF2B5EF4-FFF2-40B4-BE49-F238E27FC236}">
                <a16:creationId xmlns:a16="http://schemas.microsoft.com/office/drawing/2014/main" id="{742FE3B3-8623-4309-9D68-28F7AE77BF32}"/>
              </a:ext>
            </a:extLst>
          </p:cNvPr>
          <p:cNvSpPr>
            <a:spLocks noGrp="1"/>
          </p:cNvSpPr>
          <p:nvPr/>
        </p:nvSpPr>
        <p:spPr>
          <a:xfrm>
            <a:off x="4877284" y="4725506"/>
            <a:ext cx="605036" cy="605036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5" name="anim_to1974_0_1">
            <a:extLst>
              <a:ext uri="{FF2B5EF4-FFF2-40B4-BE49-F238E27FC236}">
                <a16:creationId xmlns:a16="http://schemas.microsoft.com/office/drawing/2014/main" id="{B692FEB7-C50F-41BF-908E-27120E514250}"/>
              </a:ext>
            </a:extLst>
          </p:cNvPr>
          <p:cNvSpPr>
            <a:spLocks noGrp="1"/>
          </p:cNvSpPr>
          <p:nvPr/>
        </p:nvSpPr>
        <p:spPr>
          <a:xfrm>
            <a:off x="5876179" y="3190104"/>
            <a:ext cx="279266" cy="70931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6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6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6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*</a:t>
            </a:r>
          </a:p>
        </p:txBody>
      </p:sp>
      <p:sp>
        <p:nvSpPr>
          <p:cNvPr id="186" name="anim_to1977_0_1">
            <a:extLst>
              <a:ext uri="{FF2B5EF4-FFF2-40B4-BE49-F238E27FC236}">
                <a16:creationId xmlns:a16="http://schemas.microsoft.com/office/drawing/2014/main" id="{F6EC1D7A-FC6F-4A9B-889D-FD69683669F9}"/>
              </a:ext>
            </a:extLst>
          </p:cNvPr>
          <p:cNvSpPr>
            <a:spLocks noGrp="1"/>
          </p:cNvSpPr>
          <p:nvPr/>
        </p:nvSpPr>
        <p:spPr>
          <a:xfrm>
            <a:off x="8432534" y="3179357"/>
            <a:ext cx="359654" cy="7308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603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603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4603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=</a:t>
            </a:r>
          </a:p>
        </p:txBody>
      </p:sp>
    </p:spTree>
    <p:extLst>
      <p:ext uri="{BB962C8B-B14F-4D97-AF65-F5344CB8AC3E}">
        <p14:creationId xmlns:p14="http://schemas.microsoft.com/office/powerpoint/2010/main" val="10916005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9" dur="10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1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3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3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33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3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3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39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4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43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4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47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4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5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53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5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57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59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61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63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6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67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69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71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73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7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77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79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8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83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8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87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89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9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93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95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97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99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0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03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05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07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09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11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13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15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17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19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21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23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25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27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29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31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33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35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3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39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41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43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45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47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49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51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53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55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57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59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61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63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65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67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69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71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73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75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77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79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81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83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85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87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89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91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93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95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97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199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01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03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05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07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09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11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13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15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17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19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21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23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25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27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29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31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33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35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37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39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41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43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45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47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49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5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53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55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57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59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61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63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65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67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69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71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73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75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77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79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8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83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85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87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89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91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93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95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97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938 -0.0176447 E" pathEditMode="relative" ptsTypes="">
                                      <p:cBhvr>
                                        <p:cTn id="299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0" fill="hold">
                            <p:stCondLst>
                              <p:cond delay="1000"/>
                            </p:stCondLst>
                            <p:childTnLst>
                              <p:par>
                                <p:cTn id="30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3" dur="1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6" dur="1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9" dur="1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2" dur="1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5" dur="1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8" dur="1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1" dur="1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4" dur="1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7" dur="1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1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1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6" dur="1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9" dur="1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2" dur="1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5" dur="1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8" dur="1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1" dur="1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4" dur="1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7" dur="1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8" fill="hold">
                            <p:stCondLst>
                              <p:cond delay="2500"/>
                            </p:stCondLst>
                            <p:childTnLst>
                              <p:par>
                                <p:cTn id="359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0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4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664417 0.1323351 E" pathEditMode="relative" ptsTypes="">
                                      <p:cBhvr>
                                        <p:cTn id="366" dur="5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7" fill="hold">
                            <p:stCondLst>
                              <p:cond delay="3000"/>
                            </p:stCondLst>
                            <p:childTnLst>
                              <p:par>
                                <p:cTn id="368" presetID="63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0.0283575 -0.0176447 E" pathEditMode="relative" ptsTypes="">
                                      <p:cBhvr>
                                        <p:cTn id="369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0.0283575 -0.0176447 E" pathEditMode="relative" ptsTypes="">
                                      <p:cBhvr>
                                        <p:cTn id="371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0.0283575 -0.0176447 E" pathEditMode="relative" ptsTypes="">
                                      <p:cBhvr>
                                        <p:cTn id="373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0.0283575 -0.0176447 E" pathEditMode="relative" ptsTypes="">
                                      <p:cBhvr>
                                        <p:cTn id="375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0.0283575 -0.0176447 E" pathEditMode="relative" ptsTypes="">
                                      <p:cBhvr>
                                        <p:cTn id="377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0.0283575 -0.0176447 E" pathEditMode="relative" ptsTypes="">
                                      <p:cBhvr>
                                        <p:cTn id="379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0.0283575 -0.0176447 E" pathEditMode="relative" ptsTypes="">
                                      <p:cBhvr>
                                        <p:cTn id="381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0.0283575 -0.0176447 E" pathEditMode="relative" ptsTypes="">
                                      <p:cBhvr>
                                        <p:cTn id="383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0.0283575 -0.0176447 E" pathEditMode="relative" ptsTypes="">
                                      <p:cBhvr>
                                        <p:cTn id="385" dur="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0.0283575 -0.0176447 E" pathEditMode="relative" ptsTypes="">
                                      <p:cBhvr>
                                        <p:cTn id="387" dur="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0.0283575 -0.0176447 E" pathEditMode="relative" ptsTypes="">
                                      <p:cBhvr>
                                        <p:cTn id="389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0.0283575 -0.0176447 E" pathEditMode="relative" ptsTypes="">
                                      <p:cBhvr>
                                        <p:cTn id="391" dur="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0.0283575 -0.0176447 E" pathEditMode="relative" ptsTypes="">
                                      <p:cBhvr>
                                        <p:cTn id="393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0.0283575 -0.0176447 E" pathEditMode="relative" ptsTypes="">
                                      <p:cBhvr>
                                        <p:cTn id="395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0.0283575 -0.0176447 E" pathEditMode="relative" ptsTypes="">
                                      <p:cBhvr>
                                        <p:cTn id="397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0.0283575 -0.0176447 E" pathEditMode="relative" ptsTypes="">
                                      <p:cBhvr>
                                        <p:cTn id="399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0.0283575 -0.0176447 E" pathEditMode="relative" ptsTypes="">
                                      <p:cBhvr>
                                        <p:cTn id="401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0.0283575 -0.0176447 E" pathEditMode="relative" ptsTypes="">
                                      <p:cBhvr>
                                        <p:cTn id="403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4" fill="hold">
                            <p:stCondLst>
                              <p:cond delay="3500"/>
                            </p:stCondLst>
                            <p:childTnLst>
                              <p:par>
                                <p:cTn id="405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6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0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16816 0.1323351 E" pathEditMode="relative" ptsTypes="">
                                      <p:cBhvr>
                                        <p:cTn id="412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3" fill="hold">
                            <p:stCondLst>
                              <p:cond delay="4000"/>
                            </p:stCondLst>
                            <p:childTnLst>
                              <p:par>
                                <p:cTn id="414" presetID="63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-0.0176447 L 0.1276089 -0.0176447 E" pathEditMode="relative" ptsTypes="">
                                      <p:cBhvr>
                                        <p:cTn id="415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-0.0176447 L 0.1276089 -0.0176447 E" pathEditMode="relative" ptsTypes="">
                                      <p:cBhvr>
                                        <p:cTn id="417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-0.0176447 L 0.1276089 -0.0176447 E" pathEditMode="relative" ptsTypes="">
                                      <p:cBhvr>
                                        <p:cTn id="419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-0.0176447 L 0.1276089 -0.0176447 E" pathEditMode="relative" ptsTypes="">
                                      <p:cBhvr>
                                        <p:cTn id="421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-0.0176447 L 0.1276089 -0.0176447 E" pathEditMode="relative" ptsTypes="">
                                      <p:cBhvr>
                                        <p:cTn id="423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-0.0176447 L 0.1276089 -0.0176447 E" pathEditMode="relative" ptsTypes="">
                                      <p:cBhvr>
                                        <p:cTn id="425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-0.0176447 L 0.1276089 -0.0176447 E" pathEditMode="relative" ptsTypes="">
                                      <p:cBhvr>
                                        <p:cTn id="427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-0.0176447 L 0.1276089 -0.0176447 E" pathEditMode="relative" ptsTypes="">
                                      <p:cBhvr>
                                        <p:cTn id="429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-0.0176447 L 0.1276089 -0.0176447 E" pathEditMode="relative" ptsTypes="">
                                      <p:cBhvr>
                                        <p:cTn id="431" dur="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-0.0176447 L 0.1276089 -0.0176447 E" pathEditMode="relative" ptsTypes="">
                                      <p:cBhvr>
                                        <p:cTn id="433" dur="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-0.0176447 L 0.1276089 -0.0176447 E" pathEditMode="relative" ptsTypes="">
                                      <p:cBhvr>
                                        <p:cTn id="435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-0.0176447 L 0.1276089 -0.0176447 E" pathEditMode="relative" ptsTypes="">
                                      <p:cBhvr>
                                        <p:cTn id="437" dur="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-0.0176447 L 0.1276089 -0.0176447 E" pathEditMode="relative" ptsTypes="">
                                      <p:cBhvr>
                                        <p:cTn id="439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-0.0176447 L 0.1276089 -0.0176447 E" pathEditMode="relative" ptsTypes="">
                                      <p:cBhvr>
                                        <p:cTn id="441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-0.0176447 L 0.1276089 -0.0176447 E" pathEditMode="relative" ptsTypes="">
                                      <p:cBhvr>
                                        <p:cTn id="443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-0.0176447 L 0.1276089 -0.0176447 E" pathEditMode="relative" ptsTypes="">
                                      <p:cBhvr>
                                        <p:cTn id="445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-0.0176447 L 0.1276089 -0.0176447 E" pathEditMode="relative" ptsTypes="">
                                      <p:cBhvr>
                                        <p:cTn id="447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-0.0176447 L 0.1276089 -0.0176447 E" pathEditMode="relative" ptsTypes="">
                                      <p:cBhvr>
                                        <p:cTn id="449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0" fill="hold">
                            <p:stCondLst>
                              <p:cond delay="4500"/>
                            </p:stCondLst>
                            <p:childTnLst>
                              <p:par>
                                <p:cTn id="451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2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6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671903 0.1323351 E" pathEditMode="relative" ptsTypes="">
                                      <p:cBhvr>
                                        <p:cTn id="458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9" fill="hold">
                            <p:stCondLst>
                              <p:cond delay="5000"/>
                            </p:stCondLst>
                            <p:childTnLst>
                              <p:par>
                                <p:cTn id="460" presetID="63" presetClass="path" presetSubtype="0" accel="50000" decel="5000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-0.0176447 L -0.0708938 0.1588022 E" pathEditMode="relative" ptsTypes="">
                                      <p:cBhvr>
                                        <p:cTn id="461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2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-0.0176447 L -0.0708938 0.1588022 E" pathEditMode="relative" ptsTypes="">
                                      <p:cBhvr>
                                        <p:cTn id="463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4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-0.0176447 L -0.0708938 0.1588022 E" pathEditMode="relative" ptsTypes="">
                                      <p:cBhvr>
                                        <p:cTn id="465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6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-0.0176447 L -0.0708938 0.1588022 E" pathEditMode="relative" ptsTypes="">
                                      <p:cBhvr>
                                        <p:cTn id="467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8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-0.0176447 L -0.0708938 0.1588022 E" pathEditMode="relative" ptsTypes="">
                                      <p:cBhvr>
                                        <p:cTn id="469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0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-0.0176447 L -0.0708938 0.1588022 E" pathEditMode="relative" ptsTypes="">
                                      <p:cBhvr>
                                        <p:cTn id="471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2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-0.0176447 L -0.0708938 0.1588022 E" pathEditMode="relative" ptsTypes="">
                                      <p:cBhvr>
                                        <p:cTn id="473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4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-0.0176447 L -0.0708938 0.1588022 E" pathEditMode="relative" ptsTypes="">
                                      <p:cBhvr>
                                        <p:cTn id="475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6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-0.0176447 L -0.0708938 0.1588022 E" pathEditMode="relative" ptsTypes="">
                                      <p:cBhvr>
                                        <p:cTn id="477" dur="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8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-0.0176447 L -0.0708938 0.1588022 E" pathEditMode="relative" ptsTypes="">
                                      <p:cBhvr>
                                        <p:cTn id="479" dur="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0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-0.0176447 L -0.0708938 0.1588022 E" pathEditMode="relative" ptsTypes="">
                                      <p:cBhvr>
                                        <p:cTn id="481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2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-0.0176447 L -0.0708938 0.1588022 E" pathEditMode="relative" ptsTypes="">
                                      <p:cBhvr>
                                        <p:cTn id="483" dur="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4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-0.0176447 L -0.0708938 0.1588022 E" pathEditMode="relative" ptsTypes="">
                                      <p:cBhvr>
                                        <p:cTn id="485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6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-0.0176447 L -0.0708938 0.1588022 E" pathEditMode="relative" ptsTypes="">
                                      <p:cBhvr>
                                        <p:cTn id="487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8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-0.0176447 L -0.0708938 0.1588022 E" pathEditMode="relative" ptsTypes="">
                                      <p:cBhvr>
                                        <p:cTn id="489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0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-0.0176447 L -0.0708938 0.1588022 E" pathEditMode="relative" ptsTypes="">
                                      <p:cBhvr>
                                        <p:cTn id="491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2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-0.0176447 L -0.0708938 0.1588022 E" pathEditMode="relative" ptsTypes="">
                                      <p:cBhvr>
                                        <p:cTn id="493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4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-0.0176447 L -0.0708938 0.1588022 E" pathEditMode="relative" ptsTypes="">
                                      <p:cBhvr>
                                        <p:cTn id="495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6" fill="hold">
                            <p:stCondLst>
                              <p:cond delay="5500"/>
                            </p:stCondLst>
                            <p:childTnLst>
                              <p:par>
                                <p:cTn id="497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8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2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664417 0.0441117 E" pathEditMode="relative" ptsTypes="">
                                      <p:cBhvr>
                                        <p:cTn id="504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5" fill="hold">
                            <p:stCondLst>
                              <p:cond delay="6000"/>
                            </p:stCondLst>
                            <p:childTnLst>
                              <p:par>
                                <p:cTn id="506" presetID="63" presetClass="path" presetSubtype="0" accel="50000" decel="50000" fill="hold" grpId="4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1588022 L 0.0283575 0.1588022 E" pathEditMode="relative" ptsTypes="">
                                      <p:cBhvr>
                                        <p:cTn id="507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8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1588022 L 0.0283575 0.1588022 E" pathEditMode="relative" ptsTypes="">
                                      <p:cBhvr>
                                        <p:cTn id="509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0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1588022 L 0.0283575 0.1588022 E" pathEditMode="relative" ptsTypes="">
                                      <p:cBhvr>
                                        <p:cTn id="511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2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1588022 L 0.0283575 0.1588022 E" pathEditMode="relative" ptsTypes="">
                                      <p:cBhvr>
                                        <p:cTn id="513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4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1588022 L 0.0283575 0.1588022 E" pathEditMode="relative" ptsTypes="">
                                      <p:cBhvr>
                                        <p:cTn id="515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6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1588022 L 0.0283575 0.1588022 E" pathEditMode="relative" ptsTypes="">
                                      <p:cBhvr>
                                        <p:cTn id="517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8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1588022 L 0.0283575 0.1588022 E" pathEditMode="relative" ptsTypes="">
                                      <p:cBhvr>
                                        <p:cTn id="519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0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1588022 L 0.0283575 0.1588022 E" pathEditMode="relative" ptsTypes="">
                                      <p:cBhvr>
                                        <p:cTn id="521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2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1588022 L 0.0283575 0.1588022 E" pathEditMode="relative" ptsTypes="">
                                      <p:cBhvr>
                                        <p:cTn id="523" dur="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4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1588022 L 0.0283575 0.1588022 E" pathEditMode="relative" ptsTypes="">
                                      <p:cBhvr>
                                        <p:cTn id="525" dur="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6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1588022 L 0.0283575 0.1588022 E" pathEditMode="relative" ptsTypes="">
                                      <p:cBhvr>
                                        <p:cTn id="527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8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1588022 L 0.0283575 0.1588022 E" pathEditMode="relative" ptsTypes="">
                                      <p:cBhvr>
                                        <p:cTn id="529" dur="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0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1588022 L 0.0283575 0.1588022 E" pathEditMode="relative" ptsTypes="">
                                      <p:cBhvr>
                                        <p:cTn id="531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2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1588022 L 0.0283575 0.1588022 E" pathEditMode="relative" ptsTypes="">
                                      <p:cBhvr>
                                        <p:cTn id="533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4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1588022 L 0.0283575 0.1588022 E" pathEditMode="relative" ptsTypes="">
                                      <p:cBhvr>
                                        <p:cTn id="535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6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1588022 L 0.0283575 0.1588022 E" pathEditMode="relative" ptsTypes="">
                                      <p:cBhvr>
                                        <p:cTn id="537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8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1588022 L 0.0283575 0.1588022 E" pathEditMode="relative" ptsTypes="">
                                      <p:cBhvr>
                                        <p:cTn id="539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0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1588022 L 0.0283575 0.1588022 E" pathEditMode="relative" ptsTypes="">
                                      <p:cBhvr>
                                        <p:cTn id="541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2" fill="hold">
                            <p:stCondLst>
                              <p:cond delay="6500"/>
                            </p:stCondLst>
                            <p:childTnLst>
                              <p:par>
                                <p:cTn id="543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4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8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16816 0.0441117 E" pathEditMode="relative" ptsTypes="">
                                      <p:cBhvr>
                                        <p:cTn id="550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1" fill="hold">
                            <p:stCondLst>
                              <p:cond delay="7000"/>
                            </p:stCondLst>
                            <p:childTnLst>
                              <p:par>
                                <p:cTn id="552" presetID="63" presetClass="path" presetSubtype="0" accel="50000" decel="50000" fill="hold" grpId="5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1588022 L 0.1276089 0.1588022 E" pathEditMode="relative" ptsTypes="">
                                      <p:cBhvr>
                                        <p:cTn id="553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4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1588022 L 0.1276089 0.1588022 E" pathEditMode="relative" ptsTypes="">
                                      <p:cBhvr>
                                        <p:cTn id="555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6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1588022 L 0.1276089 0.1588022 E" pathEditMode="relative" ptsTypes="">
                                      <p:cBhvr>
                                        <p:cTn id="557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8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1588022 L 0.1276089 0.1588022 E" pathEditMode="relative" ptsTypes="">
                                      <p:cBhvr>
                                        <p:cTn id="559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0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1588022 L 0.1276089 0.1588022 E" pathEditMode="relative" ptsTypes="">
                                      <p:cBhvr>
                                        <p:cTn id="561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2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1588022 L 0.1276089 0.1588022 E" pathEditMode="relative" ptsTypes="">
                                      <p:cBhvr>
                                        <p:cTn id="563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4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1588022 L 0.1276089 0.1588022 E" pathEditMode="relative" ptsTypes="">
                                      <p:cBhvr>
                                        <p:cTn id="565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6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1588022 L 0.1276089 0.1588022 E" pathEditMode="relative" ptsTypes="">
                                      <p:cBhvr>
                                        <p:cTn id="567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8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1588022 L 0.1276089 0.1588022 E" pathEditMode="relative" ptsTypes="">
                                      <p:cBhvr>
                                        <p:cTn id="569" dur="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0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1588022 L 0.1276089 0.1588022 E" pathEditMode="relative" ptsTypes="">
                                      <p:cBhvr>
                                        <p:cTn id="571" dur="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2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1588022 L 0.1276089 0.1588022 E" pathEditMode="relative" ptsTypes="">
                                      <p:cBhvr>
                                        <p:cTn id="573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4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1588022 L 0.1276089 0.1588022 E" pathEditMode="relative" ptsTypes="">
                                      <p:cBhvr>
                                        <p:cTn id="575" dur="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6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1588022 L 0.1276089 0.1588022 E" pathEditMode="relative" ptsTypes="">
                                      <p:cBhvr>
                                        <p:cTn id="577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8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1588022 L 0.1276089 0.1588022 E" pathEditMode="relative" ptsTypes="">
                                      <p:cBhvr>
                                        <p:cTn id="579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0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1588022 L 0.1276089 0.1588022 E" pathEditMode="relative" ptsTypes="">
                                      <p:cBhvr>
                                        <p:cTn id="581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2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1588022 L 0.1276089 0.1588022 E" pathEditMode="relative" ptsTypes="">
                                      <p:cBhvr>
                                        <p:cTn id="583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4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1588022 L 0.1276089 0.1588022 E" pathEditMode="relative" ptsTypes="">
                                      <p:cBhvr>
                                        <p:cTn id="585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6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1588022 L 0.1276089 0.1588022 E" pathEditMode="relative" ptsTypes="">
                                      <p:cBhvr>
                                        <p:cTn id="587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8" fill="hold">
                            <p:stCondLst>
                              <p:cond delay="7500"/>
                            </p:stCondLst>
                            <p:childTnLst>
                              <p:par>
                                <p:cTn id="589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0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4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671903 0.0441117 E" pathEditMode="relative" ptsTypes="">
                                      <p:cBhvr>
                                        <p:cTn id="596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7" fill="hold">
                            <p:stCondLst>
                              <p:cond delay="8000"/>
                            </p:stCondLst>
                            <p:childTnLst>
                              <p:par>
                                <p:cTn id="598" presetID="63" presetClass="path" presetSubtype="0" accel="50000" decel="50000" fill="hold" grpId="6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0.1588022 L -0.0708938 0.335249 E" pathEditMode="relative" ptsTypes="">
                                      <p:cBhvr>
                                        <p:cTn id="599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0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0.1588022 L -0.0708938 0.335249 E" pathEditMode="relative" ptsTypes="">
                                      <p:cBhvr>
                                        <p:cTn id="601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2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0.1588022 L -0.0708938 0.335249 E" pathEditMode="relative" ptsTypes="">
                                      <p:cBhvr>
                                        <p:cTn id="603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4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0.1588022 L -0.0708938 0.335249 E" pathEditMode="relative" ptsTypes="">
                                      <p:cBhvr>
                                        <p:cTn id="605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6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0.1588022 L -0.0708938 0.335249 E" pathEditMode="relative" ptsTypes="">
                                      <p:cBhvr>
                                        <p:cTn id="607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8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0.1588022 L -0.0708938 0.335249 E" pathEditMode="relative" ptsTypes="">
                                      <p:cBhvr>
                                        <p:cTn id="609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0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0.1588022 L -0.0708938 0.335249 E" pathEditMode="relative" ptsTypes="">
                                      <p:cBhvr>
                                        <p:cTn id="611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2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0.1588022 L -0.0708938 0.335249 E" pathEditMode="relative" ptsTypes="">
                                      <p:cBhvr>
                                        <p:cTn id="613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4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0.1588022 L -0.0708938 0.335249 E" pathEditMode="relative" ptsTypes="">
                                      <p:cBhvr>
                                        <p:cTn id="615" dur="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6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0.1588022 L -0.0708938 0.335249 E" pathEditMode="relative" ptsTypes="">
                                      <p:cBhvr>
                                        <p:cTn id="617" dur="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8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0.1588022 L -0.0708938 0.335249 E" pathEditMode="relative" ptsTypes="">
                                      <p:cBhvr>
                                        <p:cTn id="619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0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0.1588022 L -0.0708938 0.335249 E" pathEditMode="relative" ptsTypes="">
                                      <p:cBhvr>
                                        <p:cTn id="621" dur="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2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0.1588022 L -0.0708938 0.335249 E" pathEditMode="relative" ptsTypes="">
                                      <p:cBhvr>
                                        <p:cTn id="623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4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0.1588022 L -0.0708938 0.335249 E" pathEditMode="relative" ptsTypes="">
                                      <p:cBhvr>
                                        <p:cTn id="625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6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0.1588022 L -0.0708938 0.335249 E" pathEditMode="relative" ptsTypes="">
                                      <p:cBhvr>
                                        <p:cTn id="627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8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0.1588022 L -0.0708938 0.335249 E" pathEditMode="relative" ptsTypes="">
                                      <p:cBhvr>
                                        <p:cTn id="629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0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0.1588022 L -0.0708938 0.335249 E" pathEditMode="relative" ptsTypes="">
                                      <p:cBhvr>
                                        <p:cTn id="631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2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0.1588022 L -0.0708938 0.335249 E" pathEditMode="relative" ptsTypes="">
                                      <p:cBhvr>
                                        <p:cTn id="633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4" fill="hold">
                            <p:stCondLst>
                              <p:cond delay="8500"/>
                            </p:stCondLst>
                            <p:childTnLst>
                              <p:par>
                                <p:cTn id="635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6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0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664417 -0.0441117 E" pathEditMode="relative" ptsTypes="">
                                      <p:cBhvr>
                                        <p:cTn id="642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3" fill="hold">
                            <p:stCondLst>
                              <p:cond delay="9000"/>
                            </p:stCondLst>
                            <p:childTnLst>
                              <p:par>
                                <p:cTn id="644" presetID="63" presetClass="path" presetSubtype="0" accel="50000" decel="50000" fill="hold" grpId="7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335249 L 0.0283575 0.335249 E" pathEditMode="relative" ptsTypes="">
                                      <p:cBhvr>
                                        <p:cTn id="645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6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335249 L 0.0283575 0.335249 E" pathEditMode="relative" ptsTypes="">
                                      <p:cBhvr>
                                        <p:cTn id="647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8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335249 L 0.0283575 0.335249 E" pathEditMode="relative" ptsTypes="">
                                      <p:cBhvr>
                                        <p:cTn id="649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0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335249 L 0.0283575 0.335249 E" pathEditMode="relative" ptsTypes="">
                                      <p:cBhvr>
                                        <p:cTn id="651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2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335249 L 0.0283575 0.335249 E" pathEditMode="relative" ptsTypes="">
                                      <p:cBhvr>
                                        <p:cTn id="653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4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335249 L 0.0283575 0.335249 E" pathEditMode="relative" ptsTypes="">
                                      <p:cBhvr>
                                        <p:cTn id="655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6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335249 L 0.0283575 0.335249 E" pathEditMode="relative" ptsTypes="">
                                      <p:cBhvr>
                                        <p:cTn id="657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8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335249 L 0.0283575 0.335249 E" pathEditMode="relative" ptsTypes="">
                                      <p:cBhvr>
                                        <p:cTn id="659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0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335249 L 0.0283575 0.335249 E" pathEditMode="relative" ptsTypes="">
                                      <p:cBhvr>
                                        <p:cTn id="661" dur="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2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335249 L 0.0283575 0.335249 E" pathEditMode="relative" ptsTypes="">
                                      <p:cBhvr>
                                        <p:cTn id="663" dur="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4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335249 L 0.0283575 0.335249 E" pathEditMode="relative" ptsTypes="">
                                      <p:cBhvr>
                                        <p:cTn id="665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6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335249 L 0.0283575 0.335249 E" pathEditMode="relative" ptsTypes="">
                                      <p:cBhvr>
                                        <p:cTn id="667" dur="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8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335249 L 0.0283575 0.335249 E" pathEditMode="relative" ptsTypes="">
                                      <p:cBhvr>
                                        <p:cTn id="669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0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335249 L 0.0283575 0.335249 E" pathEditMode="relative" ptsTypes="">
                                      <p:cBhvr>
                                        <p:cTn id="671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2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335249 L 0.0283575 0.335249 E" pathEditMode="relative" ptsTypes="">
                                      <p:cBhvr>
                                        <p:cTn id="673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4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335249 L 0.0283575 0.335249 E" pathEditMode="relative" ptsTypes="">
                                      <p:cBhvr>
                                        <p:cTn id="675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6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335249 L 0.0283575 0.335249 E" pathEditMode="relative" ptsTypes="">
                                      <p:cBhvr>
                                        <p:cTn id="677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8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0.335249 L 0.0283575 0.335249 E" pathEditMode="relative" ptsTypes="">
                                      <p:cBhvr>
                                        <p:cTn id="679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0" fill="hold">
                            <p:stCondLst>
                              <p:cond delay="9500"/>
                            </p:stCondLst>
                            <p:childTnLst>
                              <p:par>
                                <p:cTn id="681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2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6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16816 -0.0441117 E" pathEditMode="relative" ptsTypes="">
                                      <p:cBhvr>
                                        <p:cTn id="688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9" fill="hold">
                            <p:stCondLst>
                              <p:cond delay="10000"/>
                            </p:stCondLst>
                            <p:childTnLst>
                              <p:par>
                                <p:cTn id="690" presetID="63" presetClass="path" presetSubtype="0" accel="50000" decel="50000" fill="hold" grpId="8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335249 L 0.1276089 0.335249 E" pathEditMode="relative" ptsTypes="">
                                      <p:cBhvr>
                                        <p:cTn id="691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2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335249 L 0.1276089 0.335249 E" pathEditMode="relative" ptsTypes="">
                                      <p:cBhvr>
                                        <p:cTn id="693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4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335249 L 0.1276089 0.335249 E" pathEditMode="relative" ptsTypes="">
                                      <p:cBhvr>
                                        <p:cTn id="695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6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335249 L 0.1276089 0.335249 E" pathEditMode="relative" ptsTypes="">
                                      <p:cBhvr>
                                        <p:cTn id="697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8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335249 L 0.1276089 0.335249 E" pathEditMode="relative" ptsTypes="">
                                      <p:cBhvr>
                                        <p:cTn id="699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0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335249 L 0.1276089 0.335249 E" pathEditMode="relative" ptsTypes="">
                                      <p:cBhvr>
                                        <p:cTn id="701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2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335249 L 0.1276089 0.335249 E" pathEditMode="relative" ptsTypes="">
                                      <p:cBhvr>
                                        <p:cTn id="703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4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335249 L 0.1276089 0.335249 E" pathEditMode="relative" ptsTypes="">
                                      <p:cBhvr>
                                        <p:cTn id="705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6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335249 L 0.1276089 0.335249 E" pathEditMode="relative" ptsTypes="">
                                      <p:cBhvr>
                                        <p:cTn id="707" dur="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8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335249 L 0.1276089 0.335249 E" pathEditMode="relative" ptsTypes="">
                                      <p:cBhvr>
                                        <p:cTn id="709" dur="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0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335249 L 0.1276089 0.335249 E" pathEditMode="relative" ptsTypes="">
                                      <p:cBhvr>
                                        <p:cTn id="711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2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335249 L 0.1276089 0.335249 E" pathEditMode="relative" ptsTypes="">
                                      <p:cBhvr>
                                        <p:cTn id="713" dur="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4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335249 L 0.1276089 0.335249 E" pathEditMode="relative" ptsTypes="">
                                      <p:cBhvr>
                                        <p:cTn id="715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6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335249 L 0.1276089 0.335249 E" pathEditMode="relative" ptsTypes="">
                                      <p:cBhvr>
                                        <p:cTn id="717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8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335249 L 0.1276089 0.335249 E" pathEditMode="relative" ptsTypes="">
                                      <p:cBhvr>
                                        <p:cTn id="719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0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335249 L 0.1276089 0.335249 E" pathEditMode="relative" ptsTypes="">
                                      <p:cBhvr>
                                        <p:cTn id="721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2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335249 L 0.1276089 0.335249 E" pathEditMode="relative" ptsTypes="">
                                      <p:cBhvr>
                                        <p:cTn id="723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4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3575 0.335249 L 0.1276089 0.335249 E" pathEditMode="relative" ptsTypes="">
                                      <p:cBhvr>
                                        <p:cTn id="725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6" fill="hold">
                            <p:stCondLst>
                              <p:cond delay="10500"/>
                            </p:stCondLst>
                            <p:childTnLst>
                              <p:par>
                                <p:cTn id="727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8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2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671903 -0.0441117 E" pathEditMode="relative" ptsTypes="">
                                      <p:cBhvr>
                                        <p:cTn id="734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5" fill="hold">
                      <p:stCondLst>
                        <p:cond delay="indefinite"/>
                      </p:stCondLst>
                      <p:childTnLst>
                        <p:par>
                          <p:cTn id="736" fill="hold">
                            <p:stCondLst>
                              <p:cond delay="0"/>
                            </p:stCondLst>
                            <p:childTnLst>
                              <p:par>
                                <p:cTn id="737" presetID="10" presetClass="exit" presetSubtype="0" fill="hold" grpId="9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8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2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3" presetID="10" presetClass="exit" presetSubtype="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4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8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9" presetID="10" presetClass="exit" presetSubtype="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0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4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5" presetID="10" presetClass="exit" presetSubtype="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6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0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1" presetID="10" presetClass="exit" presetSubtype="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2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6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7" presetID="10" presetClass="exit" presetSubtype="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8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2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3" presetID="10" presetClass="exit" presetSubtype="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4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8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9" presetID="10" presetClass="exit" presetSubtype="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0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4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5" presetID="10" presetClass="exit" presetSubtype="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6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0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1" fill="hold">
                            <p:stCondLst>
                              <p:cond delay="500"/>
                            </p:stCondLst>
                            <p:childTnLst>
                              <p:par>
                                <p:cTn id="792" presetID="63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752487 0.0140887 E" pathEditMode="relative" ptsTypes="">
                                      <p:cBhvr>
                                        <p:cTn id="793" dur="10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95" dur="1000" fill="hold"/>
                                        <p:tgtEl>
                                          <p:spTgt spid="18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79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752487 -0.0520788 E" pathEditMode="relative" ptsTypes="">
                                      <p:cBhvr>
                                        <p:cTn id="79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99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80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805658 0.0140887 E" pathEditMode="relative" ptsTypes="">
                                      <p:cBhvr>
                                        <p:cTn id="801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03" dur="1000" fill="hold"/>
                                        <p:tgtEl>
                                          <p:spTgt spid="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80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805658 -0.0520788 E" pathEditMode="relative" ptsTypes="">
                                      <p:cBhvr>
                                        <p:cTn id="80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07" dur="1000" fill="hold"/>
                                        <p:tgtEl>
                                          <p:spTgt spid="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80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858828 0.0140887 E" pathEditMode="relative" ptsTypes="">
                                      <p:cBhvr>
                                        <p:cTn id="80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11" dur="1000" fill="hold"/>
                                        <p:tgtEl>
                                          <p:spTgt spid="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81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858828 -0.0520788 E" pathEditMode="relative" ptsTypes="">
                                      <p:cBhvr>
                                        <p:cTn id="813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15" dur="1000" fill="hold"/>
                                        <p:tgtEl>
                                          <p:spTgt spid="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81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911998 0.0140887 E" pathEditMode="relative" ptsTypes="">
                                      <p:cBhvr>
                                        <p:cTn id="81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19" dur="1000" fill="hold"/>
                                        <p:tgtEl>
                                          <p:spTgt spid="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82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911998 -0.0520788 E" pathEditMode="relative" ptsTypes="">
                                      <p:cBhvr>
                                        <p:cTn id="82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23" dur="1000" fill="hold"/>
                                        <p:tgtEl>
                                          <p:spTgt spid="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82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965169 0.0140887 E" pathEditMode="relative" ptsTypes="">
                                      <p:cBhvr>
                                        <p:cTn id="82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27" dur="1000" fill="hold"/>
                                        <p:tgtEl>
                                          <p:spTgt spid="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82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965169 -0.0520788 E" pathEditMode="relative" ptsTypes="">
                                      <p:cBhvr>
                                        <p:cTn id="82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31" dur="1000" fill="hold"/>
                                        <p:tgtEl>
                                          <p:spTgt spid="1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83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018339 0.0140887 E" pathEditMode="relative" ptsTypes="">
                                      <p:cBhvr>
                                        <p:cTn id="83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35" dur="1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83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018339 -0.0520788 E" pathEditMode="relative" ptsTypes="">
                                      <p:cBhvr>
                                        <p:cTn id="83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39" dur="1000" fill="hold"/>
                                        <p:tgtEl>
                                          <p:spTgt spid="1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84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07151 0.0140887 E" pathEditMode="relative" ptsTypes="">
                                      <p:cBhvr>
                                        <p:cTn id="84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43" dur="1000" fill="hold"/>
                                        <p:tgtEl>
                                          <p:spTgt spid="1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84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07151 -0.0520788 E" pathEditMode="relative" ptsTypes="">
                                      <p:cBhvr>
                                        <p:cTn id="84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47" dur="1000" fill="hold"/>
                                        <p:tgtEl>
                                          <p:spTgt spid="1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84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12468 0.0140887 E" pathEditMode="relative" ptsTypes="">
                                      <p:cBhvr>
                                        <p:cTn id="84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51" dur="1000" fill="hold"/>
                                        <p:tgtEl>
                                          <p:spTgt spid="1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85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12468 -0.0520788 E" pathEditMode="relative" ptsTypes="">
                                      <p:cBhvr>
                                        <p:cTn id="85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55" dur="1000" fill="hold"/>
                                        <p:tgtEl>
                                          <p:spTgt spid="1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85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752487 0.0046362 E" pathEditMode="relative" ptsTypes="">
                                      <p:cBhvr>
                                        <p:cTn id="85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59" dur="1000" fill="hold"/>
                                        <p:tgtEl>
                                          <p:spTgt spid="1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86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12468 0.0046362 E" pathEditMode="relative" ptsTypes="">
                                      <p:cBhvr>
                                        <p:cTn id="861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63" dur="1000" fill="hold"/>
                                        <p:tgtEl>
                                          <p:spTgt spid="1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86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752487 -0.0048163 E" pathEditMode="relative" ptsTypes="">
                                      <p:cBhvr>
                                        <p:cTn id="86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67" dur="1000" fill="hold"/>
                                        <p:tgtEl>
                                          <p:spTgt spid="1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86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12468 -0.0048163 E" pathEditMode="relative" ptsTypes="">
                                      <p:cBhvr>
                                        <p:cTn id="86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71" dur="1000" fill="hold"/>
                                        <p:tgtEl>
                                          <p:spTgt spid="2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87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752487 -0.0142688 E" pathEditMode="relative" ptsTypes="">
                                      <p:cBhvr>
                                        <p:cTn id="87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75" dur="1000" fill="hold"/>
                                        <p:tgtEl>
                                          <p:spTgt spid="2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87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12468 -0.0142688 E" pathEditMode="relative" ptsTypes="">
                                      <p:cBhvr>
                                        <p:cTn id="877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79" dur="1000" fill="hold"/>
                                        <p:tgtEl>
                                          <p:spTgt spid="2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88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752487 -0.0237213 E" pathEditMode="relative" ptsTypes="">
                                      <p:cBhvr>
                                        <p:cTn id="881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83" dur="1000" fill="hold"/>
                                        <p:tgtEl>
                                          <p:spTgt spid="2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88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12468 -0.0237213 E" pathEditMode="relative" ptsTypes="">
                                      <p:cBhvr>
                                        <p:cTn id="88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87" dur="1000" fill="hold"/>
                                        <p:tgtEl>
                                          <p:spTgt spid="2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88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752487 -0.0331738 E" pathEditMode="relative" ptsTypes="">
                                      <p:cBhvr>
                                        <p:cTn id="88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91" dur="1000" fill="hold"/>
                                        <p:tgtEl>
                                          <p:spTgt spid="2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89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12468 -0.0331738 E" pathEditMode="relative" ptsTypes="">
                                      <p:cBhvr>
                                        <p:cTn id="893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95" dur="1000" fill="hold"/>
                                        <p:tgtEl>
                                          <p:spTgt spid="2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89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752487 -0.0426263 E" pathEditMode="relative" ptsTypes="">
                                      <p:cBhvr>
                                        <p:cTn id="897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99" dur="1000" fill="hold"/>
                                        <p:tgtEl>
                                          <p:spTgt spid="2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90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12468 -0.0426263 E" pathEditMode="relative" ptsTypes="">
                                      <p:cBhvr>
                                        <p:cTn id="90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03" dur="1000" fill="hold"/>
                                        <p:tgtEl>
                                          <p:spTgt spid="2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90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743372 0.0140887 E" pathEditMode="relative" ptsTypes="">
                                      <p:cBhvr>
                                        <p:cTn id="90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07" dur="1000" fill="hold"/>
                                        <p:tgtEl>
                                          <p:spTgt spid="2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90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743372 -0.0520788 E" pathEditMode="relative" ptsTypes="">
                                      <p:cBhvr>
                                        <p:cTn id="90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11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91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796543 0.0140887 E" pathEditMode="relative" ptsTypes="">
                                      <p:cBhvr>
                                        <p:cTn id="91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15" dur="1000" fill="hold"/>
                                        <p:tgtEl>
                                          <p:spTgt spid="3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91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796543 -0.0520788 E" pathEditMode="relative" ptsTypes="">
                                      <p:cBhvr>
                                        <p:cTn id="917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19" dur="1000" fill="hold"/>
                                        <p:tgtEl>
                                          <p:spTgt spid="3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92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849713 0.0140887 E" pathEditMode="relative" ptsTypes="">
                                      <p:cBhvr>
                                        <p:cTn id="921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23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92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849713 -0.0520788 E" pathEditMode="relative" ptsTypes="">
                                      <p:cBhvr>
                                        <p:cTn id="92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27" dur="1000" fill="hold"/>
                                        <p:tgtEl>
                                          <p:spTgt spid="3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92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902884 0.0140887 E" pathEditMode="relative" ptsTypes="">
                                      <p:cBhvr>
                                        <p:cTn id="929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31" dur="1000" fill="hold"/>
                                        <p:tgtEl>
                                          <p:spTgt spid="3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93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902884 -0.0520788 E" pathEditMode="relative" ptsTypes="">
                                      <p:cBhvr>
                                        <p:cTn id="933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35" dur="1000" fill="hold"/>
                                        <p:tgtEl>
                                          <p:spTgt spid="3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93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956054 0.0140887 E" pathEditMode="relative" ptsTypes="">
                                      <p:cBhvr>
                                        <p:cTn id="937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39" dur="1000" fill="hold"/>
                                        <p:tgtEl>
                                          <p:spTgt spid="3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94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956054 -0.0520788 E" pathEditMode="relative" ptsTypes="">
                                      <p:cBhvr>
                                        <p:cTn id="941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43" dur="1000" fill="hold"/>
                                        <p:tgtEl>
                                          <p:spTgt spid="3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94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009224 0.0140887 E" pathEditMode="relative" ptsTypes="">
                                      <p:cBhvr>
                                        <p:cTn id="94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47" dur="1000" fill="hold"/>
                                        <p:tgtEl>
                                          <p:spTgt spid="3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94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009224 -0.0520788 E" pathEditMode="relative" ptsTypes="">
                                      <p:cBhvr>
                                        <p:cTn id="949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51" dur="1000" fill="hold"/>
                                        <p:tgtEl>
                                          <p:spTgt spid="4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95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062395 0.0140887 E" pathEditMode="relative" ptsTypes="">
                                      <p:cBhvr>
                                        <p:cTn id="95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55" dur="1000" fill="hold"/>
                                        <p:tgtEl>
                                          <p:spTgt spid="4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95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062395 -0.0520788 E" pathEditMode="relative" ptsTypes="">
                                      <p:cBhvr>
                                        <p:cTn id="957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59" dur="1000" fill="hold"/>
                                        <p:tgtEl>
                                          <p:spTgt spid="4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96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115565 0.0140887 E" pathEditMode="relative" ptsTypes="">
                                      <p:cBhvr>
                                        <p:cTn id="961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63" dur="1000" fill="hold"/>
                                        <p:tgtEl>
                                          <p:spTgt spid="4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96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115565 -0.0520788 E" pathEditMode="relative" ptsTypes="">
                                      <p:cBhvr>
                                        <p:cTn id="965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67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96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743372 0.0046362 E" pathEditMode="relative" ptsTypes="">
                                      <p:cBhvr>
                                        <p:cTn id="96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71" dur="1000" fill="hold"/>
                                        <p:tgtEl>
                                          <p:spTgt spid="4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97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115565 0.0046362 E" pathEditMode="relative" ptsTypes="">
                                      <p:cBhvr>
                                        <p:cTn id="973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75" dur="1000" fill="hold"/>
                                        <p:tgtEl>
                                          <p:spTgt spid="4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97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743372 -0.0048163 E" pathEditMode="relative" ptsTypes="">
                                      <p:cBhvr>
                                        <p:cTn id="977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79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98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115565 -0.0048163 E" pathEditMode="relative" ptsTypes="">
                                      <p:cBhvr>
                                        <p:cTn id="981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83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98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743372 -0.0142688 E" pathEditMode="relative" ptsTypes="">
                                      <p:cBhvr>
                                        <p:cTn id="985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87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98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115565 -0.0142688 E" pathEditMode="relative" ptsTypes="">
                                      <p:cBhvr>
                                        <p:cTn id="989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91" dur="1000" fill="hold"/>
                                        <p:tgtEl>
                                          <p:spTgt spid="5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99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743372 -0.0237213 E" pathEditMode="relative" ptsTypes="">
                                      <p:cBhvr>
                                        <p:cTn id="993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95" dur="1000" fill="hold"/>
                                        <p:tgtEl>
                                          <p:spTgt spid="5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99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115565 -0.0237213 E" pathEditMode="relative" ptsTypes="">
                                      <p:cBhvr>
                                        <p:cTn id="997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99" dur="1000" fill="hold"/>
                                        <p:tgtEl>
                                          <p:spTgt spid="5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00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743372 -0.0331738 E" pathEditMode="relative" ptsTypes="">
                                      <p:cBhvr>
                                        <p:cTn id="1001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03" dur="1000" fill="hold"/>
                                        <p:tgtEl>
                                          <p:spTgt spid="5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00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115565 -0.0331738 E" pathEditMode="relative" ptsTypes="">
                                      <p:cBhvr>
                                        <p:cTn id="1005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07" dur="1000" fill="hold"/>
                                        <p:tgtEl>
                                          <p:spTgt spid="5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00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743372 -0.0426263 E" pathEditMode="relative" ptsTypes="">
                                      <p:cBhvr>
                                        <p:cTn id="1009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11" dur="1000" fill="hold"/>
                                        <p:tgtEl>
                                          <p:spTgt spid="5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01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115565 -0.0426263 E" pathEditMode="relative" ptsTypes="">
                                      <p:cBhvr>
                                        <p:cTn id="1013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15" dur="1000" fill="hold"/>
                                        <p:tgtEl>
                                          <p:spTgt spid="5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01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805658 0.0046362 E" pathEditMode="relative" ptsTypes="">
                                      <p:cBhvr>
                                        <p:cTn id="1017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19" dur="1000" fill="hold"/>
                                        <p:tgtEl>
                                          <p:spTgt spid="5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02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858828 0.0046362 E" pathEditMode="relative" ptsTypes="">
                                      <p:cBhvr>
                                        <p:cTn id="1021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2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23" dur="1000" fill="hold"/>
                                        <p:tgtEl>
                                          <p:spTgt spid="5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02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911998 0.0046362 E" pathEditMode="relative" ptsTypes="">
                                      <p:cBhvr>
                                        <p:cTn id="1025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2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27" dur="1000" fill="hold"/>
                                        <p:tgtEl>
                                          <p:spTgt spid="5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02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965169 0.0046362 E" pathEditMode="relative" ptsTypes="">
                                      <p:cBhvr>
                                        <p:cTn id="1029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31" dur="1000" fill="hold"/>
                                        <p:tgtEl>
                                          <p:spTgt spid="6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03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018339 0.0046362 E" pathEditMode="relative" ptsTypes="">
                                      <p:cBhvr>
                                        <p:cTn id="1033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35" dur="1000" fill="hold"/>
                                        <p:tgtEl>
                                          <p:spTgt spid="6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03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07151 0.0046362 E" pathEditMode="relative" ptsTypes="">
                                      <p:cBhvr>
                                        <p:cTn id="1037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39" dur="1000" fill="hold"/>
                                        <p:tgtEl>
                                          <p:spTgt spid="6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04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805658 -0.0048163 E" pathEditMode="relative" ptsTypes="">
                                      <p:cBhvr>
                                        <p:cTn id="1041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4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43" dur="1000" fill="hold"/>
                                        <p:tgtEl>
                                          <p:spTgt spid="6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04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858828 -0.0048163 E" pathEditMode="relative" ptsTypes="">
                                      <p:cBhvr>
                                        <p:cTn id="1045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4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47" dur="1000" fill="hold"/>
                                        <p:tgtEl>
                                          <p:spTgt spid="6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04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911998 -0.0048163 E" pathEditMode="relative" ptsTypes="">
                                      <p:cBhvr>
                                        <p:cTn id="104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51" dur="1000" fill="hold"/>
                                        <p:tgtEl>
                                          <p:spTgt spid="6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05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965169 -0.0048163 E" pathEditMode="relative" ptsTypes="">
                                      <p:cBhvr>
                                        <p:cTn id="1053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55" dur="1000" fill="hold"/>
                                        <p:tgtEl>
                                          <p:spTgt spid="6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05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018339 -0.0048163 E" pathEditMode="relative" ptsTypes="">
                                      <p:cBhvr>
                                        <p:cTn id="1057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59" dur="1000" fill="hold"/>
                                        <p:tgtEl>
                                          <p:spTgt spid="6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06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07151 -0.0048163 E" pathEditMode="relative" ptsTypes="">
                                      <p:cBhvr>
                                        <p:cTn id="1061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6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63" dur="1000" fill="hold"/>
                                        <p:tgtEl>
                                          <p:spTgt spid="6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06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805658 -0.0142688 E" pathEditMode="relative" ptsTypes="">
                                      <p:cBhvr>
                                        <p:cTn id="1065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6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67" dur="1000" fill="hold"/>
                                        <p:tgtEl>
                                          <p:spTgt spid="6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06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858828 -0.0142688 E" pathEditMode="relative" ptsTypes="">
                                      <p:cBhvr>
                                        <p:cTn id="1069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71" dur="1000" fill="hold"/>
                                        <p:tgtEl>
                                          <p:spTgt spid="7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07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911998 -0.0142688 E" pathEditMode="relative" ptsTypes="">
                                      <p:cBhvr>
                                        <p:cTn id="1073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75" dur="1000" fill="hold"/>
                                        <p:tgtEl>
                                          <p:spTgt spid="7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07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965169 -0.0142688 E" pathEditMode="relative" ptsTypes="">
                                      <p:cBhvr>
                                        <p:cTn id="1077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79" dur="1000" fill="hold"/>
                                        <p:tgtEl>
                                          <p:spTgt spid="7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08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018339 -0.0142688 E" pathEditMode="relative" ptsTypes="">
                                      <p:cBhvr>
                                        <p:cTn id="1081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8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83" dur="1000" fill="hold"/>
                                        <p:tgtEl>
                                          <p:spTgt spid="7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08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07151 -0.0142688 E" pathEditMode="relative" ptsTypes="">
                                      <p:cBhvr>
                                        <p:cTn id="1085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8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87" dur="1000" fill="hold"/>
                                        <p:tgtEl>
                                          <p:spTgt spid="7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08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805658 -0.0237213 E" pathEditMode="relative" ptsTypes="">
                                      <p:cBhvr>
                                        <p:cTn id="1089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91" dur="1000" fill="hold"/>
                                        <p:tgtEl>
                                          <p:spTgt spid="7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09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858828 -0.0237213 E" pathEditMode="relative" ptsTypes="">
                                      <p:cBhvr>
                                        <p:cTn id="1093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95" dur="1000" fill="hold"/>
                                        <p:tgtEl>
                                          <p:spTgt spid="7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09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911998 -0.0237213 E" pathEditMode="relative" ptsTypes="">
                                      <p:cBhvr>
                                        <p:cTn id="1097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99" dur="1000" fill="hold"/>
                                        <p:tgtEl>
                                          <p:spTgt spid="7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10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965169 -0.0237213 E" pathEditMode="relative" ptsTypes="">
                                      <p:cBhvr>
                                        <p:cTn id="1101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0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03" dur="1000" fill="hold"/>
                                        <p:tgtEl>
                                          <p:spTgt spid="7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10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018339 -0.0237213 E" pathEditMode="relative" ptsTypes="">
                                      <p:cBhvr>
                                        <p:cTn id="1105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0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07" dur="1000" fill="hold"/>
                                        <p:tgtEl>
                                          <p:spTgt spid="7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10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07151 -0.0237213 E" pathEditMode="relative" ptsTypes="">
                                      <p:cBhvr>
                                        <p:cTn id="1109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1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11" dur="1000" fill="hold"/>
                                        <p:tgtEl>
                                          <p:spTgt spid="8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11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805658 -0.0331738 E" pathEditMode="relative" ptsTypes="">
                                      <p:cBhvr>
                                        <p:cTn id="1113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1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15" dur="1000" fill="hold"/>
                                        <p:tgtEl>
                                          <p:spTgt spid="8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11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858828 -0.0331738 E" pathEditMode="relative" ptsTypes="">
                                      <p:cBhvr>
                                        <p:cTn id="1117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1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19" dur="1000" fill="hold"/>
                                        <p:tgtEl>
                                          <p:spTgt spid="8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12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911998 -0.0331738 E" pathEditMode="relative" ptsTypes="">
                                      <p:cBhvr>
                                        <p:cTn id="1121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2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23" dur="1000" fill="hold"/>
                                        <p:tgtEl>
                                          <p:spTgt spid="8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12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965169 -0.0331738 E" pathEditMode="relative" ptsTypes="">
                                      <p:cBhvr>
                                        <p:cTn id="1125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2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27" dur="1000" fill="hold"/>
                                        <p:tgtEl>
                                          <p:spTgt spid="8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12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018339 -0.0331738 E" pathEditMode="relative" ptsTypes="">
                                      <p:cBhvr>
                                        <p:cTn id="1129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3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31" dur="1000" fill="hold"/>
                                        <p:tgtEl>
                                          <p:spTgt spid="8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13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07151 -0.0331738 E" pathEditMode="relative" ptsTypes="">
                                      <p:cBhvr>
                                        <p:cTn id="1133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3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35" dur="1000" fill="hold"/>
                                        <p:tgtEl>
                                          <p:spTgt spid="8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13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805658 -0.0426263 E" pathEditMode="relative" ptsTypes="">
                                      <p:cBhvr>
                                        <p:cTn id="1137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3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39" dur="1000" fill="hold"/>
                                        <p:tgtEl>
                                          <p:spTgt spid="8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14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858828 -0.0426263 E" pathEditMode="relative" ptsTypes="">
                                      <p:cBhvr>
                                        <p:cTn id="1141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4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43" dur="1000" fill="hold"/>
                                        <p:tgtEl>
                                          <p:spTgt spid="8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14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911998 -0.0426263 E" pathEditMode="relative" ptsTypes="">
                                      <p:cBhvr>
                                        <p:cTn id="1145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4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47" dur="1000" fill="hold"/>
                                        <p:tgtEl>
                                          <p:spTgt spid="8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14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965169 -0.0426263 E" pathEditMode="relative" ptsTypes="">
                                      <p:cBhvr>
                                        <p:cTn id="1149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5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51" dur="1000" fill="hold"/>
                                        <p:tgtEl>
                                          <p:spTgt spid="9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15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018339 -0.0426263 E" pathEditMode="relative" ptsTypes="">
                                      <p:cBhvr>
                                        <p:cTn id="1153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5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55" dur="1000" fill="hold"/>
                                        <p:tgtEl>
                                          <p:spTgt spid="9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15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07151 -0.0426263 E" pathEditMode="relative" ptsTypes="">
                                      <p:cBhvr>
                                        <p:cTn id="1157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5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59" dur="1000" fill="hold"/>
                                        <p:tgtEl>
                                          <p:spTgt spid="9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16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0459 0.0094525 E" pathEditMode="relative" ptsTypes="">
                                      <p:cBhvr>
                                        <p:cTn id="1161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6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63" dur="1000" fill="hold"/>
                                        <p:tgtEl>
                                          <p:spTgt spid="14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16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142 0.0094525 E" pathEditMode="relative" ptsTypes="">
                                      <p:cBhvr>
                                        <p:cTn id="1165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6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67" dur="1000" fill="hold"/>
                                        <p:tgtEl>
                                          <p:spTgt spid="14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16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9825 0.0094525 E" pathEditMode="relative" ptsTypes="">
                                      <p:cBhvr>
                                        <p:cTn id="1169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71" dur="1000" fill="hold"/>
                                        <p:tgtEl>
                                          <p:spTgt spid="15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17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0459 -0.0 E" pathEditMode="relative" ptsTypes="">
                                      <p:cBhvr>
                                        <p:cTn id="1173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75" dur="1000" fill="hold"/>
                                        <p:tgtEl>
                                          <p:spTgt spid="15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17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142 -0.0 E" pathEditMode="relative" ptsTypes="">
                                      <p:cBhvr>
                                        <p:cTn id="1177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79" dur="1000" fill="hold"/>
                                        <p:tgtEl>
                                          <p:spTgt spid="15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18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9825 -0.0 E" pathEditMode="relative" ptsTypes="">
                                      <p:cBhvr>
                                        <p:cTn id="1181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83" dur="1000" fill="hold"/>
                                        <p:tgtEl>
                                          <p:spTgt spid="15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18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0459 -0.0094525 E" pathEditMode="relative" ptsTypes="">
                                      <p:cBhvr>
                                        <p:cTn id="1185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87" dur="1000" fill="hold"/>
                                        <p:tgtEl>
                                          <p:spTgt spid="15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18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142 -0.0094525 E" pathEditMode="relative" ptsTypes="">
                                      <p:cBhvr>
                                        <p:cTn id="1189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91" dur="1000" fill="hold"/>
                                        <p:tgtEl>
                                          <p:spTgt spid="15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19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9825 -0.0094525 E" pathEditMode="relative" ptsTypes="">
                                      <p:cBhvr>
                                        <p:cTn id="1193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95" dur="1000" fill="hold"/>
                                        <p:tgtEl>
                                          <p:spTgt spid="15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19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796543 0.0046362 E" pathEditMode="relative" ptsTypes="">
                                      <p:cBhvr>
                                        <p:cTn id="1197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99" dur="1000" fill="hold"/>
                                        <p:tgtEl>
                                          <p:spTgt spid="9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20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849713 0.0046362 E" pathEditMode="relative" ptsTypes="">
                                      <p:cBhvr>
                                        <p:cTn id="1201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0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03" dur="1000" fill="hold"/>
                                        <p:tgtEl>
                                          <p:spTgt spid="9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20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902884 0.0046362 E" pathEditMode="relative" ptsTypes="">
                                      <p:cBhvr>
                                        <p:cTn id="1205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0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07" dur="1000" fill="hold"/>
                                        <p:tgtEl>
                                          <p:spTgt spid="9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20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956054 0.0046362 E" pathEditMode="relative" ptsTypes="">
                                      <p:cBhvr>
                                        <p:cTn id="1209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11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21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009224 0.0046362 E" pathEditMode="relative" ptsTypes="">
                                      <p:cBhvr>
                                        <p:cTn id="1213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15" dur="1000" fill="hold"/>
                                        <p:tgtEl>
                                          <p:spTgt spid="9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21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062395 0.0046362 E" pathEditMode="relative" ptsTypes="">
                                      <p:cBhvr>
                                        <p:cTn id="1217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19" dur="1000" fill="hold"/>
                                        <p:tgtEl>
                                          <p:spTgt spid="9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22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796543 -0.0048163 E" pathEditMode="relative" ptsTypes="">
                                      <p:cBhvr>
                                        <p:cTn id="1221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23" dur="1000" fill="hold"/>
                                        <p:tgtEl>
                                          <p:spTgt spid="9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22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849713 -0.0048163 E" pathEditMode="relative" ptsTypes="">
                                      <p:cBhvr>
                                        <p:cTn id="1225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27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22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902884 -0.0048163 E" pathEditMode="relative" ptsTypes="">
                                      <p:cBhvr>
                                        <p:cTn id="1229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31" dur="1000" fill="hold"/>
                                        <p:tgtEl>
                                          <p:spTgt spid="10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23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956054 -0.0048163 E" pathEditMode="relative" ptsTypes="">
                                      <p:cBhvr>
                                        <p:cTn id="1233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35" dur="1000" fill="hold"/>
                                        <p:tgtEl>
                                          <p:spTgt spid="10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23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009224 -0.0048163 E" pathEditMode="relative" ptsTypes="">
                                      <p:cBhvr>
                                        <p:cTn id="1237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39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24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062395 -0.0048163 E" pathEditMode="relative" ptsTypes="">
                                      <p:cBhvr>
                                        <p:cTn id="1241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4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43" dur="1000" fill="hold"/>
                                        <p:tgtEl>
                                          <p:spTgt spid="10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24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796543 -0.0142688 E" pathEditMode="relative" ptsTypes="">
                                      <p:cBhvr>
                                        <p:cTn id="1245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4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47" dur="1000" fill="hold"/>
                                        <p:tgtEl>
                                          <p:spTgt spid="10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24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849713 -0.0142688 E" pathEditMode="relative" ptsTypes="">
                                      <p:cBhvr>
                                        <p:cTn id="1249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5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51" dur="1000" fill="hold"/>
                                        <p:tgtEl>
                                          <p:spTgt spid="10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25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902884 -0.0142688 E" pathEditMode="relative" ptsTypes="">
                                      <p:cBhvr>
                                        <p:cTn id="1253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5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55" dur="1000" fill="hold"/>
                                        <p:tgtEl>
                                          <p:spTgt spid="10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25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956054 -0.0142688 E" pathEditMode="relative" ptsTypes="">
                                      <p:cBhvr>
                                        <p:cTn id="1257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5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59" dur="1000" fill="hold"/>
                                        <p:tgtEl>
                                          <p:spTgt spid="10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26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009224 -0.0142688 E" pathEditMode="relative" ptsTypes="">
                                      <p:cBhvr>
                                        <p:cTn id="1261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6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63" dur="1000" fill="hold"/>
                                        <p:tgtEl>
                                          <p:spTgt spid="10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26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062395 -0.0142688 E" pathEditMode="relative" ptsTypes="">
                                      <p:cBhvr>
                                        <p:cTn id="1265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6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67" dur="1000" fill="hold"/>
                                        <p:tgtEl>
                                          <p:spTgt spid="11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26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796543 -0.0237213 E" pathEditMode="relative" ptsTypes="">
                                      <p:cBhvr>
                                        <p:cTn id="1269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71" dur="1000" fill="hold"/>
                                        <p:tgtEl>
                                          <p:spTgt spid="11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27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849713 -0.0237213 E" pathEditMode="relative" ptsTypes="">
                                      <p:cBhvr>
                                        <p:cTn id="1273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75" dur="1000" fill="hold"/>
                                        <p:tgtEl>
                                          <p:spTgt spid="11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27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902884 -0.0237213 E" pathEditMode="relative" ptsTypes="">
                                      <p:cBhvr>
                                        <p:cTn id="1277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79" dur="1000" fill="hold"/>
                                        <p:tgtEl>
                                          <p:spTgt spid="11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28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956054 -0.0237213 E" pathEditMode="relative" ptsTypes="">
                                      <p:cBhvr>
                                        <p:cTn id="1281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8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83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28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009224 -0.0237213 E" pathEditMode="relative" ptsTypes="">
                                      <p:cBhvr>
                                        <p:cTn id="1285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8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87" dur="1000" fill="hold"/>
                                        <p:tgtEl>
                                          <p:spTgt spid="11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28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062395 -0.0237213 E" pathEditMode="relative" ptsTypes="">
                                      <p:cBhvr>
                                        <p:cTn id="1289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9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91" dur="1000" fill="hold"/>
                                        <p:tgtEl>
                                          <p:spTgt spid="11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29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796543 -0.0331738 E" pathEditMode="relative" ptsTypes="">
                                      <p:cBhvr>
                                        <p:cTn id="1293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9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95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29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849713 -0.0331738 E" pathEditMode="relative" ptsTypes="">
                                      <p:cBhvr>
                                        <p:cTn id="1297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9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99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30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902884 -0.0331738 E" pathEditMode="relative" ptsTypes="">
                                      <p:cBhvr>
                                        <p:cTn id="1301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0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03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30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956054 -0.0331738 E" pathEditMode="relative" ptsTypes="">
                                      <p:cBhvr>
                                        <p:cTn id="1305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0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07" dur="1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30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009224 -0.0331738 E" pathEditMode="relative" ptsTypes="">
                                      <p:cBhvr>
                                        <p:cTn id="1309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1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11" dur="1000" fill="hold"/>
                                        <p:tgtEl>
                                          <p:spTgt spid="12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31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062395 -0.0331738 E" pathEditMode="relative" ptsTypes="">
                                      <p:cBhvr>
                                        <p:cTn id="1313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1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15" dur="1000" fill="hold"/>
                                        <p:tgtEl>
                                          <p:spTgt spid="12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31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796543 -0.0426263 E" pathEditMode="relative" ptsTypes="">
                                      <p:cBhvr>
                                        <p:cTn id="1317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1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19" dur="1000" fill="hold"/>
                                        <p:tgtEl>
                                          <p:spTgt spid="12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32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849713 -0.0426263 E" pathEditMode="relative" ptsTypes="">
                                      <p:cBhvr>
                                        <p:cTn id="1321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2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23" dur="1000" fill="hold"/>
                                        <p:tgtEl>
                                          <p:spTgt spid="12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32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902884 -0.0426263 E" pathEditMode="relative" ptsTypes="">
                                      <p:cBhvr>
                                        <p:cTn id="1325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2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27" dur="1000" fill="hold"/>
                                        <p:tgtEl>
                                          <p:spTgt spid="12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32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0956054 -0.0426263 E" pathEditMode="relative" ptsTypes="">
                                      <p:cBhvr>
                                        <p:cTn id="1329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3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31" dur="1000" fill="hold"/>
                                        <p:tgtEl>
                                          <p:spTgt spid="12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33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009224 -0.0426263 E" pathEditMode="relative" ptsTypes="">
                                      <p:cBhvr>
                                        <p:cTn id="1333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3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35" dur="1000" fill="hold"/>
                                        <p:tgtEl>
                                          <p:spTgt spid="12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33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8938 -0.0176447 L -0.1062395 -0.0426263 E" pathEditMode="relative" ptsTypes="">
                                      <p:cBhvr>
                                        <p:cTn id="1337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3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39" dur="1000" fill="hold"/>
                                        <p:tgtEl>
                                          <p:spTgt spid="12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34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142 0.0235886 E" pathEditMode="relative" ptsTypes="">
                                      <p:cBhvr>
                                        <p:cTn id="1341" dur="10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4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43" dur="1000" fill="hold"/>
                                        <p:tgtEl>
                                          <p:spTgt spid="16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34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664417 0.1323351 L 0.5969007 0.1417877 E" pathEditMode="relative" ptsTypes="">
                                      <p:cBhvr>
                                        <p:cTn id="1345" dur="10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46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47" dur="1000" fill="hold"/>
                                        <p:tgtEl>
                                          <p:spTgt spid="16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34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6816 0.1323351 L 0.541958 0.1417877 E" pathEditMode="relative" ptsTypes="">
                                      <p:cBhvr>
                                        <p:cTn id="1349" dur="10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0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51" dur="1000" fill="hold"/>
                                        <p:tgtEl>
                                          <p:spTgt spid="16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35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671903 0.1323351 L 0.4870153 0.1417877 E" pathEditMode="relative" ptsTypes="">
                                      <p:cBhvr>
                                        <p:cTn id="1353" dur="10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4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55" dur="1000" fill="hold"/>
                                        <p:tgtEl>
                                          <p:spTgt spid="16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35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664417 0.0441117 L 0.5969007 0.0441117 E" pathEditMode="relative" ptsTypes="">
                                      <p:cBhvr>
                                        <p:cTn id="1357" dur="10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8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59" dur="1000" fill="hold"/>
                                        <p:tgtEl>
                                          <p:spTgt spid="17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36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6816 0.0441117 L 0.541958 0.0441117 E" pathEditMode="relative" ptsTypes="">
                                      <p:cBhvr>
                                        <p:cTn id="1361" dur="10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62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63" dur="1000" fill="hold"/>
                                        <p:tgtEl>
                                          <p:spTgt spid="17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36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671903 0.0441117 L 0.4870153 0.0441117 E" pathEditMode="relative" ptsTypes="">
                                      <p:cBhvr>
                                        <p:cTn id="1365" dur="10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66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67" dur="1000" fill="hold"/>
                                        <p:tgtEl>
                                          <p:spTgt spid="17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36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664417 -0.0441117 L 0.5969007 -0.0535642 E" pathEditMode="relative" ptsTypes="">
                                      <p:cBhvr>
                                        <p:cTn id="1369" dur="10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70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71" dur="1000" fill="hold"/>
                                        <p:tgtEl>
                                          <p:spTgt spid="17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37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6816 -0.0441117 L 0.541958 -0.0535642 E" pathEditMode="relative" ptsTypes="">
                                      <p:cBhvr>
                                        <p:cTn id="1373" dur="10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74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75" dur="1000" fill="hold"/>
                                        <p:tgtEl>
                                          <p:spTgt spid="17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37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671903 -0.0441117 L 0.4870153 -0.0535642 E" pathEditMode="relative" ptsTypes="">
                                      <p:cBhvr>
                                        <p:cTn id="1377" dur="10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78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79" dur="1000" fill="hold"/>
                                        <p:tgtEl>
                                          <p:spTgt spid="17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38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275692 -0.1186065 E" pathEditMode="relative" ptsTypes="">
                                      <p:cBhvr>
                                        <p:cTn id="1381" dur="10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8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83" dur="1000" fill="hold"/>
                                        <p:tgtEl>
                                          <p:spTgt spid="17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38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222522 -0.1186065 E" pathEditMode="relative" ptsTypes="">
                                      <p:cBhvr>
                                        <p:cTn id="1385" dur="10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8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87" dur="1000" fill="hold"/>
                                        <p:tgtEl>
                                          <p:spTgt spid="17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38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169351 -0.1186065 E" pathEditMode="relative" ptsTypes="">
                                      <p:cBhvr>
                                        <p:cTn id="1389" dur="10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9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91" dur="1000" fill="hold"/>
                                        <p:tgtEl>
                                          <p:spTgt spid="17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39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275692 -0.128059 E" pathEditMode="relative" ptsTypes="">
                                      <p:cBhvr>
                                        <p:cTn id="1393" dur="10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9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95" dur="1000" fill="hold"/>
                                        <p:tgtEl>
                                          <p:spTgt spid="17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39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222522 -0.128059 E" pathEditMode="relative" ptsTypes="">
                                      <p:cBhvr>
                                        <p:cTn id="1397" dur="10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9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99" dur="1000" fill="hold"/>
                                        <p:tgtEl>
                                          <p:spTgt spid="18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40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169351 -0.128059 E" pathEditMode="relative" ptsTypes="">
                                      <p:cBhvr>
                                        <p:cTn id="1401" dur="10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0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03" dur="1000" fill="hold"/>
                                        <p:tgtEl>
                                          <p:spTgt spid="18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40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275692 -0.1375115 E" pathEditMode="relative" ptsTypes="">
                                      <p:cBhvr>
                                        <p:cTn id="1405" dur="10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0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07" dur="1000" fill="hold"/>
                                        <p:tgtEl>
                                          <p:spTgt spid="18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40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222522 -0.1375115 E" pathEditMode="relative" ptsTypes="">
                                      <p:cBhvr>
                                        <p:cTn id="1409" dur="10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1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11" dur="1000" fill="hold"/>
                                        <p:tgtEl>
                                          <p:spTgt spid="18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41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169351 -0.1375115 E" pathEditMode="relative" ptsTypes="">
                                      <p:cBhvr>
                                        <p:cTn id="1413" dur="10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1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15" dur="1000" fill="hold"/>
                                        <p:tgtEl>
                                          <p:spTgt spid="18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416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0.335249 L 0.3542666 0.2166425 E" pathEditMode="relative" ptsTypes="">
                                      <p:cBhvr>
                                        <p:cTn id="1417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18" presetID="6" presetClass="emph" presetSubtype="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19" dur="1000" fill="hold"/>
                                        <p:tgtEl>
                                          <p:spTgt spid="13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420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0.335249 L 0.3489496 0.2166425 E" pathEditMode="relative" ptsTypes="">
                                      <p:cBhvr>
                                        <p:cTn id="1421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22" presetID="6" presetClass="emph" presetSubtype="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23" dur="1000" fill="hold"/>
                                        <p:tgtEl>
                                          <p:spTgt spid="14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424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0.335249 L 0.3436325 0.2166425 E" pathEditMode="relative" ptsTypes="">
                                      <p:cBhvr>
                                        <p:cTn id="1425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26" presetID="6" presetClass="emph" presetSubtype="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27" dur="1000" fill="hold"/>
                                        <p:tgtEl>
                                          <p:spTgt spid="14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428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0.335249 L 0.3542666 0.20719 E" pathEditMode="relative" ptsTypes="">
                                      <p:cBhvr>
                                        <p:cTn id="1429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30" presetID="6" presetClass="emph" presetSubtype="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31" dur="1000" fill="hold"/>
                                        <p:tgtEl>
                                          <p:spTgt spid="14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432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0.335249 L 0.3489496 0.20719 E" pathEditMode="relative" ptsTypes="">
                                      <p:cBhvr>
                                        <p:cTn id="1433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34" presetID="6" presetClass="emph" presetSubtype="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35" dur="1000" fill="hold"/>
                                        <p:tgtEl>
                                          <p:spTgt spid="14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436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0.335249 L 0.3436325 0.20719 E" pathEditMode="relative" ptsTypes="">
                                      <p:cBhvr>
                                        <p:cTn id="1437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38" presetID="6" presetClass="emph" presetSubtype="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39" dur="1000" fill="hold"/>
                                        <p:tgtEl>
                                          <p:spTgt spid="14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440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0.335249 L 0.3542666 0.1977375 E" pathEditMode="relative" ptsTypes="">
                                      <p:cBhvr>
                                        <p:cTn id="1441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42" presetID="6" presetClass="emph" presetSubtype="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43" dur="1000" fill="hold"/>
                                        <p:tgtEl>
                                          <p:spTgt spid="14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444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0.335249 L 0.3489496 0.1977375 E" pathEditMode="relative" ptsTypes="">
                                      <p:cBhvr>
                                        <p:cTn id="1445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46" presetID="6" presetClass="emph" presetSubtype="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47" dur="1000" fill="hold"/>
                                        <p:tgtEl>
                                          <p:spTgt spid="14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448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76089 0.335249 L 0.3436325 0.1977375 E" pathEditMode="relative" ptsTypes="">
                                      <p:cBhvr>
                                        <p:cTn id="1449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50" presetID="6" presetClass="emph" presetSubtype="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51" dur="1000" fill="hold"/>
                                        <p:tgtEl>
                                          <p:spTgt spid="14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52" fill="hold">
                            <p:stCondLst>
                              <p:cond delay="1500"/>
                            </p:stCondLst>
                            <p:childTnLst>
                              <p:par>
                                <p:cTn id="14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5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8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7" grpId="0" animBg="1"/>
      <p:bldP spid="187" grpId="1" animBg="1"/>
      <p:bldP spid="187" grpId="2" animBg="1"/>
      <p:bldP spid="2" grpId="0" animBg="1"/>
      <p:bldP spid="2" grpId="1" animBg="1"/>
      <p:bldP spid="2" grpId="2" animBg="1"/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/>
      <p:bldP spid="29" grpId="1"/>
      <p:bldP spid="29" grpId="2"/>
      <p:bldP spid="30" grpId="0"/>
      <p:bldP spid="30" grpId="1"/>
      <p:bldP spid="30" grpId="2"/>
      <p:bldP spid="31" grpId="0"/>
      <p:bldP spid="31" grpId="1"/>
      <p:bldP spid="31" grpId="2"/>
      <p:bldP spid="32" grpId="0"/>
      <p:bldP spid="32" grpId="1"/>
      <p:bldP spid="32" grpId="2"/>
      <p:bldP spid="33" grpId="0"/>
      <p:bldP spid="33" grpId="1"/>
      <p:bldP spid="33" grpId="2"/>
      <p:bldP spid="34" grpId="0"/>
      <p:bldP spid="34" grpId="1"/>
      <p:bldP spid="34" grpId="2"/>
      <p:bldP spid="35" grpId="0"/>
      <p:bldP spid="35" grpId="1"/>
      <p:bldP spid="35" grpId="2"/>
      <p:bldP spid="36" grpId="0"/>
      <p:bldP spid="36" grpId="1"/>
      <p:bldP spid="36" grpId="2"/>
      <p:bldP spid="37" grpId="0"/>
      <p:bldP spid="37" grpId="1"/>
      <p:bldP spid="37" grpId="2"/>
      <p:bldP spid="38" grpId="0"/>
      <p:bldP spid="38" grpId="1"/>
      <p:bldP spid="38" grpId="2"/>
      <p:bldP spid="39" grpId="0"/>
      <p:bldP spid="39" grpId="1"/>
      <p:bldP spid="39" grpId="2"/>
      <p:bldP spid="40" grpId="0"/>
      <p:bldP spid="40" grpId="1"/>
      <p:bldP spid="40" grpId="2"/>
      <p:bldP spid="41" grpId="0"/>
      <p:bldP spid="41" grpId="1"/>
      <p:bldP spid="41" grpId="2"/>
      <p:bldP spid="42" grpId="0"/>
      <p:bldP spid="42" grpId="1"/>
      <p:bldP spid="42" grpId="2"/>
      <p:bldP spid="43" grpId="0"/>
      <p:bldP spid="43" grpId="1"/>
      <p:bldP spid="43" grpId="2"/>
      <p:bldP spid="44" grpId="0"/>
      <p:bldP spid="44" grpId="1"/>
      <p:bldP spid="44" grpId="2"/>
      <p:bldP spid="45" grpId="0"/>
      <p:bldP spid="45" grpId="1"/>
      <p:bldP spid="45" grpId="2"/>
      <p:bldP spid="46" grpId="0"/>
      <p:bldP spid="46" grpId="1"/>
      <p:bldP spid="46" grpId="2"/>
      <p:bldP spid="47" grpId="0"/>
      <p:bldP spid="47" grpId="1"/>
      <p:bldP spid="47" grpId="2"/>
      <p:bldP spid="48" grpId="0"/>
      <p:bldP spid="48" grpId="1"/>
      <p:bldP spid="48" grpId="2"/>
      <p:bldP spid="49" grpId="0"/>
      <p:bldP spid="49" grpId="1"/>
      <p:bldP spid="49" grpId="2"/>
      <p:bldP spid="50" grpId="0"/>
      <p:bldP spid="50" grpId="1"/>
      <p:bldP spid="50" grpId="2"/>
      <p:bldP spid="51" grpId="0"/>
      <p:bldP spid="51" grpId="1"/>
      <p:bldP spid="51" grpId="2"/>
      <p:bldP spid="52" grpId="0"/>
      <p:bldP spid="52" grpId="1"/>
      <p:bldP spid="52" grpId="2"/>
      <p:bldP spid="53" grpId="0"/>
      <p:bldP spid="53" grpId="1"/>
      <p:bldP spid="53" grpId="2"/>
      <p:bldP spid="54" grpId="0"/>
      <p:bldP spid="54" grpId="1"/>
      <p:bldP spid="54" grpId="2"/>
      <p:bldP spid="55" grpId="0"/>
      <p:bldP spid="55" grpId="1"/>
      <p:bldP spid="55" grpId="2"/>
      <p:bldP spid="56" grpId="0"/>
      <p:bldP spid="56" grpId="1"/>
      <p:bldP spid="56" grpId="2"/>
      <p:bldP spid="57" grpId="0" animBg="1"/>
      <p:bldP spid="57" grpId="1" animBg="1"/>
      <p:bldP spid="57" grpId="2" animBg="1"/>
      <p:bldP spid="58" grpId="0" animBg="1"/>
      <p:bldP spid="58" grpId="1" animBg="1"/>
      <p:bldP spid="58" grpId="2" animBg="1"/>
      <p:bldP spid="59" grpId="0" animBg="1"/>
      <p:bldP spid="59" grpId="1" animBg="1"/>
      <p:bldP spid="59" grpId="2" animBg="1"/>
      <p:bldP spid="60" grpId="0" animBg="1"/>
      <p:bldP spid="60" grpId="1" animBg="1"/>
      <p:bldP spid="60" grpId="2" animBg="1"/>
      <p:bldP spid="61" grpId="0" animBg="1"/>
      <p:bldP spid="61" grpId="1" animBg="1"/>
      <p:bldP spid="61" grpId="2" animBg="1"/>
      <p:bldP spid="62" grpId="0" animBg="1"/>
      <p:bldP spid="62" grpId="1" animBg="1"/>
      <p:bldP spid="62" grpId="2" animBg="1"/>
      <p:bldP spid="63" grpId="0" animBg="1"/>
      <p:bldP spid="63" grpId="1" animBg="1"/>
      <p:bldP spid="63" grpId="2" animBg="1"/>
      <p:bldP spid="64" grpId="0" animBg="1"/>
      <p:bldP spid="64" grpId="1" animBg="1"/>
      <p:bldP spid="64" grpId="2" animBg="1"/>
      <p:bldP spid="65" grpId="0" animBg="1"/>
      <p:bldP spid="65" grpId="1" animBg="1"/>
      <p:bldP spid="65" grpId="2" animBg="1"/>
      <p:bldP spid="66" grpId="0" animBg="1"/>
      <p:bldP spid="66" grpId="1" animBg="1"/>
      <p:bldP spid="66" grpId="2" animBg="1"/>
      <p:bldP spid="67" grpId="0" animBg="1"/>
      <p:bldP spid="67" grpId="1" animBg="1"/>
      <p:bldP spid="67" grpId="2" animBg="1"/>
      <p:bldP spid="68" grpId="0" animBg="1"/>
      <p:bldP spid="68" grpId="1" animBg="1"/>
      <p:bldP spid="68" grpId="2" animBg="1"/>
      <p:bldP spid="69" grpId="0" animBg="1"/>
      <p:bldP spid="69" grpId="1" animBg="1"/>
      <p:bldP spid="69" grpId="2" animBg="1"/>
      <p:bldP spid="70" grpId="0" animBg="1"/>
      <p:bldP spid="70" grpId="1" animBg="1"/>
      <p:bldP spid="70" grpId="2" animBg="1"/>
      <p:bldP spid="71" grpId="0" animBg="1"/>
      <p:bldP spid="71" grpId="1" animBg="1"/>
      <p:bldP spid="71" grpId="2" animBg="1"/>
      <p:bldP spid="72" grpId="0" animBg="1"/>
      <p:bldP spid="72" grpId="1" animBg="1"/>
      <p:bldP spid="72" grpId="2" animBg="1"/>
      <p:bldP spid="73" grpId="0" animBg="1"/>
      <p:bldP spid="73" grpId="1" animBg="1"/>
      <p:bldP spid="73" grpId="2" animBg="1"/>
      <p:bldP spid="74" grpId="0" animBg="1"/>
      <p:bldP spid="74" grpId="1" animBg="1"/>
      <p:bldP spid="74" grpId="2" animBg="1"/>
      <p:bldP spid="75" grpId="0" animBg="1"/>
      <p:bldP spid="75" grpId="1" animBg="1"/>
      <p:bldP spid="75" grpId="2" animBg="1"/>
      <p:bldP spid="76" grpId="0" animBg="1"/>
      <p:bldP spid="76" grpId="1" animBg="1"/>
      <p:bldP spid="76" grpId="2" animBg="1"/>
      <p:bldP spid="77" grpId="0" animBg="1"/>
      <p:bldP spid="77" grpId="1" animBg="1"/>
      <p:bldP spid="77" grpId="2" animBg="1"/>
      <p:bldP spid="78" grpId="0" animBg="1"/>
      <p:bldP spid="78" grpId="1" animBg="1"/>
      <p:bldP spid="78" grpId="2" animBg="1"/>
      <p:bldP spid="79" grpId="0" animBg="1"/>
      <p:bldP spid="79" grpId="1" animBg="1"/>
      <p:bldP spid="79" grpId="2" animBg="1"/>
      <p:bldP spid="80" grpId="0" animBg="1"/>
      <p:bldP spid="80" grpId="1" animBg="1"/>
      <p:bldP spid="80" grpId="2" animBg="1"/>
      <p:bldP spid="81" grpId="0" animBg="1"/>
      <p:bldP spid="81" grpId="1" animBg="1"/>
      <p:bldP spid="81" grpId="2" animBg="1"/>
      <p:bldP spid="82" grpId="0" animBg="1"/>
      <p:bldP spid="82" grpId="1" animBg="1"/>
      <p:bldP spid="82" grpId="2" animBg="1"/>
      <p:bldP spid="83" grpId="0" animBg="1"/>
      <p:bldP spid="83" grpId="1" animBg="1"/>
      <p:bldP spid="83" grpId="2" animBg="1"/>
      <p:bldP spid="84" grpId="0" animBg="1"/>
      <p:bldP spid="84" grpId="1" animBg="1"/>
      <p:bldP spid="84" grpId="2" animBg="1"/>
      <p:bldP spid="85" grpId="0" animBg="1"/>
      <p:bldP spid="85" grpId="1" animBg="1"/>
      <p:bldP spid="85" grpId="2" animBg="1"/>
      <p:bldP spid="86" grpId="0" animBg="1"/>
      <p:bldP spid="86" grpId="1" animBg="1"/>
      <p:bldP spid="86" grpId="2" animBg="1"/>
      <p:bldP spid="87" grpId="0" animBg="1"/>
      <p:bldP spid="87" grpId="1" animBg="1"/>
      <p:bldP spid="87" grpId="2" animBg="1"/>
      <p:bldP spid="88" grpId="0" animBg="1"/>
      <p:bldP spid="88" grpId="1" animBg="1"/>
      <p:bldP spid="88" grpId="2" animBg="1"/>
      <p:bldP spid="89" grpId="0" animBg="1"/>
      <p:bldP spid="89" grpId="1" animBg="1"/>
      <p:bldP spid="89" grpId="2" animBg="1"/>
      <p:bldP spid="90" grpId="0" animBg="1"/>
      <p:bldP spid="90" grpId="1" animBg="1"/>
      <p:bldP spid="90" grpId="2" animBg="1"/>
      <p:bldP spid="91" grpId="0" animBg="1"/>
      <p:bldP spid="91" grpId="1" animBg="1"/>
      <p:bldP spid="91" grpId="2" animBg="1"/>
      <p:bldP spid="92" grpId="0" animBg="1"/>
      <p:bldP spid="92" grpId="1" animBg="1"/>
      <p:bldP spid="92" grpId="2" animBg="1"/>
      <p:bldP spid="93" grpId="0"/>
      <p:bldP spid="93" grpId="1"/>
      <p:bldP spid="93" grpId="2"/>
      <p:bldP spid="94" grpId="0"/>
      <p:bldP spid="94" grpId="1"/>
      <p:bldP spid="94" grpId="2"/>
      <p:bldP spid="95" grpId="0"/>
      <p:bldP spid="95" grpId="1"/>
      <p:bldP spid="95" grpId="2"/>
      <p:bldP spid="96" grpId="0"/>
      <p:bldP spid="96" grpId="1"/>
      <p:bldP spid="96" grpId="2"/>
      <p:bldP spid="97" grpId="0"/>
      <p:bldP spid="97" grpId="1"/>
      <p:bldP spid="97" grpId="2"/>
      <p:bldP spid="98" grpId="0"/>
      <p:bldP spid="98" grpId="1"/>
      <p:bldP spid="98" grpId="2"/>
      <p:bldP spid="99" grpId="0"/>
      <p:bldP spid="99" grpId="1"/>
      <p:bldP spid="99" grpId="2"/>
      <p:bldP spid="100" grpId="0"/>
      <p:bldP spid="100" grpId="1"/>
      <p:bldP spid="100" grpId="2"/>
      <p:bldP spid="101" grpId="0"/>
      <p:bldP spid="101" grpId="1"/>
      <p:bldP spid="101" grpId="2"/>
      <p:bldP spid="102" grpId="0"/>
      <p:bldP spid="102" grpId="1"/>
      <p:bldP spid="102" grpId="2"/>
      <p:bldP spid="103" grpId="0"/>
      <p:bldP spid="103" grpId="1"/>
      <p:bldP spid="103" grpId="2"/>
      <p:bldP spid="104" grpId="0"/>
      <p:bldP spid="104" grpId="1"/>
      <p:bldP spid="104" grpId="2"/>
      <p:bldP spid="105" grpId="0"/>
      <p:bldP spid="105" grpId="1"/>
      <p:bldP spid="105" grpId="2"/>
      <p:bldP spid="106" grpId="0"/>
      <p:bldP spid="106" grpId="1"/>
      <p:bldP spid="106" grpId="2"/>
      <p:bldP spid="107" grpId="0"/>
      <p:bldP spid="107" grpId="1"/>
      <p:bldP spid="107" grpId="2"/>
      <p:bldP spid="108" grpId="0"/>
      <p:bldP spid="108" grpId="1"/>
      <p:bldP spid="108" grpId="2"/>
      <p:bldP spid="109" grpId="0"/>
      <p:bldP spid="109" grpId="1"/>
      <p:bldP spid="109" grpId="2"/>
      <p:bldP spid="110" grpId="0"/>
      <p:bldP spid="110" grpId="1"/>
      <p:bldP spid="110" grpId="2"/>
      <p:bldP spid="111" grpId="0"/>
      <p:bldP spid="111" grpId="1"/>
      <p:bldP spid="111" grpId="2"/>
      <p:bldP spid="112" grpId="0"/>
      <p:bldP spid="112" grpId="1"/>
      <p:bldP spid="112" grpId="2"/>
      <p:bldP spid="113" grpId="0"/>
      <p:bldP spid="113" grpId="1"/>
      <p:bldP spid="113" grpId="2"/>
      <p:bldP spid="114" grpId="0"/>
      <p:bldP spid="114" grpId="1"/>
      <p:bldP spid="114" grpId="2"/>
      <p:bldP spid="115" grpId="0"/>
      <p:bldP spid="115" grpId="1"/>
      <p:bldP spid="115" grpId="2"/>
      <p:bldP spid="116" grpId="0"/>
      <p:bldP spid="116" grpId="1"/>
      <p:bldP spid="116" grpId="2"/>
      <p:bldP spid="117" grpId="0"/>
      <p:bldP spid="117" grpId="1"/>
      <p:bldP spid="117" grpId="2"/>
      <p:bldP spid="118" grpId="0"/>
      <p:bldP spid="118" grpId="1"/>
      <p:bldP spid="118" grpId="2"/>
      <p:bldP spid="119" grpId="0"/>
      <p:bldP spid="119" grpId="1"/>
      <p:bldP spid="119" grpId="2"/>
      <p:bldP spid="120" grpId="0"/>
      <p:bldP spid="120" grpId="1"/>
      <p:bldP spid="120" grpId="2"/>
      <p:bldP spid="121" grpId="0"/>
      <p:bldP spid="121" grpId="1"/>
      <p:bldP spid="121" grpId="2"/>
      <p:bldP spid="122" grpId="0"/>
      <p:bldP spid="122" grpId="1"/>
      <p:bldP spid="122" grpId="2"/>
      <p:bldP spid="123" grpId="0"/>
      <p:bldP spid="123" grpId="1"/>
      <p:bldP spid="123" grpId="2"/>
      <p:bldP spid="124" grpId="0"/>
      <p:bldP spid="124" grpId="1"/>
      <p:bldP spid="124" grpId="2"/>
      <p:bldP spid="125" grpId="0"/>
      <p:bldP spid="125" grpId="1"/>
      <p:bldP spid="125" grpId="2"/>
      <p:bldP spid="126" grpId="0"/>
      <p:bldP spid="126" grpId="1"/>
      <p:bldP spid="126" grpId="2"/>
      <p:bldP spid="127" grpId="0"/>
      <p:bldP spid="127" grpId="1"/>
      <p:bldP spid="127" grpId="2"/>
      <p:bldP spid="128" grpId="0"/>
      <p:bldP spid="128" grpId="1"/>
      <p:bldP spid="128" grpId="2"/>
      <p:bldP spid="129" grpId="0"/>
      <p:bldP spid="130" grpId="0" animBg="1"/>
      <p:bldP spid="130" grpId="1" animBg="1"/>
      <p:bldP spid="130" grpId="2" animBg="1"/>
      <p:bldP spid="130" grpId="3" animBg="1"/>
      <p:bldP spid="130" grpId="4" animBg="1"/>
      <p:bldP spid="130" grpId="5" animBg="1"/>
      <p:bldP spid="130" grpId="6" animBg="1"/>
      <p:bldP spid="130" grpId="7" animBg="1"/>
      <p:bldP spid="130" grpId="8" animBg="1"/>
      <p:bldP spid="130" grpId="9" animBg="1"/>
      <p:bldP spid="131" grpId="0" animBg="1"/>
      <p:bldP spid="131" grpId="1" animBg="1"/>
      <p:bldP spid="131" grpId="2" animBg="1"/>
      <p:bldP spid="131" grpId="3" animBg="1"/>
      <p:bldP spid="131" grpId="4" animBg="1"/>
      <p:bldP spid="131" grpId="5" animBg="1"/>
      <p:bldP spid="131" grpId="6" animBg="1"/>
      <p:bldP spid="131" grpId="7" animBg="1"/>
      <p:bldP spid="131" grpId="8" animBg="1"/>
      <p:bldP spid="131" grpId="9" animBg="1"/>
      <p:bldP spid="132" grpId="0" animBg="1"/>
      <p:bldP spid="132" grpId="1" animBg="1"/>
      <p:bldP spid="132" grpId="2" animBg="1"/>
      <p:bldP spid="132" grpId="3" animBg="1"/>
      <p:bldP spid="132" grpId="4" animBg="1"/>
      <p:bldP spid="132" grpId="5" animBg="1"/>
      <p:bldP spid="132" grpId="6" animBg="1"/>
      <p:bldP spid="132" grpId="7" animBg="1"/>
      <p:bldP spid="132" grpId="8" animBg="1"/>
      <p:bldP spid="132" grpId="9" animBg="1"/>
      <p:bldP spid="133" grpId="0" animBg="1"/>
      <p:bldP spid="133" grpId="1" animBg="1"/>
      <p:bldP spid="133" grpId="2" animBg="1"/>
      <p:bldP spid="133" grpId="3" animBg="1"/>
      <p:bldP spid="133" grpId="4" animBg="1"/>
      <p:bldP spid="133" grpId="5" animBg="1"/>
      <p:bldP spid="133" grpId="6" animBg="1"/>
      <p:bldP spid="133" grpId="7" animBg="1"/>
      <p:bldP spid="133" grpId="8" animBg="1"/>
      <p:bldP spid="133" grpId="9" animBg="1"/>
      <p:bldP spid="134" grpId="0" animBg="1"/>
      <p:bldP spid="134" grpId="1" animBg="1"/>
      <p:bldP spid="134" grpId="2" animBg="1"/>
      <p:bldP spid="134" grpId="3" animBg="1"/>
      <p:bldP spid="134" grpId="4" animBg="1"/>
      <p:bldP spid="134" grpId="5" animBg="1"/>
      <p:bldP spid="134" grpId="6" animBg="1"/>
      <p:bldP spid="134" grpId="7" animBg="1"/>
      <p:bldP spid="134" grpId="8" animBg="1"/>
      <p:bldP spid="134" grpId="9" animBg="1"/>
      <p:bldP spid="135" grpId="0" animBg="1"/>
      <p:bldP spid="135" grpId="1" animBg="1"/>
      <p:bldP spid="135" grpId="2" animBg="1"/>
      <p:bldP spid="135" grpId="3" animBg="1"/>
      <p:bldP spid="135" grpId="4" animBg="1"/>
      <p:bldP spid="135" grpId="5" animBg="1"/>
      <p:bldP spid="135" grpId="6" animBg="1"/>
      <p:bldP spid="135" grpId="7" animBg="1"/>
      <p:bldP spid="135" grpId="8" animBg="1"/>
      <p:bldP spid="135" grpId="9" animBg="1"/>
      <p:bldP spid="136" grpId="0" animBg="1"/>
      <p:bldP spid="136" grpId="1" animBg="1"/>
      <p:bldP spid="136" grpId="2" animBg="1"/>
      <p:bldP spid="136" grpId="3" animBg="1"/>
      <p:bldP spid="136" grpId="4" animBg="1"/>
      <p:bldP spid="136" grpId="5" animBg="1"/>
      <p:bldP spid="136" grpId="6" animBg="1"/>
      <p:bldP spid="136" grpId="7" animBg="1"/>
      <p:bldP spid="136" grpId="8" animBg="1"/>
      <p:bldP spid="136" grpId="9" animBg="1"/>
      <p:bldP spid="137" grpId="0" animBg="1"/>
      <p:bldP spid="137" grpId="1" animBg="1"/>
      <p:bldP spid="137" grpId="2" animBg="1"/>
      <p:bldP spid="137" grpId="3" animBg="1"/>
      <p:bldP spid="137" grpId="4" animBg="1"/>
      <p:bldP spid="137" grpId="5" animBg="1"/>
      <p:bldP spid="137" grpId="6" animBg="1"/>
      <p:bldP spid="137" grpId="7" animBg="1"/>
      <p:bldP spid="137" grpId="8" animBg="1"/>
      <p:bldP spid="137" grpId="9" animBg="1"/>
      <p:bldP spid="138" grpId="0" animBg="1"/>
      <p:bldP spid="138" grpId="1" animBg="1"/>
      <p:bldP spid="138" grpId="2" animBg="1"/>
      <p:bldP spid="138" grpId="3" animBg="1"/>
      <p:bldP spid="138" grpId="4" animBg="1"/>
      <p:bldP spid="138" grpId="5" animBg="1"/>
      <p:bldP spid="138" grpId="6" animBg="1"/>
      <p:bldP spid="138" grpId="7" animBg="1"/>
      <p:bldP spid="138" grpId="8" animBg="1"/>
      <p:bldP spid="138" grpId="9" animBg="1"/>
      <p:bldP spid="139" grpId="0"/>
      <p:bldP spid="139" grpId="1"/>
      <p:bldP spid="139" grpId="2"/>
      <p:bldP spid="139" grpId="3"/>
      <p:bldP spid="139" grpId="4"/>
      <p:bldP spid="139" grpId="5"/>
      <p:bldP spid="139" grpId="6"/>
      <p:bldP spid="139" grpId="7"/>
      <p:bldP spid="139" grpId="8"/>
      <p:bldP spid="139" grpId="9"/>
      <p:bldP spid="139" grpId="10"/>
      <p:bldP spid="140" grpId="0"/>
      <p:bldP spid="140" grpId="1"/>
      <p:bldP spid="140" grpId="2"/>
      <p:bldP spid="140" grpId="3"/>
      <p:bldP spid="140" grpId="4"/>
      <p:bldP spid="140" grpId="5"/>
      <p:bldP spid="140" grpId="6"/>
      <p:bldP spid="140" grpId="7"/>
      <p:bldP spid="140" grpId="8"/>
      <p:bldP spid="140" grpId="9"/>
      <p:bldP spid="140" grpId="10"/>
      <p:bldP spid="141" grpId="0"/>
      <p:bldP spid="141" grpId="1"/>
      <p:bldP spid="141" grpId="2"/>
      <p:bldP spid="141" grpId="3"/>
      <p:bldP spid="141" grpId="4"/>
      <p:bldP spid="141" grpId="5"/>
      <p:bldP spid="141" grpId="6"/>
      <p:bldP spid="141" grpId="7"/>
      <p:bldP spid="141" grpId="8"/>
      <p:bldP spid="141" grpId="9"/>
      <p:bldP spid="141" grpId="10"/>
      <p:bldP spid="142" grpId="0"/>
      <p:bldP spid="142" grpId="1"/>
      <p:bldP spid="142" grpId="2"/>
      <p:bldP spid="142" grpId="3"/>
      <p:bldP spid="142" grpId="4"/>
      <p:bldP spid="142" grpId="5"/>
      <p:bldP spid="142" grpId="6"/>
      <p:bldP spid="142" grpId="7"/>
      <p:bldP spid="142" grpId="8"/>
      <p:bldP spid="142" grpId="9"/>
      <p:bldP spid="142" grpId="10"/>
      <p:bldP spid="143" grpId="0"/>
      <p:bldP spid="143" grpId="1"/>
      <p:bldP spid="143" grpId="2"/>
      <p:bldP spid="143" grpId="3"/>
      <p:bldP spid="143" grpId="4"/>
      <p:bldP spid="143" grpId="5"/>
      <p:bldP spid="143" grpId="6"/>
      <p:bldP spid="143" grpId="7"/>
      <p:bldP spid="143" grpId="8"/>
      <p:bldP spid="143" grpId="9"/>
      <p:bldP spid="143" grpId="10"/>
      <p:bldP spid="144" grpId="0"/>
      <p:bldP spid="144" grpId="1"/>
      <p:bldP spid="144" grpId="2"/>
      <p:bldP spid="144" grpId="3"/>
      <p:bldP spid="144" grpId="4"/>
      <p:bldP spid="144" grpId="5"/>
      <p:bldP spid="144" grpId="6"/>
      <p:bldP spid="144" grpId="7"/>
      <p:bldP spid="144" grpId="8"/>
      <p:bldP spid="144" grpId="9"/>
      <p:bldP spid="144" grpId="10"/>
      <p:bldP spid="145" grpId="0"/>
      <p:bldP spid="145" grpId="1"/>
      <p:bldP spid="145" grpId="2"/>
      <p:bldP spid="145" grpId="3"/>
      <p:bldP spid="145" grpId="4"/>
      <p:bldP spid="145" grpId="5"/>
      <p:bldP spid="145" grpId="6"/>
      <p:bldP spid="145" grpId="7"/>
      <p:bldP spid="145" grpId="8"/>
      <p:bldP spid="145" grpId="9"/>
      <p:bldP spid="145" grpId="10"/>
      <p:bldP spid="146" grpId="0"/>
      <p:bldP spid="146" grpId="1"/>
      <p:bldP spid="146" grpId="2"/>
      <p:bldP spid="146" grpId="3"/>
      <p:bldP spid="146" grpId="4"/>
      <p:bldP spid="146" grpId="5"/>
      <p:bldP spid="146" grpId="6"/>
      <p:bldP spid="146" grpId="7"/>
      <p:bldP spid="146" grpId="8"/>
      <p:bldP spid="146" grpId="9"/>
      <p:bldP spid="146" grpId="10"/>
      <p:bldP spid="147" grpId="0"/>
      <p:bldP spid="147" grpId="1"/>
      <p:bldP spid="147" grpId="2"/>
      <p:bldP spid="147" grpId="3"/>
      <p:bldP spid="147" grpId="4"/>
      <p:bldP spid="147" grpId="5"/>
      <p:bldP spid="147" grpId="6"/>
      <p:bldP spid="147" grpId="7"/>
      <p:bldP spid="147" grpId="8"/>
      <p:bldP spid="147" grpId="9"/>
      <p:bldP spid="147" grpId="10"/>
      <p:bldP spid="148" grpId="0" animBg="1"/>
      <p:bldP spid="148" grpId="1" animBg="1"/>
      <p:bldP spid="148" grpId="2" animBg="1"/>
      <p:bldP spid="149" grpId="0" animBg="1"/>
      <p:bldP spid="149" grpId="1" animBg="1"/>
      <p:bldP spid="149" grpId="2" animBg="1"/>
      <p:bldP spid="150" grpId="0" animBg="1"/>
      <p:bldP spid="150" grpId="1" animBg="1"/>
      <p:bldP spid="150" grpId="2" animBg="1"/>
      <p:bldP spid="151" grpId="0" animBg="1"/>
      <p:bldP spid="151" grpId="1" animBg="1"/>
      <p:bldP spid="151" grpId="2" animBg="1"/>
      <p:bldP spid="152" grpId="0" animBg="1"/>
      <p:bldP spid="152" grpId="1" animBg="1"/>
      <p:bldP spid="152" grpId="2" animBg="1"/>
      <p:bldP spid="153" grpId="0" animBg="1"/>
      <p:bldP spid="153" grpId="1" animBg="1"/>
      <p:bldP spid="153" grpId="2" animBg="1"/>
      <p:bldP spid="154" grpId="0" animBg="1"/>
      <p:bldP spid="154" grpId="1" animBg="1"/>
      <p:bldP spid="154" grpId="2" animBg="1"/>
      <p:bldP spid="155" grpId="0" animBg="1"/>
      <p:bldP spid="155" grpId="1" animBg="1"/>
      <p:bldP spid="155" grpId="2" animBg="1"/>
      <p:bldP spid="156" grpId="0" animBg="1"/>
      <p:bldP spid="156" grpId="1" animBg="1"/>
      <p:bldP spid="156" grpId="2" animBg="1"/>
      <p:bldP spid="157" grpId="0"/>
      <p:bldP spid="157" grpId="1"/>
      <p:bldP spid="158" grpId="0"/>
      <p:bldP spid="158" grpId="1"/>
      <p:bldP spid="159" grpId="0"/>
      <p:bldP spid="159" grpId="1"/>
      <p:bldP spid="160" grpId="0"/>
      <p:bldP spid="160" grpId="1"/>
      <p:bldP spid="161" grpId="0"/>
      <p:bldP spid="161" grpId="1"/>
      <p:bldP spid="162" grpId="0"/>
      <p:bldP spid="162" grpId="1"/>
      <p:bldP spid="163" grpId="0"/>
      <p:bldP spid="163" grpId="1"/>
      <p:bldP spid="164" grpId="0"/>
      <p:bldP spid="164" grpId="1"/>
      <p:bldP spid="165" grpId="0"/>
      <p:bldP spid="165" grpId="1"/>
      <p:bldP spid="166" grpId="0"/>
      <p:bldP spid="166" grpId="1"/>
      <p:bldP spid="166" grpId="2"/>
      <p:bldP spid="167" grpId="0"/>
      <p:bldP spid="167" grpId="1"/>
      <p:bldP spid="167" grpId="2"/>
      <p:bldP spid="167" grpId="3"/>
      <p:bldP spid="168" grpId="0"/>
      <p:bldP spid="168" grpId="1"/>
      <p:bldP spid="168" grpId="2"/>
      <p:bldP spid="168" grpId="3"/>
      <p:bldP spid="169" grpId="0"/>
      <p:bldP spid="169" grpId="1"/>
      <p:bldP spid="169" grpId="2"/>
      <p:bldP spid="169" grpId="3"/>
      <p:bldP spid="170" grpId="0"/>
      <p:bldP spid="170" grpId="1"/>
      <p:bldP spid="170" grpId="2"/>
      <p:bldP spid="170" grpId="3"/>
      <p:bldP spid="171" grpId="0"/>
      <p:bldP spid="171" grpId="1"/>
      <p:bldP spid="171" grpId="2"/>
      <p:bldP spid="171" grpId="3"/>
      <p:bldP spid="172" grpId="0"/>
      <p:bldP spid="172" grpId="1"/>
      <p:bldP spid="172" grpId="2"/>
      <p:bldP spid="172" grpId="3"/>
      <p:bldP spid="173" grpId="0"/>
      <p:bldP spid="173" grpId="1"/>
      <p:bldP spid="173" grpId="2"/>
      <p:bldP spid="173" grpId="3"/>
      <p:bldP spid="174" grpId="0"/>
      <p:bldP spid="174" grpId="1"/>
      <p:bldP spid="174" grpId="2"/>
      <p:bldP spid="174" grpId="3"/>
      <p:bldP spid="175" grpId="0"/>
      <p:bldP spid="175" grpId="1"/>
      <p:bldP spid="175" grpId="2"/>
      <p:bldP spid="175" grpId="3"/>
      <p:bldP spid="176" grpId="0" animBg="1"/>
      <p:bldP spid="176" grpId="1" animBg="1"/>
      <p:bldP spid="176" grpId="2" animBg="1"/>
      <p:bldP spid="177" grpId="0" animBg="1"/>
      <p:bldP spid="177" grpId="1" animBg="1"/>
      <p:bldP spid="177" grpId="2" animBg="1"/>
      <p:bldP spid="178" grpId="0" animBg="1"/>
      <p:bldP spid="178" grpId="1" animBg="1"/>
      <p:bldP spid="178" grpId="2" animBg="1"/>
      <p:bldP spid="179" grpId="0" animBg="1"/>
      <p:bldP spid="179" grpId="1" animBg="1"/>
      <p:bldP spid="179" grpId="2" animBg="1"/>
      <p:bldP spid="180" grpId="0" animBg="1"/>
      <p:bldP spid="180" grpId="1" animBg="1"/>
      <p:bldP spid="180" grpId="2" animBg="1"/>
      <p:bldP spid="181" grpId="0" animBg="1"/>
      <p:bldP spid="181" grpId="1" animBg="1"/>
      <p:bldP spid="181" grpId="2" animBg="1"/>
      <p:bldP spid="182" grpId="0" animBg="1"/>
      <p:bldP spid="182" grpId="1" animBg="1"/>
      <p:bldP spid="182" grpId="2" animBg="1"/>
      <p:bldP spid="183" grpId="0" animBg="1"/>
      <p:bldP spid="183" grpId="1" animBg="1"/>
      <p:bldP spid="183" grpId="2" animBg="1"/>
      <p:bldP spid="184" grpId="0" animBg="1"/>
      <p:bldP spid="184" grpId="1" animBg="1"/>
      <p:bldP spid="184" grpId="2" animBg="1"/>
      <p:bldP spid="185" grpId="0"/>
      <p:bldP spid="186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" name="anim_o1981_1">
            <a:extLst>
              <a:ext uri="{FF2B5EF4-FFF2-40B4-BE49-F238E27FC236}">
                <a16:creationId xmlns:a16="http://schemas.microsoft.com/office/drawing/2014/main" id="{A089B390-E82A-42C1-B49F-2782B9FDEDA7}"/>
              </a:ext>
            </a:extLst>
          </p:cNvPr>
          <p:cNvSpPr>
            <a:spLocks noGrp="1"/>
          </p:cNvSpPr>
          <p:nvPr/>
        </p:nvSpPr>
        <p:spPr>
          <a:xfrm>
            <a:off x="1231106" y="147875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1985_1">
            <a:extLst>
              <a:ext uri="{FF2B5EF4-FFF2-40B4-BE49-F238E27FC236}">
                <a16:creationId xmlns:a16="http://schemas.microsoft.com/office/drawing/2014/main" id="{76CDFD16-168C-4502-B0D2-3A381130897E}"/>
              </a:ext>
            </a:extLst>
          </p:cNvPr>
          <p:cNvSpPr>
            <a:spLocks noGrp="1"/>
          </p:cNvSpPr>
          <p:nvPr/>
        </p:nvSpPr>
        <p:spPr>
          <a:xfrm>
            <a:off x="1788319" y="147875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1989_1">
            <a:extLst>
              <a:ext uri="{FF2B5EF4-FFF2-40B4-BE49-F238E27FC236}">
                <a16:creationId xmlns:a16="http://schemas.microsoft.com/office/drawing/2014/main" id="{A1EA2F8D-8365-42FE-8353-BAB0FF961308}"/>
              </a:ext>
            </a:extLst>
          </p:cNvPr>
          <p:cNvSpPr>
            <a:spLocks noGrp="1"/>
          </p:cNvSpPr>
          <p:nvPr/>
        </p:nvSpPr>
        <p:spPr>
          <a:xfrm>
            <a:off x="2345531" y="147875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1993_1">
            <a:extLst>
              <a:ext uri="{FF2B5EF4-FFF2-40B4-BE49-F238E27FC236}">
                <a16:creationId xmlns:a16="http://schemas.microsoft.com/office/drawing/2014/main" id="{1838ACEC-EFF7-4073-9A63-9A4599BB13BB}"/>
              </a:ext>
            </a:extLst>
          </p:cNvPr>
          <p:cNvSpPr>
            <a:spLocks noGrp="1"/>
          </p:cNvSpPr>
          <p:nvPr/>
        </p:nvSpPr>
        <p:spPr>
          <a:xfrm>
            <a:off x="2902744" y="147875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1997_1">
            <a:extLst>
              <a:ext uri="{FF2B5EF4-FFF2-40B4-BE49-F238E27FC236}">
                <a16:creationId xmlns:a16="http://schemas.microsoft.com/office/drawing/2014/main" id="{0379D21B-208D-4DC6-8D1C-53120CA6E41B}"/>
              </a:ext>
            </a:extLst>
          </p:cNvPr>
          <p:cNvSpPr>
            <a:spLocks noGrp="1"/>
          </p:cNvSpPr>
          <p:nvPr/>
        </p:nvSpPr>
        <p:spPr>
          <a:xfrm>
            <a:off x="3459956" y="147875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2001_1">
            <a:extLst>
              <a:ext uri="{FF2B5EF4-FFF2-40B4-BE49-F238E27FC236}">
                <a16:creationId xmlns:a16="http://schemas.microsoft.com/office/drawing/2014/main" id="{C01DAD58-6EE3-421C-8AA1-C8BA5CB059D0}"/>
              </a:ext>
            </a:extLst>
          </p:cNvPr>
          <p:cNvSpPr>
            <a:spLocks noGrp="1"/>
          </p:cNvSpPr>
          <p:nvPr/>
        </p:nvSpPr>
        <p:spPr>
          <a:xfrm>
            <a:off x="4017169" y="147875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2005_1">
            <a:extLst>
              <a:ext uri="{FF2B5EF4-FFF2-40B4-BE49-F238E27FC236}">
                <a16:creationId xmlns:a16="http://schemas.microsoft.com/office/drawing/2014/main" id="{EEAB1890-61E4-4408-9862-863939B7DDE0}"/>
              </a:ext>
            </a:extLst>
          </p:cNvPr>
          <p:cNvSpPr>
            <a:spLocks noGrp="1"/>
          </p:cNvSpPr>
          <p:nvPr/>
        </p:nvSpPr>
        <p:spPr>
          <a:xfrm>
            <a:off x="4574381" y="147875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2009_1">
            <a:extLst>
              <a:ext uri="{FF2B5EF4-FFF2-40B4-BE49-F238E27FC236}">
                <a16:creationId xmlns:a16="http://schemas.microsoft.com/office/drawing/2014/main" id="{8F503D9A-8CCD-4609-8F5A-B7B23C1D99A0}"/>
              </a:ext>
            </a:extLst>
          </p:cNvPr>
          <p:cNvSpPr>
            <a:spLocks noGrp="1"/>
          </p:cNvSpPr>
          <p:nvPr/>
        </p:nvSpPr>
        <p:spPr>
          <a:xfrm>
            <a:off x="1231106" y="203596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2013_1">
            <a:extLst>
              <a:ext uri="{FF2B5EF4-FFF2-40B4-BE49-F238E27FC236}">
                <a16:creationId xmlns:a16="http://schemas.microsoft.com/office/drawing/2014/main" id="{6F9CD0EF-7DAF-4684-8C70-5231F69A05FA}"/>
              </a:ext>
            </a:extLst>
          </p:cNvPr>
          <p:cNvSpPr>
            <a:spLocks noGrp="1"/>
          </p:cNvSpPr>
          <p:nvPr/>
        </p:nvSpPr>
        <p:spPr>
          <a:xfrm>
            <a:off x="1788319" y="203596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2017_1">
            <a:extLst>
              <a:ext uri="{FF2B5EF4-FFF2-40B4-BE49-F238E27FC236}">
                <a16:creationId xmlns:a16="http://schemas.microsoft.com/office/drawing/2014/main" id="{918227B2-3702-4275-9F72-1EE6697A0383}"/>
              </a:ext>
            </a:extLst>
          </p:cNvPr>
          <p:cNvSpPr>
            <a:spLocks noGrp="1"/>
          </p:cNvSpPr>
          <p:nvPr/>
        </p:nvSpPr>
        <p:spPr>
          <a:xfrm>
            <a:off x="2345531" y="203596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2021_1">
            <a:extLst>
              <a:ext uri="{FF2B5EF4-FFF2-40B4-BE49-F238E27FC236}">
                <a16:creationId xmlns:a16="http://schemas.microsoft.com/office/drawing/2014/main" id="{F00F8284-CBF1-437D-8E69-E09746834E02}"/>
              </a:ext>
            </a:extLst>
          </p:cNvPr>
          <p:cNvSpPr>
            <a:spLocks noGrp="1"/>
          </p:cNvSpPr>
          <p:nvPr/>
        </p:nvSpPr>
        <p:spPr>
          <a:xfrm>
            <a:off x="2902744" y="203596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2025_1">
            <a:extLst>
              <a:ext uri="{FF2B5EF4-FFF2-40B4-BE49-F238E27FC236}">
                <a16:creationId xmlns:a16="http://schemas.microsoft.com/office/drawing/2014/main" id="{09401EF2-F535-423C-8A7C-8BE3152F85B1}"/>
              </a:ext>
            </a:extLst>
          </p:cNvPr>
          <p:cNvSpPr>
            <a:spLocks noGrp="1"/>
          </p:cNvSpPr>
          <p:nvPr/>
        </p:nvSpPr>
        <p:spPr>
          <a:xfrm>
            <a:off x="3459956" y="203596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2029_1">
            <a:extLst>
              <a:ext uri="{FF2B5EF4-FFF2-40B4-BE49-F238E27FC236}">
                <a16:creationId xmlns:a16="http://schemas.microsoft.com/office/drawing/2014/main" id="{2CD43D77-892A-4A59-9D16-B310DF653911}"/>
              </a:ext>
            </a:extLst>
          </p:cNvPr>
          <p:cNvSpPr>
            <a:spLocks noGrp="1"/>
          </p:cNvSpPr>
          <p:nvPr/>
        </p:nvSpPr>
        <p:spPr>
          <a:xfrm>
            <a:off x="4017169" y="203596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2033_1">
            <a:extLst>
              <a:ext uri="{FF2B5EF4-FFF2-40B4-BE49-F238E27FC236}">
                <a16:creationId xmlns:a16="http://schemas.microsoft.com/office/drawing/2014/main" id="{C43276FD-C739-413C-9C9D-6D65FF1EB282}"/>
              </a:ext>
            </a:extLst>
          </p:cNvPr>
          <p:cNvSpPr>
            <a:spLocks noGrp="1"/>
          </p:cNvSpPr>
          <p:nvPr/>
        </p:nvSpPr>
        <p:spPr>
          <a:xfrm>
            <a:off x="4574381" y="203596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2037_1">
            <a:extLst>
              <a:ext uri="{FF2B5EF4-FFF2-40B4-BE49-F238E27FC236}">
                <a16:creationId xmlns:a16="http://schemas.microsoft.com/office/drawing/2014/main" id="{ED92F867-A822-4EA3-B39C-D8680D1AF351}"/>
              </a:ext>
            </a:extLst>
          </p:cNvPr>
          <p:cNvSpPr>
            <a:spLocks noGrp="1"/>
          </p:cNvSpPr>
          <p:nvPr/>
        </p:nvSpPr>
        <p:spPr>
          <a:xfrm>
            <a:off x="1231106" y="2593181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2041_1">
            <a:extLst>
              <a:ext uri="{FF2B5EF4-FFF2-40B4-BE49-F238E27FC236}">
                <a16:creationId xmlns:a16="http://schemas.microsoft.com/office/drawing/2014/main" id="{B292AB5A-3688-4D71-8CDE-C601020628D7}"/>
              </a:ext>
            </a:extLst>
          </p:cNvPr>
          <p:cNvSpPr>
            <a:spLocks noGrp="1"/>
          </p:cNvSpPr>
          <p:nvPr/>
        </p:nvSpPr>
        <p:spPr>
          <a:xfrm>
            <a:off x="1788319" y="2593181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2045_1">
            <a:extLst>
              <a:ext uri="{FF2B5EF4-FFF2-40B4-BE49-F238E27FC236}">
                <a16:creationId xmlns:a16="http://schemas.microsoft.com/office/drawing/2014/main" id="{1961B80A-5B87-4EDB-A92C-6547EA5EA68F}"/>
              </a:ext>
            </a:extLst>
          </p:cNvPr>
          <p:cNvSpPr>
            <a:spLocks noGrp="1"/>
          </p:cNvSpPr>
          <p:nvPr/>
        </p:nvSpPr>
        <p:spPr>
          <a:xfrm>
            <a:off x="2345531" y="2593181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2049_1">
            <a:extLst>
              <a:ext uri="{FF2B5EF4-FFF2-40B4-BE49-F238E27FC236}">
                <a16:creationId xmlns:a16="http://schemas.microsoft.com/office/drawing/2014/main" id="{21DFABB3-49DC-4E79-879B-7EAB381B343B}"/>
              </a:ext>
            </a:extLst>
          </p:cNvPr>
          <p:cNvSpPr>
            <a:spLocks noGrp="1"/>
          </p:cNvSpPr>
          <p:nvPr/>
        </p:nvSpPr>
        <p:spPr>
          <a:xfrm>
            <a:off x="2902744" y="2593181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2053_1">
            <a:extLst>
              <a:ext uri="{FF2B5EF4-FFF2-40B4-BE49-F238E27FC236}">
                <a16:creationId xmlns:a16="http://schemas.microsoft.com/office/drawing/2014/main" id="{535D1B90-5C04-4164-B162-2314C65BBE47}"/>
              </a:ext>
            </a:extLst>
          </p:cNvPr>
          <p:cNvSpPr>
            <a:spLocks noGrp="1"/>
          </p:cNvSpPr>
          <p:nvPr/>
        </p:nvSpPr>
        <p:spPr>
          <a:xfrm>
            <a:off x="3459956" y="2593181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2057_1">
            <a:extLst>
              <a:ext uri="{FF2B5EF4-FFF2-40B4-BE49-F238E27FC236}">
                <a16:creationId xmlns:a16="http://schemas.microsoft.com/office/drawing/2014/main" id="{4D870D1A-659C-4AA1-AA55-E447C7E7F2BB}"/>
              </a:ext>
            </a:extLst>
          </p:cNvPr>
          <p:cNvSpPr>
            <a:spLocks noGrp="1"/>
          </p:cNvSpPr>
          <p:nvPr/>
        </p:nvSpPr>
        <p:spPr>
          <a:xfrm>
            <a:off x="4017169" y="2593181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2061_1">
            <a:extLst>
              <a:ext uri="{FF2B5EF4-FFF2-40B4-BE49-F238E27FC236}">
                <a16:creationId xmlns:a16="http://schemas.microsoft.com/office/drawing/2014/main" id="{6BEC91D6-2CFA-41D4-BAB1-1C5C29F5A820}"/>
              </a:ext>
            </a:extLst>
          </p:cNvPr>
          <p:cNvSpPr>
            <a:spLocks noGrp="1"/>
          </p:cNvSpPr>
          <p:nvPr/>
        </p:nvSpPr>
        <p:spPr>
          <a:xfrm>
            <a:off x="4574381" y="2593181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2065_1">
            <a:extLst>
              <a:ext uri="{FF2B5EF4-FFF2-40B4-BE49-F238E27FC236}">
                <a16:creationId xmlns:a16="http://schemas.microsoft.com/office/drawing/2014/main" id="{E5409756-EE9F-4AC9-B446-B20D5ED749B8}"/>
              </a:ext>
            </a:extLst>
          </p:cNvPr>
          <p:cNvSpPr>
            <a:spLocks noGrp="1"/>
          </p:cNvSpPr>
          <p:nvPr/>
        </p:nvSpPr>
        <p:spPr>
          <a:xfrm>
            <a:off x="1231106" y="3150394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2069_1">
            <a:extLst>
              <a:ext uri="{FF2B5EF4-FFF2-40B4-BE49-F238E27FC236}">
                <a16:creationId xmlns:a16="http://schemas.microsoft.com/office/drawing/2014/main" id="{26211D1A-26B3-406E-A32A-BE7CDFF2A64B}"/>
              </a:ext>
            </a:extLst>
          </p:cNvPr>
          <p:cNvSpPr>
            <a:spLocks noGrp="1"/>
          </p:cNvSpPr>
          <p:nvPr/>
        </p:nvSpPr>
        <p:spPr>
          <a:xfrm>
            <a:off x="1788319" y="3150394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2073_1">
            <a:extLst>
              <a:ext uri="{FF2B5EF4-FFF2-40B4-BE49-F238E27FC236}">
                <a16:creationId xmlns:a16="http://schemas.microsoft.com/office/drawing/2014/main" id="{7740C91C-5BC0-4F76-AF4B-1ED3CECF5413}"/>
              </a:ext>
            </a:extLst>
          </p:cNvPr>
          <p:cNvSpPr>
            <a:spLocks noGrp="1"/>
          </p:cNvSpPr>
          <p:nvPr/>
        </p:nvSpPr>
        <p:spPr>
          <a:xfrm>
            <a:off x="2345531" y="3150394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2077_1">
            <a:extLst>
              <a:ext uri="{FF2B5EF4-FFF2-40B4-BE49-F238E27FC236}">
                <a16:creationId xmlns:a16="http://schemas.microsoft.com/office/drawing/2014/main" id="{641CE1D3-FC8A-4537-92C5-8A35CD929C56}"/>
              </a:ext>
            </a:extLst>
          </p:cNvPr>
          <p:cNvSpPr>
            <a:spLocks noGrp="1"/>
          </p:cNvSpPr>
          <p:nvPr/>
        </p:nvSpPr>
        <p:spPr>
          <a:xfrm>
            <a:off x="2902744" y="3150394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2081_1">
            <a:extLst>
              <a:ext uri="{FF2B5EF4-FFF2-40B4-BE49-F238E27FC236}">
                <a16:creationId xmlns:a16="http://schemas.microsoft.com/office/drawing/2014/main" id="{AD4F6A68-ED68-4BEC-A90D-F54A6F20324B}"/>
              </a:ext>
            </a:extLst>
          </p:cNvPr>
          <p:cNvSpPr>
            <a:spLocks noGrp="1"/>
          </p:cNvSpPr>
          <p:nvPr/>
        </p:nvSpPr>
        <p:spPr>
          <a:xfrm>
            <a:off x="3459956" y="3150394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2085_1">
            <a:extLst>
              <a:ext uri="{FF2B5EF4-FFF2-40B4-BE49-F238E27FC236}">
                <a16:creationId xmlns:a16="http://schemas.microsoft.com/office/drawing/2014/main" id="{78C3417B-0F04-4D3C-B43E-19517955DA03}"/>
              </a:ext>
            </a:extLst>
          </p:cNvPr>
          <p:cNvSpPr>
            <a:spLocks noGrp="1"/>
          </p:cNvSpPr>
          <p:nvPr/>
        </p:nvSpPr>
        <p:spPr>
          <a:xfrm>
            <a:off x="4017169" y="3150394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2089_1">
            <a:extLst>
              <a:ext uri="{FF2B5EF4-FFF2-40B4-BE49-F238E27FC236}">
                <a16:creationId xmlns:a16="http://schemas.microsoft.com/office/drawing/2014/main" id="{A9DDE5F6-E0FD-446A-99B5-9ABCF61D7E4C}"/>
              </a:ext>
            </a:extLst>
          </p:cNvPr>
          <p:cNvSpPr>
            <a:spLocks noGrp="1"/>
          </p:cNvSpPr>
          <p:nvPr/>
        </p:nvSpPr>
        <p:spPr>
          <a:xfrm>
            <a:off x="4574381" y="3150394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2093_1">
            <a:extLst>
              <a:ext uri="{FF2B5EF4-FFF2-40B4-BE49-F238E27FC236}">
                <a16:creationId xmlns:a16="http://schemas.microsoft.com/office/drawing/2014/main" id="{DD789A9A-3380-409F-9FE1-032BD1D91E33}"/>
              </a:ext>
            </a:extLst>
          </p:cNvPr>
          <p:cNvSpPr>
            <a:spLocks noGrp="1"/>
          </p:cNvSpPr>
          <p:nvPr/>
        </p:nvSpPr>
        <p:spPr>
          <a:xfrm>
            <a:off x="1231106" y="370760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2097_1">
            <a:extLst>
              <a:ext uri="{FF2B5EF4-FFF2-40B4-BE49-F238E27FC236}">
                <a16:creationId xmlns:a16="http://schemas.microsoft.com/office/drawing/2014/main" id="{08159CC6-E6EF-48EC-84E4-B6633E58AE73}"/>
              </a:ext>
            </a:extLst>
          </p:cNvPr>
          <p:cNvSpPr>
            <a:spLocks noGrp="1"/>
          </p:cNvSpPr>
          <p:nvPr/>
        </p:nvSpPr>
        <p:spPr>
          <a:xfrm>
            <a:off x="1788319" y="370760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2101_1">
            <a:extLst>
              <a:ext uri="{FF2B5EF4-FFF2-40B4-BE49-F238E27FC236}">
                <a16:creationId xmlns:a16="http://schemas.microsoft.com/office/drawing/2014/main" id="{3A52C50F-CE4A-4EA5-A85C-945E6CC90617}"/>
              </a:ext>
            </a:extLst>
          </p:cNvPr>
          <p:cNvSpPr>
            <a:spLocks noGrp="1"/>
          </p:cNvSpPr>
          <p:nvPr/>
        </p:nvSpPr>
        <p:spPr>
          <a:xfrm>
            <a:off x="2345531" y="370760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2105_1">
            <a:extLst>
              <a:ext uri="{FF2B5EF4-FFF2-40B4-BE49-F238E27FC236}">
                <a16:creationId xmlns:a16="http://schemas.microsoft.com/office/drawing/2014/main" id="{46883DA7-67CD-4490-9248-06E5F8DC1CD0}"/>
              </a:ext>
            </a:extLst>
          </p:cNvPr>
          <p:cNvSpPr>
            <a:spLocks noGrp="1"/>
          </p:cNvSpPr>
          <p:nvPr/>
        </p:nvSpPr>
        <p:spPr>
          <a:xfrm>
            <a:off x="2902744" y="370760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2109_1">
            <a:extLst>
              <a:ext uri="{FF2B5EF4-FFF2-40B4-BE49-F238E27FC236}">
                <a16:creationId xmlns:a16="http://schemas.microsoft.com/office/drawing/2014/main" id="{581614AF-FD27-45FE-8562-41A654282A52}"/>
              </a:ext>
            </a:extLst>
          </p:cNvPr>
          <p:cNvSpPr>
            <a:spLocks noGrp="1"/>
          </p:cNvSpPr>
          <p:nvPr/>
        </p:nvSpPr>
        <p:spPr>
          <a:xfrm>
            <a:off x="3459956" y="370760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2113_1">
            <a:extLst>
              <a:ext uri="{FF2B5EF4-FFF2-40B4-BE49-F238E27FC236}">
                <a16:creationId xmlns:a16="http://schemas.microsoft.com/office/drawing/2014/main" id="{A203EF92-EB2F-4D14-A4A4-373CE822C266}"/>
              </a:ext>
            </a:extLst>
          </p:cNvPr>
          <p:cNvSpPr>
            <a:spLocks noGrp="1"/>
          </p:cNvSpPr>
          <p:nvPr/>
        </p:nvSpPr>
        <p:spPr>
          <a:xfrm>
            <a:off x="4017169" y="370760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2117_1">
            <a:extLst>
              <a:ext uri="{FF2B5EF4-FFF2-40B4-BE49-F238E27FC236}">
                <a16:creationId xmlns:a16="http://schemas.microsoft.com/office/drawing/2014/main" id="{09582986-2762-4C6D-AB9F-7D5192E35978}"/>
              </a:ext>
            </a:extLst>
          </p:cNvPr>
          <p:cNvSpPr>
            <a:spLocks noGrp="1"/>
          </p:cNvSpPr>
          <p:nvPr/>
        </p:nvSpPr>
        <p:spPr>
          <a:xfrm>
            <a:off x="4574381" y="370760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2121_1">
            <a:extLst>
              <a:ext uri="{FF2B5EF4-FFF2-40B4-BE49-F238E27FC236}">
                <a16:creationId xmlns:a16="http://schemas.microsoft.com/office/drawing/2014/main" id="{A46768C6-C5C7-4BD2-9299-FE78CBCB2DD4}"/>
              </a:ext>
            </a:extLst>
          </p:cNvPr>
          <p:cNvSpPr>
            <a:spLocks noGrp="1"/>
          </p:cNvSpPr>
          <p:nvPr/>
        </p:nvSpPr>
        <p:spPr>
          <a:xfrm>
            <a:off x="1231106" y="426481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2125_1">
            <a:extLst>
              <a:ext uri="{FF2B5EF4-FFF2-40B4-BE49-F238E27FC236}">
                <a16:creationId xmlns:a16="http://schemas.microsoft.com/office/drawing/2014/main" id="{524CD055-66F5-4C10-9D59-5C40D257BAC3}"/>
              </a:ext>
            </a:extLst>
          </p:cNvPr>
          <p:cNvSpPr>
            <a:spLocks noGrp="1"/>
          </p:cNvSpPr>
          <p:nvPr/>
        </p:nvSpPr>
        <p:spPr>
          <a:xfrm>
            <a:off x="1788319" y="426481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2129_1">
            <a:extLst>
              <a:ext uri="{FF2B5EF4-FFF2-40B4-BE49-F238E27FC236}">
                <a16:creationId xmlns:a16="http://schemas.microsoft.com/office/drawing/2014/main" id="{77360C8C-363B-413A-B0B1-04A59BD92416}"/>
              </a:ext>
            </a:extLst>
          </p:cNvPr>
          <p:cNvSpPr>
            <a:spLocks noGrp="1"/>
          </p:cNvSpPr>
          <p:nvPr/>
        </p:nvSpPr>
        <p:spPr>
          <a:xfrm>
            <a:off x="2345531" y="426481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2133_1">
            <a:extLst>
              <a:ext uri="{FF2B5EF4-FFF2-40B4-BE49-F238E27FC236}">
                <a16:creationId xmlns:a16="http://schemas.microsoft.com/office/drawing/2014/main" id="{03B29E27-321A-4A05-8E1D-AD23291D4039}"/>
              </a:ext>
            </a:extLst>
          </p:cNvPr>
          <p:cNvSpPr>
            <a:spLocks noGrp="1"/>
          </p:cNvSpPr>
          <p:nvPr/>
        </p:nvSpPr>
        <p:spPr>
          <a:xfrm>
            <a:off x="2902744" y="426481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2137_1">
            <a:extLst>
              <a:ext uri="{FF2B5EF4-FFF2-40B4-BE49-F238E27FC236}">
                <a16:creationId xmlns:a16="http://schemas.microsoft.com/office/drawing/2014/main" id="{5B949799-4D05-455C-A7AF-2EC63411E91B}"/>
              </a:ext>
            </a:extLst>
          </p:cNvPr>
          <p:cNvSpPr>
            <a:spLocks noGrp="1"/>
          </p:cNvSpPr>
          <p:nvPr/>
        </p:nvSpPr>
        <p:spPr>
          <a:xfrm>
            <a:off x="3459956" y="426481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2141_1">
            <a:extLst>
              <a:ext uri="{FF2B5EF4-FFF2-40B4-BE49-F238E27FC236}">
                <a16:creationId xmlns:a16="http://schemas.microsoft.com/office/drawing/2014/main" id="{85B7363C-D024-47EE-BCEF-8A45B30D04FE}"/>
              </a:ext>
            </a:extLst>
          </p:cNvPr>
          <p:cNvSpPr>
            <a:spLocks noGrp="1"/>
          </p:cNvSpPr>
          <p:nvPr/>
        </p:nvSpPr>
        <p:spPr>
          <a:xfrm>
            <a:off x="4017169" y="426481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2145_1">
            <a:extLst>
              <a:ext uri="{FF2B5EF4-FFF2-40B4-BE49-F238E27FC236}">
                <a16:creationId xmlns:a16="http://schemas.microsoft.com/office/drawing/2014/main" id="{937CEA0C-9B2D-4F2F-BFD2-7A7462AA2662}"/>
              </a:ext>
            </a:extLst>
          </p:cNvPr>
          <p:cNvSpPr>
            <a:spLocks noGrp="1"/>
          </p:cNvSpPr>
          <p:nvPr/>
        </p:nvSpPr>
        <p:spPr>
          <a:xfrm>
            <a:off x="4574381" y="426481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2149_1">
            <a:extLst>
              <a:ext uri="{FF2B5EF4-FFF2-40B4-BE49-F238E27FC236}">
                <a16:creationId xmlns:a16="http://schemas.microsoft.com/office/drawing/2014/main" id="{BEE8CBFF-BA9C-4026-A76B-B0BF8A36E1EC}"/>
              </a:ext>
            </a:extLst>
          </p:cNvPr>
          <p:cNvSpPr>
            <a:spLocks noGrp="1"/>
          </p:cNvSpPr>
          <p:nvPr/>
        </p:nvSpPr>
        <p:spPr>
          <a:xfrm>
            <a:off x="1231106" y="4822031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2153_1">
            <a:extLst>
              <a:ext uri="{FF2B5EF4-FFF2-40B4-BE49-F238E27FC236}">
                <a16:creationId xmlns:a16="http://schemas.microsoft.com/office/drawing/2014/main" id="{D0EAA59C-9FF4-49B0-B597-B639F8E74580}"/>
              </a:ext>
            </a:extLst>
          </p:cNvPr>
          <p:cNvSpPr>
            <a:spLocks noGrp="1"/>
          </p:cNvSpPr>
          <p:nvPr/>
        </p:nvSpPr>
        <p:spPr>
          <a:xfrm>
            <a:off x="1788319" y="4822031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2157_1">
            <a:extLst>
              <a:ext uri="{FF2B5EF4-FFF2-40B4-BE49-F238E27FC236}">
                <a16:creationId xmlns:a16="http://schemas.microsoft.com/office/drawing/2014/main" id="{55673D4A-823C-4CDD-B436-889BF16B17F5}"/>
              </a:ext>
            </a:extLst>
          </p:cNvPr>
          <p:cNvSpPr>
            <a:spLocks noGrp="1"/>
          </p:cNvSpPr>
          <p:nvPr/>
        </p:nvSpPr>
        <p:spPr>
          <a:xfrm>
            <a:off x="2345531" y="4822031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2161_1">
            <a:extLst>
              <a:ext uri="{FF2B5EF4-FFF2-40B4-BE49-F238E27FC236}">
                <a16:creationId xmlns:a16="http://schemas.microsoft.com/office/drawing/2014/main" id="{B48B7388-CF1D-4ED1-97F2-BD9078A1F322}"/>
              </a:ext>
            </a:extLst>
          </p:cNvPr>
          <p:cNvSpPr>
            <a:spLocks noGrp="1"/>
          </p:cNvSpPr>
          <p:nvPr/>
        </p:nvSpPr>
        <p:spPr>
          <a:xfrm>
            <a:off x="2902744" y="4822031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2165_1">
            <a:extLst>
              <a:ext uri="{FF2B5EF4-FFF2-40B4-BE49-F238E27FC236}">
                <a16:creationId xmlns:a16="http://schemas.microsoft.com/office/drawing/2014/main" id="{C7E87227-02F6-425A-8014-C3DC6B72BBC5}"/>
              </a:ext>
            </a:extLst>
          </p:cNvPr>
          <p:cNvSpPr>
            <a:spLocks noGrp="1"/>
          </p:cNvSpPr>
          <p:nvPr/>
        </p:nvSpPr>
        <p:spPr>
          <a:xfrm>
            <a:off x="3459956" y="4822031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2169_1">
            <a:extLst>
              <a:ext uri="{FF2B5EF4-FFF2-40B4-BE49-F238E27FC236}">
                <a16:creationId xmlns:a16="http://schemas.microsoft.com/office/drawing/2014/main" id="{1D4A32C9-6115-469A-9612-E24C73849B5B}"/>
              </a:ext>
            </a:extLst>
          </p:cNvPr>
          <p:cNvSpPr>
            <a:spLocks noGrp="1"/>
          </p:cNvSpPr>
          <p:nvPr/>
        </p:nvSpPr>
        <p:spPr>
          <a:xfrm>
            <a:off x="4017169" y="4822031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2173_1">
            <a:extLst>
              <a:ext uri="{FF2B5EF4-FFF2-40B4-BE49-F238E27FC236}">
                <a16:creationId xmlns:a16="http://schemas.microsoft.com/office/drawing/2014/main" id="{4B93CEEF-E57E-49D1-9FE7-38FD7C0131D9}"/>
              </a:ext>
            </a:extLst>
          </p:cNvPr>
          <p:cNvSpPr>
            <a:spLocks noGrp="1"/>
          </p:cNvSpPr>
          <p:nvPr/>
        </p:nvSpPr>
        <p:spPr>
          <a:xfrm>
            <a:off x="4574381" y="4822031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to1982_0_1">
            <a:extLst>
              <a:ext uri="{FF2B5EF4-FFF2-40B4-BE49-F238E27FC236}">
                <a16:creationId xmlns:a16="http://schemas.microsoft.com/office/drawing/2014/main" id="{24C55D16-C766-485D-BD09-B1F93A46C269}"/>
              </a:ext>
            </a:extLst>
          </p:cNvPr>
          <p:cNvSpPr>
            <a:spLocks noGrp="1"/>
          </p:cNvSpPr>
          <p:nvPr/>
        </p:nvSpPr>
        <p:spPr>
          <a:xfrm>
            <a:off x="1290360" y="157272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51" name="anim_to1986_0_1">
            <a:extLst>
              <a:ext uri="{FF2B5EF4-FFF2-40B4-BE49-F238E27FC236}">
                <a16:creationId xmlns:a16="http://schemas.microsoft.com/office/drawing/2014/main" id="{911106A4-1279-473B-A8B6-CE3640574027}"/>
              </a:ext>
            </a:extLst>
          </p:cNvPr>
          <p:cNvSpPr>
            <a:spLocks noGrp="1"/>
          </p:cNvSpPr>
          <p:nvPr/>
        </p:nvSpPr>
        <p:spPr>
          <a:xfrm>
            <a:off x="1847572" y="157272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52" name="anim_to1990_0_1">
            <a:extLst>
              <a:ext uri="{FF2B5EF4-FFF2-40B4-BE49-F238E27FC236}">
                <a16:creationId xmlns:a16="http://schemas.microsoft.com/office/drawing/2014/main" id="{5A6A940B-324A-438B-8F0F-54D51F2C9A81}"/>
              </a:ext>
            </a:extLst>
          </p:cNvPr>
          <p:cNvSpPr>
            <a:spLocks noGrp="1"/>
          </p:cNvSpPr>
          <p:nvPr/>
        </p:nvSpPr>
        <p:spPr>
          <a:xfrm>
            <a:off x="2404785" y="157272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53" name="anim_to1994_0_1">
            <a:extLst>
              <a:ext uri="{FF2B5EF4-FFF2-40B4-BE49-F238E27FC236}">
                <a16:creationId xmlns:a16="http://schemas.microsoft.com/office/drawing/2014/main" id="{2BA0273A-C1D8-4E14-9EE9-FF5B49D9E972}"/>
              </a:ext>
            </a:extLst>
          </p:cNvPr>
          <p:cNvSpPr>
            <a:spLocks noGrp="1"/>
          </p:cNvSpPr>
          <p:nvPr/>
        </p:nvSpPr>
        <p:spPr>
          <a:xfrm>
            <a:off x="2961997" y="157272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54" name="anim_to1998_0_1">
            <a:extLst>
              <a:ext uri="{FF2B5EF4-FFF2-40B4-BE49-F238E27FC236}">
                <a16:creationId xmlns:a16="http://schemas.microsoft.com/office/drawing/2014/main" id="{92D6B1C2-6ECF-41DC-B41F-8AB8288CA3AD}"/>
              </a:ext>
            </a:extLst>
          </p:cNvPr>
          <p:cNvSpPr>
            <a:spLocks noGrp="1"/>
          </p:cNvSpPr>
          <p:nvPr/>
        </p:nvSpPr>
        <p:spPr>
          <a:xfrm>
            <a:off x="3519210" y="157272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55" name="anim_to2002_0_1">
            <a:extLst>
              <a:ext uri="{FF2B5EF4-FFF2-40B4-BE49-F238E27FC236}">
                <a16:creationId xmlns:a16="http://schemas.microsoft.com/office/drawing/2014/main" id="{1113863A-BF4F-4A84-8621-F868ABDBE696}"/>
              </a:ext>
            </a:extLst>
          </p:cNvPr>
          <p:cNvSpPr>
            <a:spLocks noGrp="1"/>
          </p:cNvSpPr>
          <p:nvPr/>
        </p:nvSpPr>
        <p:spPr>
          <a:xfrm>
            <a:off x="4076422" y="157272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56" name="anim_to2006_0_1">
            <a:extLst>
              <a:ext uri="{FF2B5EF4-FFF2-40B4-BE49-F238E27FC236}">
                <a16:creationId xmlns:a16="http://schemas.microsoft.com/office/drawing/2014/main" id="{0F9D2151-247F-412A-96DD-40217C9D67F0}"/>
              </a:ext>
            </a:extLst>
          </p:cNvPr>
          <p:cNvSpPr>
            <a:spLocks noGrp="1"/>
          </p:cNvSpPr>
          <p:nvPr/>
        </p:nvSpPr>
        <p:spPr>
          <a:xfrm>
            <a:off x="4633635" y="157272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57" name="anim_to2010_0_1">
            <a:extLst>
              <a:ext uri="{FF2B5EF4-FFF2-40B4-BE49-F238E27FC236}">
                <a16:creationId xmlns:a16="http://schemas.microsoft.com/office/drawing/2014/main" id="{232FF8D5-C383-400A-8AC5-A8CECB6BE484}"/>
              </a:ext>
            </a:extLst>
          </p:cNvPr>
          <p:cNvSpPr>
            <a:spLocks noGrp="1"/>
          </p:cNvSpPr>
          <p:nvPr/>
        </p:nvSpPr>
        <p:spPr>
          <a:xfrm>
            <a:off x="1290360" y="212993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58" name="anim_to2014_0_1">
            <a:extLst>
              <a:ext uri="{FF2B5EF4-FFF2-40B4-BE49-F238E27FC236}">
                <a16:creationId xmlns:a16="http://schemas.microsoft.com/office/drawing/2014/main" id="{87E32403-2C7A-4B17-9B4A-B59FDD86DB38}"/>
              </a:ext>
            </a:extLst>
          </p:cNvPr>
          <p:cNvSpPr>
            <a:spLocks noGrp="1"/>
          </p:cNvSpPr>
          <p:nvPr/>
        </p:nvSpPr>
        <p:spPr>
          <a:xfrm>
            <a:off x="1847572" y="212993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9" name="anim_to2018_0_1">
            <a:extLst>
              <a:ext uri="{FF2B5EF4-FFF2-40B4-BE49-F238E27FC236}">
                <a16:creationId xmlns:a16="http://schemas.microsoft.com/office/drawing/2014/main" id="{C6AC9B6A-CE07-4552-952E-79A40E968D90}"/>
              </a:ext>
            </a:extLst>
          </p:cNvPr>
          <p:cNvSpPr>
            <a:spLocks noGrp="1"/>
          </p:cNvSpPr>
          <p:nvPr/>
        </p:nvSpPr>
        <p:spPr>
          <a:xfrm>
            <a:off x="2404785" y="212993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60" name="anim_to2022_0_1">
            <a:extLst>
              <a:ext uri="{FF2B5EF4-FFF2-40B4-BE49-F238E27FC236}">
                <a16:creationId xmlns:a16="http://schemas.microsoft.com/office/drawing/2014/main" id="{4190A51F-03B9-49B8-889B-428D9927706B}"/>
              </a:ext>
            </a:extLst>
          </p:cNvPr>
          <p:cNvSpPr>
            <a:spLocks noGrp="1"/>
          </p:cNvSpPr>
          <p:nvPr/>
        </p:nvSpPr>
        <p:spPr>
          <a:xfrm>
            <a:off x="2961997" y="212993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61" name="anim_to2026_0_1">
            <a:extLst>
              <a:ext uri="{FF2B5EF4-FFF2-40B4-BE49-F238E27FC236}">
                <a16:creationId xmlns:a16="http://schemas.microsoft.com/office/drawing/2014/main" id="{66AB6E26-8D65-409F-A590-13B33227E910}"/>
              </a:ext>
            </a:extLst>
          </p:cNvPr>
          <p:cNvSpPr>
            <a:spLocks noGrp="1"/>
          </p:cNvSpPr>
          <p:nvPr/>
        </p:nvSpPr>
        <p:spPr>
          <a:xfrm>
            <a:off x="3519210" y="212993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62" name="anim_to2030_0_1">
            <a:extLst>
              <a:ext uri="{FF2B5EF4-FFF2-40B4-BE49-F238E27FC236}">
                <a16:creationId xmlns:a16="http://schemas.microsoft.com/office/drawing/2014/main" id="{F2CFC775-5AD6-4F06-BDB7-1721FAD23CC1}"/>
              </a:ext>
            </a:extLst>
          </p:cNvPr>
          <p:cNvSpPr>
            <a:spLocks noGrp="1"/>
          </p:cNvSpPr>
          <p:nvPr/>
        </p:nvSpPr>
        <p:spPr>
          <a:xfrm>
            <a:off x="4076422" y="212993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63" name="anim_to2034_0_1">
            <a:extLst>
              <a:ext uri="{FF2B5EF4-FFF2-40B4-BE49-F238E27FC236}">
                <a16:creationId xmlns:a16="http://schemas.microsoft.com/office/drawing/2014/main" id="{9BD8BAB8-FD7E-4E4A-8382-25B94D2F4F4B}"/>
              </a:ext>
            </a:extLst>
          </p:cNvPr>
          <p:cNvSpPr>
            <a:spLocks noGrp="1"/>
          </p:cNvSpPr>
          <p:nvPr/>
        </p:nvSpPr>
        <p:spPr>
          <a:xfrm>
            <a:off x="4633635" y="212993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64" name="anim_to2038_0_1">
            <a:extLst>
              <a:ext uri="{FF2B5EF4-FFF2-40B4-BE49-F238E27FC236}">
                <a16:creationId xmlns:a16="http://schemas.microsoft.com/office/drawing/2014/main" id="{34E6664F-C0CA-4AB0-8C51-EA34E964CB8B}"/>
              </a:ext>
            </a:extLst>
          </p:cNvPr>
          <p:cNvSpPr>
            <a:spLocks noGrp="1"/>
          </p:cNvSpPr>
          <p:nvPr/>
        </p:nvSpPr>
        <p:spPr>
          <a:xfrm>
            <a:off x="1290360" y="268715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65" name="anim_to2042_0_1">
            <a:extLst>
              <a:ext uri="{FF2B5EF4-FFF2-40B4-BE49-F238E27FC236}">
                <a16:creationId xmlns:a16="http://schemas.microsoft.com/office/drawing/2014/main" id="{8592D5F6-B0B1-48C5-959A-FE97A727756C}"/>
              </a:ext>
            </a:extLst>
          </p:cNvPr>
          <p:cNvSpPr>
            <a:spLocks noGrp="1"/>
          </p:cNvSpPr>
          <p:nvPr/>
        </p:nvSpPr>
        <p:spPr>
          <a:xfrm>
            <a:off x="1847572" y="268715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66" name="anim_to2046_0_1">
            <a:extLst>
              <a:ext uri="{FF2B5EF4-FFF2-40B4-BE49-F238E27FC236}">
                <a16:creationId xmlns:a16="http://schemas.microsoft.com/office/drawing/2014/main" id="{D32A71AD-8D7D-4353-9BDC-7656973A4748}"/>
              </a:ext>
            </a:extLst>
          </p:cNvPr>
          <p:cNvSpPr>
            <a:spLocks noGrp="1"/>
          </p:cNvSpPr>
          <p:nvPr/>
        </p:nvSpPr>
        <p:spPr>
          <a:xfrm>
            <a:off x="2404785" y="268715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67" name="anim_to2050_0_1">
            <a:extLst>
              <a:ext uri="{FF2B5EF4-FFF2-40B4-BE49-F238E27FC236}">
                <a16:creationId xmlns:a16="http://schemas.microsoft.com/office/drawing/2014/main" id="{E087B816-1056-4D22-8A98-A3F63E0A3D78}"/>
              </a:ext>
            </a:extLst>
          </p:cNvPr>
          <p:cNvSpPr>
            <a:spLocks noGrp="1"/>
          </p:cNvSpPr>
          <p:nvPr/>
        </p:nvSpPr>
        <p:spPr>
          <a:xfrm>
            <a:off x="2961997" y="268715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68" name="anim_to2054_0_1">
            <a:extLst>
              <a:ext uri="{FF2B5EF4-FFF2-40B4-BE49-F238E27FC236}">
                <a16:creationId xmlns:a16="http://schemas.microsoft.com/office/drawing/2014/main" id="{0C5488C3-51FB-4B51-805A-5047A882677E}"/>
              </a:ext>
            </a:extLst>
          </p:cNvPr>
          <p:cNvSpPr>
            <a:spLocks noGrp="1"/>
          </p:cNvSpPr>
          <p:nvPr/>
        </p:nvSpPr>
        <p:spPr>
          <a:xfrm>
            <a:off x="3519210" y="268715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69" name="anim_to2058_0_1">
            <a:extLst>
              <a:ext uri="{FF2B5EF4-FFF2-40B4-BE49-F238E27FC236}">
                <a16:creationId xmlns:a16="http://schemas.microsoft.com/office/drawing/2014/main" id="{4B173F85-1B05-4750-AFC0-840CEDEF60DA}"/>
              </a:ext>
            </a:extLst>
          </p:cNvPr>
          <p:cNvSpPr>
            <a:spLocks noGrp="1"/>
          </p:cNvSpPr>
          <p:nvPr/>
        </p:nvSpPr>
        <p:spPr>
          <a:xfrm>
            <a:off x="4076422" y="268715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70" name="anim_to2062_0_1">
            <a:extLst>
              <a:ext uri="{FF2B5EF4-FFF2-40B4-BE49-F238E27FC236}">
                <a16:creationId xmlns:a16="http://schemas.microsoft.com/office/drawing/2014/main" id="{443FEC4E-448A-4149-BDC6-6F816225BCA8}"/>
              </a:ext>
            </a:extLst>
          </p:cNvPr>
          <p:cNvSpPr>
            <a:spLocks noGrp="1"/>
          </p:cNvSpPr>
          <p:nvPr/>
        </p:nvSpPr>
        <p:spPr>
          <a:xfrm>
            <a:off x="4633635" y="268715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71" name="anim_to2066_0_1">
            <a:extLst>
              <a:ext uri="{FF2B5EF4-FFF2-40B4-BE49-F238E27FC236}">
                <a16:creationId xmlns:a16="http://schemas.microsoft.com/office/drawing/2014/main" id="{D6742213-E7A1-4324-81FA-37BA308EDE89}"/>
              </a:ext>
            </a:extLst>
          </p:cNvPr>
          <p:cNvSpPr>
            <a:spLocks noGrp="1"/>
          </p:cNvSpPr>
          <p:nvPr/>
        </p:nvSpPr>
        <p:spPr>
          <a:xfrm>
            <a:off x="1290360" y="324436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72" name="anim_to2070_0_1">
            <a:extLst>
              <a:ext uri="{FF2B5EF4-FFF2-40B4-BE49-F238E27FC236}">
                <a16:creationId xmlns:a16="http://schemas.microsoft.com/office/drawing/2014/main" id="{EFDDD00C-C41E-4786-9D6D-C95B5D115C9B}"/>
              </a:ext>
            </a:extLst>
          </p:cNvPr>
          <p:cNvSpPr>
            <a:spLocks noGrp="1"/>
          </p:cNvSpPr>
          <p:nvPr/>
        </p:nvSpPr>
        <p:spPr>
          <a:xfrm>
            <a:off x="1847572" y="324436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73" name="anim_to2074_0_1">
            <a:extLst>
              <a:ext uri="{FF2B5EF4-FFF2-40B4-BE49-F238E27FC236}">
                <a16:creationId xmlns:a16="http://schemas.microsoft.com/office/drawing/2014/main" id="{826F9BB2-7585-4F5E-A664-8072C5763895}"/>
              </a:ext>
            </a:extLst>
          </p:cNvPr>
          <p:cNvSpPr>
            <a:spLocks noGrp="1"/>
          </p:cNvSpPr>
          <p:nvPr/>
        </p:nvSpPr>
        <p:spPr>
          <a:xfrm>
            <a:off x="2404785" y="324436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74" name="anim_to2078_0_1">
            <a:extLst>
              <a:ext uri="{FF2B5EF4-FFF2-40B4-BE49-F238E27FC236}">
                <a16:creationId xmlns:a16="http://schemas.microsoft.com/office/drawing/2014/main" id="{93F42C1A-5746-4383-BDFB-7C1CCAA35025}"/>
              </a:ext>
            </a:extLst>
          </p:cNvPr>
          <p:cNvSpPr>
            <a:spLocks noGrp="1"/>
          </p:cNvSpPr>
          <p:nvPr/>
        </p:nvSpPr>
        <p:spPr>
          <a:xfrm>
            <a:off x="2961997" y="324436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75" name="anim_to2082_0_1">
            <a:extLst>
              <a:ext uri="{FF2B5EF4-FFF2-40B4-BE49-F238E27FC236}">
                <a16:creationId xmlns:a16="http://schemas.microsoft.com/office/drawing/2014/main" id="{6EF6ADFA-CC07-48BA-810C-7EC692DC1383}"/>
              </a:ext>
            </a:extLst>
          </p:cNvPr>
          <p:cNvSpPr>
            <a:spLocks noGrp="1"/>
          </p:cNvSpPr>
          <p:nvPr/>
        </p:nvSpPr>
        <p:spPr>
          <a:xfrm>
            <a:off x="3519210" y="324436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76" name="anim_to2086_0_1">
            <a:extLst>
              <a:ext uri="{FF2B5EF4-FFF2-40B4-BE49-F238E27FC236}">
                <a16:creationId xmlns:a16="http://schemas.microsoft.com/office/drawing/2014/main" id="{B650607C-C562-4941-90F5-2AA3AC56CCAC}"/>
              </a:ext>
            </a:extLst>
          </p:cNvPr>
          <p:cNvSpPr>
            <a:spLocks noGrp="1"/>
          </p:cNvSpPr>
          <p:nvPr/>
        </p:nvSpPr>
        <p:spPr>
          <a:xfrm>
            <a:off x="4076422" y="324436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77" name="anim_to2090_0_1">
            <a:extLst>
              <a:ext uri="{FF2B5EF4-FFF2-40B4-BE49-F238E27FC236}">
                <a16:creationId xmlns:a16="http://schemas.microsoft.com/office/drawing/2014/main" id="{AFA3CBAA-6225-435D-AAE0-FF0D2942B52F}"/>
              </a:ext>
            </a:extLst>
          </p:cNvPr>
          <p:cNvSpPr>
            <a:spLocks noGrp="1"/>
          </p:cNvSpPr>
          <p:nvPr/>
        </p:nvSpPr>
        <p:spPr>
          <a:xfrm>
            <a:off x="4633635" y="324436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78" name="anim_to2094_0_1">
            <a:extLst>
              <a:ext uri="{FF2B5EF4-FFF2-40B4-BE49-F238E27FC236}">
                <a16:creationId xmlns:a16="http://schemas.microsoft.com/office/drawing/2014/main" id="{4AA6B22D-E350-4B32-8D7D-1D60D9FA4414}"/>
              </a:ext>
            </a:extLst>
          </p:cNvPr>
          <p:cNvSpPr>
            <a:spLocks noGrp="1"/>
          </p:cNvSpPr>
          <p:nvPr/>
        </p:nvSpPr>
        <p:spPr>
          <a:xfrm>
            <a:off x="1290360" y="380157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79" name="anim_to2098_0_1">
            <a:extLst>
              <a:ext uri="{FF2B5EF4-FFF2-40B4-BE49-F238E27FC236}">
                <a16:creationId xmlns:a16="http://schemas.microsoft.com/office/drawing/2014/main" id="{C84338BC-C650-475F-9368-4A3CC7B8F702}"/>
              </a:ext>
            </a:extLst>
          </p:cNvPr>
          <p:cNvSpPr>
            <a:spLocks noGrp="1"/>
          </p:cNvSpPr>
          <p:nvPr/>
        </p:nvSpPr>
        <p:spPr>
          <a:xfrm>
            <a:off x="1847572" y="380157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80" name="anim_to2102_0_1">
            <a:extLst>
              <a:ext uri="{FF2B5EF4-FFF2-40B4-BE49-F238E27FC236}">
                <a16:creationId xmlns:a16="http://schemas.microsoft.com/office/drawing/2014/main" id="{67ABC991-D574-48CC-A9C5-4BBBA1F6403F}"/>
              </a:ext>
            </a:extLst>
          </p:cNvPr>
          <p:cNvSpPr>
            <a:spLocks noGrp="1"/>
          </p:cNvSpPr>
          <p:nvPr/>
        </p:nvSpPr>
        <p:spPr>
          <a:xfrm>
            <a:off x="2404785" y="380157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81" name="anim_to2106_0_1">
            <a:extLst>
              <a:ext uri="{FF2B5EF4-FFF2-40B4-BE49-F238E27FC236}">
                <a16:creationId xmlns:a16="http://schemas.microsoft.com/office/drawing/2014/main" id="{DC335761-6C81-4B6E-8D7F-4DF04E9296A5}"/>
              </a:ext>
            </a:extLst>
          </p:cNvPr>
          <p:cNvSpPr>
            <a:spLocks noGrp="1"/>
          </p:cNvSpPr>
          <p:nvPr/>
        </p:nvSpPr>
        <p:spPr>
          <a:xfrm>
            <a:off x="2961997" y="380157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82" name="anim_to2110_0_1">
            <a:extLst>
              <a:ext uri="{FF2B5EF4-FFF2-40B4-BE49-F238E27FC236}">
                <a16:creationId xmlns:a16="http://schemas.microsoft.com/office/drawing/2014/main" id="{5EF86EBA-C181-461E-BDD3-6D9ACD22A443}"/>
              </a:ext>
            </a:extLst>
          </p:cNvPr>
          <p:cNvSpPr>
            <a:spLocks noGrp="1"/>
          </p:cNvSpPr>
          <p:nvPr/>
        </p:nvSpPr>
        <p:spPr>
          <a:xfrm>
            <a:off x="3519210" y="380157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83" name="anim_to2114_0_1">
            <a:extLst>
              <a:ext uri="{FF2B5EF4-FFF2-40B4-BE49-F238E27FC236}">
                <a16:creationId xmlns:a16="http://schemas.microsoft.com/office/drawing/2014/main" id="{7DD0A03C-C704-40F4-AAC5-83518B7C1D9C}"/>
              </a:ext>
            </a:extLst>
          </p:cNvPr>
          <p:cNvSpPr>
            <a:spLocks noGrp="1"/>
          </p:cNvSpPr>
          <p:nvPr/>
        </p:nvSpPr>
        <p:spPr>
          <a:xfrm>
            <a:off x="4076422" y="380157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84" name="anim_to2118_0_1">
            <a:extLst>
              <a:ext uri="{FF2B5EF4-FFF2-40B4-BE49-F238E27FC236}">
                <a16:creationId xmlns:a16="http://schemas.microsoft.com/office/drawing/2014/main" id="{C08E5718-6DCB-49C4-9933-A85F3244CEA2}"/>
              </a:ext>
            </a:extLst>
          </p:cNvPr>
          <p:cNvSpPr>
            <a:spLocks noGrp="1"/>
          </p:cNvSpPr>
          <p:nvPr/>
        </p:nvSpPr>
        <p:spPr>
          <a:xfrm>
            <a:off x="4633635" y="380157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85" name="anim_to2122_0_1">
            <a:extLst>
              <a:ext uri="{FF2B5EF4-FFF2-40B4-BE49-F238E27FC236}">
                <a16:creationId xmlns:a16="http://schemas.microsoft.com/office/drawing/2014/main" id="{D175D8AD-EE9F-4D6E-971C-F86CD4EE87B5}"/>
              </a:ext>
            </a:extLst>
          </p:cNvPr>
          <p:cNvSpPr>
            <a:spLocks noGrp="1"/>
          </p:cNvSpPr>
          <p:nvPr/>
        </p:nvSpPr>
        <p:spPr>
          <a:xfrm>
            <a:off x="1290360" y="435878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86" name="anim_to2126_0_1">
            <a:extLst>
              <a:ext uri="{FF2B5EF4-FFF2-40B4-BE49-F238E27FC236}">
                <a16:creationId xmlns:a16="http://schemas.microsoft.com/office/drawing/2014/main" id="{42180AC0-FA8D-456E-930A-7C6BBEDD58EA}"/>
              </a:ext>
            </a:extLst>
          </p:cNvPr>
          <p:cNvSpPr>
            <a:spLocks noGrp="1"/>
          </p:cNvSpPr>
          <p:nvPr/>
        </p:nvSpPr>
        <p:spPr>
          <a:xfrm>
            <a:off x="1847572" y="435878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87" name="anim_to2130_0_1">
            <a:extLst>
              <a:ext uri="{FF2B5EF4-FFF2-40B4-BE49-F238E27FC236}">
                <a16:creationId xmlns:a16="http://schemas.microsoft.com/office/drawing/2014/main" id="{684EC241-68FE-460E-ABFA-C0F9EABD503C}"/>
              </a:ext>
            </a:extLst>
          </p:cNvPr>
          <p:cNvSpPr>
            <a:spLocks noGrp="1"/>
          </p:cNvSpPr>
          <p:nvPr/>
        </p:nvSpPr>
        <p:spPr>
          <a:xfrm>
            <a:off x="2404785" y="435878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88" name="anim_to2134_0_1">
            <a:extLst>
              <a:ext uri="{FF2B5EF4-FFF2-40B4-BE49-F238E27FC236}">
                <a16:creationId xmlns:a16="http://schemas.microsoft.com/office/drawing/2014/main" id="{1D10EA92-E419-4A78-8968-096A783FDF98}"/>
              </a:ext>
            </a:extLst>
          </p:cNvPr>
          <p:cNvSpPr>
            <a:spLocks noGrp="1"/>
          </p:cNvSpPr>
          <p:nvPr/>
        </p:nvSpPr>
        <p:spPr>
          <a:xfrm>
            <a:off x="2961997" y="435878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89" name="anim_to2138_0_1">
            <a:extLst>
              <a:ext uri="{FF2B5EF4-FFF2-40B4-BE49-F238E27FC236}">
                <a16:creationId xmlns:a16="http://schemas.microsoft.com/office/drawing/2014/main" id="{949F4391-554D-4C36-AC1F-A43B772B679D}"/>
              </a:ext>
            </a:extLst>
          </p:cNvPr>
          <p:cNvSpPr>
            <a:spLocks noGrp="1"/>
          </p:cNvSpPr>
          <p:nvPr/>
        </p:nvSpPr>
        <p:spPr>
          <a:xfrm>
            <a:off x="3519210" y="435878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90" name="anim_to2142_0_1">
            <a:extLst>
              <a:ext uri="{FF2B5EF4-FFF2-40B4-BE49-F238E27FC236}">
                <a16:creationId xmlns:a16="http://schemas.microsoft.com/office/drawing/2014/main" id="{AC7DE085-A17C-4174-8C03-56F9AA7D4C56}"/>
              </a:ext>
            </a:extLst>
          </p:cNvPr>
          <p:cNvSpPr>
            <a:spLocks noGrp="1"/>
          </p:cNvSpPr>
          <p:nvPr/>
        </p:nvSpPr>
        <p:spPr>
          <a:xfrm>
            <a:off x="4076422" y="435878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91" name="anim_to2146_0_1">
            <a:extLst>
              <a:ext uri="{FF2B5EF4-FFF2-40B4-BE49-F238E27FC236}">
                <a16:creationId xmlns:a16="http://schemas.microsoft.com/office/drawing/2014/main" id="{24337FB0-087C-493E-8DBC-30B3E430BE72}"/>
              </a:ext>
            </a:extLst>
          </p:cNvPr>
          <p:cNvSpPr>
            <a:spLocks noGrp="1"/>
          </p:cNvSpPr>
          <p:nvPr/>
        </p:nvSpPr>
        <p:spPr>
          <a:xfrm>
            <a:off x="4633635" y="435878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92" name="anim_to2150_0_1">
            <a:extLst>
              <a:ext uri="{FF2B5EF4-FFF2-40B4-BE49-F238E27FC236}">
                <a16:creationId xmlns:a16="http://schemas.microsoft.com/office/drawing/2014/main" id="{FE079203-B092-49CA-A184-8581876F96F7}"/>
              </a:ext>
            </a:extLst>
          </p:cNvPr>
          <p:cNvSpPr>
            <a:spLocks noGrp="1"/>
          </p:cNvSpPr>
          <p:nvPr/>
        </p:nvSpPr>
        <p:spPr>
          <a:xfrm>
            <a:off x="1290360" y="491600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93" name="anim_to2154_0_1">
            <a:extLst>
              <a:ext uri="{FF2B5EF4-FFF2-40B4-BE49-F238E27FC236}">
                <a16:creationId xmlns:a16="http://schemas.microsoft.com/office/drawing/2014/main" id="{BB3E0331-2589-4D80-9789-0FF5021521C6}"/>
              </a:ext>
            </a:extLst>
          </p:cNvPr>
          <p:cNvSpPr>
            <a:spLocks noGrp="1"/>
          </p:cNvSpPr>
          <p:nvPr/>
        </p:nvSpPr>
        <p:spPr>
          <a:xfrm>
            <a:off x="1847572" y="491600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94" name="anim_to2158_0_1">
            <a:extLst>
              <a:ext uri="{FF2B5EF4-FFF2-40B4-BE49-F238E27FC236}">
                <a16:creationId xmlns:a16="http://schemas.microsoft.com/office/drawing/2014/main" id="{3B612766-9614-4E35-8ABC-031ECBE06A87}"/>
              </a:ext>
            </a:extLst>
          </p:cNvPr>
          <p:cNvSpPr>
            <a:spLocks noGrp="1"/>
          </p:cNvSpPr>
          <p:nvPr/>
        </p:nvSpPr>
        <p:spPr>
          <a:xfrm>
            <a:off x="2404785" y="491600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95" name="anim_to2162_0_1">
            <a:extLst>
              <a:ext uri="{FF2B5EF4-FFF2-40B4-BE49-F238E27FC236}">
                <a16:creationId xmlns:a16="http://schemas.microsoft.com/office/drawing/2014/main" id="{CE5BE9D9-3AA7-4059-ADBF-B0312B31F876}"/>
              </a:ext>
            </a:extLst>
          </p:cNvPr>
          <p:cNvSpPr>
            <a:spLocks noGrp="1"/>
          </p:cNvSpPr>
          <p:nvPr/>
        </p:nvSpPr>
        <p:spPr>
          <a:xfrm>
            <a:off x="2961997" y="491600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96" name="anim_to2166_0_1">
            <a:extLst>
              <a:ext uri="{FF2B5EF4-FFF2-40B4-BE49-F238E27FC236}">
                <a16:creationId xmlns:a16="http://schemas.microsoft.com/office/drawing/2014/main" id="{A9633E1B-01D0-4E69-A79A-87E2F4578BE2}"/>
              </a:ext>
            </a:extLst>
          </p:cNvPr>
          <p:cNvSpPr>
            <a:spLocks noGrp="1"/>
          </p:cNvSpPr>
          <p:nvPr/>
        </p:nvSpPr>
        <p:spPr>
          <a:xfrm>
            <a:off x="3519210" y="491600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97" name="anim_to2170_0_1">
            <a:extLst>
              <a:ext uri="{FF2B5EF4-FFF2-40B4-BE49-F238E27FC236}">
                <a16:creationId xmlns:a16="http://schemas.microsoft.com/office/drawing/2014/main" id="{DA215F82-43D6-48A2-88A0-D06C3DCD50F1}"/>
              </a:ext>
            </a:extLst>
          </p:cNvPr>
          <p:cNvSpPr>
            <a:spLocks noGrp="1"/>
          </p:cNvSpPr>
          <p:nvPr/>
        </p:nvSpPr>
        <p:spPr>
          <a:xfrm>
            <a:off x="4076422" y="491600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98" name="anim_to2174_0_1">
            <a:extLst>
              <a:ext uri="{FF2B5EF4-FFF2-40B4-BE49-F238E27FC236}">
                <a16:creationId xmlns:a16="http://schemas.microsoft.com/office/drawing/2014/main" id="{0884CE1E-7949-4362-9780-DA8000833C83}"/>
              </a:ext>
            </a:extLst>
          </p:cNvPr>
          <p:cNvSpPr>
            <a:spLocks noGrp="1"/>
          </p:cNvSpPr>
          <p:nvPr/>
        </p:nvSpPr>
        <p:spPr>
          <a:xfrm>
            <a:off x="4633635" y="491600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99" name="anim_to2246_0_1">
            <a:extLst>
              <a:ext uri="{FF2B5EF4-FFF2-40B4-BE49-F238E27FC236}">
                <a16:creationId xmlns:a16="http://schemas.microsoft.com/office/drawing/2014/main" id="{75D2BB7D-E8E0-4BD0-9E65-410995EC5E45}"/>
              </a:ext>
            </a:extLst>
          </p:cNvPr>
          <p:cNvSpPr>
            <a:spLocks noGrp="1"/>
          </p:cNvSpPr>
          <p:nvPr/>
        </p:nvSpPr>
        <p:spPr>
          <a:xfrm>
            <a:off x="5497116" y="3035043"/>
            <a:ext cx="305991" cy="78791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*</a:t>
            </a:r>
          </a:p>
        </p:txBody>
      </p:sp>
      <p:sp>
        <p:nvSpPr>
          <p:cNvPr id="100" name="anim_o2178_1">
            <a:extLst>
              <a:ext uri="{FF2B5EF4-FFF2-40B4-BE49-F238E27FC236}">
                <a16:creationId xmlns:a16="http://schemas.microsoft.com/office/drawing/2014/main" id="{CC546B7D-B6AE-49D1-B9E2-39C10E630C96}"/>
              </a:ext>
            </a:extLst>
          </p:cNvPr>
          <p:cNvSpPr>
            <a:spLocks noGrp="1"/>
          </p:cNvSpPr>
          <p:nvPr/>
        </p:nvSpPr>
        <p:spPr>
          <a:xfrm>
            <a:off x="6160294" y="2593181"/>
            <a:ext cx="557213" cy="55721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1" name="anim_o2183_1">
            <a:extLst>
              <a:ext uri="{FF2B5EF4-FFF2-40B4-BE49-F238E27FC236}">
                <a16:creationId xmlns:a16="http://schemas.microsoft.com/office/drawing/2014/main" id="{E2C79852-EA3F-4964-B7AA-34C5EAE1B680}"/>
              </a:ext>
            </a:extLst>
          </p:cNvPr>
          <p:cNvSpPr>
            <a:spLocks noGrp="1"/>
          </p:cNvSpPr>
          <p:nvPr/>
        </p:nvSpPr>
        <p:spPr>
          <a:xfrm>
            <a:off x="6717506" y="2593181"/>
            <a:ext cx="557213" cy="55721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2" name="anim_o2187_1">
            <a:extLst>
              <a:ext uri="{FF2B5EF4-FFF2-40B4-BE49-F238E27FC236}">
                <a16:creationId xmlns:a16="http://schemas.microsoft.com/office/drawing/2014/main" id="{65894C05-16E2-4A10-9BF5-337D81B24BAC}"/>
              </a:ext>
            </a:extLst>
          </p:cNvPr>
          <p:cNvSpPr>
            <a:spLocks noGrp="1"/>
          </p:cNvSpPr>
          <p:nvPr/>
        </p:nvSpPr>
        <p:spPr>
          <a:xfrm>
            <a:off x="7274719" y="2593181"/>
            <a:ext cx="557213" cy="55721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3" name="anim_o2191_1">
            <a:extLst>
              <a:ext uri="{FF2B5EF4-FFF2-40B4-BE49-F238E27FC236}">
                <a16:creationId xmlns:a16="http://schemas.microsoft.com/office/drawing/2014/main" id="{9DB6CDC6-6A26-442D-980B-B422AB4931EA}"/>
              </a:ext>
            </a:extLst>
          </p:cNvPr>
          <p:cNvSpPr>
            <a:spLocks noGrp="1"/>
          </p:cNvSpPr>
          <p:nvPr/>
        </p:nvSpPr>
        <p:spPr>
          <a:xfrm>
            <a:off x="6160294" y="3150394"/>
            <a:ext cx="557213" cy="55721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4" name="anim_o2196_1">
            <a:extLst>
              <a:ext uri="{FF2B5EF4-FFF2-40B4-BE49-F238E27FC236}">
                <a16:creationId xmlns:a16="http://schemas.microsoft.com/office/drawing/2014/main" id="{0AB5679D-8F4D-4917-9D24-5DEC247C618A}"/>
              </a:ext>
            </a:extLst>
          </p:cNvPr>
          <p:cNvSpPr>
            <a:spLocks noGrp="1"/>
          </p:cNvSpPr>
          <p:nvPr/>
        </p:nvSpPr>
        <p:spPr>
          <a:xfrm>
            <a:off x="6717506" y="3150394"/>
            <a:ext cx="557213" cy="55721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5" name="anim_o2200_1">
            <a:extLst>
              <a:ext uri="{FF2B5EF4-FFF2-40B4-BE49-F238E27FC236}">
                <a16:creationId xmlns:a16="http://schemas.microsoft.com/office/drawing/2014/main" id="{EF7C12A5-BFA3-4589-963B-4712F56D43FC}"/>
              </a:ext>
            </a:extLst>
          </p:cNvPr>
          <p:cNvSpPr>
            <a:spLocks noGrp="1"/>
          </p:cNvSpPr>
          <p:nvPr/>
        </p:nvSpPr>
        <p:spPr>
          <a:xfrm>
            <a:off x="7274719" y="3150394"/>
            <a:ext cx="557213" cy="55721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6" name="anim_o2204_1">
            <a:extLst>
              <a:ext uri="{FF2B5EF4-FFF2-40B4-BE49-F238E27FC236}">
                <a16:creationId xmlns:a16="http://schemas.microsoft.com/office/drawing/2014/main" id="{6EC9A74B-4668-4DF9-A504-BBC20A7F0708}"/>
              </a:ext>
            </a:extLst>
          </p:cNvPr>
          <p:cNvSpPr>
            <a:spLocks noGrp="1"/>
          </p:cNvSpPr>
          <p:nvPr/>
        </p:nvSpPr>
        <p:spPr>
          <a:xfrm>
            <a:off x="6160294" y="3707606"/>
            <a:ext cx="557213" cy="55721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7" name="anim_o2209_1">
            <a:extLst>
              <a:ext uri="{FF2B5EF4-FFF2-40B4-BE49-F238E27FC236}">
                <a16:creationId xmlns:a16="http://schemas.microsoft.com/office/drawing/2014/main" id="{6173D253-735B-464B-A1BD-8B18B622E3C9}"/>
              </a:ext>
            </a:extLst>
          </p:cNvPr>
          <p:cNvSpPr>
            <a:spLocks noGrp="1"/>
          </p:cNvSpPr>
          <p:nvPr/>
        </p:nvSpPr>
        <p:spPr>
          <a:xfrm>
            <a:off x="6717506" y="3707606"/>
            <a:ext cx="557213" cy="55721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8" name="anim_o2213_1">
            <a:extLst>
              <a:ext uri="{FF2B5EF4-FFF2-40B4-BE49-F238E27FC236}">
                <a16:creationId xmlns:a16="http://schemas.microsoft.com/office/drawing/2014/main" id="{18709075-84B3-4484-B396-6E081F76C7DD}"/>
              </a:ext>
            </a:extLst>
          </p:cNvPr>
          <p:cNvSpPr>
            <a:spLocks noGrp="1"/>
          </p:cNvSpPr>
          <p:nvPr/>
        </p:nvSpPr>
        <p:spPr>
          <a:xfrm>
            <a:off x="7274719" y="3707606"/>
            <a:ext cx="557213" cy="55721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9" name="anim_to2179_0_1">
            <a:extLst>
              <a:ext uri="{FF2B5EF4-FFF2-40B4-BE49-F238E27FC236}">
                <a16:creationId xmlns:a16="http://schemas.microsoft.com/office/drawing/2014/main" id="{A36ECEC9-357B-4298-BF3A-3FBC6AF32C4E}"/>
              </a:ext>
            </a:extLst>
          </p:cNvPr>
          <p:cNvSpPr>
            <a:spLocks noGrp="1"/>
          </p:cNvSpPr>
          <p:nvPr/>
        </p:nvSpPr>
        <p:spPr>
          <a:xfrm>
            <a:off x="6352620" y="2687151"/>
            <a:ext cx="36306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10" name="anim_to2184_0_1">
            <a:extLst>
              <a:ext uri="{FF2B5EF4-FFF2-40B4-BE49-F238E27FC236}">
                <a16:creationId xmlns:a16="http://schemas.microsoft.com/office/drawing/2014/main" id="{90D0ABEE-6492-4CD3-8040-0BAE18EA6689}"/>
              </a:ext>
            </a:extLst>
          </p:cNvPr>
          <p:cNvSpPr>
            <a:spLocks noGrp="1"/>
          </p:cNvSpPr>
          <p:nvPr/>
        </p:nvSpPr>
        <p:spPr>
          <a:xfrm>
            <a:off x="6991072" y="268715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11" name="anim_to2188_0_1">
            <a:extLst>
              <a:ext uri="{FF2B5EF4-FFF2-40B4-BE49-F238E27FC236}">
                <a16:creationId xmlns:a16="http://schemas.microsoft.com/office/drawing/2014/main" id="{3ED16399-36DB-49B0-88EB-72370EDDC986}"/>
              </a:ext>
            </a:extLst>
          </p:cNvPr>
          <p:cNvSpPr>
            <a:spLocks noGrp="1"/>
          </p:cNvSpPr>
          <p:nvPr/>
        </p:nvSpPr>
        <p:spPr>
          <a:xfrm>
            <a:off x="7548285" y="268715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12" name="anim_to2192_0_1">
            <a:extLst>
              <a:ext uri="{FF2B5EF4-FFF2-40B4-BE49-F238E27FC236}">
                <a16:creationId xmlns:a16="http://schemas.microsoft.com/office/drawing/2014/main" id="{8CFC58F7-CBBD-4D84-8AAF-A7E24E1BF22D}"/>
              </a:ext>
            </a:extLst>
          </p:cNvPr>
          <p:cNvSpPr>
            <a:spLocks noGrp="1"/>
          </p:cNvSpPr>
          <p:nvPr/>
        </p:nvSpPr>
        <p:spPr>
          <a:xfrm>
            <a:off x="6352620" y="3244364"/>
            <a:ext cx="36306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13" name="anim_to2197_0_1">
            <a:extLst>
              <a:ext uri="{FF2B5EF4-FFF2-40B4-BE49-F238E27FC236}">
                <a16:creationId xmlns:a16="http://schemas.microsoft.com/office/drawing/2014/main" id="{88986B8D-7095-42D6-B089-AF00CBEBCF8A}"/>
              </a:ext>
            </a:extLst>
          </p:cNvPr>
          <p:cNvSpPr>
            <a:spLocks noGrp="1"/>
          </p:cNvSpPr>
          <p:nvPr/>
        </p:nvSpPr>
        <p:spPr>
          <a:xfrm>
            <a:off x="6991072" y="324436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14" name="anim_to2201_0_1">
            <a:extLst>
              <a:ext uri="{FF2B5EF4-FFF2-40B4-BE49-F238E27FC236}">
                <a16:creationId xmlns:a16="http://schemas.microsoft.com/office/drawing/2014/main" id="{99054020-7DA1-470E-9D98-AA2C7B38D749}"/>
              </a:ext>
            </a:extLst>
          </p:cNvPr>
          <p:cNvSpPr>
            <a:spLocks noGrp="1"/>
          </p:cNvSpPr>
          <p:nvPr/>
        </p:nvSpPr>
        <p:spPr>
          <a:xfrm>
            <a:off x="7548285" y="324436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15" name="anim_to2205_0_1">
            <a:extLst>
              <a:ext uri="{FF2B5EF4-FFF2-40B4-BE49-F238E27FC236}">
                <a16:creationId xmlns:a16="http://schemas.microsoft.com/office/drawing/2014/main" id="{833026C9-058E-4AA5-B4D4-0CDA0653A178}"/>
              </a:ext>
            </a:extLst>
          </p:cNvPr>
          <p:cNvSpPr>
            <a:spLocks noGrp="1"/>
          </p:cNvSpPr>
          <p:nvPr/>
        </p:nvSpPr>
        <p:spPr>
          <a:xfrm>
            <a:off x="6352620" y="3801576"/>
            <a:ext cx="36306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16" name="anim_to2210_0_1">
            <a:extLst>
              <a:ext uri="{FF2B5EF4-FFF2-40B4-BE49-F238E27FC236}">
                <a16:creationId xmlns:a16="http://schemas.microsoft.com/office/drawing/2014/main" id="{4FB76225-AAF2-40A8-BCBF-6DCA789DC998}"/>
              </a:ext>
            </a:extLst>
          </p:cNvPr>
          <p:cNvSpPr>
            <a:spLocks noGrp="1"/>
          </p:cNvSpPr>
          <p:nvPr/>
        </p:nvSpPr>
        <p:spPr>
          <a:xfrm>
            <a:off x="6991072" y="380157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17" name="anim_to2214_0_1">
            <a:extLst>
              <a:ext uri="{FF2B5EF4-FFF2-40B4-BE49-F238E27FC236}">
                <a16:creationId xmlns:a16="http://schemas.microsoft.com/office/drawing/2014/main" id="{4D3F16FC-ED2C-459F-BFD4-D1D6B887C0D7}"/>
              </a:ext>
            </a:extLst>
          </p:cNvPr>
          <p:cNvSpPr>
            <a:spLocks noGrp="1"/>
          </p:cNvSpPr>
          <p:nvPr/>
        </p:nvSpPr>
        <p:spPr>
          <a:xfrm>
            <a:off x="7548285" y="380157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18" name="anim_to2250_0_1">
            <a:extLst>
              <a:ext uri="{FF2B5EF4-FFF2-40B4-BE49-F238E27FC236}">
                <a16:creationId xmlns:a16="http://schemas.microsoft.com/office/drawing/2014/main" id="{78898056-920F-4315-8DB0-B63EB8D9B661}"/>
              </a:ext>
            </a:extLst>
          </p:cNvPr>
          <p:cNvSpPr>
            <a:spLocks noGrp="1"/>
          </p:cNvSpPr>
          <p:nvPr/>
        </p:nvSpPr>
        <p:spPr>
          <a:xfrm>
            <a:off x="8208169" y="3035043"/>
            <a:ext cx="510848" cy="78791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119" name="anim_o2218_1">
            <a:extLst>
              <a:ext uri="{FF2B5EF4-FFF2-40B4-BE49-F238E27FC236}">
                <a16:creationId xmlns:a16="http://schemas.microsoft.com/office/drawing/2014/main" id="{2B469AFD-7AA1-4F62-88F1-735D521EDD92}"/>
              </a:ext>
            </a:extLst>
          </p:cNvPr>
          <p:cNvSpPr>
            <a:spLocks noGrp="1"/>
          </p:cNvSpPr>
          <p:nvPr/>
        </p:nvSpPr>
        <p:spPr>
          <a:xfrm>
            <a:off x="9194959" y="2593181"/>
            <a:ext cx="557213" cy="55721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0" name="anim_o2221_1">
            <a:extLst>
              <a:ext uri="{FF2B5EF4-FFF2-40B4-BE49-F238E27FC236}">
                <a16:creationId xmlns:a16="http://schemas.microsoft.com/office/drawing/2014/main" id="{C39B57C3-80A5-41F0-B2BE-C3A03D67DCCD}"/>
              </a:ext>
            </a:extLst>
          </p:cNvPr>
          <p:cNvSpPr>
            <a:spLocks noGrp="1"/>
          </p:cNvSpPr>
          <p:nvPr/>
        </p:nvSpPr>
        <p:spPr>
          <a:xfrm>
            <a:off x="9752171" y="2593181"/>
            <a:ext cx="557213" cy="55721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1" name="anim_o2224_1">
            <a:extLst>
              <a:ext uri="{FF2B5EF4-FFF2-40B4-BE49-F238E27FC236}">
                <a16:creationId xmlns:a16="http://schemas.microsoft.com/office/drawing/2014/main" id="{2F189C69-D84B-40E6-8AD4-870E3D1EF4FD}"/>
              </a:ext>
            </a:extLst>
          </p:cNvPr>
          <p:cNvSpPr>
            <a:spLocks noGrp="1"/>
          </p:cNvSpPr>
          <p:nvPr/>
        </p:nvSpPr>
        <p:spPr>
          <a:xfrm>
            <a:off x="10309384" y="2593181"/>
            <a:ext cx="557213" cy="55721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2" name="anim_o2227_1">
            <a:extLst>
              <a:ext uri="{FF2B5EF4-FFF2-40B4-BE49-F238E27FC236}">
                <a16:creationId xmlns:a16="http://schemas.microsoft.com/office/drawing/2014/main" id="{F93B6857-0EB2-44AB-A1BC-C5C2FD9B2A1F}"/>
              </a:ext>
            </a:extLst>
          </p:cNvPr>
          <p:cNvSpPr>
            <a:spLocks noGrp="1"/>
          </p:cNvSpPr>
          <p:nvPr/>
        </p:nvSpPr>
        <p:spPr>
          <a:xfrm>
            <a:off x="9194959" y="3150394"/>
            <a:ext cx="557213" cy="55721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3" name="anim_o2230_1">
            <a:extLst>
              <a:ext uri="{FF2B5EF4-FFF2-40B4-BE49-F238E27FC236}">
                <a16:creationId xmlns:a16="http://schemas.microsoft.com/office/drawing/2014/main" id="{4E3EFD2A-3BA5-4D97-B6D5-F428C5AD2C7B}"/>
              </a:ext>
            </a:extLst>
          </p:cNvPr>
          <p:cNvSpPr>
            <a:spLocks noGrp="1"/>
          </p:cNvSpPr>
          <p:nvPr/>
        </p:nvSpPr>
        <p:spPr>
          <a:xfrm>
            <a:off x="9752171" y="3150394"/>
            <a:ext cx="557213" cy="55721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4" name="anim_o2233_1">
            <a:extLst>
              <a:ext uri="{FF2B5EF4-FFF2-40B4-BE49-F238E27FC236}">
                <a16:creationId xmlns:a16="http://schemas.microsoft.com/office/drawing/2014/main" id="{2A55B55E-E85A-4466-A533-B1E3B77B4384}"/>
              </a:ext>
            </a:extLst>
          </p:cNvPr>
          <p:cNvSpPr>
            <a:spLocks noGrp="1"/>
          </p:cNvSpPr>
          <p:nvPr/>
        </p:nvSpPr>
        <p:spPr>
          <a:xfrm>
            <a:off x="10309384" y="3150394"/>
            <a:ext cx="557213" cy="55721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5" name="anim_o2236_1">
            <a:extLst>
              <a:ext uri="{FF2B5EF4-FFF2-40B4-BE49-F238E27FC236}">
                <a16:creationId xmlns:a16="http://schemas.microsoft.com/office/drawing/2014/main" id="{B377162B-1D70-4E0D-ABE9-65FAD812FA46}"/>
              </a:ext>
            </a:extLst>
          </p:cNvPr>
          <p:cNvSpPr>
            <a:spLocks noGrp="1"/>
          </p:cNvSpPr>
          <p:nvPr/>
        </p:nvSpPr>
        <p:spPr>
          <a:xfrm>
            <a:off x="9194959" y="3707606"/>
            <a:ext cx="557213" cy="55721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6" name="anim_o2239_1">
            <a:extLst>
              <a:ext uri="{FF2B5EF4-FFF2-40B4-BE49-F238E27FC236}">
                <a16:creationId xmlns:a16="http://schemas.microsoft.com/office/drawing/2014/main" id="{A599FC16-342E-4622-BF92-357B4E78AA26}"/>
              </a:ext>
            </a:extLst>
          </p:cNvPr>
          <p:cNvSpPr>
            <a:spLocks noGrp="1"/>
          </p:cNvSpPr>
          <p:nvPr/>
        </p:nvSpPr>
        <p:spPr>
          <a:xfrm>
            <a:off x="9752171" y="3707606"/>
            <a:ext cx="557213" cy="55721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7" name="anim_o2242_1">
            <a:extLst>
              <a:ext uri="{FF2B5EF4-FFF2-40B4-BE49-F238E27FC236}">
                <a16:creationId xmlns:a16="http://schemas.microsoft.com/office/drawing/2014/main" id="{4041DA44-7452-4F87-AA81-5A27F6713E71}"/>
              </a:ext>
            </a:extLst>
          </p:cNvPr>
          <p:cNvSpPr>
            <a:spLocks noGrp="1"/>
          </p:cNvSpPr>
          <p:nvPr/>
        </p:nvSpPr>
        <p:spPr>
          <a:xfrm>
            <a:off x="10309384" y="3707606"/>
            <a:ext cx="557213" cy="55721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8" name="anim_to2219_0_1">
            <a:extLst>
              <a:ext uri="{FF2B5EF4-FFF2-40B4-BE49-F238E27FC236}">
                <a16:creationId xmlns:a16="http://schemas.microsoft.com/office/drawing/2014/main" id="{ED3AC10D-1864-44AF-8306-38D5C476C407}"/>
              </a:ext>
            </a:extLst>
          </p:cNvPr>
          <p:cNvSpPr>
            <a:spLocks noGrp="1"/>
          </p:cNvSpPr>
          <p:nvPr/>
        </p:nvSpPr>
        <p:spPr>
          <a:xfrm>
            <a:off x="9382800" y="268715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29" name="anim_to2222_0_1">
            <a:extLst>
              <a:ext uri="{FF2B5EF4-FFF2-40B4-BE49-F238E27FC236}">
                <a16:creationId xmlns:a16="http://schemas.microsoft.com/office/drawing/2014/main" id="{4285A155-FEA6-45C0-B47D-D7A6C3DF31EE}"/>
              </a:ext>
            </a:extLst>
          </p:cNvPr>
          <p:cNvSpPr>
            <a:spLocks noGrp="1"/>
          </p:cNvSpPr>
          <p:nvPr/>
        </p:nvSpPr>
        <p:spPr>
          <a:xfrm>
            <a:off x="9940012" y="268715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30" name="anim_to2225_0_1">
            <a:extLst>
              <a:ext uri="{FF2B5EF4-FFF2-40B4-BE49-F238E27FC236}">
                <a16:creationId xmlns:a16="http://schemas.microsoft.com/office/drawing/2014/main" id="{0ED11EBD-4A55-4244-BD9F-4ECAF85D10E1}"/>
              </a:ext>
            </a:extLst>
          </p:cNvPr>
          <p:cNvSpPr>
            <a:spLocks noGrp="1"/>
          </p:cNvSpPr>
          <p:nvPr/>
        </p:nvSpPr>
        <p:spPr>
          <a:xfrm>
            <a:off x="10497225" y="268715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31" name="anim_to2228_0_1">
            <a:extLst>
              <a:ext uri="{FF2B5EF4-FFF2-40B4-BE49-F238E27FC236}">
                <a16:creationId xmlns:a16="http://schemas.microsoft.com/office/drawing/2014/main" id="{C442B76E-7DA6-4359-AA9D-1F89563724A9}"/>
              </a:ext>
            </a:extLst>
          </p:cNvPr>
          <p:cNvSpPr>
            <a:spLocks noGrp="1"/>
          </p:cNvSpPr>
          <p:nvPr/>
        </p:nvSpPr>
        <p:spPr>
          <a:xfrm>
            <a:off x="9382800" y="324436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32" name="anim_to2231_0_1">
            <a:extLst>
              <a:ext uri="{FF2B5EF4-FFF2-40B4-BE49-F238E27FC236}">
                <a16:creationId xmlns:a16="http://schemas.microsoft.com/office/drawing/2014/main" id="{CA7583F2-F2EA-44AF-A05A-E539CF2DA71E}"/>
              </a:ext>
            </a:extLst>
          </p:cNvPr>
          <p:cNvSpPr>
            <a:spLocks noGrp="1"/>
          </p:cNvSpPr>
          <p:nvPr/>
        </p:nvSpPr>
        <p:spPr>
          <a:xfrm>
            <a:off x="9940012" y="324436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33" name="anim_to2234_0_1">
            <a:extLst>
              <a:ext uri="{FF2B5EF4-FFF2-40B4-BE49-F238E27FC236}">
                <a16:creationId xmlns:a16="http://schemas.microsoft.com/office/drawing/2014/main" id="{D16729D1-5707-404C-962B-D2F81825A861}"/>
              </a:ext>
            </a:extLst>
          </p:cNvPr>
          <p:cNvSpPr>
            <a:spLocks noGrp="1"/>
          </p:cNvSpPr>
          <p:nvPr/>
        </p:nvSpPr>
        <p:spPr>
          <a:xfrm>
            <a:off x="10497225" y="324436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34" name="anim_to2237_0_1">
            <a:extLst>
              <a:ext uri="{FF2B5EF4-FFF2-40B4-BE49-F238E27FC236}">
                <a16:creationId xmlns:a16="http://schemas.microsoft.com/office/drawing/2014/main" id="{70E468F5-4D8E-4D4C-AAFB-D1A96C3B3938}"/>
              </a:ext>
            </a:extLst>
          </p:cNvPr>
          <p:cNvSpPr>
            <a:spLocks noGrp="1"/>
          </p:cNvSpPr>
          <p:nvPr/>
        </p:nvSpPr>
        <p:spPr>
          <a:xfrm>
            <a:off x="9382800" y="380157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35" name="anim_to2240_0_1">
            <a:extLst>
              <a:ext uri="{FF2B5EF4-FFF2-40B4-BE49-F238E27FC236}">
                <a16:creationId xmlns:a16="http://schemas.microsoft.com/office/drawing/2014/main" id="{E6867F1E-BEF0-481F-AA1A-BD478BD5D739}"/>
              </a:ext>
            </a:extLst>
          </p:cNvPr>
          <p:cNvSpPr>
            <a:spLocks noGrp="1"/>
          </p:cNvSpPr>
          <p:nvPr/>
        </p:nvSpPr>
        <p:spPr>
          <a:xfrm>
            <a:off x="9940012" y="380157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36" name="anim_to2243_0_1">
            <a:extLst>
              <a:ext uri="{FF2B5EF4-FFF2-40B4-BE49-F238E27FC236}">
                <a16:creationId xmlns:a16="http://schemas.microsoft.com/office/drawing/2014/main" id="{2496BCB6-C5BE-4904-A229-7B30EB3A28AC}"/>
              </a:ext>
            </a:extLst>
          </p:cNvPr>
          <p:cNvSpPr>
            <a:spLocks noGrp="1"/>
          </p:cNvSpPr>
          <p:nvPr/>
        </p:nvSpPr>
        <p:spPr>
          <a:xfrm>
            <a:off x="10497225" y="380157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37" name="anim_to2254_0_1">
            <a:extLst>
              <a:ext uri="{FF2B5EF4-FFF2-40B4-BE49-F238E27FC236}">
                <a16:creationId xmlns:a16="http://schemas.microsoft.com/office/drawing/2014/main" id="{32DC63CE-C287-486A-948E-927C517376A6}"/>
              </a:ext>
            </a:extLst>
          </p:cNvPr>
          <p:cNvSpPr>
            <a:spLocks noGrp="1"/>
          </p:cNvSpPr>
          <p:nvPr/>
        </p:nvSpPr>
        <p:spPr>
          <a:xfrm>
            <a:off x="5135604" y="649198"/>
            <a:ext cx="3139991" cy="7049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41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441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pPr>
            <a:r>
              <a:rPr sz="4441" b="1">
                <a:solidFill>
                  <a:srgbClr val="FF862F"/>
                </a:solidFill>
                <a:latin typeface="Consolas"/>
                <a:ea typeface="Consolas"/>
                <a:cs typeface="Consolas"/>
              </a:rPr>
              <a:t>Stride = 2</a:t>
            </a:r>
          </a:p>
        </p:txBody>
      </p:sp>
      <p:sp>
        <p:nvSpPr>
          <p:cNvPr id="138" name="anim_o2178_2">
            <a:extLst>
              <a:ext uri="{FF2B5EF4-FFF2-40B4-BE49-F238E27FC236}">
                <a16:creationId xmlns:a16="http://schemas.microsoft.com/office/drawing/2014/main" id="{DE57E559-7A17-458F-A377-578403FDE647}"/>
              </a:ext>
            </a:extLst>
          </p:cNvPr>
          <p:cNvSpPr>
            <a:spLocks noGrp="1"/>
          </p:cNvSpPr>
          <p:nvPr/>
        </p:nvSpPr>
        <p:spPr>
          <a:xfrm>
            <a:off x="6160294" y="3064669"/>
            <a:ext cx="557213" cy="55721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9" name="anim_o2183_2">
            <a:extLst>
              <a:ext uri="{FF2B5EF4-FFF2-40B4-BE49-F238E27FC236}">
                <a16:creationId xmlns:a16="http://schemas.microsoft.com/office/drawing/2014/main" id="{E0E6256D-9BEB-4403-99C6-B198C769B994}"/>
              </a:ext>
            </a:extLst>
          </p:cNvPr>
          <p:cNvSpPr>
            <a:spLocks noGrp="1"/>
          </p:cNvSpPr>
          <p:nvPr/>
        </p:nvSpPr>
        <p:spPr>
          <a:xfrm>
            <a:off x="6717506" y="3064669"/>
            <a:ext cx="557213" cy="55721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0" name="anim_o2187_2">
            <a:extLst>
              <a:ext uri="{FF2B5EF4-FFF2-40B4-BE49-F238E27FC236}">
                <a16:creationId xmlns:a16="http://schemas.microsoft.com/office/drawing/2014/main" id="{F3DFAE2A-9B17-42C7-8071-DA1F6AB042D5}"/>
              </a:ext>
            </a:extLst>
          </p:cNvPr>
          <p:cNvSpPr>
            <a:spLocks noGrp="1"/>
          </p:cNvSpPr>
          <p:nvPr/>
        </p:nvSpPr>
        <p:spPr>
          <a:xfrm>
            <a:off x="7274719" y="3064669"/>
            <a:ext cx="557213" cy="55721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1" name="anim_o2191_2">
            <a:extLst>
              <a:ext uri="{FF2B5EF4-FFF2-40B4-BE49-F238E27FC236}">
                <a16:creationId xmlns:a16="http://schemas.microsoft.com/office/drawing/2014/main" id="{08BBAF0A-7AA7-4182-BEDA-ABB380B4E44B}"/>
              </a:ext>
            </a:extLst>
          </p:cNvPr>
          <p:cNvSpPr>
            <a:spLocks noGrp="1"/>
          </p:cNvSpPr>
          <p:nvPr/>
        </p:nvSpPr>
        <p:spPr>
          <a:xfrm>
            <a:off x="6160294" y="3621881"/>
            <a:ext cx="557213" cy="55721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2" name="anim_o2196_2">
            <a:extLst>
              <a:ext uri="{FF2B5EF4-FFF2-40B4-BE49-F238E27FC236}">
                <a16:creationId xmlns:a16="http://schemas.microsoft.com/office/drawing/2014/main" id="{0CEE25C3-0F7A-437C-9899-25E07F297DB3}"/>
              </a:ext>
            </a:extLst>
          </p:cNvPr>
          <p:cNvSpPr>
            <a:spLocks noGrp="1"/>
          </p:cNvSpPr>
          <p:nvPr/>
        </p:nvSpPr>
        <p:spPr>
          <a:xfrm>
            <a:off x="6717506" y="3621881"/>
            <a:ext cx="557213" cy="55721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3" name="anim_o2200_2">
            <a:extLst>
              <a:ext uri="{FF2B5EF4-FFF2-40B4-BE49-F238E27FC236}">
                <a16:creationId xmlns:a16="http://schemas.microsoft.com/office/drawing/2014/main" id="{9ECA0630-4807-4972-B796-362D66475E1E}"/>
              </a:ext>
            </a:extLst>
          </p:cNvPr>
          <p:cNvSpPr>
            <a:spLocks noGrp="1"/>
          </p:cNvSpPr>
          <p:nvPr/>
        </p:nvSpPr>
        <p:spPr>
          <a:xfrm>
            <a:off x="7274719" y="3621881"/>
            <a:ext cx="557213" cy="55721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4" name="anim_o2204_2">
            <a:extLst>
              <a:ext uri="{FF2B5EF4-FFF2-40B4-BE49-F238E27FC236}">
                <a16:creationId xmlns:a16="http://schemas.microsoft.com/office/drawing/2014/main" id="{5B7FF515-06A9-485A-91BD-03D2DA1E6C67}"/>
              </a:ext>
            </a:extLst>
          </p:cNvPr>
          <p:cNvSpPr>
            <a:spLocks noGrp="1"/>
          </p:cNvSpPr>
          <p:nvPr/>
        </p:nvSpPr>
        <p:spPr>
          <a:xfrm>
            <a:off x="6160294" y="4179094"/>
            <a:ext cx="557213" cy="55721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5" name="anim_o2209_2">
            <a:extLst>
              <a:ext uri="{FF2B5EF4-FFF2-40B4-BE49-F238E27FC236}">
                <a16:creationId xmlns:a16="http://schemas.microsoft.com/office/drawing/2014/main" id="{8CE06724-0EF3-4D4C-B907-88C2FB419215}"/>
              </a:ext>
            </a:extLst>
          </p:cNvPr>
          <p:cNvSpPr>
            <a:spLocks noGrp="1"/>
          </p:cNvSpPr>
          <p:nvPr/>
        </p:nvSpPr>
        <p:spPr>
          <a:xfrm>
            <a:off x="6717506" y="4179094"/>
            <a:ext cx="557213" cy="55721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6" name="anim_o2213_2">
            <a:extLst>
              <a:ext uri="{FF2B5EF4-FFF2-40B4-BE49-F238E27FC236}">
                <a16:creationId xmlns:a16="http://schemas.microsoft.com/office/drawing/2014/main" id="{B882A8B9-4174-4298-9319-EC94B8DCBE7D}"/>
              </a:ext>
            </a:extLst>
          </p:cNvPr>
          <p:cNvSpPr>
            <a:spLocks noGrp="1"/>
          </p:cNvSpPr>
          <p:nvPr/>
        </p:nvSpPr>
        <p:spPr>
          <a:xfrm>
            <a:off x="7274719" y="4179094"/>
            <a:ext cx="557213" cy="55721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53071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1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1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1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1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1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1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1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1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1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1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1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1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1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1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1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1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1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1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1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1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1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1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1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1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1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1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1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1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1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1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1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1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1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1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1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1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1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1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1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1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1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1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1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1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1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1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1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1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1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1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1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1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1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" dur="1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9" dur="1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1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5" dur="1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1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1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1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7" dur="1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0" dur="1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3" dur="1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6" dur="1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1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1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1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8" dur="1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1" dur="1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4" dur="1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7" dur="1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0" dur="1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3" dur="1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6" dur="1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9" dur="1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2" dur="1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5" dur="1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8" dur="1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9" fill="hold">
                            <p:stCondLst>
                              <p:cond delay="1500"/>
                            </p:stCondLst>
                            <p:childTnLst>
                              <p:par>
                                <p:cTn id="30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2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3" fill="hold">
                            <p:stCondLst>
                              <p:cond delay="2500"/>
                            </p:stCondLst>
                            <p:childTnLst>
                              <p:par>
                                <p:cTn id="30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6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2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8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4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6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2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8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4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7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8" fill="hold">
                            <p:stCondLst>
                              <p:cond delay="3500"/>
                            </p:stCondLst>
                            <p:childTnLst>
                              <p:par>
                                <p:cTn id="3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1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2" fill="hold">
                            <p:stCondLst>
                              <p:cond delay="4500"/>
                            </p:stCondLst>
                            <p:childTnLst>
                              <p:par>
                                <p:cTn id="3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5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8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1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4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7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0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3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6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9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2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5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8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1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4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7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0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3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6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7" fill="hold">
                      <p:stCondLst>
                        <p:cond delay="indefinite"/>
                      </p:stCondLst>
                      <p:childTnLst>
                        <p:par>
                          <p:cTn id="418" fill="hold">
                            <p:stCondLst>
                              <p:cond delay="0"/>
                            </p:stCondLst>
                            <p:childTnLst>
                              <p:par>
                                <p:cTn id="419" presetID="63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20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22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2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2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3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3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3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3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3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4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4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4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4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4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50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5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54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5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5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60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6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6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6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6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70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7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74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7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7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80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8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8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8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8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90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9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9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9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49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00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0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0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0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0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10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1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1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1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18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20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22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24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26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28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30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32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34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36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3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40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42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44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46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48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50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52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54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56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5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60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62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64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66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68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70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72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74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76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78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80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82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84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86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88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90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92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94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96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598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00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02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04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06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08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10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12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14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16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18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20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22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24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26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28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30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32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34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36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38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40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42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44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46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48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50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52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54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7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59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61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63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65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67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69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71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73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75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77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79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81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83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85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87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89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91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693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4" fill="hold">
                      <p:stCondLst>
                        <p:cond delay="indefinite"/>
                      </p:stCondLst>
                      <p:childTnLst>
                        <p:par>
                          <p:cTn id="695" fill="hold">
                            <p:stCondLst>
                              <p:cond delay="0"/>
                            </p:stCondLst>
                            <p:childTnLst>
                              <p:par>
                                <p:cTn id="696" presetID="10" presetClass="exit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7" dur="8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8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0" dur="8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2" fill="hold">
                            <p:stCondLst>
                              <p:cond delay="800"/>
                            </p:stCondLst>
                            <p:childTnLst>
                              <p:par>
                                <p:cTn id="703" presetID="10" presetClass="exit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4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0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4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6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0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2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6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7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8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2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4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8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0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4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6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0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2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6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7" fill="hold">
                            <p:stCondLst>
                              <p:cond delay="1300"/>
                            </p:stCondLst>
                            <p:childTnLst>
                              <p:par>
                                <p:cTn id="758" presetID="63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042969 -0.1625 E" pathEditMode="relative" ptsTypes="">
                                      <p:cBhvr>
                                        <p:cTn id="759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042969 -0.1625 E" pathEditMode="relative" ptsTypes="">
                                      <p:cBhvr>
                                        <p:cTn id="761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042969 -0.1625 E" pathEditMode="relative" ptsTypes="">
                                      <p:cBhvr>
                                        <p:cTn id="763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042969 -0.1625 E" pathEditMode="relative" ptsTypes="">
                                      <p:cBhvr>
                                        <p:cTn id="765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042969 -0.1625 E" pathEditMode="relative" ptsTypes="">
                                      <p:cBhvr>
                                        <p:cTn id="767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042969 -0.1625 E" pathEditMode="relative" ptsTypes="">
                                      <p:cBhvr>
                                        <p:cTn id="769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042969 -0.1625 E" pathEditMode="relative" ptsTypes="">
                                      <p:cBhvr>
                                        <p:cTn id="771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042969 -0.1625 E" pathEditMode="relative" ptsTypes="">
                                      <p:cBhvr>
                                        <p:cTn id="773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042969 -0.1625 E" pathEditMode="relative" ptsTypes="">
                                      <p:cBhvr>
                                        <p:cTn id="775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6875 L -0.4042969 -0.09375 E" pathEditMode="relative" ptsTypes="">
                                      <p:cBhvr>
                                        <p:cTn id="777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6875 L -0.4042969 -0.09375 E" pathEditMode="relative" ptsTypes="">
                                      <p:cBhvr>
                                        <p:cTn id="779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6875 L -0.4042969 -0.09375 E" pathEditMode="relative" ptsTypes="">
                                      <p:cBhvr>
                                        <p:cTn id="781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6875 L -0.4042969 -0.09375 E" pathEditMode="relative" ptsTypes="">
                                      <p:cBhvr>
                                        <p:cTn id="783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6875 L -0.4042969 -0.09375 E" pathEditMode="relative" ptsTypes="">
                                      <p:cBhvr>
                                        <p:cTn id="785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6875 L -0.4042969 -0.09375 E" pathEditMode="relative" ptsTypes="">
                                      <p:cBhvr>
                                        <p:cTn id="787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6875 L -0.4042969 -0.09375 E" pathEditMode="relative" ptsTypes="">
                                      <p:cBhvr>
                                        <p:cTn id="789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6875 L -0.4042969 -0.09375 E" pathEditMode="relative" ptsTypes="">
                                      <p:cBhvr>
                                        <p:cTn id="791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6875 L -0.4042969 -0.09375 E" pathEditMode="relative" ptsTypes="">
                                      <p:cBhvr>
                                        <p:cTn id="793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7" grpId="0" animBg="1"/>
      <p:bldP spid="147" grpId="1" animBg="1"/>
      <p:bldP spid="2" grpId="0" animBg="1"/>
      <p:bldP spid="2" grpId="1" animBg="1"/>
      <p:bldP spid="3" grpId="0" animBg="1"/>
      <p:bldP spid="3" grpId="1" animBg="1"/>
      <p:bldP spid="4" grpId="0" animBg="1"/>
      <p:bldP spid="4" grpId="1" animBg="1"/>
      <p:bldP spid="5" grpId="0" animBg="1"/>
      <p:bldP spid="5" grpId="1" animBg="1"/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9" grpId="0" animBg="1"/>
      <p:bldP spid="9" grpId="1" animBg="1"/>
      <p:bldP spid="10" grpId="0" animBg="1"/>
      <p:bldP spid="10" grpId="1" animBg="1"/>
      <p:bldP spid="11" grpId="0" animBg="1"/>
      <p:bldP spid="11" grpId="1" animBg="1"/>
      <p:bldP spid="12" grpId="0" animBg="1"/>
      <p:bldP spid="12" grpId="1" animBg="1"/>
      <p:bldP spid="13" grpId="0" animBg="1"/>
      <p:bldP spid="13" grpId="1" animBg="1"/>
      <p:bldP spid="14" grpId="0" animBg="1"/>
      <p:bldP spid="14" grpId="1" animBg="1"/>
      <p:bldP spid="15" grpId="0" animBg="1"/>
      <p:bldP spid="15" grpId="1" animBg="1"/>
      <p:bldP spid="16" grpId="0" animBg="1"/>
      <p:bldP spid="16" grpId="1" animBg="1"/>
      <p:bldP spid="17" grpId="0" animBg="1"/>
      <p:bldP spid="17" grpId="1" animBg="1"/>
      <p:bldP spid="18" grpId="0" animBg="1"/>
      <p:bldP spid="18" grpId="1" animBg="1"/>
      <p:bldP spid="19" grpId="0" animBg="1"/>
      <p:bldP spid="19" grpId="1" animBg="1"/>
      <p:bldP spid="20" grpId="0" animBg="1"/>
      <p:bldP spid="20" grpId="1" animBg="1"/>
      <p:bldP spid="21" grpId="0" animBg="1"/>
      <p:bldP spid="21" grpId="1" animBg="1"/>
      <p:bldP spid="22" grpId="0" animBg="1"/>
      <p:bldP spid="22" grpId="1" animBg="1"/>
      <p:bldP spid="23" grpId="0" animBg="1"/>
      <p:bldP spid="23" grpId="1" animBg="1"/>
      <p:bldP spid="24" grpId="0" animBg="1"/>
      <p:bldP spid="24" grpId="1" animBg="1"/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  <p:bldP spid="33" grpId="0" animBg="1"/>
      <p:bldP spid="33" grpId="1" animBg="1"/>
      <p:bldP spid="34" grpId="0" animBg="1"/>
      <p:bldP spid="34" grpId="1" animBg="1"/>
      <p:bldP spid="35" grpId="0" animBg="1"/>
      <p:bldP spid="35" grpId="1" animBg="1"/>
      <p:bldP spid="36" grpId="0" animBg="1"/>
      <p:bldP spid="36" grpId="1" animBg="1"/>
      <p:bldP spid="37" grpId="0" animBg="1"/>
      <p:bldP spid="37" grpId="1" animBg="1"/>
      <p:bldP spid="38" grpId="0" animBg="1"/>
      <p:bldP spid="38" grpId="1" animBg="1"/>
      <p:bldP spid="39" grpId="0" animBg="1"/>
      <p:bldP spid="39" grpId="1" animBg="1"/>
      <p:bldP spid="40" grpId="0" animBg="1"/>
      <p:bldP spid="40" grpId="1" animBg="1"/>
      <p:bldP spid="41" grpId="0" animBg="1"/>
      <p:bldP spid="41" grpId="1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/>
      <p:bldP spid="50" grpId="1"/>
      <p:bldP spid="51" grpId="0"/>
      <p:bldP spid="51" grpId="1"/>
      <p:bldP spid="52" grpId="0"/>
      <p:bldP spid="52" grpId="1"/>
      <p:bldP spid="53" grpId="0"/>
      <p:bldP spid="53" grpId="1"/>
      <p:bldP spid="54" grpId="0"/>
      <p:bldP spid="54" grpId="1"/>
      <p:bldP spid="55" grpId="0"/>
      <p:bldP spid="55" grpId="1"/>
      <p:bldP spid="56" grpId="0"/>
      <p:bldP spid="56" grpId="1"/>
      <p:bldP spid="57" grpId="0"/>
      <p:bldP spid="57" grpId="1"/>
      <p:bldP spid="58" grpId="0"/>
      <p:bldP spid="58" grpId="1"/>
      <p:bldP spid="59" grpId="0"/>
      <p:bldP spid="59" grpId="1"/>
      <p:bldP spid="60" grpId="0"/>
      <p:bldP spid="60" grpId="1"/>
      <p:bldP spid="61" grpId="0"/>
      <p:bldP spid="61" grpId="1"/>
      <p:bldP spid="62" grpId="0"/>
      <p:bldP spid="62" grpId="1"/>
      <p:bldP spid="63" grpId="0"/>
      <p:bldP spid="63" grpId="1"/>
      <p:bldP spid="64" grpId="0"/>
      <p:bldP spid="64" grpId="1"/>
      <p:bldP spid="65" grpId="0"/>
      <p:bldP spid="65" grpId="1"/>
      <p:bldP spid="66" grpId="0"/>
      <p:bldP spid="66" grpId="1"/>
      <p:bldP spid="67" grpId="0"/>
      <p:bldP spid="67" grpId="1"/>
      <p:bldP spid="68" grpId="0"/>
      <p:bldP spid="68" grpId="1"/>
      <p:bldP spid="69" grpId="0"/>
      <p:bldP spid="69" grpId="1"/>
      <p:bldP spid="70" grpId="0"/>
      <p:bldP spid="70" grpId="1"/>
      <p:bldP spid="71" grpId="0"/>
      <p:bldP spid="71" grpId="1"/>
      <p:bldP spid="72" grpId="0"/>
      <p:bldP spid="72" grpId="1"/>
      <p:bldP spid="73" grpId="0"/>
      <p:bldP spid="73" grpId="1"/>
      <p:bldP spid="74" grpId="0"/>
      <p:bldP spid="74" grpId="1"/>
      <p:bldP spid="75" grpId="0"/>
      <p:bldP spid="75" grpId="1"/>
      <p:bldP spid="76" grpId="0"/>
      <p:bldP spid="76" grpId="1"/>
      <p:bldP spid="77" grpId="0"/>
      <p:bldP spid="77" grpId="1"/>
      <p:bldP spid="78" grpId="0"/>
      <p:bldP spid="78" grpId="1"/>
      <p:bldP spid="79" grpId="0"/>
      <p:bldP spid="79" grpId="1"/>
      <p:bldP spid="80" grpId="0"/>
      <p:bldP spid="80" grpId="1"/>
      <p:bldP spid="81" grpId="0"/>
      <p:bldP spid="81" grpId="1"/>
      <p:bldP spid="82" grpId="0"/>
      <p:bldP spid="82" grpId="1"/>
      <p:bldP spid="83" grpId="0"/>
      <p:bldP spid="83" grpId="1"/>
      <p:bldP spid="84" grpId="0"/>
      <p:bldP spid="84" grpId="1"/>
      <p:bldP spid="85" grpId="0"/>
      <p:bldP spid="85" grpId="1"/>
      <p:bldP spid="86" grpId="0"/>
      <p:bldP spid="86" grpId="1"/>
      <p:bldP spid="87" grpId="0"/>
      <p:bldP spid="87" grpId="1"/>
      <p:bldP spid="88" grpId="0"/>
      <p:bldP spid="88" grpId="1"/>
      <p:bldP spid="89" grpId="0"/>
      <p:bldP spid="89" grpId="1"/>
      <p:bldP spid="90" grpId="0"/>
      <p:bldP spid="90" grpId="1"/>
      <p:bldP spid="91" grpId="0"/>
      <p:bldP spid="91" grpId="1"/>
      <p:bldP spid="92" grpId="0"/>
      <p:bldP spid="92" grpId="1"/>
      <p:bldP spid="93" grpId="0"/>
      <p:bldP spid="93" grpId="1"/>
      <p:bldP spid="94" grpId="0"/>
      <p:bldP spid="94" grpId="1"/>
      <p:bldP spid="95" grpId="0"/>
      <p:bldP spid="95" grpId="1"/>
      <p:bldP spid="96" grpId="0"/>
      <p:bldP spid="96" grpId="1"/>
      <p:bldP spid="97" grpId="0"/>
      <p:bldP spid="97" grpId="1"/>
      <p:bldP spid="98" grpId="0"/>
      <p:bldP spid="98" grpId="1"/>
      <p:bldP spid="99" grpId="0"/>
      <p:bldP spid="99" grpId="1"/>
      <p:bldP spid="99" grpId="2"/>
      <p:bldP spid="100" grpId="0" animBg="1"/>
      <p:bldP spid="100" grpId="1" animBg="1"/>
      <p:bldP spid="100" grpId="2" animBg="1"/>
      <p:bldP spid="101" grpId="0" animBg="1"/>
      <p:bldP spid="101" grpId="1" animBg="1"/>
      <p:bldP spid="101" grpId="2" animBg="1"/>
      <p:bldP spid="102" grpId="0" animBg="1"/>
      <p:bldP spid="102" grpId="1" animBg="1"/>
      <p:bldP spid="102" grpId="2" animBg="1"/>
      <p:bldP spid="103" grpId="0" animBg="1"/>
      <p:bldP spid="103" grpId="1" animBg="1"/>
      <p:bldP spid="103" grpId="2" animBg="1"/>
      <p:bldP spid="104" grpId="0" animBg="1"/>
      <p:bldP spid="104" grpId="1" animBg="1"/>
      <p:bldP spid="104" grpId="2" animBg="1"/>
      <p:bldP spid="105" grpId="0" animBg="1"/>
      <p:bldP spid="105" grpId="1" animBg="1"/>
      <p:bldP spid="105" grpId="2" animBg="1"/>
      <p:bldP spid="106" grpId="0" animBg="1"/>
      <p:bldP spid="106" grpId="1" animBg="1"/>
      <p:bldP spid="106" grpId="2" animBg="1"/>
      <p:bldP spid="107" grpId="0" animBg="1"/>
      <p:bldP spid="107" grpId="1" animBg="1"/>
      <p:bldP spid="107" grpId="2" animBg="1"/>
      <p:bldP spid="108" grpId="0" animBg="1"/>
      <p:bldP spid="108" grpId="1" animBg="1"/>
      <p:bldP spid="108" grpId="2" animBg="1"/>
      <p:bldP spid="109" grpId="0"/>
      <p:bldP spid="109" grpId="1"/>
      <p:bldP spid="109" grpId="2"/>
      <p:bldP spid="110" grpId="0"/>
      <p:bldP spid="110" grpId="1"/>
      <p:bldP spid="110" grpId="2"/>
      <p:bldP spid="111" grpId="0"/>
      <p:bldP spid="111" grpId="1"/>
      <p:bldP spid="111" grpId="2"/>
      <p:bldP spid="112" grpId="0"/>
      <p:bldP spid="112" grpId="1"/>
      <p:bldP spid="112" grpId="2"/>
      <p:bldP spid="113" grpId="0"/>
      <p:bldP spid="113" grpId="1"/>
      <p:bldP spid="113" grpId="2"/>
      <p:bldP spid="114" grpId="0"/>
      <p:bldP spid="114" grpId="1"/>
      <p:bldP spid="114" grpId="2"/>
      <p:bldP spid="115" grpId="0"/>
      <p:bldP spid="115" grpId="1"/>
      <p:bldP spid="115" grpId="2"/>
      <p:bldP spid="116" grpId="0"/>
      <p:bldP spid="116" grpId="1"/>
      <p:bldP spid="116" grpId="2"/>
      <p:bldP spid="117" grpId="0"/>
      <p:bldP spid="117" grpId="1"/>
      <p:bldP spid="117" grpId="2"/>
      <p:bldP spid="118" grpId="0"/>
      <p:bldP spid="118" grpId="1"/>
      <p:bldP spid="118" grpId="2"/>
      <p:bldP spid="119" grpId="0" animBg="1"/>
      <p:bldP spid="119" grpId="1" animBg="1"/>
      <p:bldP spid="120" grpId="0" animBg="1"/>
      <p:bldP spid="120" grpId="1" animBg="1"/>
      <p:bldP spid="121" grpId="0" animBg="1"/>
      <p:bldP spid="121" grpId="1" animBg="1"/>
      <p:bldP spid="122" grpId="0" animBg="1"/>
      <p:bldP spid="122" grpId="1" animBg="1"/>
      <p:bldP spid="123" grpId="0" animBg="1"/>
      <p:bldP spid="123" grpId="1" animBg="1"/>
      <p:bldP spid="124" grpId="0" animBg="1"/>
      <p:bldP spid="124" grpId="1" animBg="1"/>
      <p:bldP spid="125" grpId="0" animBg="1"/>
      <p:bldP spid="125" grpId="1" animBg="1"/>
      <p:bldP spid="126" grpId="0" animBg="1"/>
      <p:bldP spid="126" grpId="1" animBg="1"/>
      <p:bldP spid="127" grpId="0" animBg="1"/>
      <p:bldP spid="127" grpId="1" animBg="1"/>
      <p:bldP spid="128" grpId="0"/>
      <p:bldP spid="128" grpId="1"/>
      <p:bldP spid="129" grpId="0"/>
      <p:bldP spid="129" grpId="1"/>
      <p:bldP spid="130" grpId="0"/>
      <p:bldP spid="130" grpId="1"/>
      <p:bldP spid="131" grpId="0"/>
      <p:bldP spid="131" grpId="1"/>
      <p:bldP spid="132" grpId="0"/>
      <p:bldP spid="132" grpId="1"/>
      <p:bldP spid="133" grpId="0"/>
      <p:bldP spid="133" grpId="1"/>
      <p:bldP spid="134" grpId="0"/>
      <p:bldP spid="134" grpId="1"/>
      <p:bldP spid="135" grpId="0"/>
      <p:bldP spid="135" grpId="1"/>
      <p:bldP spid="136" grpId="0"/>
      <p:bldP spid="136" grpId="1"/>
      <p:bldP spid="137" grpId="0"/>
      <p:bldP spid="138" grpId="0" animBg="1"/>
      <p:bldP spid="138" grpId="1" animBg="1"/>
      <p:bldP spid="139" grpId="0" animBg="1"/>
      <p:bldP spid="139" grpId="1" animBg="1"/>
      <p:bldP spid="140" grpId="0" animBg="1"/>
      <p:bldP spid="140" grpId="1" animBg="1"/>
      <p:bldP spid="141" grpId="0" animBg="1"/>
      <p:bldP spid="141" grpId="1" animBg="1"/>
      <p:bldP spid="142" grpId="0" animBg="1"/>
      <p:bldP spid="142" grpId="1" animBg="1"/>
      <p:bldP spid="143" grpId="0" animBg="1"/>
      <p:bldP spid="143" grpId="1" animBg="1"/>
      <p:bldP spid="144" grpId="0" animBg="1"/>
      <p:bldP spid="144" grpId="1" animBg="1"/>
      <p:bldP spid="145" grpId="0" animBg="1"/>
      <p:bldP spid="145" grpId="1" animBg="1"/>
      <p:bldP spid="146" grpId="0" animBg="1"/>
      <p:bldP spid="146" grpId="1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" name="anim_o1981_1">
            <a:extLst>
              <a:ext uri="{FF2B5EF4-FFF2-40B4-BE49-F238E27FC236}">
                <a16:creationId xmlns:a16="http://schemas.microsoft.com/office/drawing/2014/main" id="{050C6A52-F8F1-4518-A222-A45C302BDF17}"/>
              </a:ext>
            </a:extLst>
          </p:cNvPr>
          <p:cNvSpPr>
            <a:spLocks noGrp="1"/>
          </p:cNvSpPr>
          <p:nvPr/>
        </p:nvSpPr>
        <p:spPr>
          <a:xfrm>
            <a:off x="1231106" y="1950244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1985_1">
            <a:extLst>
              <a:ext uri="{FF2B5EF4-FFF2-40B4-BE49-F238E27FC236}">
                <a16:creationId xmlns:a16="http://schemas.microsoft.com/office/drawing/2014/main" id="{7A466829-4DB2-46D1-BB84-6BF91643BD21}"/>
              </a:ext>
            </a:extLst>
          </p:cNvPr>
          <p:cNvSpPr>
            <a:spLocks noGrp="1"/>
          </p:cNvSpPr>
          <p:nvPr/>
        </p:nvSpPr>
        <p:spPr>
          <a:xfrm>
            <a:off x="1788319" y="1950244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1989_1">
            <a:extLst>
              <a:ext uri="{FF2B5EF4-FFF2-40B4-BE49-F238E27FC236}">
                <a16:creationId xmlns:a16="http://schemas.microsoft.com/office/drawing/2014/main" id="{EED882B0-C6F7-4847-A091-27136FE36A58}"/>
              </a:ext>
            </a:extLst>
          </p:cNvPr>
          <p:cNvSpPr>
            <a:spLocks noGrp="1"/>
          </p:cNvSpPr>
          <p:nvPr/>
        </p:nvSpPr>
        <p:spPr>
          <a:xfrm>
            <a:off x="2345531" y="1950244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1993_1">
            <a:extLst>
              <a:ext uri="{FF2B5EF4-FFF2-40B4-BE49-F238E27FC236}">
                <a16:creationId xmlns:a16="http://schemas.microsoft.com/office/drawing/2014/main" id="{09F27D8F-71AE-42EB-B4BB-52AE09C8BA7C}"/>
              </a:ext>
            </a:extLst>
          </p:cNvPr>
          <p:cNvSpPr>
            <a:spLocks noGrp="1"/>
          </p:cNvSpPr>
          <p:nvPr/>
        </p:nvSpPr>
        <p:spPr>
          <a:xfrm>
            <a:off x="2902744" y="1950244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1997_1">
            <a:extLst>
              <a:ext uri="{FF2B5EF4-FFF2-40B4-BE49-F238E27FC236}">
                <a16:creationId xmlns:a16="http://schemas.microsoft.com/office/drawing/2014/main" id="{AA16C07D-ABB5-4716-B408-E62FEDB0186C}"/>
              </a:ext>
            </a:extLst>
          </p:cNvPr>
          <p:cNvSpPr>
            <a:spLocks noGrp="1"/>
          </p:cNvSpPr>
          <p:nvPr/>
        </p:nvSpPr>
        <p:spPr>
          <a:xfrm>
            <a:off x="3459956" y="1950244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2001_1">
            <a:extLst>
              <a:ext uri="{FF2B5EF4-FFF2-40B4-BE49-F238E27FC236}">
                <a16:creationId xmlns:a16="http://schemas.microsoft.com/office/drawing/2014/main" id="{0AE058B2-6BC9-492C-BD74-0B59399D767B}"/>
              </a:ext>
            </a:extLst>
          </p:cNvPr>
          <p:cNvSpPr>
            <a:spLocks noGrp="1"/>
          </p:cNvSpPr>
          <p:nvPr/>
        </p:nvSpPr>
        <p:spPr>
          <a:xfrm>
            <a:off x="4017169" y="1950244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2005_1">
            <a:extLst>
              <a:ext uri="{FF2B5EF4-FFF2-40B4-BE49-F238E27FC236}">
                <a16:creationId xmlns:a16="http://schemas.microsoft.com/office/drawing/2014/main" id="{8D4DBB2D-EFEA-4650-8B28-F948B3F0CEFC}"/>
              </a:ext>
            </a:extLst>
          </p:cNvPr>
          <p:cNvSpPr>
            <a:spLocks noGrp="1"/>
          </p:cNvSpPr>
          <p:nvPr/>
        </p:nvSpPr>
        <p:spPr>
          <a:xfrm>
            <a:off x="4574381" y="1950244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2009_1">
            <a:extLst>
              <a:ext uri="{FF2B5EF4-FFF2-40B4-BE49-F238E27FC236}">
                <a16:creationId xmlns:a16="http://schemas.microsoft.com/office/drawing/2014/main" id="{4EB9DA68-32C2-4967-8F0B-2EF4BE48B0EA}"/>
              </a:ext>
            </a:extLst>
          </p:cNvPr>
          <p:cNvSpPr>
            <a:spLocks noGrp="1"/>
          </p:cNvSpPr>
          <p:nvPr/>
        </p:nvSpPr>
        <p:spPr>
          <a:xfrm>
            <a:off x="1231106" y="250745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2013_1">
            <a:extLst>
              <a:ext uri="{FF2B5EF4-FFF2-40B4-BE49-F238E27FC236}">
                <a16:creationId xmlns:a16="http://schemas.microsoft.com/office/drawing/2014/main" id="{A9B69D56-5321-4BB5-9FDE-17EB0600816B}"/>
              </a:ext>
            </a:extLst>
          </p:cNvPr>
          <p:cNvSpPr>
            <a:spLocks noGrp="1"/>
          </p:cNvSpPr>
          <p:nvPr/>
        </p:nvSpPr>
        <p:spPr>
          <a:xfrm>
            <a:off x="1788319" y="250745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2017_1">
            <a:extLst>
              <a:ext uri="{FF2B5EF4-FFF2-40B4-BE49-F238E27FC236}">
                <a16:creationId xmlns:a16="http://schemas.microsoft.com/office/drawing/2014/main" id="{883FAAB4-B450-47DD-8671-CF1CA7B0E3F5}"/>
              </a:ext>
            </a:extLst>
          </p:cNvPr>
          <p:cNvSpPr>
            <a:spLocks noGrp="1"/>
          </p:cNvSpPr>
          <p:nvPr/>
        </p:nvSpPr>
        <p:spPr>
          <a:xfrm>
            <a:off x="2345531" y="250745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2021_1">
            <a:extLst>
              <a:ext uri="{FF2B5EF4-FFF2-40B4-BE49-F238E27FC236}">
                <a16:creationId xmlns:a16="http://schemas.microsoft.com/office/drawing/2014/main" id="{EFEB1DBB-7083-4A84-9249-C8DB4FBC42E4}"/>
              </a:ext>
            </a:extLst>
          </p:cNvPr>
          <p:cNvSpPr>
            <a:spLocks noGrp="1"/>
          </p:cNvSpPr>
          <p:nvPr/>
        </p:nvSpPr>
        <p:spPr>
          <a:xfrm>
            <a:off x="2902744" y="250745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2025_1">
            <a:extLst>
              <a:ext uri="{FF2B5EF4-FFF2-40B4-BE49-F238E27FC236}">
                <a16:creationId xmlns:a16="http://schemas.microsoft.com/office/drawing/2014/main" id="{E3DF46D2-5E61-465E-A6B4-031329813045}"/>
              </a:ext>
            </a:extLst>
          </p:cNvPr>
          <p:cNvSpPr>
            <a:spLocks noGrp="1"/>
          </p:cNvSpPr>
          <p:nvPr/>
        </p:nvSpPr>
        <p:spPr>
          <a:xfrm>
            <a:off x="3459956" y="250745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2029_1">
            <a:extLst>
              <a:ext uri="{FF2B5EF4-FFF2-40B4-BE49-F238E27FC236}">
                <a16:creationId xmlns:a16="http://schemas.microsoft.com/office/drawing/2014/main" id="{4AB95252-B0D2-4D07-8F26-4D4937EB5C19}"/>
              </a:ext>
            </a:extLst>
          </p:cNvPr>
          <p:cNvSpPr>
            <a:spLocks noGrp="1"/>
          </p:cNvSpPr>
          <p:nvPr/>
        </p:nvSpPr>
        <p:spPr>
          <a:xfrm>
            <a:off x="4017169" y="250745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2033_1">
            <a:extLst>
              <a:ext uri="{FF2B5EF4-FFF2-40B4-BE49-F238E27FC236}">
                <a16:creationId xmlns:a16="http://schemas.microsoft.com/office/drawing/2014/main" id="{616B6EA1-F9E8-4295-B7CF-1A9CF9FAE701}"/>
              </a:ext>
            </a:extLst>
          </p:cNvPr>
          <p:cNvSpPr>
            <a:spLocks noGrp="1"/>
          </p:cNvSpPr>
          <p:nvPr/>
        </p:nvSpPr>
        <p:spPr>
          <a:xfrm>
            <a:off x="4574381" y="250745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2037_1">
            <a:extLst>
              <a:ext uri="{FF2B5EF4-FFF2-40B4-BE49-F238E27FC236}">
                <a16:creationId xmlns:a16="http://schemas.microsoft.com/office/drawing/2014/main" id="{57D39AFA-BCCF-44C6-8F2A-62CD123A9323}"/>
              </a:ext>
            </a:extLst>
          </p:cNvPr>
          <p:cNvSpPr>
            <a:spLocks noGrp="1"/>
          </p:cNvSpPr>
          <p:nvPr/>
        </p:nvSpPr>
        <p:spPr>
          <a:xfrm>
            <a:off x="1231106" y="306466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2041_1">
            <a:extLst>
              <a:ext uri="{FF2B5EF4-FFF2-40B4-BE49-F238E27FC236}">
                <a16:creationId xmlns:a16="http://schemas.microsoft.com/office/drawing/2014/main" id="{0636917C-397E-47B4-BACA-66F8A78D9F90}"/>
              </a:ext>
            </a:extLst>
          </p:cNvPr>
          <p:cNvSpPr>
            <a:spLocks noGrp="1"/>
          </p:cNvSpPr>
          <p:nvPr/>
        </p:nvSpPr>
        <p:spPr>
          <a:xfrm>
            <a:off x="1788319" y="306466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2045_1">
            <a:extLst>
              <a:ext uri="{FF2B5EF4-FFF2-40B4-BE49-F238E27FC236}">
                <a16:creationId xmlns:a16="http://schemas.microsoft.com/office/drawing/2014/main" id="{874E208F-2DE0-481A-8068-3AE47F33EE2E}"/>
              </a:ext>
            </a:extLst>
          </p:cNvPr>
          <p:cNvSpPr>
            <a:spLocks noGrp="1"/>
          </p:cNvSpPr>
          <p:nvPr/>
        </p:nvSpPr>
        <p:spPr>
          <a:xfrm>
            <a:off x="2345531" y="306466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2049_1">
            <a:extLst>
              <a:ext uri="{FF2B5EF4-FFF2-40B4-BE49-F238E27FC236}">
                <a16:creationId xmlns:a16="http://schemas.microsoft.com/office/drawing/2014/main" id="{69D6D599-6407-4AF6-94E9-3B28BA2D904B}"/>
              </a:ext>
            </a:extLst>
          </p:cNvPr>
          <p:cNvSpPr>
            <a:spLocks noGrp="1"/>
          </p:cNvSpPr>
          <p:nvPr/>
        </p:nvSpPr>
        <p:spPr>
          <a:xfrm>
            <a:off x="2902744" y="306466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2053_1">
            <a:extLst>
              <a:ext uri="{FF2B5EF4-FFF2-40B4-BE49-F238E27FC236}">
                <a16:creationId xmlns:a16="http://schemas.microsoft.com/office/drawing/2014/main" id="{5AD70B1E-47F9-47D2-8670-4139E57AC51E}"/>
              </a:ext>
            </a:extLst>
          </p:cNvPr>
          <p:cNvSpPr>
            <a:spLocks noGrp="1"/>
          </p:cNvSpPr>
          <p:nvPr/>
        </p:nvSpPr>
        <p:spPr>
          <a:xfrm>
            <a:off x="3459956" y="306466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2057_1">
            <a:extLst>
              <a:ext uri="{FF2B5EF4-FFF2-40B4-BE49-F238E27FC236}">
                <a16:creationId xmlns:a16="http://schemas.microsoft.com/office/drawing/2014/main" id="{F34FCEC4-FA85-472D-B87D-09AA75B27CAB}"/>
              </a:ext>
            </a:extLst>
          </p:cNvPr>
          <p:cNvSpPr>
            <a:spLocks noGrp="1"/>
          </p:cNvSpPr>
          <p:nvPr/>
        </p:nvSpPr>
        <p:spPr>
          <a:xfrm>
            <a:off x="4017169" y="306466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2061_1">
            <a:extLst>
              <a:ext uri="{FF2B5EF4-FFF2-40B4-BE49-F238E27FC236}">
                <a16:creationId xmlns:a16="http://schemas.microsoft.com/office/drawing/2014/main" id="{AFA1F430-690D-49F9-B569-B02021506440}"/>
              </a:ext>
            </a:extLst>
          </p:cNvPr>
          <p:cNvSpPr>
            <a:spLocks noGrp="1"/>
          </p:cNvSpPr>
          <p:nvPr/>
        </p:nvSpPr>
        <p:spPr>
          <a:xfrm>
            <a:off x="4574381" y="306466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2065_1">
            <a:extLst>
              <a:ext uri="{FF2B5EF4-FFF2-40B4-BE49-F238E27FC236}">
                <a16:creationId xmlns:a16="http://schemas.microsoft.com/office/drawing/2014/main" id="{74D1971C-3899-462D-992A-6447CB7BDE64}"/>
              </a:ext>
            </a:extLst>
          </p:cNvPr>
          <p:cNvSpPr>
            <a:spLocks noGrp="1"/>
          </p:cNvSpPr>
          <p:nvPr/>
        </p:nvSpPr>
        <p:spPr>
          <a:xfrm>
            <a:off x="1231106" y="3621881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2069_1">
            <a:extLst>
              <a:ext uri="{FF2B5EF4-FFF2-40B4-BE49-F238E27FC236}">
                <a16:creationId xmlns:a16="http://schemas.microsoft.com/office/drawing/2014/main" id="{75FEB0F4-8764-440C-BDB5-EFF3D667B1F4}"/>
              </a:ext>
            </a:extLst>
          </p:cNvPr>
          <p:cNvSpPr>
            <a:spLocks noGrp="1"/>
          </p:cNvSpPr>
          <p:nvPr/>
        </p:nvSpPr>
        <p:spPr>
          <a:xfrm>
            <a:off x="1788319" y="3621881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2073_1">
            <a:extLst>
              <a:ext uri="{FF2B5EF4-FFF2-40B4-BE49-F238E27FC236}">
                <a16:creationId xmlns:a16="http://schemas.microsoft.com/office/drawing/2014/main" id="{0DB97683-E4EF-472B-81B3-243FABE84DC5}"/>
              </a:ext>
            </a:extLst>
          </p:cNvPr>
          <p:cNvSpPr>
            <a:spLocks noGrp="1"/>
          </p:cNvSpPr>
          <p:nvPr/>
        </p:nvSpPr>
        <p:spPr>
          <a:xfrm>
            <a:off x="2345531" y="3621881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2077_1">
            <a:extLst>
              <a:ext uri="{FF2B5EF4-FFF2-40B4-BE49-F238E27FC236}">
                <a16:creationId xmlns:a16="http://schemas.microsoft.com/office/drawing/2014/main" id="{BAD53781-BE0C-4B7F-8F8D-ABF7ED8741D2}"/>
              </a:ext>
            </a:extLst>
          </p:cNvPr>
          <p:cNvSpPr>
            <a:spLocks noGrp="1"/>
          </p:cNvSpPr>
          <p:nvPr/>
        </p:nvSpPr>
        <p:spPr>
          <a:xfrm>
            <a:off x="2902744" y="3621881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2081_1">
            <a:extLst>
              <a:ext uri="{FF2B5EF4-FFF2-40B4-BE49-F238E27FC236}">
                <a16:creationId xmlns:a16="http://schemas.microsoft.com/office/drawing/2014/main" id="{0C07BB6F-F833-4F8D-B79D-059128953075}"/>
              </a:ext>
            </a:extLst>
          </p:cNvPr>
          <p:cNvSpPr>
            <a:spLocks noGrp="1"/>
          </p:cNvSpPr>
          <p:nvPr/>
        </p:nvSpPr>
        <p:spPr>
          <a:xfrm>
            <a:off x="3459956" y="3621881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2085_1">
            <a:extLst>
              <a:ext uri="{FF2B5EF4-FFF2-40B4-BE49-F238E27FC236}">
                <a16:creationId xmlns:a16="http://schemas.microsoft.com/office/drawing/2014/main" id="{1FCFB426-95D9-4610-8E5A-D46FBD93B19F}"/>
              </a:ext>
            </a:extLst>
          </p:cNvPr>
          <p:cNvSpPr>
            <a:spLocks noGrp="1"/>
          </p:cNvSpPr>
          <p:nvPr/>
        </p:nvSpPr>
        <p:spPr>
          <a:xfrm>
            <a:off x="4017169" y="3621881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2089_1">
            <a:extLst>
              <a:ext uri="{FF2B5EF4-FFF2-40B4-BE49-F238E27FC236}">
                <a16:creationId xmlns:a16="http://schemas.microsoft.com/office/drawing/2014/main" id="{35FB0899-B978-470F-91A0-302B3911B7CE}"/>
              </a:ext>
            </a:extLst>
          </p:cNvPr>
          <p:cNvSpPr>
            <a:spLocks noGrp="1"/>
          </p:cNvSpPr>
          <p:nvPr/>
        </p:nvSpPr>
        <p:spPr>
          <a:xfrm>
            <a:off x="4574381" y="3621881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2093_1">
            <a:extLst>
              <a:ext uri="{FF2B5EF4-FFF2-40B4-BE49-F238E27FC236}">
                <a16:creationId xmlns:a16="http://schemas.microsoft.com/office/drawing/2014/main" id="{02AB1896-0937-44CA-801C-E0EF696A9F1B}"/>
              </a:ext>
            </a:extLst>
          </p:cNvPr>
          <p:cNvSpPr>
            <a:spLocks noGrp="1"/>
          </p:cNvSpPr>
          <p:nvPr/>
        </p:nvSpPr>
        <p:spPr>
          <a:xfrm>
            <a:off x="1231106" y="4179094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2097_1">
            <a:extLst>
              <a:ext uri="{FF2B5EF4-FFF2-40B4-BE49-F238E27FC236}">
                <a16:creationId xmlns:a16="http://schemas.microsoft.com/office/drawing/2014/main" id="{BB3975C0-1A9B-4DD8-955F-0E9748FD4477}"/>
              </a:ext>
            </a:extLst>
          </p:cNvPr>
          <p:cNvSpPr>
            <a:spLocks noGrp="1"/>
          </p:cNvSpPr>
          <p:nvPr/>
        </p:nvSpPr>
        <p:spPr>
          <a:xfrm>
            <a:off x="1788319" y="4179094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2101_1">
            <a:extLst>
              <a:ext uri="{FF2B5EF4-FFF2-40B4-BE49-F238E27FC236}">
                <a16:creationId xmlns:a16="http://schemas.microsoft.com/office/drawing/2014/main" id="{D4763F90-514F-4A8C-8385-0305D89CCA0E}"/>
              </a:ext>
            </a:extLst>
          </p:cNvPr>
          <p:cNvSpPr>
            <a:spLocks noGrp="1"/>
          </p:cNvSpPr>
          <p:nvPr/>
        </p:nvSpPr>
        <p:spPr>
          <a:xfrm>
            <a:off x="2345531" y="4179094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2105_1">
            <a:extLst>
              <a:ext uri="{FF2B5EF4-FFF2-40B4-BE49-F238E27FC236}">
                <a16:creationId xmlns:a16="http://schemas.microsoft.com/office/drawing/2014/main" id="{67C56B10-D24A-4DDC-B82C-3E1C55D1C707}"/>
              </a:ext>
            </a:extLst>
          </p:cNvPr>
          <p:cNvSpPr>
            <a:spLocks noGrp="1"/>
          </p:cNvSpPr>
          <p:nvPr/>
        </p:nvSpPr>
        <p:spPr>
          <a:xfrm>
            <a:off x="2902744" y="4179094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2109_1">
            <a:extLst>
              <a:ext uri="{FF2B5EF4-FFF2-40B4-BE49-F238E27FC236}">
                <a16:creationId xmlns:a16="http://schemas.microsoft.com/office/drawing/2014/main" id="{1615ADFA-5666-4E88-8BD2-98537815F472}"/>
              </a:ext>
            </a:extLst>
          </p:cNvPr>
          <p:cNvSpPr>
            <a:spLocks noGrp="1"/>
          </p:cNvSpPr>
          <p:nvPr/>
        </p:nvSpPr>
        <p:spPr>
          <a:xfrm>
            <a:off x="3459956" y="4179094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2113_1">
            <a:extLst>
              <a:ext uri="{FF2B5EF4-FFF2-40B4-BE49-F238E27FC236}">
                <a16:creationId xmlns:a16="http://schemas.microsoft.com/office/drawing/2014/main" id="{0BE59E04-92C0-4B5F-A864-E591C19242B0}"/>
              </a:ext>
            </a:extLst>
          </p:cNvPr>
          <p:cNvSpPr>
            <a:spLocks noGrp="1"/>
          </p:cNvSpPr>
          <p:nvPr/>
        </p:nvSpPr>
        <p:spPr>
          <a:xfrm>
            <a:off x="4017169" y="4179094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2117_1">
            <a:extLst>
              <a:ext uri="{FF2B5EF4-FFF2-40B4-BE49-F238E27FC236}">
                <a16:creationId xmlns:a16="http://schemas.microsoft.com/office/drawing/2014/main" id="{C31326A9-8A44-4F1D-8D02-70F6D6941DCF}"/>
              </a:ext>
            </a:extLst>
          </p:cNvPr>
          <p:cNvSpPr>
            <a:spLocks noGrp="1"/>
          </p:cNvSpPr>
          <p:nvPr/>
        </p:nvSpPr>
        <p:spPr>
          <a:xfrm>
            <a:off x="4574381" y="4179094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2121_1">
            <a:extLst>
              <a:ext uri="{FF2B5EF4-FFF2-40B4-BE49-F238E27FC236}">
                <a16:creationId xmlns:a16="http://schemas.microsoft.com/office/drawing/2014/main" id="{EAE767D4-842D-423C-8480-61D9667761C0}"/>
              </a:ext>
            </a:extLst>
          </p:cNvPr>
          <p:cNvSpPr>
            <a:spLocks noGrp="1"/>
          </p:cNvSpPr>
          <p:nvPr/>
        </p:nvSpPr>
        <p:spPr>
          <a:xfrm>
            <a:off x="1231106" y="473630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2125_1">
            <a:extLst>
              <a:ext uri="{FF2B5EF4-FFF2-40B4-BE49-F238E27FC236}">
                <a16:creationId xmlns:a16="http://schemas.microsoft.com/office/drawing/2014/main" id="{9FAC7A31-E8CF-42C9-B7CA-6B647969CEEA}"/>
              </a:ext>
            </a:extLst>
          </p:cNvPr>
          <p:cNvSpPr>
            <a:spLocks noGrp="1"/>
          </p:cNvSpPr>
          <p:nvPr/>
        </p:nvSpPr>
        <p:spPr>
          <a:xfrm>
            <a:off x="1788319" y="473630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2129_1">
            <a:extLst>
              <a:ext uri="{FF2B5EF4-FFF2-40B4-BE49-F238E27FC236}">
                <a16:creationId xmlns:a16="http://schemas.microsoft.com/office/drawing/2014/main" id="{C24B4870-975C-44DC-AA6E-A11110FF44E0}"/>
              </a:ext>
            </a:extLst>
          </p:cNvPr>
          <p:cNvSpPr>
            <a:spLocks noGrp="1"/>
          </p:cNvSpPr>
          <p:nvPr/>
        </p:nvSpPr>
        <p:spPr>
          <a:xfrm>
            <a:off x="2345531" y="473630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2133_1">
            <a:extLst>
              <a:ext uri="{FF2B5EF4-FFF2-40B4-BE49-F238E27FC236}">
                <a16:creationId xmlns:a16="http://schemas.microsoft.com/office/drawing/2014/main" id="{174EE6C5-DC03-49B1-A147-5F1D8C643F75}"/>
              </a:ext>
            </a:extLst>
          </p:cNvPr>
          <p:cNvSpPr>
            <a:spLocks noGrp="1"/>
          </p:cNvSpPr>
          <p:nvPr/>
        </p:nvSpPr>
        <p:spPr>
          <a:xfrm>
            <a:off x="2902744" y="473630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2137_1">
            <a:extLst>
              <a:ext uri="{FF2B5EF4-FFF2-40B4-BE49-F238E27FC236}">
                <a16:creationId xmlns:a16="http://schemas.microsoft.com/office/drawing/2014/main" id="{2180E125-497F-4ABD-8405-737FF7B9E757}"/>
              </a:ext>
            </a:extLst>
          </p:cNvPr>
          <p:cNvSpPr>
            <a:spLocks noGrp="1"/>
          </p:cNvSpPr>
          <p:nvPr/>
        </p:nvSpPr>
        <p:spPr>
          <a:xfrm>
            <a:off x="3459956" y="473630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2141_1">
            <a:extLst>
              <a:ext uri="{FF2B5EF4-FFF2-40B4-BE49-F238E27FC236}">
                <a16:creationId xmlns:a16="http://schemas.microsoft.com/office/drawing/2014/main" id="{4E4E2EAD-B462-4ACB-BCFF-0DD704FDB477}"/>
              </a:ext>
            </a:extLst>
          </p:cNvPr>
          <p:cNvSpPr>
            <a:spLocks noGrp="1"/>
          </p:cNvSpPr>
          <p:nvPr/>
        </p:nvSpPr>
        <p:spPr>
          <a:xfrm>
            <a:off x="4017169" y="473630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2145_1">
            <a:extLst>
              <a:ext uri="{FF2B5EF4-FFF2-40B4-BE49-F238E27FC236}">
                <a16:creationId xmlns:a16="http://schemas.microsoft.com/office/drawing/2014/main" id="{5DA8E27B-6179-4D7C-9F78-708639B3F02F}"/>
              </a:ext>
            </a:extLst>
          </p:cNvPr>
          <p:cNvSpPr>
            <a:spLocks noGrp="1"/>
          </p:cNvSpPr>
          <p:nvPr/>
        </p:nvSpPr>
        <p:spPr>
          <a:xfrm>
            <a:off x="4574381" y="473630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2149_1">
            <a:extLst>
              <a:ext uri="{FF2B5EF4-FFF2-40B4-BE49-F238E27FC236}">
                <a16:creationId xmlns:a16="http://schemas.microsoft.com/office/drawing/2014/main" id="{DA4EB93E-3728-43B1-968D-B250FFD39A49}"/>
              </a:ext>
            </a:extLst>
          </p:cNvPr>
          <p:cNvSpPr>
            <a:spLocks noGrp="1"/>
          </p:cNvSpPr>
          <p:nvPr/>
        </p:nvSpPr>
        <p:spPr>
          <a:xfrm>
            <a:off x="1231106" y="529351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2153_1">
            <a:extLst>
              <a:ext uri="{FF2B5EF4-FFF2-40B4-BE49-F238E27FC236}">
                <a16:creationId xmlns:a16="http://schemas.microsoft.com/office/drawing/2014/main" id="{CE31018F-C3FA-4EF3-A063-124E2892591B}"/>
              </a:ext>
            </a:extLst>
          </p:cNvPr>
          <p:cNvSpPr>
            <a:spLocks noGrp="1"/>
          </p:cNvSpPr>
          <p:nvPr/>
        </p:nvSpPr>
        <p:spPr>
          <a:xfrm>
            <a:off x="1788319" y="529351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2157_1">
            <a:extLst>
              <a:ext uri="{FF2B5EF4-FFF2-40B4-BE49-F238E27FC236}">
                <a16:creationId xmlns:a16="http://schemas.microsoft.com/office/drawing/2014/main" id="{5F91BA39-332A-4FF5-A69C-296546737A5F}"/>
              </a:ext>
            </a:extLst>
          </p:cNvPr>
          <p:cNvSpPr>
            <a:spLocks noGrp="1"/>
          </p:cNvSpPr>
          <p:nvPr/>
        </p:nvSpPr>
        <p:spPr>
          <a:xfrm>
            <a:off x="2345531" y="529351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2161_1">
            <a:extLst>
              <a:ext uri="{FF2B5EF4-FFF2-40B4-BE49-F238E27FC236}">
                <a16:creationId xmlns:a16="http://schemas.microsoft.com/office/drawing/2014/main" id="{435C5EAB-E685-4DCC-B0DF-075F2186E452}"/>
              </a:ext>
            </a:extLst>
          </p:cNvPr>
          <p:cNvSpPr>
            <a:spLocks noGrp="1"/>
          </p:cNvSpPr>
          <p:nvPr/>
        </p:nvSpPr>
        <p:spPr>
          <a:xfrm>
            <a:off x="2902744" y="529351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2165_1">
            <a:extLst>
              <a:ext uri="{FF2B5EF4-FFF2-40B4-BE49-F238E27FC236}">
                <a16:creationId xmlns:a16="http://schemas.microsoft.com/office/drawing/2014/main" id="{F79D787E-2534-4B6A-AF49-A81C4922D252}"/>
              </a:ext>
            </a:extLst>
          </p:cNvPr>
          <p:cNvSpPr>
            <a:spLocks noGrp="1"/>
          </p:cNvSpPr>
          <p:nvPr/>
        </p:nvSpPr>
        <p:spPr>
          <a:xfrm>
            <a:off x="3459956" y="529351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2169_1">
            <a:extLst>
              <a:ext uri="{FF2B5EF4-FFF2-40B4-BE49-F238E27FC236}">
                <a16:creationId xmlns:a16="http://schemas.microsoft.com/office/drawing/2014/main" id="{B5006963-05B1-46F6-BE16-7FEE083451BF}"/>
              </a:ext>
            </a:extLst>
          </p:cNvPr>
          <p:cNvSpPr>
            <a:spLocks noGrp="1"/>
          </p:cNvSpPr>
          <p:nvPr/>
        </p:nvSpPr>
        <p:spPr>
          <a:xfrm>
            <a:off x="4017169" y="529351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2173_1">
            <a:extLst>
              <a:ext uri="{FF2B5EF4-FFF2-40B4-BE49-F238E27FC236}">
                <a16:creationId xmlns:a16="http://schemas.microsoft.com/office/drawing/2014/main" id="{41F8C083-DE9C-4F9B-8396-EB1C3ADFBCE5}"/>
              </a:ext>
            </a:extLst>
          </p:cNvPr>
          <p:cNvSpPr>
            <a:spLocks noGrp="1"/>
          </p:cNvSpPr>
          <p:nvPr/>
        </p:nvSpPr>
        <p:spPr>
          <a:xfrm>
            <a:off x="4574381" y="529351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2218_1">
            <a:extLst>
              <a:ext uri="{FF2B5EF4-FFF2-40B4-BE49-F238E27FC236}">
                <a16:creationId xmlns:a16="http://schemas.microsoft.com/office/drawing/2014/main" id="{6A05C744-EF40-4139-A1C4-9308E125745A}"/>
              </a:ext>
            </a:extLst>
          </p:cNvPr>
          <p:cNvSpPr>
            <a:spLocks noGrp="1"/>
          </p:cNvSpPr>
          <p:nvPr/>
        </p:nvSpPr>
        <p:spPr>
          <a:xfrm>
            <a:off x="9194959" y="3064669"/>
            <a:ext cx="557213" cy="55721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2221_1">
            <a:extLst>
              <a:ext uri="{FF2B5EF4-FFF2-40B4-BE49-F238E27FC236}">
                <a16:creationId xmlns:a16="http://schemas.microsoft.com/office/drawing/2014/main" id="{CDF5B6E8-ABE2-4B04-B182-E48027ADFCA4}"/>
              </a:ext>
            </a:extLst>
          </p:cNvPr>
          <p:cNvSpPr>
            <a:spLocks noGrp="1"/>
          </p:cNvSpPr>
          <p:nvPr/>
        </p:nvSpPr>
        <p:spPr>
          <a:xfrm>
            <a:off x="9752171" y="3064669"/>
            <a:ext cx="557213" cy="55721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2224_1">
            <a:extLst>
              <a:ext uri="{FF2B5EF4-FFF2-40B4-BE49-F238E27FC236}">
                <a16:creationId xmlns:a16="http://schemas.microsoft.com/office/drawing/2014/main" id="{39CD1C3C-7134-4389-AF62-B0A3718E293A}"/>
              </a:ext>
            </a:extLst>
          </p:cNvPr>
          <p:cNvSpPr>
            <a:spLocks noGrp="1"/>
          </p:cNvSpPr>
          <p:nvPr/>
        </p:nvSpPr>
        <p:spPr>
          <a:xfrm>
            <a:off x="10309384" y="3064669"/>
            <a:ext cx="557213" cy="55721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o2227_1">
            <a:extLst>
              <a:ext uri="{FF2B5EF4-FFF2-40B4-BE49-F238E27FC236}">
                <a16:creationId xmlns:a16="http://schemas.microsoft.com/office/drawing/2014/main" id="{82589148-C6B7-4AA9-8FEB-E2CAC9C8A39C}"/>
              </a:ext>
            </a:extLst>
          </p:cNvPr>
          <p:cNvSpPr>
            <a:spLocks noGrp="1"/>
          </p:cNvSpPr>
          <p:nvPr/>
        </p:nvSpPr>
        <p:spPr>
          <a:xfrm>
            <a:off x="9194959" y="3621881"/>
            <a:ext cx="557213" cy="55721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4" name="anim_o2230_1">
            <a:extLst>
              <a:ext uri="{FF2B5EF4-FFF2-40B4-BE49-F238E27FC236}">
                <a16:creationId xmlns:a16="http://schemas.microsoft.com/office/drawing/2014/main" id="{B4BC14F6-C9A1-49F7-B5D8-C2E4F470CB7E}"/>
              </a:ext>
            </a:extLst>
          </p:cNvPr>
          <p:cNvSpPr>
            <a:spLocks noGrp="1"/>
          </p:cNvSpPr>
          <p:nvPr/>
        </p:nvSpPr>
        <p:spPr>
          <a:xfrm>
            <a:off x="9752171" y="3621881"/>
            <a:ext cx="557213" cy="55721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5" name="anim_o2233_1">
            <a:extLst>
              <a:ext uri="{FF2B5EF4-FFF2-40B4-BE49-F238E27FC236}">
                <a16:creationId xmlns:a16="http://schemas.microsoft.com/office/drawing/2014/main" id="{41B208C3-AC50-4D4B-AB18-F67950B42218}"/>
              </a:ext>
            </a:extLst>
          </p:cNvPr>
          <p:cNvSpPr>
            <a:spLocks noGrp="1"/>
          </p:cNvSpPr>
          <p:nvPr/>
        </p:nvSpPr>
        <p:spPr>
          <a:xfrm>
            <a:off x="10309384" y="3621881"/>
            <a:ext cx="557213" cy="55721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6" name="anim_o2236_1">
            <a:extLst>
              <a:ext uri="{FF2B5EF4-FFF2-40B4-BE49-F238E27FC236}">
                <a16:creationId xmlns:a16="http://schemas.microsoft.com/office/drawing/2014/main" id="{0CEEA6F7-8795-4778-9707-C4D503A5819F}"/>
              </a:ext>
            </a:extLst>
          </p:cNvPr>
          <p:cNvSpPr>
            <a:spLocks noGrp="1"/>
          </p:cNvSpPr>
          <p:nvPr/>
        </p:nvSpPr>
        <p:spPr>
          <a:xfrm>
            <a:off x="9194959" y="4179094"/>
            <a:ext cx="557213" cy="55721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7" name="anim_o2239_1">
            <a:extLst>
              <a:ext uri="{FF2B5EF4-FFF2-40B4-BE49-F238E27FC236}">
                <a16:creationId xmlns:a16="http://schemas.microsoft.com/office/drawing/2014/main" id="{D86AD1F0-C0E7-47BC-ACC4-E694BCF16DD6}"/>
              </a:ext>
            </a:extLst>
          </p:cNvPr>
          <p:cNvSpPr>
            <a:spLocks noGrp="1"/>
          </p:cNvSpPr>
          <p:nvPr/>
        </p:nvSpPr>
        <p:spPr>
          <a:xfrm>
            <a:off x="9752171" y="4179094"/>
            <a:ext cx="557213" cy="55721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" name="anim_o2242_1">
            <a:extLst>
              <a:ext uri="{FF2B5EF4-FFF2-40B4-BE49-F238E27FC236}">
                <a16:creationId xmlns:a16="http://schemas.microsoft.com/office/drawing/2014/main" id="{EF901BA6-47DE-4F16-8C01-68DE450E78A0}"/>
              </a:ext>
            </a:extLst>
          </p:cNvPr>
          <p:cNvSpPr>
            <a:spLocks noGrp="1"/>
          </p:cNvSpPr>
          <p:nvPr/>
        </p:nvSpPr>
        <p:spPr>
          <a:xfrm>
            <a:off x="10309384" y="4179094"/>
            <a:ext cx="557213" cy="55721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to1982_0_1">
            <a:extLst>
              <a:ext uri="{FF2B5EF4-FFF2-40B4-BE49-F238E27FC236}">
                <a16:creationId xmlns:a16="http://schemas.microsoft.com/office/drawing/2014/main" id="{D2CE8C68-CA1D-492A-A85B-C6ADAAB09CFA}"/>
              </a:ext>
            </a:extLst>
          </p:cNvPr>
          <p:cNvSpPr>
            <a:spLocks noGrp="1"/>
          </p:cNvSpPr>
          <p:nvPr/>
        </p:nvSpPr>
        <p:spPr>
          <a:xfrm>
            <a:off x="1290360" y="204421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60" name="anim_to1986_0_1">
            <a:extLst>
              <a:ext uri="{FF2B5EF4-FFF2-40B4-BE49-F238E27FC236}">
                <a16:creationId xmlns:a16="http://schemas.microsoft.com/office/drawing/2014/main" id="{2EFC86B1-CC15-4A76-A82C-FB2AB2B758B9}"/>
              </a:ext>
            </a:extLst>
          </p:cNvPr>
          <p:cNvSpPr>
            <a:spLocks noGrp="1"/>
          </p:cNvSpPr>
          <p:nvPr/>
        </p:nvSpPr>
        <p:spPr>
          <a:xfrm>
            <a:off x="1847572" y="204421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61" name="anim_to1990_0_1">
            <a:extLst>
              <a:ext uri="{FF2B5EF4-FFF2-40B4-BE49-F238E27FC236}">
                <a16:creationId xmlns:a16="http://schemas.microsoft.com/office/drawing/2014/main" id="{D74C5AFB-6DD1-4A96-AC99-18A0E837DA45}"/>
              </a:ext>
            </a:extLst>
          </p:cNvPr>
          <p:cNvSpPr>
            <a:spLocks noGrp="1"/>
          </p:cNvSpPr>
          <p:nvPr/>
        </p:nvSpPr>
        <p:spPr>
          <a:xfrm>
            <a:off x="2404785" y="204421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62" name="anim_to1994_0_1">
            <a:extLst>
              <a:ext uri="{FF2B5EF4-FFF2-40B4-BE49-F238E27FC236}">
                <a16:creationId xmlns:a16="http://schemas.microsoft.com/office/drawing/2014/main" id="{C63B1811-C740-463E-BE79-8A76FB0253CE}"/>
              </a:ext>
            </a:extLst>
          </p:cNvPr>
          <p:cNvSpPr>
            <a:spLocks noGrp="1"/>
          </p:cNvSpPr>
          <p:nvPr/>
        </p:nvSpPr>
        <p:spPr>
          <a:xfrm>
            <a:off x="2961997" y="204421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63" name="anim_to1998_0_1">
            <a:extLst>
              <a:ext uri="{FF2B5EF4-FFF2-40B4-BE49-F238E27FC236}">
                <a16:creationId xmlns:a16="http://schemas.microsoft.com/office/drawing/2014/main" id="{8F827737-EA53-4DD2-B8E0-1286A141C147}"/>
              </a:ext>
            </a:extLst>
          </p:cNvPr>
          <p:cNvSpPr>
            <a:spLocks noGrp="1"/>
          </p:cNvSpPr>
          <p:nvPr/>
        </p:nvSpPr>
        <p:spPr>
          <a:xfrm>
            <a:off x="3519210" y="204421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64" name="anim_to2002_0_1">
            <a:extLst>
              <a:ext uri="{FF2B5EF4-FFF2-40B4-BE49-F238E27FC236}">
                <a16:creationId xmlns:a16="http://schemas.microsoft.com/office/drawing/2014/main" id="{7736F9E4-9FF1-43C1-B268-04479E8F357D}"/>
              </a:ext>
            </a:extLst>
          </p:cNvPr>
          <p:cNvSpPr>
            <a:spLocks noGrp="1"/>
          </p:cNvSpPr>
          <p:nvPr/>
        </p:nvSpPr>
        <p:spPr>
          <a:xfrm>
            <a:off x="4076422" y="204421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65" name="anim_to2006_0_1">
            <a:extLst>
              <a:ext uri="{FF2B5EF4-FFF2-40B4-BE49-F238E27FC236}">
                <a16:creationId xmlns:a16="http://schemas.microsoft.com/office/drawing/2014/main" id="{15F582CE-D912-465B-BEDA-1FEC9BA8BB36}"/>
              </a:ext>
            </a:extLst>
          </p:cNvPr>
          <p:cNvSpPr>
            <a:spLocks noGrp="1"/>
          </p:cNvSpPr>
          <p:nvPr/>
        </p:nvSpPr>
        <p:spPr>
          <a:xfrm>
            <a:off x="4633635" y="204421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66" name="anim_to2010_0_1">
            <a:extLst>
              <a:ext uri="{FF2B5EF4-FFF2-40B4-BE49-F238E27FC236}">
                <a16:creationId xmlns:a16="http://schemas.microsoft.com/office/drawing/2014/main" id="{8EF03AE3-BB19-487E-989A-FF65F0E8A122}"/>
              </a:ext>
            </a:extLst>
          </p:cNvPr>
          <p:cNvSpPr>
            <a:spLocks noGrp="1"/>
          </p:cNvSpPr>
          <p:nvPr/>
        </p:nvSpPr>
        <p:spPr>
          <a:xfrm>
            <a:off x="1290360" y="260142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67" name="anim_to2014_0_1">
            <a:extLst>
              <a:ext uri="{FF2B5EF4-FFF2-40B4-BE49-F238E27FC236}">
                <a16:creationId xmlns:a16="http://schemas.microsoft.com/office/drawing/2014/main" id="{C1D1F653-078B-4E9D-8BD9-3AE878234694}"/>
              </a:ext>
            </a:extLst>
          </p:cNvPr>
          <p:cNvSpPr>
            <a:spLocks noGrp="1"/>
          </p:cNvSpPr>
          <p:nvPr/>
        </p:nvSpPr>
        <p:spPr>
          <a:xfrm>
            <a:off x="1847572" y="260142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68" name="anim_to2018_0_1">
            <a:extLst>
              <a:ext uri="{FF2B5EF4-FFF2-40B4-BE49-F238E27FC236}">
                <a16:creationId xmlns:a16="http://schemas.microsoft.com/office/drawing/2014/main" id="{62FEC5F6-2573-444F-A07E-ADA90718C78A}"/>
              </a:ext>
            </a:extLst>
          </p:cNvPr>
          <p:cNvSpPr>
            <a:spLocks noGrp="1"/>
          </p:cNvSpPr>
          <p:nvPr/>
        </p:nvSpPr>
        <p:spPr>
          <a:xfrm>
            <a:off x="2404785" y="260142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69" name="anim_to2022_0_1">
            <a:extLst>
              <a:ext uri="{FF2B5EF4-FFF2-40B4-BE49-F238E27FC236}">
                <a16:creationId xmlns:a16="http://schemas.microsoft.com/office/drawing/2014/main" id="{FD748F93-CDFD-4647-930C-4F51E04130FB}"/>
              </a:ext>
            </a:extLst>
          </p:cNvPr>
          <p:cNvSpPr>
            <a:spLocks noGrp="1"/>
          </p:cNvSpPr>
          <p:nvPr/>
        </p:nvSpPr>
        <p:spPr>
          <a:xfrm>
            <a:off x="2961997" y="260142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70" name="anim_to2026_0_1">
            <a:extLst>
              <a:ext uri="{FF2B5EF4-FFF2-40B4-BE49-F238E27FC236}">
                <a16:creationId xmlns:a16="http://schemas.microsoft.com/office/drawing/2014/main" id="{D265B933-86C1-4B28-A2A5-6534EA4BA5DB}"/>
              </a:ext>
            </a:extLst>
          </p:cNvPr>
          <p:cNvSpPr>
            <a:spLocks noGrp="1"/>
          </p:cNvSpPr>
          <p:nvPr/>
        </p:nvSpPr>
        <p:spPr>
          <a:xfrm>
            <a:off x="3519210" y="260142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71" name="anim_to2030_0_1">
            <a:extLst>
              <a:ext uri="{FF2B5EF4-FFF2-40B4-BE49-F238E27FC236}">
                <a16:creationId xmlns:a16="http://schemas.microsoft.com/office/drawing/2014/main" id="{52968AAB-5BC2-4220-B068-2E364012203A}"/>
              </a:ext>
            </a:extLst>
          </p:cNvPr>
          <p:cNvSpPr>
            <a:spLocks noGrp="1"/>
          </p:cNvSpPr>
          <p:nvPr/>
        </p:nvSpPr>
        <p:spPr>
          <a:xfrm>
            <a:off x="4076422" y="260142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72" name="anim_to2034_0_1">
            <a:extLst>
              <a:ext uri="{FF2B5EF4-FFF2-40B4-BE49-F238E27FC236}">
                <a16:creationId xmlns:a16="http://schemas.microsoft.com/office/drawing/2014/main" id="{2DAE5975-3D4D-4452-AD99-243D78454E09}"/>
              </a:ext>
            </a:extLst>
          </p:cNvPr>
          <p:cNvSpPr>
            <a:spLocks noGrp="1"/>
          </p:cNvSpPr>
          <p:nvPr/>
        </p:nvSpPr>
        <p:spPr>
          <a:xfrm>
            <a:off x="4633635" y="260142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73" name="anim_to2038_0_1">
            <a:extLst>
              <a:ext uri="{FF2B5EF4-FFF2-40B4-BE49-F238E27FC236}">
                <a16:creationId xmlns:a16="http://schemas.microsoft.com/office/drawing/2014/main" id="{00FB402C-C4F9-4E8F-B1D2-D7081D2DF2BA}"/>
              </a:ext>
            </a:extLst>
          </p:cNvPr>
          <p:cNvSpPr>
            <a:spLocks noGrp="1"/>
          </p:cNvSpPr>
          <p:nvPr/>
        </p:nvSpPr>
        <p:spPr>
          <a:xfrm>
            <a:off x="1290360" y="315863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74" name="anim_to2042_0_1">
            <a:extLst>
              <a:ext uri="{FF2B5EF4-FFF2-40B4-BE49-F238E27FC236}">
                <a16:creationId xmlns:a16="http://schemas.microsoft.com/office/drawing/2014/main" id="{0A9A1FCD-9BAB-4889-8E1C-67630DA0AC5E}"/>
              </a:ext>
            </a:extLst>
          </p:cNvPr>
          <p:cNvSpPr>
            <a:spLocks noGrp="1"/>
          </p:cNvSpPr>
          <p:nvPr/>
        </p:nvSpPr>
        <p:spPr>
          <a:xfrm>
            <a:off x="1847572" y="315863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75" name="anim_to2046_0_1">
            <a:extLst>
              <a:ext uri="{FF2B5EF4-FFF2-40B4-BE49-F238E27FC236}">
                <a16:creationId xmlns:a16="http://schemas.microsoft.com/office/drawing/2014/main" id="{10302CB8-D94E-4349-8CC6-B6398CE631FB}"/>
              </a:ext>
            </a:extLst>
          </p:cNvPr>
          <p:cNvSpPr>
            <a:spLocks noGrp="1"/>
          </p:cNvSpPr>
          <p:nvPr/>
        </p:nvSpPr>
        <p:spPr>
          <a:xfrm>
            <a:off x="2404785" y="315863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76" name="anim_to2050_0_1">
            <a:extLst>
              <a:ext uri="{FF2B5EF4-FFF2-40B4-BE49-F238E27FC236}">
                <a16:creationId xmlns:a16="http://schemas.microsoft.com/office/drawing/2014/main" id="{F17CB184-5237-420D-B73B-AEE90391D3A1}"/>
              </a:ext>
            </a:extLst>
          </p:cNvPr>
          <p:cNvSpPr>
            <a:spLocks noGrp="1"/>
          </p:cNvSpPr>
          <p:nvPr/>
        </p:nvSpPr>
        <p:spPr>
          <a:xfrm>
            <a:off x="2961997" y="315863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77" name="anim_to2054_0_1">
            <a:extLst>
              <a:ext uri="{FF2B5EF4-FFF2-40B4-BE49-F238E27FC236}">
                <a16:creationId xmlns:a16="http://schemas.microsoft.com/office/drawing/2014/main" id="{92657F7C-98D2-440B-B7CB-F1D886730526}"/>
              </a:ext>
            </a:extLst>
          </p:cNvPr>
          <p:cNvSpPr>
            <a:spLocks noGrp="1"/>
          </p:cNvSpPr>
          <p:nvPr/>
        </p:nvSpPr>
        <p:spPr>
          <a:xfrm>
            <a:off x="3519210" y="315863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78" name="anim_to2058_0_1">
            <a:extLst>
              <a:ext uri="{FF2B5EF4-FFF2-40B4-BE49-F238E27FC236}">
                <a16:creationId xmlns:a16="http://schemas.microsoft.com/office/drawing/2014/main" id="{14F7520E-47CF-4641-AE08-A985B3DA1909}"/>
              </a:ext>
            </a:extLst>
          </p:cNvPr>
          <p:cNvSpPr>
            <a:spLocks noGrp="1"/>
          </p:cNvSpPr>
          <p:nvPr/>
        </p:nvSpPr>
        <p:spPr>
          <a:xfrm>
            <a:off x="4076422" y="315863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79" name="anim_to2062_0_1">
            <a:extLst>
              <a:ext uri="{FF2B5EF4-FFF2-40B4-BE49-F238E27FC236}">
                <a16:creationId xmlns:a16="http://schemas.microsoft.com/office/drawing/2014/main" id="{D8A9ABB3-8E08-4F84-AC1A-B9904843AF77}"/>
              </a:ext>
            </a:extLst>
          </p:cNvPr>
          <p:cNvSpPr>
            <a:spLocks noGrp="1"/>
          </p:cNvSpPr>
          <p:nvPr/>
        </p:nvSpPr>
        <p:spPr>
          <a:xfrm>
            <a:off x="4633635" y="315863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80" name="anim_to2066_0_1">
            <a:extLst>
              <a:ext uri="{FF2B5EF4-FFF2-40B4-BE49-F238E27FC236}">
                <a16:creationId xmlns:a16="http://schemas.microsoft.com/office/drawing/2014/main" id="{B8AFF4A4-41FE-4319-9C5B-E659E4AC164E}"/>
              </a:ext>
            </a:extLst>
          </p:cNvPr>
          <p:cNvSpPr>
            <a:spLocks noGrp="1"/>
          </p:cNvSpPr>
          <p:nvPr/>
        </p:nvSpPr>
        <p:spPr>
          <a:xfrm>
            <a:off x="1290360" y="371585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81" name="anim_to2070_0_1">
            <a:extLst>
              <a:ext uri="{FF2B5EF4-FFF2-40B4-BE49-F238E27FC236}">
                <a16:creationId xmlns:a16="http://schemas.microsoft.com/office/drawing/2014/main" id="{E13D41F8-D2EE-4918-8897-43F518A9903B}"/>
              </a:ext>
            </a:extLst>
          </p:cNvPr>
          <p:cNvSpPr>
            <a:spLocks noGrp="1"/>
          </p:cNvSpPr>
          <p:nvPr/>
        </p:nvSpPr>
        <p:spPr>
          <a:xfrm>
            <a:off x="1847572" y="371585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82" name="anim_to2074_0_1">
            <a:extLst>
              <a:ext uri="{FF2B5EF4-FFF2-40B4-BE49-F238E27FC236}">
                <a16:creationId xmlns:a16="http://schemas.microsoft.com/office/drawing/2014/main" id="{DE23D373-CED6-4652-8C10-C5AC7CC3D948}"/>
              </a:ext>
            </a:extLst>
          </p:cNvPr>
          <p:cNvSpPr>
            <a:spLocks noGrp="1"/>
          </p:cNvSpPr>
          <p:nvPr/>
        </p:nvSpPr>
        <p:spPr>
          <a:xfrm>
            <a:off x="2404785" y="371585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83" name="anim_to2078_0_1">
            <a:extLst>
              <a:ext uri="{FF2B5EF4-FFF2-40B4-BE49-F238E27FC236}">
                <a16:creationId xmlns:a16="http://schemas.microsoft.com/office/drawing/2014/main" id="{AD70E792-8756-4C9B-9294-8666B3AE731F}"/>
              </a:ext>
            </a:extLst>
          </p:cNvPr>
          <p:cNvSpPr>
            <a:spLocks noGrp="1"/>
          </p:cNvSpPr>
          <p:nvPr/>
        </p:nvSpPr>
        <p:spPr>
          <a:xfrm>
            <a:off x="2961997" y="371585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84" name="anim_to2082_0_1">
            <a:extLst>
              <a:ext uri="{FF2B5EF4-FFF2-40B4-BE49-F238E27FC236}">
                <a16:creationId xmlns:a16="http://schemas.microsoft.com/office/drawing/2014/main" id="{F1FA2E01-0FF4-4608-B6BC-9AB7E5CEC6D7}"/>
              </a:ext>
            </a:extLst>
          </p:cNvPr>
          <p:cNvSpPr>
            <a:spLocks noGrp="1"/>
          </p:cNvSpPr>
          <p:nvPr/>
        </p:nvSpPr>
        <p:spPr>
          <a:xfrm>
            <a:off x="3519210" y="371585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85" name="anim_to2086_0_1">
            <a:extLst>
              <a:ext uri="{FF2B5EF4-FFF2-40B4-BE49-F238E27FC236}">
                <a16:creationId xmlns:a16="http://schemas.microsoft.com/office/drawing/2014/main" id="{4BC10560-DB3D-4BBB-B9BB-D24B9A00BBF0}"/>
              </a:ext>
            </a:extLst>
          </p:cNvPr>
          <p:cNvSpPr>
            <a:spLocks noGrp="1"/>
          </p:cNvSpPr>
          <p:nvPr/>
        </p:nvSpPr>
        <p:spPr>
          <a:xfrm>
            <a:off x="4076422" y="371585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86" name="anim_to2090_0_1">
            <a:extLst>
              <a:ext uri="{FF2B5EF4-FFF2-40B4-BE49-F238E27FC236}">
                <a16:creationId xmlns:a16="http://schemas.microsoft.com/office/drawing/2014/main" id="{40A38900-C00C-4582-AFF4-D1330F847B49}"/>
              </a:ext>
            </a:extLst>
          </p:cNvPr>
          <p:cNvSpPr>
            <a:spLocks noGrp="1"/>
          </p:cNvSpPr>
          <p:nvPr/>
        </p:nvSpPr>
        <p:spPr>
          <a:xfrm>
            <a:off x="4633635" y="371585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87" name="anim_to2094_0_1">
            <a:extLst>
              <a:ext uri="{FF2B5EF4-FFF2-40B4-BE49-F238E27FC236}">
                <a16:creationId xmlns:a16="http://schemas.microsoft.com/office/drawing/2014/main" id="{F7159E88-D13E-4C2E-AE79-09B9D3A98944}"/>
              </a:ext>
            </a:extLst>
          </p:cNvPr>
          <p:cNvSpPr>
            <a:spLocks noGrp="1"/>
          </p:cNvSpPr>
          <p:nvPr/>
        </p:nvSpPr>
        <p:spPr>
          <a:xfrm>
            <a:off x="1290360" y="427306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88" name="anim_to2098_0_1">
            <a:extLst>
              <a:ext uri="{FF2B5EF4-FFF2-40B4-BE49-F238E27FC236}">
                <a16:creationId xmlns:a16="http://schemas.microsoft.com/office/drawing/2014/main" id="{727264B9-16EA-4560-81EC-F88DDF38DE95}"/>
              </a:ext>
            </a:extLst>
          </p:cNvPr>
          <p:cNvSpPr>
            <a:spLocks noGrp="1"/>
          </p:cNvSpPr>
          <p:nvPr/>
        </p:nvSpPr>
        <p:spPr>
          <a:xfrm>
            <a:off x="1847572" y="427306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89" name="anim_to2102_0_1">
            <a:extLst>
              <a:ext uri="{FF2B5EF4-FFF2-40B4-BE49-F238E27FC236}">
                <a16:creationId xmlns:a16="http://schemas.microsoft.com/office/drawing/2014/main" id="{EBD3C4A0-3243-40F6-AD75-426322359BBD}"/>
              </a:ext>
            </a:extLst>
          </p:cNvPr>
          <p:cNvSpPr>
            <a:spLocks noGrp="1"/>
          </p:cNvSpPr>
          <p:nvPr/>
        </p:nvSpPr>
        <p:spPr>
          <a:xfrm>
            <a:off x="2404785" y="427306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90" name="anim_to2106_0_1">
            <a:extLst>
              <a:ext uri="{FF2B5EF4-FFF2-40B4-BE49-F238E27FC236}">
                <a16:creationId xmlns:a16="http://schemas.microsoft.com/office/drawing/2014/main" id="{72B3313E-C007-4BA7-BA58-365F3C7063EA}"/>
              </a:ext>
            </a:extLst>
          </p:cNvPr>
          <p:cNvSpPr>
            <a:spLocks noGrp="1"/>
          </p:cNvSpPr>
          <p:nvPr/>
        </p:nvSpPr>
        <p:spPr>
          <a:xfrm>
            <a:off x="2961997" y="427306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91" name="anim_to2110_0_1">
            <a:extLst>
              <a:ext uri="{FF2B5EF4-FFF2-40B4-BE49-F238E27FC236}">
                <a16:creationId xmlns:a16="http://schemas.microsoft.com/office/drawing/2014/main" id="{B08E469A-69AA-4007-8DDE-BFE9B75D03D7}"/>
              </a:ext>
            </a:extLst>
          </p:cNvPr>
          <p:cNvSpPr>
            <a:spLocks noGrp="1"/>
          </p:cNvSpPr>
          <p:nvPr/>
        </p:nvSpPr>
        <p:spPr>
          <a:xfrm>
            <a:off x="3519210" y="427306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92" name="anim_to2114_0_1">
            <a:extLst>
              <a:ext uri="{FF2B5EF4-FFF2-40B4-BE49-F238E27FC236}">
                <a16:creationId xmlns:a16="http://schemas.microsoft.com/office/drawing/2014/main" id="{AB31A776-8C13-4403-A58A-1B3214B1B4CD}"/>
              </a:ext>
            </a:extLst>
          </p:cNvPr>
          <p:cNvSpPr>
            <a:spLocks noGrp="1"/>
          </p:cNvSpPr>
          <p:nvPr/>
        </p:nvSpPr>
        <p:spPr>
          <a:xfrm>
            <a:off x="4076422" y="427306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93" name="anim_to2118_0_1">
            <a:extLst>
              <a:ext uri="{FF2B5EF4-FFF2-40B4-BE49-F238E27FC236}">
                <a16:creationId xmlns:a16="http://schemas.microsoft.com/office/drawing/2014/main" id="{ABBD3762-77EA-437D-AD81-BBA1FFD60F02}"/>
              </a:ext>
            </a:extLst>
          </p:cNvPr>
          <p:cNvSpPr>
            <a:spLocks noGrp="1"/>
          </p:cNvSpPr>
          <p:nvPr/>
        </p:nvSpPr>
        <p:spPr>
          <a:xfrm>
            <a:off x="4633635" y="427306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94" name="anim_to2122_0_1">
            <a:extLst>
              <a:ext uri="{FF2B5EF4-FFF2-40B4-BE49-F238E27FC236}">
                <a16:creationId xmlns:a16="http://schemas.microsoft.com/office/drawing/2014/main" id="{0779B037-5908-4BF4-948B-946509260290}"/>
              </a:ext>
            </a:extLst>
          </p:cNvPr>
          <p:cNvSpPr>
            <a:spLocks noGrp="1"/>
          </p:cNvSpPr>
          <p:nvPr/>
        </p:nvSpPr>
        <p:spPr>
          <a:xfrm>
            <a:off x="1290360" y="483027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95" name="anim_to2126_0_1">
            <a:extLst>
              <a:ext uri="{FF2B5EF4-FFF2-40B4-BE49-F238E27FC236}">
                <a16:creationId xmlns:a16="http://schemas.microsoft.com/office/drawing/2014/main" id="{8A143421-407E-46F7-B774-365BAA2D60A9}"/>
              </a:ext>
            </a:extLst>
          </p:cNvPr>
          <p:cNvSpPr>
            <a:spLocks noGrp="1"/>
          </p:cNvSpPr>
          <p:nvPr/>
        </p:nvSpPr>
        <p:spPr>
          <a:xfrm>
            <a:off x="1847572" y="483027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96" name="anim_to2130_0_1">
            <a:extLst>
              <a:ext uri="{FF2B5EF4-FFF2-40B4-BE49-F238E27FC236}">
                <a16:creationId xmlns:a16="http://schemas.microsoft.com/office/drawing/2014/main" id="{C27A58AA-8858-4666-B438-C0ED31BF5BDB}"/>
              </a:ext>
            </a:extLst>
          </p:cNvPr>
          <p:cNvSpPr>
            <a:spLocks noGrp="1"/>
          </p:cNvSpPr>
          <p:nvPr/>
        </p:nvSpPr>
        <p:spPr>
          <a:xfrm>
            <a:off x="2404785" y="483027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97" name="anim_to2134_0_1">
            <a:extLst>
              <a:ext uri="{FF2B5EF4-FFF2-40B4-BE49-F238E27FC236}">
                <a16:creationId xmlns:a16="http://schemas.microsoft.com/office/drawing/2014/main" id="{E7AB966D-6C04-4948-A47F-1A642477E713}"/>
              </a:ext>
            </a:extLst>
          </p:cNvPr>
          <p:cNvSpPr>
            <a:spLocks noGrp="1"/>
          </p:cNvSpPr>
          <p:nvPr/>
        </p:nvSpPr>
        <p:spPr>
          <a:xfrm>
            <a:off x="2961997" y="483027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98" name="anim_to2138_0_1">
            <a:extLst>
              <a:ext uri="{FF2B5EF4-FFF2-40B4-BE49-F238E27FC236}">
                <a16:creationId xmlns:a16="http://schemas.microsoft.com/office/drawing/2014/main" id="{104B23C8-715B-4EA2-B37D-2B94EB51D1B0}"/>
              </a:ext>
            </a:extLst>
          </p:cNvPr>
          <p:cNvSpPr>
            <a:spLocks noGrp="1"/>
          </p:cNvSpPr>
          <p:nvPr/>
        </p:nvSpPr>
        <p:spPr>
          <a:xfrm>
            <a:off x="3519210" y="483027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99" name="anim_to2142_0_1">
            <a:extLst>
              <a:ext uri="{FF2B5EF4-FFF2-40B4-BE49-F238E27FC236}">
                <a16:creationId xmlns:a16="http://schemas.microsoft.com/office/drawing/2014/main" id="{72134EAC-617D-4473-97E6-B257358EEB39}"/>
              </a:ext>
            </a:extLst>
          </p:cNvPr>
          <p:cNvSpPr>
            <a:spLocks noGrp="1"/>
          </p:cNvSpPr>
          <p:nvPr/>
        </p:nvSpPr>
        <p:spPr>
          <a:xfrm>
            <a:off x="4076422" y="483027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100" name="anim_to2146_0_1">
            <a:extLst>
              <a:ext uri="{FF2B5EF4-FFF2-40B4-BE49-F238E27FC236}">
                <a16:creationId xmlns:a16="http://schemas.microsoft.com/office/drawing/2014/main" id="{47C932F5-69B4-4DAF-8BEB-A3D1B51BFCED}"/>
              </a:ext>
            </a:extLst>
          </p:cNvPr>
          <p:cNvSpPr>
            <a:spLocks noGrp="1"/>
          </p:cNvSpPr>
          <p:nvPr/>
        </p:nvSpPr>
        <p:spPr>
          <a:xfrm>
            <a:off x="4633635" y="483027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101" name="anim_to2150_0_1">
            <a:extLst>
              <a:ext uri="{FF2B5EF4-FFF2-40B4-BE49-F238E27FC236}">
                <a16:creationId xmlns:a16="http://schemas.microsoft.com/office/drawing/2014/main" id="{0DF01E8A-1724-4B00-B26A-B00AB8FAD2FF}"/>
              </a:ext>
            </a:extLst>
          </p:cNvPr>
          <p:cNvSpPr>
            <a:spLocks noGrp="1"/>
          </p:cNvSpPr>
          <p:nvPr/>
        </p:nvSpPr>
        <p:spPr>
          <a:xfrm>
            <a:off x="1290360" y="538748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02" name="anim_to2154_0_1">
            <a:extLst>
              <a:ext uri="{FF2B5EF4-FFF2-40B4-BE49-F238E27FC236}">
                <a16:creationId xmlns:a16="http://schemas.microsoft.com/office/drawing/2014/main" id="{78333699-3256-4AB0-8BF3-57BAA05F479C}"/>
              </a:ext>
            </a:extLst>
          </p:cNvPr>
          <p:cNvSpPr>
            <a:spLocks noGrp="1"/>
          </p:cNvSpPr>
          <p:nvPr/>
        </p:nvSpPr>
        <p:spPr>
          <a:xfrm>
            <a:off x="1847572" y="538748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03" name="anim_to2158_0_1">
            <a:extLst>
              <a:ext uri="{FF2B5EF4-FFF2-40B4-BE49-F238E27FC236}">
                <a16:creationId xmlns:a16="http://schemas.microsoft.com/office/drawing/2014/main" id="{B4B83EEB-A0F7-4069-8A90-F6B9F497A999}"/>
              </a:ext>
            </a:extLst>
          </p:cNvPr>
          <p:cNvSpPr>
            <a:spLocks noGrp="1"/>
          </p:cNvSpPr>
          <p:nvPr/>
        </p:nvSpPr>
        <p:spPr>
          <a:xfrm>
            <a:off x="2404785" y="538748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104" name="anim_to2162_0_1">
            <a:extLst>
              <a:ext uri="{FF2B5EF4-FFF2-40B4-BE49-F238E27FC236}">
                <a16:creationId xmlns:a16="http://schemas.microsoft.com/office/drawing/2014/main" id="{591CA1C8-E46F-4E00-A0A5-E184B703061B}"/>
              </a:ext>
            </a:extLst>
          </p:cNvPr>
          <p:cNvSpPr>
            <a:spLocks noGrp="1"/>
          </p:cNvSpPr>
          <p:nvPr/>
        </p:nvSpPr>
        <p:spPr>
          <a:xfrm>
            <a:off x="2961997" y="538748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05" name="anim_to2166_0_1">
            <a:extLst>
              <a:ext uri="{FF2B5EF4-FFF2-40B4-BE49-F238E27FC236}">
                <a16:creationId xmlns:a16="http://schemas.microsoft.com/office/drawing/2014/main" id="{BBA802FE-B0F3-49AD-9C30-56942FB93E3D}"/>
              </a:ext>
            </a:extLst>
          </p:cNvPr>
          <p:cNvSpPr>
            <a:spLocks noGrp="1"/>
          </p:cNvSpPr>
          <p:nvPr/>
        </p:nvSpPr>
        <p:spPr>
          <a:xfrm>
            <a:off x="3519210" y="538748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06" name="anim_to2170_0_1">
            <a:extLst>
              <a:ext uri="{FF2B5EF4-FFF2-40B4-BE49-F238E27FC236}">
                <a16:creationId xmlns:a16="http://schemas.microsoft.com/office/drawing/2014/main" id="{31DF2812-78B4-40A2-A9FE-51A781572049}"/>
              </a:ext>
            </a:extLst>
          </p:cNvPr>
          <p:cNvSpPr>
            <a:spLocks noGrp="1"/>
          </p:cNvSpPr>
          <p:nvPr/>
        </p:nvSpPr>
        <p:spPr>
          <a:xfrm>
            <a:off x="4076422" y="538748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07" name="anim_to2174_0_1">
            <a:extLst>
              <a:ext uri="{FF2B5EF4-FFF2-40B4-BE49-F238E27FC236}">
                <a16:creationId xmlns:a16="http://schemas.microsoft.com/office/drawing/2014/main" id="{F154EF0B-AC61-48AB-937B-1D8365E2ED04}"/>
              </a:ext>
            </a:extLst>
          </p:cNvPr>
          <p:cNvSpPr>
            <a:spLocks noGrp="1"/>
          </p:cNvSpPr>
          <p:nvPr/>
        </p:nvSpPr>
        <p:spPr>
          <a:xfrm>
            <a:off x="4633635" y="538748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108" name="anim_to2219_0_1">
            <a:extLst>
              <a:ext uri="{FF2B5EF4-FFF2-40B4-BE49-F238E27FC236}">
                <a16:creationId xmlns:a16="http://schemas.microsoft.com/office/drawing/2014/main" id="{86B23F23-589D-4FAF-8B9C-344AC775B4C6}"/>
              </a:ext>
            </a:extLst>
          </p:cNvPr>
          <p:cNvSpPr>
            <a:spLocks noGrp="1"/>
          </p:cNvSpPr>
          <p:nvPr/>
        </p:nvSpPr>
        <p:spPr>
          <a:xfrm>
            <a:off x="9382800" y="315863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9" name="anim_to2222_0_1">
            <a:extLst>
              <a:ext uri="{FF2B5EF4-FFF2-40B4-BE49-F238E27FC236}">
                <a16:creationId xmlns:a16="http://schemas.microsoft.com/office/drawing/2014/main" id="{C5870BA7-6422-4DA4-9001-82329FAE3CD9}"/>
              </a:ext>
            </a:extLst>
          </p:cNvPr>
          <p:cNvSpPr>
            <a:spLocks noGrp="1"/>
          </p:cNvSpPr>
          <p:nvPr/>
        </p:nvSpPr>
        <p:spPr>
          <a:xfrm>
            <a:off x="9940012" y="315863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10" name="anim_to2225_0_1">
            <a:extLst>
              <a:ext uri="{FF2B5EF4-FFF2-40B4-BE49-F238E27FC236}">
                <a16:creationId xmlns:a16="http://schemas.microsoft.com/office/drawing/2014/main" id="{D116E938-6F35-4DF0-980D-CC896EADEAE8}"/>
              </a:ext>
            </a:extLst>
          </p:cNvPr>
          <p:cNvSpPr>
            <a:spLocks noGrp="1"/>
          </p:cNvSpPr>
          <p:nvPr/>
        </p:nvSpPr>
        <p:spPr>
          <a:xfrm>
            <a:off x="10497225" y="315863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11" name="anim_to2228_0_1">
            <a:extLst>
              <a:ext uri="{FF2B5EF4-FFF2-40B4-BE49-F238E27FC236}">
                <a16:creationId xmlns:a16="http://schemas.microsoft.com/office/drawing/2014/main" id="{C076E2C5-BF88-48A2-BB4F-C38216636088}"/>
              </a:ext>
            </a:extLst>
          </p:cNvPr>
          <p:cNvSpPr>
            <a:spLocks noGrp="1"/>
          </p:cNvSpPr>
          <p:nvPr/>
        </p:nvSpPr>
        <p:spPr>
          <a:xfrm>
            <a:off x="9382800" y="371585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12" name="anim_to2231_0_1">
            <a:extLst>
              <a:ext uri="{FF2B5EF4-FFF2-40B4-BE49-F238E27FC236}">
                <a16:creationId xmlns:a16="http://schemas.microsoft.com/office/drawing/2014/main" id="{DCFC6065-0321-4F37-9381-D3974272A750}"/>
              </a:ext>
            </a:extLst>
          </p:cNvPr>
          <p:cNvSpPr>
            <a:spLocks noGrp="1"/>
          </p:cNvSpPr>
          <p:nvPr/>
        </p:nvSpPr>
        <p:spPr>
          <a:xfrm>
            <a:off x="9940012" y="371585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13" name="anim_to2234_0_1">
            <a:extLst>
              <a:ext uri="{FF2B5EF4-FFF2-40B4-BE49-F238E27FC236}">
                <a16:creationId xmlns:a16="http://schemas.microsoft.com/office/drawing/2014/main" id="{902AECA3-2A2A-4485-8728-F92ED150598B}"/>
              </a:ext>
            </a:extLst>
          </p:cNvPr>
          <p:cNvSpPr>
            <a:spLocks noGrp="1"/>
          </p:cNvSpPr>
          <p:nvPr/>
        </p:nvSpPr>
        <p:spPr>
          <a:xfrm>
            <a:off x="10497225" y="371585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14" name="anim_to2237_0_1">
            <a:extLst>
              <a:ext uri="{FF2B5EF4-FFF2-40B4-BE49-F238E27FC236}">
                <a16:creationId xmlns:a16="http://schemas.microsoft.com/office/drawing/2014/main" id="{F2A3809B-7570-4B3D-BA10-0642E180C14A}"/>
              </a:ext>
            </a:extLst>
          </p:cNvPr>
          <p:cNvSpPr>
            <a:spLocks noGrp="1"/>
          </p:cNvSpPr>
          <p:nvPr/>
        </p:nvSpPr>
        <p:spPr>
          <a:xfrm>
            <a:off x="9382800" y="427306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15" name="anim_to2240_0_1">
            <a:extLst>
              <a:ext uri="{FF2B5EF4-FFF2-40B4-BE49-F238E27FC236}">
                <a16:creationId xmlns:a16="http://schemas.microsoft.com/office/drawing/2014/main" id="{0116B06C-56B1-4956-A099-425D29F30A81}"/>
              </a:ext>
            </a:extLst>
          </p:cNvPr>
          <p:cNvSpPr>
            <a:spLocks noGrp="1"/>
          </p:cNvSpPr>
          <p:nvPr/>
        </p:nvSpPr>
        <p:spPr>
          <a:xfrm>
            <a:off x="9940012" y="427306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16" name="anim_to2243_0_1">
            <a:extLst>
              <a:ext uri="{FF2B5EF4-FFF2-40B4-BE49-F238E27FC236}">
                <a16:creationId xmlns:a16="http://schemas.microsoft.com/office/drawing/2014/main" id="{29988E91-06BC-4B6E-977E-096032D40346}"/>
              </a:ext>
            </a:extLst>
          </p:cNvPr>
          <p:cNvSpPr>
            <a:spLocks noGrp="1"/>
          </p:cNvSpPr>
          <p:nvPr/>
        </p:nvSpPr>
        <p:spPr>
          <a:xfrm>
            <a:off x="10497225" y="427306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17" name="anim_to2254_0_1">
            <a:extLst>
              <a:ext uri="{FF2B5EF4-FFF2-40B4-BE49-F238E27FC236}">
                <a16:creationId xmlns:a16="http://schemas.microsoft.com/office/drawing/2014/main" id="{377254C9-F544-48CB-A069-064C7AB9F834}"/>
              </a:ext>
            </a:extLst>
          </p:cNvPr>
          <p:cNvSpPr>
            <a:spLocks noGrp="1"/>
          </p:cNvSpPr>
          <p:nvPr/>
        </p:nvSpPr>
        <p:spPr>
          <a:xfrm>
            <a:off x="5135604" y="649198"/>
            <a:ext cx="3139991" cy="7049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41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441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pPr>
            <a:r>
              <a:rPr sz="4441" b="1">
                <a:solidFill>
                  <a:srgbClr val="FF862F"/>
                </a:solidFill>
                <a:latin typeface="Consolas"/>
                <a:ea typeface="Consolas"/>
                <a:cs typeface="Consolas"/>
              </a:rPr>
              <a:t>Stride = 2</a:t>
            </a:r>
          </a:p>
        </p:txBody>
      </p:sp>
      <p:sp>
        <p:nvSpPr>
          <p:cNvPr id="118" name="anim_o2178_1">
            <a:extLst>
              <a:ext uri="{FF2B5EF4-FFF2-40B4-BE49-F238E27FC236}">
                <a16:creationId xmlns:a16="http://schemas.microsoft.com/office/drawing/2014/main" id="{4FC8E0CF-A77B-4085-A391-B424794571B5}"/>
              </a:ext>
            </a:extLst>
          </p:cNvPr>
          <p:cNvSpPr>
            <a:spLocks noGrp="1"/>
          </p:cNvSpPr>
          <p:nvPr/>
        </p:nvSpPr>
        <p:spPr>
          <a:xfrm>
            <a:off x="1231106" y="1950244"/>
            <a:ext cx="557213" cy="55721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9" name="anim_o2183_1">
            <a:extLst>
              <a:ext uri="{FF2B5EF4-FFF2-40B4-BE49-F238E27FC236}">
                <a16:creationId xmlns:a16="http://schemas.microsoft.com/office/drawing/2014/main" id="{5AA0E78E-A537-4676-B212-6C943885A200}"/>
              </a:ext>
            </a:extLst>
          </p:cNvPr>
          <p:cNvSpPr>
            <a:spLocks noGrp="1"/>
          </p:cNvSpPr>
          <p:nvPr/>
        </p:nvSpPr>
        <p:spPr>
          <a:xfrm>
            <a:off x="1788319" y="1950244"/>
            <a:ext cx="557213" cy="55721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0" name="anim_o2187_1">
            <a:extLst>
              <a:ext uri="{FF2B5EF4-FFF2-40B4-BE49-F238E27FC236}">
                <a16:creationId xmlns:a16="http://schemas.microsoft.com/office/drawing/2014/main" id="{087DC8D2-5E88-4EE6-B839-DC80EA5F1BC5}"/>
              </a:ext>
            </a:extLst>
          </p:cNvPr>
          <p:cNvSpPr>
            <a:spLocks noGrp="1"/>
          </p:cNvSpPr>
          <p:nvPr/>
        </p:nvSpPr>
        <p:spPr>
          <a:xfrm>
            <a:off x="2345531" y="1950244"/>
            <a:ext cx="557213" cy="55721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1" name="anim_o2191_1">
            <a:extLst>
              <a:ext uri="{FF2B5EF4-FFF2-40B4-BE49-F238E27FC236}">
                <a16:creationId xmlns:a16="http://schemas.microsoft.com/office/drawing/2014/main" id="{AC34BB2B-5F1F-4C3C-985C-BB87F862825E}"/>
              </a:ext>
            </a:extLst>
          </p:cNvPr>
          <p:cNvSpPr>
            <a:spLocks noGrp="1"/>
          </p:cNvSpPr>
          <p:nvPr/>
        </p:nvSpPr>
        <p:spPr>
          <a:xfrm>
            <a:off x="1231106" y="2507456"/>
            <a:ext cx="557213" cy="55721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2" name="anim_o2196_1">
            <a:extLst>
              <a:ext uri="{FF2B5EF4-FFF2-40B4-BE49-F238E27FC236}">
                <a16:creationId xmlns:a16="http://schemas.microsoft.com/office/drawing/2014/main" id="{ED43AA52-0B98-4243-B511-05FA8FA06604}"/>
              </a:ext>
            </a:extLst>
          </p:cNvPr>
          <p:cNvSpPr>
            <a:spLocks noGrp="1"/>
          </p:cNvSpPr>
          <p:nvPr/>
        </p:nvSpPr>
        <p:spPr>
          <a:xfrm>
            <a:off x="1788319" y="2507456"/>
            <a:ext cx="557213" cy="55721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3" name="anim_o2200_1">
            <a:extLst>
              <a:ext uri="{FF2B5EF4-FFF2-40B4-BE49-F238E27FC236}">
                <a16:creationId xmlns:a16="http://schemas.microsoft.com/office/drawing/2014/main" id="{8E6B4B59-49E2-4937-87D9-9CA42D82D55E}"/>
              </a:ext>
            </a:extLst>
          </p:cNvPr>
          <p:cNvSpPr>
            <a:spLocks noGrp="1"/>
          </p:cNvSpPr>
          <p:nvPr/>
        </p:nvSpPr>
        <p:spPr>
          <a:xfrm>
            <a:off x="2345531" y="2507456"/>
            <a:ext cx="557213" cy="55721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4" name="anim_o2204_1">
            <a:extLst>
              <a:ext uri="{FF2B5EF4-FFF2-40B4-BE49-F238E27FC236}">
                <a16:creationId xmlns:a16="http://schemas.microsoft.com/office/drawing/2014/main" id="{2AB2C80C-6A54-48CF-ABC6-41AF8806F952}"/>
              </a:ext>
            </a:extLst>
          </p:cNvPr>
          <p:cNvSpPr>
            <a:spLocks noGrp="1"/>
          </p:cNvSpPr>
          <p:nvPr/>
        </p:nvSpPr>
        <p:spPr>
          <a:xfrm>
            <a:off x="1231106" y="3064669"/>
            <a:ext cx="557213" cy="55721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5" name="anim_o2209_1">
            <a:extLst>
              <a:ext uri="{FF2B5EF4-FFF2-40B4-BE49-F238E27FC236}">
                <a16:creationId xmlns:a16="http://schemas.microsoft.com/office/drawing/2014/main" id="{2F682073-1206-43F9-8F6B-D14CDD306838}"/>
              </a:ext>
            </a:extLst>
          </p:cNvPr>
          <p:cNvSpPr>
            <a:spLocks noGrp="1"/>
          </p:cNvSpPr>
          <p:nvPr/>
        </p:nvSpPr>
        <p:spPr>
          <a:xfrm>
            <a:off x="1788319" y="3064669"/>
            <a:ext cx="557213" cy="55721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6" name="anim_o2213_1">
            <a:extLst>
              <a:ext uri="{FF2B5EF4-FFF2-40B4-BE49-F238E27FC236}">
                <a16:creationId xmlns:a16="http://schemas.microsoft.com/office/drawing/2014/main" id="{C17F880C-76DC-4039-AECC-77FE45241F76}"/>
              </a:ext>
            </a:extLst>
          </p:cNvPr>
          <p:cNvSpPr>
            <a:spLocks noGrp="1"/>
          </p:cNvSpPr>
          <p:nvPr/>
        </p:nvSpPr>
        <p:spPr>
          <a:xfrm>
            <a:off x="2345531" y="3064669"/>
            <a:ext cx="557213" cy="55721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7" name="anim_to2179_0_1">
            <a:extLst>
              <a:ext uri="{FF2B5EF4-FFF2-40B4-BE49-F238E27FC236}">
                <a16:creationId xmlns:a16="http://schemas.microsoft.com/office/drawing/2014/main" id="{7841C33E-CEE9-48AC-AAE8-4F3E5291B115}"/>
              </a:ext>
            </a:extLst>
          </p:cNvPr>
          <p:cNvSpPr>
            <a:spLocks noGrp="1"/>
          </p:cNvSpPr>
          <p:nvPr/>
        </p:nvSpPr>
        <p:spPr>
          <a:xfrm>
            <a:off x="1423432" y="2044214"/>
            <a:ext cx="36306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28" name="anim_to2184_0_1">
            <a:extLst>
              <a:ext uri="{FF2B5EF4-FFF2-40B4-BE49-F238E27FC236}">
                <a16:creationId xmlns:a16="http://schemas.microsoft.com/office/drawing/2014/main" id="{BEDC8315-4274-4789-BF67-E46E481A8EC2}"/>
              </a:ext>
            </a:extLst>
          </p:cNvPr>
          <p:cNvSpPr>
            <a:spLocks noGrp="1"/>
          </p:cNvSpPr>
          <p:nvPr/>
        </p:nvSpPr>
        <p:spPr>
          <a:xfrm>
            <a:off x="2061885" y="204421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29" name="anim_to2188_0_1">
            <a:extLst>
              <a:ext uri="{FF2B5EF4-FFF2-40B4-BE49-F238E27FC236}">
                <a16:creationId xmlns:a16="http://schemas.microsoft.com/office/drawing/2014/main" id="{41FFFB42-50E8-4C38-A7E8-2DB8CCE1A2E9}"/>
              </a:ext>
            </a:extLst>
          </p:cNvPr>
          <p:cNvSpPr>
            <a:spLocks noGrp="1"/>
          </p:cNvSpPr>
          <p:nvPr/>
        </p:nvSpPr>
        <p:spPr>
          <a:xfrm>
            <a:off x="2619097" y="204421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30" name="anim_to2192_0_1">
            <a:extLst>
              <a:ext uri="{FF2B5EF4-FFF2-40B4-BE49-F238E27FC236}">
                <a16:creationId xmlns:a16="http://schemas.microsoft.com/office/drawing/2014/main" id="{147180F0-534C-4551-BF02-1E05D43D17F7}"/>
              </a:ext>
            </a:extLst>
          </p:cNvPr>
          <p:cNvSpPr>
            <a:spLocks noGrp="1"/>
          </p:cNvSpPr>
          <p:nvPr/>
        </p:nvSpPr>
        <p:spPr>
          <a:xfrm>
            <a:off x="1423432" y="2601426"/>
            <a:ext cx="36306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31" name="anim_to2197_0_1">
            <a:extLst>
              <a:ext uri="{FF2B5EF4-FFF2-40B4-BE49-F238E27FC236}">
                <a16:creationId xmlns:a16="http://schemas.microsoft.com/office/drawing/2014/main" id="{BB4839E0-C518-4A0E-B91F-B609B74B87EA}"/>
              </a:ext>
            </a:extLst>
          </p:cNvPr>
          <p:cNvSpPr>
            <a:spLocks noGrp="1"/>
          </p:cNvSpPr>
          <p:nvPr/>
        </p:nvSpPr>
        <p:spPr>
          <a:xfrm>
            <a:off x="2061885" y="260142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32" name="anim_to2201_0_1">
            <a:extLst>
              <a:ext uri="{FF2B5EF4-FFF2-40B4-BE49-F238E27FC236}">
                <a16:creationId xmlns:a16="http://schemas.microsoft.com/office/drawing/2014/main" id="{3066BB50-F068-421A-B7DF-278960F51DE4}"/>
              </a:ext>
            </a:extLst>
          </p:cNvPr>
          <p:cNvSpPr>
            <a:spLocks noGrp="1"/>
          </p:cNvSpPr>
          <p:nvPr/>
        </p:nvSpPr>
        <p:spPr>
          <a:xfrm>
            <a:off x="2619097" y="260142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33" name="anim_to2205_0_1">
            <a:extLst>
              <a:ext uri="{FF2B5EF4-FFF2-40B4-BE49-F238E27FC236}">
                <a16:creationId xmlns:a16="http://schemas.microsoft.com/office/drawing/2014/main" id="{130D4B8C-ECFE-4FB8-AC9F-CA61ACDA729F}"/>
              </a:ext>
            </a:extLst>
          </p:cNvPr>
          <p:cNvSpPr>
            <a:spLocks noGrp="1"/>
          </p:cNvSpPr>
          <p:nvPr/>
        </p:nvSpPr>
        <p:spPr>
          <a:xfrm>
            <a:off x="1423432" y="3158639"/>
            <a:ext cx="36306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34" name="anim_to2210_0_1">
            <a:extLst>
              <a:ext uri="{FF2B5EF4-FFF2-40B4-BE49-F238E27FC236}">
                <a16:creationId xmlns:a16="http://schemas.microsoft.com/office/drawing/2014/main" id="{6FCE10D5-641A-424E-B019-4BAC52170D70}"/>
              </a:ext>
            </a:extLst>
          </p:cNvPr>
          <p:cNvSpPr>
            <a:spLocks noGrp="1"/>
          </p:cNvSpPr>
          <p:nvPr/>
        </p:nvSpPr>
        <p:spPr>
          <a:xfrm>
            <a:off x="2061885" y="315863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35" name="anim_to2214_0_1">
            <a:extLst>
              <a:ext uri="{FF2B5EF4-FFF2-40B4-BE49-F238E27FC236}">
                <a16:creationId xmlns:a16="http://schemas.microsoft.com/office/drawing/2014/main" id="{BFFA3099-7513-48F7-8179-EDC857DEDC18}"/>
              </a:ext>
            </a:extLst>
          </p:cNvPr>
          <p:cNvSpPr>
            <a:spLocks noGrp="1"/>
          </p:cNvSpPr>
          <p:nvPr/>
        </p:nvSpPr>
        <p:spPr>
          <a:xfrm>
            <a:off x="2619097" y="315863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36" name="anim_to2265_0_1">
            <a:extLst>
              <a:ext uri="{FF2B5EF4-FFF2-40B4-BE49-F238E27FC236}">
                <a16:creationId xmlns:a16="http://schemas.microsoft.com/office/drawing/2014/main" id="{0C2D2E0E-D27B-4451-9441-BD538B38EB28}"/>
              </a:ext>
            </a:extLst>
          </p:cNvPr>
          <p:cNvSpPr>
            <a:spLocks noGrp="1"/>
          </p:cNvSpPr>
          <p:nvPr/>
        </p:nvSpPr>
        <p:spPr>
          <a:xfrm>
            <a:off x="2019022" y="260142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37" name="anim_to2267_0_1">
            <a:extLst>
              <a:ext uri="{FF2B5EF4-FFF2-40B4-BE49-F238E27FC236}">
                <a16:creationId xmlns:a16="http://schemas.microsoft.com/office/drawing/2014/main" id="{FD384D79-603F-4056-B98F-AF79DE84C9F2}"/>
              </a:ext>
            </a:extLst>
          </p:cNvPr>
          <p:cNvSpPr>
            <a:spLocks noGrp="1"/>
          </p:cNvSpPr>
          <p:nvPr/>
        </p:nvSpPr>
        <p:spPr>
          <a:xfrm>
            <a:off x="3133447" y="260142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38" name="anim_to2269_0_1">
            <a:extLst>
              <a:ext uri="{FF2B5EF4-FFF2-40B4-BE49-F238E27FC236}">
                <a16:creationId xmlns:a16="http://schemas.microsoft.com/office/drawing/2014/main" id="{D06C51C0-4E0C-4B81-B1DF-7C5001DA3AF7}"/>
              </a:ext>
            </a:extLst>
          </p:cNvPr>
          <p:cNvSpPr>
            <a:spLocks noGrp="1"/>
          </p:cNvSpPr>
          <p:nvPr/>
        </p:nvSpPr>
        <p:spPr>
          <a:xfrm>
            <a:off x="4166632" y="2601426"/>
            <a:ext cx="36306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15</a:t>
            </a:r>
          </a:p>
        </p:txBody>
      </p:sp>
      <p:sp>
        <p:nvSpPr>
          <p:cNvPr id="139" name="anim_to2272_0_1">
            <a:extLst>
              <a:ext uri="{FF2B5EF4-FFF2-40B4-BE49-F238E27FC236}">
                <a16:creationId xmlns:a16="http://schemas.microsoft.com/office/drawing/2014/main" id="{63924D6D-D38E-45EA-9C29-C184F9CA9C93}"/>
              </a:ext>
            </a:extLst>
          </p:cNvPr>
          <p:cNvSpPr>
            <a:spLocks noGrp="1"/>
          </p:cNvSpPr>
          <p:nvPr/>
        </p:nvSpPr>
        <p:spPr>
          <a:xfrm>
            <a:off x="2019022" y="371585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140" name="anim_to2274_0_1">
            <a:extLst>
              <a:ext uri="{FF2B5EF4-FFF2-40B4-BE49-F238E27FC236}">
                <a16:creationId xmlns:a16="http://schemas.microsoft.com/office/drawing/2014/main" id="{37973FE3-84A9-44E1-88AE-483165EB4081}"/>
              </a:ext>
            </a:extLst>
          </p:cNvPr>
          <p:cNvSpPr>
            <a:spLocks noGrp="1"/>
          </p:cNvSpPr>
          <p:nvPr/>
        </p:nvSpPr>
        <p:spPr>
          <a:xfrm>
            <a:off x="3052207" y="3715851"/>
            <a:ext cx="36306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-3</a:t>
            </a:r>
          </a:p>
        </p:txBody>
      </p:sp>
      <p:sp>
        <p:nvSpPr>
          <p:cNvPr id="141" name="anim_to2277_0_1">
            <a:extLst>
              <a:ext uri="{FF2B5EF4-FFF2-40B4-BE49-F238E27FC236}">
                <a16:creationId xmlns:a16="http://schemas.microsoft.com/office/drawing/2014/main" id="{A406603C-A6F6-4681-B904-21927CBFA7E9}"/>
              </a:ext>
            </a:extLst>
          </p:cNvPr>
          <p:cNvSpPr>
            <a:spLocks noGrp="1"/>
          </p:cNvSpPr>
          <p:nvPr/>
        </p:nvSpPr>
        <p:spPr>
          <a:xfrm>
            <a:off x="4247872" y="371585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142" name="anim_to2279_0_1">
            <a:extLst>
              <a:ext uri="{FF2B5EF4-FFF2-40B4-BE49-F238E27FC236}">
                <a16:creationId xmlns:a16="http://schemas.microsoft.com/office/drawing/2014/main" id="{EED7C365-C1C2-4FAD-A21A-F134610E5544}"/>
              </a:ext>
            </a:extLst>
          </p:cNvPr>
          <p:cNvSpPr>
            <a:spLocks noGrp="1"/>
          </p:cNvSpPr>
          <p:nvPr/>
        </p:nvSpPr>
        <p:spPr>
          <a:xfrm>
            <a:off x="1937782" y="4830276"/>
            <a:ext cx="36306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12</a:t>
            </a:r>
          </a:p>
        </p:txBody>
      </p:sp>
      <p:sp>
        <p:nvSpPr>
          <p:cNvPr id="143" name="anim_to2282_0_1">
            <a:extLst>
              <a:ext uri="{FF2B5EF4-FFF2-40B4-BE49-F238E27FC236}">
                <a16:creationId xmlns:a16="http://schemas.microsoft.com/office/drawing/2014/main" id="{5F15F5C4-73A1-497B-BE4D-C717FBCA4DC6}"/>
              </a:ext>
            </a:extLst>
          </p:cNvPr>
          <p:cNvSpPr>
            <a:spLocks noGrp="1"/>
          </p:cNvSpPr>
          <p:nvPr/>
        </p:nvSpPr>
        <p:spPr>
          <a:xfrm>
            <a:off x="3052207" y="4830276"/>
            <a:ext cx="36306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44" name="anim_to2285_0_1">
            <a:extLst>
              <a:ext uri="{FF2B5EF4-FFF2-40B4-BE49-F238E27FC236}">
                <a16:creationId xmlns:a16="http://schemas.microsoft.com/office/drawing/2014/main" id="{37D5456F-C0E2-4F8B-A25A-18880921617F}"/>
              </a:ext>
            </a:extLst>
          </p:cNvPr>
          <p:cNvSpPr>
            <a:spLocks noGrp="1"/>
          </p:cNvSpPr>
          <p:nvPr/>
        </p:nvSpPr>
        <p:spPr>
          <a:xfrm>
            <a:off x="4166632" y="4830276"/>
            <a:ext cx="36306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-4</a:t>
            </a:r>
          </a:p>
        </p:txBody>
      </p:sp>
      <p:sp>
        <p:nvSpPr>
          <p:cNvPr id="145" name="anim_o2178_2">
            <a:extLst>
              <a:ext uri="{FF2B5EF4-FFF2-40B4-BE49-F238E27FC236}">
                <a16:creationId xmlns:a16="http://schemas.microsoft.com/office/drawing/2014/main" id="{8A2C2FCC-4B82-4FA2-B045-365FD94907D0}"/>
              </a:ext>
            </a:extLst>
          </p:cNvPr>
          <p:cNvSpPr>
            <a:spLocks noGrp="1"/>
          </p:cNvSpPr>
          <p:nvPr/>
        </p:nvSpPr>
        <p:spPr>
          <a:xfrm>
            <a:off x="6168866" y="3064669"/>
            <a:ext cx="557213" cy="55721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6" name="anim_o2183_2">
            <a:extLst>
              <a:ext uri="{FF2B5EF4-FFF2-40B4-BE49-F238E27FC236}">
                <a16:creationId xmlns:a16="http://schemas.microsoft.com/office/drawing/2014/main" id="{FA0001AB-77A3-42DA-B02C-E21BD62BDD95}"/>
              </a:ext>
            </a:extLst>
          </p:cNvPr>
          <p:cNvSpPr>
            <a:spLocks noGrp="1"/>
          </p:cNvSpPr>
          <p:nvPr/>
        </p:nvSpPr>
        <p:spPr>
          <a:xfrm>
            <a:off x="6726079" y="3064669"/>
            <a:ext cx="557213" cy="55721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7" name="anim_o2187_2">
            <a:extLst>
              <a:ext uri="{FF2B5EF4-FFF2-40B4-BE49-F238E27FC236}">
                <a16:creationId xmlns:a16="http://schemas.microsoft.com/office/drawing/2014/main" id="{EC1012DC-B392-4321-A796-08FF99C86523}"/>
              </a:ext>
            </a:extLst>
          </p:cNvPr>
          <p:cNvSpPr>
            <a:spLocks noGrp="1"/>
          </p:cNvSpPr>
          <p:nvPr/>
        </p:nvSpPr>
        <p:spPr>
          <a:xfrm>
            <a:off x="7283291" y="3064669"/>
            <a:ext cx="557213" cy="55721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8" name="anim_o2191_2">
            <a:extLst>
              <a:ext uri="{FF2B5EF4-FFF2-40B4-BE49-F238E27FC236}">
                <a16:creationId xmlns:a16="http://schemas.microsoft.com/office/drawing/2014/main" id="{2BE15BDC-30F9-4B2A-884C-1420990799EA}"/>
              </a:ext>
            </a:extLst>
          </p:cNvPr>
          <p:cNvSpPr>
            <a:spLocks noGrp="1"/>
          </p:cNvSpPr>
          <p:nvPr/>
        </p:nvSpPr>
        <p:spPr>
          <a:xfrm>
            <a:off x="6168866" y="3621881"/>
            <a:ext cx="557213" cy="55721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9" name="anim_o2196_2">
            <a:extLst>
              <a:ext uri="{FF2B5EF4-FFF2-40B4-BE49-F238E27FC236}">
                <a16:creationId xmlns:a16="http://schemas.microsoft.com/office/drawing/2014/main" id="{BB0B92C0-C8DF-411D-BB88-CB2011A995E7}"/>
              </a:ext>
            </a:extLst>
          </p:cNvPr>
          <p:cNvSpPr>
            <a:spLocks noGrp="1"/>
          </p:cNvSpPr>
          <p:nvPr/>
        </p:nvSpPr>
        <p:spPr>
          <a:xfrm>
            <a:off x="6726079" y="3621881"/>
            <a:ext cx="557213" cy="55721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0" name="anim_o2200_2">
            <a:extLst>
              <a:ext uri="{FF2B5EF4-FFF2-40B4-BE49-F238E27FC236}">
                <a16:creationId xmlns:a16="http://schemas.microsoft.com/office/drawing/2014/main" id="{727D7E89-3B2C-41C0-9B14-780682BB7B96}"/>
              </a:ext>
            </a:extLst>
          </p:cNvPr>
          <p:cNvSpPr>
            <a:spLocks noGrp="1"/>
          </p:cNvSpPr>
          <p:nvPr/>
        </p:nvSpPr>
        <p:spPr>
          <a:xfrm>
            <a:off x="7283291" y="3621881"/>
            <a:ext cx="557213" cy="55721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1" name="anim_o2204_2">
            <a:extLst>
              <a:ext uri="{FF2B5EF4-FFF2-40B4-BE49-F238E27FC236}">
                <a16:creationId xmlns:a16="http://schemas.microsoft.com/office/drawing/2014/main" id="{ED8A4108-914C-46FE-A3DD-401208A38A03}"/>
              </a:ext>
            </a:extLst>
          </p:cNvPr>
          <p:cNvSpPr>
            <a:spLocks noGrp="1"/>
          </p:cNvSpPr>
          <p:nvPr/>
        </p:nvSpPr>
        <p:spPr>
          <a:xfrm>
            <a:off x="6168866" y="4179094"/>
            <a:ext cx="557213" cy="55721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2" name="anim_o2209_2">
            <a:extLst>
              <a:ext uri="{FF2B5EF4-FFF2-40B4-BE49-F238E27FC236}">
                <a16:creationId xmlns:a16="http://schemas.microsoft.com/office/drawing/2014/main" id="{69334CAC-976C-4D0C-A2FE-1591602582B5}"/>
              </a:ext>
            </a:extLst>
          </p:cNvPr>
          <p:cNvSpPr>
            <a:spLocks noGrp="1"/>
          </p:cNvSpPr>
          <p:nvPr/>
        </p:nvSpPr>
        <p:spPr>
          <a:xfrm>
            <a:off x="6726079" y="4179094"/>
            <a:ext cx="557213" cy="55721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3" name="anim_o2213_2">
            <a:extLst>
              <a:ext uri="{FF2B5EF4-FFF2-40B4-BE49-F238E27FC236}">
                <a16:creationId xmlns:a16="http://schemas.microsoft.com/office/drawing/2014/main" id="{50DB2DF8-70B2-4E65-BC5E-EC91CD8571EC}"/>
              </a:ext>
            </a:extLst>
          </p:cNvPr>
          <p:cNvSpPr>
            <a:spLocks noGrp="1"/>
          </p:cNvSpPr>
          <p:nvPr/>
        </p:nvSpPr>
        <p:spPr>
          <a:xfrm>
            <a:off x="7283291" y="4179094"/>
            <a:ext cx="557213" cy="55721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4" name="anim_to2246_0_1">
            <a:extLst>
              <a:ext uri="{FF2B5EF4-FFF2-40B4-BE49-F238E27FC236}">
                <a16:creationId xmlns:a16="http://schemas.microsoft.com/office/drawing/2014/main" id="{74E912B0-B243-4E6E-B5B1-AECAB3DC3361}"/>
              </a:ext>
            </a:extLst>
          </p:cNvPr>
          <p:cNvSpPr>
            <a:spLocks noGrp="1"/>
          </p:cNvSpPr>
          <p:nvPr/>
        </p:nvSpPr>
        <p:spPr>
          <a:xfrm>
            <a:off x="5497116" y="3506531"/>
            <a:ext cx="305991" cy="78791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*</a:t>
            </a:r>
          </a:p>
        </p:txBody>
      </p:sp>
      <p:sp>
        <p:nvSpPr>
          <p:cNvPr id="155" name="anim_to2250_0_1">
            <a:extLst>
              <a:ext uri="{FF2B5EF4-FFF2-40B4-BE49-F238E27FC236}">
                <a16:creationId xmlns:a16="http://schemas.microsoft.com/office/drawing/2014/main" id="{7E808CC4-6D30-4539-A5E8-1F348C44534C}"/>
              </a:ext>
            </a:extLst>
          </p:cNvPr>
          <p:cNvSpPr>
            <a:spLocks noGrp="1"/>
          </p:cNvSpPr>
          <p:nvPr/>
        </p:nvSpPr>
        <p:spPr>
          <a:xfrm>
            <a:off x="8208169" y="3506531"/>
            <a:ext cx="510848" cy="78791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156" name="anim_o2313_1">
            <a:extLst>
              <a:ext uri="{FF2B5EF4-FFF2-40B4-BE49-F238E27FC236}">
                <a16:creationId xmlns:a16="http://schemas.microsoft.com/office/drawing/2014/main" id="{073A8B28-D13A-402E-88D7-66FEEE6EFD57}"/>
              </a:ext>
            </a:extLst>
          </p:cNvPr>
          <p:cNvSpPr>
            <a:spLocks noGrp="1"/>
          </p:cNvSpPr>
          <p:nvPr/>
        </p:nvSpPr>
        <p:spPr>
          <a:xfrm>
            <a:off x="5185622" y="5814214"/>
            <a:ext cx="1994308" cy="953"/>
          </a:xfrm>
          <a:custGeom>
            <a:avLst/>
            <a:gdLst/>
            <a:ahLst/>
            <a:cxnLst/>
            <a:rect l="0" t="0" r="0" b="0"/>
            <a:pathLst>
              <a:path w="1994308" h="953">
                <a:moveTo>
                  <a:pt x="0" y="0"/>
                </a:moveTo>
                <a:lnTo>
                  <a:pt x="1994308" y="0"/>
                </a:lnTo>
              </a:path>
            </a:pathLst>
          </a:custGeom>
          <a:noFill/>
          <a:ln w="9525">
            <a:solidFill>
              <a:srgbClr val="FFFFFF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57" name="anim_to2290_0_1">
            <a:extLst>
              <a:ext uri="{FF2B5EF4-FFF2-40B4-BE49-F238E27FC236}">
                <a16:creationId xmlns:a16="http://schemas.microsoft.com/office/drawing/2014/main" id="{6A388D36-B187-4F2B-841E-22D6B989DA4B}"/>
              </a:ext>
            </a:extLst>
          </p:cNvPr>
          <p:cNvSpPr>
            <a:spLocks noGrp="1"/>
          </p:cNvSpPr>
          <p:nvPr/>
        </p:nvSpPr>
        <p:spPr>
          <a:xfrm>
            <a:off x="5224103" y="5279853"/>
            <a:ext cx="305839" cy="6030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79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79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79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n</a:t>
            </a:r>
          </a:p>
        </p:txBody>
      </p:sp>
      <p:sp>
        <p:nvSpPr>
          <p:cNvPr id="158" name="anim_to2294_0_1">
            <a:extLst>
              <a:ext uri="{FF2B5EF4-FFF2-40B4-BE49-F238E27FC236}">
                <a16:creationId xmlns:a16="http://schemas.microsoft.com/office/drawing/2014/main" id="{E52671BF-5C2F-43FA-AAB0-8EC11C9E9675}"/>
              </a:ext>
            </a:extLst>
          </p:cNvPr>
          <p:cNvSpPr>
            <a:spLocks noGrp="1"/>
          </p:cNvSpPr>
          <p:nvPr/>
        </p:nvSpPr>
        <p:spPr>
          <a:xfrm>
            <a:off x="5597973" y="5279853"/>
            <a:ext cx="399910" cy="6030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79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79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79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159" name="anim_to2298_0_1">
            <a:extLst>
              <a:ext uri="{FF2B5EF4-FFF2-40B4-BE49-F238E27FC236}">
                <a16:creationId xmlns:a16="http://schemas.microsoft.com/office/drawing/2014/main" id="{2C6249B6-304E-4BE0-A77D-E73B08A06447}"/>
              </a:ext>
            </a:extLst>
          </p:cNvPr>
          <p:cNvSpPr>
            <a:spLocks noGrp="1"/>
          </p:cNvSpPr>
          <p:nvPr/>
        </p:nvSpPr>
        <p:spPr>
          <a:xfrm>
            <a:off x="6065914" y="5279853"/>
            <a:ext cx="305839" cy="6030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79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79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79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2</a:t>
            </a:r>
          </a:p>
        </p:txBody>
      </p:sp>
      <p:sp>
        <p:nvSpPr>
          <p:cNvPr id="160" name="anim_to2300_0_1">
            <a:extLst>
              <a:ext uri="{FF2B5EF4-FFF2-40B4-BE49-F238E27FC236}">
                <a16:creationId xmlns:a16="http://schemas.microsoft.com/office/drawing/2014/main" id="{0A9D58E2-F9F9-4E72-A2B4-753E95EAD42E}"/>
              </a:ext>
            </a:extLst>
          </p:cNvPr>
          <p:cNvSpPr>
            <a:spLocks noGrp="1"/>
          </p:cNvSpPr>
          <p:nvPr/>
        </p:nvSpPr>
        <p:spPr>
          <a:xfrm>
            <a:off x="6333653" y="5279853"/>
            <a:ext cx="305839" cy="6030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79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79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379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p</a:t>
            </a:r>
          </a:p>
        </p:txBody>
      </p:sp>
      <p:sp>
        <p:nvSpPr>
          <p:cNvPr id="161" name="anim_to2304_0_1">
            <a:extLst>
              <a:ext uri="{FF2B5EF4-FFF2-40B4-BE49-F238E27FC236}">
                <a16:creationId xmlns:a16="http://schemas.microsoft.com/office/drawing/2014/main" id="{950850F4-84B4-4F19-9978-596497E4E039}"/>
              </a:ext>
            </a:extLst>
          </p:cNvPr>
          <p:cNvSpPr>
            <a:spLocks noGrp="1"/>
          </p:cNvSpPr>
          <p:nvPr/>
        </p:nvSpPr>
        <p:spPr>
          <a:xfrm>
            <a:off x="6707523" y="5279853"/>
            <a:ext cx="199708" cy="6030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799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799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pPr>
            <a:r>
              <a:rPr sz="3799" b="0">
                <a:solidFill>
                  <a:srgbClr val="FF862F"/>
                </a:solidFill>
                <a:latin typeface="Cambria Math"/>
                <a:ea typeface="Cambria Math"/>
                <a:cs typeface="Cambria Math"/>
              </a:rPr>
              <a:t>-</a:t>
            </a:r>
          </a:p>
        </p:txBody>
      </p:sp>
      <p:sp>
        <p:nvSpPr>
          <p:cNvPr id="162" name="anim_to2308_0_1">
            <a:extLst>
              <a:ext uri="{FF2B5EF4-FFF2-40B4-BE49-F238E27FC236}">
                <a16:creationId xmlns:a16="http://schemas.microsoft.com/office/drawing/2014/main" id="{4B9E92EB-730A-4EDA-A59D-C2E4060D85F0}"/>
              </a:ext>
            </a:extLst>
          </p:cNvPr>
          <p:cNvSpPr>
            <a:spLocks noGrp="1"/>
          </p:cNvSpPr>
          <p:nvPr/>
        </p:nvSpPr>
        <p:spPr>
          <a:xfrm>
            <a:off x="6975263" y="5279853"/>
            <a:ext cx="185236" cy="6030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79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79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79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163" name="anim_to2311_0_1">
            <a:extLst>
              <a:ext uri="{FF2B5EF4-FFF2-40B4-BE49-F238E27FC236}">
                <a16:creationId xmlns:a16="http://schemas.microsoft.com/office/drawing/2014/main" id="{34257829-F94A-4FBC-A834-A39990A6E5AD}"/>
              </a:ext>
            </a:extLst>
          </p:cNvPr>
          <p:cNvSpPr>
            <a:spLocks noGrp="1"/>
          </p:cNvSpPr>
          <p:nvPr/>
        </p:nvSpPr>
        <p:spPr>
          <a:xfrm>
            <a:off x="6069532" y="5693699"/>
            <a:ext cx="245538" cy="6030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79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79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79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s</a:t>
            </a:r>
          </a:p>
        </p:txBody>
      </p:sp>
      <p:sp>
        <p:nvSpPr>
          <p:cNvPr id="164" name="anim_to2317_0_1">
            <a:extLst>
              <a:ext uri="{FF2B5EF4-FFF2-40B4-BE49-F238E27FC236}">
                <a16:creationId xmlns:a16="http://schemas.microsoft.com/office/drawing/2014/main" id="{823A7CBC-5F40-4DE7-9D4A-4E3B4259E41C}"/>
              </a:ext>
            </a:extLst>
          </p:cNvPr>
          <p:cNvSpPr>
            <a:spLocks noGrp="1"/>
          </p:cNvSpPr>
          <p:nvPr/>
        </p:nvSpPr>
        <p:spPr>
          <a:xfrm>
            <a:off x="7299833" y="5394662"/>
            <a:ext cx="479332" cy="7353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63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63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63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165" name="anim_to2321_0_1">
            <a:extLst>
              <a:ext uri="{FF2B5EF4-FFF2-40B4-BE49-F238E27FC236}">
                <a16:creationId xmlns:a16="http://schemas.microsoft.com/office/drawing/2014/main" id="{D088DA56-C45D-4D45-9D98-F65892C97A25}"/>
              </a:ext>
            </a:extLst>
          </p:cNvPr>
          <p:cNvSpPr>
            <a:spLocks noGrp="1"/>
          </p:cNvSpPr>
          <p:nvPr/>
        </p:nvSpPr>
        <p:spPr>
          <a:xfrm>
            <a:off x="7870492" y="5394662"/>
            <a:ext cx="364611" cy="7353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63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63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63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166" name="anim_o2353_1">
            <a:extLst>
              <a:ext uri="{FF2B5EF4-FFF2-40B4-BE49-F238E27FC236}">
                <a16:creationId xmlns:a16="http://schemas.microsoft.com/office/drawing/2014/main" id="{F810C539-BFEB-423A-B8BE-05A35ECFF4CA}"/>
              </a:ext>
            </a:extLst>
          </p:cNvPr>
          <p:cNvSpPr>
            <a:spLocks noGrp="1"/>
          </p:cNvSpPr>
          <p:nvPr/>
        </p:nvSpPr>
        <p:spPr>
          <a:xfrm>
            <a:off x="5280025" y="5810973"/>
            <a:ext cx="1869664" cy="953"/>
          </a:xfrm>
          <a:custGeom>
            <a:avLst/>
            <a:gdLst/>
            <a:ahLst/>
            <a:cxnLst/>
            <a:rect l="0" t="0" r="0" b="0"/>
            <a:pathLst>
              <a:path w="1869664" h="953">
                <a:moveTo>
                  <a:pt x="0" y="0"/>
                </a:moveTo>
                <a:lnTo>
                  <a:pt x="1869664" y="0"/>
                </a:lnTo>
              </a:path>
            </a:pathLst>
          </a:custGeom>
          <a:noFill/>
          <a:ln w="9525">
            <a:solidFill>
              <a:srgbClr val="FFFFFF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67" name="anim_to2325_0_1">
            <a:extLst>
              <a:ext uri="{FF2B5EF4-FFF2-40B4-BE49-F238E27FC236}">
                <a16:creationId xmlns:a16="http://schemas.microsoft.com/office/drawing/2014/main" id="{3BB0D859-07D0-4B3D-BF78-82869113D7CA}"/>
              </a:ext>
            </a:extLst>
          </p:cNvPr>
          <p:cNvSpPr>
            <a:spLocks noGrp="1"/>
          </p:cNvSpPr>
          <p:nvPr/>
        </p:nvSpPr>
        <p:spPr>
          <a:xfrm>
            <a:off x="4956122" y="5417642"/>
            <a:ext cx="231139" cy="6894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34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34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34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⌊</a:t>
            </a:r>
          </a:p>
        </p:txBody>
      </p:sp>
      <p:sp>
        <p:nvSpPr>
          <p:cNvPr id="168" name="anim_to2330_0_1">
            <a:extLst>
              <a:ext uri="{FF2B5EF4-FFF2-40B4-BE49-F238E27FC236}">
                <a16:creationId xmlns:a16="http://schemas.microsoft.com/office/drawing/2014/main" id="{643E1810-6D66-498D-879F-78CC94C69741}"/>
              </a:ext>
            </a:extLst>
          </p:cNvPr>
          <p:cNvSpPr>
            <a:spLocks noGrp="1"/>
          </p:cNvSpPr>
          <p:nvPr/>
        </p:nvSpPr>
        <p:spPr>
          <a:xfrm>
            <a:off x="5315505" y="5310010"/>
            <a:ext cx="289106" cy="5653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56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n</a:t>
            </a:r>
          </a:p>
        </p:txBody>
      </p:sp>
      <p:sp>
        <p:nvSpPr>
          <p:cNvPr id="169" name="anim_to2334_0_1">
            <a:extLst>
              <a:ext uri="{FF2B5EF4-FFF2-40B4-BE49-F238E27FC236}">
                <a16:creationId xmlns:a16="http://schemas.microsoft.com/office/drawing/2014/main" id="{AEC9D5A1-5889-4EE1-9C63-39FDC9B516FE}"/>
              </a:ext>
            </a:extLst>
          </p:cNvPr>
          <p:cNvSpPr>
            <a:spLocks noGrp="1"/>
          </p:cNvSpPr>
          <p:nvPr/>
        </p:nvSpPr>
        <p:spPr>
          <a:xfrm>
            <a:off x="5666009" y="5310010"/>
            <a:ext cx="377297" cy="5653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1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1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pPr>
            <a:r>
              <a:rPr sz="3561" b="0">
                <a:solidFill>
                  <a:srgbClr val="FF8080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170" name="anim_to2338_0_1">
            <a:extLst>
              <a:ext uri="{FF2B5EF4-FFF2-40B4-BE49-F238E27FC236}">
                <a16:creationId xmlns:a16="http://schemas.microsoft.com/office/drawing/2014/main" id="{3DF07F71-7E4A-4270-8C08-51663AA3FD04}"/>
              </a:ext>
            </a:extLst>
          </p:cNvPr>
          <p:cNvSpPr>
            <a:spLocks noGrp="1"/>
          </p:cNvSpPr>
          <p:nvPr/>
        </p:nvSpPr>
        <p:spPr>
          <a:xfrm>
            <a:off x="6104703" y="5310010"/>
            <a:ext cx="289106" cy="5653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1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1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3561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2</a:t>
            </a:r>
          </a:p>
        </p:txBody>
      </p:sp>
      <p:sp>
        <p:nvSpPr>
          <p:cNvPr id="171" name="anim_to2340_0_1">
            <a:extLst>
              <a:ext uri="{FF2B5EF4-FFF2-40B4-BE49-F238E27FC236}">
                <a16:creationId xmlns:a16="http://schemas.microsoft.com/office/drawing/2014/main" id="{E2C37DF5-8371-4015-A5E3-2EC4B6485502}"/>
              </a:ext>
            </a:extLst>
          </p:cNvPr>
          <p:cNvSpPr>
            <a:spLocks noGrp="1"/>
          </p:cNvSpPr>
          <p:nvPr/>
        </p:nvSpPr>
        <p:spPr>
          <a:xfrm>
            <a:off x="6355709" y="5310010"/>
            <a:ext cx="289106" cy="5653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56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p</a:t>
            </a:r>
          </a:p>
        </p:txBody>
      </p:sp>
      <p:sp>
        <p:nvSpPr>
          <p:cNvPr id="172" name="anim_to2344_0_1">
            <a:extLst>
              <a:ext uri="{FF2B5EF4-FFF2-40B4-BE49-F238E27FC236}">
                <a16:creationId xmlns:a16="http://schemas.microsoft.com/office/drawing/2014/main" id="{4641E55F-5569-4284-86F5-91412290E475}"/>
              </a:ext>
            </a:extLst>
          </p:cNvPr>
          <p:cNvSpPr>
            <a:spLocks noGrp="1"/>
          </p:cNvSpPr>
          <p:nvPr/>
        </p:nvSpPr>
        <p:spPr>
          <a:xfrm>
            <a:off x="6706212" y="5310010"/>
            <a:ext cx="189608" cy="5653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56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-</a:t>
            </a:r>
          </a:p>
        </p:txBody>
      </p:sp>
      <p:sp>
        <p:nvSpPr>
          <p:cNvPr id="173" name="anim_to2348_0_1">
            <a:extLst>
              <a:ext uri="{FF2B5EF4-FFF2-40B4-BE49-F238E27FC236}">
                <a16:creationId xmlns:a16="http://schemas.microsoft.com/office/drawing/2014/main" id="{E68BC46D-9A82-457C-B97D-0B378E987541}"/>
              </a:ext>
            </a:extLst>
          </p:cNvPr>
          <p:cNvSpPr>
            <a:spLocks noGrp="1"/>
          </p:cNvSpPr>
          <p:nvPr/>
        </p:nvSpPr>
        <p:spPr>
          <a:xfrm>
            <a:off x="6957218" y="5310010"/>
            <a:ext cx="176040" cy="5653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56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174" name="anim_to2351_0_1">
            <a:extLst>
              <a:ext uri="{FF2B5EF4-FFF2-40B4-BE49-F238E27FC236}">
                <a16:creationId xmlns:a16="http://schemas.microsoft.com/office/drawing/2014/main" id="{B9C85306-22FC-4691-A813-1303A0AEE779}"/>
              </a:ext>
            </a:extLst>
          </p:cNvPr>
          <p:cNvSpPr>
            <a:spLocks noGrp="1"/>
          </p:cNvSpPr>
          <p:nvPr/>
        </p:nvSpPr>
        <p:spPr>
          <a:xfrm>
            <a:off x="6108095" y="5697990"/>
            <a:ext cx="232573" cy="5653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56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s</a:t>
            </a:r>
          </a:p>
        </p:txBody>
      </p:sp>
      <p:sp>
        <p:nvSpPr>
          <p:cNvPr id="175" name="anim_to2357_0_1">
            <a:extLst>
              <a:ext uri="{FF2B5EF4-FFF2-40B4-BE49-F238E27FC236}">
                <a16:creationId xmlns:a16="http://schemas.microsoft.com/office/drawing/2014/main" id="{5D589DA7-A6AD-4973-A15D-78E5DB6AB11B}"/>
              </a:ext>
            </a:extLst>
          </p:cNvPr>
          <p:cNvSpPr>
            <a:spLocks noGrp="1"/>
          </p:cNvSpPr>
          <p:nvPr/>
        </p:nvSpPr>
        <p:spPr>
          <a:xfrm>
            <a:off x="7261502" y="5417642"/>
            <a:ext cx="231139" cy="6894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34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34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34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⌋</a:t>
            </a:r>
          </a:p>
        </p:txBody>
      </p:sp>
      <p:sp>
        <p:nvSpPr>
          <p:cNvPr id="176" name="anim_to2361_0_1">
            <a:extLst>
              <a:ext uri="{FF2B5EF4-FFF2-40B4-BE49-F238E27FC236}">
                <a16:creationId xmlns:a16="http://schemas.microsoft.com/office/drawing/2014/main" id="{A5C49C3E-AFC8-4A76-BDE4-2674CCE62599}"/>
              </a:ext>
            </a:extLst>
          </p:cNvPr>
          <p:cNvSpPr>
            <a:spLocks noGrp="1"/>
          </p:cNvSpPr>
          <p:nvPr/>
        </p:nvSpPr>
        <p:spPr>
          <a:xfrm>
            <a:off x="7575880" y="5417642"/>
            <a:ext cx="451755" cy="6894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34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34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34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177" name="anim_to2365_0_1">
            <a:extLst>
              <a:ext uri="{FF2B5EF4-FFF2-40B4-BE49-F238E27FC236}">
                <a16:creationId xmlns:a16="http://schemas.microsoft.com/office/drawing/2014/main" id="{B66A0F9A-0FCF-48FA-AA72-AA2B6D6FA94D}"/>
              </a:ext>
            </a:extLst>
          </p:cNvPr>
          <p:cNvSpPr>
            <a:spLocks noGrp="1"/>
          </p:cNvSpPr>
          <p:nvPr/>
        </p:nvSpPr>
        <p:spPr>
          <a:xfrm>
            <a:off x="8110873" y="5417642"/>
            <a:ext cx="344204" cy="6894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34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34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34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20958167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6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6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6039844 0.08125 E" pathEditMode="relative" ptsTypes="">
                                      <p:cBhvr>
                                        <p:cTn id="12" dur="6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600"/>
                            </p:stCondLst>
                            <p:childTnLst>
                              <p:par>
                                <p:cTn id="14" presetID="63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914063 0 E" pathEditMode="relative" ptsTypes="">
                                      <p:cBhvr>
                                        <p:cTn id="15" dur="6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914063 0 E" pathEditMode="relative" ptsTypes="">
                                      <p:cBhvr>
                                        <p:cTn id="17" dur="6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914063 0 E" pathEditMode="relative" ptsTypes="">
                                      <p:cBhvr>
                                        <p:cTn id="19" dur="6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914063 0 E" pathEditMode="relative" ptsTypes="">
                                      <p:cBhvr>
                                        <p:cTn id="21" dur="6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914063 0 E" pathEditMode="relative" ptsTypes="">
                                      <p:cBhvr>
                                        <p:cTn id="23" dur="6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914063 0 E" pathEditMode="relative" ptsTypes="">
                                      <p:cBhvr>
                                        <p:cTn id="25" dur="6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914063 0 E" pathEditMode="relative" ptsTypes="">
                                      <p:cBhvr>
                                        <p:cTn id="27" dur="6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914063 0 E" pathEditMode="relative" ptsTypes="">
                                      <p:cBhvr>
                                        <p:cTn id="29" dur="6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914063 0 E" pathEditMode="relative" ptsTypes="">
                                      <p:cBhvr>
                                        <p:cTn id="31" dur="6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914063 0 E" pathEditMode="relative" ptsTypes="">
                                      <p:cBhvr>
                                        <p:cTn id="33" dur="6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914063 0 E" pathEditMode="relative" ptsTypes="">
                                      <p:cBhvr>
                                        <p:cTn id="35" dur="6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914063 0 E" pathEditMode="relative" ptsTypes="">
                                      <p:cBhvr>
                                        <p:cTn id="37" dur="6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914063 0 E" pathEditMode="relative" ptsTypes="">
                                      <p:cBhvr>
                                        <p:cTn id="39" dur="6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914063 0 E" pathEditMode="relative" ptsTypes="">
                                      <p:cBhvr>
                                        <p:cTn id="41" dur="6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914063 0 E" pathEditMode="relative" ptsTypes="">
                                      <p:cBhvr>
                                        <p:cTn id="43" dur="6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914063 0 E" pathEditMode="relative" ptsTypes="">
                                      <p:cBhvr>
                                        <p:cTn id="45" dur="6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914063 0 E" pathEditMode="relative" ptsTypes="">
                                      <p:cBhvr>
                                        <p:cTn id="47" dur="6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914063 0 E" pathEditMode="relative" ptsTypes="">
                                      <p:cBhvr>
                                        <p:cTn id="49" dur="6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200"/>
                            </p:stCondLst>
                            <p:childTnLst>
                              <p:par>
                                <p:cTn id="51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" dur="6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6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582812 0.08125 E" pathEditMode="relative" ptsTypes="">
                                      <p:cBhvr>
                                        <p:cTn id="58" dur="6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1800"/>
                            </p:stCondLst>
                            <p:childTnLst>
                              <p:par>
                                <p:cTn id="60" presetID="63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 L 0.1828125 0 E" pathEditMode="relative" ptsTypes="">
                                      <p:cBhvr>
                                        <p:cTn id="61" dur="6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 L 0.1828125 0 E" pathEditMode="relative" ptsTypes="">
                                      <p:cBhvr>
                                        <p:cTn id="63" dur="6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 L 0.1828125 0 E" pathEditMode="relative" ptsTypes="">
                                      <p:cBhvr>
                                        <p:cTn id="65" dur="6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 L 0.1828125 0 E" pathEditMode="relative" ptsTypes="">
                                      <p:cBhvr>
                                        <p:cTn id="67" dur="6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 L 0.1828125 0 E" pathEditMode="relative" ptsTypes="">
                                      <p:cBhvr>
                                        <p:cTn id="69" dur="6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 L 0.1828125 0 E" pathEditMode="relative" ptsTypes="">
                                      <p:cBhvr>
                                        <p:cTn id="71" dur="6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 L 0.1828125 0 E" pathEditMode="relative" ptsTypes="">
                                      <p:cBhvr>
                                        <p:cTn id="73" dur="6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 L 0.1828125 0 E" pathEditMode="relative" ptsTypes="">
                                      <p:cBhvr>
                                        <p:cTn id="75" dur="6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 L 0.1828125 0 E" pathEditMode="relative" ptsTypes="">
                                      <p:cBhvr>
                                        <p:cTn id="77" dur="6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 L 0.1828125 0 E" pathEditMode="relative" ptsTypes="">
                                      <p:cBhvr>
                                        <p:cTn id="79" dur="6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 L 0.1828125 0 E" pathEditMode="relative" ptsTypes="">
                                      <p:cBhvr>
                                        <p:cTn id="81" dur="6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 L 0.1828125 0 E" pathEditMode="relative" ptsTypes="">
                                      <p:cBhvr>
                                        <p:cTn id="83" dur="6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 L 0.1828125 0 E" pathEditMode="relative" ptsTypes="">
                                      <p:cBhvr>
                                        <p:cTn id="85" dur="6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 L 0.1828125 0 E" pathEditMode="relative" ptsTypes="">
                                      <p:cBhvr>
                                        <p:cTn id="87" dur="6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 L 0.1828125 0 E" pathEditMode="relative" ptsTypes="">
                                      <p:cBhvr>
                                        <p:cTn id="89" dur="6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 L 0.1828125 0 E" pathEditMode="relative" ptsTypes="">
                                      <p:cBhvr>
                                        <p:cTn id="91" dur="6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 L 0.1828125 0 E" pathEditMode="relative" ptsTypes="">
                                      <p:cBhvr>
                                        <p:cTn id="93" dur="6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 L 0.1828125 0 E" pathEditMode="relative" ptsTypes="">
                                      <p:cBhvr>
                                        <p:cTn id="95" dur="6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2400"/>
                            </p:stCondLst>
                            <p:childTnLst>
                              <p:par>
                                <p:cTn id="97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8" dur="6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6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125781 0.08125 E" pathEditMode="relative" ptsTypes="">
                                      <p:cBhvr>
                                        <p:cTn id="104" dur="6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3000"/>
                            </p:stCondLst>
                            <p:childTnLst>
                              <p:par>
                                <p:cTn id="106" presetID="63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 L -0.0 0.1625 E" pathEditMode="relative" ptsTypes="">
                                      <p:cBhvr>
                                        <p:cTn id="107" dur="6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 L 0 0.1625 E" pathEditMode="relative" ptsTypes="">
                                      <p:cBhvr>
                                        <p:cTn id="109" dur="6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 L 0 0.1625 E" pathEditMode="relative" ptsTypes="">
                                      <p:cBhvr>
                                        <p:cTn id="111" dur="6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 L -0.0 0.1625 E" pathEditMode="relative" ptsTypes="">
                                      <p:cBhvr>
                                        <p:cTn id="113" dur="6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 L 0 0.1625 E" pathEditMode="relative" ptsTypes="">
                                      <p:cBhvr>
                                        <p:cTn id="115" dur="6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 L 0 0.1625 E" pathEditMode="relative" ptsTypes="">
                                      <p:cBhvr>
                                        <p:cTn id="117" dur="6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 L -0.0 0.1625 E" pathEditMode="relative" ptsTypes="">
                                      <p:cBhvr>
                                        <p:cTn id="119" dur="6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 L 0 0.1625 E" pathEditMode="relative" ptsTypes="">
                                      <p:cBhvr>
                                        <p:cTn id="121" dur="6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 L 0 0.1625 E" pathEditMode="relative" ptsTypes="">
                                      <p:cBhvr>
                                        <p:cTn id="123" dur="6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 L 0 0.1625 E" pathEditMode="relative" ptsTypes="">
                                      <p:cBhvr>
                                        <p:cTn id="125" dur="6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 L -0.0 0.1625 E" pathEditMode="relative" ptsTypes="">
                                      <p:cBhvr>
                                        <p:cTn id="127" dur="6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 L 0 0.1625 E" pathEditMode="relative" ptsTypes="">
                                      <p:cBhvr>
                                        <p:cTn id="129" dur="6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 L 0 0.1625 E" pathEditMode="relative" ptsTypes="">
                                      <p:cBhvr>
                                        <p:cTn id="131" dur="6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 L -0.0 0.1625 E" pathEditMode="relative" ptsTypes="">
                                      <p:cBhvr>
                                        <p:cTn id="133" dur="6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 L 0 0.1625 E" pathEditMode="relative" ptsTypes="">
                                      <p:cBhvr>
                                        <p:cTn id="135" dur="6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 L 0 0.1625 E" pathEditMode="relative" ptsTypes="">
                                      <p:cBhvr>
                                        <p:cTn id="137" dur="6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 L -0.0 0.1625 E" pathEditMode="relative" ptsTypes="">
                                      <p:cBhvr>
                                        <p:cTn id="139" dur="6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 L 0 0.1625 E" pathEditMode="relative" ptsTypes="">
                                      <p:cBhvr>
                                        <p:cTn id="141" dur="6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3600"/>
                            </p:stCondLst>
                            <p:childTnLst>
                              <p:par>
                                <p:cTn id="143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4" dur="6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6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6039844 0 E" pathEditMode="relative" ptsTypes="">
                                      <p:cBhvr>
                                        <p:cTn id="150" dur="6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200"/>
                            </p:stCondLst>
                            <p:childTnLst>
                              <p:par>
                                <p:cTn id="152" presetID="63" presetClass="path" presetSubtype="0" accel="50000" decel="5000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 0.1625 L 0.0914062 0.1625 E" pathEditMode="relative" ptsTypes="">
                                      <p:cBhvr>
                                        <p:cTn id="153" dur="6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4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25 L 0.0914063 0.1625 E" pathEditMode="relative" ptsTypes="">
                                      <p:cBhvr>
                                        <p:cTn id="155" dur="6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6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25 L 0.0914063 0.1625 E" pathEditMode="relative" ptsTypes="">
                                      <p:cBhvr>
                                        <p:cTn id="157" dur="6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8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 0.1625 L 0.0914062 0.1625 E" pathEditMode="relative" ptsTypes="">
                                      <p:cBhvr>
                                        <p:cTn id="159" dur="6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0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25 L 0.0914063 0.1625 E" pathEditMode="relative" ptsTypes="">
                                      <p:cBhvr>
                                        <p:cTn id="161" dur="6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2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25 L 0.0914063 0.1625 E" pathEditMode="relative" ptsTypes="">
                                      <p:cBhvr>
                                        <p:cTn id="163" dur="6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4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 0.1625 L 0.0914062 0.1625 E" pathEditMode="relative" ptsTypes="">
                                      <p:cBhvr>
                                        <p:cTn id="165" dur="6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6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25 L 0.0914063 0.1625 E" pathEditMode="relative" ptsTypes="">
                                      <p:cBhvr>
                                        <p:cTn id="167" dur="6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8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25 L 0.0914063 0.1625 E" pathEditMode="relative" ptsTypes="">
                                      <p:cBhvr>
                                        <p:cTn id="169" dur="6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0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25 L 0.0914063 0.1625 E" pathEditMode="relative" ptsTypes="">
                                      <p:cBhvr>
                                        <p:cTn id="171" dur="6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2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 0.1625 L 0.0914062 0.1625 E" pathEditMode="relative" ptsTypes="">
                                      <p:cBhvr>
                                        <p:cTn id="173" dur="6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4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25 L 0.0914063 0.1625 E" pathEditMode="relative" ptsTypes="">
                                      <p:cBhvr>
                                        <p:cTn id="175" dur="6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6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25 L 0.0914063 0.1625 E" pathEditMode="relative" ptsTypes="">
                                      <p:cBhvr>
                                        <p:cTn id="177" dur="6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8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 0.1625 L 0.0914062 0.1625 E" pathEditMode="relative" ptsTypes="">
                                      <p:cBhvr>
                                        <p:cTn id="179" dur="6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0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25 L 0.0914063 0.1625 E" pathEditMode="relative" ptsTypes="">
                                      <p:cBhvr>
                                        <p:cTn id="181" dur="6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2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25 L 0.0914063 0.1625 E" pathEditMode="relative" ptsTypes="">
                                      <p:cBhvr>
                                        <p:cTn id="183" dur="6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4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 0.1625 L 0.0914062 0.1625 E" pathEditMode="relative" ptsTypes="">
                                      <p:cBhvr>
                                        <p:cTn id="185" dur="6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6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25 L 0.0914063 0.1625 E" pathEditMode="relative" ptsTypes="">
                                      <p:cBhvr>
                                        <p:cTn id="187" dur="6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8" fill="hold">
                            <p:stCondLst>
                              <p:cond delay="4800"/>
                            </p:stCondLst>
                            <p:childTnLst>
                              <p:par>
                                <p:cTn id="189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0" dur="6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6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582812 0 E" pathEditMode="relative" ptsTypes="">
                                      <p:cBhvr>
                                        <p:cTn id="196" dur="6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7" fill="hold">
                            <p:stCondLst>
                              <p:cond delay="5400"/>
                            </p:stCondLst>
                            <p:childTnLst>
                              <p:par>
                                <p:cTn id="198" presetID="63" presetClass="path" presetSubtype="0" accel="50000" decel="50000" fill="hold" grpId="4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2 0.1625 L 0.1828125 0.1625 E" pathEditMode="relative" ptsTypes="">
                                      <p:cBhvr>
                                        <p:cTn id="199" dur="6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0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.1625 L 0.1828125 0.1625 E" pathEditMode="relative" ptsTypes="">
                                      <p:cBhvr>
                                        <p:cTn id="201" dur="6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2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.1625 L 0.1828125 0.1625 E" pathEditMode="relative" ptsTypes="">
                                      <p:cBhvr>
                                        <p:cTn id="203" dur="6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4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2 0.1625 L 0.1828125 0.1625 E" pathEditMode="relative" ptsTypes="">
                                      <p:cBhvr>
                                        <p:cTn id="205" dur="6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6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.1625 L 0.1828125 0.1625 E" pathEditMode="relative" ptsTypes="">
                                      <p:cBhvr>
                                        <p:cTn id="207" dur="6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8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.1625 L 0.1828125 0.1625 E" pathEditMode="relative" ptsTypes="">
                                      <p:cBhvr>
                                        <p:cTn id="209" dur="6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0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2 0.1625 L 0.1828125 0.1625 E" pathEditMode="relative" ptsTypes="">
                                      <p:cBhvr>
                                        <p:cTn id="211" dur="6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2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.1625 L 0.1828125 0.1625 E" pathEditMode="relative" ptsTypes="">
                                      <p:cBhvr>
                                        <p:cTn id="213" dur="6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4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.1625 L 0.1828125 0.1625 E" pathEditMode="relative" ptsTypes="">
                                      <p:cBhvr>
                                        <p:cTn id="215" dur="6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6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.1625 L 0.1828125 0.1625 E" pathEditMode="relative" ptsTypes="">
                                      <p:cBhvr>
                                        <p:cTn id="217" dur="6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8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2 0.1625 L 0.1828125 0.1625 E" pathEditMode="relative" ptsTypes="">
                                      <p:cBhvr>
                                        <p:cTn id="219" dur="6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0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.1625 L 0.1828125 0.1625 E" pathEditMode="relative" ptsTypes="">
                                      <p:cBhvr>
                                        <p:cTn id="221" dur="6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2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.1625 L 0.1828125 0.1625 E" pathEditMode="relative" ptsTypes="">
                                      <p:cBhvr>
                                        <p:cTn id="223" dur="6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4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2 0.1625 L 0.1828125 0.1625 E" pathEditMode="relative" ptsTypes="">
                                      <p:cBhvr>
                                        <p:cTn id="225" dur="6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6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.1625 L 0.1828125 0.1625 E" pathEditMode="relative" ptsTypes="">
                                      <p:cBhvr>
                                        <p:cTn id="227" dur="6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8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.1625 L 0.1828125 0.1625 E" pathEditMode="relative" ptsTypes="">
                                      <p:cBhvr>
                                        <p:cTn id="229" dur="6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0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2 0.1625 L 0.1828125 0.1625 E" pathEditMode="relative" ptsTypes="">
                                      <p:cBhvr>
                                        <p:cTn id="231" dur="6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2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.1625 L 0.1828125 0.1625 E" pathEditMode="relative" ptsTypes="">
                                      <p:cBhvr>
                                        <p:cTn id="233" dur="6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4" fill="hold">
                            <p:stCondLst>
                              <p:cond delay="6000"/>
                            </p:stCondLst>
                            <p:childTnLst>
                              <p:par>
                                <p:cTn id="235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6" dur="6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0" dur="6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125781 0 E" pathEditMode="relative" ptsTypes="">
                                      <p:cBhvr>
                                        <p:cTn id="242" dur="6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3" fill="hold">
                            <p:stCondLst>
                              <p:cond delay="6600"/>
                            </p:stCondLst>
                            <p:childTnLst>
                              <p:par>
                                <p:cTn id="244" presetID="63" presetClass="path" presetSubtype="0" accel="50000" decel="50000" fill="hold" grpId="5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1625 L -0.0 0.325 E" pathEditMode="relative" ptsTypes="">
                                      <p:cBhvr>
                                        <p:cTn id="245" dur="6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6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1625 L 0 0.325 E" pathEditMode="relative" ptsTypes="">
                                      <p:cBhvr>
                                        <p:cTn id="247" dur="6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8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1625 L 0 0.325 E" pathEditMode="relative" ptsTypes="">
                                      <p:cBhvr>
                                        <p:cTn id="249" dur="6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0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1625 L -0.0 0.325 E" pathEditMode="relative" ptsTypes="">
                                      <p:cBhvr>
                                        <p:cTn id="251" dur="6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2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1625 L 0 0.325 E" pathEditMode="relative" ptsTypes="">
                                      <p:cBhvr>
                                        <p:cTn id="253" dur="6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4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1625 L 0 0.325 E" pathEditMode="relative" ptsTypes="">
                                      <p:cBhvr>
                                        <p:cTn id="255" dur="6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6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1625 L -0.0 0.325 E" pathEditMode="relative" ptsTypes="">
                                      <p:cBhvr>
                                        <p:cTn id="257" dur="6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8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1625 L 0 0.325 E" pathEditMode="relative" ptsTypes="">
                                      <p:cBhvr>
                                        <p:cTn id="259" dur="6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0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1625 L 0 0.325 E" pathEditMode="relative" ptsTypes="">
                                      <p:cBhvr>
                                        <p:cTn id="261" dur="6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2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1625 L 0 0.325 E" pathEditMode="relative" ptsTypes="">
                                      <p:cBhvr>
                                        <p:cTn id="263" dur="6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4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1625 L -0.0 0.325 E" pathEditMode="relative" ptsTypes="">
                                      <p:cBhvr>
                                        <p:cTn id="265" dur="6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6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1625 L 0 0.325 E" pathEditMode="relative" ptsTypes="">
                                      <p:cBhvr>
                                        <p:cTn id="267" dur="6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8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1625 L 0 0.325 E" pathEditMode="relative" ptsTypes="">
                                      <p:cBhvr>
                                        <p:cTn id="269" dur="6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0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1625 L -0.0 0.325 E" pathEditMode="relative" ptsTypes="">
                                      <p:cBhvr>
                                        <p:cTn id="271" dur="6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2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1625 L 0 0.325 E" pathEditMode="relative" ptsTypes="">
                                      <p:cBhvr>
                                        <p:cTn id="273" dur="6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4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1625 L 0 0.325 E" pathEditMode="relative" ptsTypes="">
                                      <p:cBhvr>
                                        <p:cTn id="275" dur="6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6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1625 L -0.0 0.325 E" pathEditMode="relative" ptsTypes="">
                                      <p:cBhvr>
                                        <p:cTn id="277" dur="6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8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1625 L 0 0.325 E" pathEditMode="relative" ptsTypes="">
                                      <p:cBhvr>
                                        <p:cTn id="279" dur="6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0" fill="hold">
                            <p:stCondLst>
                              <p:cond delay="7200"/>
                            </p:stCondLst>
                            <p:childTnLst>
                              <p:par>
                                <p:cTn id="281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2" dur="6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6" dur="6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6039844 -0.08125 E" pathEditMode="relative" ptsTypes="">
                                      <p:cBhvr>
                                        <p:cTn id="288" dur="6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9" fill="hold">
                            <p:stCondLst>
                              <p:cond delay="7800"/>
                            </p:stCondLst>
                            <p:childTnLst>
                              <p:par>
                                <p:cTn id="290" presetID="63" presetClass="path" presetSubtype="0" accel="50000" decel="50000" fill="hold" grpId="6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 0.325 L 0.0914062 0.325 E" pathEditMode="relative" ptsTypes="">
                                      <p:cBhvr>
                                        <p:cTn id="291" dur="6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2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25 L 0.0914063 0.325 E" pathEditMode="relative" ptsTypes="">
                                      <p:cBhvr>
                                        <p:cTn id="293" dur="6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4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25 L 0.0914063 0.325 E" pathEditMode="relative" ptsTypes="">
                                      <p:cBhvr>
                                        <p:cTn id="295" dur="6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6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 0.325 L 0.0914062 0.325 E" pathEditMode="relative" ptsTypes="">
                                      <p:cBhvr>
                                        <p:cTn id="297" dur="6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8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25 L 0.0914063 0.325 E" pathEditMode="relative" ptsTypes="">
                                      <p:cBhvr>
                                        <p:cTn id="299" dur="6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0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25 L 0.0914063 0.325 E" pathEditMode="relative" ptsTypes="">
                                      <p:cBhvr>
                                        <p:cTn id="301" dur="6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2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 0.325 L 0.0914062 0.325 E" pathEditMode="relative" ptsTypes="">
                                      <p:cBhvr>
                                        <p:cTn id="303" dur="6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4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25 L 0.0914063 0.325 E" pathEditMode="relative" ptsTypes="">
                                      <p:cBhvr>
                                        <p:cTn id="305" dur="6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6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25 L 0.0914063 0.325 E" pathEditMode="relative" ptsTypes="">
                                      <p:cBhvr>
                                        <p:cTn id="307" dur="6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8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25 L 0.0914063 0.325 E" pathEditMode="relative" ptsTypes="">
                                      <p:cBhvr>
                                        <p:cTn id="309" dur="6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0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 0.325 L 0.0914062 0.325 E" pathEditMode="relative" ptsTypes="">
                                      <p:cBhvr>
                                        <p:cTn id="311" dur="6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2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25 L 0.0914063 0.325 E" pathEditMode="relative" ptsTypes="">
                                      <p:cBhvr>
                                        <p:cTn id="313" dur="6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4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25 L 0.0914063 0.325 E" pathEditMode="relative" ptsTypes="">
                                      <p:cBhvr>
                                        <p:cTn id="315" dur="6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6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 0.325 L 0.0914062 0.325 E" pathEditMode="relative" ptsTypes="">
                                      <p:cBhvr>
                                        <p:cTn id="317" dur="6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8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25 L 0.0914063 0.325 E" pathEditMode="relative" ptsTypes="">
                                      <p:cBhvr>
                                        <p:cTn id="319" dur="6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0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25 L 0.0914063 0.325 E" pathEditMode="relative" ptsTypes="">
                                      <p:cBhvr>
                                        <p:cTn id="321" dur="6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2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 0.325 L 0.0914062 0.325 E" pathEditMode="relative" ptsTypes="">
                                      <p:cBhvr>
                                        <p:cTn id="323" dur="6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4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25 L 0.0914063 0.325 E" pathEditMode="relative" ptsTypes="">
                                      <p:cBhvr>
                                        <p:cTn id="325" dur="6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6" fill="hold">
                            <p:stCondLst>
                              <p:cond delay="8400"/>
                            </p:stCondLst>
                            <p:childTnLst>
                              <p:par>
                                <p:cTn id="327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8" dur="6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2" dur="6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582812 -0.08125 E" pathEditMode="relative" ptsTypes="">
                                      <p:cBhvr>
                                        <p:cTn id="334" dur="6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5" fill="hold">
                            <p:stCondLst>
                              <p:cond delay="9000"/>
                            </p:stCondLst>
                            <p:childTnLst>
                              <p:par>
                                <p:cTn id="336" presetID="63" presetClass="path" presetSubtype="0" accel="50000" decel="50000" fill="hold" grpId="7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2 0.325 L 0.1828125 0.325 E" pathEditMode="relative" ptsTypes="">
                                      <p:cBhvr>
                                        <p:cTn id="337" dur="6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8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.325 L 0.1828125 0.325 E" pathEditMode="relative" ptsTypes="">
                                      <p:cBhvr>
                                        <p:cTn id="339" dur="6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0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.325 L 0.1828125 0.325 E" pathEditMode="relative" ptsTypes="">
                                      <p:cBhvr>
                                        <p:cTn id="341" dur="6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2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2 0.325 L 0.1828125 0.325 E" pathEditMode="relative" ptsTypes="">
                                      <p:cBhvr>
                                        <p:cTn id="343" dur="6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4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.325 L 0.1828125 0.325 E" pathEditMode="relative" ptsTypes="">
                                      <p:cBhvr>
                                        <p:cTn id="345" dur="6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6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.325 L 0.1828125 0.325 E" pathEditMode="relative" ptsTypes="">
                                      <p:cBhvr>
                                        <p:cTn id="347" dur="6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8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2 0.325 L 0.1828125 0.325 E" pathEditMode="relative" ptsTypes="">
                                      <p:cBhvr>
                                        <p:cTn id="349" dur="6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0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.325 L 0.1828125 0.325 E" pathEditMode="relative" ptsTypes="">
                                      <p:cBhvr>
                                        <p:cTn id="351" dur="6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2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.325 L 0.1828125 0.325 E" pathEditMode="relative" ptsTypes="">
                                      <p:cBhvr>
                                        <p:cTn id="353" dur="6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4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.325 L 0.1828125 0.325 E" pathEditMode="relative" ptsTypes="">
                                      <p:cBhvr>
                                        <p:cTn id="355" dur="6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6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2 0.325 L 0.1828125 0.325 E" pathEditMode="relative" ptsTypes="">
                                      <p:cBhvr>
                                        <p:cTn id="357" dur="6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8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.325 L 0.1828125 0.325 E" pathEditMode="relative" ptsTypes="">
                                      <p:cBhvr>
                                        <p:cTn id="359" dur="6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0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.325 L 0.1828125 0.325 E" pathEditMode="relative" ptsTypes="">
                                      <p:cBhvr>
                                        <p:cTn id="361" dur="6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2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2 0.325 L 0.1828125 0.325 E" pathEditMode="relative" ptsTypes="">
                                      <p:cBhvr>
                                        <p:cTn id="363" dur="6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4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.325 L 0.1828125 0.325 E" pathEditMode="relative" ptsTypes="">
                                      <p:cBhvr>
                                        <p:cTn id="365" dur="6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6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.325 L 0.1828125 0.325 E" pathEditMode="relative" ptsTypes="">
                                      <p:cBhvr>
                                        <p:cTn id="367" dur="6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8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2 0.325 L 0.1828125 0.325 E" pathEditMode="relative" ptsTypes="">
                                      <p:cBhvr>
                                        <p:cTn id="369" dur="6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0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4063 0.325 L 0.1828125 0.325 E" pathEditMode="relative" ptsTypes="">
                                      <p:cBhvr>
                                        <p:cTn id="371" dur="6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2" fill="hold">
                            <p:stCondLst>
                              <p:cond delay="9600"/>
                            </p:stCondLst>
                            <p:childTnLst>
                              <p:par>
                                <p:cTn id="373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4" dur="6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5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8" dur="6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125781 -0.08125 E" pathEditMode="relative" ptsTypes="">
                                      <p:cBhvr>
                                        <p:cTn id="380" dur="6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1" fill="hold">
                      <p:stCondLst>
                        <p:cond delay="indefinite"/>
                      </p:stCondLst>
                      <p:childTnLst>
                        <p:par>
                          <p:cTn id="382" fill="hold">
                            <p:stCondLst>
                              <p:cond delay="0"/>
                            </p:stCondLst>
                            <p:childTnLst>
                              <p:par>
                                <p:cTn id="383" presetID="63" presetClass="path" presetSubtype="0" accel="50000" decel="50000" fill="hold" grpId="8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325 L 0.405 0.1625 E" pathEditMode="relative" ptsTypes="">
                                      <p:cBhvr>
                                        <p:cTn id="384" dur="8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5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325 L 0.405 0.1625 E" pathEditMode="relative" ptsTypes="">
                                      <p:cBhvr>
                                        <p:cTn id="386" dur="8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7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325 L 0.405 0.1625 E" pathEditMode="relative" ptsTypes="">
                                      <p:cBhvr>
                                        <p:cTn id="388" dur="8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9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325 L 0.405 0.1625 E" pathEditMode="relative" ptsTypes="">
                                      <p:cBhvr>
                                        <p:cTn id="390" dur="8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1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325 L 0.405 0.1625 E" pathEditMode="relative" ptsTypes="">
                                      <p:cBhvr>
                                        <p:cTn id="392" dur="8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3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325 L 0.405 0.1625 E" pathEditMode="relative" ptsTypes="">
                                      <p:cBhvr>
                                        <p:cTn id="394" dur="8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5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325 L 0.405 0.1625 E" pathEditMode="relative" ptsTypes="">
                                      <p:cBhvr>
                                        <p:cTn id="396" dur="8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7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325 L 0.405 0.1625 E" pathEditMode="relative" ptsTypes="">
                                      <p:cBhvr>
                                        <p:cTn id="398" dur="8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9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325 L 0.405 0.1625 E" pathEditMode="relative" ptsTypes="">
                                      <p:cBhvr>
                                        <p:cTn id="400" dur="8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1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325 L 0.405 0.1625 E" pathEditMode="relative" ptsTypes="">
                                      <p:cBhvr>
                                        <p:cTn id="402" dur="8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3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325 L 0.405 0.1625 E" pathEditMode="relative" ptsTypes="">
                                      <p:cBhvr>
                                        <p:cTn id="404" dur="8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5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325 L 0.405 0.1625 E" pathEditMode="relative" ptsTypes="">
                                      <p:cBhvr>
                                        <p:cTn id="406" dur="8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7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325 L 0.405 0.1625 E" pathEditMode="relative" ptsTypes="">
                                      <p:cBhvr>
                                        <p:cTn id="408" dur="8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9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325 L 0.405 0.1625 E" pathEditMode="relative" ptsTypes="">
                                      <p:cBhvr>
                                        <p:cTn id="410" dur="8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1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325 L 0.405 0.1625 E" pathEditMode="relative" ptsTypes="">
                                      <p:cBhvr>
                                        <p:cTn id="412" dur="8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3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325 L 0.405 0.1625 E" pathEditMode="relative" ptsTypes="">
                                      <p:cBhvr>
                                        <p:cTn id="414" dur="8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5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325 L 0.405 0.1625 E" pathEditMode="relative" ptsTypes="">
                                      <p:cBhvr>
                                        <p:cTn id="416" dur="8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7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28125 0.325 L 0.405 0.1625 E" pathEditMode="relative" ptsTypes="">
                                      <p:cBhvr>
                                        <p:cTn id="418" dur="8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9" fill="hold">
                            <p:stCondLst>
                              <p:cond delay="800"/>
                            </p:stCondLst>
                            <p:childTnLst>
                              <p:par>
                                <p:cTn id="420" presetID="10" presetClass="exit" presetSubtype="0" fill="hold" grpId="9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1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5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6" presetID="10" presetClass="exit" presetSubtype="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7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1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2" presetID="10" presetClass="exit" presetSubtype="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3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8" presetID="10" presetClass="exit" presetSubtype="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9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3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4" presetID="10" presetClass="exit" presetSubtype="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5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9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0" presetID="10" presetClass="exit" presetSubtype="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1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5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6" presetID="10" presetClass="exit" presetSubtype="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7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1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2" presetID="10" presetClass="exit" presetSubtype="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3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7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8" presetID="10" presetClass="exit" presetSubtype="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9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3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4" fill="hold">
                            <p:stCondLst>
                              <p:cond delay="1300"/>
                            </p:stCondLst>
                            <p:childTnLst>
                              <p:par>
                                <p:cTn id="47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7" dur="8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0" dur="8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1" fill="hold">
                      <p:stCondLst>
                        <p:cond delay="indefinite"/>
                      </p:stCondLst>
                      <p:childTnLst>
                        <p:par>
                          <p:cTn id="482" fill="hold">
                            <p:stCondLst>
                              <p:cond delay="0"/>
                            </p:stCondLst>
                            <p:childTnLst>
                              <p:par>
                                <p:cTn id="483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4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487" dur="10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48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491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493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49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49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49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0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0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0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0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0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1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1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15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1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1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21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2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25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2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2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31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3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35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3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3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4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4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45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4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4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51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53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55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5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59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61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63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6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6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69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71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73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75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7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79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81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83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85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8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89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91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93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95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97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599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01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4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06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08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10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1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14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16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1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20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22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24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26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28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30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32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34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36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38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40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42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44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46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48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50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52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54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56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58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60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62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64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66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68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70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72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74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76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78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80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82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84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86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88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90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92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94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96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698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700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702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039844 0.08125 L 0.6039844 -0.1525 E" pathEditMode="relative" ptsTypes="">
                                      <p:cBhvr>
                                        <p:cTn id="704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582812 0.08125 L 0.5582812 -0.1525 E" pathEditMode="relative" ptsTypes="">
                                      <p:cBhvr>
                                        <p:cTn id="706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25781 0.08125 L 0.5125781 -0.1525 E" pathEditMode="relative" ptsTypes="">
                                      <p:cBhvr>
                                        <p:cTn id="708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039844 0 L 0.6039844 -0.23375 E" pathEditMode="relative" ptsTypes="">
                                      <p:cBhvr>
                                        <p:cTn id="710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582812 0 L 0.5582812 -0.23375 E" pathEditMode="relative" ptsTypes="">
                                      <p:cBhvr>
                                        <p:cTn id="712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25781 0 L 0.5125781 -0.23375 E" pathEditMode="relative" ptsTypes="">
                                      <p:cBhvr>
                                        <p:cTn id="714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039844 -0.08125 L 0.6039844 -0.315 E" pathEditMode="relative" ptsTypes="">
                                      <p:cBhvr>
                                        <p:cTn id="716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582812 -0.08125 L 0.5582812 -0.315 E" pathEditMode="relative" ptsTypes="">
                                      <p:cBhvr>
                                        <p:cTn id="718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25781 -0.08125 L 0.5125781 -0.315 E" pathEditMode="relative" ptsTypes="">
                                      <p:cBhvr>
                                        <p:cTn id="720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722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724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7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0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3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6" dur="10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9" dur="10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2" dur="10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5" dur="10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8" dur="10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1" dur="10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753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755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757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759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761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763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765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767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23375 E" pathEditMode="relative" ptsTypes="">
                                      <p:cBhvr>
                                        <p:cTn id="769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0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05 0.1625 L 0.405 -0.07125 E" pathEditMode="relative" ptsTypes="">
                                      <p:cBhvr>
                                        <p:cTn id="771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2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05 0.1625 L 0.405 -0.07125 E" pathEditMode="relative" ptsTypes="">
                                      <p:cBhvr>
                                        <p:cTn id="773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4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05 0.1625 L 0.405 -0.07125 E" pathEditMode="relative" ptsTypes="">
                                      <p:cBhvr>
                                        <p:cTn id="775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6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05 0.1625 L 0.405 -0.07125 E" pathEditMode="relative" ptsTypes="">
                                      <p:cBhvr>
                                        <p:cTn id="777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8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05 0.1625 L 0.405 -0.07125 E" pathEditMode="relative" ptsTypes="">
                                      <p:cBhvr>
                                        <p:cTn id="779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0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05 0.1625 L 0.405 -0.07125 E" pathEditMode="relative" ptsTypes="">
                                      <p:cBhvr>
                                        <p:cTn id="781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2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05 0.1625 L 0.405 -0.07125 E" pathEditMode="relative" ptsTypes="">
                                      <p:cBhvr>
                                        <p:cTn id="783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4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05 0.1625 L 0.405 -0.07125 E" pathEditMode="relative" ptsTypes="">
                                      <p:cBhvr>
                                        <p:cTn id="785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6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05 0.1625 L 0.405 -0.07125 E" pathEditMode="relative" ptsTypes="">
                                      <p:cBhvr>
                                        <p:cTn id="787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8" fill="hold">
                      <p:stCondLst>
                        <p:cond delay="indefinite"/>
                      </p:stCondLst>
                      <p:childTnLst>
                        <p:par>
                          <p:cTn id="789" fill="hold">
                            <p:stCondLst>
                              <p:cond delay="0"/>
                            </p:stCondLst>
                            <p:childTnLst>
                              <p:par>
                                <p:cTn id="79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1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4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7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0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3" dur="10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6" dur="10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9" dur="10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2" dur="10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5" dur="10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8" dur="10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2" dur="10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5" dur="10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8" dur="10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1" dur="10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4" dur="10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7" dur="10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0" dur="10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3" dur="10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6" dur="10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9" dur="10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2" dur="10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5" dur="10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8" grpId="0" animBg="1"/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  <p:bldP spid="109" grpId="0"/>
      <p:bldP spid="110" grpId="0"/>
      <p:bldP spid="111" grpId="0"/>
      <p:bldP spid="112" grpId="0"/>
      <p:bldP spid="113" grpId="0"/>
      <p:bldP spid="114" grpId="0"/>
      <p:bldP spid="115" grpId="0"/>
      <p:bldP spid="116" grpId="0"/>
      <p:bldP spid="117" grpId="0"/>
      <p:bldP spid="118" grpId="0" animBg="1"/>
      <p:bldP spid="118" grpId="1" animBg="1"/>
      <p:bldP spid="118" grpId="2" animBg="1"/>
      <p:bldP spid="118" grpId="3" animBg="1"/>
      <p:bldP spid="118" grpId="4" animBg="1"/>
      <p:bldP spid="118" grpId="5" animBg="1"/>
      <p:bldP spid="118" grpId="6" animBg="1"/>
      <p:bldP spid="118" grpId="7" animBg="1"/>
      <p:bldP spid="118" grpId="8" animBg="1"/>
      <p:bldP spid="118" grpId="9" animBg="1"/>
      <p:bldP spid="119" grpId="0" animBg="1"/>
      <p:bldP spid="119" grpId="1" animBg="1"/>
      <p:bldP spid="119" grpId="2" animBg="1"/>
      <p:bldP spid="119" grpId="3" animBg="1"/>
      <p:bldP spid="119" grpId="4" animBg="1"/>
      <p:bldP spid="119" grpId="5" animBg="1"/>
      <p:bldP spid="119" grpId="6" animBg="1"/>
      <p:bldP spid="119" grpId="7" animBg="1"/>
      <p:bldP spid="119" grpId="8" animBg="1"/>
      <p:bldP spid="119" grpId="9" animBg="1"/>
      <p:bldP spid="120" grpId="0" animBg="1"/>
      <p:bldP spid="120" grpId="1" animBg="1"/>
      <p:bldP spid="120" grpId="2" animBg="1"/>
      <p:bldP spid="120" grpId="3" animBg="1"/>
      <p:bldP spid="120" grpId="4" animBg="1"/>
      <p:bldP spid="120" grpId="5" animBg="1"/>
      <p:bldP spid="120" grpId="6" animBg="1"/>
      <p:bldP spid="120" grpId="7" animBg="1"/>
      <p:bldP spid="120" grpId="8" animBg="1"/>
      <p:bldP spid="120" grpId="9" animBg="1"/>
      <p:bldP spid="121" grpId="0" animBg="1"/>
      <p:bldP spid="121" grpId="1" animBg="1"/>
      <p:bldP spid="121" grpId="2" animBg="1"/>
      <p:bldP spid="121" grpId="3" animBg="1"/>
      <p:bldP spid="121" grpId="4" animBg="1"/>
      <p:bldP spid="121" grpId="5" animBg="1"/>
      <p:bldP spid="121" grpId="6" animBg="1"/>
      <p:bldP spid="121" grpId="7" animBg="1"/>
      <p:bldP spid="121" grpId="8" animBg="1"/>
      <p:bldP spid="121" grpId="9" animBg="1"/>
      <p:bldP spid="122" grpId="0" animBg="1"/>
      <p:bldP spid="122" grpId="1" animBg="1"/>
      <p:bldP spid="122" grpId="2" animBg="1"/>
      <p:bldP spid="122" grpId="3" animBg="1"/>
      <p:bldP spid="122" grpId="4" animBg="1"/>
      <p:bldP spid="122" grpId="5" animBg="1"/>
      <p:bldP spid="122" grpId="6" animBg="1"/>
      <p:bldP spid="122" grpId="7" animBg="1"/>
      <p:bldP spid="122" grpId="8" animBg="1"/>
      <p:bldP spid="122" grpId="9" animBg="1"/>
      <p:bldP spid="123" grpId="0" animBg="1"/>
      <p:bldP spid="123" grpId="1" animBg="1"/>
      <p:bldP spid="123" grpId="2" animBg="1"/>
      <p:bldP spid="123" grpId="3" animBg="1"/>
      <p:bldP spid="123" grpId="4" animBg="1"/>
      <p:bldP spid="123" grpId="5" animBg="1"/>
      <p:bldP spid="123" grpId="6" animBg="1"/>
      <p:bldP spid="123" grpId="7" animBg="1"/>
      <p:bldP spid="123" grpId="8" animBg="1"/>
      <p:bldP spid="123" grpId="9" animBg="1"/>
      <p:bldP spid="124" grpId="0" animBg="1"/>
      <p:bldP spid="124" grpId="1" animBg="1"/>
      <p:bldP spid="124" grpId="2" animBg="1"/>
      <p:bldP spid="124" grpId="3" animBg="1"/>
      <p:bldP spid="124" grpId="4" animBg="1"/>
      <p:bldP spid="124" grpId="5" animBg="1"/>
      <p:bldP spid="124" grpId="6" animBg="1"/>
      <p:bldP spid="124" grpId="7" animBg="1"/>
      <p:bldP spid="124" grpId="8" animBg="1"/>
      <p:bldP spid="124" grpId="9" animBg="1"/>
      <p:bldP spid="125" grpId="0" animBg="1"/>
      <p:bldP spid="125" grpId="1" animBg="1"/>
      <p:bldP spid="125" grpId="2" animBg="1"/>
      <p:bldP spid="125" grpId="3" animBg="1"/>
      <p:bldP spid="125" grpId="4" animBg="1"/>
      <p:bldP spid="125" grpId="5" animBg="1"/>
      <p:bldP spid="125" grpId="6" animBg="1"/>
      <p:bldP spid="125" grpId="7" animBg="1"/>
      <p:bldP spid="125" grpId="8" animBg="1"/>
      <p:bldP spid="125" grpId="9" animBg="1"/>
      <p:bldP spid="126" grpId="0" animBg="1"/>
      <p:bldP spid="126" grpId="1" animBg="1"/>
      <p:bldP spid="126" grpId="2" animBg="1"/>
      <p:bldP spid="126" grpId="3" animBg="1"/>
      <p:bldP spid="126" grpId="4" animBg="1"/>
      <p:bldP spid="126" grpId="5" animBg="1"/>
      <p:bldP spid="126" grpId="6" animBg="1"/>
      <p:bldP spid="126" grpId="7" animBg="1"/>
      <p:bldP spid="126" grpId="8" animBg="1"/>
      <p:bldP spid="126" grpId="9" animBg="1"/>
      <p:bldP spid="127" grpId="0"/>
      <p:bldP spid="127" grpId="1"/>
      <p:bldP spid="127" grpId="2"/>
      <p:bldP spid="127" grpId="3"/>
      <p:bldP spid="127" grpId="4"/>
      <p:bldP spid="127" grpId="5"/>
      <p:bldP spid="127" grpId="6"/>
      <p:bldP spid="127" grpId="7"/>
      <p:bldP spid="127" grpId="8"/>
      <p:bldP spid="127" grpId="9"/>
      <p:bldP spid="128" grpId="0"/>
      <p:bldP spid="128" grpId="1"/>
      <p:bldP spid="128" grpId="2"/>
      <p:bldP spid="128" grpId="3"/>
      <p:bldP spid="128" grpId="4"/>
      <p:bldP spid="128" grpId="5"/>
      <p:bldP spid="128" grpId="6"/>
      <p:bldP spid="128" grpId="7"/>
      <p:bldP spid="128" grpId="8"/>
      <p:bldP spid="128" grpId="9"/>
      <p:bldP spid="129" grpId="0"/>
      <p:bldP spid="129" grpId="1"/>
      <p:bldP spid="129" grpId="2"/>
      <p:bldP spid="129" grpId="3"/>
      <p:bldP spid="129" grpId="4"/>
      <p:bldP spid="129" grpId="5"/>
      <p:bldP spid="129" grpId="6"/>
      <p:bldP spid="129" grpId="7"/>
      <p:bldP spid="129" grpId="8"/>
      <p:bldP spid="129" grpId="9"/>
      <p:bldP spid="130" grpId="0"/>
      <p:bldP spid="130" grpId="1"/>
      <p:bldP spid="130" grpId="2"/>
      <p:bldP spid="130" grpId="3"/>
      <p:bldP spid="130" grpId="4"/>
      <p:bldP spid="130" grpId="5"/>
      <p:bldP spid="130" grpId="6"/>
      <p:bldP spid="130" grpId="7"/>
      <p:bldP spid="130" grpId="8"/>
      <p:bldP spid="130" grpId="9"/>
      <p:bldP spid="131" grpId="0"/>
      <p:bldP spid="131" grpId="1"/>
      <p:bldP spid="131" grpId="2"/>
      <p:bldP spid="131" grpId="3"/>
      <p:bldP spid="131" grpId="4"/>
      <p:bldP spid="131" grpId="5"/>
      <p:bldP spid="131" grpId="6"/>
      <p:bldP spid="131" grpId="7"/>
      <p:bldP spid="131" grpId="8"/>
      <p:bldP spid="131" grpId="9"/>
      <p:bldP spid="132" grpId="0"/>
      <p:bldP spid="132" grpId="1"/>
      <p:bldP spid="132" grpId="2"/>
      <p:bldP spid="132" grpId="3"/>
      <p:bldP spid="132" grpId="4"/>
      <p:bldP spid="132" grpId="5"/>
      <p:bldP spid="132" grpId="6"/>
      <p:bldP spid="132" grpId="7"/>
      <p:bldP spid="132" grpId="8"/>
      <p:bldP spid="132" grpId="9"/>
      <p:bldP spid="133" grpId="0"/>
      <p:bldP spid="133" grpId="1"/>
      <p:bldP spid="133" grpId="2"/>
      <p:bldP spid="133" grpId="3"/>
      <p:bldP spid="133" grpId="4"/>
      <p:bldP spid="133" grpId="5"/>
      <p:bldP spid="133" grpId="6"/>
      <p:bldP spid="133" grpId="7"/>
      <p:bldP spid="133" grpId="8"/>
      <p:bldP spid="133" grpId="9"/>
      <p:bldP spid="134" grpId="0"/>
      <p:bldP spid="134" grpId="1"/>
      <p:bldP spid="134" grpId="2"/>
      <p:bldP spid="134" grpId="3"/>
      <p:bldP spid="134" grpId="4"/>
      <p:bldP spid="134" grpId="5"/>
      <p:bldP spid="134" grpId="6"/>
      <p:bldP spid="134" grpId="7"/>
      <p:bldP spid="134" grpId="8"/>
      <p:bldP spid="134" grpId="9"/>
      <p:bldP spid="135" grpId="0"/>
      <p:bldP spid="135" grpId="1"/>
      <p:bldP spid="135" grpId="2"/>
      <p:bldP spid="135" grpId="3"/>
      <p:bldP spid="135" grpId="4"/>
      <p:bldP spid="135" grpId="5"/>
      <p:bldP spid="135" grpId="6"/>
      <p:bldP spid="135" grpId="7"/>
      <p:bldP spid="135" grpId="8"/>
      <p:bldP spid="135" grpId="9"/>
      <p:bldP spid="136" grpId="0"/>
      <p:bldP spid="136" grpId="1"/>
      <p:bldP spid="136" grpId="2"/>
      <p:bldP spid="137" grpId="0"/>
      <p:bldP spid="137" grpId="1"/>
      <p:bldP spid="137" grpId="2"/>
      <p:bldP spid="138" grpId="0"/>
      <p:bldP spid="138" grpId="1"/>
      <p:bldP spid="138" grpId="2"/>
      <p:bldP spid="139" grpId="0"/>
      <p:bldP spid="139" grpId="1"/>
      <p:bldP spid="139" grpId="2"/>
      <p:bldP spid="140" grpId="0"/>
      <p:bldP spid="140" grpId="1"/>
      <p:bldP spid="140" grpId="2"/>
      <p:bldP spid="141" grpId="0"/>
      <p:bldP spid="141" grpId="1"/>
      <p:bldP spid="141" grpId="2"/>
      <p:bldP spid="142" grpId="0"/>
      <p:bldP spid="142" grpId="1"/>
      <p:bldP spid="142" grpId="2"/>
      <p:bldP spid="143" grpId="0"/>
      <p:bldP spid="143" grpId="1"/>
      <p:bldP spid="143" grpId="2"/>
      <p:bldP spid="144" grpId="0"/>
      <p:bldP spid="144" grpId="1"/>
      <p:bldP spid="144" grpId="2"/>
      <p:bldP spid="145" grpId="0" animBg="1"/>
      <p:bldP spid="145" grpId="1" animBg="1"/>
      <p:bldP spid="146" grpId="0" animBg="1"/>
      <p:bldP spid="146" grpId="1" animBg="1"/>
      <p:bldP spid="147" grpId="0" animBg="1"/>
      <p:bldP spid="147" grpId="1" animBg="1"/>
      <p:bldP spid="148" grpId="0" animBg="1"/>
      <p:bldP spid="148" grpId="1" animBg="1"/>
      <p:bldP spid="149" grpId="0" animBg="1"/>
      <p:bldP spid="149" grpId="1" animBg="1"/>
      <p:bldP spid="150" grpId="0" animBg="1"/>
      <p:bldP spid="150" grpId="1" animBg="1"/>
      <p:bldP spid="151" grpId="0" animBg="1"/>
      <p:bldP spid="151" grpId="1" animBg="1"/>
      <p:bldP spid="152" grpId="0" animBg="1"/>
      <p:bldP spid="152" grpId="1" animBg="1"/>
      <p:bldP spid="153" grpId="0" animBg="1"/>
      <p:bldP spid="153" grpId="1" animBg="1"/>
      <p:bldP spid="154" grpId="0"/>
      <p:bldP spid="154" grpId="1"/>
      <p:bldP spid="155" grpId="0"/>
      <p:bldP spid="155" grpId="1"/>
      <p:bldP spid="156" grpId="0" animBg="1"/>
      <p:bldP spid="156" grpId="1" animBg="1"/>
      <p:bldP spid="157" grpId="0"/>
      <p:bldP spid="157" grpId="1"/>
      <p:bldP spid="158" grpId="0"/>
      <p:bldP spid="158" grpId="1"/>
      <p:bldP spid="159" grpId="0"/>
      <p:bldP spid="159" grpId="1"/>
      <p:bldP spid="160" grpId="0"/>
      <p:bldP spid="160" grpId="1"/>
      <p:bldP spid="161" grpId="0"/>
      <p:bldP spid="161" grpId="1"/>
      <p:bldP spid="162" grpId="0"/>
      <p:bldP spid="162" grpId="1"/>
      <p:bldP spid="163" grpId="0"/>
      <p:bldP spid="163" grpId="1"/>
      <p:bldP spid="164" grpId="0"/>
      <p:bldP spid="164" grpId="1"/>
      <p:bldP spid="165" grpId="0"/>
      <p:bldP spid="165" grpId="1"/>
      <p:bldP spid="166" grpId="0" animBg="1"/>
      <p:bldP spid="167" grpId="0"/>
      <p:bldP spid="168" grpId="0"/>
      <p:bldP spid="169" grpId="0"/>
      <p:bldP spid="170" grpId="0"/>
      <p:bldP spid="171" grpId="0"/>
      <p:bldP spid="172" grpId="0"/>
      <p:bldP spid="173" grpId="0"/>
      <p:bldP spid="174" grpId="0"/>
      <p:bldP spid="175" grpId="0"/>
      <p:bldP spid="176" grpId="0"/>
      <p:bldP spid="177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" name="anim_o1488_1">
            <a:extLst>
              <a:ext uri="{FF2B5EF4-FFF2-40B4-BE49-F238E27FC236}">
                <a16:creationId xmlns:a16="http://schemas.microsoft.com/office/drawing/2014/main" id="{ECBFCA06-83D5-4584-9C1C-3201F7BE3C9A}"/>
              </a:ext>
            </a:extLst>
          </p:cNvPr>
          <p:cNvSpPr>
            <a:spLocks noGrp="1"/>
          </p:cNvSpPr>
          <p:nvPr/>
        </p:nvSpPr>
        <p:spPr>
          <a:xfrm>
            <a:off x="2630006" y="1216296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1492_1">
            <a:extLst>
              <a:ext uri="{FF2B5EF4-FFF2-40B4-BE49-F238E27FC236}">
                <a16:creationId xmlns:a16="http://schemas.microsoft.com/office/drawing/2014/main" id="{48A58926-D971-41D0-88B8-5DC89D6FBE61}"/>
              </a:ext>
            </a:extLst>
          </p:cNvPr>
          <p:cNvSpPr>
            <a:spLocks noGrp="1"/>
          </p:cNvSpPr>
          <p:nvPr/>
        </p:nvSpPr>
        <p:spPr>
          <a:xfrm>
            <a:off x="2630006" y="5451550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1496_1">
            <a:extLst>
              <a:ext uri="{FF2B5EF4-FFF2-40B4-BE49-F238E27FC236}">
                <a16:creationId xmlns:a16="http://schemas.microsoft.com/office/drawing/2014/main" id="{7AA36C30-F7BD-4D90-AF25-FF91D9BFE9AE}"/>
              </a:ext>
            </a:extLst>
          </p:cNvPr>
          <p:cNvSpPr>
            <a:spLocks noGrp="1"/>
          </p:cNvSpPr>
          <p:nvPr/>
        </p:nvSpPr>
        <p:spPr>
          <a:xfrm>
            <a:off x="3235043" y="1216296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1500_1">
            <a:extLst>
              <a:ext uri="{FF2B5EF4-FFF2-40B4-BE49-F238E27FC236}">
                <a16:creationId xmlns:a16="http://schemas.microsoft.com/office/drawing/2014/main" id="{6CFFDE05-111B-48BF-9DCA-FB90BB75B37F}"/>
              </a:ext>
            </a:extLst>
          </p:cNvPr>
          <p:cNvSpPr>
            <a:spLocks noGrp="1"/>
          </p:cNvSpPr>
          <p:nvPr/>
        </p:nvSpPr>
        <p:spPr>
          <a:xfrm>
            <a:off x="3235043" y="5451550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1504_1">
            <a:extLst>
              <a:ext uri="{FF2B5EF4-FFF2-40B4-BE49-F238E27FC236}">
                <a16:creationId xmlns:a16="http://schemas.microsoft.com/office/drawing/2014/main" id="{FC000185-0064-4FBF-A0C6-34FB7EA35A41}"/>
              </a:ext>
            </a:extLst>
          </p:cNvPr>
          <p:cNvSpPr>
            <a:spLocks noGrp="1"/>
          </p:cNvSpPr>
          <p:nvPr/>
        </p:nvSpPr>
        <p:spPr>
          <a:xfrm>
            <a:off x="3840079" y="1216296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1508_1">
            <a:extLst>
              <a:ext uri="{FF2B5EF4-FFF2-40B4-BE49-F238E27FC236}">
                <a16:creationId xmlns:a16="http://schemas.microsoft.com/office/drawing/2014/main" id="{97D1ADA8-0665-4EFE-8EC2-53894D0BC232}"/>
              </a:ext>
            </a:extLst>
          </p:cNvPr>
          <p:cNvSpPr>
            <a:spLocks noGrp="1"/>
          </p:cNvSpPr>
          <p:nvPr/>
        </p:nvSpPr>
        <p:spPr>
          <a:xfrm>
            <a:off x="3840079" y="5451550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1512_1">
            <a:extLst>
              <a:ext uri="{FF2B5EF4-FFF2-40B4-BE49-F238E27FC236}">
                <a16:creationId xmlns:a16="http://schemas.microsoft.com/office/drawing/2014/main" id="{2BE0B4D5-527F-4EDF-8B72-E796B9EE10E9}"/>
              </a:ext>
            </a:extLst>
          </p:cNvPr>
          <p:cNvSpPr>
            <a:spLocks noGrp="1"/>
          </p:cNvSpPr>
          <p:nvPr/>
        </p:nvSpPr>
        <p:spPr>
          <a:xfrm>
            <a:off x="4445115" y="1216296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1516_1">
            <a:extLst>
              <a:ext uri="{FF2B5EF4-FFF2-40B4-BE49-F238E27FC236}">
                <a16:creationId xmlns:a16="http://schemas.microsoft.com/office/drawing/2014/main" id="{68251C91-278C-4C63-BC10-0984399940A8}"/>
              </a:ext>
            </a:extLst>
          </p:cNvPr>
          <p:cNvSpPr>
            <a:spLocks noGrp="1"/>
          </p:cNvSpPr>
          <p:nvPr/>
        </p:nvSpPr>
        <p:spPr>
          <a:xfrm>
            <a:off x="4445115" y="5451550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1520_1">
            <a:extLst>
              <a:ext uri="{FF2B5EF4-FFF2-40B4-BE49-F238E27FC236}">
                <a16:creationId xmlns:a16="http://schemas.microsoft.com/office/drawing/2014/main" id="{ED3B6C24-F49F-4F11-A9E5-02FF4E5EBD92}"/>
              </a:ext>
            </a:extLst>
          </p:cNvPr>
          <p:cNvSpPr>
            <a:spLocks noGrp="1"/>
          </p:cNvSpPr>
          <p:nvPr/>
        </p:nvSpPr>
        <p:spPr>
          <a:xfrm>
            <a:off x="5050152" y="1216296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1524_1">
            <a:extLst>
              <a:ext uri="{FF2B5EF4-FFF2-40B4-BE49-F238E27FC236}">
                <a16:creationId xmlns:a16="http://schemas.microsoft.com/office/drawing/2014/main" id="{C7B23A24-0694-4D5E-91BE-AD889F1CA872}"/>
              </a:ext>
            </a:extLst>
          </p:cNvPr>
          <p:cNvSpPr>
            <a:spLocks noGrp="1"/>
          </p:cNvSpPr>
          <p:nvPr/>
        </p:nvSpPr>
        <p:spPr>
          <a:xfrm>
            <a:off x="5050152" y="5451550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1528_1">
            <a:extLst>
              <a:ext uri="{FF2B5EF4-FFF2-40B4-BE49-F238E27FC236}">
                <a16:creationId xmlns:a16="http://schemas.microsoft.com/office/drawing/2014/main" id="{7723EB89-B0FA-47AA-A287-538DC5289FF6}"/>
              </a:ext>
            </a:extLst>
          </p:cNvPr>
          <p:cNvSpPr>
            <a:spLocks noGrp="1"/>
          </p:cNvSpPr>
          <p:nvPr/>
        </p:nvSpPr>
        <p:spPr>
          <a:xfrm>
            <a:off x="5655188" y="1216296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1532_1">
            <a:extLst>
              <a:ext uri="{FF2B5EF4-FFF2-40B4-BE49-F238E27FC236}">
                <a16:creationId xmlns:a16="http://schemas.microsoft.com/office/drawing/2014/main" id="{39654A52-EF84-45EA-B7FE-34C9AC07B125}"/>
              </a:ext>
            </a:extLst>
          </p:cNvPr>
          <p:cNvSpPr>
            <a:spLocks noGrp="1"/>
          </p:cNvSpPr>
          <p:nvPr/>
        </p:nvSpPr>
        <p:spPr>
          <a:xfrm>
            <a:off x="5655188" y="5451550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1536_1">
            <a:extLst>
              <a:ext uri="{FF2B5EF4-FFF2-40B4-BE49-F238E27FC236}">
                <a16:creationId xmlns:a16="http://schemas.microsoft.com/office/drawing/2014/main" id="{07D60B0C-B556-4B6B-B43C-DA8C0B34EB49}"/>
              </a:ext>
            </a:extLst>
          </p:cNvPr>
          <p:cNvSpPr>
            <a:spLocks noGrp="1"/>
          </p:cNvSpPr>
          <p:nvPr/>
        </p:nvSpPr>
        <p:spPr>
          <a:xfrm>
            <a:off x="6260224" y="1216296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1540_1">
            <a:extLst>
              <a:ext uri="{FF2B5EF4-FFF2-40B4-BE49-F238E27FC236}">
                <a16:creationId xmlns:a16="http://schemas.microsoft.com/office/drawing/2014/main" id="{CDC7EB64-8686-4A47-A619-3BCC1DB4D24E}"/>
              </a:ext>
            </a:extLst>
          </p:cNvPr>
          <p:cNvSpPr>
            <a:spLocks noGrp="1"/>
          </p:cNvSpPr>
          <p:nvPr/>
        </p:nvSpPr>
        <p:spPr>
          <a:xfrm>
            <a:off x="6260224" y="5451550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1544_1">
            <a:extLst>
              <a:ext uri="{FF2B5EF4-FFF2-40B4-BE49-F238E27FC236}">
                <a16:creationId xmlns:a16="http://schemas.microsoft.com/office/drawing/2014/main" id="{C775958E-BC37-4E18-A648-7F8DACC682A2}"/>
              </a:ext>
            </a:extLst>
          </p:cNvPr>
          <p:cNvSpPr>
            <a:spLocks noGrp="1"/>
          </p:cNvSpPr>
          <p:nvPr/>
        </p:nvSpPr>
        <p:spPr>
          <a:xfrm>
            <a:off x="6865260" y="1216296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1548_1">
            <a:extLst>
              <a:ext uri="{FF2B5EF4-FFF2-40B4-BE49-F238E27FC236}">
                <a16:creationId xmlns:a16="http://schemas.microsoft.com/office/drawing/2014/main" id="{754754F9-40FE-47D1-85F5-A5B466922E1B}"/>
              </a:ext>
            </a:extLst>
          </p:cNvPr>
          <p:cNvSpPr>
            <a:spLocks noGrp="1"/>
          </p:cNvSpPr>
          <p:nvPr/>
        </p:nvSpPr>
        <p:spPr>
          <a:xfrm>
            <a:off x="6865260" y="5451550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1552_1">
            <a:extLst>
              <a:ext uri="{FF2B5EF4-FFF2-40B4-BE49-F238E27FC236}">
                <a16:creationId xmlns:a16="http://schemas.microsoft.com/office/drawing/2014/main" id="{948D4E60-BC16-4DDD-AFAF-B058CE808912}"/>
              </a:ext>
            </a:extLst>
          </p:cNvPr>
          <p:cNvSpPr>
            <a:spLocks noGrp="1"/>
          </p:cNvSpPr>
          <p:nvPr/>
        </p:nvSpPr>
        <p:spPr>
          <a:xfrm>
            <a:off x="2630006" y="1821332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1556_1">
            <a:extLst>
              <a:ext uri="{FF2B5EF4-FFF2-40B4-BE49-F238E27FC236}">
                <a16:creationId xmlns:a16="http://schemas.microsoft.com/office/drawing/2014/main" id="{4E123446-CBB4-4CA4-BACF-DD4FEEEE66E3}"/>
              </a:ext>
            </a:extLst>
          </p:cNvPr>
          <p:cNvSpPr>
            <a:spLocks noGrp="1"/>
          </p:cNvSpPr>
          <p:nvPr/>
        </p:nvSpPr>
        <p:spPr>
          <a:xfrm>
            <a:off x="6865260" y="1821332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1560_1">
            <a:extLst>
              <a:ext uri="{FF2B5EF4-FFF2-40B4-BE49-F238E27FC236}">
                <a16:creationId xmlns:a16="http://schemas.microsoft.com/office/drawing/2014/main" id="{77153B72-28B5-4B8C-B402-F74753A9F778}"/>
              </a:ext>
            </a:extLst>
          </p:cNvPr>
          <p:cNvSpPr>
            <a:spLocks noGrp="1"/>
          </p:cNvSpPr>
          <p:nvPr/>
        </p:nvSpPr>
        <p:spPr>
          <a:xfrm>
            <a:off x="2630006" y="2426368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1564_1">
            <a:extLst>
              <a:ext uri="{FF2B5EF4-FFF2-40B4-BE49-F238E27FC236}">
                <a16:creationId xmlns:a16="http://schemas.microsoft.com/office/drawing/2014/main" id="{0A757495-81FF-40BA-B371-CAFA603FDA2D}"/>
              </a:ext>
            </a:extLst>
          </p:cNvPr>
          <p:cNvSpPr>
            <a:spLocks noGrp="1"/>
          </p:cNvSpPr>
          <p:nvPr/>
        </p:nvSpPr>
        <p:spPr>
          <a:xfrm>
            <a:off x="6865260" y="2426368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1568_1">
            <a:extLst>
              <a:ext uri="{FF2B5EF4-FFF2-40B4-BE49-F238E27FC236}">
                <a16:creationId xmlns:a16="http://schemas.microsoft.com/office/drawing/2014/main" id="{056D745D-4B92-4C70-AECE-6B4E2461B764}"/>
              </a:ext>
            </a:extLst>
          </p:cNvPr>
          <p:cNvSpPr>
            <a:spLocks noGrp="1"/>
          </p:cNvSpPr>
          <p:nvPr/>
        </p:nvSpPr>
        <p:spPr>
          <a:xfrm>
            <a:off x="2630006" y="3031405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1572_1">
            <a:extLst>
              <a:ext uri="{FF2B5EF4-FFF2-40B4-BE49-F238E27FC236}">
                <a16:creationId xmlns:a16="http://schemas.microsoft.com/office/drawing/2014/main" id="{CD703D55-E62A-45E3-AA5B-69C8A9F8ACA6}"/>
              </a:ext>
            </a:extLst>
          </p:cNvPr>
          <p:cNvSpPr>
            <a:spLocks noGrp="1"/>
          </p:cNvSpPr>
          <p:nvPr/>
        </p:nvSpPr>
        <p:spPr>
          <a:xfrm>
            <a:off x="6865260" y="3031405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1576_1">
            <a:extLst>
              <a:ext uri="{FF2B5EF4-FFF2-40B4-BE49-F238E27FC236}">
                <a16:creationId xmlns:a16="http://schemas.microsoft.com/office/drawing/2014/main" id="{D0409B65-1BC4-44DF-88C8-4D86A6390B20}"/>
              </a:ext>
            </a:extLst>
          </p:cNvPr>
          <p:cNvSpPr>
            <a:spLocks noGrp="1"/>
          </p:cNvSpPr>
          <p:nvPr/>
        </p:nvSpPr>
        <p:spPr>
          <a:xfrm>
            <a:off x="2630006" y="3636441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1580_1">
            <a:extLst>
              <a:ext uri="{FF2B5EF4-FFF2-40B4-BE49-F238E27FC236}">
                <a16:creationId xmlns:a16="http://schemas.microsoft.com/office/drawing/2014/main" id="{3D2B1F3F-E082-4A3B-ACB0-1FD1A724D495}"/>
              </a:ext>
            </a:extLst>
          </p:cNvPr>
          <p:cNvSpPr>
            <a:spLocks noGrp="1"/>
          </p:cNvSpPr>
          <p:nvPr/>
        </p:nvSpPr>
        <p:spPr>
          <a:xfrm>
            <a:off x="6865260" y="3636441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1584_1">
            <a:extLst>
              <a:ext uri="{FF2B5EF4-FFF2-40B4-BE49-F238E27FC236}">
                <a16:creationId xmlns:a16="http://schemas.microsoft.com/office/drawing/2014/main" id="{0867EC20-773C-4ECA-BC3B-E05CBD78E5EC}"/>
              </a:ext>
            </a:extLst>
          </p:cNvPr>
          <p:cNvSpPr>
            <a:spLocks noGrp="1"/>
          </p:cNvSpPr>
          <p:nvPr/>
        </p:nvSpPr>
        <p:spPr>
          <a:xfrm>
            <a:off x="2630006" y="4241477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1588_1">
            <a:extLst>
              <a:ext uri="{FF2B5EF4-FFF2-40B4-BE49-F238E27FC236}">
                <a16:creationId xmlns:a16="http://schemas.microsoft.com/office/drawing/2014/main" id="{FA71CC8D-4BB6-4C24-8BDA-8EBEECA98196}"/>
              </a:ext>
            </a:extLst>
          </p:cNvPr>
          <p:cNvSpPr>
            <a:spLocks noGrp="1"/>
          </p:cNvSpPr>
          <p:nvPr/>
        </p:nvSpPr>
        <p:spPr>
          <a:xfrm>
            <a:off x="6865260" y="4241477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1592_1">
            <a:extLst>
              <a:ext uri="{FF2B5EF4-FFF2-40B4-BE49-F238E27FC236}">
                <a16:creationId xmlns:a16="http://schemas.microsoft.com/office/drawing/2014/main" id="{F4FCAE98-575A-40A9-AF34-4BC7202631B7}"/>
              </a:ext>
            </a:extLst>
          </p:cNvPr>
          <p:cNvSpPr>
            <a:spLocks noGrp="1"/>
          </p:cNvSpPr>
          <p:nvPr/>
        </p:nvSpPr>
        <p:spPr>
          <a:xfrm>
            <a:off x="2630006" y="4846514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1596_1">
            <a:extLst>
              <a:ext uri="{FF2B5EF4-FFF2-40B4-BE49-F238E27FC236}">
                <a16:creationId xmlns:a16="http://schemas.microsoft.com/office/drawing/2014/main" id="{70DB0D71-44A4-4D0C-8C80-CB5F430ADF97}"/>
              </a:ext>
            </a:extLst>
          </p:cNvPr>
          <p:cNvSpPr>
            <a:spLocks noGrp="1"/>
          </p:cNvSpPr>
          <p:nvPr/>
        </p:nvSpPr>
        <p:spPr>
          <a:xfrm>
            <a:off x="6865260" y="4846514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to1489_0_1">
            <a:extLst>
              <a:ext uri="{FF2B5EF4-FFF2-40B4-BE49-F238E27FC236}">
                <a16:creationId xmlns:a16="http://schemas.microsoft.com/office/drawing/2014/main" id="{37084ECC-4B1A-46D2-9DD3-466D586B06B4}"/>
              </a:ext>
            </a:extLst>
          </p:cNvPr>
          <p:cNvSpPr>
            <a:spLocks noGrp="1"/>
          </p:cNvSpPr>
          <p:nvPr/>
        </p:nvSpPr>
        <p:spPr>
          <a:xfrm>
            <a:off x="2729921" y="1315727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0" name="anim_to1493_0_1">
            <a:extLst>
              <a:ext uri="{FF2B5EF4-FFF2-40B4-BE49-F238E27FC236}">
                <a16:creationId xmlns:a16="http://schemas.microsoft.com/office/drawing/2014/main" id="{1105295A-38EF-41F9-B0BF-90F2A43EC1DD}"/>
              </a:ext>
            </a:extLst>
          </p:cNvPr>
          <p:cNvSpPr>
            <a:spLocks noGrp="1"/>
          </p:cNvSpPr>
          <p:nvPr/>
        </p:nvSpPr>
        <p:spPr>
          <a:xfrm>
            <a:off x="2729921" y="5550981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1" name="anim_to1497_0_1">
            <a:extLst>
              <a:ext uri="{FF2B5EF4-FFF2-40B4-BE49-F238E27FC236}">
                <a16:creationId xmlns:a16="http://schemas.microsoft.com/office/drawing/2014/main" id="{44F114A3-9223-4465-8B2C-622612B17DB5}"/>
              </a:ext>
            </a:extLst>
          </p:cNvPr>
          <p:cNvSpPr>
            <a:spLocks noGrp="1"/>
          </p:cNvSpPr>
          <p:nvPr/>
        </p:nvSpPr>
        <p:spPr>
          <a:xfrm>
            <a:off x="3334957" y="1315727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2" name="anim_to1501_0_1">
            <a:extLst>
              <a:ext uri="{FF2B5EF4-FFF2-40B4-BE49-F238E27FC236}">
                <a16:creationId xmlns:a16="http://schemas.microsoft.com/office/drawing/2014/main" id="{5C502986-D50C-4C77-939C-A5CB3048D7BF}"/>
              </a:ext>
            </a:extLst>
          </p:cNvPr>
          <p:cNvSpPr>
            <a:spLocks noGrp="1"/>
          </p:cNvSpPr>
          <p:nvPr/>
        </p:nvSpPr>
        <p:spPr>
          <a:xfrm>
            <a:off x="3334957" y="5550981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3" name="anim_to1505_0_1">
            <a:extLst>
              <a:ext uri="{FF2B5EF4-FFF2-40B4-BE49-F238E27FC236}">
                <a16:creationId xmlns:a16="http://schemas.microsoft.com/office/drawing/2014/main" id="{B852BF42-5438-49A1-9F13-30F2CFCF2394}"/>
              </a:ext>
            </a:extLst>
          </p:cNvPr>
          <p:cNvSpPr>
            <a:spLocks noGrp="1"/>
          </p:cNvSpPr>
          <p:nvPr/>
        </p:nvSpPr>
        <p:spPr>
          <a:xfrm>
            <a:off x="3939993" y="1315727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4" name="anim_to1509_0_1">
            <a:extLst>
              <a:ext uri="{FF2B5EF4-FFF2-40B4-BE49-F238E27FC236}">
                <a16:creationId xmlns:a16="http://schemas.microsoft.com/office/drawing/2014/main" id="{60D82B4D-A597-4DA9-8781-9C2D9193A7E8}"/>
              </a:ext>
            </a:extLst>
          </p:cNvPr>
          <p:cNvSpPr>
            <a:spLocks noGrp="1"/>
          </p:cNvSpPr>
          <p:nvPr/>
        </p:nvSpPr>
        <p:spPr>
          <a:xfrm>
            <a:off x="3939993" y="5550981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5" name="anim_to1513_0_1">
            <a:extLst>
              <a:ext uri="{FF2B5EF4-FFF2-40B4-BE49-F238E27FC236}">
                <a16:creationId xmlns:a16="http://schemas.microsoft.com/office/drawing/2014/main" id="{9CC4FC8B-D865-4FFE-8B7E-219DA7BCFA73}"/>
              </a:ext>
            </a:extLst>
          </p:cNvPr>
          <p:cNvSpPr>
            <a:spLocks noGrp="1"/>
          </p:cNvSpPr>
          <p:nvPr/>
        </p:nvSpPr>
        <p:spPr>
          <a:xfrm>
            <a:off x="4545030" y="1315727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6" name="anim_to1517_0_1">
            <a:extLst>
              <a:ext uri="{FF2B5EF4-FFF2-40B4-BE49-F238E27FC236}">
                <a16:creationId xmlns:a16="http://schemas.microsoft.com/office/drawing/2014/main" id="{9164D1A4-9887-4B45-AD95-5D010F910382}"/>
              </a:ext>
            </a:extLst>
          </p:cNvPr>
          <p:cNvSpPr>
            <a:spLocks noGrp="1"/>
          </p:cNvSpPr>
          <p:nvPr/>
        </p:nvSpPr>
        <p:spPr>
          <a:xfrm>
            <a:off x="4545030" y="5550981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7" name="anim_to1521_0_1">
            <a:extLst>
              <a:ext uri="{FF2B5EF4-FFF2-40B4-BE49-F238E27FC236}">
                <a16:creationId xmlns:a16="http://schemas.microsoft.com/office/drawing/2014/main" id="{46165A83-6B9F-48F7-B679-2B0022E215A6}"/>
              </a:ext>
            </a:extLst>
          </p:cNvPr>
          <p:cNvSpPr>
            <a:spLocks noGrp="1"/>
          </p:cNvSpPr>
          <p:nvPr/>
        </p:nvSpPr>
        <p:spPr>
          <a:xfrm>
            <a:off x="5150066" y="1315727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8" name="anim_to1525_0_1">
            <a:extLst>
              <a:ext uri="{FF2B5EF4-FFF2-40B4-BE49-F238E27FC236}">
                <a16:creationId xmlns:a16="http://schemas.microsoft.com/office/drawing/2014/main" id="{41B84C63-111C-4C0F-8BE1-4CA4B9FCBEEA}"/>
              </a:ext>
            </a:extLst>
          </p:cNvPr>
          <p:cNvSpPr>
            <a:spLocks noGrp="1"/>
          </p:cNvSpPr>
          <p:nvPr/>
        </p:nvSpPr>
        <p:spPr>
          <a:xfrm>
            <a:off x="5150066" y="5550981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9" name="anim_to1529_0_1">
            <a:extLst>
              <a:ext uri="{FF2B5EF4-FFF2-40B4-BE49-F238E27FC236}">
                <a16:creationId xmlns:a16="http://schemas.microsoft.com/office/drawing/2014/main" id="{EE1B3364-A742-4488-8838-C8D50B53DC9F}"/>
              </a:ext>
            </a:extLst>
          </p:cNvPr>
          <p:cNvSpPr>
            <a:spLocks noGrp="1"/>
          </p:cNvSpPr>
          <p:nvPr/>
        </p:nvSpPr>
        <p:spPr>
          <a:xfrm>
            <a:off x="5755102" y="1315727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0" name="anim_to1533_0_1">
            <a:extLst>
              <a:ext uri="{FF2B5EF4-FFF2-40B4-BE49-F238E27FC236}">
                <a16:creationId xmlns:a16="http://schemas.microsoft.com/office/drawing/2014/main" id="{D8CEC003-39C0-4417-8652-7785C15E7BC6}"/>
              </a:ext>
            </a:extLst>
          </p:cNvPr>
          <p:cNvSpPr>
            <a:spLocks noGrp="1"/>
          </p:cNvSpPr>
          <p:nvPr/>
        </p:nvSpPr>
        <p:spPr>
          <a:xfrm>
            <a:off x="5755102" y="5550981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1" name="anim_to1537_0_1">
            <a:extLst>
              <a:ext uri="{FF2B5EF4-FFF2-40B4-BE49-F238E27FC236}">
                <a16:creationId xmlns:a16="http://schemas.microsoft.com/office/drawing/2014/main" id="{6F32FF11-2C6A-4170-9EC3-D61E5B2F024F}"/>
              </a:ext>
            </a:extLst>
          </p:cNvPr>
          <p:cNvSpPr>
            <a:spLocks noGrp="1"/>
          </p:cNvSpPr>
          <p:nvPr/>
        </p:nvSpPr>
        <p:spPr>
          <a:xfrm>
            <a:off x="6360139" y="1315727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2" name="anim_to1541_0_1">
            <a:extLst>
              <a:ext uri="{FF2B5EF4-FFF2-40B4-BE49-F238E27FC236}">
                <a16:creationId xmlns:a16="http://schemas.microsoft.com/office/drawing/2014/main" id="{9A17601C-7CB0-48E2-9252-27A4DCA58E0A}"/>
              </a:ext>
            </a:extLst>
          </p:cNvPr>
          <p:cNvSpPr>
            <a:spLocks noGrp="1"/>
          </p:cNvSpPr>
          <p:nvPr/>
        </p:nvSpPr>
        <p:spPr>
          <a:xfrm>
            <a:off x="6360139" y="5550981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3" name="anim_to1545_0_1">
            <a:extLst>
              <a:ext uri="{FF2B5EF4-FFF2-40B4-BE49-F238E27FC236}">
                <a16:creationId xmlns:a16="http://schemas.microsoft.com/office/drawing/2014/main" id="{D3C0E69B-8678-431D-B0EC-B109871BFDBF}"/>
              </a:ext>
            </a:extLst>
          </p:cNvPr>
          <p:cNvSpPr>
            <a:spLocks noGrp="1"/>
          </p:cNvSpPr>
          <p:nvPr/>
        </p:nvSpPr>
        <p:spPr>
          <a:xfrm>
            <a:off x="6965175" y="1315727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4" name="anim_to1549_0_1">
            <a:extLst>
              <a:ext uri="{FF2B5EF4-FFF2-40B4-BE49-F238E27FC236}">
                <a16:creationId xmlns:a16="http://schemas.microsoft.com/office/drawing/2014/main" id="{25192C11-4BD4-403B-896E-7EA7C90700DE}"/>
              </a:ext>
            </a:extLst>
          </p:cNvPr>
          <p:cNvSpPr>
            <a:spLocks noGrp="1"/>
          </p:cNvSpPr>
          <p:nvPr/>
        </p:nvSpPr>
        <p:spPr>
          <a:xfrm>
            <a:off x="6965175" y="5550981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5" name="anim_to1553_0_1">
            <a:extLst>
              <a:ext uri="{FF2B5EF4-FFF2-40B4-BE49-F238E27FC236}">
                <a16:creationId xmlns:a16="http://schemas.microsoft.com/office/drawing/2014/main" id="{4F1ECACF-378B-4984-BA1B-3A39C240D60E}"/>
              </a:ext>
            </a:extLst>
          </p:cNvPr>
          <p:cNvSpPr>
            <a:spLocks noGrp="1"/>
          </p:cNvSpPr>
          <p:nvPr/>
        </p:nvSpPr>
        <p:spPr>
          <a:xfrm>
            <a:off x="2729921" y="1920763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6" name="anim_to1557_0_1">
            <a:extLst>
              <a:ext uri="{FF2B5EF4-FFF2-40B4-BE49-F238E27FC236}">
                <a16:creationId xmlns:a16="http://schemas.microsoft.com/office/drawing/2014/main" id="{CD600675-EE62-463A-9199-A6467705813B}"/>
              </a:ext>
            </a:extLst>
          </p:cNvPr>
          <p:cNvSpPr>
            <a:spLocks noGrp="1"/>
          </p:cNvSpPr>
          <p:nvPr/>
        </p:nvSpPr>
        <p:spPr>
          <a:xfrm>
            <a:off x="6965175" y="1920763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7" name="anim_to1561_0_1">
            <a:extLst>
              <a:ext uri="{FF2B5EF4-FFF2-40B4-BE49-F238E27FC236}">
                <a16:creationId xmlns:a16="http://schemas.microsoft.com/office/drawing/2014/main" id="{CE30FA29-019B-4B97-96C3-8590B184BB2E}"/>
              </a:ext>
            </a:extLst>
          </p:cNvPr>
          <p:cNvSpPr>
            <a:spLocks noGrp="1"/>
          </p:cNvSpPr>
          <p:nvPr/>
        </p:nvSpPr>
        <p:spPr>
          <a:xfrm>
            <a:off x="2729921" y="2525800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8" name="anim_to1565_0_1">
            <a:extLst>
              <a:ext uri="{FF2B5EF4-FFF2-40B4-BE49-F238E27FC236}">
                <a16:creationId xmlns:a16="http://schemas.microsoft.com/office/drawing/2014/main" id="{45F8C93E-303E-4C77-8D47-FE71B3BD0E31}"/>
              </a:ext>
            </a:extLst>
          </p:cNvPr>
          <p:cNvSpPr>
            <a:spLocks noGrp="1"/>
          </p:cNvSpPr>
          <p:nvPr/>
        </p:nvSpPr>
        <p:spPr>
          <a:xfrm>
            <a:off x="6965175" y="2525800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9" name="anim_to1569_0_1">
            <a:extLst>
              <a:ext uri="{FF2B5EF4-FFF2-40B4-BE49-F238E27FC236}">
                <a16:creationId xmlns:a16="http://schemas.microsoft.com/office/drawing/2014/main" id="{925BB7BC-5BFF-41D6-9DE8-CD93F9E028D3}"/>
              </a:ext>
            </a:extLst>
          </p:cNvPr>
          <p:cNvSpPr>
            <a:spLocks noGrp="1"/>
          </p:cNvSpPr>
          <p:nvPr/>
        </p:nvSpPr>
        <p:spPr>
          <a:xfrm>
            <a:off x="2729921" y="3130836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0" name="anim_to1573_0_1">
            <a:extLst>
              <a:ext uri="{FF2B5EF4-FFF2-40B4-BE49-F238E27FC236}">
                <a16:creationId xmlns:a16="http://schemas.microsoft.com/office/drawing/2014/main" id="{2175C7FB-0228-4973-8234-CD44A06D86C2}"/>
              </a:ext>
            </a:extLst>
          </p:cNvPr>
          <p:cNvSpPr>
            <a:spLocks noGrp="1"/>
          </p:cNvSpPr>
          <p:nvPr/>
        </p:nvSpPr>
        <p:spPr>
          <a:xfrm>
            <a:off x="6965175" y="3130836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1" name="anim_to1577_0_1">
            <a:extLst>
              <a:ext uri="{FF2B5EF4-FFF2-40B4-BE49-F238E27FC236}">
                <a16:creationId xmlns:a16="http://schemas.microsoft.com/office/drawing/2014/main" id="{4B48A15A-0896-4CA9-8824-529CD053973A}"/>
              </a:ext>
            </a:extLst>
          </p:cNvPr>
          <p:cNvSpPr>
            <a:spLocks noGrp="1"/>
          </p:cNvSpPr>
          <p:nvPr/>
        </p:nvSpPr>
        <p:spPr>
          <a:xfrm>
            <a:off x="2729921" y="3735872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2" name="anim_to1581_0_1">
            <a:extLst>
              <a:ext uri="{FF2B5EF4-FFF2-40B4-BE49-F238E27FC236}">
                <a16:creationId xmlns:a16="http://schemas.microsoft.com/office/drawing/2014/main" id="{EE30F536-43D9-4811-823A-6B875F76A592}"/>
              </a:ext>
            </a:extLst>
          </p:cNvPr>
          <p:cNvSpPr>
            <a:spLocks noGrp="1"/>
          </p:cNvSpPr>
          <p:nvPr/>
        </p:nvSpPr>
        <p:spPr>
          <a:xfrm>
            <a:off x="6965175" y="3735872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3" name="anim_to1585_0_1">
            <a:extLst>
              <a:ext uri="{FF2B5EF4-FFF2-40B4-BE49-F238E27FC236}">
                <a16:creationId xmlns:a16="http://schemas.microsoft.com/office/drawing/2014/main" id="{F365FC11-C47F-4D65-A087-D2BA7D699E87}"/>
              </a:ext>
            </a:extLst>
          </p:cNvPr>
          <p:cNvSpPr>
            <a:spLocks noGrp="1"/>
          </p:cNvSpPr>
          <p:nvPr/>
        </p:nvSpPr>
        <p:spPr>
          <a:xfrm>
            <a:off x="2729921" y="4340909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4" name="anim_to1589_0_1">
            <a:extLst>
              <a:ext uri="{FF2B5EF4-FFF2-40B4-BE49-F238E27FC236}">
                <a16:creationId xmlns:a16="http://schemas.microsoft.com/office/drawing/2014/main" id="{20653C9F-0043-4911-92F5-8BF367B3F66A}"/>
              </a:ext>
            </a:extLst>
          </p:cNvPr>
          <p:cNvSpPr>
            <a:spLocks noGrp="1"/>
          </p:cNvSpPr>
          <p:nvPr/>
        </p:nvSpPr>
        <p:spPr>
          <a:xfrm>
            <a:off x="6965175" y="4340909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5" name="anim_to1593_0_1">
            <a:extLst>
              <a:ext uri="{FF2B5EF4-FFF2-40B4-BE49-F238E27FC236}">
                <a16:creationId xmlns:a16="http://schemas.microsoft.com/office/drawing/2014/main" id="{FC173C7B-5DF7-4737-878C-79081A4FF53B}"/>
              </a:ext>
            </a:extLst>
          </p:cNvPr>
          <p:cNvSpPr>
            <a:spLocks noGrp="1"/>
          </p:cNvSpPr>
          <p:nvPr/>
        </p:nvSpPr>
        <p:spPr>
          <a:xfrm>
            <a:off x="2729921" y="4945945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6" name="anim_to1597_0_1">
            <a:extLst>
              <a:ext uri="{FF2B5EF4-FFF2-40B4-BE49-F238E27FC236}">
                <a16:creationId xmlns:a16="http://schemas.microsoft.com/office/drawing/2014/main" id="{0587B66C-FB33-46AD-9AE4-7C7B3A00B42F}"/>
              </a:ext>
            </a:extLst>
          </p:cNvPr>
          <p:cNvSpPr>
            <a:spLocks noGrp="1"/>
          </p:cNvSpPr>
          <p:nvPr/>
        </p:nvSpPr>
        <p:spPr>
          <a:xfrm>
            <a:off x="6965175" y="4945945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7" name="anim_o651_1">
            <a:extLst>
              <a:ext uri="{FF2B5EF4-FFF2-40B4-BE49-F238E27FC236}">
                <a16:creationId xmlns:a16="http://schemas.microsoft.com/office/drawing/2014/main" id="{C0F47B55-B85B-488D-93B6-27316648DEE9}"/>
              </a:ext>
            </a:extLst>
          </p:cNvPr>
          <p:cNvSpPr>
            <a:spLocks noGrp="1"/>
          </p:cNvSpPr>
          <p:nvPr/>
        </p:nvSpPr>
        <p:spPr>
          <a:xfrm>
            <a:off x="3235043" y="1821332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" name="anim_o655_1">
            <a:extLst>
              <a:ext uri="{FF2B5EF4-FFF2-40B4-BE49-F238E27FC236}">
                <a16:creationId xmlns:a16="http://schemas.microsoft.com/office/drawing/2014/main" id="{A403497A-8102-4A1B-A190-59B461E918E0}"/>
              </a:ext>
            </a:extLst>
          </p:cNvPr>
          <p:cNvSpPr>
            <a:spLocks noGrp="1"/>
          </p:cNvSpPr>
          <p:nvPr/>
        </p:nvSpPr>
        <p:spPr>
          <a:xfrm>
            <a:off x="3840079" y="1821332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o659_1">
            <a:extLst>
              <a:ext uri="{FF2B5EF4-FFF2-40B4-BE49-F238E27FC236}">
                <a16:creationId xmlns:a16="http://schemas.microsoft.com/office/drawing/2014/main" id="{A48FA0DC-6486-44FA-BB63-444B74B07D4B}"/>
              </a:ext>
            </a:extLst>
          </p:cNvPr>
          <p:cNvSpPr>
            <a:spLocks noGrp="1"/>
          </p:cNvSpPr>
          <p:nvPr/>
        </p:nvSpPr>
        <p:spPr>
          <a:xfrm>
            <a:off x="4445115" y="1821332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0" name="anim_o663_1">
            <a:extLst>
              <a:ext uri="{FF2B5EF4-FFF2-40B4-BE49-F238E27FC236}">
                <a16:creationId xmlns:a16="http://schemas.microsoft.com/office/drawing/2014/main" id="{A294E6E2-2BD1-4088-9A3F-327A1971A64A}"/>
              </a:ext>
            </a:extLst>
          </p:cNvPr>
          <p:cNvSpPr>
            <a:spLocks noGrp="1"/>
          </p:cNvSpPr>
          <p:nvPr/>
        </p:nvSpPr>
        <p:spPr>
          <a:xfrm>
            <a:off x="5050152" y="1821332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" name="anim_o667_1">
            <a:extLst>
              <a:ext uri="{FF2B5EF4-FFF2-40B4-BE49-F238E27FC236}">
                <a16:creationId xmlns:a16="http://schemas.microsoft.com/office/drawing/2014/main" id="{A535446F-2971-4359-A9E4-AFA91767FDF6}"/>
              </a:ext>
            </a:extLst>
          </p:cNvPr>
          <p:cNvSpPr>
            <a:spLocks noGrp="1"/>
          </p:cNvSpPr>
          <p:nvPr/>
        </p:nvSpPr>
        <p:spPr>
          <a:xfrm>
            <a:off x="5655188" y="1821332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2" name="anim_o671_1">
            <a:extLst>
              <a:ext uri="{FF2B5EF4-FFF2-40B4-BE49-F238E27FC236}">
                <a16:creationId xmlns:a16="http://schemas.microsoft.com/office/drawing/2014/main" id="{1D8F363E-82E0-4D8E-976D-D1D323F2D472}"/>
              </a:ext>
            </a:extLst>
          </p:cNvPr>
          <p:cNvSpPr>
            <a:spLocks noGrp="1"/>
          </p:cNvSpPr>
          <p:nvPr/>
        </p:nvSpPr>
        <p:spPr>
          <a:xfrm>
            <a:off x="6260224" y="1821332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3" name="anim_o675_1">
            <a:extLst>
              <a:ext uri="{FF2B5EF4-FFF2-40B4-BE49-F238E27FC236}">
                <a16:creationId xmlns:a16="http://schemas.microsoft.com/office/drawing/2014/main" id="{1946EE8D-F058-46C9-B58E-61309278CC5C}"/>
              </a:ext>
            </a:extLst>
          </p:cNvPr>
          <p:cNvSpPr>
            <a:spLocks noGrp="1"/>
          </p:cNvSpPr>
          <p:nvPr/>
        </p:nvSpPr>
        <p:spPr>
          <a:xfrm>
            <a:off x="3235043" y="2426368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4" name="anim_o679_1">
            <a:extLst>
              <a:ext uri="{FF2B5EF4-FFF2-40B4-BE49-F238E27FC236}">
                <a16:creationId xmlns:a16="http://schemas.microsoft.com/office/drawing/2014/main" id="{40CABF90-D055-4B30-B011-8E54C676C3B2}"/>
              </a:ext>
            </a:extLst>
          </p:cNvPr>
          <p:cNvSpPr>
            <a:spLocks noGrp="1"/>
          </p:cNvSpPr>
          <p:nvPr/>
        </p:nvSpPr>
        <p:spPr>
          <a:xfrm>
            <a:off x="3840079" y="2426368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5" name="anim_o683_1">
            <a:extLst>
              <a:ext uri="{FF2B5EF4-FFF2-40B4-BE49-F238E27FC236}">
                <a16:creationId xmlns:a16="http://schemas.microsoft.com/office/drawing/2014/main" id="{15F9E46A-4B75-4291-995D-C41CB653037B}"/>
              </a:ext>
            </a:extLst>
          </p:cNvPr>
          <p:cNvSpPr>
            <a:spLocks noGrp="1"/>
          </p:cNvSpPr>
          <p:nvPr/>
        </p:nvSpPr>
        <p:spPr>
          <a:xfrm>
            <a:off x="4445115" y="2426368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6" name="anim_o687_1">
            <a:extLst>
              <a:ext uri="{FF2B5EF4-FFF2-40B4-BE49-F238E27FC236}">
                <a16:creationId xmlns:a16="http://schemas.microsoft.com/office/drawing/2014/main" id="{54649029-71CC-4CCF-BF53-EB0629A6A810}"/>
              </a:ext>
            </a:extLst>
          </p:cNvPr>
          <p:cNvSpPr>
            <a:spLocks noGrp="1"/>
          </p:cNvSpPr>
          <p:nvPr/>
        </p:nvSpPr>
        <p:spPr>
          <a:xfrm>
            <a:off x="5050152" y="2426368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7" name="anim_o691_1">
            <a:extLst>
              <a:ext uri="{FF2B5EF4-FFF2-40B4-BE49-F238E27FC236}">
                <a16:creationId xmlns:a16="http://schemas.microsoft.com/office/drawing/2014/main" id="{3737EE4B-8761-4709-A23B-09AA8C2627AF}"/>
              </a:ext>
            </a:extLst>
          </p:cNvPr>
          <p:cNvSpPr>
            <a:spLocks noGrp="1"/>
          </p:cNvSpPr>
          <p:nvPr/>
        </p:nvSpPr>
        <p:spPr>
          <a:xfrm>
            <a:off x="5655188" y="2426368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8" name="anim_o695_1">
            <a:extLst>
              <a:ext uri="{FF2B5EF4-FFF2-40B4-BE49-F238E27FC236}">
                <a16:creationId xmlns:a16="http://schemas.microsoft.com/office/drawing/2014/main" id="{E520CB89-D36A-4F48-9E4E-D4977DC549EA}"/>
              </a:ext>
            </a:extLst>
          </p:cNvPr>
          <p:cNvSpPr>
            <a:spLocks noGrp="1"/>
          </p:cNvSpPr>
          <p:nvPr/>
        </p:nvSpPr>
        <p:spPr>
          <a:xfrm>
            <a:off x="6260224" y="2426368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9" name="anim_o699_1">
            <a:extLst>
              <a:ext uri="{FF2B5EF4-FFF2-40B4-BE49-F238E27FC236}">
                <a16:creationId xmlns:a16="http://schemas.microsoft.com/office/drawing/2014/main" id="{9C89639E-6BB5-400A-A0B2-D1AFB54FCB28}"/>
              </a:ext>
            </a:extLst>
          </p:cNvPr>
          <p:cNvSpPr>
            <a:spLocks noGrp="1"/>
          </p:cNvSpPr>
          <p:nvPr/>
        </p:nvSpPr>
        <p:spPr>
          <a:xfrm>
            <a:off x="3235043" y="3031405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0" name="anim_o703_1">
            <a:extLst>
              <a:ext uri="{FF2B5EF4-FFF2-40B4-BE49-F238E27FC236}">
                <a16:creationId xmlns:a16="http://schemas.microsoft.com/office/drawing/2014/main" id="{DD9F5720-F77D-4C6B-A37A-4EBBDDE9C590}"/>
              </a:ext>
            </a:extLst>
          </p:cNvPr>
          <p:cNvSpPr>
            <a:spLocks noGrp="1"/>
          </p:cNvSpPr>
          <p:nvPr/>
        </p:nvSpPr>
        <p:spPr>
          <a:xfrm>
            <a:off x="3840079" y="3031405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1" name="anim_o707_1">
            <a:extLst>
              <a:ext uri="{FF2B5EF4-FFF2-40B4-BE49-F238E27FC236}">
                <a16:creationId xmlns:a16="http://schemas.microsoft.com/office/drawing/2014/main" id="{FB0C9E2E-9D08-4C11-8819-7F07122D0911}"/>
              </a:ext>
            </a:extLst>
          </p:cNvPr>
          <p:cNvSpPr>
            <a:spLocks noGrp="1"/>
          </p:cNvSpPr>
          <p:nvPr/>
        </p:nvSpPr>
        <p:spPr>
          <a:xfrm>
            <a:off x="4445115" y="3031405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2" name="anim_o711_1">
            <a:extLst>
              <a:ext uri="{FF2B5EF4-FFF2-40B4-BE49-F238E27FC236}">
                <a16:creationId xmlns:a16="http://schemas.microsoft.com/office/drawing/2014/main" id="{2C597A09-CBDF-4A1E-8645-0A2363530A77}"/>
              </a:ext>
            </a:extLst>
          </p:cNvPr>
          <p:cNvSpPr>
            <a:spLocks noGrp="1"/>
          </p:cNvSpPr>
          <p:nvPr/>
        </p:nvSpPr>
        <p:spPr>
          <a:xfrm>
            <a:off x="5050152" y="3031405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3" name="anim_o715_1">
            <a:extLst>
              <a:ext uri="{FF2B5EF4-FFF2-40B4-BE49-F238E27FC236}">
                <a16:creationId xmlns:a16="http://schemas.microsoft.com/office/drawing/2014/main" id="{916DCDE3-FBD5-45F6-945F-723B8CD30330}"/>
              </a:ext>
            </a:extLst>
          </p:cNvPr>
          <p:cNvSpPr>
            <a:spLocks noGrp="1"/>
          </p:cNvSpPr>
          <p:nvPr/>
        </p:nvSpPr>
        <p:spPr>
          <a:xfrm>
            <a:off x="5655188" y="3031405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4" name="anim_o719_1">
            <a:extLst>
              <a:ext uri="{FF2B5EF4-FFF2-40B4-BE49-F238E27FC236}">
                <a16:creationId xmlns:a16="http://schemas.microsoft.com/office/drawing/2014/main" id="{49F4FD52-261D-49FA-907D-16D170F385A3}"/>
              </a:ext>
            </a:extLst>
          </p:cNvPr>
          <p:cNvSpPr>
            <a:spLocks noGrp="1"/>
          </p:cNvSpPr>
          <p:nvPr/>
        </p:nvSpPr>
        <p:spPr>
          <a:xfrm>
            <a:off x="6260224" y="3031405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5" name="anim_o723_1">
            <a:extLst>
              <a:ext uri="{FF2B5EF4-FFF2-40B4-BE49-F238E27FC236}">
                <a16:creationId xmlns:a16="http://schemas.microsoft.com/office/drawing/2014/main" id="{2AADA5C0-A243-4C96-9662-B2E409CAF1E7}"/>
              </a:ext>
            </a:extLst>
          </p:cNvPr>
          <p:cNvSpPr>
            <a:spLocks noGrp="1"/>
          </p:cNvSpPr>
          <p:nvPr/>
        </p:nvSpPr>
        <p:spPr>
          <a:xfrm>
            <a:off x="3235043" y="3636441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6" name="anim_o727_1">
            <a:extLst>
              <a:ext uri="{FF2B5EF4-FFF2-40B4-BE49-F238E27FC236}">
                <a16:creationId xmlns:a16="http://schemas.microsoft.com/office/drawing/2014/main" id="{F647D663-0B9B-4270-8947-03CFEF107651}"/>
              </a:ext>
            </a:extLst>
          </p:cNvPr>
          <p:cNvSpPr>
            <a:spLocks noGrp="1"/>
          </p:cNvSpPr>
          <p:nvPr/>
        </p:nvSpPr>
        <p:spPr>
          <a:xfrm>
            <a:off x="3840079" y="3636441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7" name="anim_o731_1">
            <a:extLst>
              <a:ext uri="{FF2B5EF4-FFF2-40B4-BE49-F238E27FC236}">
                <a16:creationId xmlns:a16="http://schemas.microsoft.com/office/drawing/2014/main" id="{9C70ADF4-895B-43F4-8C84-DD64F8AD68A4}"/>
              </a:ext>
            </a:extLst>
          </p:cNvPr>
          <p:cNvSpPr>
            <a:spLocks noGrp="1"/>
          </p:cNvSpPr>
          <p:nvPr/>
        </p:nvSpPr>
        <p:spPr>
          <a:xfrm>
            <a:off x="4445115" y="3636441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8" name="anim_o735_1">
            <a:extLst>
              <a:ext uri="{FF2B5EF4-FFF2-40B4-BE49-F238E27FC236}">
                <a16:creationId xmlns:a16="http://schemas.microsoft.com/office/drawing/2014/main" id="{F1814C80-0DC1-4D37-AE53-78D96EAFFCDF}"/>
              </a:ext>
            </a:extLst>
          </p:cNvPr>
          <p:cNvSpPr>
            <a:spLocks noGrp="1"/>
          </p:cNvSpPr>
          <p:nvPr/>
        </p:nvSpPr>
        <p:spPr>
          <a:xfrm>
            <a:off x="5050152" y="3636441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9" name="anim_o739_1">
            <a:extLst>
              <a:ext uri="{FF2B5EF4-FFF2-40B4-BE49-F238E27FC236}">
                <a16:creationId xmlns:a16="http://schemas.microsoft.com/office/drawing/2014/main" id="{073F5B37-1A3B-4CDD-987D-94732678FA3E}"/>
              </a:ext>
            </a:extLst>
          </p:cNvPr>
          <p:cNvSpPr>
            <a:spLocks noGrp="1"/>
          </p:cNvSpPr>
          <p:nvPr/>
        </p:nvSpPr>
        <p:spPr>
          <a:xfrm>
            <a:off x="5655188" y="3636441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0" name="anim_o743_1">
            <a:extLst>
              <a:ext uri="{FF2B5EF4-FFF2-40B4-BE49-F238E27FC236}">
                <a16:creationId xmlns:a16="http://schemas.microsoft.com/office/drawing/2014/main" id="{2E4F1E2E-03B8-4DA5-AE9B-7E46F40F2A44}"/>
              </a:ext>
            </a:extLst>
          </p:cNvPr>
          <p:cNvSpPr>
            <a:spLocks noGrp="1"/>
          </p:cNvSpPr>
          <p:nvPr/>
        </p:nvSpPr>
        <p:spPr>
          <a:xfrm>
            <a:off x="6260224" y="3636441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1" name="anim_o747_1">
            <a:extLst>
              <a:ext uri="{FF2B5EF4-FFF2-40B4-BE49-F238E27FC236}">
                <a16:creationId xmlns:a16="http://schemas.microsoft.com/office/drawing/2014/main" id="{E27CBD61-E660-4D14-834B-239B77984914}"/>
              </a:ext>
            </a:extLst>
          </p:cNvPr>
          <p:cNvSpPr>
            <a:spLocks noGrp="1"/>
          </p:cNvSpPr>
          <p:nvPr/>
        </p:nvSpPr>
        <p:spPr>
          <a:xfrm>
            <a:off x="3235043" y="4241477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2" name="anim_o751_1">
            <a:extLst>
              <a:ext uri="{FF2B5EF4-FFF2-40B4-BE49-F238E27FC236}">
                <a16:creationId xmlns:a16="http://schemas.microsoft.com/office/drawing/2014/main" id="{FC41348B-83F0-408B-AFBA-1257985C7006}"/>
              </a:ext>
            </a:extLst>
          </p:cNvPr>
          <p:cNvSpPr>
            <a:spLocks noGrp="1"/>
          </p:cNvSpPr>
          <p:nvPr/>
        </p:nvSpPr>
        <p:spPr>
          <a:xfrm>
            <a:off x="3840079" y="4241477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3" name="anim_o755_1">
            <a:extLst>
              <a:ext uri="{FF2B5EF4-FFF2-40B4-BE49-F238E27FC236}">
                <a16:creationId xmlns:a16="http://schemas.microsoft.com/office/drawing/2014/main" id="{CE861011-BFF4-44A0-BEF5-12D493FBE11C}"/>
              </a:ext>
            </a:extLst>
          </p:cNvPr>
          <p:cNvSpPr>
            <a:spLocks noGrp="1"/>
          </p:cNvSpPr>
          <p:nvPr/>
        </p:nvSpPr>
        <p:spPr>
          <a:xfrm>
            <a:off x="4445115" y="4241477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4" name="anim_o759_1">
            <a:extLst>
              <a:ext uri="{FF2B5EF4-FFF2-40B4-BE49-F238E27FC236}">
                <a16:creationId xmlns:a16="http://schemas.microsoft.com/office/drawing/2014/main" id="{3442864C-6F25-4B8D-8D0F-5BAE51ADCC01}"/>
              </a:ext>
            </a:extLst>
          </p:cNvPr>
          <p:cNvSpPr>
            <a:spLocks noGrp="1"/>
          </p:cNvSpPr>
          <p:nvPr/>
        </p:nvSpPr>
        <p:spPr>
          <a:xfrm>
            <a:off x="5050152" y="4241477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5" name="anim_o763_1">
            <a:extLst>
              <a:ext uri="{FF2B5EF4-FFF2-40B4-BE49-F238E27FC236}">
                <a16:creationId xmlns:a16="http://schemas.microsoft.com/office/drawing/2014/main" id="{1F8B5751-380B-439C-84CE-85D00AC637B2}"/>
              </a:ext>
            </a:extLst>
          </p:cNvPr>
          <p:cNvSpPr>
            <a:spLocks noGrp="1"/>
          </p:cNvSpPr>
          <p:nvPr/>
        </p:nvSpPr>
        <p:spPr>
          <a:xfrm>
            <a:off x="5655188" y="4241477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6" name="anim_o767_1">
            <a:extLst>
              <a:ext uri="{FF2B5EF4-FFF2-40B4-BE49-F238E27FC236}">
                <a16:creationId xmlns:a16="http://schemas.microsoft.com/office/drawing/2014/main" id="{6F66BFD6-3D0D-43CB-9A4A-A05C108B87BC}"/>
              </a:ext>
            </a:extLst>
          </p:cNvPr>
          <p:cNvSpPr>
            <a:spLocks noGrp="1"/>
          </p:cNvSpPr>
          <p:nvPr/>
        </p:nvSpPr>
        <p:spPr>
          <a:xfrm>
            <a:off x="6260224" y="4241477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7" name="anim_o771_1">
            <a:extLst>
              <a:ext uri="{FF2B5EF4-FFF2-40B4-BE49-F238E27FC236}">
                <a16:creationId xmlns:a16="http://schemas.microsoft.com/office/drawing/2014/main" id="{EAC60B9C-ECEE-4D8B-BAA9-FB610E1CE3BB}"/>
              </a:ext>
            </a:extLst>
          </p:cNvPr>
          <p:cNvSpPr>
            <a:spLocks noGrp="1"/>
          </p:cNvSpPr>
          <p:nvPr/>
        </p:nvSpPr>
        <p:spPr>
          <a:xfrm>
            <a:off x="3235043" y="4846514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8" name="anim_o775_1">
            <a:extLst>
              <a:ext uri="{FF2B5EF4-FFF2-40B4-BE49-F238E27FC236}">
                <a16:creationId xmlns:a16="http://schemas.microsoft.com/office/drawing/2014/main" id="{72605FD6-F139-455A-92B7-DEE4F563951B}"/>
              </a:ext>
            </a:extLst>
          </p:cNvPr>
          <p:cNvSpPr>
            <a:spLocks noGrp="1"/>
          </p:cNvSpPr>
          <p:nvPr/>
        </p:nvSpPr>
        <p:spPr>
          <a:xfrm>
            <a:off x="3840079" y="4846514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9" name="anim_o779_1">
            <a:extLst>
              <a:ext uri="{FF2B5EF4-FFF2-40B4-BE49-F238E27FC236}">
                <a16:creationId xmlns:a16="http://schemas.microsoft.com/office/drawing/2014/main" id="{F90EA92F-D030-420E-A62F-8370DCD3AA5D}"/>
              </a:ext>
            </a:extLst>
          </p:cNvPr>
          <p:cNvSpPr>
            <a:spLocks noGrp="1"/>
          </p:cNvSpPr>
          <p:nvPr/>
        </p:nvSpPr>
        <p:spPr>
          <a:xfrm>
            <a:off x="4445115" y="4846514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0" name="anim_o783_1">
            <a:extLst>
              <a:ext uri="{FF2B5EF4-FFF2-40B4-BE49-F238E27FC236}">
                <a16:creationId xmlns:a16="http://schemas.microsoft.com/office/drawing/2014/main" id="{37C5F6C2-E02E-478F-B0B2-0BC005810C54}"/>
              </a:ext>
            </a:extLst>
          </p:cNvPr>
          <p:cNvSpPr>
            <a:spLocks noGrp="1"/>
          </p:cNvSpPr>
          <p:nvPr/>
        </p:nvSpPr>
        <p:spPr>
          <a:xfrm>
            <a:off x="5050152" y="4846514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1" name="anim_o787_1">
            <a:extLst>
              <a:ext uri="{FF2B5EF4-FFF2-40B4-BE49-F238E27FC236}">
                <a16:creationId xmlns:a16="http://schemas.microsoft.com/office/drawing/2014/main" id="{E3F54390-5DFF-4DD4-9103-1BE5FF44107D}"/>
              </a:ext>
            </a:extLst>
          </p:cNvPr>
          <p:cNvSpPr>
            <a:spLocks noGrp="1"/>
          </p:cNvSpPr>
          <p:nvPr/>
        </p:nvSpPr>
        <p:spPr>
          <a:xfrm>
            <a:off x="5655188" y="4846514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2" name="anim_o791_1">
            <a:extLst>
              <a:ext uri="{FF2B5EF4-FFF2-40B4-BE49-F238E27FC236}">
                <a16:creationId xmlns:a16="http://schemas.microsoft.com/office/drawing/2014/main" id="{7B6154B2-FADC-4672-9D76-88EFB26CA0B7}"/>
              </a:ext>
            </a:extLst>
          </p:cNvPr>
          <p:cNvSpPr>
            <a:spLocks noGrp="1"/>
          </p:cNvSpPr>
          <p:nvPr/>
        </p:nvSpPr>
        <p:spPr>
          <a:xfrm>
            <a:off x="6260224" y="4846514"/>
            <a:ext cx="605036" cy="605036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3" name="anim_to652_0_1">
            <a:extLst>
              <a:ext uri="{FF2B5EF4-FFF2-40B4-BE49-F238E27FC236}">
                <a16:creationId xmlns:a16="http://schemas.microsoft.com/office/drawing/2014/main" id="{CD0C0751-746C-4024-807E-7115A76A0684}"/>
              </a:ext>
            </a:extLst>
          </p:cNvPr>
          <p:cNvSpPr>
            <a:spLocks noGrp="1"/>
          </p:cNvSpPr>
          <p:nvPr/>
        </p:nvSpPr>
        <p:spPr>
          <a:xfrm>
            <a:off x="3334957" y="1920763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94" name="anim_to656_0_1">
            <a:extLst>
              <a:ext uri="{FF2B5EF4-FFF2-40B4-BE49-F238E27FC236}">
                <a16:creationId xmlns:a16="http://schemas.microsoft.com/office/drawing/2014/main" id="{EB945F61-21AD-42EB-BC69-0F202D431655}"/>
              </a:ext>
            </a:extLst>
          </p:cNvPr>
          <p:cNvSpPr>
            <a:spLocks noGrp="1"/>
          </p:cNvSpPr>
          <p:nvPr/>
        </p:nvSpPr>
        <p:spPr>
          <a:xfrm>
            <a:off x="3939993" y="1920763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95" name="anim_to660_0_1">
            <a:extLst>
              <a:ext uri="{FF2B5EF4-FFF2-40B4-BE49-F238E27FC236}">
                <a16:creationId xmlns:a16="http://schemas.microsoft.com/office/drawing/2014/main" id="{B949BDE0-CB73-42DE-93A0-14F57AF82980}"/>
              </a:ext>
            </a:extLst>
          </p:cNvPr>
          <p:cNvSpPr>
            <a:spLocks noGrp="1"/>
          </p:cNvSpPr>
          <p:nvPr/>
        </p:nvSpPr>
        <p:spPr>
          <a:xfrm>
            <a:off x="4545030" y="1920763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96" name="anim_to664_0_1">
            <a:extLst>
              <a:ext uri="{FF2B5EF4-FFF2-40B4-BE49-F238E27FC236}">
                <a16:creationId xmlns:a16="http://schemas.microsoft.com/office/drawing/2014/main" id="{EF9794D0-9D29-46DC-A05D-0092EA58557E}"/>
              </a:ext>
            </a:extLst>
          </p:cNvPr>
          <p:cNvSpPr>
            <a:spLocks noGrp="1"/>
          </p:cNvSpPr>
          <p:nvPr/>
        </p:nvSpPr>
        <p:spPr>
          <a:xfrm>
            <a:off x="5150066" y="1920763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97" name="anim_to668_0_1">
            <a:extLst>
              <a:ext uri="{FF2B5EF4-FFF2-40B4-BE49-F238E27FC236}">
                <a16:creationId xmlns:a16="http://schemas.microsoft.com/office/drawing/2014/main" id="{E2C4DFC3-E997-441A-920D-518AED8EE993}"/>
              </a:ext>
            </a:extLst>
          </p:cNvPr>
          <p:cNvSpPr>
            <a:spLocks noGrp="1"/>
          </p:cNvSpPr>
          <p:nvPr/>
        </p:nvSpPr>
        <p:spPr>
          <a:xfrm>
            <a:off x="5755102" y="1920763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98" name="anim_to672_0_1">
            <a:extLst>
              <a:ext uri="{FF2B5EF4-FFF2-40B4-BE49-F238E27FC236}">
                <a16:creationId xmlns:a16="http://schemas.microsoft.com/office/drawing/2014/main" id="{B4FB8DDA-4485-4168-9473-464DF4F9B50A}"/>
              </a:ext>
            </a:extLst>
          </p:cNvPr>
          <p:cNvSpPr>
            <a:spLocks noGrp="1"/>
          </p:cNvSpPr>
          <p:nvPr/>
        </p:nvSpPr>
        <p:spPr>
          <a:xfrm>
            <a:off x="6360139" y="1920763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99" name="anim_to676_0_1">
            <a:extLst>
              <a:ext uri="{FF2B5EF4-FFF2-40B4-BE49-F238E27FC236}">
                <a16:creationId xmlns:a16="http://schemas.microsoft.com/office/drawing/2014/main" id="{AEFBB6EE-D66B-4E35-862C-759F7C38DDFE}"/>
              </a:ext>
            </a:extLst>
          </p:cNvPr>
          <p:cNvSpPr>
            <a:spLocks noGrp="1"/>
          </p:cNvSpPr>
          <p:nvPr/>
        </p:nvSpPr>
        <p:spPr>
          <a:xfrm>
            <a:off x="3334957" y="2525800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00" name="anim_to680_0_1">
            <a:extLst>
              <a:ext uri="{FF2B5EF4-FFF2-40B4-BE49-F238E27FC236}">
                <a16:creationId xmlns:a16="http://schemas.microsoft.com/office/drawing/2014/main" id="{10F6FA05-D323-42FC-BDFF-663B7275AEFE}"/>
              </a:ext>
            </a:extLst>
          </p:cNvPr>
          <p:cNvSpPr>
            <a:spLocks noGrp="1"/>
          </p:cNvSpPr>
          <p:nvPr/>
        </p:nvSpPr>
        <p:spPr>
          <a:xfrm>
            <a:off x="3939993" y="2525800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101" name="anim_to684_0_1">
            <a:extLst>
              <a:ext uri="{FF2B5EF4-FFF2-40B4-BE49-F238E27FC236}">
                <a16:creationId xmlns:a16="http://schemas.microsoft.com/office/drawing/2014/main" id="{DA673803-4003-48EB-8F9D-9B53CFE43849}"/>
              </a:ext>
            </a:extLst>
          </p:cNvPr>
          <p:cNvSpPr>
            <a:spLocks noGrp="1"/>
          </p:cNvSpPr>
          <p:nvPr/>
        </p:nvSpPr>
        <p:spPr>
          <a:xfrm>
            <a:off x="4545030" y="2525800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102" name="anim_to688_0_1">
            <a:extLst>
              <a:ext uri="{FF2B5EF4-FFF2-40B4-BE49-F238E27FC236}">
                <a16:creationId xmlns:a16="http://schemas.microsoft.com/office/drawing/2014/main" id="{6E938AB5-D673-47DE-AC20-16E715BD33F2}"/>
              </a:ext>
            </a:extLst>
          </p:cNvPr>
          <p:cNvSpPr>
            <a:spLocks noGrp="1"/>
          </p:cNvSpPr>
          <p:nvPr/>
        </p:nvSpPr>
        <p:spPr>
          <a:xfrm>
            <a:off x="5150066" y="2525800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03" name="anim_to692_0_1">
            <a:extLst>
              <a:ext uri="{FF2B5EF4-FFF2-40B4-BE49-F238E27FC236}">
                <a16:creationId xmlns:a16="http://schemas.microsoft.com/office/drawing/2014/main" id="{AF9FAFE3-742D-44DC-81BE-1A95994325E0}"/>
              </a:ext>
            </a:extLst>
          </p:cNvPr>
          <p:cNvSpPr>
            <a:spLocks noGrp="1"/>
          </p:cNvSpPr>
          <p:nvPr/>
        </p:nvSpPr>
        <p:spPr>
          <a:xfrm>
            <a:off x="5755102" y="2525800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104" name="anim_to696_0_1">
            <a:extLst>
              <a:ext uri="{FF2B5EF4-FFF2-40B4-BE49-F238E27FC236}">
                <a16:creationId xmlns:a16="http://schemas.microsoft.com/office/drawing/2014/main" id="{275BB7F7-A209-44D2-83F8-F81A837343CB}"/>
              </a:ext>
            </a:extLst>
          </p:cNvPr>
          <p:cNvSpPr>
            <a:spLocks noGrp="1"/>
          </p:cNvSpPr>
          <p:nvPr/>
        </p:nvSpPr>
        <p:spPr>
          <a:xfrm>
            <a:off x="6360139" y="2525800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105" name="anim_to700_0_1">
            <a:extLst>
              <a:ext uri="{FF2B5EF4-FFF2-40B4-BE49-F238E27FC236}">
                <a16:creationId xmlns:a16="http://schemas.microsoft.com/office/drawing/2014/main" id="{96871D9B-1B99-454B-9B1E-BF454C3ED1ED}"/>
              </a:ext>
            </a:extLst>
          </p:cNvPr>
          <p:cNvSpPr>
            <a:spLocks noGrp="1"/>
          </p:cNvSpPr>
          <p:nvPr/>
        </p:nvSpPr>
        <p:spPr>
          <a:xfrm>
            <a:off x="3334957" y="3130836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106" name="anim_to704_0_1">
            <a:extLst>
              <a:ext uri="{FF2B5EF4-FFF2-40B4-BE49-F238E27FC236}">
                <a16:creationId xmlns:a16="http://schemas.microsoft.com/office/drawing/2014/main" id="{31219692-9C62-4F74-9B22-A20ECE109975}"/>
              </a:ext>
            </a:extLst>
          </p:cNvPr>
          <p:cNvSpPr>
            <a:spLocks noGrp="1"/>
          </p:cNvSpPr>
          <p:nvPr/>
        </p:nvSpPr>
        <p:spPr>
          <a:xfrm>
            <a:off x="3939993" y="3130836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07" name="anim_to708_0_1">
            <a:extLst>
              <a:ext uri="{FF2B5EF4-FFF2-40B4-BE49-F238E27FC236}">
                <a16:creationId xmlns:a16="http://schemas.microsoft.com/office/drawing/2014/main" id="{5B488460-F934-419F-8431-26DF12C383FB}"/>
              </a:ext>
            </a:extLst>
          </p:cNvPr>
          <p:cNvSpPr>
            <a:spLocks noGrp="1"/>
          </p:cNvSpPr>
          <p:nvPr/>
        </p:nvSpPr>
        <p:spPr>
          <a:xfrm>
            <a:off x="4545030" y="3130836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108" name="anim_to712_0_1">
            <a:extLst>
              <a:ext uri="{FF2B5EF4-FFF2-40B4-BE49-F238E27FC236}">
                <a16:creationId xmlns:a16="http://schemas.microsoft.com/office/drawing/2014/main" id="{9213B479-E5FB-4621-AC50-3C28CA8AF869}"/>
              </a:ext>
            </a:extLst>
          </p:cNvPr>
          <p:cNvSpPr>
            <a:spLocks noGrp="1"/>
          </p:cNvSpPr>
          <p:nvPr/>
        </p:nvSpPr>
        <p:spPr>
          <a:xfrm>
            <a:off x="5150066" y="3130836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09" name="anim_to716_0_1">
            <a:extLst>
              <a:ext uri="{FF2B5EF4-FFF2-40B4-BE49-F238E27FC236}">
                <a16:creationId xmlns:a16="http://schemas.microsoft.com/office/drawing/2014/main" id="{D7F8E5A8-05A9-4995-94FE-A2D1BA601B81}"/>
              </a:ext>
            </a:extLst>
          </p:cNvPr>
          <p:cNvSpPr>
            <a:spLocks noGrp="1"/>
          </p:cNvSpPr>
          <p:nvPr/>
        </p:nvSpPr>
        <p:spPr>
          <a:xfrm>
            <a:off x="5755102" y="3130836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10" name="anim_to720_0_1">
            <a:extLst>
              <a:ext uri="{FF2B5EF4-FFF2-40B4-BE49-F238E27FC236}">
                <a16:creationId xmlns:a16="http://schemas.microsoft.com/office/drawing/2014/main" id="{0BA7569A-BD51-41C4-B7B0-BDF0A6362C38}"/>
              </a:ext>
            </a:extLst>
          </p:cNvPr>
          <p:cNvSpPr>
            <a:spLocks noGrp="1"/>
          </p:cNvSpPr>
          <p:nvPr/>
        </p:nvSpPr>
        <p:spPr>
          <a:xfrm>
            <a:off x="6360139" y="3130836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111" name="anim_to724_0_1">
            <a:extLst>
              <a:ext uri="{FF2B5EF4-FFF2-40B4-BE49-F238E27FC236}">
                <a16:creationId xmlns:a16="http://schemas.microsoft.com/office/drawing/2014/main" id="{7991876B-DC57-41CE-85E1-9EC143C0927B}"/>
              </a:ext>
            </a:extLst>
          </p:cNvPr>
          <p:cNvSpPr>
            <a:spLocks noGrp="1"/>
          </p:cNvSpPr>
          <p:nvPr/>
        </p:nvSpPr>
        <p:spPr>
          <a:xfrm>
            <a:off x="3334957" y="3735872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112" name="anim_to728_0_1">
            <a:extLst>
              <a:ext uri="{FF2B5EF4-FFF2-40B4-BE49-F238E27FC236}">
                <a16:creationId xmlns:a16="http://schemas.microsoft.com/office/drawing/2014/main" id="{9D5FDFB7-F8B2-40F7-B2C7-BAA7B4D4EAB4}"/>
              </a:ext>
            </a:extLst>
          </p:cNvPr>
          <p:cNvSpPr>
            <a:spLocks noGrp="1"/>
          </p:cNvSpPr>
          <p:nvPr/>
        </p:nvSpPr>
        <p:spPr>
          <a:xfrm>
            <a:off x="3939993" y="3735872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13" name="anim_to732_0_1">
            <a:extLst>
              <a:ext uri="{FF2B5EF4-FFF2-40B4-BE49-F238E27FC236}">
                <a16:creationId xmlns:a16="http://schemas.microsoft.com/office/drawing/2014/main" id="{8191E0F9-93B0-4DE6-BEBB-9ACDDC320617}"/>
              </a:ext>
            </a:extLst>
          </p:cNvPr>
          <p:cNvSpPr>
            <a:spLocks noGrp="1"/>
          </p:cNvSpPr>
          <p:nvPr/>
        </p:nvSpPr>
        <p:spPr>
          <a:xfrm>
            <a:off x="4545030" y="3735872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14" name="anim_to736_0_1">
            <a:extLst>
              <a:ext uri="{FF2B5EF4-FFF2-40B4-BE49-F238E27FC236}">
                <a16:creationId xmlns:a16="http://schemas.microsoft.com/office/drawing/2014/main" id="{87DC7B24-2658-47C1-9302-30F611EE7D10}"/>
              </a:ext>
            </a:extLst>
          </p:cNvPr>
          <p:cNvSpPr>
            <a:spLocks noGrp="1"/>
          </p:cNvSpPr>
          <p:nvPr/>
        </p:nvSpPr>
        <p:spPr>
          <a:xfrm>
            <a:off x="5150066" y="3735872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15" name="anim_to740_0_1">
            <a:extLst>
              <a:ext uri="{FF2B5EF4-FFF2-40B4-BE49-F238E27FC236}">
                <a16:creationId xmlns:a16="http://schemas.microsoft.com/office/drawing/2014/main" id="{7C3E3999-FB61-4B1A-A9E5-5D4C58C26268}"/>
              </a:ext>
            </a:extLst>
          </p:cNvPr>
          <p:cNvSpPr>
            <a:spLocks noGrp="1"/>
          </p:cNvSpPr>
          <p:nvPr/>
        </p:nvSpPr>
        <p:spPr>
          <a:xfrm>
            <a:off x="5755102" y="3735872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116" name="anim_to744_0_1">
            <a:extLst>
              <a:ext uri="{FF2B5EF4-FFF2-40B4-BE49-F238E27FC236}">
                <a16:creationId xmlns:a16="http://schemas.microsoft.com/office/drawing/2014/main" id="{EA48F8F9-F780-4BF8-A06D-B411A39D9BED}"/>
              </a:ext>
            </a:extLst>
          </p:cNvPr>
          <p:cNvSpPr>
            <a:spLocks noGrp="1"/>
          </p:cNvSpPr>
          <p:nvPr/>
        </p:nvSpPr>
        <p:spPr>
          <a:xfrm>
            <a:off x="6360139" y="3735872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117" name="anim_to748_0_1">
            <a:extLst>
              <a:ext uri="{FF2B5EF4-FFF2-40B4-BE49-F238E27FC236}">
                <a16:creationId xmlns:a16="http://schemas.microsoft.com/office/drawing/2014/main" id="{1E3767AE-6386-4F76-B4C9-DF652D8326AC}"/>
              </a:ext>
            </a:extLst>
          </p:cNvPr>
          <p:cNvSpPr>
            <a:spLocks noGrp="1"/>
          </p:cNvSpPr>
          <p:nvPr/>
        </p:nvSpPr>
        <p:spPr>
          <a:xfrm>
            <a:off x="3334957" y="4340909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118" name="anim_to752_0_1">
            <a:extLst>
              <a:ext uri="{FF2B5EF4-FFF2-40B4-BE49-F238E27FC236}">
                <a16:creationId xmlns:a16="http://schemas.microsoft.com/office/drawing/2014/main" id="{203E0BAE-23EF-49C8-A9A0-22F5BD3150F5}"/>
              </a:ext>
            </a:extLst>
          </p:cNvPr>
          <p:cNvSpPr>
            <a:spLocks noGrp="1"/>
          </p:cNvSpPr>
          <p:nvPr/>
        </p:nvSpPr>
        <p:spPr>
          <a:xfrm>
            <a:off x="3939993" y="4340909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19" name="anim_to756_0_1">
            <a:extLst>
              <a:ext uri="{FF2B5EF4-FFF2-40B4-BE49-F238E27FC236}">
                <a16:creationId xmlns:a16="http://schemas.microsoft.com/office/drawing/2014/main" id="{F390611A-4AF7-41F9-80D8-10C4E298A634}"/>
              </a:ext>
            </a:extLst>
          </p:cNvPr>
          <p:cNvSpPr>
            <a:spLocks noGrp="1"/>
          </p:cNvSpPr>
          <p:nvPr/>
        </p:nvSpPr>
        <p:spPr>
          <a:xfrm>
            <a:off x="4545030" y="4340909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120" name="anim_to760_0_1">
            <a:extLst>
              <a:ext uri="{FF2B5EF4-FFF2-40B4-BE49-F238E27FC236}">
                <a16:creationId xmlns:a16="http://schemas.microsoft.com/office/drawing/2014/main" id="{4B02992F-4833-4A2A-9814-E2607232644C}"/>
              </a:ext>
            </a:extLst>
          </p:cNvPr>
          <p:cNvSpPr>
            <a:spLocks noGrp="1"/>
          </p:cNvSpPr>
          <p:nvPr/>
        </p:nvSpPr>
        <p:spPr>
          <a:xfrm>
            <a:off x="5150066" y="4340909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21" name="anim_to764_0_1">
            <a:extLst>
              <a:ext uri="{FF2B5EF4-FFF2-40B4-BE49-F238E27FC236}">
                <a16:creationId xmlns:a16="http://schemas.microsoft.com/office/drawing/2014/main" id="{C895FC65-C21D-4689-B24F-C66A1930FCBA}"/>
              </a:ext>
            </a:extLst>
          </p:cNvPr>
          <p:cNvSpPr>
            <a:spLocks noGrp="1"/>
          </p:cNvSpPr>
          <p:nvPr/>
        </p:nvSpPr>
        <p:spPr>
          <a:xfrm>
            <a:off x="5755102" y="4340909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122" name="anim_to768_0_1">
            <a:extLst>
              <a:ext uri="{FF2B5EF4-FFF2-40B4-BE49-F238E27FC236}">
                <a16:creationId xmlns:a16="http://schemas.microsoft.com/office/drawing/2014/main" id="{D6B6DA07-2FAA-4EA4-A1B0-336D07733DEB}"/>
              </a:ext>
            </a:extLst>
          </p:cNvPr>
          <p:cNvSpPr>
            <a:spLocks noGrp="1"/>
          </p:cNvSpPr>
          <p:nvPr/>
        </p:nvSpPr>
        <p:spPr>
          <a:xfrm>
            <a:off x="6360139" y="4340909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123" name="anim_to772_0_1">
            <a:extLst>
              <a:ext uri="{FF2B5EF4-FFF2-40B4-BE49-F238E27FC236}">
                <a16:creationId xmlns:a16="http://schemas.microsoft.com/office/drawing/2014/main" id="{B372B1D3-3A8E-430F-82B3-468DF19323DA}"/>
              </a:ext>
            </a:extLst>
          </p:cNvPr>
          <p:cNvSpPr>
            <a:spLocks noGrp="1"/>
          </p:cNvSpPr>
          <p:nvPr/>
        </p:nvSpPr>
        <p:spPr>
          <a:xfrm>
            <a:off x="3334957" y="4945945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124" name="anim_to776_0_1">
            <a:extLst>
              <a:ext uri="{FF2B5EF4-FFF2-40B4-BE49-F238E27FC236}">
                <a16:creationId xmlns:a16="http://schemas.microsoft.com/office/drawing/2014/main" id="{26A85F82-59A2-4A57-9D2C-06CEAD6A6B7E}"/>
              </a:ext>
            </a:extLst>
          </p:cNvPr>
          <p:cNvSpPr>
            <a:spLocks noGrp="1"/>
          </p:cNvSpPr>
          <p:nvPr/>
        </p:nvSpPr>
        <p:spPr>
          <a:xfrm>
            <a:off x="3939993" y="4945945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25" name="anim_to780_0_1">
            <a:extLst>
              <a:ext uri="{FF2B5EF4-FFF2-40B4-BE49-F238E27FC236}">
                <a16:creationId xmlns:a16="http://schemas.microsoft.com/office/drawing/2014/main" id="{AF5018BF-BCE8-4A99-9B32-E7B7B6A09FE8}"/>
              </a:ext>
            </a:extLst>
          </p:cNvPr>
          <p:cNvSpPr>
            <a:spLocks noGrp="1"/>
          </p:cNvSpPr>
          <p:nvPr/>
        </p:nvSpPr>
        <p:spPr>
          <a:xfrm>
            <a:off x="4545030" y="4945945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26" name="anim_to784_0_1">
            <a:extLst>
              <a:ext uri="{FF2B5EF4-FFF2-40B4-BE49-F238E27FC236}">
                <a16:creationId xmlns:a16="http://schemas.microsoft.com/office/drawing/2014/main" id="{E5EA69B7-B281-4CDE-BDE7-FAEDE0BAB363}"/>
              </a:ext>
            </a:extLst>
          </p:cNvPr>
          <p:cNvSpPr>
            <a:spLocks noGrp="1"/>
          </p:cNvSpPr>
          <p:nvPr/>
        </p:nvSpPr>
        <p:spPr>
          <a:xfrm>
            <a:off x="5150066" y="4945945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27" name="anim_to788_0_1">
            <a:extLst>
              <a:ext uri="{FF2B5EF4-FFF2-40B4-BE49-F238E27FC236}">
                <a16:creationId xmlns:a16="http://schemas.microsoft.com/office/drawing/2014/main" id="{6C8DFB80-FC63-4508-9E2B-DA69757489A3}"/>
              </a:ext>
            </a:extLst>
          </p:cNvPr>
          <p:cNvSpPr>
            <a:spLocks noGrp="1"/>
          </p:cNvSpPr>
          <p:nvPr/>
        </p:nvSpPr>
        <p:spPr>
          <a:xfrm>
            <a:off x="5755102" y="4945945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128" name="anim_to792_0_1">
            <a:extLst>
              <a:ext uri="{FF2B5EF4-FFF2-40B4-BE49-F238E27FC236}">
                <a16:creationId xmlns:a16="http://schemas.microsoft.com/office/drawing/2014/main" id="{81E8E309-4846-49D8-BD7B-6AFDC577F0AD}"/>
              </a:ext>
            </a:extLst>
          </p:cNvPr>
          <p:cNvSpPr>
            <a:spLocks noGrp="1"/>
          </p:cNvSpPr>
          <p:nvPr/>
        </p:nvSpPr>
        <p:spPr>
          <a:xfrm>
            <a:off x="6360139" y="4945945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29" name="anim_to1827_0_1">
            <a:extLst>
              <a:ext uri="{FF2B5EF4-FFF2-40B4-BE49-F238E27FC236}">
                <a16:creationId xmlns:a16="http://schemas.microsoft.com/office/drawing/2014/main" id="{FBA086A8-9D37-476E-93FE-D1EF794D23BB}"/>
              </a:ext>
            </a:extLst>
          </p:cNvPr>
          <p:cNvSpPr>
            <a:spLocks noGrp="1"/>
          </p:cNvSpPr>
          <p:nvPr/>
        </p:nvSpPr>
        <p:spPr>
          <a:xfrm>
            <a:off x="7705667" y="3227190"/>
            <a:ext cx="398241" cy="8185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156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156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5156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*</a:t>
            </a:r>
          </a:p>
        </p:txBody>
      </p:sp>
      <p:sp>
        <p:nvSpPr>
          <p:cNvPr id="130" name="anim_o808_1">
            <a:extLst>
              <a:ext uri="{FF2B5EF4-FFF2-40B4-BE49-F238E27FC236}">
                <a16:creationId xmlns:a16="http://schemas.microsoft.com/office/drawing/2014/main" id="{C354D3FA-99D3-49F2-8CE8-AB0626792DAC}"/>
              </a:ext>
            </a:extLst>
          </p:cNvPr>
          <p:cNvSpPr>
            <a:spLocks noGrp="1"/>
          </p:cNvSpPr>
          <p:nvPr/>
        </p:nvSpPr>
        <p:spPr>
          <a:xfrm>
            <a:off x="8464285" y="2728887"/>
            <a:ext cx="605036" cy="605036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1" name="anim_o813_1">
            <a:extLst>
              <a:ext uri="{FF2B5EF4-FFF2-40B4-BE49-F238E27FC236}">
                <a16:creationId xmlns:a16="http://schemas.microsoft.com/office/drawing/2014/main" id="{E52573B5-A11C-43EF-9EDF-70D0FAA2AC69}"/>
              </a:ext>
            </a:extLst>
          </p:cNvPr>
          <p:cNvSpPr>
            <a:spLocks noGrp="1"/>
          </p:cNvSpPr>
          <p:nvPr/>
        </p:nvSpPr>
        <p:spPr>
          <a:xfrm>
            <a:off x="9069321" y="2728887"/>
            <a:ext cx="605036" cy="605036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2" name="anim_o817_1">
            <a:extLst>
              <a:ext uri="{FF2B5EF4-FFF2-40B4-BE49-F238E27FC236}">
                <a16:creationId xmlns:a16="http://schemas.microsoft.com/office/drawing/2014/main" id="{3BDBD10D-552F-4B9F-9DAE-A2904DE4A600}"/>
              </a:ext>
            </a:extLst>
          </p:cNvPr>
          <p:cNvSpPr>
            <a:spLocks noGrp="1"/>
          </p:cNvSpPr>
          <p:nvPr/>
        </p:nvSpPr>
        <p:spPr>
          <a:xfrm>
            <a:off x="9674358" y="2728887"/>
            <a:ext cx="605036" cy="605036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3" name="anim_o821_1">
            <a:extLst>
              <a:ext uri="{FF2B5EF4-FFF2-40B4-BE49-F238E27FC236}">
                <a16:creationId xmlns:a16="http://schemas.microsoft.com/office/drawing/2014/main" id="{2D9AF8AA-F488-4AEC-BEDD-04CB6A4FBEFA}"/>
              </a:ext>
            </a:extLst>
          </p:cNvPr>
          <p:cNvSpPr>
            <a:spLocks noGrp="1"/>
          </p:cNvSpPr>
          <p:nvPr/>
        </p:nvSpPr>
        <p:spPr>
          <a:xfrm>
            <a:off x="8464285" y="3333923"/>
            <a:ext cx="605036" cy="605036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4" name="anim_o826_1">
            <a:extLst>
              <a:ext uri="{FF2B5EF4-FFF2-40B4-BE49-F238E27FC236}">
                <a16:creationId xmlns:a16="http://schemas.microsoft.com/office/drawing/2014/main" id="{54C153CD-3236-4BEF-8FC7-3BC4E8474E77}"/>
              </a:ext>
            </a:extLst>
          </p:cNvPr>
          <p:cNvSpPr>
            <a:spLocks noGrp="1"/>
          </p:cNvSpPr>
          <p:nvPr/>
        </p:nvSpPr>
        <p:spPr>
          <a:xfrm>
            <a:off x="9069321" y="3333923"/>
            <a:ext cx="605036" cy="605036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5" name="anim_o830_1">
            <a:extLst>
              <a:ext uri="{FF2B5EF4-FFF2-40B4-BE49-F238E27FC236}">
                <a16:creationId xmlns:a16="http://schemas.microsoft.com/office/drawing/2014/main" id="{F8A5AE94-5ECF-4C03-B09B-EB892351B9AF}"/>
              </a:ext>
            </a:extLst>
          </p:cNvPr>
          <p:cNvSpPr>
            <a:spLocks noGrp="1"/>
          </p:cNvSpPr>
          <p:nvPr/>
        </p:nvSpPr>
        <p:spPr>
          <a:xfrm>
            <a:off x="9674358" y="3333923"/>
            <a:ext cx="605036" cy="605036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6" name="anim_o834_1">
            <a:extLst>
              <a:ext uri="{FF2B5EF4-FFF2-40B4-BE49-F238E27FC236}">
                <a16:creationId xmlns:a16="http://schemas.microsoft.com/office/drawing/2014/main" id="{BC3AF006-24E8-4C0F-9977-3AA7F4AEF915}"/>
              </a:ext>
            </a:extLst>
          </p:cNvPr>
          <p:cNvSpPr>
            <a:spLocks noGrp="1"/>
          </p:cNvSpPr>
          <p:nvPr/>
        </p:nvSpPr>
        <p:spPr>
          <a:xfrm>
            <a:off x="8464285" y="3938959"/>
            <a:ext cx="605036" cy="605036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7" name="anim_o839_1">
            <a:extLst>
              <a:ext uri="{FF2B5EF4-FFF2-40B4-BE49-F238E27FC236}">
                <a16:creationId xmlns:a16="http://schemas.microsoft.com/office/drawing/2014/main" id="{BC0A5B99-26F7-4A05-83C9-88C3ED691CF6}"/>
              </a:ext>
            </a:extLst>
          </p:cNvPr>
          <p:cNvSpPr>
            <a:spLocks noGrp="1"/>
          </p:cNvSpPr>
          <p:nvPr/>
        </p:nvSpPr>
        <p:spPr>
          <a:xfrm>
            <a:off x="9069321" y="3938959"/>
            <a:ext cx="605036" cy="605036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8" name="anim_o843_1">
            <a:extLst>
              <a:ext uri="{FF2B5EF4-FFF2-40B4-BE49-F238E27FC236}">
                <a16:creationId xmlns:a16="http://schemas.microsoft.com/office/drawing/2014/main" id="{378CC8E8-B807-4E87-8EB0-23C44843370D}"/>
              </a:ext>
            </a:extLst>
          </p:cNvPr>
          <p:cNvSpPr>
            <a:spLocks noGrp="1"/>
          </p:cNvSpPr>
          <p:nvPr/>
        </p:nvSpPr>
        <p:spPr>
          <a:xfrm>
            <a:off x="9674358" y="3938959"/>
            <a:ext cx="605036" cy="605036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9" name="anim_to809_0_1">
            <a:extLst>
              <a:ext uri="{FF2B5EF4-FFF2-40B4-BE49-F238E27FC236}">
                <a16:creationId xmlns:a16="http://schemas.microsoft.com/office/drawing/2014/main" id="{3CD9C647-E50C-4498-8381-98445337E9E7}"/>
              </a:ext>
            </a:extLst>
          </p:cNvPr>
          <p:cNvSpPr>
            <a:spLocks noGrp="1"/>
          </p:cNvSpPr>
          <p:nvPr/>
        </p:nvSpPr>
        <p:spPr>
          <a:xfrm>
            <a:off x="8682282" y="2828318"/>
            <a:ext cx="395533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40" name="anim_to814_0_1">
            <a:extLst>
              <a:ext uri="{FF2B5EF4-FFF2-40B4-BE49-F238E27FC236}">
                <a16:creationId xmlns:a16="http://schemas.microsoft.com/office/drawing/2014/main" id="{6AF10B1F-12B4-41B8-A6A5-66D4D001A586}"/>
              </a:ext>
            </a:extLst>
          </p:cNvPr>
          <p:cNvSpPr>
            <a:spLocks noGrp="1"/>
          </p:cNvSpPr>
          <p:nvPr/>
        </p:nvSpPr>
        <p:spPr>
          <a:xfrm>
            <a:off x="9376677" y="2828318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41" name="anim_to818_0_1">
            <a:extLst>
              <a:ext uri="{FF2B5EF4-FFF2-40B4-BE49-F238E27FC236}">
                <a16:creationId xmlns:a16="http://schemas.microsoft.com/office/drawing/2014/main" id="{941A64FC-BF77-4C81-AA8A-4D01E7EF23C3}"/>
              </a:ext>
            </a:extLst>
          </p:cNvPr>
          <p:cNvSpPr>
            <a:spLocks noGrp="1"/>
          </p:cNvSpPr>
          <p:nvPr/>
        </p:nvSpPr>
        <p:spPr>
          <a:xfrm>
            <a:off x="9981713" y="2828318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42" name="anim_to822_0_1">
            <a:extLst>
              <a:ext uri="{FF2B5EF4-FFF2-40B4-BE49-F238E27FC236}">
                <a16:creationId xmlns:a16="http://schemas.microsoft.com/office/drawing/2014/main" id="{3E4283BA-4127-4D67-86CD-C0EF3399DA8E}"/>
              </a:ext>
            </a:extLst>
          </p:cNvPr>
          <p:cNvSpPr>
            <a:spLocks noGrp="1"/>
          </p:cNvSpPr>
          <p:nvPr/>
        </p:nvSpPr>
        <p:spPr>
          <a:xfrm>
            <a:off x="8682282" y="3433354"/>
            <a:ext cx="395533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43" name="anim_to827_0_1">
            <a:extLst>
              <a:ext uri="{FF2B5EF4-FFF2-40B4-BE49-F238E27FC236}">
                <a16:creationId xmlns:a16="http://schemas.microsoft.com/office/drawing/2014/main" id="{53D33C29-C84F-4576-B6D8-A63B43EC62D2}"/>
              </a:ext>
            </a:extLst>
          </p:cNvPr>
          <p:cNvSpPr>
            <a:spLocks noGrp="1"/>
          </p:cNvSpPr>
          <p:nvPr/>
        </p:nvSpPr>
        <p:spPr>
          <a:xfrm>
            <a:off x="9376677" y="3433354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44" name="anim_to831_0_1">
            <a:extLst>
              <a:ext uri="{FF2B5EF4-FFF2-40B4-BE49-F238E27FC236}">
                <a16:creationId xmlns:a16="http://schemas.microsoft.com/office/drawing/2014/main" id="{6055DDC8-E934-4958-8651-20038D82DF40}"/>
              </a:ext>
            </a:extLst>
          </p:cNvPr>
          <p:cNvSpPr>
            <a:spLocks noGrp="1"/>
          </p:cNvSpPr>
          <p:nvPr/>
        </p:nvSpPr>
        <p:spPr>
          <a:xfrm>
            <a:off x="9981713" y="3433354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45" name="anim_to835_0_1">
            <a:extLst>
              <a:ext uri="{FF2B5EF4-FFF2-40B4-BE49-F238E27FC236}">
                <a16:creationId xmlns:a16="http://schemas.microsoft.com/office/drawing/2014/main" id="{CF76B869-F5D5-4F57-B1C6-092ADC3A27AD}"/>
              </a:ext>
            </a:extLst>
          </p:cNvPr>
          <p:cNvSpPr>
            <a:spLocks noGrp="1"/>
          </p:cNvSpPr>
          <p:nvPr/>
        </p:nvSpPr>
        <p:spPr>
          <a:xfrm>
            <a:off x="8682282" y="4038390"/>
            <a:ext cx="395533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46" name="anim_to840_0_1">
            <a:extLst>
              <a:ext uri="{FF2B5EF4-FFF2-40B4-BE49-F238E27FC236}">
                <a16:creationId xmlns:a16="http://schemas.microsoft.com/office/drawing/2014/main" id="{E44F1F93-91A0-496B-9A76-7DE047392CF1}"/>
              </a:ext>
            </a:extLst>
          </p:cNvPr>
          <p:cNvSpPr>
            <a:spLocks noGrp="1"/>
          </p:cNvSpPr>
          <p:nvPr/>
        </p:nvSpPr>
        <p:spPr>
          <a:xfrm>
            <a:off x="9376677" y="4038390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47" name="anim_to844_0_1">
            <a:extLst>
              <a:ext uri="{FF2B5EF4-FFF2-40B4-BE49-F238E27FC236}">
                <a16:creationId xmlns:a16="http://schemas.microsoft.com/office/drawing/2014/main" id="{5CE36B54-22C9-4BBD-BAE7-43C0B675DDFD}"/>
              </a:ext>
            </a:extLst>
          </p:cNvPr>
          <p:cNvSpPr>
            <a:spLocks noGrp="1"/>
          </p:cNvSpPr>
          <p:nvPr/>
        </p:nvSpPr>
        <p:spPr>
          <a:xfrm>
            <a:off x="9981713" y="4038390"/>
            <a:ext cx="216816" cy="406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5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48" name="anim_o808_2">
            <a:extLst>
              <a:ext uri="{FF2B5EF4-FFF2-40B4-BE49-F238E27FC236}">
                <a16:creationId xmlns:a16="http://schemas.microsoft.com/office/drawing/2014/main" id="{481A9784-44A4-453F-B8D2-25E90F60A423}"/>
              </a:ext>
            </a:extLst>
          </p:cNvPr>
          <p:cNvSpPr>
            <a:spLocks noGrp="1"/>
          </p:cNvSpPr>
          <p:nvPr/>
        </p:nvSpPr>
        <p:spPr>
          <a:xfrm>
            <a:off x="8464285" y="2728887"/>
            <a:ext cx="605036" cy="605036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9" name="anim_o813_2">
            <a:extLst>
              <a:ext uri="{FF2B5EF4-FFF2-40B4-BE49-F238E27FC236}">
                <a16:creationId xmlns:a16="http://schemas.microsoft.com/office/drawing/2014/main" id="{689AB602-C68C-467C-8306-96F032CF5761}"/>
              </a:ext>
            </a:extLst>
          </p:cNvPr>
          <p:cNvSpPr>
            <a:spLocks noGrp="1"/>
          </p:cNvSpPr>
          <p:nvPr/>
        </p:nvSpPr>
        <p:spPr>
          <a:xfrm>
            <a:off x="9069321" y="2728887"/>
            <a:ext cx="605036" cy="605036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0" name="anim_o817_2">
            <a:extLst>
              <a:ext uri="{FF2B5EF4-FFF2-40B4-BE49-F238E27FC236}">
                <a16:creationId xmlns:a16="http://schemas.microsoft.com/office/drawing/2014/main" id="{ABB98785-E1AD-4E66-955F-A21D4DD6A00C}"/>
              </a:ext>
            </a:extLst>
          </p:cNvPr>
          <p:cNvSpPr>
            <a:spLocks noGrp="1"/>
          </p:cNvSpPr>
          <p:nvPr/>
        </p:nvSpPr>
        <p:spPr>
          <a:xfrm>
            <a:off x="9674358" y="2728887"/>
            <a:ext cx="605036" cy="605036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1" name="anim_o821_2">
            <a:extLst>
              <a:ext uri="{FF2B5EF4-FFF2-40B4-BE49-F238E27FC236}">
                <a16:creationId xmlns:a16="http://schemas.microsoft.com/office/drawing/2014/main" id="{A5D0D29D-5352-440F-A82A-A476E1BA860D}"/>
              </a:ext>
            </a:extLst>
          </p:cNvPr>
          <p:cNvSpPr>
            <a:spLocks noGrp="1"/>
          </p:cNvSpPr>
          <p:nvPr/>
        </p:nvSpPr>
        <p:spPr>
          <a:xfrm>
            <a:off x="8464285" y="3333923"/>
            <a:ext cx="605036" cy="605036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2" name="anim_o826_2">
            <a:extLst>
              <a:ext uri="{FF2B5EF4-FFF2-40B4-BE49-F238E27FC236}">
                <a16:creationId xmlns:a16="http://schemas.microsoft.com/office/drawing/2014/main" id="{1AEC4771-7F55-4939-B34E-B81BE99DFE10}"/>
              </a:ext>
            </a:extLst>
          </p:cNvPr>
          <p:cNvSpPr>
            <a:spLocks noGrp="1"/>
          </p:cNvSpPr>
          <p:nvPr/>
        </p:nvSpPr>
        <p:spPr>
          <a:xfrm>
            <a:off x="9069321" y="3333923"/>
            <a:ext cx="605036" cy="605036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3" name="anim_o830_2">
            <a:extLst>
              <a:ext uri="{FF2B5EF4-FFF2-40B4-BE49-F238E27FC236}">
                <a16:creationId xmlns:a16="http://schemas.microsoft.com/office/drawing/2014/main" id="{D31F9812-B7D1-4D6D-9C44-8F1770247BB0}"/>
              </a:ext>
            </a:extLst>
          </p:cNvPr>
          <p:cNvSpPr>
            <a:spLocks noGrp="1"/>
          </p:cNvSpPr>
          <p:nvPr/>
        </p:nvSpPr>
        <p:spPr>
          <a:xfrm>
            <a:off x="9674358" y="3333923"/>
            <a:ext cx="605036" cy="605036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4" name="anim_o834_2">
            <a:extLst>
              <a:ext uri="{FF2B5EF4-FFF2-40B4-BE49-F238E27FC236}">
                <a16:creationId xmlns:a16="http://schemas.microsoft.com/office/drawing/2014/main" id="{4A50ECA1-05AE-49A9-9862-A6818CDBC099}"/>
              </a:ext>
            </a:extLst>
          </p:cNvPr>
          <p:cNvSpPr>
            <a:spLocks noGrp="1"/>
          </p:cNvSpPr>
          <p:nvPr/>
        </p:nvSpPr>
        <p:spPr>
          <a:xfrm>
            <a:off x="8464285" y="3938959"/>
            <a:ext cx="605036" cy="605036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5" name="anim_o839_2">
            <a:extLst>
              <a:ext uri="{FF2B5EF4-FFF2-40B4-BE49-F238E27FC236}">
                <a16:creationId xmlns:a16="http://schemas.microsoft.com/office/drawing/2014/main" id="{0808465E-7644-4EBC-8060-0701C1037CEF}"/>
              </a:ext>
            </a:extLst>
          </p:cNvPr>
          <p:cNvSpPr>
            <a:spLocks noGrp="1"/>
          </p:cNvSpPr>
          <p:nvPr/>
        </p:nvSpPr>
        <p:spPr>
          <a:xfrm>
            <a:off x="9069321" y="3938959"/>
            <a:ext cx="605036" cy="605036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6" name="anim_o843_2">
            <a:extLst>
              <a:ext uri="{FF2B5EF4-FFF2-40B4-BE49-F238E27FC236}">
                <a16:creationId xmlns:a16="http://schemas.microsoft.com/office/drawing/2014/main" id="{B2FD23CF-9C19-433B-A160-018E47762A65}"/>
              </a:ext>
            </a:extLst>
          </p:cNvPr>
          <p:cNvSpPr>
            <a:spLocks noGrp="1"/>
          </p:cNvSpPr>
          <p:nvPr/>
        </p:nvSpPr>
        <p:spPr>
          <a:xfrm>
            <a:off x="9674358" y="3938959"/>
            <a:ext cx="605036" cy="605036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7" name="anim_to1883_0_1">
            <a:extLst>
              <a:ext uri="{FF2B5EF4-FFF2-40B4-BE49-F238E27FC236}">
                <a16:creationId xmlns:a16="http://schemas.microsoft.com/office/drawing/2014/main" id="{F5226B7D-F771-4D7F-BFE0-CA0F7E159FD4}"/>
              </a:ext>
            </a:extLst>
          </p:cNvPr>
          <p:cNvSpPr>
            <a:spLocks noGrp="1"/>
          </p:cNvSpPr>
          <p:nvPr/>
        </p:nvSpPr>
        <p:spPr>
          <a:xfrm>
            <a:off x="7503989" y="3213343"/>
            <a:ext cx="3761359" cy="8461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330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330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pPr>
            <a:r>
              <a:rPr sz="5330" b="1">
                <a:solidFill>
                  <a:srgbClr val="FF862F"/>
                </a:solidFill>
                <a:latin typeface="Consolas"/>
                <a:ea typeface="Consolas"/>
                <a:cs typeface="Consolas"/>
              </a:rPr>
              <a:t>Stride = 1</a:t>
            </a:r>
          </a:p>
        </p:txBody>
      </p:sp>
      <p:sp>
        <p:nvSpPr>
          <p:cNvPr id="158" name="anim_to1894_0_1">
            <a:extLst>
              <a:ext uri="{FF2B5EF4-FFF2-40B4-BE49-F238E27FC236}">
                <a16:creationId xmlns:a16="http://schemas.microsoft.com/office/drawing/2014/main" id="{8F52B6AE-4D2B-4D70-87F9-3B0EA713439B}"/>
              </a:ext>
            </a:extLst>
          </p:cNvPr>
          <p:cNvSpPr>
            <a:spLocks noGrp="1"/>
          </p:cNvSpPr>
          <p:nvPr/>
        </p:nvSpPr>
        <p:spPr>
          <a:xfrm>
            <a:off x="7503989" y="3213343"/>
            <a:ext cx="3761359" cy="8461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330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330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pPr>
            <a:r>
              <a:rPr sz="5330" b="1">
                <a:solidFill>
                  <a:srgbClr val="FF862F"/>
                </a:solidFill>
                <a:latin typeface="Consolas"/>
                <a:ea typeface="Consolas"/>
                <a:cs typeface="Consolas"/>
              </a:rPr>
              <a:t>Stride = 2</a:t>
            </a:r>
          </a:p>
        </p:txBody>
      </p:sp>
    </p:spTree>
    <p:extLst>
      <p:ext uri="{BB962C8B-B14F-4D97-AF65-F5344CB8AC3E}">
        <p14:creationId xmlns:p14="http://schemas.microsoft.com/office/powerpoint/2010/main" val="2856753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500"/>
                            </p:stCondLst>
                            <p:childTnLst>
                              <p:par>
                                <p:cTn id="64" presetID="63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785333 -0.2205586 E" pathEditMode="relative" ptsTypes="">
                                      <p:cBhvr>
                                        <p:cTn id="65" dur="8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785333 -0.2205586 E" pathEditMode="relative" ptsTypes="">
                                      <p:cBhvr>
                                        <p:cTn id="67" dur="8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785333 -0.2205586 E" pathEditMode="relative" ptsTypes="">
                                      <p:cBhvr>
                                        <p:cTn id="69" dur="8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785333 -0.2205586 E" pathEditMode="relative" ptsTypes="">
                                      <p:cBhvr>
                                        <p:cTn id="71" dur="8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785333 -0.2205586 E" pathEditMode="relative" ptsTypes="">
                                      <p:cBhvr>
                                        <p:cTn id="73" dur="8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785333 -0.2205586 E" pathEditMode="relative" ptsTypes="">
                                      <p:cBhvr>
                                        <p:cTn id="75" dur="8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785333 -0.2205586 E" pathEditMode="relative" ptsTypes="">
                                      <p:cBhvr>
                                        <p:cTn id="77" dur="8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785333 -0.2205586 E" pathEditMode="relative" ptsTypes="">
                                      <p:cBhvr>
                                        <p:cTn id="79" dur="8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785333 -0.2205586 E" pathEditMode="relative" ptsTypes="">
                                      <p:cBhvr>
                                        <p:cTn id="81" dur="8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785333 -0.2205586 E" pathEditMode="relative" ptsTypes="">
                                      <p:cBhvr>
                                        <p:cTn id="83" dur="8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785333 -0.2205586 E" pathEditMode="relative" ptsTypes="">
                                      <p:cBhvr>
                                        <p:cTn id="85" dur="8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785333 -0.2205586 E" pathEditMode="relative" ptsTypes="">
                                      <p:cBhvr>
                                        <p:cTn id="87" dur="8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785333 -0.2205586 E" pathEditMode="relative" ptsTypes="">
                                      <p:cBhvr>
                                        <p:cTn id="89" dur="8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785333 -0.2205586 E" pathEditMode="relative" ptsTypes="">
                                      <p:cBhvr>
                                        <p:cTn id="91" dur="8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785333 -0.2205586 E" pathEditMode="relative" ptsTypes="">
                                      <p:cBhvr>
                                        <p:cTn id="93" dur="8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785333 -0.2205586 E" pathEditMode="relative" ptsTypes="">
                                      <p:cBhvr>
                                        <p:cTn id="95" dur="8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785333 -0.2205586 E" pathEditMode="relative" ptsTypes="">
                                      <p:cBhvr>
                                        <p:cTn id="97" dur="8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785333 -0.2205586 E" pathEditMode="relative" ptsTypes="">
                                      <p:cBhvr>
                                        <p:cTn id="99" dur="8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2300"/>
                            </p:stCondLst>
                            <p:childTnLst>
                              <p:par>
                                <p:cTn id="101" presetID="63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2205586 L -0.4289077 -0.2205586 E" pathEditMode="relative" ptsTypes="">
                                      <p:cBhvr>
                                        <p:cTn id="102" dur="49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2205586 L -0.4289077 -0.2205586 E" pathEditMode="relative" ptsTypes="">
                                      <p:cBhvr>
                                        <p:cTn id="104" dur="49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2205586 L -0.4289077 -0.2205586 E" pathEditMode="relative" ptsTypes="">
                                      <p:cBhvr>
                                        <p:cTn id="106" dur="49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2205586 L -0.4289077 -0.2205586 E" pathEditMode="relative" ptsTypes="">
                                      <p:cBhvr>
                                        <p:cTn id="108" dur="49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2205586 L -0.4289077 -0.2205586 E" pathEditMode="relative" ptsTypes="">
                                      <p:cBhvr>
                                        <p:cTn id="110" dur="49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2205586 L -0.4289077 -0.2205586 E" pathEditMode="relative" ptsTypes="">
                                      <p:cBhvr>
                                        <p:cTn id="112" dur="49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2205586 L -0.4289077 -0.2205586 E" pathEditMode="relative" ptsTypes="">
                                      <p:cBhvr>
                                        <p:cTn id="114" dur="49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2205586 L -0.4289077 -0.2205586 E" pathEditMode="relative" ptsTypes="">
                                      <p:cBhvr>
                                        <p:cTn id="116" dur="49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2205586 L -0.4289077 -0.2205586 E" pathEditMode="relative" ptsTypes="">
                                      <p:cBhvr>
                                        <p:cTn id="118" dur="49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2205586 L -0.4289077 -0.2205586 E" pathEditMode="relative" ptsTypes="">
                                      <p:cBhvr>
                                        <p:cTn id="120" dur="49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2205586 L -0.4289077 -0.2205586 E" pathEditMode="relative" ptsTypes="">
                                      <p:cBhvr>
                                        <p:cTn id="122" dur="49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2205586 L -0.4289077 -0.2205586 E" pathEditMode="relative" ptsTypes="">
                                      <p:cBhvr>
                                        <p:cTn id="124" dur="49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2205586 L -0.4289077 -0.2205586 E" pathEditMode="relative" ptsTypes="">
                                      <p:cBhvr>
                                        <p:cTn id="126" dur="49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2205586 L -0.4289077 -0.2205586 E" pathEditMode="relative" ptsTypes="">
                                      <p:cBhvr>
                                        <p:cTn id="128" dur="49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2205586 L -0.4289077 -0.2205586 E" pathEditMode="relative" ptsTypes="">
                                      <p:cBhvr>
                                        <p:cTn id="130" dur="49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2205586 L -0.4289077 -0.2205586 E" pathEditMode="relative" ptsTypes="">
                                      <p:cBhvr>
                                        <p:cTn id="132" dur="49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2205586 L -0.4289077 -0.2205586 E" pathEditMode="relative" ptsTypes="">
                                      <p:cBhvr>
                                        <p:cTn id="134" dur="49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2205586 L -0.4289077 -0.2205586 E" pathEditMode="relative" ptsTypes="">
                                      <p:cBhvr>
                                        <p:cTn id="136" dur="49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" fill="hold">
                            <p:stCondLst>
                              <p:cond delay="2790"/>
                            </p:stCondLst>
                            <p:childTnLst>
                              <p:par>
                                <p:cTn id="138" presetID="63" presetClass="path" presetSubtype="0" accel="50000" decel="5000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2205586 L -0.379282 -0.2205586 E" pathEditMode="relative" ptsTypes="">
                                      <p:cBhvr>
                                        <p:cTn id="139" dur="49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0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2205586 L -0.379282 -0.2205586 E" pathEditMode="relative" ptsTypes="">
                                      <p:cBhvr>
                                        <p:cTn id="141" dur="49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2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2205586 L -0.379282 -0.2205586 E" pathEditMode="relative" ptsTypes="">
                                      <p:cBhvr>
                                        <p:cTn id="143" dur="49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4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2205586 L -0.379282 -0.2205586 E" pathEditMode="relative" ptsTypes="">
                                      <p:cBhvr>
                                        <p:cTn id="145" dur="49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6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2205586 L -0.379282 -0.2205586 E" pathEditMode="relative" ptsTypes="">
                                      <p:cBhvr>
                                        <p:cTn id="147" dur="49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8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2205586 L -0.379282 -0.2205586 E" pathEditMode="relative" ptsTypes="">
                                      <p:cBhvr>
                                        <p:cTn id="149" dur="49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0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2205586 L -0.379282 -0.2205586 E" pathEditMode="relative" ptsTypes="">
                                      <p:cBhvr>
                                        <p:cTn id="151" dur="49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2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2205586 L -0.379282 -0.2205586 E" pathEditMode="relative" ptsTypes="">
                                      <p:cBhvr>
                                        <p:cTn id="153" dur="49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4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2205586 L -0.379282 -0.2205586 E" pathEditMode="relative" ptsTypes="">
                                      <p:cBhvr>
                                        <p:cTn id="155" dur="49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2205586 L -0.379282 -0.2205586 E" pathEditMode="relative" ptsTypes="">
                                      <p:cBhvr>
                                        <p:cTn id="157" dur="49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2205586 L -0.379282 -0.2205586 E" pathEditMode="relative" ptsTypes="">
                                      <p:cBhvr>
                                        <p:cTn id="159" dur="49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2205586 L -0.379282 -0.2205586 E" pathEditMode="relative" ptsTypes="">
                                      <p:cBhvr>
                                        <p:cTn id="161" dur="49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2205586 L -0.379282 -0.2205586 E" pathEditMode="relative" ptsTypes="">
                                      <p:cBhvr>
                                        <p:cTn id="163" dur="49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2205586 L -0.379282 -0.2205586 E" pathEditMode="relative" ptsTypes="">
                                      <p:cBhvr>
                                        <p:cTn id="165" dur="49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2205586 L -0.379282 -0.2205586 E" pathEditMode="relative" ptsTypes="">
                                      <p:cBhvr>
                                        <p:cTn id="167" dur="49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2205586 L -0.379282 -0.2205586 E" pathEditMode="relative" ptsTypes="">
                                      <p:cBhvr>
                                        <p:cTn id="169" dur="49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2205586 L -0.379282 -0.2205586 E" pathEditMode="relative" ptsTypes="">
                                      <p:cBhvr>
                                        <p:cTn id="171" dur="49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2205586 L -0.379282 -0.2205586 E" pathEditMode="relative" ptsTypes="">
                                      <p:cBhvr>
                                        <p:cTn id="173" dur="49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>
                            <p:stCondLst>
                              <p:cond delay="3280"/>
                            </p:stCondLst>
                            <p:childTnLst>
                              <p:par>
                                <p:cTn id="175" presetID="63" presetClass="path" presetSubtype="0" accel="50000" decel="50000" fill="hold" grpId="4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2205586 L -0.3296563 -0.2205586 E" pathEditMode="relative" ptsTypes="">
                                      <p:cBhvr>
                                        <p:cTn id="176" dur="49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7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2205586 L -0.3296563 -0.2205586 E" pathEditMode="relative" ptsTypes="">
                                      <p:cBhvr>
                                        <p:cTn id="178" dur="49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9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2205586 L -0.3296563 -0.2205586 E" pathEditMode="relative" ptsTypes="">
                                      <p:cBhvr>
                                        <p:cTn id="180" dur="49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1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2205586 L -0.3296563 -0.2205586 E" pathEditMode="relative" ptsTypes="">
                                      <p:cBhvr>
                                        <p:cTn id="182" dur="49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3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2205586 L -0.3296563 -0.2205586 E" pathEditMode="relative" ptsTypes="">
                                      <p:cBhvr>
                                        <p:cTn id="184" dur="49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5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2205586 L -0.3296563 -0.2205586 E" pathEditMode="relative" ptsTypes="">
                                      <p:cBhvr>
                                        <p:cTn id="186" dur="49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7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2205586 L -0.3296563 -0.2205586 E" pathEditMode="relative" ptsTypes="">
                                      <p:cBhvr>
                                        <p:cTn id="188" dur="49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9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2205586 L -0.3296563 -0.2205586 E" pathEditMode="relative" ptsTypes="">
                                      <p:cBhvr>
                                        <p:cTn id="190" dur="49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1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2205586 L -0.3296563 -0.2205586 E" pathEditMode="relative" ptsTypes="">
                                      <p:cBhvr>
                                        <p:cTn id="192" dur="49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3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2205586 L -0.3296563 -0.2205586 E" pathEditMode="relative" ptsTypes="">
                                      <p:cBhvr>
                                        <p:cTn id="194" dur="49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5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2205586 L -0.3296563 -0.2205586 E" pathEditMode="relative" ptsTypes="">
                                      <p:cBhvr>
                                        <p:cTn id="196" dur="49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7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2205586 L -0.3296563 -0.2205586 E" pathEditMode="relative" ptsTypes="">
                                      <p:cBhvr>
                                        <p:cTn id="198" dur="49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9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2205586 L -0.3296563 -0.2205586 E" pathEditMode="relative" ptsTypes="">
                                      <p:cBhvr>
                                        <p:cTn id="200" dur="49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1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2205586 L -0.3296563 -0.2205586 E" pathEditMode="relative" ptsTypes="">
                                      <p:cBhvr>
                                        <p:cTn id="202" dur="49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3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2205586 L -0.3296563 -0.2205586 E" pathEditMode="relative" ptsTypes="">
                                      <p:cBhvr>
                                        <p:cTn id="204" dur="49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5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2205586 L -0.3296563 -0.2205586 E" pathEditMode="relative" ptsTypes="">
                                      <p:cBhvr>
                                        <p:cTn id="206" dur="49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7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2205586 L -0.3296563 -0.2205586 E" pathEditMode="relative" ptsTypes="">
                                      <p:cBhvr>
                                        <p:cTn id="208" dur="49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9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2205586 L -0.3296563 -0.2205586 E" pathEditMode="relative" ptsTypes="">
                                      <p:cBhvr>
                                        <p:cTn id="210" dur="49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1" fill="hold">
                            <p:stCondLst>
                              <p:cond delay="3770"/>
                            </p:stCondLst>
                            <p:childTnLst>
                              <p:par>
                                <p:cTn id="212" presetID="63" presetClass="path" presetSubtype="0" accel="50000" decel="50000" fill="hold" grpId="5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2205586 L -0.2800306 -0.2205586 E" pathEditMode="relative" ptsTypes="">
                                      <p:cBhvr>
                                        <p:cTn id="213" dur="49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4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2205586 L -0.2800306 -0.2205586 E" pathEditMode="relative" ptsTypes="">
                                      <p:cBhvr>
                                        <p:cTn id="215" dur="49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6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2205586 L -0.2800306 -0.2205586 E" pathEditMode="relative" ptsTypes="">
                                      <p:cBhvr>
                                        <p:cTn id="217" dur="49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8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2205586 L -0.2800306 -0.2205586 E" pathEditMode="relative" ptsTypes="">
                                      <p:cBhvr>
                                        <p:cTn id="219" dur="49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0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2205586 L -0.2800306 -0.2205586 E" pathEditMode="relative" ptsTypes="">
                                      <p:cBhvr>
                                        <p:cTn id="221" dur="49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2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2205586 L -0.2800306 -0.2205586 E" pathEditMode="relative" ptsTypes="">
                                      <p:cBhvr>
                                        <p:cTn id="223" dur="49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4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2205586 L -0.2800306 -0.2205586 E" pathEditMode="relative" ptsTypes="">
                                      <p:cBhvr>
                                        <p:cTn id="225" dur="49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6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2205586 L -0.2800306 -0.2205586 E" pathEditMode="relative" ptsTypes="">
                                      <p:cBhvr>
                                        <p:cTn id="227" dur="49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8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2205586 L -0.2800306 -0.2205586 E" pathEditMode="relative" ptsTypes="">
                                      <p:cBhvr>
                                        <p:cTn id="229" dur="49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0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2205586 L -0.2800306 -0.2205586 E" pathEditMode="relative" ptsTypes="">
                                      <p:cBhvr>
                                        <p:cTn id="231" dur="49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2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2205586 L -0.2800306 -0.2205586 E" pathEditMode="relative" ptsTypes="">
                                      <p:cBhvr>
                                        <p:cTn id="233" dur="49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4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2205586 L -0.2800306 -0.2205586 E" pathEditMode="relative" ptsTypes="">
                                      <p:cBhvr>
                                        <p:cTn id="235" dur="49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6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2205586 L -0.2800306 -0.2205586 E" pathEditMode="relative" ptsTypes="">
                                      <p:cBhvr>
                                        <p:cTn id="237" dur="49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8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2205586 L -0.2800306 -0.2205586 E" pathEditMode="relative" ptsTypes="">
                                      <p:cBhvr>
                                        <p:cTn id="239" dur="49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0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2205586 L -0.2800306 -0.2205586 E" pathEditMode="relative" ptsTypes="">
                                      <p:cBhvr>
                                        <p:cTn id="241" dur="49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2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2205586 L -0.2800306 -0.2205586 E" pathEditMode="relative" ptsTypes="">
                                      <p:cBhvr>
                                        <p:cTn id="243" dur="49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4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2205586 L -0.2800306 -0.2205586 E" pathEditMode="relative" ptsTypes="">
                                      <p:cBhvr>
                                        <p:cTn id="245" dur="49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6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2205586 L -0.2800306 -0.2205586 E" pathEditMode="relative" ptsTypes="">
                                      <p:cBhvr>
                                        <p:cTn id="247" dur="49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8" fill="hold">
                            <p:stCondLst>
                              <p:cond delay="4260"/>
                            </p:stCondLst>
                            <p:childTnLst>
                              <p:par>
                                <p:cTn id="249" presetID="63" presetClass="path" presetSubtype="0" accel="50000" decel="50000" fill="hold" grpId="6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2205586 L -0.2304049 -0.2205586 E" pathEditMode="relative" ptsTypes="">
                                      <p:cBhvr>
                                        <p:cTn id="250" dur="49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1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2205586 L -0.2304049 -0.2205586 E" pathEditMode="relative" ptsTypes="">
                                      <p:cBhvr>
                                        <p:cTn id="252" dur="49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3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2205586 L -0.2304049 -0.2205586 E" pathEditMode="relative" ptsTypes="">
                                      <p:cBhvr>
                                        <p:cTn id="254" dur="49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5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2205586 L -0.2304049 -0.2205586 E" pathEditMode="relative" ptsTypes="">
                                      <p:cBhvr>
                                        <p:cTn id="256" dur="49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7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2205586 L -0.2304049 -0.2205586 E" pathEditMode="relative" ptsTypes="">
                                      <p:cBhvr>
                                        <p:cTn id="258" dur="49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9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2205586 L -0.2304049 -0.2205586 E" pathEditMode="relative" ptsTypes="">
                                      <p:cBhvr>
                                        <p:cTn id="260" dur="49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1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2205586 L -0.2304049 -0.2205586 E" pathEditMode="relative" ptsTypes="">
                                      <p:cBhvr>
                                        <p:cTn id="262" dur="49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3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2205586 L -0.2304049 -0.2205586 E" pathEditMode="relative" ptsTypes="">
                                      <p:cBhvr>
                                        <p:cTn id="264" dur="49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5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2205586 L -0.2304049 -0.2205586 E" pathEditMode="relative" ptsTypes="">
                                      <p:cBhvr>
                                        <p:cTn id="266" dur="49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7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2205586 L -0.2304049 -0.2205586 E" pathEditMode="relative" ptsTypes="">
                                      <p:cBhvr>
                                        <p:cTn id="268" dur="49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9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2205586 L -0.2304049 -0.2205586 E" pathEditMode="relative" ptsTypes="">
                                      <p:cBhvr>
                                        <p:cTn id="270" dur="49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1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2205586 L -0.2304049 -0.2205586 E" pathEditMode="relative" ptsTypes="">
                                      <p:cBhvr>
                                        <p:cTn id="272" dur="49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3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2205586 L -0.2304049 -0.2205586 E" pathEditMode="relative" ptsTypes="">
                                      <p:cBhvr>
                                        <p:cTn id="274" dur="49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5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2205586 L -0.2304049 -0.2205586 E" pathEditMode="relative" ptsTypes="">
                                      <p:cBhvr>
                                        <p:cTn id="276" dur="49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7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2205586 L -0.2304049 -0.2205586 E" pathEditMode="relative" ptsTypes="">
                                      <p:cBhvr>
                                        <p:cTn id="278" dur="49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9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2205586 L -0.2304049 -0.2205586 E" pathEditMode="relative" ptsTypes="">
                                      <p:cBhvr>
                                        <p:cTn id="280" dur="49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1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2205586 L -0.2304049 -0.2205586 E" pathEditMode="relative" ptsTypes="">
                                      <p:cBhvr>
                                        <p:cTn id="282" dur="49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3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2205586 L -0.2304049 -0.2205586 E" pathEditMode="relative" ptsTypes="">
                                      <p:cBhvr>
                                        <p:cTn id="284" dur="49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5" fill="hold">
                            <p:stCondLst>
                              <p:cond delay="4750"/>
                            </p:stCondLst>
                            <p:childTnLst>
                              <p:par>
                                <p:cTn id="286" presetID="63" presetClass="path" presetSubtype="0" accel="50000" decel="50000" fill="hold" grpId="7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2205586 L -0.4785333 -0.1323351 E" pathEditMode="relative" ptsTypes="">
                                      <p:cBhvr>
                                        <p:cTn id="287" dur="49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8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2205586 L -0.4785333 -0.1323351 E" pathEditMode="relative" ptsTypes="">
                                      <p:cBhvr>
                                        <p:cTn id="289" dur="49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0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2205586 L -0.4785333 -0.1323351 E" pathEditMode="relative" ptsTypes="">
                                      <p:cBhvr>
                                        <p:cTn id="291" dur="49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2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2205586 L -0.4785333 -0.1323351 E" pathEditMode="relative" ptsTypes="">
                                      <p:cBhvr>
                                        <p:cTn id="293" dur="49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4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2205586 L -0.4785333 -0.1323351 E" pathEditMode="relative" ptsTypes="">
                                      <p:cBhvr>
                                        <p:cTn id="295" dur="49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6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2205586 L -0.4785333 -0.1323351 E" pathEditMode="relative" ptsTypes="">
                                      <p:cBhvr>
                                        <p:cTn id="297" dur="49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8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2205586 L -0.4785333 -0.1323351 E" pathEditMode="relative" ptsTypes="">
                                      <p:cBhvr>
                                        <p:cTn id="299" dur="49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0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2205586 L -0.4785333 -0.1323351 E" pathEditMode="relative" ptsTypes="">
                                      <p:cBhvr>
                                        <p:cTn id="301" dur="49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2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2205586 L -0.4785333 -0.1323351 E" pathEditMode="relative" ptsTypes="">
                                      <p:cBhvr>
                                        <p:cTn id="303" dur="49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4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2205586 L -0.4785333 -0.1323351 E" pathEditMode="relative" ptsTypes="">
                                      <p:cBhvr>
                                        <p:cTn id="305" dur="49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6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2205586 L -0.4785333 -0.1323351 E" pathEditMode="relative" ptsTypes="">
                                      <p:cBhvr>
                                        <p:cTn id="307" dur="49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8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2205586 L -0.4785333 -0.1323351 E" pathEditMode="relative" ptsTypes="">
                                      <p:cBhvr>
                                        <p:cTn id="309" dur="49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0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2205586 L -0.4785333 -0.1323351 E" pathEditMode="relative" ptsTypes="">
                                      <p:cBhvr>
                                        <p:cTn id="311" dur="49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2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2205586 L -0.4785333 -0.1323351 E" pathEditMode="relative" ptsTypes="">
                                      <p:cBhvr>
                                        <p:cTn id="313" dur="49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4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2205586 L -0.4785333 -0.1323351 E" pathEditMode="relative" ptsTypes="">
                                      <p:cBhvr>
                                        <p:cTn id="315" dur="49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6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2205586 L -0.4785333 -0.1323351 E" pathEditMode="relative" ptsTypes="">
                                      <p:cBhvr>
                                        <p:cTn id="317" dur="49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8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2205586 L -0.4785333 -0.1323351 E" pathEditMode="relative" ptsTypes="">
                                      <p:cBhvr>
                                        <p:cTn id="319" dur="49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0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2205586 L -0.4785333 -0.1323351 E" pathEditMode="relative" ptsTypes="">
                                      <p:cBhvr>
                                        <p:cTn id="321" dur="49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2" fill="hold">
                            <p:stCondLst>
                              <p:cond delay="5240"/>
                            </p:stCondLst>
                            <p:childTnLst>
                              <p:par>
                                <p:cTn id="323" presetID="63" presetClass="path" presetSubtype="0" accel="50000" decel="50000" fill="hold" grpId="8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1323351 L -0.4289077 -0.1323351 E" pathEditMode="relative" ptsTypes="">
                                      <p:cBhvr>
                                        <p:cTn id="324" dur="49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5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1323351 L -0.4289077 -0.1323351 E" pathEditMode="relative" ptsTypes="">
                                      <p:cBhvr>
                                        <p:cTn id="326" dur="49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7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1323351 L -0.4289077 -0.1323351 E" pathEditMode="relative" ptsTypes="">
                                      <p:cBhvr>
                                        <p:cTn id="328" dur="49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9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1323351 L -0.4289077 -0.1323351 E" pathEditMode="relative" ptsTypes="">
                                      <p:cBhvr>
                                        <p:cTn id="330" dur="49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1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1323351 L -0.4289077 -0.1323351 E" pathEditMode="relative" ptsTypes="">
                                      <p:cBhvr>
                                        <p:cTn id="332" dur="49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3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1323351 L -0.4289077 -0.1323351 E" pathEditMode="relative" ptsTypes="">
                                      <p:cBhvr>
                                        <p:cTn id="334" dur="49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5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1323351 L -0.4289077 -0.1323351 E" pathEditMode="relative" ptsTypes="">
                                      <p:cBhvr>
                                        <p:cTn id="336" dur="49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7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1323351 L -0.4289077 -0.1323351 E" pathEditMode="relative" ptsTypes="">
                                      <p:cBhvr>
                                        <p:cTn id="338" dur="49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9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1323351 L -0.4289077 -0.1323351 E" pathEditMode="relative" ptsTypes="">
                                      <p:cBhvr>
                                        <p:cTn id="340" dur="49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1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1323351 L -0.4289077 -0.1323351 E" pathEditMode="relative" ptsTypes="">
                                      <p:cBhvr>
                                        <p:cTn id="342" dur="49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3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1323351 L -0.4289077 -0.1323351 E" pathEditMode="relative" ptsTypes="">
                                      <p:cBhvr>
                                        <p:cTn id="344" dur="49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5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1323351 L -0.4289077 -0.1323351 E" pathEditMode="relative" ptsTypes="">
                                      <p:cBhvr>
                                        <p:cTn id="346" dur="49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7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1323351 L -0.4289077 -0.1323351 E" pathEditMode="relative" ptsTypes="">
                                      <p:cBhvr>
                                        <p:cTn id="348" dur="49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9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1323351 L -0.4289077 -0.1323351 E" pathEditMode="relative" ptsTypes="">
                                      <p:cBhvr>
                                        <p:cTn id="350" dur="49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1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1323351 L -0.4289077 -0.1323351 E" pathEditMode="relative" ptsTypes="">
                                      <p:cBhvr>
                                        <p:cTn id="352" dur="49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3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1323351 L -0.4289077 -0.1323351 E" pathEditMode="relative" ptsTypes="">
                                      <p:cBhvr>
                                        <p:cTn id="354" dur="49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5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1323351 L -0.4289077 -0.1323351 E" pathEditMode="relative" ptsTypes="">
                                      <p:cBhvr>
                                        <p:cTn id="356" dur="49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7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1323351 L -0.4289077 -0.1323351 E" pathEditMode="relative" ptsTypes="">
                                      <p:cBhvr>
                                        <p:cTn id="358" dur="49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9" fill="hold">
                            <p:stCondLst>
                              <p:cond delay="5730"/>
                            </p:stCondLst>
                            <p:childTnLst>
                              <p:par>
                                <p:cTn id="360" presetID="63" presetClass="path" presetSubtype="0" accel="50000" decel="50000" fill="hold" grpId="9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1323351 L -0.379282 -0.1323351 E" pathEditMode="relative" ptsTypes="">
                                      <p:cBhvr>
                                        <p:cTn id="361" dur="49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2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1323351 L -0.379282 -0.1323351 E" pathEditMode="relative" ptsTypes="">
                                      <p:cBhvr>
                                        <p:cTn id="363" dur="49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4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1323351 L -0.379282 -0.1323351 E" pathEditMode="relative" ptsTypes="">
                                      <p:cBhvr>
                                        <p:cTn id="365" dur="49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6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1323351 L -0.379282 -0.1323351 E" pathEditMode="relative" ptsTypes="">
                                      <p:cBhvr>
                                        <p:cTn id="367" dur="49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8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1323351 L -0.379282 -0.1323351 E" pathEditMode="relative" ptsTypes="">
                                      <p:cBhvr>
                                        <p:cTn id="369" dur="49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0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1323351 L -0.379282 -0.1323351 E" pathEditMode="relative" ptsTypes="">
                                      <p:cBhvr>
                                        <p:cTn id="371" dur="49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2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1323351 L -0.379282 -0.1323351 E" pathEditMode="relative" ptsTypes="">
                                      <p:cBhvr>
                                        <p:cTn id="373" dur="49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4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1323351 L -0.379282 -0.1323351 E" pathEditMode="relative" ptsTypes="">
                                      <p:cBhvr>
                                        <p:cTn id="375" dur="49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6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1323351 L -0.379282 -0.1323351 E" pathEditMode="relative" ptsTypes="">
                                      <p:cBhvr>
                                        <p:cTn id="377" dur="49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8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1323351 L -0.379282 -0.1323351 E" pathEditMode="relative" ptsTypes="">
                                      <p:cBhvr>
                                        <p:cTn id="379" dur="49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0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1323351 L -0.379282 -0.1323351 E" pathEditMode="relative" ptsTypes="">
                                      <p:cBhvr>
                                        <p:cTn id="381" dur="49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2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1323351 L -0.379282 -0.1323351 E" pathEditMode="relative" ptsTypes="">
                                      <p:cBhvr>
                                        <p:cTn id="383" dur="49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4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1323351 L -0.379282 -0.1323351 E" pathEditMode="relative" ptsTypes="">
                                      <p:cBhvr>
                                        <p:cTn id="385" dur="49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6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1323351 L -0.379282 -0.1323351 E" pathEditMode="relative" ptsTypes="">
                                      <p:cBhvr>
                                        <p:cTn id="387" dur="49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8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1323351 L -0.379282 -0.1323351 E" pathEditMode="relative" ptsTypes="">
                                      <p:cBhvr>
                                        <p:cTn id="389" dur="49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0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1323351 L -0.379282 -0.1323351 E" pathEditMode="relative" ptsTypes="">
                                      <p:cBhvr>
                                        <p:cTn id="391" dur="49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2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1323351 L -0.379282 -0.1323351 E" pathEditMode="relative" ptsTypes="">
                                      <p:cBhvr>
                                        <p:cTn id="393" dur="49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4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1323351 L -0.379282 -0.1323351 E" pathEditMode="relative" ptsTypes="">
                                      <p:cBhvr>
                                        <p:cTn id="395" dur="49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6" fill="hold">
                            <p:stCondLst>
                              <p:cond delay="6220"/>
                            </p:stCondLst>
                            <p:childTnLst>
                              <p:par>
                                <p:cTn id="397" presetID="63" presetClass="path" presetSubtype="0" accel="50000" decel="50000" fill="hold" grpId="1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1323351 L -0.3296563 -0.1323351 E" pathEditMode="relative" ptsTypes="">
                                      <p:cBhvr>
                                        <p:cTn id="398" dur="49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9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1323351 L -0.3296563 -0.1323351 E" pathEditMode="relative" ptsTypes="">
                                      <p:cBhvr>
                                        <p:cTn id="400" dur="49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1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1323351 L -0.3296563 -0.1323351 E" pathEditMode="relative" ptsTypes="">
                                      <p:cBhvr>
                                        <p:cTn id="402" dur="49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3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1323351 L -0.3296563 -0.1323351 E" pathEditMode="relative" ptsTypes="">
                                      <p:cBhvr>
                                        <p:cTn id="404" dur="49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5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1323351 L -0.3296563 -0.1323351 E" pathEditMode="relative" ptsTypes="">
                                      <p:cBhvr>
                                        <p:cTn id="406" dur="49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7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1323351 L -0.3296563 -0.1323351 E" pathEditMode="relative" ptsTypes="">
                                      <p:cBhvr>
                                        <p:cTn id="408" dur="49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9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1323351 L -0.3296563 -0.1323351 E" pathEditMode="relative" ptsTypes="">
                                      <p:cBhvr>
                                        <p:cTn id="410" dur="49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1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1323351 L -0.3296563 -0.1323351 E" pathEditMode="relative" ptsTypes="">
                                      <p:cBhvr>
                                        <p:cTn id="412" dur="49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3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1323351 L -0.3296563 -0.1323351 E" pathEditMode="relative" ptsTypes="">
                                      <p:cBhvr>
                                        <p:cTn id="414" dur="49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5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1323351 L -0.3296563 -0.1323351 E" pathEditMode="relative" ptsTypes="">
                                      <p:cBhvr>
                                        <p:cTn id="416" dur="49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7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1323351 L -0.3296563 -0.1323351 E" pathEditMode="relative" ptsTypes="">
                                      <p:cBhvr>
                                        <p:cTn id="418" dur="49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9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1323351 L -0.3296563 -0.1323351 E" pathEditMode="relative" ptsTypes="">
                                      <p:cBhvr>
                                        <p:cTn id="420" dur="49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1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1323351 L -0.3296563 -0.1323351 E" pathEditMode="relative" ptsTypes="">
                                      <p:cBhvr>
                                        <p:cTn id="422" dur="49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3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1323351 L -0.3296563 -0.1323351 E" pathEditMode="relative" ptsTypes="">
                                      <p:cBhvr>
                                        <p:cTn id="424" dur="49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5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1323351 L -0.3296563 -0.1323351 E" pathEditMode="relative" ptsTypes="">
                                      <p:cBhvr>
                                        <p:cTn id="426" dur="49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7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1323351 L -0.3296563 -0.1323351 E" pathEditMode="relative" ptsTypes="">
                                      <p:cBhvr>
                                        <p:cTn id="428" dur="49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9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1323351 L -0.3296563 -0.1323351 E" pathEditMode="relative" ptsTypes="">
                                      <p:cBhvr>
                                        <p:cTn id="430" dur="49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1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1323351 L -0.3296563 -0.1323351 E" pathEditMode="relative" ptsTypes="">
                                      <p:cBhvr>
                                        <p:cTn id="432" dur="49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3" fill="hold">
                            <p:stCondLst>
                              <p:cond delay="6710"/>
                            </p:stCondLst>
                            <p:childTnLst>
                              <p:par>
                                <p:cTn id="434" presetID="63" presetClass="path" presetSubtype="0" accel="50000" decel="50000" fill="hold" grpId="1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1323351 L -0.2800306 -0.1323351 E" pathEditMode="relative" ptsTypes="">
                                      <p:cBhvr>
                                        <p:cTn id="435" dur="49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6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1323351 L -0.2800306 -0.1323351 E" pathEditMode="relative" ptsTypes="">
                                      <p:cBhvr>
                                        <p:cTn id="437" dur="49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8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1323351 L -0.2800306 -0.1323351 E" pathEditMode="relative" ptsTypes="">
                                      <p:cBhvr>
                                        <p:cTn id="439" dur="49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0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1323351 L -0.2800306 -0.1323351 E" pathEditMode="relative" ptsTypes="">
                                      <p:cBhvr>
                                        <p:cTn id="441" dur="49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2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1323351 L -0.2800306 -0.1323351 E" pathEditMode="relative" ptsTypes="">
                                      <p:cBhvr>
                                        <p:cTn id="443" dur="49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4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1323351 L -0.2800306 -0.1323351 E" pathEditMode="relative" ptsTypes="">
                                      <p:cBhvr>
                                        <p:cTn id="445" dur="49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6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1323351 L -0.2800306 -0.1323351 E" pathEditMode="relative" ptsTypes="">
                                      <p:cBhvr>
                                        <p:cTn id="447" dur="49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8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1323351 L -0.2800306 -0.1323351 E" pathEditMode="relative" ptsTypes="">
                                      <p:cBhvr>
                                        <p:cTn id="449" dur="49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0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1323351 L -0.2800306 -0.1323351 E" pathEditMode="relative" ptsTypes="">
                                      <p:cBhvr>
                                        <p:cTn id="451" dur="49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2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1323351 L -0.2800306 -0.1323351 E" pathEditMode="relative" ptsTypes="">
                                      <p:cBhvr>
                                        <p:cTn id="453" dur="49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4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1323351 L -0.2800306 -0.1323351 E" pathEditMode="relative" ptsTypes="">
                                      <p:cBhvr>
                                        <p:cTn id="455" dur="49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6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1323351 L -0.2800306 -0.1323351 E" pathEditMode="relative" ptsTypes="">
                                      <p:cBhvr>
                                        <p:cTn id="457" dur="49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8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1323351 L -0.2800306 -0.1323351 E" pathEditMode="relative" ptsTypes="">
                                      <p:cBhvr>
                                        <p:cTn id="459" dur="49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0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1323351 L -0.2800306 -0.1323351 E" pathEditMode="relative" ptsTypes="">
                                      <p:cBhvr>
                                        <p:cTn id="461" dur="49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2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1323351 L -0.2800306 -0.1323351 E" pathEditMode="relative" ptsTypes="">
                                      <p:cBhvr>
                                        <p:cTn id="463" dur="49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4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1323351 L -0.2800306 -0.1323351 E" pathEditMode="relative" ptsTypes="">
                                      <p:cBhvr>
                                        <p:cTn id="465" dur="49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6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1323351 L -0.2800306 -0.1323351 E" pathEditMode="relative" ptsTypes="">
                                      <p:cBhvr>
                                        <p:cTn id="467" dur="49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8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1323351 L -0.2800306 -0.1323351 E" pathEditMode="relative" ptsTypes="">
                                      <p:cBhvr>
                                        <p:cTn id="469" dur="49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0" fill="hold">
                            <p:stCondLst>
                              <p:cond delay="7200"/>
                            </p:stCondLst>
                            <p:childTnLst>
                              <p:par>
                                <p:cTn id="471" presetID="63" presetClass="path" presetSubtype="0" accel="50000" decel="50000" fill="hold" grpId="1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1323351 L -0.2304049 -0.1323351 E" pathEditMode="relative" ptsTypes="">
                                      <p:cBhvr>
                                        <p:cTn id="472" dur="49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3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1323351 L -0.2304049 -0.1323351 E" pathEditMode="relative" ptsTypes="">
                                      <p:cBhvr>
                                        <p:cTn id="474" dur="49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5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1323351 L -0.2304049 -0.1323351 E" pathEditMode="relative" ptsTypes="">
                                      <p:cBhvr>
                                        <p:cTn id="476" dur="49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7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1323351 L -0.2304049 -0.1323351 E" pathEditMode="relative" ptsTypes="">
                                      <p:cBhvr>
                                        <p:cTn id="478" dur="49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9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1323351 L -0.2304049 -0.1323351 E" pathEditMode="relative" ptsTypes="">
                                      <p:cBhvr>
                                        <p:cTn id="480" dur="49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1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1323351 L -0.2304049 -0.1323351 E" pathEditMode="relative" ptsTypes="">
                                      <p:cBhvr>
                                        <p:cTn id="482" dur="49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3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1323351 L -0.2304049 -0.1323351 E" pathEditMode="relative" ptsTypes="">
                                      <p:cBhvr>
                                        <p:cTn id="484" dur="49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5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1323351 L -0.2304049 -0.1323351 E" pathEditMode="relative" ptsTypes="">
                                      <p:cBhvr>
                                        <p:cTn id="486" dur="49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7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1323351 L -0.2304049 -0.1323351 E" pathEditMode="relative" ptsTypes="">
                                      <p:cBhvr>
                                        <p:cTn id="488" dur="49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9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1323351 L -0.2304049 -0.1323351 E" pathEditMode="relative" ptsTypes="">
                                      <p:cBhvr>
                                        <p:cTn id="490" dur="49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1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1323351 L -0.2304049 -0.1323351 E" pathEditMode="relative" ptsTypes="">
                                      <p:cBhvr>
                                        <p:cTn id="492" dur="49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3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1323351 L -0.2304049 -0.1323351 E" pathEditMode="relative" ptsTypes="">
                                      <p:cBhvr>
                                        <p:cTn id="494" dur="49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5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1323351 L -0.2304049 -0.1323351 E" pathEditMode="relative" ptsTypes="">
                                      <p:cBhvr>
                                        <p:cTn id="496" dur="49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7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1323351 L -0.2304049 -0.1323351 E" pathEditMode="relative" ptsTypes="">
                                      <p:cBhvr>
                                        <p:cTn id="498" dur="49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9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1323351 L -0.2304049 -0.1323351 E" pathEditMode="relative" ptsTypes="">
                                      <p:cBhvr>
                                        <p:cTn id="500" dur="49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1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1323351 L -0.2304049 -0.1323351 E" pathEditMode="relative" ptsTypes="">
                                      <p:cBhvr>
                                        <p:cTn id="502" dur="49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3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1323351 L -0.2304049 -0.1323351 E" pathEditMode="relative" ptsTypes="">
                                      <p:cBhvr>
                                        <p:cTn id="504" dur="49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5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00306 -0.1323351 L -0.2304049 -0.1323351 E" pathEditMode="relative" ptsTypes="">
                                      <p:cBhvr>
                                        <p:cTn id="506" dur="49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7" fill="hold">
                            <p:stCondLst>
                              <p:cond delay="7690"/>
                            </p:stCondLst>
                            <p:childTnLst>
                              <p:par>
                                <p:cTn id="508" presetID="63" presetClass="path" presetSubtype="0" accel="50000" decel="50000" fill="hold" grpId="1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1323351 L -0.4785333 -0.0441117 E" pathEditMode="relative" ptsTypes="">
                                      <p:cBhvr>
                                        <p:cTn id="509" dur="49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0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1323351 L -0.4785333 -0.0441117 E" pathEditMode="relative" ptsTypes="">
                                      <p:cBhvr>
                                        <p:cTn id="511" dur="49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2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1323351 L -0.4785333 -0.0441117 E" pathEditMode="relative" ptsTypes="">
                                      <p:cBhvr>
                                        <p:cTn id="513" dur="49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4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1323351 L -0.4785333 -0.0441117 E" pathEditMode="relative" ptsTypes="">
                                      <p:cBhvr>
                                        <p:cTn id="515" dur="49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6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1323351 L -0.4785333 -0.0441117 E" pathEditMode="relative" ptsTypes="">
                                      <p:cBhvr>
                                        <p:cTn id="517" dur="49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8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1323351 L -0.4785333 -0.0441117 E" pathEditMode="relative" ptsTypes="">
                                      <p:cBhvr>
                                        <p:cTn id="519" dur="49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0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1323351 L -0.4785333 -0.0441117 E" pathEditMode="relative" ptsTypes="">
                                      <p:cBhvr>
                                        <p:cTn id="521" dur="49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2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1323351 L -0.4785333 -0.0441117 E" pathEditMode="relative" ptsTypes="">
                                      <p:cBhvr>
                                        <p:cTn id="523" dur="49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4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1323351 L -0.4785333 -0.0441117 E" pathEditMode="relative" ptsTypes="">
                                      <p:cBhvr>
                                        <p:cTn id="525" dur="49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6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1323351 L -0.4785333 -0.0441117 E" pathEditMode="relative" ptsTypes="">
                                      <p:cBhvr>
                                        <p:cTn id="527" dur="49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8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1323351 L -0.4785333 -0.0441117 E" pathEditMode="relative" ptsTypes="">
                                      <p:cBhvr>
                                        <p:cTn id="529" dur="49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0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1323351 L -0.4785333 -0.0441117 E" pathEditMode="relative" ptsTypes="">
                                      <p:cBhvr>
                                        <p:cTn id="531" dur="49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2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1323351 L -0.4785333 -0.0441117 E" pathEditMode="relative" ptsTypes="">
                                      <p:cBhvr>
                                        <p:cTn id="533" dur="49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4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1323351 L -0.4785333 -0.0441117 E" pathEditMode="relative" ptsTypes="">
                                      <p:cBhvr>
                                        <p:cTn id="535" dur="49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6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1323351 L -0.4785333 -0.0441117 E" pathEditMode="relative" ptsTypes="">
                                      <p:cBhvr>
                                        <p:cTn id="537" dur="49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8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1323351 L -0.4785333 -0.0441117 E" pathEditMode="relative" ptsTypes="">
                                      <p:cBhvr>
                                        <p:cTn id="539" dur="49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0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1323351 L -0.4785333 -0.0441117 E" pathEditMode="relative" ptsTypes="">
                                      <p:cBhvr>
                                        <p:cTn id="541" dur="49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2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304049 -0.1323351 L -0.4785333 -0.0441117 E" pathEditMode="relative" ptsTypes="">
                                      <p:cBhvr>
                                        <p:cTn id="543" dur="49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4" fill="hold">
                            <p:stCondLst>
                              <p:cond delay="8180"/>
                            </p:stCondLst>
                            <p:childTnLst>
                              <p:par>
                                <p:cTn id="545" presetID="63" presetClass="path" presetSubtype="0" accel="50000" decel="50000" fill="hold" grpId="14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0441117 L -0.4289077 -0.0441117 E" pathEditMode="relative" ptsTypes="">
                                      <p:cBhvr>
                                        <p:cTn id="546" dur="49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7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0441117 L -0.4289077 -0.0441117 E" pathEditMode="relative" ptsTypes="">
                                      <p:cBhvr>
                                        <p:cTn id="548" dur="49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9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0441117 L -0.4289077 -0.0441117 E" pathEditMode="relative" ptsTypes="">
                                      <p:cBhvr>
                                        <p:cTn id="550" dur="49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1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0441117 L -0.4289077 -0.0441117 E" pathEditMode="relative" ptsTypes="">
                                      <p:cBhvr>
                                        <p:cTn id="552" dur="49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3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0441117 L -0.4289077 -0.0441117 E" pathEditMode="relative" ptsTypes="">
                                      <p:cBhvr>
                                        <p:cTn id="554" dur="49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5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0441117 L -0.4289077 -0.0441117 E" pathEditMode="relative" ptsTypes="">
                                      <p:cBhvr>
                                        <p:cTn id="556" dur="49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7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0441117 L -0.4289077 -0.0441117 E" pathEditMode="relative" ptsTypes="">
                                      <p:cBhvr>
                                        <p:cTn id="558" dur="49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9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0441117 L -0.4289077 -0.0441117 E" pathEditMode="relative" ptsTypes="">
                                      <p:cBhvr>
                                        <p:cTn id="560" dur="49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1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0441117 L -0.4289077 -0.0441117 E" pathEditMode="relative" ptsTypes="">
                                      <p:cBhvr>
                                        <p:cTn id="562" dur="49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3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0441117 L -0.4289077 -0.0441117 E" pathEditMode="relative" ptsTypes="">
                                      <p:cBhvr>
                                        <p:cTn id="564" dur="49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5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0441117 L -0.4289077 -0.0441117 E" pathEditMode="relative" ptsTypes="">
                                      <p:cBhvr>
                                        <p:cTn id="566" dur="49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7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0441117 L -0.4289077 -0.0441117 E" pathEditMode="relative" ptsTypes="">
                                      <p:cBhvr>
                                        <p:cTn id="568" dur="49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9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0441117 L -0.4289077 -0.0441117 E" pathEditMode="relative" ptsTypes="">
                                      <p:cBhvr>
                                        <p:cTn id="570" dur="49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1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0441117 L -0.4289077 -0.0441117 E" pathEditMode="relative" ptsTypes="">
                                      <p:cBhvr>
                                        <p:cTn id="572" dur="49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3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0441117 L -0.4289077 -0.0441117 E" pathEditMode="relative" ptsTypes="">
                                      <p:cBhvr>
                                        <p:cTn id="574" dur="49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5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0441117 L -0.4289077 -0.0441117 E" pathEditMode="relative" ptsTypes="">
                                      <p:cBhvr>
                                        <p:cTn id="576" dur="49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7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0441117 L -0.4289077 -0.0441117 E" pathEditMode="relative" ptsTypes="">
                                      <p:cBhvr>
                                        <p:cTn id="578" dur="49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9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785333 -0.0441117 L -0.4289077 -0.0441117 E" pathEditMode="relative" ptsTypes="">
                                      <p:cBhvr>
                                        <p:cTn id="580" dur="49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1" fill="hold">
                            <p:stCondLst>
                              <p:cond delay="8670"/>
                            </p:stCondLst>
                            <p:childTnLst>
                              <p:par>
                                <p:cTn id="582" presetID="63" presetClass="path" presetSubtype="0" accel="50000" decel="50000" fill="hold" grpId="15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0441117 L -0.379282 -0.0441117 E" pathEditMode="relative" ptsTypes="">
                                      <p:cBhvr>
                                        <p:cTn id="583" dur="49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4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0441117 L -0.379282 -0.0441117 E" pathEditMode="relative" ptsTypes="">
                                      <p:cBhvr>
                                        <p:cTn id="585" dur="49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6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0441117 L -0.379282 -0.0441117 E" pathEditMode="relative" ptsTypes="">
                                      <p:cBhvr>
                                        <p:cTn id="587" dur="49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8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0441117 L -0.379282 -0.0441117 E" pathEditMode="relative" ptsTypes="">
                                      <p:cBhvr>
                                        <p:cTn id="589" dur="49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0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0441117 L -0.379282 -0.0441117 E" pathEditMode="relative" ptsTypes="">
                                      <p:cBhvr>
                                        <p:cTn id="591" dur="49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2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0441117 L -0.379282 -0.0441117 E" pathEditMode="relative" ptsTypes="">
                                      <p:cBhvr>
                                        <p:cTn id="593" dur="49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4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0441117 L -0.379282 -0.0441117 E" pathEditMode="relative" ptsTypes="">
                                      <p:cBhvr>
                                        <p:cTn id="595" dur="49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6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0441117 L -0.379282 -0.0441117 E" pathEditMode="relative" ptsTypes="">
                                      <p:cBhvr>
                                        <p:cTn id="597" dur="49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8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0441117 L -0.379282 -0.0441117 E" pathEditMode="relative" ptsTypes="">
                                      <p:cBhvr>
                                        <p:cTn id="599" dur="49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0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0441117 L -0.379282 -0.0441117 E" pathEditMode="relative" ptsTypes="">
                                      <p:cBhvr>
                                        <p:cTn id="601" dur="49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2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0441117 L -0.379282 -0.0441117 E" pathEditMode="relative" ptsTypes="">
                                      <p:cBhvr>
                                        <p:cTn id="603" dur="49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4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0441117 L -0.379282 -0.0441117 E" pathEditMode="relative" ptsTypes="">
                                      <p:cBhvr>
                                        <p:cTn id="605" dur="49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6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0441117 L -0.379282 -0.0441117 E" pathEditMode="relative" ptsTypes="">
                                      <p:cBhvr>
                                        <p:cTn id="607" dur="49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8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0441117 L -0.379282 -0.0441117 E" pathEditMode="relative" ptsTypes="">
                                      <p:cBhvr>
                                        <p:cTn id="609" dur="49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0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0441117 L -0.379282 -0.0441117 E" pathEditMode="relative" ptsTypes="">
                                      <p:cBhvr>
                                        <p:cTn id="611" dur="49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2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0441117 L -0.379282 -0.0441117 E" pathEditMode="relative" ptsTypes="">
                                      <p:cBhvr>
                                        <p:cTn id="613" dur="49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4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0441117 L -0.379282 -0.0441117 E" pathEditMode="relative" ptsTypes="">
                                      <p:cBhvr>
                                        <p:cTn id="615" dur="49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6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077 -0.0441117 L -0.379282 -0.0441117 E" pathEditMode="relative" ptsTypes="">
                                      <p:cBhvr>
                                        <p:cTn id="617" dur="49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8" fill="hold">
                            <p:stCondLst>
                              <p:cond delay="9160"/>
                            </p:stCondLst>
                            <p:childTnLst>
                              <p:par>
                                <p:cTn id="619" presetID="63" presetClass="path" presetSubtype="0" accel="50000" decel="50000" fill="hold" grpId="16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0441117 L -0.3296563 -0.0441117 E" pathEditMode="relative" ptsTypes="">
                                      <p:cBhvr>
                                        <p:cTn id="620" dur="49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1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0441117 L -0.3296563 -0.0441117 E" pathEditMode="relative" ptsTypes="">
                                      <p:cBhvr>
                                        <p:cTn id="622" dur="49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3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0441117 L -0.3296563 -0.0441117 E" pathEditMode="relative" ptsTypes="">
                                      <p:cBhvr>
                                        <p:cTn id="624" dur="49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5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0441117 L -0.3296563 -0.0441117 E" pathEditMode="relative" ptsTypes="">
                                      <p:cBhvr>
                                        <p:cTn id="626" dur="49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7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0441117 L -0.3296563 -0.0441117 E" pathEditMode="relative" ptsTypes="">
                                      <p:cBhvr>
                                        <p:cTn id="628" dur="49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9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0441117 L -0.3296563 -0.0441117 E" pathEditMode="relative" ptsTypes="">
                                      <p:cBhvr>
                                        <p:cTn id="630" dur="49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1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0441117 L -0.3296563 -0.0441117 E" pathEditMode="relative" ptsTypes="">
                                      <p:cBhvr>
                                        <p:cTn id="632" dur="49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3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0441117 L -0.3296563 -0.0441117 E" pathEditMode="relative" ptsTypes="">
                                      <p:cBhvr>
                                        <p:cTn id="634" dur="49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5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0441117 L -0.3296563 -0.0441117 E" pathEditMode="relative" ptsTypes="">
                                      <p:cBhvr>
                                        <p:cTn id="636" dur="49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7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0441117 L -0.3296563 -0.0441117 E" pathEditMode="relative" ptsTypes="">
                                      <p:cBhvr>
                                        <p:cTn id="638" dur="49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9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0441117 L -0.3296563 -0.0441117 E" pathEditMode="relative" ptsTypes="">
                                      <p:cBhvr>
                                        <p:cTn id="640" dur="49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1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0441117 L -0.3296563 -0.0441117 E" pathEditMode="relative" ptsTypes="">
                                      <p:cBhvr>
                                        <p:cTn id="642" dur="49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3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0441117 L -0.3296563 -0.0441117 E" pathEditMode="relative" ptsTypes="">
                                      <p:cBhvr>
                                        <p:cTn id="644" dur="49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5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0441117 L -0.3296563 -0.0441117 E" pathEditMode="relative" ptsTypes="">
                                      <p:cBhvr>
                                        <p:cTn id="646" dur="49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7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0441117 L -0.3296563 -0.0441117 E" pathEditMode="relative" ptsTypes="">
                                      <p:cBhvr>
                                        <p:cTn id="648" dur="49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9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0441117 L -0.3296563 -0.0441117 E" pathEditMode="relative" ptsTypes="">
                                      <p:cBhvr>
                                        <p:cTn id="650" dur="49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1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0441117 L -0.3296563 -0.0441117 E" pathEditMode="relative" ptsTypes="">
                                      <p:cBhvr>
                                        <p:cTn id="652" dur="49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3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9282 -0.0441117 L -0.3296563 -0.0441117 E" pathEditMode="relative" ptsTypes="">
                                      <p:cBhvr>
                                        <p:cTn id="654" dur="49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5" fill="hold">
                      <p:stCondLst>
                        <p:cond delay="indefinite"/>
                      </p:stCondLst>
                      <p:childTnLst>
                        <p:par>
                          <p:cTn id="656" fill="hold">
                            <p:stCondLst>
                              <p:cond delay="0"/>
                            </p:stCondLst>
                            <p:childTnLst>
                              <p:par>
                                <p:cTn id="657" presetID="63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658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66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662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66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66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66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67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67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67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67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67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68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68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68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686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68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69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692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69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696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69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0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02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0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06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0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1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1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1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16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1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2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22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2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26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2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3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32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3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3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3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4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42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4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4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4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5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52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5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56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5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60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62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64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66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68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70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72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74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76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7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80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82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84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86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88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90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92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94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96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798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00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02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04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06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08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10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12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14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16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18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20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22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24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26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28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30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32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34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36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38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40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42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44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46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48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50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52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54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56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58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60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62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64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66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68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70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72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74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76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78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80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82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84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86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88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90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92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94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96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898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90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902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904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906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908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910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5363 0 E" pathEditMode="relative" ptsTypes="">
                                      <p:cBhvr>
                                        <p:cTn id="912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5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6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0441117 L -0.3721926 -0.0441117 E" pathEditMode="relative" ptsTypes="">
                                      <p:cBhvr>
                                        <p:cTn id="917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8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0441117 L -0.3721926 -0.0441117 E" pathEditMode="relative" ptsTypes="">
                                      <p:cBhvr>
                                        <p:cTn id="919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0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0441117 L -0.3721926 -0.0441117 E" pathEditMode="relative" ptsTypes="">
                                      <p:cBhvr>
                                        <p:cTn id="921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2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0441117 L -0.3721926 -0.0441117 E" pathEditMode="relative" ptsTypes="">
                                      <p:cBhvr>
                                        <p:cTn id="923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4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0441117 L -0.3721926 -0.0441117 E" pathEditMode="relative" ptsTypes="">
                                      <p:cBhvr>
                                        <p:cTn id="925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6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0441117 L -0.3721926 -0.0441117 E" pathEditMode="relative" ptsTypes="">
                                      <p:cBhvr>
                                        <p:cTn id="927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8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0441117 L -0.3721926 -0.0441117 E" pathEditMode="relative" ptsTypes="">
                                      <p:cBhvr>
                                        <p:cTn id="929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0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0441117 L -0.3721926 -0.0441117 E" pathEditMode="relative" ptsTypes="">
                                      <p:cBhvr>
                                        <p:cTn id="931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2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0441117 L -0.3721926 -0.0441117 E" pathEditMode="relative" ptsTypes="">
                                      <p:cBhvr>
                                        <p:cTn id="933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4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0441117 L -0.3721926 -0.0441117 E" pathEditMode="relative" ptsTypes="">
                                      <p:cBhvr>
                                        <p:cTn id="935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6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0441117 L -0.3721926 -0.0441117 E" pathEditMode="relative" ptsTypes="">
                                      <p:cBhvr>
                                        <p:cTn id="937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8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0441117 L -0.3721926 -0.0441117 E" pathEditMode="relative" ptsTypes="">
                                      <p:cBhvr>
                                        <p:cTn id="939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0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0441117 L -0.3721926 -0.0441117 E" pathEditMode="relative" ptsTypes="">
                                      <p:cBhvr>
                                        <p:cTn id="941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2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0441117 L -0.3721926 -0.0441117 E" pathEditMode="relative" ptsTypes="">
                                      <p:cBhvr>
                                        <p:cTn id="943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4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0441117 L -0.3721926 -0.0441117 E" pathEditMode="relative" ptsTypes="">
                                      <p:cBhvr>
                                        <p:cTn id="945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6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0441117 L -0.3721926 -0.0441117 E" pathEditMode="relative" ptsTypes="">
                                      <p:cBhvr>
                                        <p:cTn id="947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8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0441117 L -0.3721926 -0.0441117 E" pathEditMode="relative" ptsTypes="">
                                      <p:cBhvr>
                                        <p:cTn id="949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0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96563 -0.0441117 L -0.3721926 -0.0441117 E" pathEditMode="relative" ptsTypes="">
                                      <p:cBhvr>
                                        <p:cTn id="951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2" fill="hold">
                      <p:stCondLst>
                        <p:cond delay="indefinite"/>
                      </p:stCondLst>
                      <p:childTnLst>
                        <p:par>
                          <p:cTn id="953" fill="hold">
                            <p:stCondLst>
                              <p:cond delay="0"/>
                            </p:stCondLst>
                            <p:childTnLst>
                              <p:par>
                                <p:cTn id="95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5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9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0" fill="hold">
                      <p:stCondLst>
                        <p:cond delay="indefinite"/>
                      </p:stCondLst>
                      <p:childTnLst>
                        <p:par>
                          <p:cTn id="961" fill="hold">
                            <p:stCondLst>
                              <p:cond delay="0"/>
                            </p:stCondLst>
                            <p:childTnLst>
                              <p:par>
                                <p:cTn id="962" presetID="63" presetClass="path" presetSubtype="0" accel="50000" decel="50000" fill="hold" grpId="18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21926 -0.0441117 L -0.5210696 -0.2205586 E" pathEditMode="relative" ptsTypes="">
                                      <p:cBhvr>
                                        <p:cTn id="963" dur="49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4" presetID="63" presetClass="path" presetSubtype="0" accel="50000" decel="50000" fill="hold" grpId="1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21926 -0.0441117 L -0.5210696 -0.2205586 E" pathEditMode="relative" ptsTypes="">
                                      <p:cBhvr>
                                        <p:cTn id="965" dur="49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6" presetID="63" presetClass="path" presetSubtype="0" accel="50000" decel="50000" fill="hold" grpId="1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21926 -0.0441117 L -0.5210696 -0.2205586 E" pathEditMode="relative" ptsTypes="">
                                      <p:cBhvr>
                                        <p:cTn id="967" dur="49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8" presetID="63" presetClass="path" presetSubtype="0" accel="50000" decel="50000" fill="hold" grpId="1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21926 -0.0441117 L -0.5210696 -0.2205586 E" pathEditMode="relative" ptsTypes="">
                                      <p:cBhvr>
                                        <p:cTn id="969" dur="49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0" presetID="63" presetClass="path" presetSubtype="0" accel="50000" decel="50000" fill="hold" grpId="1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21926 -0.0441117 L -0.5210696 -0.2205586 E" pathEditMode="relative" ptsTypes="">
                                      <p:cBhvr>
                                        <p:cTn id="971" dur="49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2" presetID="63" presetClass="path" presetSubtype="0" accel="50000" decel="50000" fill="hold" grpId="1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21926 -0.0441117 L -0.5210696 -0.2205586 E" pathEditMode="relative" ptsTypes="">
                                      <p:cBhvr>
                                        <p:cTn id="973" dur="49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4" presetID="63" presetClass="path" presetSubtype="0" accel="50000" decel="50000" fill="hold" grpId="1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21926 -0.0441117 L -0.5210696 -0.2205586 E" pathEditMode="relative" ptsTypes="">
                                      <p:cBhvr>
                                        <p:cTn id="975" dur="49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6" presetID="63" presetClass="path" presetSubtype="0" accel="50000" decel="50000" fill="hold" grpId="1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21926 -0.0441117 L -0.5210696 -0.2205586 E" pathEditMode="relative" ptsTypes="">
                                      <p:cBhvr>
                                        <p:cTn id="977" dur="49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8" presetID="63" presetClass="path" presetSubtype="0" accel="50000" decel="50000" fill="hold" grpId="1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21926 -0.0441117 L -0.5210696 -0.2205586 E" pathEditMode="relative" ptsTypes="">
                                      <p:cBhvr>
                                        <p:cTn id="979" dur="49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0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21926 -0.0441117 L -0.5210696 -0.2205586 E" pathEditMode="relative" ptsTypes="">
                                      <p:cBhvr>
                                        <p:cTn id="981" dur="49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2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21926 -0.0441117 L -0.5210696 -0.2205586 E" pathEditMode="relative" ptsTypes="">
                                      <p:cBhvr>
                                        <p:cTn id="983" dur="49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4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21926 -0.0441117 L -0.5210696 -0.2205586 E" pathEditMode="relative" ptsTypes="">
                                      <p:cBhvr>
                                        <p:cTn id="985" dur="49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6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21926 -0.0441117 L -0.5210696 -0.2205586 E" pathEditMode="relative" ptsTypes="">
                                      <p:cBhvr>
                                        <p:cTn id="987" dur="49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8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21926 -0.0441117 L -0.5210696 -0.2205586 E" pathEditMode="relative" ptsTypes="">
                                      <p:cBhvr>
                                        <p:cTn id="989" dur="49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0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21926 -0.0441117 L -0.5210696 -0.2205586 E" pathEditMode="relative" ptsTypes="">
                                      <p:cBhvr>
                                        <p:cTn id="991" dur="49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2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21926 -0.0441117 L -0.5210696 -0.2205586 E" pathEditMode="relative" ptsTypes="">
                                      <p:cBhvr>
                                        <p:cTn id="993" dur="49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4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21926 -0.0441117 L -0.5210696 -0.2205586 E" pathEditMode="relative" ptsTypes="">
                                      <p:cBhvr>
                                        <p:cTn id="995" dur="49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6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721926 -0.0441117 L -0.5210696 -0.2205586 E" pathEditMode="relative" ptsTypes="">
                                      <p:cBhvr>
                                        <p:cTn id="997" dur="49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9" grpId="0" animBg="1"/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  <p:bldP spid="109" grpId="0"/>
      <p:bldP spid="110" grpId="0"/>
      <p:bldP spid="111" grpId="0"/>
      <p:bldP spid="112" grpId="0"/>
      <p:bldP spid="113" grpId="0"/>
      <p:bldP spid="114" grpId="0"/>
      <p:bldP spid="115" grpId="0"/>
      <p:bldP spid="116" grpId="0"/>
      <p:bldP spid="117" grpId="0"/>
      <p:bldP spid="118" grpId="0"/>
      <p:bldP spid="119" grpId="0"/>
      <p:bldP spid="120" grpId="0"/>
      <p:bldP spid="121" grpId="0"/>
      <p:bldP spid="122" grpId="0"/>
      <p:bldP spid="123" grpId="0"/>
      <p:bldP spid="124" grpId="0"/>
      <p:bldP spid="125" grpId="0"/>
      <p:bldP spid="126" grpId="0"/>
      <p:bldP spid="127" grpId="0"/>
      <p:bldP spid="128" grpId="0"/>
      <p:bldP spid="129" grpId="0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/>
      <p:bldP spid="139" grpId="1"/>
      <p:bldP spid="139" grpId="2"/>
      <p:bldP spid="139" grpId="3"/>
      <p:bldP spid="139" grpId="4"/>
      <p:bldP spid="139" grpId="5"/>
      <p:bldP spid="139" grpId="6"/>
      <p:bldP spid="139" grpId="7"/>
      <p:bldP spid="139" grpId="8"/>
      <p:bldP spid="139" grpId="9"/>
      <p:bldP spid="139" grpId="10"/>
      <p:bldP spid="139" grpId="11"/>
      <p:bldP spid="139" grpId="12"/>
      <p:bldP spid="139" grpId="13"/>
      <p:bldP spid="139" grpId="14"/>
      <p:bldP spid="139" grpId="15"/>
      <p:bldP spid="139" grpId="16"/>
      <p:bldP spid="139" grpId="17"/>
      <p:bldP spid="140" grpId="0"/>
      <p:bldP spid="140" grpId="1"/>
      <p:bldP spid="140" grpId="2"/>
      <p:bldP spid="140" grpId="3"/>
      <p:bldP spid="140" grpId="4"/>
      <p:bldP spid="140" grpId="5"/>
      <p:bldP spid="140" grpId="6"/>
      <p:bldP spid="140" grpId="7"/>
      <p:bldP spid="140" grpId="8"/>
      <p:bldP spid="140" grpId="9"/>
      <p:bldP spid="140" grpId="10"/>
      <p:bldP spid="140" grpId="11"/>
      <p:bldP spid="140" grpId="12"/>
      <p:bldP spid="140" grpId="13"/>
      <p:bldP spid="140" grpId="14"/>
      <p:bldP spid="140" grpId="15"/>
      <p:bldP spid="140" grpId="16"/>
      <p:bldP spid="140" grpId="17"/>
      <p:bldP spid="141" grpId="0"/>
      <p:bldP spid="141" grpId="1"/>
      <p:bldP spid="141" grpId="2"/>
      <p:bldP spid="141" grpId="3"/>
      <p:bldP spid="141" grpId="4"/>
      <p:bldP spid="141" grpId="5"/>
      <p:bldP spid="141" grpId="6"/>
      <p:bldP spid="141" grpId="7"/>
      <p:bldP spid="141" grpId="8"/>
      <p:bldP spid="141" grpId="9"/>
      <p:bldP spid="141" grpId="10"/>
      <p:bldP spid="141" grpId="11"/>
      <p:bldP spid="141" grpId="12"/>
      <p:bldP spid="141" grpId="13"/>
      <p:bldP spid="141" grpId="14"/>
      <p:bldP spid="141" grpId="15"/>
      <p:bldP spid="141" grpId="16"/>
      <p:bldP spid="141" grpId="17"/>
      <p:bldP spid="142" grpId="0"/>
      <p:bldP spid="142" grpId="1"/>
      <p:bldP spid="142" grpId="2"/>
      <p:bldP spid="142" grpId="3"/>
      <p:bldP spid="142" grpId="4"/>
      <p:bldP spid="142" grpId="5"/>
      <p:bldP spid="142" grpId="6"/>
      <p:bldP spid="142" grpId="7"/>
      <p:bldP spid="142" grpId="8"/>
      <p:bldP spid="142" grpId="9"/>
      <p:bldP spid="142" grpId="10"/>
      <p:bldP spid="142" grpId="11"/>
      <p:bldP spid="142" grpId="12"/>
      <p:bldP spid="142" grpId="13"/>
      <p:bldP spid="142" grpId="14"/>
      <p:bldP spid="142" grpId="15"/>
      <p:bldP spid="142" grpId="16"/>
      <p:bldP spid="142" grpId="17"/>
      <p:bldP spid="143" grpId="0"/>
      <p:bldP spid="143" grpId="1"/>
      <p:bldP spid="143" grpId="2"/>
      <p:bldP spid="143" grpId="3"/>
      <p:bldP spid="143" grpId="4"/>
      <p:bldP spid="143" grpId="5"/>
      <p:bldP spid="143" grpId="6"/>
      <p:bldP spid="143" grpId="7"/>
      <p:bldP spid="143" grpId="8"/>
      <p:bldP spid="143" grpId="9"/>
      <p:bldP spid="143" grpId="10"/>
      <p:bldP spid="143" grpId="11"/>
      <p:bldP spid="143" grpId="12"/>
      <p:bldP spid="143" grpId="13"/>
      <p:bldP spid="143" grpId="14"/>
      <p:bldP spid="143" grpId="15"/>
      <p:bldP spid="143" grpId="16"/>
      <p:bldP spid="143" grpId="17"/>
      <p:bldP spid="144" grpId="0"/>
      <p:bldP spid="144" grpId="1"/>
      <p:bldP spid="144" grpId="2"/>
      <p:bldP spid="144" grpId="3"/>
      <p:bldP spid="144" grpId="4"/>
      <p:bldP spid="144" grpId="5"/>
      <p:bldP spid="144" grpId="6"/>
      <p:bldP spid="144" grpId="7"/>
      <p:bldP spid="144" grpId="8"/>
      <p:bldP spid="144" grpId="9"/>
      <p:bldP spid="144" grpId="10"/>
      <p:bldP spid="144" grpId="11"/>
      <p:bldP spid="144" grpId="12"/>
      <p:bldP spid="144" grpId="13"/>
      <p:bldP spid="144" grpId="14"/>
      <p:bldP spid="144" grpId="15"/>
      <p:bldP spid="144" grpId="16"/>
      <p:bldP spid="144" grpId="17"/>
      <p:bldP spid="145" grpId="0"/>
      <p:bldP spid="145" grpId="1"/>
      <p:bldP spid="145" grpId="2"/>
      <p:bldP spid="145" grpId="3"/>
      <p:bldP spid="145" grpId="4"/>
      <p:bldP spid="145" grpId="5"/>
      <p:bldP spid="145" grpId="6"/>
      <p:bldP spid="145" grpId="7"/>
      <p:bldP spid="145" grpId="8"/>
      <p:bldP spid="145" grpId="9"/>
      <p:bldP spid="145" grpId="10"/>
      <p:bldP spid="145" grpId="11"/>
      <p:bldP spid="145" grpId="12"/>
      <p:bldP spid="145" grpId="13"/>
      <p:bldP spid="145" grpId="14"/>
      <p:bldP spid="145" grpId="15"/>
      <p:bldP spid="145" grpId="16"/>
      <p:bldP spid="145" grpId="17"/>
      <p:bldP spid="146" grpId="0"/>
      <p:bldP spid="146" grpId="1"/>
      <p:bldP spid="146" grpId="2"/>
      <p:bldP spid="146" grpId="3"/>
      <p:bldP spid="146" grpId="4"/>
      <p:bldP spid="146" grpId="5"/>
      <p:bldP spid="146" grpId="6"/>
      <p:bldP spid="146" grpId="7"/>
      <p:bldP spid="146" grpId="8"/>
      <p:bldP spid="146" grpId="9"/>
      <p:bldP spid="146" grpId="10"/>
      <p:bldP spid="146" grpId="11"/>
      <p:bldP spid="146" grpId="12"/>
      <p:bldP spid="146" grpId="13"/>
      <p:bldP spid="146" grpId="14"/>
      <p:bldP spid="146" grpId="15"/>
      <p:bldP spid="146" grpId="16"/>
      <p:bldP spid="146" grpId="17"/>
      <p:bldP spid="147" grpId="0"/>
      <p:bldP spid="147" grpId="1"/>
      <p:bldP spid="147" grpId="2"/>
      <p:bldP spid="147" grpId="3"/>
      <p:bldP spid="147" grpId="4"/>
      <p:bldP spid="147" grpId="5"/>
      <p:bldP spid="147" grpId="6"/>
      <p:bldP spid="147" grpId="7"/>
      <p:bldP spid="147" grpId="8"/>
      <p:bldP spid="147" grpId="9"/>
      <p:bldP spid="147" grpId="10"/>
      <p:bldP spid="147" grpId="11"/>
      <p:bldP spid="147" grpId="12"/>
      <p:bldP spid="147" grpId="13"/>
      <p:bldP spid="147" grpId="14"/>
      <p:bldP spid="147" grpId="15"/>
      <p:bldP spid="147" grpId="16"/>
      <p:bldP spid="147" grpId="17"/>
      <p:bldP spid="148" grpId="0" animBg="1"/>
      <p:bldP spid="148" grpId="1" animBg="1"/>
      <p:bldP spid="148" grpId="2" animBg="1"/>
      <p:bldP spid="148" grpId="3" animBg="1"/>
      <p:bldP spid="148" grpId="4" animBg="1"/>
      <p:bldP spid="148" grpId="5" animBg="1"/>
      <p:bldP spid="148" grpId="6" animBg="1"/>
      <p:bldP spid="148" grpId="7" animBg="1"/>
      <p:bldP spid="148" grpId="8" animBg="1"/>
      <p:bldP spid="148" grpId="9" animBg="1"/>
      <p:bldP spid="148" grpId="10" animBg="1"/>
      <p:bldP spid="148" grpId="11" animBg="1"/>
      <p:bldP spid="148" grpId="12" animBg="1"/>
      <p:bldP spid="148" grpId="13" animBg="1"/>
      <p:bldP spid="148" grpId="14" animBg="1"/>
      <p:bldP spid="148" grpId="15" animBg="1"/>
      <p:bldP spid="148" grpId="16" animBg="1"/>
      <p:bldP spid="148" grpId="17" animBg="1"/>
      <p:bldP spid="148" grpId="18" animBg="1"/>
      <p:bldP spid="149" grpId="0" animBg="1"/>
      <p:bldP spid="149" grpId="1" animBg="1"/>
      <p:bldP spid="149" grpId="2" animBg="1"/>
      <p:bldP spid="149" grpId="3" animBg="1"/>
      <p:bldP spid="149" grpId="4" animBg="1"/>
      <p:bldP spid="149" grpId="5" animBg="1"/>
      <p:bldP spid="149" grpId="6" animBg="1"/>
      <p:bldP spid="149" grpId="7" animBg="1"/>
      <p:bldP spid="149" grpId="8" animBg="1"/>
      <p:bldP spid="149" grpId="9" animBg="1"/>
      <p:bldP spid="149" grpId="10" animBg="1"/>
      <p:bldP spid="149" grpId="11" animBg="1"/>
      <p:bldP spid="149" grpId="12" animBg="1"/>
      <p:bldP spid="149" grpId="13" animBg="1"/>
      <p:bldP spid="149" grpId="14" animBg="1"/>
      <p:bldP spid="149" grpId="15" animBg="1"/>
      <p:bldP spid="149" grpId="16" animBg="1"/>
      <p:bldP spid="149" grpId="17" animBg="1"/>
      <p:bldP spid="149" grpId="18" animBg="1"/>
      <p:bldP spid="150" grpId="0" animBg="1"/>
      <p:bldP spid="150" grpId="1" animBg="1"/>
      <p:bldP spid="150" grpId="2" animBg="1"/>
      <p:bldP spid="150" grpId="3" animBg="1"/>
      <p:bldP spid="150" grpId="4" animBg="1"/>
      <p:bldP spid="150" grpId="5" animBg="1"/>
      <p:bldP spid="150" grpId="6" animBg="1"/>
      <p:bldP spid="150" grpId="7" animBg="1"/>
      <p:bldP spid="150" grpId="8" animBg="1"/>
      <p:bldP spid="150" grpId="9" animBg="1"/>
      <p:bldP spid="150" grpId="10" animBg="1"/>
      <p:bldP spid="150" grpId="11" animBg="1"/>
      <p:bldP spid="150" grpId="12" animBg="1"/>
      <p:bldP spid="150" grpId="13" animBg="1"/>
      <p:bldP spid="150" grpId="14" animBg="1"/>
      <p:bldP spid="150" grpId="15" animBg="1"/>
      <p:bldP spid="150" grpId="16" animBg="1"/>
      <p:bldP spid="150" grpId="17" animBg="1"/>
      <p:bldP spid="150" grpId="18" animBg="1"/>
      <p:bldP spid="151" grpId="0" animBg="1"/>
      <p:bldP spid="151" grpId="1" animBg="1"/>
      <p:bldP spid="151" grpId="2" animBg="1"/>
      <p:bldP spid="151" grpId="3" animBg="1"/>
      <p:bldP spid="151" grpId="4" animBg="1"/>
      <p:bldP spid="151" grpId="5" animBg="1"/>
      <p:bldP spid="151" grpId="6" animBg="1"/>
      <p:bldP spid="151" grpId="7" animBg="1"/>
      <p:bldP spid="151" grpId="8" animBg="1"/>
      <p:bldP spid="151" grpId="9" animBg="1"/>
      <p:bldP spid="151" grpId="10" animBg="1"/>
      <p:bldP spid="151" grpId="11" animBg="1"/>
      <p:bldP spid="151" grpId="12" animBg="1"/>
      <p:bldP spid="151" grpId="13" animBg="1"/>
      <p:bldP spid="151" grpId="14" animBg="1"/>
      <p:bldP spid="151" grpId="15" animBg="1"/>
      <p:bldP spid="151" grpId="16" animBg="1"/>
      <p:bldP spid="151" grpId="17" animBg="1"/>
      <p:bldP spid="151" grpId="18" animBg="1"/>
      <p:bldP spid="152" grpId="0" animBg="1"/>
      <p:bldP spid="152" grpId="1" animBg="1"/>
      <p:bldP spid="152" grpId="2" animBg="1"/>
      <p:bldP spid="152" grpId="3" animBg="1"/>
      <p:bldP spid="152" grpId="4" animBg="1"/>
      <p:bldP spid="152" grpId="5" animBg="1"/>
      <p:bldP spid="152" grpId="6" animBg="1"/>
      <p:bldP spid="152" grpId="7" animBg="1"/>
      <p:bldP spid="152" grpId="8" animBg="1"/>
      <p:bldP spid="152" grpId="9" animBg="1"/>
      <p:bldP spid="152" grpId="10" animBg="1"/>
      <p:bldP spid="152" grpId="11" animBg="1"/>
      <p:bldP spid="152" grpId="12" animBg="1"/>
      <p:bldP spid="152" grpId="13" animBg="1"/>
      <p:bldP spid="152" grpId="14" animBg="1"/>
      <p:bldP spid="152" grpId="15" animBg="1"/>
      <p:bldP spid="152" grpId="16" animBg="1"/>
      <p:bldP spid="152" grpId="17" animBg="1"/>
      <p:bldP spid="152" grpId="18" animBg="1"/>
      <p:bldP spid="153" grpId="0" animBg="1"/>
      <p:bldP spid="153" grpId="1" animBg="1"/>
      <p:bldP spid="153" grpId="2" animBg="1"/>
      <p:bldP spid="153" grpId="3" animBg="1"/>
      <p:bldP spid="153" grpId="4" animBg="1"/>
      <p:bldP spid="153" grpId="5" animBg="1"/>
      <p:bldP spid="153" grpId="6" animBg="1"/>
      <p:bldP spid="153" grpId="7" animBg="1"/>
      <p:bldP spid="153" grpId="8" animBg="1"/>
      <p:bldP spid="153" grpId="9" animBg="1"/>
      <p:bldP spid="153" grpId="10" animBg="1"/>
      <p:bldP spid="153" grpId="11" animBg="1"/>
      <p:bldP spid="153" grpId="12" animBg="1"/>
      <p:bldP spid="153" grpId="13" animBg="1"/>
      <p:bldP spid="153" grpId="14" animBg="1"/>
      <p:bldP spid="153" grpId="15" animBg="1"/>
      <p:bldP spid="153" grpId="16" animBg="1"/>
      <p:bldP spid="153" grpId="17" animBg="1"/>
      <p:bldP spid="153" grpId="18" animBg="1"/>
      <p:bldP spid="154" grpId="0" animBg="1"/>
      <p:bldP spid="154" grpId="1" animBg="1"/>
      <p:bldP spid="154" grpId="2" animBg="1"/>
      <p:bldP spid="154" grpId="3" animBg="1"/>
      <p:bldP spid="154" grpId="4" animBg="1"/>
      <p:bldP spid="154" grpId="5" animBg="1"/>
      <p:bldP spid="154" grpId="6" animBg="1"/>
      <p:bldP spid="154" grpId="7" animBg="1"/>
      <p:bldP spid="154" grpId="8" animBg="1"/>
      <p:bldP spid="154" grpId="9" animBg="1"/>
      <p:bldP spid="154" grpId="10" animBg="1"/>
      <p:bldP spid="154" grpId="11" animBg="1"/>
      <p:bldP spid="154" grpId="12" animBg="1"/>
      <p:bldP spid="154" grpId="13" animBg="1"/>
      <p:bldP spid="154" grpId="14" animBg="1"/>
      <p:bldP spid="154" grpId="15" animBg="1"/>
      <p:bldP spid="154" grpId="16" animBg="1"/>
      <p:bldP spid="154" grpId="17" animBg="1"/>
      <p:bldP spid="154" grpId="18" animBg="1"/>
      <p:bldP spid="155" grpId="0" animBg="1"/>
      <p:bldP spid="155" grpId="1" animBg="1"/>
      <p:bldP spid="155" grpId="2" animBg="1"/>
      <p:bldP spid="155" grpId="3" animBg="1"/>
      <p:bldP spid="155" grpId="4" animBg="1"/>
      <p:bldP spid="155" grpId="5" animBg="1"/>
      <p:bldP spid="155" grpId="6" animBg="1"/>
      <p:bldP spid="155" grpId="7" animBg="1"/>
      <p:bldP spid="155" grpId="8" animBg="1"/>
      <p:bldP spid="155" grpId="9" animBg="1"/>
      <p:bldP spid="155" grpId="10" animBg="1"/>
      <p:bldP spid="155" grpId="11" animBg="1"/>
      <p:bldP spid="155" grpId="12" animBg="1"/>
      <p:bldP spid="155" grpId="13" animBg="1"/>
      <p:bldP spid="155" grpId="14" animBg="1"/>
      <p:bldP spid="155" grpId="15" animBg="1"/>
      <p:bldP spid="155" grpId="16" animBg="1"/>
      <p:bldP spid="155" grpId="17" animBg="1"/>
      <p:bldP spid="155" grpId="18" animBg="1"/>
      <p:bldP spid="156" grpId="0" animBg="1"/>
      <p:bldP spid="156" grpId="1" animBg="1"/>
      <p:bldP spid="156" grpId="2" animBg="1"/>
      <p:bldP spid="156" grpId="3" animBg="1"/>
      <p:bldP spid="156" grpId="4" animBg="1"/>
      <p:bldP spid="156" grpId="5" animBg="1"/>
      <p:bldP spid="156" grpId="6" animBg="1"/>
      <p:bldP spid="156" grpId="7" animBg="1"/>
      <p:bldP spid="156" grpId="8" animBg="1"/>
      <p:bldP spid="156" grpId="9" animBg="1"/>
      <p:bldP spid="156" grpId="10" animBg="1"/>
      <p:bldP spid="156" grpId="11" animBg="1"/>
      <p:bldP spid="156" grpId="12" animBg="1"/>
      <p:bldP spid="156" grpId="13" animBg="1"/>
      <p:bldP spid="156" grpId="14" animBg="1"/>
      <p:bldP spid="156" grpId="15" animBg="1"/>
      <p:bldP spid="156" grpId="16" animBg="1"/>
      <p:bldP spid="156" grpId="17" animBg="1"/>
      <p:bldP spid="156" grpId="18" animBg="1"/>
      <p:bldP spid="157" grpId="0"/>
      <p:bldP spid="157" grpId="1"/>
      <p:bldP spid="158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" name="anim_o1981_1">
            <a:extLst>
              <a:ext uri="{FF2B5EF4-FFF2-40B4-BE49-F238E27FC236}">
                <a16:creationId xmlns:a16="http://schemas.microsoft.com/office/drawing/2014/main" id="{3D1AAC8D-7665-4202-9535-4F68C7C23783}"/>
              </a:ext>
            </a:extLst>
          </p:cNvPr>
          <p:cNvSpPr>
            <a:spLocks noGrp="1"/>
          </p:cNvSpPr>
          <p:nvPr/>
        </p:nvSpPr>
        <p:spPr>
          <a:xfrm>
            <a:off x="1231106" y="34718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1985_1">
            <a:extLst>
              <a:ext uri="{FF2B5EF4-FFF2-40B4-BE49-F238E27FC236}">
                <a16:creationId xmlns:a16="http://schemas.microsoft.com/office/drawing/2014/main" id="{EFF46AC6-DE72-4A89-BA9E-056F3EF5D5FE}"/>
              </a:ext>
            </a:extLst>
          </p:cNvPr>
          <p:cNvSpPr>
            <a:spLocks noGrp="1"/>
          </p:cNvSpPr>
          <p:nvPr/>
        </p:nvSpPr>
        <p:spPr>
          <a:xfrm>
            <a:off x="1788319" y="34718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1989_1">
            <a:extLst>
              <a:ext uri="{FF2B5EF4-FFF2-40B4-BE49-F238E27FC236}">
                <a16:creationId xmlns:a16="http://schemas.microsoft.com/office/drawing/2014/main" id="{F93CC9FE-1BAF-4CA5-A09C-4BEC37138F93}"/>
              </a:ext>
            </a:extLst>
          </p:cNvPr>
          <p:cNvSpPr>
            <a:spLocks noGrp="1"/>
          </p:cNvSpPr>
          <p:nvPr/>
        </p:nvSpPr>
        <p:spPr>
          <a:xfrm>
            <a:off x="2345531" y="34718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1993_1">
            <a:extLst>
              <a:ext uri="{FF2B5EF4-FFF2-40B4-BE49-F238E27FC236}">
                <a16:creationId xmlns:a16="http://schemas.microsoft.com/office/drawing/2014/main" id="{E6532C91-17C0-4D28-AB8A-2581AA35579B}"/>
              </a:ext>
            </a:extLst>
          </p:cNvPr>
          <p:cNvSpPr>
            <a:spLocks noGrp="1"/>
          </p:cNvSpPr>
          <p:nvPr/>
        </p:nvSpPr>
        <p:spPr>
          <a:xfrm>
            <a:off x="2902744" y="34718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1997_1">
            <a:extLst>
              <a:ext uri="{FF2B5EF4-FFF2-40B4-BE49-F238E27FC236}">
                <a16:creationId xmlns:a16="http://schemas.microsoft.com/office/drawing/2014/main" id="{5B3647E4-2CDE-4B3F-9341-6D251DA63AA7}"/>
              </a:ext>
            </a:extLst>
          </p:cNvPr>
          <p:cNvSpPr>
            <a:spLocks noGrp="1"/>
          </p:cNvSpPr>
          <p:nvPr/>
        </p:nvSpPr>
        <p:spPr>
          <a:xfrm>
            <a:off x="3459956" y="34718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2001_1">
            <a:extLst>
              <a:ext uri="{FF2B5EF4-FFF2-40B4-BE49-F238E27FC236}">
                <a16:creationId xmlns:a16="http://schemas.microsoft.com/office/drawing/2014/main" id="{7F59EBF5-1BD8-470C-A023-C83E12D00421}"/>
              </a:ext>
            </a:extLst>
          </p:cNvPr>
          <p:cNvSpPr>
            <a:spLocks noGrp="1"/>
          </p:cNvSpPr>
          <p:nvPr/>
        </p:nvSpPr>
        <p:spPr>
          <a:xfrm>
            <a:off x="4017169" y="34718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2005_1">
            <a:extLst>
              <a:ext uri="{FF2B5EF4-FFF2-40B4-BE49-F238E27FC236}">
                <a16:creationId xmlns:a16="http://schemas.microsoft.com/office/drawing/2014/main" id="{430B2204-D01A-4F0F-8C1D-DECA77EC5AF4}"/>
              </a:ext>
            </a:extLst>
          </p:cNvPr>
          <p:cNvSpPr>
            <a:spLocks noGrp="1"/>
          </p:cNvSpPr>
          <p:nvPr/>
        </p:nvSpPr>
        <p:spPr>
          <a:xfrm>
            <a:off x="4574381" y="34718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2009_1">
            <a:extLst>
              <a:ext uri="{FF2B5EF4-FFF2-40B4-BE49-F238E27FC236}">
                <a16:creationId xmlns:a16="http://schemas.microsoft.com/office/drawing/2014/main" id="{82A2CB28-3816-415D-8059-A34EA3693E97}"/>
              </a:ext>
            </a:extLst>
          </p:cNvPr>
          <p:cNvSpPr>
            <a:spLocks noGrp="1"/>
          </p:cNvSpPr>
          <p:nvPr/>
        </p:nvSpPr>
        <p:spPr>
          <a:xfrm>
            <a:off x="1231106" y="90439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2013_1">
            <a:extLst>
              <a:ext uri="{FF2B5EF4-FFF2-40B4-BE49-F238E27FC236}">
                <a16:creationId xmlns:a16="http://schemas.microsoft.com/office/drawing/2014/main" id="{FA605982-5D52-4F94-8E03-581E7890D8A3}"/>
              </a:ext>
            </a:extLst>
          </p:cNvPr>
          <p:cNvSpPr>
            <a:spLocks noGrp="1"/>
          </p:cNvSpPr>
          <p:nvPr/>
        </p:nvSpPr>
        <p:spPr>
          <a:xfrm>
            <a:off x="1788319" y="90439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2017_1">
            <a:extLst>
              <a:ext uri="{FF2B5EF4-FFF2-40B4-BE49-F238E27FC236}">
                <a16:creationId xmlns:a16="http://schemas.microsoft.com/office/drawing/2014/main" id="{256B442D-E594-44EF-BC2D-BE608C7E6B3F}"/>
              </a:ext>
            </a:extLst>
          </p:cNvPr>
          <p:cNvSpPr>
            <a:spLocks noGrp="1"/>
          </p:cNvSpPr>
          <p:nvPr/>
        </p:nvSpPr>
        <p:spPr>
          <a:xfrm>
            <a:off x="2345531" y="90439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2021_1">
            <a:extLst>
              <a:ext uri="{FF2B5EF4-FFF2-40B4-BE49-F238E27FC236}">
                <a16:creationId xmlns:a16="http://schemas.microsoft.com/office/drawing/2014/main" id="{1A0247E5-1672-4A40-AE03-C25E82CEE25A}"/>
              </a:ext>
            </a:extLst>
          </p:cNvPr>
          <p:cNvSpPr>
            <a:spLocks noGrp="1"/>
          </p:cNvSpPr>
          <p:nvPr/>
        </p:nvSpPr>
        <p:spPr>
          <a:xfrm>
            <a:off x="2902744" y="90439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2025_1">
            <a:extLst>
              <a:ext uri="{FF2B5EF4-FFF2-40B4-BE49-F238E27FC236}">
                <a16:creationId xmlns:a16="http://schemas.microsoft.com/office/drawing/2014/main" id="{45809D09-6559-400C-8DEE-FAB7E64E0A3A}"/>
              </a:ext>
            </a:extLst>
          </p:cNvPr>
          <p:cNvSpPr>
            <a:spLocks noGrp="1"/>
          </p:cNvSpPr>
          <p:nvPr/>
        </p:nvSpPr>
        <p:spPr>
          <a:xfrm>
            <a:off x="3459956" y="90439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2029_1">
            <a:extLst>
              <a:ext uri="{FF2B5EF4-FFF2-40B4-BE49-F238E27FC236}">
                <a16:creationId xmlns:a16="http://schemas.microsoft.com/office/drawing/2014/main" id="{E6273C2D-6B5A-44D8-95C5-0E0B439BC119}"/>
              </a:ext>
            </a:extLst>
          </p:cNvPr>
          <p:cNvSpPr>
            <a:spLocks noGrp="1"/>
          </p:cNvSpPr>
          <p:nvPr/>
        </p:nvSpPr>
        <p:spPr>
          <a:xfrm>
            <a:off x="4017169" y="90439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2033_1">
            <a:extLst>
              <a:ext uri="{FF2B5EF4-FFF2-40B4-BE49-F238E27FC236}">
                <a16:creationId xmlns:a16="http://schemas.microsoft.com/office/drawing/2014/main" id="{528C580B-6C06-46FC-9B21-5EB8A401BC01}"/>
              </a:ext>
            </a:extLst>
          </p:cNvPr>
          <p:cNvSpPr>
            <a:spLocks noGrp="1"/>
          </p:cNvSpPr>
          <p:nvPr/>
        </p:nvSpPr>
        <p:spPr>
          <a:xfrm>
            <a:off x="4574381" y="90439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2037_1">
            <a:extLst>
              <a:ext uri="{FF2B5EF4-FFF2-40B4-BE49-F238E27FC236}">
                <a16:creationId xmlns:a16="http://schemas.microsoft.com/office/drawing/2014/main" id="{6611B85C-0283-456F-B092-5DD294C2059B}"/>
              </a:ext>
            </a:extLst>
          </p:cNvPr>
          <p:cNvSpPr>
            <a:spLocks noGrp="1"/>
          </p:cNvSpPr>
          <p:nvPr/>
        </p:nvSpPr>
        <p:spPr>
          <a:xfrm>
            <a:off x="1231106" y="1461611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2041_1">
            <a:extLst>
              <a:ext uri="{FF2B5EF4-FFF2-40B4-BE49-F238E27FC236}">
                <a16:creationId xmlns:a16="http://schemas.microsoft.com/office/drawing/2014/main" id="{9E330FF1-1ECF-4A55-9EB4-27B11189232F}"/>
              </a:ext>
            </a:extLst>
          </p:cNvPr>
          <p:cNvSpPr>
            <a:spLocks noGrp="1"/>
          </p:cNvSpPr>
          <p:nvPr/>
        </p:nvSpPr>
        <p:spPr>
          <a:xfrm>
            <a:off x="1788319" y="1461611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2045_1">
            <a:extLst>
              <a:ext uri="{FF2B5EF4-FFF2-40B4-BE49-F238E27FC236}">
                <a16:creationId xmlns:a16="http://schemas.microsoft.com/office/drawing/2014/main" id="{ABD4F68A-574F-43E5-8839-E9CFF5BE6276}"/>
              </a:ext>
            </a:extLst>
          </p:cNvPr>
          <p:cNvSpPr>
            <a:spLocks noGrp="1"/>
          </p:cNvSpPr>
          <p:nvPr/>
        </p:nvSpPr>
        <p:spPr>
          <a:xfrm>
            <a:off x="2345531" y="1461611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2049_1">
            <a:extLst>
              <a:ext uri="{FF2B5EF4-FFF2-40B4-BE49-F238E27FC236}">
                <a16:creationId xmlns:a16="http://schemas.microsoft.com/office/drawing/2014/main" id="{1B14DDC0-B9BE-40CB-9151-11EB8E47F87B}"/>
              </a:ext>
            </a:extLst>
          </p:cNvPr>
          <p:cNvSpPr>
            <a:spLocks noGrp="1"/>
          </p:cNvSpPr>
          <p:nvPr/>
        </p:nvSpPr>
        <p:spPr>
          <a:xfrm>
            <a:off x="2902744" y="1461611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2053_1">
            <a:extLst>
              <a:ext uri="{FF2B5EF4-FFF2-40B4-BE49-F238E27FC236}">
                <a16:creationId xmlns:a16="http://schemas.microsoft.com/office/drawing/2014/main" id="{9A1698A5-D86F-4AB0-B6BB-8F832613F3A5}"/>
              </a:ext>
            </a:extLst>
          </p:cNvPr>
          <p:cNvSpPr>
            <a:spLocks noGrp="1"/>
          </p:cNvSpPr>
          <p:nvPr/>
        </p:nvSpPr>
        <p:spPr>
          <a:xfrm>
            <a:off x="3459956" y="1461611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2057_1">
            <a:extLst>
              <a:ext uri="{FF2B5EF4-FFF2-40B4-BE49-F238E27FC236}">
                <a16:creationId xmlns:a16="http://schemas.microsoft.com/office/drawing/2014/main" id="{DC1849F6-E238-4BAF-ACAD-376A9D515E3D}"/>
              </a:ext>
            </a:extLst>
          </p:cNvPr>
          <p:cNvSpPr>
            <a:spLocks noGrp="1"/>
          </p:cNvSpPr>
          <p:nvPr/>
        </p:nvSpPr>
        <p:spPr>
          <a:xfrm>
            <a:off x="4017169" y="1461611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2061_1">
            <a:extLst>
              <a:ext uri="{FF2B5EF4-FFF2-40B4-BE49-F238E27FC236}">
                <a16:creationId xmlns:a16="http://schemas.microsoft.com/office/drawing/2014/main" id="{E31D4EBB-494C-484D-A4A9-F7A9C7E52ABB}"/>
              </a:ext>
            </a:extLst>
          </p:cNvPr>
          <p:cNvSpPr>
            <a:spLocks noGrp="1"/>
          </p:cNvSpPr>
          <p:nvPr/>
        </p:nvSpPr>
        <p:spPr>
          <a:xfrm>
            <a:off x="4574381" y="1461611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2065_1">
            <a:extLst>
              <a:ext uri="{FF2B5EF4-FFF2-40B4-BE49-F238E27FC236}">
                <a16:creationId xmlns:a16="http://schemas.microsoft.com/office/drawing/2014/main" id="{2D1CF90A-EB56-4473-8CE7-802C2D4F45AD}"/>
              </a:ext>
            </a:extLst>
          </p:cNvPr>
          <p:cNvSpPr>
            <a:spLocks noGrp="1"/>
          </p:cNvSpPr>
          <p:nvPr/>
        </p:nvSpPr>
        <p:spPr>
          <a:xfrm>
            <a:off x="1231106" y="2018824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2069_1">
            <a:extLst>
              <a:ext uri="{FF2B5EF4-FFF2-40B4-BE49-F238E27FC236}">
                <a16:creationId xmlns:a16="http://schemas.microsoft.com/office/drawing/2014/main" id="{145C7271-014F-4FA1-9A14-6B717C4B0339}"/>
              </a:ext>
            </a:extLst>
          </p:cNvPr>
          <p:cNvSpPr>
            <a:spLocks noGrp="1"/>
          </p:cNvSpPr>
          <p:nvPr/>
        </p:nvSpPr>
        <p:spPr>
          <a:xfrm>
            <a:off x="1788319" y="2018824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2073_1">
            <a:extLst>
              <a:ext uri="{FF2B5EF4-FFF2-40B4-BE49-F238E27FC236}">
                <a16:creationId xmlns:a16="http://schemas.microsoft.com/office/drawing/2014/main" id="{DF583A20-5039-41E9-8BF2-51D81D718BB3}"/>
              </a:ext>
            </a:extLst>
          </p:cNvPr>
          <p:cNvSpPr>
            <a:spLocks noGrp="1"/>
          </p:cNvSpPr>
          <p:nvPr/>
        </p:nvSpPr>
        <p:spPr>
          <a:xfrm>
            <a:off x="2345531" y="2018824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2077_1">
            <a:extLst>
              <a:ext uri="{FF2B5EF4-FFF2-40B4-BE49-F238E27FC236}">
                <a16:creationId xmlns:a16="http://schemas.microsoft.com/office/drawing/2014/main" id="{F1D86094-5425-49F1-B9D6-AA7CF5E17C27}"/>
              </a:ext>
            </a:extLst>
          </p:cNvPr>
          <p:cNvSpPr>
            <a:spLocks noGrp="1"/>
          </p:cNvSpPr>
          <p:nvPr/>
        </p:nvSpPr>
        <p:spPr>
          <a:xfrm>
            <a:off x="2902744" y="2018824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2081_1">
            <a:extLst>
              <a:ext uri="{FF2B5EF4-FFF2-40B4-BE49-F238E27FC236}">
                <a16:creationId xmlns:a16="http://schemas.microsoft.com/office/drawing/2014/main" id="{37D00437-530E-4005-A6D0-C200332583B0}"/>
              </a:ext>
            </a:extLst>
          </p:cNvPr>
          <p:cNvSpPr>
            <a:spLocks noGrp="1"/>
          </p:cNvSpPr>
          <p:nvPr/>
        </p:nvSpPr>
        <p:spPr>
          <a:xfrm>
            <a:off x="3459956" y="2018824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2085_1">
            <a:extLst>
              <a:ext uri="{FF2B5EF4-FFF2-40B4-BE49-F238E27FC236}">
                <a16:creationId xmlns:a16="http://schemas.microsoft.com/office/drawing/2014/main" id="{1A47F09C-59D6-4430-8149-FCCBE8C1620B}"/>
              </a:ext>
            </a:extLst>
          </p:cNvPr>
          <p:cNvSpPr>
            <a:spLocks noGrp="1"/>
          </p:cNvSpPr>
          <p:nvPr/>
        </p:nvSpPr>
        <p:spPr>
          <a:xfrm>
            <a:off x="4017169" y="2018824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2089_1">
            <a:extLst>
              <a:ext uri="{FF2B5EF4-FFF2-40B4-BE49-F238E27FC236}">
                <a16:creationId xmlns:a16="http://schemas.microsoft.com/office/drawing/2014/main" id="{AB5A8268-0790-4C64-8F25-365EE0DEAA9E}"/>
              </a:ext>
            </a:extLst>
          </p:cNvPr>
          <p:cNvSpPr>
            <a:spLocks noGrp="1"/>
          </p:cNvSpPr>
          <p:nvPr/>
        </p:nvSpPr>
        <p:spPr>
          <a:xfrm>
            <a:off x="4574381" y="2018824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2093_1">
            <a:extLst>
              <a:ext uri="{FF2B5EF4-FFF2-40B4-BE49-F238E27FC236}">
                <a16:creationId xmlns:a16="http://schemas.microsoft.com/office/drawing/2014/main" id="{93C23C34-2B75-40E8-9177-D6B0A3387D82}"/>
              </a:ext>
            </a:extLst>
          </p:cNvPr>
          <p:cNvSpPr>
            <a:spLocks noGrp="1"/>
          </p:cNvSpPr>
          <p:nvPr/>
        </p:nvSpPr>
        <p:spPr>
          <a:xfrm>
            <a:off x="1231106" y="257603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2097_1">
            <a:extLst>
              <a:ext uri="{FF2B5EF4-FFF2-40B4-BE49-F238E27FC236}">
                <a16:creationId xmlns:a16="http://schemas.microsoft.com/office/drawing/2014/main" id="{F5A544AA-AE1B-4863-A6F8-4C31A76848E3}"/>
              </a:ext>
            </a:extLst>
          </p:cNvPr>
          <p:cNvSpPr>
            <a:spLocks noGrp="1"/>
          </p:cNvSpPr>
          <p:nvPr/>
        </p:nvSpPr>
        <p:spPr>
          <a:xfrm>
            <a:off x="1788319" y="257603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2101_1">
            <a:extLst>
              <a:ext uri="{FF2B5EF4-FFF2-40B4-BE49-F238E27FC236}">
                <a16:creationId xmlns:a16="http://schemas.microsoft.com/office/drawing/2014/main" id="{0ADDC628-C96A-4DAF-B013-F76263EAA2F5}"/>
              </a:ext>
            </a:extLst>
          </p:cNvPr>
          <p:cNvSpPr>
            <a:spLocks noGrp="1"/>
          </p:cNvSpPr>
          <p:nvPr/>
        </p:nvSpPr>
        <p:spPr>
          <a:xfrm>
            <a:off x="2345531" y="257603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2105_1">
            <a:extLst>
              <a:ext uri="{FF2B5EF4-FFF2-40B4-BE49-F238E27FC236}">
                <a16:creationId xmlns:a16="http://schemas.microsoft.com/office/drawing/2014/main" id="{3B3BA59A-2F21-48C8-A445-DDE807404A08}"/>
              </a:ext>
            </a:extLst>
          </p:cNvPr>
          <p:cNvSpPr>
            <a:spLocks noGrp="1"/>
          </p:cNvSpPr>
          <p:nvPr/>
        </p:nvSpPr>
        <p:spPr>
          <a:xfrm>
            <a:off x="2902744" y="257603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2109_1">
            <a:extLst>
              <a:ext uri="{FF2B5EF4-FFF2-40B4-BE49-F238E27FC236}">
                <a16:creationId xmlns:a16="http://schemas.microsoft.com/office/drawing/2014/main" id="{7B433339-4738-4D32-B857-6BC3D39CBDC1}"/>
              </a:ext>
            </a:extLst>
          </p:cNvPr>
          <p:cNvSpPr>
            <a:spLocks noGrp="1"/>
          </p:cNvSpPr>
          <p:nvPr/>
        </p:nvSpPr>
        <p:spPr>
          <a:xfrm>
            <a:off x="3459956" y="257603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2113_1">
            <a:extLst>
              <a:ext uri="{FF2B5EF4-FFF2-40B4-BE49-F238E27FC236}">
                <a16:creationId xmlns:a16="http://schemas.microsoft.com/office/drawing/2014/main" id="{20C58BC8-BC84-4949-AC40-D66BDDD8D067}"/>
              </a:ext>
            </a:extLst>
          </p:cNvPr>
          <p:cNvSpPr>
            <a:spLocks noGrp="1"/>
          </p:cNvSpPr>
          <p:nvPr/>
        </p:nvSpPr>
        <p:spPr>
          <a:xfrm>
            <a:off x="4017169" y="257603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2117_1">
            <a:extLst>
              <a:ext uri="{FF2B5EF4-FFF2-40B4-BE49-F238E27FC236}">
                <a16:creationId xmlns:a16="http://schemas.microsoft.com/office/drawing/2014/main" id="{C9ED3907-3D0E-450D-ACE3-0732353C3CE5}"/>
              </a:ext>
            </a:extLst>
          </p:cNvPr>
          <p:cNvSpPr>
            <a:spLocks noGrp="1"/>
          </p:cNvSpPr>
          <p:nvPr/>
        </p:nvSpPr>
        <p:spPr>
          <a:xfrm>
            <a:off x="4574381" y="2576036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2121_1">
            <a:extLst>
              <a:ext uri="{FF2B5EF4-FFF2-40B4-BE49-F238E27FC236}">
                <a16:creationId xmlns:a16="http://schemas.microsoft.com/office/drawing/2014/main" id="{04C7034B-CE33-4DD9-9619-66F17849EB9F}"/>
              </a:ext>
            </a:extLst>
          </p:cNvPr>
          <p:cNvSpPr>
            <a:spLocks noGrp="1"/>
          </p:cNvSpPr>
          <p:nvPr/>
        </p:nvSpPr>
        <p:spPr>
          <a:xfrm>
            <a:off x="1231106" y="313324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2125_1">
            <a:extLst>
              <a:ext uri="{FF2B5EF4-FFF2-40B4-BE49-F238E27FC236}">
                <a16:creationId xmlns:a16="http://schemas.microsoft.com/office/drawing/2014/main" id="{F91DF1FC-8325-471C-B2EF-6F42B6811F56}"/>
              </a:ext>
            </a:extLst>
          </p:cNvPr>
          <p:cNvSpPr>
            <a:spLocks noGrp="1"/>
          </p:cNvSpPr>
          <p:nvPr/>
        </p:nvSpPr>
        <p:spPr>
          <a:xfrm>
            <a:off x="1788319" y="313324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2129_1">
            <a:extLst>
              <a:ext uri="{FF2B5EF4-FFF2-40B4-BE49-F238E27FC236}">
                <a16:creationId xmlns:a16="http://schemas.microsoft.com/office/drawing/2014/main" id="{D258C2B5-DA7A-4ECC-AB7D-6CA045901462}"/>
              </a:ext>
            </a:extLst>
          </p:cNvPr>
          <p:cNvSpPr>
            <a:spLocks noGrp="1"/>
          </p:cNvSpPr>
          <p:nvPr/>
        </p:nvSpPr>
        <p:spPr>
          <a:xfrm>
            <a:off x="2345531" y="313324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2133_1">
            <a:extLst>
              <a:ext uri="{FF2B5EF4-FFF2-40B4-BE49-F238E27FC236}">
                <a16:creationId xmlns:a16="http://schemas.microsoft.com/office/drawing/2014/main" id="{E5510F05-1951-4F05-A34B-0BB4194A109D}"/>
              </a:ext>
            </a:extLst>
          </p:cNvPr>
          <p:cNvSpPr>
            <a:spLocks noGrp="1"/>
          </p:cNvSpPr>
          <p:nvPr/>
        </p:nvSpPr>
        <p:spPr>
          <a:xfrm>
            <a:off x="2902744" y="313324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2137_1">
            <a:extLst>
              <a:ext uri="{FF2B5EF4-FFF2-40B4-BE49-F238E27FC236}">
                <a16:creationId xmlns:a16="http://schemas.microsoft.com/office/drawing/2014/main" id="{0391DABD-048F-42F7-8D19-A8851661C458}"/>
              </a:ext>
            </a:extLst>
          </p:cNvPr>
          <p:cNvSpPr>
            <a:spLocks noGrp="1"/>
          </p:cNvSpPr>
          <p:nvPr/>
        </p:nvSpPr>
        <p:spPr>
          <a:xfrm>
            <a:off x="3459956" y="313324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2141_1">
            <a:extLst>
              <a:ext uri="{FF2B5EF4-FFF2-40B4-BE49-F238E27FC236}">
                <a16:creationId xmlns:a16="http://schemas.microsoft.com/office/drawing/2014/main" id="{7E788851-1356-4932-8B0A-E78978960A94}"/>
              </a:ext>
            </a:extLst>
          </p:cNvPr>
          <p:cNvSpPr>
            <a:spLocks noGrp="1"/>
          </p:cNvSpPr>
          <p:nvPr/>
        </p:nvSpPr>
        <p:spPr>
          <a:xfrm>
            <a:off x="4017169" y="313324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2145_1">
            <a:extLst>
              <a:ext uri="{FF2B5EF4-FFF2-40B4-BE49-F238E27FC236}">
                <a16:creationId xmlns:a16="http://schemas.microsoft.com/office/drawing/2014/main" id="{A9F16617-9653-4317-AE17-767E0CE32598}"/>
              </a:ext>
            </a:extLst>
          </p:cNvPr>
          <p:cNvSpPr>
            <a:spLocks noGrp="1"/>
          </p:cNvSpPr>
          <p:nvPr/>
        </p:nvSpPr>
        <p:spPr>
          <a:xfrm>
            <a:off x="4574381" y="3133249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2149_1">
            <a:extLst>
              <a:ext uri="{FF2B5EF4-FFF2-40B4-BE49-F238E27FC236}">
                <a16:creationId xmlns:a16="http://schemas.microsoft.com/office/drawing/2014/main" id="{88C75EDC-63C5-4CAB-99E6-18034264D95F}"/>
              </a:ext>
            </a:extLst>
          </p:cNvPr>
          <p:cNvSpPr>
            <a:spLocks noGrp="1"/>
          </p:cNvSpPr>
          <p:nvPr/>
        </p:nvSpPr>
        <p:spPr>
          <a:xfrm>
            <a:off x="1231106" y="3690461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2153_1">
            <a:extLst>
              <a:ext uri="{FF2B5EF4-FFF2-40B4-BE49-F238E27FC236}">
                <a16:creationId xmlns:a16="http://schemas.microsoft.com/office/drawing/2014/main" id="{5848525D-395A-446B-830C-A0CAD9FED47C}"/>
              </a:ext>
            </a:extLst>
          </p:cNvPr>
          <p:cNvSpPr>
            <a:spLocks noGrp="1"/>
          </p:cNvSpPr>
          <p:nvPr/>
        </p:nvSpPr>
        <p:spPr>
          <a:xfrm>
            <a:off x="1788319" y="3690461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2157_1">
            <a:extLst>
              <a:ext uri="{FF2B5EF4-FFF2-40B4-BE49-F238E27FC236}">
                <a16:creationId xmlns:a16="http://schemas.microsoft.com/office/drawing/2014/main" id="{FEFBD7CA-A6CB-4F9A-B196-A743126A34CC}"/>
              </a:ext>
            </a:extLst>
          </p:cNvPr>
          <p:cNvSpPr>
            <a:spLocks noGrp="1"/>
          </p:cNvSpPr>
          <p:nvPr/>
        </p:nvSpPr>
        <p:spPr>
          <a:xfrm>
            <a:off x="2345531" y="3690461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2161_1">
            <a:extLst>
              <a:ext uri="{FF2B5EF4-FFF2-40B4-BE49-F238E27FC236}">
                <a16:creationId xmlns:a16="http://schemas.microsoft.com/office/drawing/2014/main" id="{D0D3C463-4686-4E52-9659-57D04DC022E1}"/>
              </a:ext>
            </a:extLst>
          </p:cNvPr>
          <p:cNvSpPr>
            <a:spLocks noGrp="1"/>
          </p:cNvSpPr>
          <p:nvPr/>
        </p:nvSpPr>
        <p:spPr>
          <a:xfrm>
            <a:off x="2902744" y="3690461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2165_1">
            <a:extLst>
              <a:ext uri="{FF2B5EF4-FFF2-40B4-BE49-F238E27FC236}">
                <a16:creationId xmlns:a16="http://schemas.microsoft.com/office/drawing/2014/main" id="{3D2F893D-C3D2-4B37-B8BB-E5DF2772785E}"/>
              </a:ext>
            </a:extLst>
          </p:cNvPr>
          <p:cNvSpPr>
            <a:spLocks noGrp="1"/>
          </p:cNvSpPr>
          <p:nvPr/>
        </p:nvSpPr>
        <p:spPr>
          <a:xfrm>
            <a:off x="3459956" y="3690461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2169_1">
            <a:extLst>
              <a:ext uri="{FF2B5EF4-FFF2-40B4-BE49-F238E27FC236}">
                <a16:creationId xmlns:a16="http://schemas.microsoft.com/office/drawing/2014/main" id="{43F869D2-3759-4CC4-BEE5-AD1A76B73B73}"/>
              </a:ext>
            </a:extLst>
          </p:cNvPr>
          <p:cNvSpPr>
            <a:spLocks noGrp="1"/>
          </p:cNvSpPr>
          <p:nvPr/>
        </p:nvSpPr>
        <p:spPr>
          <a:xfrm>
            <a:off x="4017169" y="3690461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2173_1">
            <a:extLst>
              <a:ext uri="{FF2B5EF4-FFF2-40B4-BE49-F238E27FC236}">
                <a16:creationId xmlns:a16="http://schemas.microsoft.com/office/drawing/2014/main" id="{9E4931BA-DCE2-49A8-8535-E3C75EA27DF8}"/>
              </a:ext>
            </a:extLst>
          </p:cNvPr>
          <p:cNvSpPr>
            <a:spLocks noGrp="1"/>
          </p:cNvSpPr>
          <p:nvPr/>
        </p:nvSpPr>
        <p:spPr>
          <a:xfrm>
            <a:off x="4574381" y="3690461"/>
            <a:ext cx="557213" cy="55721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2218_1">
            <a:extLst>
              <a:ext uri="{FF2B5EF4-FFF2-40B4-BE49-F238E27FC236}">
                <a16:creationId xmlns:a16="http://schemas.microsoft.com/office/drawing/2014/main" id="{7366A284-4742-4C49-A262-975D19D1CB92}"/>
              </a:ext>
            </a:extLst>
          </p:cNvPr>
          <p:cNvSpPr>
            <a:spLocks noGrp="1"/>
          </p:cNvSpPr>
          <p:nvPr/>
        </p:nvSpPr>
        <p:spPr>
          <a:xfrm>
            <a:off x="9194959" y="1461611"/>
            <a:ext cx="557213" cy="55721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2221_1">
            <a:extLst>
              <a:ext uri="{FF2B5EF4-FFF2-40B4-BE49-F238E27FC236}">
                <a16:creationId xmlns:a16="http://schemas.microsoft.com/office/drawing/2014/main" id="{AAAF82C8-B19A-4885-8894-F36C94D8C17E}"/>
              </a:ext>
            </a:extLst>
          </p:cNvPr>
          <p:cNvSpPr>
            <a:spLocks noGrp="1"/>
          </p:cNvSpPr>
          <p:nvPr/>
        </p:nvSpPr>
        <p:spPr>
          <a:xfrm>
            <a:off x="9752171" y="1461611"/>
            <a:ext cx="557213" cy="55721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2224_1">
            <a:extLst>
              <a:ext uri="{FF2B5EF4-FFF2-40B4-BE49-F238E27FC236}">
                <a16:creationId xmlns:a16="http://schemas.microsoft.com/office/drawing/2014/main" id="{20ECC2FC-CE09-4E96-A27F-42ACA10C5923}"/>
              </a:ext>
            </a:extLst>
          </p:cNvPr>
          <p:cNvSpPr>
            <a:spLocks noGrp="1"/>
          </p:cNvSpPr>
          <p:nvPr/>
        </p:nvSpPr>
        <p:spPr>
          <a:xfrm>
            <a:off x="10309384" y="1461611"/>
            <a:ext cx="557213" cy="55721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o2227_1">
            <a:extLst>
              <a:ext uri="{FF2B5EF4-FFF2-40B4-BE49-F238E27FC236}">
                <a16:creationId xmlns:a16="http://schemas.microsoft.com/office/drawing/2014/main" id="{2E92FAB8-23E0-418A-8DA2-E97B755CF569}"/>
              </a:ext>
            </a:extLst>
          </p:cNvPr>
          <p:cNvSpPr>
            <a:spLocks noGrp="1"/>
          </p:cNvSpPr>
          <p:nvPr/>
        </p:nvSpPr>
        <p:spPr>
          <a:xfrm>
            <a:off x="9194959" y="2018824"/>
            <a:ext cx="557213" cy="55721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4" name="anim_o2230_1">
            <a:extLst>
              <a:ext uri="{FF2B5EF4-FFF2-40B4-BE49-F238E27FC236}">
                <a16:creationId xmlns:a16="http://schemas.microsoft.com/office/drawing/2014/main" id="{7089C9F4-2681-4BA8-9BD7-58DAAEE4445A}"/>
              </a:ext>
            </a:extLst>
          </p:cNvPr>
          <p:cNvSpPr>
            <a:spLocks noGrp="1"/>
          </p:cNvSpPr>
          <p:nvPr/>
        </p:nvSpPr>
        <p:spPr>
          <a:xfrm>
            <a:off x="9752171" y="2018824"/>
            <a:ext cx="557213" cy="55721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5" name="anim_o2233_1">
            <a:extLst>
              <a:ext uri="{FF2B5EF4-FFF2-40B4-BE49-F238E27FC236}">
                <a16:creationId xmlns:a16="http://schemas.microsoft.com/office/drawing/2014/main" id="{03E15ACA-D7DD-4796-ABDC-C77699C86023}"/>
              </a:ext>
            </a:extLst>
          </p:cNvPr>
          <p:cNvSpPr>
            <a:spLocks noGrp="1"/>
          </p:cNvSpPr>
          <p:nvPr/>
        </p:nvSpPr>
        <p:spPr>
          <a:xfrm>
            <a:off x="10309384" y="2018824"/>
            <a:ext cx="557213" cy="55721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6" name="anim_o2236_1">
            <a:extLst>
              <a:ext uri="{FF2B5EF4-FFF2-40B4-BE49-F238E27FC236}">
                <a16:creationId xmlns:a16="http://schemas.microsoft.com/office/drawing/2014/main" id="{550E38DA-02DC-4EC7-9173-908C03ECE22C}"/>
              </a:ext>
            </a:extLst>
          </p:cNvPr>
          <p:cNvSpPr>
            <a:spLocks noGrp="1"/>
          </p:cNvSpPr>
          <p:nvPr/>
        </p:nvSpPr>
        <p:spPr>
          <a:xfrm>
            <a:off x="9194959" y="2576036"/>
            <a:ext cx="557213" cy="55721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7" name="anim_o2239_1">
            <a:extLst>
              <a:ext uri="{FF2B5EF4-FFF2-40B4-BE49-F238E27FC236}">
                <a16:creationId xmlns:a16="http://schemas.microsoft.com/office/drawing/2014/main" id="{D9070AF6-9A34-4502-953A-A80975D60B59}"/>
              </a:ext>
            </a:extLst>
          </p:cNvPr>
          <p:cNvSpPr>
            <a:spLocks noGrp="1"/>
          </p:cNvSpPr>
          <p:nvPr/>
        </p:nvSpPr>
        <p:spPr>
          <a:xfrm>
            <a:off x="9752171" y="2576036"/>
            <a:ext cx="557213" cy="55721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" name="anim_o2242_1">
            <a:extLst>
              <a:ext uri="{FF2B5EF4-FFF2-40B4-BE49-F238E27FC236}">
                <a16:creationId xmlns:a16="http://schemas.microsoft.com/office/drawing/2014/main" id="{0F388DD7-BFB7-4389-BD96-EC363CF443E9}"/>
              </a:ext>
            </a:extLst>
          </p:cNvPr>
          <p:cNvSpPr>
            <a:spLocks noGrp="1"/>
          </p:cNvSpPr>
          <p:nvPr/>
        </p:nvSpPr>
        <p:spPr>
          <a:xfrm>
            <a:off x="10309384" y="2576036"/>
            <a:ext cx="557213" cy="557213"/>
          </a:xfrm>
          <a:prstGeom prst="rect">
            <a:avLst/>
          </a:prstGeom>
          <a:solidFill>
            <a:srgbClr val="83C167">
              <a:alpha val="3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o2353_1">
            <a:extLst>
              <a:ext uri="{FF2B5EF4-FFF2-40B4-BE49-F238E27FC236}">
                <a16:creationId xmlns:a16="http://schemas.microsoft.com/office/drawing/2014/main" id="{FD112280-6AC0-4AE5-B783-6ACEF499E193}"/>
              </a:ext>
            </a:extLst>
          </p:cNvPr>
          <p:cNvSpPr>
            <a:spLocks noGrp="1"/>
          </p:cNvSpPr>
          <p:nvPr/>
        </p:nvSpPr>
        <p:spPr>
          <a:xfrm>
            <a:off x="5280025" y="5810973"/>
            <a:ext cx="1869664" cy="953"/>
          </a:xfrm>
          <a:custGeom>
            <a:avLst/>
            <a:gdLst/>
            <a:ahLst/>
            <a:cxnLst/>
            <a:rect l="0" t="0" r="0" b="0"/>
            <a:pathLst>
              <a:path w="1869664" h="953">
                <a:moveTo>
                  <a:pt x="0" y="0"/>
                </a:moveTo>
                <a:lnTo>
                  <a:pt x="1869664" y="0"/>
                </a:lnTo>
              </a:path>
            </a:pathLst>
          </a:custGeom>
          <a:noFill/>
          <a:ln w="9525">
            <a:solidFill>
              <a:srgbClr val="FFFFFF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0" name="anim_to1982_0_1">
            <a:extLst>
              <a:ext uri="{FF2B5EF4-FFF2-40B4-BE49-F238E27FC236}">
                <a16:creationId xmlns:a16="http://schemas.microsoft.com/office/drawing/2014/main" id="{42380F3B-763F-4FF7-BD8C-B40FC68392FF}"/>
              </a:ext>
            </a:extLst>
          </p:cNvPr>
          <p:cNvSpPr>
            <a:spLocks noGrp="1"/>
          </p:cNvSpPr>
          <p:nvPr/>
        </p:nvSpPr>
        <p:spPr>
          <a:xfrm>
            <a:off x="1290360" y="44115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61" name="anim_to1986_0_1">
            <a:extLst>
              <a:ext uri="{FF2B5EF4-FFF2-40B4-BE49-F238E27FC236}">
                <a16:creationId xmlns:a16="http://schemas.microsoft.com/office/drawing/2014/main" id="{45B0056F-AFF3-4FF0-AAEB-B5474292761E}"/>
              </a:ext>
            </a:extLst>
          </p:cNvPr>
          <p:cNvSpPr>
            <a:spLocks noGrp="1"/>
          </p:cNvSpPr>
          <p:nvPr/>
        </p:nvSpPr>
        <p:spPr>
          <a:xfrm>
            <a:off x="1847572" y="44115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62" name="anim_to1990_0_1">
            <a:extLst>
              <a:ext uri="{FF2B5EF4-FFF2-40B4-BE49-F238E27FC236}">
                <a16:creationId xmlns:a16="http://schemas.microsoft.com/office/drawing/2014/main" id="{DEA352EB-3040-4F4F-8FDE-D8A9E8EF695F}"/>
              </a:ext>
            </a:extLst>
          </p:cNvPr>
          <p:cNvSpPr>
            <a:spLocks noGrp="1"/>
          </p:cNvSpPr>
          <p:nvPr/>
        </p:nvSpPr>
        <p:spPr>
          <a:xfrm>
            <a:off x="2404785" y="44115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63" name="anim_to1994_0_1">
            <a:extLst>
              <a:ext uri="{FF2B5EF4-FFF2-40B4-BE49-F238E27FC236}">
                <a16:creationId xmlns:a16="http://schemas.microsoft.com/office/drawing/2014/main" id="{943EE9F9-A61F-41B0-A7E6-1E395899FBCE}"/>
              </a:ext>
            </a:extLst>
          </p:cNvPr>
          <p:cNvSpPr>
            <a:spLocks noGrp="1"/>
          </p:cNvSpPr>
          <p:nvPr/>
        </p:nvSpPr>
        <p:spPr>
          <a:xfrm>
            <a:off x="2961997" y="44115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64" name="anim_to1998_0_1">
            <a:extLst>
              <a:ext uri="{FF2B5EF4-FFF2-40B4-BE49-F238E27FC236}">
                <a16:creationId xmlns:a16="http://schemas.microsoft.com/office/drawing/2014/main" id="{127BF5D5-5F82-474B-973B-C629F8AD5BDB}"/>
              </a:ext>
            </a:extLst>
          </p:cNvPr>
          <p:cNvSpPr>
            <a:spLocks noGrp="1"/>
          </p:cNvSpPr>
          <p:nvPr/>
        </p:nvSpPr>
        <p:spPr>
          <a:xfrm>
            <a:off x="3519210" y="44115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65" name="anim_to2002_0_1">
            <a:extLst>
              <a:ext uri="{FF2B5EF4-FFF2-40B4-BE49-F238E27FC236}">
                <a16:creationId xmlns:a16="http://schemas.microsoft.com/office/drawing/2014/main" id="{EEE905A4-CB60-4F62-B517-7A84ADB6E46D}"/>
              </a:ext>
            </a:extLst>
          </p:cNvPr>
          <p:cNvSpPr>
            <a:spLocks noGrp="1"/>
          </p:cNvSpPr>
          <p:nvPr/>
        </p:nvSpPr>
        <p:spPr>
          <a:xfrm>
            <a:off x="4076422" y="44115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66" name="anim_to2006_0_1">
            <a:extLst>
              <a:ext uri="{FF2B5EF4-FFF2-40B4-BE49-F238E27FC236}">
                <a16:creationId xmlns:a16="http://schemas.microsoft.com/office/drawing/2014/main" id="{B4D7CC18-8937-4D76-A95C-5C7B51FF584E}"/>
              </a:ext>
            </a:extLst>
          </p:cNvPr>
          <p:cNvSpPr>
            <a:spLocks noGrp="1"/>
          </p:cNvSpPr>
          <p:nvPr/>
        </p:nvSpPr>
        <p:spPr>
          <a:xfrm>
            <a:off x="4633635" y="44115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67" name="anim_to2010_0_1">
            <a:extLst>
              <a:ext uri="{FF2B5EF4-FFF2-40B4-BE49-F238E27FC236}">
                <a16:creationId xmlns:a16="http://schemas.microsoft.com/office/drawing/2014/main" id="{C8E3AAF2-5BDD-4203-BB36-B6D79C31DA51}"/>
              </a:ext>
            </a:extLst>
          </p:cNvPr>
          <p:cNvSpPr>
            <a:spLocks noGrp="1"/>
          </p:cNvSpPr>
          <p:nvPr/>
        </p:nvSpPr>
        <p:spPr>
          <a:xfrm>
            <a:off x="1290360" y="99836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68" name="anim_to2014_0_1">
            <a:extLst>
              <a:ext uri="{FF2B5EF4-FFF2-40B4-BE49-F238E27FC236}">
                <a16:creationId xmlns:a16="http://schemas.microsoft.com/office/drawing/2014/main" id="{FFF2EC6F-0F4B-481C-9870-56C2F361CFB9}"/>
              </a:ext>
            </a:extLst>
          </p:cNvPr>
          <p:cNvSpPr>
            <a:spLocks noGrp="1"/>
          </p:cNvSpPr>
          <p:nvPr/>
        </p:nvSpPr>
        <p:spPr>
          <a:xfrm>
            <a:off x="1847572" y="99836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69" name="anim_to2018_0_1">
            <a:extLst>
              <a:ext uri="{FF2B5EF4-FFF2-40B4-BE49-F238E27FC236}">
                <a16:creationId xmlns:a16="http://schemas.microsoft.com/office/drawing/2014/main" id="{58754940-37CD-42A6-87A2-81F6AA1F33C2}"/>
              </a:ext>
            </a:extLst>
          </p:cNvPr>
          <p:cNvSpPr>
            <a:spLocks noGrp="1"/>
          </p:cNvSpPr>
          <p:nvPr/>
        </p:nvSpPr>
        <p:spPr>
          <a:xfrm>
            <a:off x="2404785" y="99836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70" name="anim_to2022_0_1">
            <a:extLst>
              <a:ext uri="{FF2B5EF4-FFF2-40B4-BE49-F238E27FC236}">
                <a16:creationId xmlns:a16="http://schemas.microsoft.com/office/drawing/2014/main" id="{8708BD47-8118-4B2A-9649-3F099FFA73EA}"/>
              </a:ext>
            </a:extLst>
          </p:cNvPr>
          <p:cNvSpPr>
            <a:spLocks noGrp="1"/>
          </p:cNvSpPr>
          <p:nvPr/>
        </p:nvSpPr>
        <p:spPr>
          <a:xfrm>
            <a:off x="2961997" y="99836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71" name="anim_to2026_0_1">
            <a:extLst>
              <a:ext uri="{FF2B5EF4-FFF2-40B4-BE49-F238E27FC236}">
                <a16:creationId xmlns:a16="http://schemas.microsoft.com/office/drawing/2014/main" id="{E65C259F-C25A-4E60-B615-1CA179E4FD67}"/>
              </a:ext>
            </a:extLst>
          </p:cNvPr>
          <p:cNvSpPr>
            <a:spLocks noGrp="1"/>
          </p:cNvSpPr>
          <p:nvPr/>
        </p:nvSpPr>
        <p:spPr>
          <a:xfrm>
            <a:off x="3519210" y="99836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72" name="anim_to2030_0_1">
            <a:extLst>
              <a:ext uri="{FF2B5EF4-FFF2-40B4-BE49-F238E27FC236}">
                <a16:creationId xmlns:a16="http://schemas.microsoft.com/office/drawing/2014/main" id="{DEB30D43-D5DF-4CDA-9F8A-7D6A8F0B1D1D}"/>
              </a:ext>
            </a:extLst>
          </p:cNvPr>
          <p:cNvSpPr>
            <a:spLocks noGrp="1"/>
          </p:cNvSpPr>
          <p:nvPr/>
        </p:nvSpPr>
        <p:spPr>
          <a:xfrm>
            <a:off x="4076422" y="99836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73" name="anim_to2034_0_1">
            <a:extLst>
              <a:ext uri="{FF2B5EF4-FFF2-40B4-BE49-F238E27FC236}">
                <a16:creationId xmlns:a16="http://schemas.microsoft.com/office/drawing/2014/main" id="{B88D638A-DA04-4266-BAED-0D607EE46ABD}"/>
              </a:ext>
            </a:extLst>
          </p:cNvPr>
          <p:cNvSpPr>
            <a:spLocks noGrp="1"/>
          </p:cNvSpPr>
          <p:nvPr/>
        </p:nvSpPr>
        <p:spPr>
          <a:xfrm>
            <a:off x="4633635" y="99836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74" name="anim_to2038_0_1">
            <a:extLst>
              <a:ext uri="{FF2B5EF4-FFF2-40B4-BE49-F238E27FC236}">
                <a16:creationId xmlns:a16="http://schemas.microsoft.com/office/drawing/2014/main" id="{F56437B1-262E-4EFB-AE17-573C21ED3803}"/>
              </a:ext>
            </a:extLst>
          </p:cNvPr>
          <p:cNvSpPr>
            <a:spLocks noGrp="1"/>
          </p:cNvSpPr>
          <p:nvPr/>
        </p:nvSpPr>
        <p:spPr>
          <a:xfrm>
            <a:off x="1290360" y="155558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75" name="anim_to2042_0_1">
            <a:extLst>
              <a:ext uri="{FF2B5EF4-FFF2-40B4-BE49-F238E27FC236}">
                <a16:creationId xmlns:a16="http://schemas.microsoft.com/office/drawing/2014/main" id="{BAAF95FC-2260-410F-A536-A250F3280F6B}"/>
              </a:ext>
            </a:extLst>
          </p:cNvPr>
          <p:cNvSpPr>
            <a:spLocks noGrp="1"/>
          </p:cNvSpPr>
          <p:nvPr/>
        </p:nvSpPr>
        <p:spPr>
          <a:xfrm>
            <a:off x="1847572" y="155558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76" name="anim_to2046_0_1">
            <a:extLst>
              <a:ext uri="{FF2B5EF4-FFF2-40B4-BE49-F238E27FC236}">
                <a16:creationId xmlns:a16="http://schemas.microsoft.com/office/drawing/2014/main" id="{5D264E6B-DE29-4CA6-B482-AE98FF42E846}"/>
              </a:ext>
            </a:extLst>
          </p:cNvPr>
          <p:cNvSpPr>
            <a:spLocks noGrp="1"/>
          </p:cNvSpPr>
          <p:nvPr/>
        </p:nvSpPr>
        <p:spPr>
          <a:xfrm>
            <a:off x="2404785" y="155558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77" name="anim_to2050_0_1">
            <a:extLst>
              <a:ext uri="{FF2B5EF4-FFF2-40B4-BE49-F238E27FC236}">
                <a16:creationId xmlns:a16="http://schemas.microsoft.com/office/drawing/2014/main" id="{8F2C4616-B40A-42D3-A6B0-FD4AE953C188}"/>
              </a:ext>
            </a:extLst>
          </p:cNvPr>
          <p:cNvSpPr>
            <a:spLocks noGrp="1"/>
          </p:cNvSpPr>
          <p:nvPr/>
        </p:nvSpPr>
        <p:spPr>
          <a:xfrm>
            <a:off x="2961997" y="155558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78" name="anim_to2054_0_1">
            <a:extLst>
              <a:ext uri="{FF2B5EF4-FFF2-40B4-BE49-F238E27FC236}">
                <a16:creationId xmlns:a16="http://schemas.microsoft.com/office/drawing/2014/main" id="{F095E22B-1A2E-47F0-B7B9-967F641999E5}"/>
              </a:ext>
            </a:extLst>
          </p:cNvPr>
          <p:cNvSpPr>
            <a:spLocks noGrp="1"/>
          </p:cNvSpPr>
          <p:nvPr/>
        </p:nvSpPr>
        <p:spPr>
          <a:xfrm>
            <a:off x="3519210" y="155558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79" name="anim_to2058_0_1">
            <a:extLst>
              <a:ext uri="{FF2B5EF4-FFF2-40B4-BE49-F238E27FC236}">
                <a16:creationId xmlns:a16="http://schemas.microsoft.com/office/drawing/2014/main" id="{BCE2EBFE-704D-4DFE-8E2E-E1ED7F10B0B2}"/>
              </a:ext>
            </a:extLst>
          </p:cNvPr>
          <p:cNvSpPr>
            <a:spLocks noGrp="1"/>
          </p:cNvSpPr>
          <p:nvPr/>
        </p:nvSpPr>
        <p:spPr>
          <a:xfrm>
            <a:off x="4076422" y="155558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80" name="anim_to2062_0_1">
            <a:extLst>
              <a:ext uri="{FF2B5EF4-FFF2-40B4-BE49-F238E27FC236}">
                <a16:creationId xmlns:a16="http://schemas.microsoft.com/office/drawing/2014/main" id="{598DA631-69E2-4110-8F87-E2F4209581E7}"/>
              </a:ext>
            </a:extLst>
          </p:cNvPr>
          <p:cNvSpPr>
            <a:spLocks noGrp="1"/>
          </p:cNvSpPr>
          <p:nvPr/>
        </p:nvSpPr>
        <p:spPr>
          <a:xfrm>
            <a:off x="4633635" y="155558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81" name="anim_to2066_0_1">
            <a:extLst>
              <a:ext uri="{FF2B5EF4-FFF2-40B4-BE49-F238E27FC236}">
                <a16:creationId xmlns:a16="http://schemas.microsoft.com/office/drawing/2014/main" id="{FD25215C-124C-481D-B9E9-0E8F5A31CC2D}"/>
              </a:ext>
            </a:extLst>
          </p:cNvPr>
          <p:cNvSpPr>
            <a:spLocks noGrp="1"/>
          </p:cNvSpPr>
          <p:nvPr/>
        </p:nvSpPr>
        <p:spPr>
          <a:xfrm>
            <a:off x="1290360" y="211279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82" name="anim_to2070_0_1">
            <a:extLst>
              <a:ext uri="{FF2B5EF4-FFF2-40B4-BE49-F238E27FC236}">
                <a16:creationId xmlns:a16="http://schemas.microsoft.com/office/drawing/2014/main" id="{68794953-D2EC-4BC5-AE32-2D4393E3E3A4}"/>
              </a:ext>
            </a:extLst>
          </p:cNvPr>
          <p:cNvSpPr>
            <a:spLocks noGrp="1"/>
          </p:cNvSpPr>
          <p:nvPr/>
        </p:nvSpPr>
        <p:spPr>
          <a:xfrm>
            <a:off x="1847572" y="211279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83" name="anim_to2074_0_1">
            <a:extLst>
              <a:ext uri="{FF2B5EF4-FFF2-40B4-BE49-F238E27FC236}">
                <a16:creationId xmlns:a16="http://schemas.microsoft.com/office/drawing/2014/main" id="{35E2206D-93F6-444E-8B46-D76F6CA33BB7}"/>
              </a:ext>
            </a:extLst>
          </p:cNvPr>
          <p:cNvSpPr>
            <a:spLocks noGrp="1"/>
          </p:cNvSpPr>
          <p:nvPr/>
        </p:nvSpPr>
        <p:spPr>
          <a:xfrm>
            <a:off x="2404785" y="211279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84" name="anim_to2078_0_1">
            <a:extLst>
              <a:ext uri="{FF2B5EF4-FFF2-40B4-BE49-F238E27FC236}">
                <a16:creationId xmlns:a16="http://schemas.microsoft.com/office/drawing/2014/main" id="{ECEFA377-AC9C-486F-8F39-D93FD2CE7473}"/>
              </a:ext>
            </a:extLst>
          </p:cNvPr>
          <p:cNvSpPr>
            <a:spLocks noGrp="1"/>
          </p:cNvSpPr>
          <p:nvPr/>
        </p:nvSpPr>
        <p:spPr>
          <a:xfrm>
            <a:off x="2961997" y="211279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85" name="anim_to2082_0_1">
            <a:extLst>
              <a:ext uri="{FF2B5EF4-FFF2-40B4-BE49-F238E27FC236}">
                <a16:creationId xmlns:a16="http://schemas.microsoft.com/office/drawing/2014/main" id="{4F0BF62F-F510-442C-BF40-80D11F8E481E}"/>
              </a:ext>
            </a:extLst>
          </p:cNvPr>
          <p:cNvSpPr>
            <a:spLocks noGrp="1"/>
          </p:cNvSpPr>
          <p:nvPr/>
        </p:nvSpPr>
        <p:spPr>
          <a:xfrm>
            <a:off x="3519210" y="211279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86" name="anim_to2086_0_1">
            <a:extLst>
              <a:ext uri="{FF2B5EF4-FFF2-40B4-BE49-F238E27FC236}">
                <a16:creationId xmlns:a16="http://schemas.microsoft.com/office/drawing/2014/main" id="{2ED634FD-0FA8-4032-8601-8833776966C8}"/>
              </a:ext>
            </a:extLst>
          </p:cNvPr>
          <p:cNvSpPr>
            <a:spLocks noGrp="1"/>
          </p:cNvSpPr>
          <p:nvPr/>
        </p:nvSpPr>
        <p:spPr>
          <a:xfrm>
            <a:off x="4076422" y="211279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87" name="anim_to2090_0_1">
            <a:extLst>
              <a:ext uri="{FF2B5EF4-FFF2-40B4-BE49-F238E27FC236}">
                <a16:creationId xmlns:a16="http://schemas.microsoft.com/office/drawing/2014/main" id="{D18FDFF3-94C6-4879-B96D-2CEB097E36C6}"/>
              </a:ext>
            </a:extLst>
          </p:cNvPr>
          <p:cNvSpPr>
            <a:spLocks noGrp="1"/>
          </p:cNvSpPr>
          <p:nvPr/>
        </p:nvSpPr>
        <p:spPr>
          <a:xfrm>
            <a:off x="4633635" y="211279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88" name="anim_to2094_0_1">
            <a:extLst>
              <a:ext uri="{FF2B5EF4-FFF2-40B4-BE49-F238E27FC236}">
                <a16:creationId xmlns:a16="http://schemas.microsoft.com/office/drawing/2014/main" id="{E0571610-C306-428A-AAAA-700FA51F3CF0}"/>
              </a:ext>
            </a:extLst>
          </p:cNvPr>
          <p:cNvSpPr>
            <a:spLocks noGrp="1"/>
          </p:cNvSpPr>
          <p:nvPr/>
        </p:nvSpPr>
        <p:spPr>
          <a:xfrm>
            <a:off x="1290360" y="267000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89" name="anim_to2098_0_1">
            <a:extLst>
              <a:ext uri="{FF2B5EF4-FFF2-40B4-BE49-F238E27FC236}">
                <a16:creationId xmlns:a16="http://schemas.microsoft.com/office/drawing/2014/main" id="{E4ECA5DE-3BBF-49FC-A758-4DB3D5A311F5}"/>
              </a:ext>
            </a:extLst>
          </p:cNvPr>
          <p:cNvSpPr>
            <a:spLocks noGrp="1"/>
          </p:cNvSpPr>
          <p:nvPr/>
        </p:nvSpPr>
        <p:spPr>
          <a:xfrm>
            <a:off x="1847572" y="267000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90" name="anim_to2102_0_1">
            <a:extLst>
              <a:ext uri="{FF2B5EF4-FFF2-40B4-BE49-F238E27FC236}">
                <a16:creationId xmlns:a16="http://schemas.microsoft.com/office/drawing/2014/main" id="{109BE89C-73B4-4260-A84E-22CA8CB8819C}"/>
              </a:ext>
            </a:extLst>
          </p:cNvPr>
          <p:cNvSpPr>
            <a:spLocks noGrp="1"/>
          </p:cNvSpPr>
          <p:nvPr/>
        </p:nvSpPr>
        <p:spPr>
          <a:xfrm>
            <a:off x="2404785" y="267000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9</a:t>
            </a:r>
          </a:p>
        </p:txBody>
      </p:sp>
      <p:sp>
        <p:nvSpPr>
          <p:cNvPr id="91" name="anim_to2106_0_1">
            <a:extLst>
              <a:ext uri="{FF2B5EF4-FFF2-40B4-BE49-F238E27FC236}">
                <a16:creationId xmlns:a16="http://schemas.microsoft.com/office/drawing/2014/main" id="{99956B7D-989E-4827-8792-2B130F1CB290}"/>
              </a:ext>
            </a:extLst>
          </p:cNvPr>
          <p:cNvSpPr>
            <a:spLocks noGrp="1"/>
          </p:cNvSpPr>
          <p:nvPr/>
        </p:nvSpPr>
        <p:spPr>
          <a:xfrm>
            <a:off x="2961997" y="267000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92" name="anim_to2110_0_1">
            <a:extLst>
              <a:ext uri="{FF2B5EF4-FFF2-40B4-BE49-F238E27FC236}">
                <a16:creationId xmlns:a16="http://schemas.microsoft.com/office/drawing/2014/main" id="{327E3A91-1AB3-4D5B-87BA-9BA92467CF6B}"/>
              </a:ext>
            </a:extLst>
          </p:cNvPr>
          <p:cNvSpPr>
            <a:spLocks noGrp="1"/>
          </p:cNvSpPr>
          <p:nvPr/>
        </p:nvSpPr>
        <p:spPr>
          <a:xfrm>
            <a:off x="3519210" y="267000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93" name="anim_to2114_0_1">
            <a:extLst>
              <a:ext uri="{FF2B5EF4-FFF2-40B4-BE49-F238E27FC236}">
                <a16:creationId xmlns:a16="http://schemas.microsoft.com/office/drawing/2014/main" id="{C02A48E4-4B52-442B-9630-3F3B1C4E4951}"/>
              </a:ext>
            </a:extLst>
          </p:cNvPr>
          <p:cNvSpPr>
            <a:spLocks noGrp="1"/>
          </p:cNvSpPr>
          <p:nvPr/>
        </p:nvSpPr>
        <p:spPr>
          <a:xfrm>
            <a:off x="4076422" y="267000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94" name="anim_to2118_0_1">
            <a:extLst>
              <a:ext uri="{FF2B5EF4-FFF2-40B4-BE49-F238E27FC236}">
                <a16:creationId xmlns:a16="http://schemas.microsoft.com/office/drawing/2014/main" id="{E67C9F63-4DB0-41EC-8794-8775C0BC7D8B}"/>
              </a:ext>
            </a:extLst>
          </p:cNvPr>
          <p:cNvSpPr>
            <a:spLocks noGrp="1"/>
          </p:cNvSpPr>
          <p:nvPr/>
        </p:nvSpPr>
        <p:spPr>
          <a:xfrm>
            <a:off x="4633635" y="267000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95" name="anim_to2122_0_1">
            <a:extLst>
              <a:ext uri="{FF2B5EF4-FFF2-40B4-BE49-F238E27FC236}">
                <a16:creationId xmlns:a16="http://schemas.microsoft.com/office/drawing/2014/main" id="{3FE5C439-0E63-4256-A69B-142C746BE21F}"/>
              </a:ext>
            </a:extLst>
          </p:cNvPr>
          <p:cNvSpPr>
            <a:spLocks noGrp="1"/>
          </p:cNvSpPr>
          <p:nvPr/>
        </p:nvSpPr>
        <p:spPr>
          <a:xfrm>
            <a:off x="1290360" y="322721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96" name="anim_to2126_0_1">
            <a:extLst>
              <a:ext uri="{FF2B5EF4-FFF2-40B4-BE49-F238E27FC236}">
                <a16:creationId xmlns:a16="http://schemas.microsoft.com/office/drawing/2014/main" id="{3F2D366B-5C72-4CBF-A578-3E4CEFEA7100}"/>
              </a:ext>
            </a:extLst>
          </p:cNvPr>
          <p:cNvSpPr>
            <a:spLocks noGrp="1"/>
          </p:cNvSpPr>
          <p:nvPr/>
        </p:nvSpPr>
        <p:spPr>
          <a:xfrm>
            <a:off x="1847572" y="322721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97" name="anim_to2130_0_1">
            <a:extLst>
              <a:ext uri="{FF2B5EF4-FFF2-40B4-BE49-F238E27FC236}">
                <a16:creationId xmlns:a16="http://schemas.microsoft.com/office/drawing/2014/main" id="{A088BA48-3C0D-415E-995F-3C6676779EA4}"/>
              </a:ext>
            </a:extLst>
          </p:cNvPr>
          <p:cNvSpPr>
            <a:spLocks noGrp="1"/>
          </p:cNvSpPr>
          <p:nvPr/>
        </p:nvSpPr>
        <p:spPr>
          <a:xfrm>
            <a:off x="2404785" y="322721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98" name="anim_to2134_0_1">
            <a:extLst>
              <a:ext uri="{FF2B5EF4-FFF2-40B4-BE49-F238E27FC236}">
                <a16:creationId xmlns:a16="http://schemas.microsoft.com/office/drawing/2014/main" id="{BEE3BDDC-EE0F-4942-BE05-0B1C72998E61}"/>
              </a:ext>
            </a:extLst>
          </p:cNvPr>
          <p:cNvSpPr>
            <a:spLocks noGrp="1"/>
          </p:cNvSpPr>
          <p:nvPr/>
        </p:nvSpPr>
        <p:spPr>
          <a:xfrm>
            <a:off x="2961997" y="322721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99" name="anim_to2138_0_1">
            <a:extLst>
              <a:ext uri="{FF2B5EF4-FFF2-40B4-BE49-F238E27FC236}">
                <a16:creationId xmlns:a16="http://schemas.microsoft.com/office/drawing/2014/main" id="{FF8E4C1C-F54D-4422-99F6-64FDB938A84C}"/>
              </a:ext>
            </a:extLst>
          </p:cNvPr>
          <p:cNvSpPr>
            <a:spLocks noGrp="1"/>
          </p:cNvSpPr>
          <p:nvPr/>
        </p:nvSpPr>
        <p:spPr>
          <a:xfrm>
            <a:off x="3519210" y="322721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100" name="anim_to2142_0_1">
            <a:extLst>
              <a:ext uri="{FF2B5EF4-FFF2-40B4-BE49-F238E27FC236}">
                <a16:creationId xmlns:a16="http://schemas.microsoft.com/office/drawing/2014/main" id="{DB38E554-FC17-4D2D-9BE9-E5C32D9FBA3C}"/>
              </a:ext>
            </a:extLst>
          </p:cNvPr>
          <p:cNvSpPr>
            <a:spLocks noGrp="1"/>
          </p:cNvSpPr>
          <p:nvPr/>
        </p:nvSpPr>
        <p:spPr>
          <a:xfrm>
            <a:off x="4076422" y="322721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101" name="anim_to2146_0_1">
            <a:extLst>
              <a:ext uri="{FF2B5EF4-FFF2-40B4-BE49-F238E27FC236}">
                <a16:creationId xmlns:a16="http://schemas.microsoft.com/office/drawing/2014/main" id="{F756A5E7-D2B7-4917-A4EB-A2BAECA3956D}"/>
              </a:ext>
            </a:extLst>
          </p:cNvPr>
          <p:cNvSpPr>
            <a:spLocks noGrp="1"/>
          </p:cNvSpPr>
          <p:nvPr/>
        </p:nvSpPr>
        <p:spPr>
          <a:xfrm>
            <a:off x="4633635" y="3227219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102" name="anim_to2150_0_1">
            <a:extLst>
              <a:ext uri="{FF2B5EF4-FFF2-40B4-BE49-F238E27FC236}">
                <a16:creationId xmlns:a16="http://schemas.microsoft.com/office/drawing/2014/main" id="{46448457-135D-4367-AE02-F2B213FC5217}"/>
              </a:ext>
            </a:extLst>
          </p:cNvPr>
          <p:cNvSpPr>
            <a:spLocks noGrp="1"/>
          </p:cNvSpPr>
          <p:nvPr/>
        </p:nvSpPr>
        <p:spPr>
          <a:xfrm>
            <a:off x="1290360" y="378443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03" name="anim_to2154_0_1">
            <a:extLst>
              <a:ext uri="{FF2B5EF4-FFF2-40B4-BE49-F238E27FC236}">
                <a16:creationId xmlns:a16="http://schemas.microsoft.com/office/drawing/2014/main" id="{B0E0C506-34A9-437C-8D56-B90BA5672A26}"/>
              </a:ext>
            </a:extLst>
          </p:cNvPr>
          <p:cNvSpPr>
            <a:spLocks noGrp="1"/>
          </p:cNvSpPr>
          <p:nvPr/>
        </p:nvSpPr>
        <p:spPr>
          <a:xfrm>
            <a:off x="1847572" y="378443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04" name="anim_to2158_0_1">
            <a:extLst>
              <a:ext uri="{FF2B5EF4-FFF2-40B4-BE49-F238E27FC236}">
                <a16:creationId xmlns:a16="http://schemas.microsoft.com/office/drawing/2014/main" id="{ACCE9B69-944B-42F6-9BF5-B8805F054032}"/>
              </a:ext>
            </a:extLst>
          </p:cNvPr>
          <p:cNvSpPr>
            <a:spLocks noGrp="1"/>
          </p:cNvSpPr>
          <p:nvPr/>
        </p:nvSpPr>
        <p:spPr>
          <a:xfrm>
            <a:off x="2404785" y="378443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105" name="anim_to2162_0_1">
            <a:extLst>
              <a:ext uri="{FF2B5EF4-FFF2-40B4-BE49-F238E27FC236}">
                <a16:creationId xmlns:a16="http://schemas.microsoft.com/office/drawing/2014/main" id="{63344CF7-0D29-4A44-A6B4-023569456EA8}"/>
              </a:ext>
            </a:extLst>
          </p:cNvPr>
          <p:cNvSpPr>
            <a:spLocks noGrp="1"/>
          </p:cNvSpPr>
          <p:nvPr/>
        </p:nvSpPr>
        <p:spPr>
          <a:xfrm>
            <a:off x="2961997" y="378443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06" name="anim_to2166_0_1">
            <a:extLst>
              <a:ext uri="{FF2B5EF4-FFF2-40B4-BE49-F238E27FC236}">
                <a16:creationId xmlns:a16="http://schemas.microsoft.com/office/drawing/2014/main" id="{78577558-2773-45C8-AD53-000A6468EDD8}"/>
              </a:ext>
            </a:extLst>
          </p:cNvPr>
          <p:cNvSpPr>
            <a:spLocks noGrp="1"/>
          </p:cNvSpPr>
          <p:nvPr/>
        </p:nvSpPr>
        <p:spPr>
          <a:xfrm>
            <a:off x="3519210" y="378443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07" name="anim_to2170_0_1">
            <a:extLst>
              <a:ext uri="{FF2B5EF4-FFF2-40B4-BE49-F238E27FC236}">
                <a16:creationId xmlns:a16="http://schemas.microsoft.com/office/drawing/2014/main" id="{DA04BC8F-1005-46A9-AC14-6E32A8574498}"/>
              </a:ext>
            </a:extLst>
          </p:cNvPr>
          <p:cNvSpPr>
            <a:spLocks noGrp="1"/>
          </p:cNvSpPr>
          <p:nvPr/>
        </p:nvSpPr>
        <p:spPr>
          <a:xfrm>
            <a:off x="4076422" y="378443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108" name="anim_to2174_0_1">
            <a:extLst>
              <a:ext uri="{FF2B5EF4-FFF2-40B4-BE49-F238E27FC236}">
                <a16:creationId xmlns:a16="http://schemas.microsoft.com/office/drawing/2014/main" id="{7D918A74-0876-4E1F-8A57-24821050E56D}"/>
              </a:ext>
            </a:extLst>
          </p:cNvPr>
          <p:cNvSpPr>
            <a:spLocks noGrp="1"/>
          </p:cNvSpPr>
          <p:nvPr/>
        </p:nvSpPr>
        <p:spPr>
          <a:xfrm>
            <a:off x="4633635" y="378443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109" name="anim_to2265_0_1">
            <a:extLst>
              <a:ext uri="{FF2B5EF4-FFF2-40B4-BE49-F238E27FC236}">
                <a16:creationId xmlns:a16="http://schemas.microsoft.com/office/drawing/2014/main" id="{800FA413-F5FD-4433-BD8E-BB9CB6D6B118}"/>
              </a:ext>
            </a:extLst>
          </p:cNvPr>
          <p:cNvSpPr>
            <a:spLocks noGrp="1"/>
          </p:cNvSpPr>
          <p:nvPr/>
        </p:nvSpPr>
        <p:spPr>
          <a:xfrm>
            <a:off x="9382800" y="155558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10" name="anim_to2267_0_1">
            <a:extLst>
              <a:ext uri="{FF2B5EF4-FFF2-40B4-BE49-F238E27FC236}">
                <a16:creationId xmlns:a16="http://schemas.microsoft.com/office/drawing/2014/main" id="{62C6E664-D8B5-4174-96F0-482993A79F75}"/>
              </a:ext>
            </a:extLst>
          </p:cNvPr>
          <p:cNvSpPr>
            <a:spLocks noGrp="1"/>
          </p:cNvSpPr>
          <p:nvPr/>
        </p:nvSpPr>
        <p:spPr>
          <a:xfrm>
            <a:off x="9940012" y="155558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11" name="anim_to2269_0_1">
            <a:extLst>
              <a:ext uri="{FF2B5EF4-FFF2-40B4-BE49-F238E27FC236}">
                <a16:creationId xmlns:a16="http://schemas.microsoft.com/office/drawing/2014/main" id="{5FB32F70-F64A-4099-85B1-385B848AFD1B}"/>
              </a:ext>
            </a:extLst>
          </p:cNvPr>
          <p:cNvSpPr>
            <a:spLocks noGrp="1"/>
          </p:cNvSpPr>
          <p:nvPr/>
        </p:nvSpPr>
        <p:spPr>
          <a:xfrm>
            <a:off x="10415985" y="1555581"/>
            <a:ext cx="36306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15</a:t>
            </a:r>
          </a:p>
        </p:txBody>
      </p:sp>
      <p:sp>
        <p:nvSpPr>
          <p:cNvPr id="112" name="anim_to2272_0_1">
            <a:extLst>
              <a:ext uri="{FF2B5EF4-FFF2-40B4-BE49-F238E27FC236}">
                <a16:creationId xmlns:a16="http://schemas.microsoft.com/office/drawing/2014/main" id="{4E596BBA-168C-4EC2-98C1-C6CB9D6DB598}"/>
              </a:ext>
            </a:extLst>
          </p:cNvPr>
          <p:cNvSpPr>
            <a:spLocks noGrp="1"/>
          </p:cNvSpPr>
          <p:nvPr/>
        </p:nvSpPr>
        <p:spPr>
          <a:xfrm>
            <a:off x="9382800" y="211279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113" name="anim_to2274_0_1">
            <a:extLst>
              <a:ext uri="{FF2B5EF4-FFF2-40B4-BE49-F238E27FC236}">
                <a16:creationId xmlns:a16="http://schemas.microsoft.com/office/drawing/2014/main" id="{BA2D43CF-32DA-4E26-8951-E27DB7806B68}"/>
              </a:ext>
            </a:extLst>
          </p:cNvPr>
          <p:cNvSpPr>
            <a:spLocks noGrp="1"/>
          </p:cNvSpPr>
          <p:nvPr/>
        </p:nvSpPr>
        <p:spPr>
          <a:xfrm>
            <a:off x="9858772" y="2112794"/>
            <a:ext cx="36306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-3</a:t>
            </a:r>
          </a:p>
        </p:txBody>
      </p:sp>
      <p:sp>
        <p:nvSpPr>
          <p:cNvPr id="114" name="anim_to2277_0_1">
            <a:extLst>
              <a:ext uri="{FF2B5EF4-FFF2-40B4-BE49-F238E27FC236}">
                <a16:creationId xmlns:a16="http://schemas.microsoft.com/office/drawing/2014/main" id="{DAAA71C0-0D26-44B5-872A-9A4DB61BA139}"/>
              </a:ext>
            </a:extLst>
          </p:cNvPr>
          <p:cNvSpPr>
            <a:spLocks noGrp="1"/>
          </p:cNvSpPr>
          <p:nvPr/>
        </p:nvSpPr>
        <p:spPr>
          <a:xfrm>
            <a:off x="10497225" y="211279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115" name="anim_to2279_0_1">
            <a:extLst>
              <a:ext uri="{FF2B5EF4-FFF2-40B4-BE49-F238E27FC236}">
                <a16:creationId xmlns:a16="http://schemas.microsoft.com/office/drawing/2014/main" id="{FD87EC59-A8F9-4B79-8D34-A0B873DC605E}"/>
              </a:ext>
            </a:extLst>
          </p:cNvPr>
          <p:cNvSpPr>
            <a:spLocks noGrp="1"/>
          </p:cNvSpPr>
          <p:nvPr/>
        </p:nvSpPr>
        <p:spPr>
          <a:xfrm>
            <a:off x="9301560" y="2670006"/>
            <a:ext cx="36306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12</a:t>
            </a:r>
          </a:p>
        </p:txBody>
      </p:sp>
      <p:sp>
        <p:nvSpPr>
          <p:cNvPr id="116" name="anim_to2282_0_1">
            <a:extLst>
              <a:ext uri="{FF2B5EF4-FFF2-40B4-BE49-F238E27FC236}">
                <a16:creationId xmlns:a16="http://schemas.microsoft.com/office/drawing/2014/main" id="{B9B0FAB7-25EC-444D-BC4E-7D2B88161779}"/>
              </a:ext>
            </a:extLst>
          </p:cNvPr>
          <p:cNvSpPr>
            <a:spLocks noGrp="1"/>
          </p:cNvSpPr>
          <p:nvPr/>
        </p:nvSpPr>
        <p:spPr>
          <a:xfrm>
            <a:off x="9858772" y="2670006"/>
            <a:ext cx="36306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17" name="anim_to2285_0_1">
            <a:extLst>
              <a:ext uri="{FF2B5EF4-FFF2-40B4-BE49-F238E27FC236}">
                <a16:creationId xmlns:a16="http://schemas.microsoft.com/office/drawing/2014/main" id="{9CF07788-9BF4-47F9-9FDE-DB1314B1EAB7}"/>
              </a:ext>
            </a:extLst>
          </p:cNvPr>
          <p:cNvSpPr>
            <a:spLocks noGrp="1"/>
          </p:cNvSpPr>
          <p:nvPr/>
        </p:nvSpPr>
        <p:spPr>
          <a:xfrm>
            <a:off x="10415985" y="2670006"/>
            <a:ext cx="36306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-4</a:t>
            </a:r>
          </a:p>
        </p:txBody>
      </p:sp>
      <p:sp>
        <p:nvSpPr>
          <p:cNvPr id="118" name="anim_to2246_0_1">
            <a:extLst>
              <a:ext uri="{FF2B5EF4-FFF2-40B4-BE49-F238E27FC236}">
                <a16:creationId xmlns:a16="http://schemas.microsoft.com/office/drawing/2014/main" id="{D33906C1-6F50-42FA-A549-716A05259109}"/>
              </a:ext>
            </a:extLst>
          </p:cNvPr>
          <p:cNvSpPr>
            <a:spLocks noGrp="1"/>
          </p:cNvSpPr>
          <p:nvPr/>
        </p:nvSpPr>
        <p:spPr>
          <a:xfrm>
            <a:off x="5497116" y="1903473"/>
            <a:ext cx="305991" cy="78791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*</a:t>
            </a:r>
          </a:p>
        </p:txBody>
      </p:sp>
      <p:sp>
        <p:nvSpPr>
          <p:cNvPr id="119" name="anim_to2250_0_1">
            <a:extLst>
              <a:ext uri="{FF2B5EF4-FFF2-40B4-BE49-F238E27FC236}">
                <a16:creationId xmlns:a16="http://schemas.microsoft.com/office/drawing/2014/main" id="{A1814950-6F96-4C05-B785-9546F9497E67}"/>
              </a:ext>
            </a:extLst>
          </p:cNvPr>
          <p:cNvSpPr>
            <a:spLocks noGrp="1"/>
          </p:cNvSpPr>
          <p:nvPr/>
        </p:nvSpPr>
        <p:spPr>
          <a:xfrm>
            <a:off x="8208169" y="1903473"/>
            <a:ext cx="510848" cy="78791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120" name="anim_to2325_0_1">
            <a:extLst>
              <a:ext uri="{FF2B5EF4-FFF2-40B4-BE49-F238E27FC236}">
                <a16:creationId xmlns:a16="http://schemas.microsoft.com/office/drawing/2014/main" id="{6D73BB3A-3FD5-490A-8F39-495ACB31A7B4}"/>
              </a:ext>
            </a:extLst>
          </p:cNvPr>
          <p:cNvSpPr>
            <a:spLocks noGrp="1"/>
          </p:cNvSpPr>
          <p:nvPr/>
        </p:nvSpPr>
        <p:spPr>
          <a:xfrm>
            <a:off x="4956122" y="5417642"/>
            <a:ext cx="231139" cy="6894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34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34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34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⌊</a:t>
            </a:r>
          </a:p>
        </p:txBody>
      </p:sp>
      <p:sp>
        <p:nvSpPr>
          <p:cNvPr id="121" name="anim_to2330_0_1">
            <a:extLst>
              <a:ext uri="{FF2B5EF4-FFF2-40B4-BE49-F238E27FC236}">
                <a16:creationId xmlns:a16="http://schemas.microsoft.com/office/drawing/2014/main" id="{0738F36E-0E27-4699-A18B-EBC615CCA49C}"/>
              </a:ext>
            </a:extLst>
          </p:cNvPr>
          <p:cNvSpPr>
            <a:spLocks noGrp="1"/>
          </p:cNvSpPr>
          <p:nvPr/>
        </p:nvSpPr>
        <p:spPr>
          <a:xfrm>
            <a:off x="5315505" y="5310010"/>
            <a:ext cx="289106" cy="5653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56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n</a:t>
            </a:r>
          </a:p>
        </p:txBody>
      </p:sp>
      <p:sp>
        <p:nvSpPr>
          <p:cNvPr id="122" name="anim_to2334_0_1">
            <a:extLst>
              <a:ext uri="{FF2B5EF4-FFF2-40B4-BE49-F238E27FC236}">
                <a16:creationId xmlns:a16="http://schemas.microsoft.com/office/drawing/2014/main" id="{600D1A2B-B325-4661-96B7-815185062C08}"/>
              </a:ext>
            </a:extLst>
          </p:cNvPr>
          <p:cNvSpPr>
            <a:spLocks noGrp="1"/>
          </p:cNvSpPr>
          <p:nvPr/>
        </p:nvSpPr>
        <p:spPr>
          <a:xfrm>
            <a:off x="5666009" y="5310010"/>
            <a:ext cx="377297" cy="5653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1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1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pPr>
            <a:r>
              <a:rPr sz="3561" b="0">
                <a:solidFill>
                  <a:srgbClr val="FF8080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123" name="anim_to2338_0_1">
            <a:extLst>
              <a:ext uri="{FF2B5EF4-FFF2-40B4-BE49-F238E27FC236}">
                <a16:creationId xmlns:a16="http://schemas.microsoft.com/office/drawing/2014/main" id="{5EA1FCC8-A350-4231-A7AE-199868B28AB4}"/>
              </a:ext>
            </a:extLst>
          </p:cNvPr>
          <p:cNvSpPr>
            <a:spLocks noGrp="1"/>
          </p:cNvSpPr>
          <p:nvPr/>
        </p:nvSpPr>
        <p:spPr>
          <a:xfrm>
            <a:off x="6104703" y="5310010"/>
            <a:ext cx="289106" cy="5653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1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1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3561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2</a:t>
            </a:r>
          </a:p>
        </p:txBody>
      </p:sp>
      <p:sp>
        <p:nvSpPr>
          <p:cNvPr id="124" name="anim_to2340_0_1">
            <a:extLst>
              <a:ext uri="{FF2B5EF4-FFF2-40B4-BE49-F238E27FC236}">
                <a16:creationId xmlns:a16="http://schemas.microsoft.com/office/drawing/2014/main" id="{4B92409B-386A-43FF-A06A-DDF41497F26D}"/>
              </a:ext>
            </a:extLst>
          </p:cNvPr>
          <p:cNvSpPr>
            <a:spLocks noGrp="1"/>
          </p:cNvSpPr>
          <p:nvPr/>
        </p:nvSpPr>
        <p:spPr>
          <a:xfrm>
            <a:off x="6355709" y="5310010"/>
            <a:ext cx="289106" cy="5653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56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p</a:t>
            </a:r>
          </a:p>
        </p:txBody>
      </p:sp>
      <p:sp>
        <p:nvSpPr>
          <p:cNvPr id="125" name="anim_to2344_0_1">
            <a:extLst>
              <a:ext uri="{FF2B5EF4-FFF2-40B4-BE49-F238E27FC236}">
                <a16:creationId xmlns:a16="http://schemas.microsoft.com/office/drawing/2014/main" id="{7CFD9374-25E2-4AD9-8E2B-75E2C9BC3C62}"/>
              </a:ext>
            </a:extLst>
          </p:cNvPr>
          <p:cNvSpPr>
            <a:spLocks noGrp="1"/>
          </p:cNvSpPr>
          <p:nvPr/>
        </p:nvSpPr>
        <p:spPr>
          <a:xfrm>
            <a:off x="6706212" y="5310010"/>
            <a:ext cx="189608" cy="5653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56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-</a:t>
            </a:r>
          </a:p>
        </p:txBody>
      </p:sp>
      <p:sp>
        <p:nvSpPr>
          <p:cNvPr id="126" name="anim_to2348_0_1">
            <a:extLst>
              <a:ext uri="{FF2B5EF4-FFF2-40B4-BE49-F238E27FC236}">
                <a16:creationId xmlns:a16="http://schemas.microsoft.com/office/drawing/2014/main" id="{05AE33C0-720E-49FA-B020-8214C93C0989}"/>
              </a:ext>
            </a:extLst>
          </p:cNvPr>
          <p:cNvSpPr>
            <a:spLocks noGrp="1"/>
          </p:cNvSpPr>
          <p:nvPr/>
        </p:nvSpPr>
        <p:spPr>
          <a:xfrm>
            <a:off x="6957218" y="5310010"/>
            <a:ext cx="176040" cy="5653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56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127" name="anim_to2351_0_1">
            <a:extLst>
              <a:ext uri="{FF2B5EF4-FFF2-40B4-BE49-F238E27FC236}">
                <a16:creationId xmlns:a16="http://schemas.microsoft.com/office/drawing/2014/main" id="{1E67643F-6F63-4B1A-A10A-9307AEB12703}"/>
              </a:ext>
            </a:extLst>
          </p:cNvPr>
          <p:cNvSpPr>
            <a:spLocks noGrp="1"/>
          </p:cNvSpPr>
          <p:nvPr/>
        </p:nvSpPr>
        <p:spPr>
          <a:xfrm>
            <a:off x="6108095" y="5697990"/>
            <a:ext cx="232573" cy="5653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56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s</a:t>
            </a:r>
          </a:p>
        </p:txBody>
      </p:sp>
      <p:sp>
        <p:nvSpPr>
          <p:cNvPr id="128" name="anim_to2357_0_1">
            <a:extLst>
              <a:ext uri="{FF2B5EF4-FFF2-40B4-BE49-F238E27FC236}">
                <a16:creationId xmlns:a16="http://schemas.microsoft.com/office/drawing/2014/main" id="{872923DA-6CEC-427D-93FC-5515E1E7E6AB}"/>
              </a:ext>
            </a:extLst>
          </p:cNvPr>
          <p:cNvSpPr>
            <a:spLocks noGrp="1"/>
          </p:cNvSpPr>
          <p:nvPr/>
        </p:nvSpPr>
        <p:spPr>
          <a:xfrm>
            <a:off x="7261502" y="5417642"/>
            <a:ext cx="231139" cy="6894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34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34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34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⌋</a:t>
            </a:r>
          </a:p>
        </p:txBody>
      </p:sp>
      <p:sp>
        <p:nvSpPr>
          <p:cNvPr id="129" name="anim_to2361_0_1">
            <a:extLst>
              <a:ext uri="{FF2B5EF4-FFF2-40B4-BE49-F238E27FC236}">
                <a16:creationId xmlns:a16="http://schemas.microsoft.com/office/drawing/2014/main" id="{06D68A97-9B4E-4658-A450-D245D4C8EFE3}"/>
              </a:ext>
            </a:extLst>
          </p:cNvPr>
          <p:cNvSpPr>
            <a:spLocks noGrp="1"/>
          </p:cNvSpPr>
          <p:nvPr/>
        </p:nvSpPr>
        <p:spPr>
          <a:xfrm>
            <a:off x="7575880" y="5417642"/>
            <a:ext cx="451755" cy="6894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34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34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34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130" name="anim_to2365_0_1">
            <a:extLst>
              <a:ext uri="{FF2B5EF4-FFF2-40B4-BE49-F238E27FC236}">
                <a16:creationId xmlns:a16="http://schemas.microsoft.com/office/drawing/2014/main" id="{93CF95AB-111E-4E92-86F3-1247BEDC27AD}"/>
              </a:ext>
            </a:extLst>
          </p:cNvPr>
          <p:cNvSpPr>
            <a:spLocks noGrp="1"/>
          </p:cNvSpPr>
          <p:nvPr/>
        </p:nvSpPr>
        <p:spPr>
          <a:xfrm>
            <a:off x="8110873" y="5417642"/>
            <a:ext cx="344204" cy="6894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34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34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34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131" name="anim_o2178_1">
            <a:extLst>
              <a:ext uri="{FF2B5EF4-FFF2-40B4-BE49-F238E27FC236}">
                <a16:creationId xmlns:a16="http://schemas.microsoft.com/office/drawing/2014/main" id="{F3E980F2-1580-47C8-80D7-8792490497C3}"/>
              </a:ext>
            </a:extLst>
          </p:cNvPr>
          <p:cNvSpPr>
            <a:spLocks noGrp="1"/>
          </p:cNvSpPr>
          <p:nvPr/>
        </p:nvSpPr>
        <p:spPr>
          <a:xfrm>
            <a:off x="6168866" y="1461611"/>
            <a:ext cx="557213" cy="55721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2" name="anim_o2183_1">
            <a:extLst>
              <a:ext uri="{FF2B5EF4-FFF2-40B4-BE49-F238E27FC236}">
                <a16:creationId xmlns:a16="http://schemas.microsoft.com/office/drawing/2014/main" id="{C189B7C0-DCDD-4620-9690-F4F3EDDA9876}"/>
              </a:ext>
            </a:extLst>
          </p:cNvPr>
          <p:cNvSpPr>
            <a:spLocks noGrp="1"/>
          </p:cNvSpPr>
          <p:nvPr/>
        </p:nvSpPr>
        <p:spPr>
          <a:xfrm>
            <a:off x="6726079" y="1461611"/>
            <a:ext cx="557213" cy="55721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3" name="anim_o2187_1">
            <a:extLst>
              <a:ext uri="{FF2B5EF4-FFF2-40B4-BE49-F238E27FC236}">
                <a16:creationId xmlns:a16="http://schemas.microsoft.com/office/drawing/2014/main" id="{96EAEC8F-90DA-4069-AC3F-EC812564BE81}"/>
              </a:ext>
            </a:extLst>
          </p:cNvPr>
          <p:cNvSpPr>
            <a:spLocks noGrp="1"/>
          </p:cNvSpPr>
          <p:nvPr/>
        </p:nvSpPr>
        <p:spPr>
          <a:xfrm>
            <a:off x="7283291" y="1461611"/>
            <a:ext cx="557213" cy="55721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4" name="anim_o2191_1">
            <a:extLst>
              <a:ext uri="{FF2B5EF4-FFF2-40B4-BE49-F238E27FC236}">
                <a16:creationId xmlns:a16="http://schemas.microsoft.com/office/drawing/2014/main" id="{8B69DCCE-2286-4642-94A7-A4904C8C5B1F}"/>
              </a:ext>
            </a:extLst>
          </p:cNvPr>
          <p:cNvSpPr>
            <a:spLocks noGrp="1"/>
          </p:cNvSpPr>
          <p:nvPr/>
        </p:nvSpPr>
        <p:spPr>
          <a:xfrm>
            <a:off x="6168866" y="2018824"/>
            <a:ext cx="557213" cy="55721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5" name="anim_o2196_1">
            <a:extLst>
              <a:ext uri="{FF2B5EF4-FFF2-40B4-BE49-F238E27FC236}">
                <a16:creationId xmlns:a16="http://schemas.microsoft.com/office/drawing/2014/main" id="{C3853AFE-792B-437B-A4DA-8774A488299A}"/>
              </a:ext>
            </a:extLst>
          </p:cNvPr>
          <p:cNvSpPr>
            <a:spLocks noGrp="1"/>
          </p:cNvSpPr>
          <p:nvPr/>
        </p:nvSpPr>
        <p:spPr>
          <a:xfrm>
            <a:off x="6726079" y="2018824"/>
            <a:ext cx="557213" cy="55721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6" name="anim_o2200_1">
            <a:extLst>
              <a:ext uri="{FF2B5EF4-FFF2-40B4-BE49-F238E27FC236}">
                <a16:creationId xmlns:a16="http://schemas.microsoft.com/office/drawing/2014/main" id="{A3E7783C-8BE1-453B-8953-1C868BD6633E}"/>
              </a:ext>
            </a:extLst>
          </p:cNvPr>
          <p:cNvSpPr>
            <a:spLocks noGrp="1"/>
          </p:cNvSpPr>
          <p:nvPr/>
        </p:nvSpPr>
        <p:spPr>
          <a:xfrm>
            <a:off x="7283291" y="2018824"/>
            <a:ext cx="557213" cy="55721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7" name="anim_o2204_1">
            <a:extLst>
              <a:ext uri="{FF2B5EF4-FFF2-40B4-BE49-F238E27FC236}">
                <a16:creationId xmlns:a16="http://schemas.microsoft.com/office/drawing/2014/main" id="{BB58E122-F940-41F5-9EAE-1DD2A83ACFE4}"/>
              </a:ext>
            </a:extLst>
          </p:cNvPr>
          <p:cNvSpPr>
            <a:spLocks noGrp="1"/>
          </p:cNvSpPr>
          <p:nvPr/>
        </p:nvSpPr>
        <p:spPr>
          <a:xfrm>
            <a:off x="6168866" y="2576036"/>
            <a:ext cx="557213" cy="55721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8" name="anim_o2209_1">
            <a:extLst>
              <a:ext uri="{FF2B5EF4-FFF2-40B4-BE49-F238E27FC236}">
                <a16:creationId xmlns:a16="http://schemas.microsoft.com/office/drawing/2014/main" id="{6BF34112-BB45-4D80-BC01-6F4E86B8A689}"/>
              </a:ext>
            </a:extLst>
          </p:cNvPr>
          <p:cNvSpPr>
            <a:spLocks noGrp="1"/>
          </p:cNvSpPr>
          <p:nvPr/>
        </p:nvSpPr>
        <p:spPr>
          <a:xfrm>
            <a:off x="6726079" y="2576036"/>
            <a:ext cx="557213" cy="55721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9" name="anim_o2213_1">
            <a:extLst>
              <a:ext uri="{FF2B5EF4-FFF2-40B4-BE49-F238E27FC236}">
                <a16:creationId xmlns:a16="http://schemas.microsoft.com/office/drawing/2014/main" id="{DB617384-4595-429F-937C-979BC3AD6B42}"/>
              </a:ext>
            </a:extLst>
          </p:cNvPr>
          <p:cNvSpPr>
            <a:spLocks noGrp="1"/>
          </p:cNvSpPr>
          <p:nvPr/>
        </p:nvSpPr>
        <p:spPr>
          <a:xfrm>
            <a:off x="7283291" y="2576036"/>
            <a:ext cx="557213" cy="55721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0" name="anim_to2179_0_1">
            <a:extLst>
              <a:ext uri="{FF2B5EF4-FFF2-40B4-BE49-F238E27FC236}">
                <a16:creationId xmlns:a16="http://schemas.microsoft.com/office/drawing/2014/main" id="{3251B3CF-D861-4090-BC33-30580C5D4C69}"/>
              </a:ext>
            </a:extLst>
          </p:cNvPr>
          <p:cNvSpPr>
            <a:spLocks noGrp="1"/>
          </p:cNvSpPr>
          <p:nvPr/>
        </p:nvSpPr>
        <p:spPr>
          <a:xfrm>
            <a:off x="6361192" y="1555581"/>
            <a:ext cx="36306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41" name="anim_to2184_0_1">
            <a:extLst>
              <a:ext uri="{FF2B5EF4-FFF2-40B4-BE49-F238E27FC236}">
                <a16:creationId xmlns:a16="http://schemas.microsoft.com/office/drawing/2014/main" id="{72C6F4AC-BEF3-4A9F-B518-77AEE1D82795}"/>
              </a:ext>
            </a:extLst>
          </p:cNvPr>
          <p:cNvSpPr>
            <a:spLocks noGrp="1"/>
          </p:cNvSpPr>
          <p:nvPr/>
        </p:nvSpPr>
        <p:spPr>
          <a:xfrm>
            <a:off x="6999645" y="155558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42" name="anim_to2188_0_1">
            <a:extLst>
              <a:ext uri="{FF2B5EF4-FFF2-40B4-BE49-F238E27FC236}">
                <a16:creationId xmlns:a16="http://schemas.microsoft.com/office/drawing/2014/main" id="{AEA82618-9371-44D6-B4D4-824CE261E939}"/>
              </a:ext>
            </a:extLst>
          </p:cNvPr>
          <p:cNvSpPr>
            <a:spLocks noGrp="1"/>
          </p:cNvSpPr>
          <p:nvPr/>
        </p:nvSpPr>
        <p:spPr>
          <a:xfrm>
            <a:off x="7556857" y="1555581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43" name="anim_to2192_0_1">
            <a:extLst>
              <a:ext uri="{FF2B5EF4-FFF2-40B4-BE49-F238E27FC236}">
                <a16:creationId xmlns:a16="http://schemas.microsoft.com/office/drawing/2014/main" id="{49D4EE38-B3CF-4E88-961A-8A5FE1BE1C50}"/>
              </a:ext>
            </a:extLst>
          </p:cNvPr>
          <p:cNvSpPr>
            <a:spLocks noGrp="1"/>
          </p:cNvSpPr>
          <p:nvPr/>
        </p:nvSpPr>
        <p:spPr>
          <a:xfrm>
            <a:off x="6361192" y="2112794"/>
            <a:ext cx="36306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44" name="anim_to2197_0_1">
            <a:extLst>
              <a:ext uri="{FF2B5EF4-FFF2-40B4-BE49-F238E27FC236}">
                <a16:creationId xmlns:a16="http://schemas.microsoft.com/office/drawing/2014/main" id="{EF8FA1BD-11DF-4B42-9149-7170FCC2154F}"/>
              </a:ext>
            </a:extLst>
          </p:cNvPr>
          <p:cNvSpPr>
            <a:spLocks noGrp="1"/>
          </p:cNvSpPr>
          <p:nvPr/>
        </p:nvSpPr>
        <p:spPr>
          <a:xfrm>
            <a:off x="6999645" y="211279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45" name="anim_to2201_0_1">
            <a:extLst>
              <a:ext uri="{FF2B5EF4-FFF2-40B4-BE49-F238E27FC236}">
                <a16:creationId xmlns:a16="http://schemas.microsoft.com/office/drawing/2014/main" id="{69690142-E82D-4BC1-BC53-32B4A0772922}"/>
              </a:ext>
            </a:extLst>
          </p:cNvPr>
          <p:cNvSpPr>
            <a:spLocks noGrp="1"/>
          </p:cNvSpPr>
          <p:nvPr/>
        </p:nvSpPr>
        <p:spPr>
          <a:xfrm>
            <a:off x="7556857" y="2112794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46" name="anim_to2205_0_1">
            <a:extLst>
              <a:ext uri="{FF2B5EF4-FFF2-40B4-BE49-F238E27FC236}">
                <a16:creationId xmlns:a16="http://schemas.microsoft.com/office/drawing/2014/main" id="{D9257531-26E5-48B1-ACA2-12BB0893D6F0}"/>
              </a:ext>
            </a:extLst>
          </p:cNvPr>
          <p:cNvSpPr>
            <a:spLocks noGrp="1"/>
          </p:cNvSpPr>
          <p:nvPr/>
        </p:nvSpPr>
        <p:spPr>
          <a:xfrm>
            <a:off x="6361192" y="2670006"/>
            <a:ext cx="36306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47" name="anim_to2210_0_1">
            <a:extLst>
              <a:ext uri="{FF2B5EF4-FFF2-40B4-BE49-F238E27FC236}">
                <a16:creationId xmlns:a16="http://schemas.microsoft.com/office/drawing/2014/main" id="{08C438FB-6B08-4BDE-815B-13DCBEC2D412}"/>
              </a:ext>
            </a:extLst>
          </p:cNvPr>
          <p:cNvSpPr>
            <a:spLocks noGrp="1"/>
          </p:cNvSpPr>
          <p:nvPr/>
        </p:nvSpPr>
        <p:spPr>
          <a:xfrm>
            <a:off x="6999645" y="267000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48" name="anim_to2214_0_1">
            <a:extLst>
              <a:ext uri="{FF2B5EF4-FFF2-40B4-BE49-F238E27FC236}">
                <a16:creationId xmlns:a16="http://schemas.microsoft.com/office/drawing/2014/main" id="{CBFAC6DD-DDAA-4AD6-8E6A-AAFDE47BA68D}"/>
              </a:ext>
            </a:extLst>
          </p:cNvPr>
          <p:cNvSpPr>
            <a:spLocks noGrp="1"/>
          </p:cNvSpPr>
          <p:nvPr/>
        </p:nvSpPr>
        <p:spPr>
          <a:xfrm>
            <a:off x="7556857" y="2670006"/>
            <a:ext cx="20058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49" name="anim_o2368_1">
            <a:extLst>
              <a:ext uri="{FF2B5EF4-FFF2-40B4-BE49-F238E27FC236}">
                <a16:creationId xmlns:a16="http://schemas.microsoft.com/office/drawing/2014/main" id="{B9CA9D6A-E76A-4880-BF99-7EAC5C60F153}"/>
              </a:ext>
            </a:extLst>
          </p:cNvPr>
          <p:cNvSpPr>
            <a:spLocks noGrp="1"/>
          </p:cNvSpPr>
          <p:nvPr/>
        </p:nvSpPr>
        <p:spPr>
          <a:xfrm>
            <a:off x="1445419" y="1179576"/>
            <a:ext cx="257175" cy="3900488"/>
          </a:xfrm>
          <a:prstGeom prst="bracePair">
            <a:avLst/>
          </a:prstGeom>
          <a:noFill/>
          <a:ln w="254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 dirty="0"/>
          </a:p>
        </p:txBody>
      </p:sp>
      <p:sp>
        <p:nvSpPr>
          <p:cNvPr id="150" name="anim_o2369_1">
            <a:extLst>
              <a:ext uri="{FF2B5EF4-FFF2-40B4-BE49-F238E27FC236}">
                <a16:creationId xmlns:a16="http://schemas.microsoft.com/office/drawing/2014/main" id="{9E7B9AF1-65C7-4044-95F2-FEA5F6F27BD4}"/>
              </a:ext>
            </a:extLst>
          </p:cNvPr>
          <p:cNvSpPr>
            <a:spLocks noGrp="1"/>
          </p:cNvSpPr>
          <p:nvPr/>
        </p:nvSpPr>
        <p:spPr>
          <a:xfrm>
            <a:off x="2088356" y="5465826"/>
            <a:ext cx="3900488" cy="257175"/>
          </a:xfrm>
          <a:prstGeom prst="bracePair">
            <a:avLst/>
          </a:prstGeom>
          <a:noFill/>
          <a:ln w="254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1" name="anim_to2371_0_1">
            <a:extLst>
              <a:ext uri="{FF2B5EF4-FFF2-40B4-BE49-F238E27FC236}">
                <a16:creationId xmlns:a16="http://schemas.microsoft.com/office/drawing/2014/main" id="{C1E0C81A-C3AD-44DB-A087-6268259786A3}"/>
              </a:ext>
            </a:extLst>
          </p:cNvPr>
          <p:cNvSpPr>
            <a:spLocks noGrp="1"/>
          </p:cNvSpPr>
          <p:nvPr/>
        </p:nvSpPr>
        <p:spPr>
          <a:xfrm>
            <a:off x="532472" y="2614041"/>
            <a:ext cx="434578" cy="89296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625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625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625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n</a:t>
            </a:r>
          </a:p>
        </p:txBody>
      </p:sp>
      <p:sp>
        <p:nvSpPr>
          <p:cNvPr id="152" name="anim_to2374_0_1">
            <a:extLst>
              <a:ext uri="{FF2B5EF4-FFF2-40B4-BE49-F238E27FC236}">
                <a16:creationId xmlns:a16="http://schemas.microsoft.com/office/drawing/2014/main" id="{7EE8398D-4935-4BBF-B195-F37656D9ED49}"/>
              </a:ext>
            </a:extLst>
          </p:cNvPr>
          <p:cNvSpPr>
            <a:spLocks noGrp="1"/>
          </p:cNvSpPr>
          <p:nvPr/>
        </p:nvSpPr>
        <p:spPr>
          <a:xfrm>
            <a:off x="928950" y="2916043"/>
            <a:ext cx="293489" cy="5804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656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656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656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h</a:t>
            </a:r>
          </a:p>
        </p:txBody>
      </p:sp>
      <p:sp>
        <p:nvSpPr>
          <p:cNvPr id="153" name="anim_to2378_0_1">
            <a:extLst>
              <a:ext uri="{FF2B5EF4-FFF2-40B4-BE49-F238E27FC236}">
                <a16:creationId xmlns:a16="http://schemas.microsoft.com/office/drawing/2014/main" id="{BA92B0DF-6070-405B-80B3-1A98C66F1D7E}"/>
              </a:ext>
            </a:extLst>
          </p:cNvPr>
          <p:cNvSpPr>
            <a:spLocks noGrp="1"/>
          </p:cNvSpPr>
          <p:nvPr/>
        </p:nvSpPr>
        <p:spPr>
          <a:xfrm>
            <a:off x="3650903" y="5744543"/>
            <a:ext cx="434578" cy="89296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625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625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625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n</a:t>
            </a:r>
          </a:p>
        </p:txBody>
      </p:sp>
      <p:sp>
        <p:nvSpPr>
          <p:cNvPr id="154" name="anim_to2381_0_1">
            <a:extLst>
              <a:ext uri="{FF2B5EF4-FFF2-40B4-BE49-F238E27FC236}">
                <a16:creationId xmlns:a16="http://schemas.microsoft.com/office/drawing/2014/main" id="{D239E56E-0CAA-42FB-B8CC-42CA10F5C16F}"/>
              </a:ext>
            </a:extLst>
          </p:cNvPr>
          <p:cNvSpPr>
            <a:spLocks noGrp="1"/>
          </p:cNvSpPr>
          <p:nvPr/>
        </p:nvSpPr>
        <p:spPr>
          <a:xfrm>
            <a:off x="4047381" y="6046545"/>
            <a:ext cx="397966" cy="5804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656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656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656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w</a:t>
            </a:r>
          </a:p>
        </p:txBody>
      </p:sp>
      <p:sp>
        <p:nvSpPr>
          <p:cNvPr id="155" name="anim_o2570_1">
            <a:extLst>
              <a:ext uri="{FF2B5EF4-FFF2-40B4-BE49-F238E27FC236}">
                <a16:creationId xmlns:a16="http://schemas.microsoft.com/office/drawing/2014/main" id="{A40C2C22-13F1-435C-B2E8-B2899D1A6154}"/>
              </a:ext>
            </a:extLst>
          </p:cNvPr>
          <p:cNvSpPr>
            <a:spLocks noGrp="1"/>
          </p:cNvSpPr>
          <p:nvPr/>
        </p:nvSpPr>
        <p:spPr>
          <a:xfrm>
            <a:off x="2652026" y="5578092"/>
            <a:ext cx="1625078" cy="953"/>
          </a:xfrm>
          <a:custGeom>
            <a:avLst/>
            <a:gdLst/>
            <a:ahLst/>
            <a:cxnLst/>
            <a:rect l="0" t="0" r="0" b="0"/>
            <a:pathLst>
              <a:path w="1625078" h="953">
                <a:moveTo>
                  <a:pt x="0" y="0"/>
                </a:moveTo>
                <a:lnTo>
                  <a:pt x="1625078" y="0"/>
                </a:lnTo>
              </a:path>
            </a:pathLst>
          </a:custGeom>
          <a:noFill/>
          <a:ln w="9525">
            <a:solidFill>
              <a:srgbClr val="FFFFFF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56" name="anim_o2635_1">
            <a:extLst>
              <a:ext uri="{FF2B5EF4-FFF2-40B4-BE49-F238E27FC236}">
                <a16:creationId xmlns:a16="http://schemas.microsoft.com/office/drawing/2014/main" id="{79AB7EED-A7E0-4CB0-92A6-ED07666C8671}"/>
              </a:ext>
            </a:extLst>
          </p:cNvPr>
          <p:cNvSpPr>
            <a:spLocks noGrp="1"/>
          </p:cNvSpPr>
          <p:nvPr/>
        </p:nvSpPr>
        <p:spPr>
          <a:xfrm>
            <a:off x="7722493" y="5564570"/>
            <a:ext cx="1677993" cy="953"/>
          </a:xfrm>
          <a:custGeom>
            <a:avLst/>
            <a:gdLst/>
            <a:ahLst/>
            <a:cxnLst/>
            <a:rect l="0" t="0" r="0" b="0"/>
            <a:pathLst>
              <a:path w="1677993" h="953">
                <a:moveTo>
                  <a:pt x="0" y="0"/>
                </a:moveTo>
                <a:lnTo>
                  <a:pt x="1677993" y="0"/>
                </a:lnTo>
              </a:path>
            </a:pathLst>
          </a:custGeom>
          <a:noFill/>
          <a:ln w="9525">
            <a:solidFill>
              <a:srgbClr val="FFFFFF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57" name="anim_to2521_0_1">
            <a:extLst>
              <a:ext uri="{FF2B5EF4-FFF2-40B4-BE49-F238E27FC236}">
                <a16:creationId xmlns:a16="http://schemas.microsoft.com/office/drawing/2014/main" id="{13A40005-4808-40BF-B243-C5E150E185FE}"/>
              </a:ext>
            </a:extLst>
          </p:cNvPr>
          <p:cNvSpPr>
            <a:spLocks noGrp="1"/>
          </p:cNvSpPr>
          <p:nvPr/>
        </p:nvSpPr>
        <p:spPr>
          <a:xfrm>
            <a:off x="1054619" y="5248684"/>
            <a:ext cx="282984" cy="5515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n</a:t>
            </a:r>
          </a:p>
        </p:txBody>
      </p:sp>
      <p:sp>
        <p:nvSpPr>
          <p:cNvPr id="158" name="anim_to2524_0_1">
            <a:extLst>
              <a:ext uri="{FF2B5EF4-FFF2-40B4-BE49-F238E27FC236}">
                <a16:creationId xmlns:a16="http://schemas.microsoft.com/office/drawing/2014/main" id="{73985012-B06E-4935-ABAC-994D7830C20E}"/>
              </a:ext>
            </a:extLst>
          </p:cNvPr>
          <p:cNvSpPr>
            <a:spLocks noGrp="1"/>
          </p:cNvSpPr>
          <p:nvPr/>
        </p:nvSpPr>
        <p:spPr>
          <a:xfrm>
            <a:off x="1299503" y="5435215"/>
            <a:ext cx="190104" cy="3585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5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5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25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o</a:t>
            </a:r>
          </a:p>
        </p:txBody>
      </p:sp>
      <p:sp>
        <p:nvSpPr>
          <p:cNvPr id="159" name="anim_to2526_0_1">
            <a:extLst>
              <a:ext uri="{FF2B5EF4-FFF2-40B4-BE49-F238E27FC236}">
                <a16:creationId xmlns:a16="http://schemas.microsoft.com/office/drawing/2014/main" id="{03248347-5A6E-4FE4-AC46-E14FDA413CBB}"/>
              </a:ext>
            </a:extLst>
          </p:cNvPr>
          <p:cNvSpPr>
            <a:spLocks noGrp="1"/>
          </p:cNvSpPr>
          <p:nvPr/>
        </p:nvSpPr>
        <p:spPr>
          <a:xfrm>
            <a:off x="1451507" y="5435215"/>
            <a:ext cx="197274" cy="3585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5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5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25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u</a:t>
            </a:r>
          </a:p>
        </p:txBody>
      </p:sp>
      <p:sp>
        <p:nvSpPr>
          <p:cNvPr id="160" name="anim_to2528_0_1">
            <a:extLst>
              <a:ext uri="{FF2B5EF4-FFF2-40B4-BE49-F238E27FC236}">
                <a16:creationId xmlns:a16="http://schemas.microsoft.com/office/drawing/2014/main" id="{D308A5FB-96E6-463D-8414-4EFF0817F0EE}"/>
              </a:ext>
            </a:extLst>
          </p:cNvPr>
          <p:cNvSpPr>
            <a:spLocks noGrp="1"/>
          </p:cNvSpPr>
          <p:nvPr/>
        </p:nvSpPr>
        <p:spPr>
          <a:xfrm>
            <a:off x="1610681" y="5435215"/>
            <a:ext cx="135612" cy="3585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5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5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25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t</a:t>
            </a:r>
          </a:p>
        </p:txBody>
      </p:sp>
      <p:sp>
        <p:nvSpPr>
          <p:cNvPr id="161" name="anim_to2531_0_1">
            <a:extLst>
              <a:ext uri="{FF2B5EF4-FFF2-40B4-BE49-F238E27FC236}">
                <a16:creationId xmlns:a16="http://schemas.microsoft.com/office/drawing/2014/main" id="{2510AA37-53F1-4B21-AD26-42058D841BFF}"/>
              </a:ext>
            </a:extLst>
          </p:cNvPr>
          <p:cNvSpPr>
            <a:spLocks noGrp="1"/>
          </p:cNvSpPr>
          <p:nvPr/>
        </p:nvSpPr>
        <p:spPr>
          <a:xfrm>
            <a:off x="1708194" y="5210187"/>
            <a:ext cx="195840" cy="3585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5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5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25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h</a:t>
            </a:r>
          </a:p>
        </p:txBody>
      </p:sp>
      <p:sp>
        <p:nvSpPr>
          <p:cNvPr id="162" name="anim_to2535_0_1">
            <a:extLst>
              <a:ext uri="{FF2B5EF4-FFF2-40B4-BE49-F238E27FC236}">
                <a16:creationId xmlns:a16="http://schemas.microsoft.com/office/drawing/2014/main" id="{1F8D25DA-D6B4-41A2-80B9-245D959E306B}"/>
              </a:ext>
            </a:extLst>
          </p:cNvPr>
          <p:cNvSpPr>
            <a:spLocks noGrp="1"/>
          </p:cNvSpPr>
          <p:nvPr/>
        </p:nvSpPr>
        <p:spPr>
          <a:xfrm>
            <a:off x="1963005" y="5248684"/>
            <a:ext cx="369024" cy="5515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163" name="anim_to2539_0_1">
            <a:extLst>
              <a:ext uri="{FF2B5EF4-FFF2-40B4-BE49-F238E27FC236}">
                <a16:creationId xmlns:a16="http://schemas.microsoft.com/office/drawing/2014/main" id="{EA59B346-760A-4292-861A-4CA63D7E2431}"/>
              </a:ext>
            </a:extLst>
          </p:cNvPr>
          <p:cNvSpPr>
            <a:spLocks noGrp="1"/>
          </p:cNvSpPr>
          <p:nvPr/>
        </p:nvSpPr>
        <p:spPr>
          <a:xfrm>
            <a:off x="2390999" y="5248684"/>
            <a:ext cx="192531" cy="5515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⌊</a:t>
            </a:r>
          </a:p>
        </p:txBody>
      </p:sp>
      <p:sp>
        <p:nvSpPr>
          <p:cNvPr id="164" name="anim_to2544_0_1">
            <a:extLst>
              <a:ext uri="{FF2B5EF4-FFF2-40B4-BE49-F238E27FC236}">
                <a16:creationId xmlns:a16="http://schemas.microsoft.com/office/drawing/2014/main" id="{2C3699DE-969B-4A40-91EB-174219B09591}"/>
              </a:ext>
            </a:extLst>
          </p:cNvPr>
          <p:cNvSpPr>
            <a:spLocks noGrp="1"/>
          </p:cNvSpPr>
          <p:nvPr/>
        </p:nvSpPr>
        <p:spPr>
          <a:xfrm>
            <a:off x="2678506" y="5147834"/>
            <a:ext cx="238905" cy="45226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n</a:t>
            </a:r>
          </a:p>
        </p:txBody>
      </p:sp>
      <p:sp>
        <p:nvSpPr>
          <p:cNvPr id="165" name="anim_to2547_0_1">
            <a:extLst>
              <a:ext uri="{FF2B5EF4-FFF2-40B4-BE49-F238E27FC236}">
                <a16:creationId xmlns:a16="http://schemas.microsoft.com/office/drawing/2014/main" id="{D5F21588-6452-4A73-94C6-01F0CA3EF6DA}"/>
              </a:ext>
            </a:extLst>
          </p:cNvPr>
          <p:cNvSpPr>
            <a:spLocks noGrp="1"/>
          </p:cNvSpPr>
          <p:nvPr/>
        </p:nvSpPr>
        <p:spPr>
          <a:xfrm>
            <a:off x="2879310" y="5300789"/>
            <a:ext cx="167447" cy="293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85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85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85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h</a:t>
            </a:r>
          </a:p>
        </p:txBody>
      </p:sp>
      <p:sp>
        <p:nvSpPr>
          <p:cNvPr id="166" name="anim_to2551_0_1">
            <a:extLst>
              <a:ext uri="{FF2B5EF4-FFF2-40B4-BE49-F238E27FC236}">
                <a16:creationId xmlns:a16="http://schemas.microsoft.com/office/drawing/2014/main" id="{E3E8B8A0-1AA8-4C07-914A-F86F31D9D462}"/>
              </a:ext>
            </a:extLst>
          </p:cNvPr>
          <p:cNvSpPr>
            <a:spLocks noGrp="1"/>
          </p:cNvSpPr>
          <p:nvPr/>
        </p:nvSpPr>
        <p:spPr>
          <a:xfrm>
            <a:off x="3088256" y="5147834"/>
            <a:ext cx="309457" cy="45226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167" name="anim_to2555_0_1">
            <a:extLst>
              <a:ext uri="{FF2B5EF4-FFF2-40B4-BE49-F238E27FC236}">
                <a16:creationId xmlns:a16="http://schemas.microsoft.com/office/drawing/2014/main" id="{DC2D1839-C38F-4AD9-A4FD-9CC67C8355FA}"/>
              </a:ext>
            </a:extLst>
          </p:cNvPr>
          <p:cNvSpPr>
            <a:spLocks noGrp="1"/>
          </p:cNvSpPr>
          <p:nvPr/>
        </p:nvSpPr>
        <p:spPr>
          <a:xfrm>
            <a:off x="3439211" y="5147834"/>
            <a:ext cx="238905" cy="45226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2</a:t>
            </a:r>
          </a:p>
        </p:txBody>
      </p:sp>
      <p:sp>
        <p:nvSpPr>
          <p:cNvPr id="168" name="anim_to2557_0_1">
            <a:extLst>
              <a:ext uri="{FF2B5EF4-FFF2-40B4-BE49-F238E27FC236}">
                <a16:creationId xmlns:a16="http://schemas.microsoft.com/office/drawing/2014/main" id="{59B68397-9F30-430E-968C-3EE35EA85345}"/>
              </a:ext>
            </a:extLst>
          </p:cNvPr>
          <p:cNvSpPr>
            <a:spLocks noGrp="1"/>
          </p:cNvSpPr>
          <p:nvPr/>
        </p:nvSpPr>
        <p:spPr>
          <a:xfrm>
            <a:off x="3640016" y="5147834"/>
            <a:ext cx="238905" cy="45226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p</a:t>
            </a:r>
          </a:p>
        </p:txBody>
      </p:sp>
      <p:sp>
        <p:nvSpPr>
          <p:cNvPr id="169" name="anim_to2561_0_1">
            <a:extLst>
              <a:ext uri="{FF2B5EF4-FFF2-40B4-BE49-F238E27FC236}">
                <a16:creationId xmlns:a16="http://schemas.microsoft.com/office/drawing/2014/main" id="{650FD40C-5298-4F50-9422-47F6B35D8F64}"/>
              </a:ext>
            </a:extLst>
          </p:cNvPr>
          <p:cNvSpPr>
            <a:spLocks noGrp="1"/>
          </p:cNvSpPr>
          <p:nvPr/>
        </p:nvSpPr>
        <p:spPr>
          <a:xfrm>
            <a:off x="3920419" y="5147834"/>
            <a:ext cx="159306" cy="45226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-</a:t>
            </a:r>
          </a:p>
        </p:txBody>
      </p:sp>
      <p:sp>
        <p:nvSpPr>
          <p:cNvPr id="170" name="anim_to2565_0_1">
            <a:extLst>
              <a:ext uri="{FF2B5EF4-FFF2-40B4-BE49-F238E27FC236}">
                <a16:creationId xmlns:a16="http://schemas.microsoft.com/office/drawing/2014/main" id="{B93DC93B-C5F9-4572-85AC-7CD60543569B}"/>
              </a:ext>
            </a:extLst>
          </p:cNvPr>
          <p:cNvSpPr>
            <a:spLocks noGrp="1"/>
          </p:cNvSpPr>
          <p:nvPr/>
        </p:nvSpPr>
        <p:spPr>
          <a:xfrm>
            <a:off x="4121223" y="5147834"/>
            <a:ext cx="148452" cy="45226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171" name="anim_to2568_0_1">
            <a:extLst>
              <a:ext uri="{FF2B5EF4-FFF2-40B4-BE49-F238E27FC236}">
                <a16:creationId xmlns:a16="http://schemas.microsoft.com/office/drawing/2014/main" id="{606A698C-4A1E-4826-BD84-681C56CA5366}"/>
              </a:ext>
            </a:extLst>
          </p:cNvPr>
          <p:cNvSpPr>
            <a:spLocks noGrp="1"/>
          </p:cNvSpPr>
          <p:nvPr/>
        </p:nvSpPr>
        <p:spPr>
          <a:xfrm>
            <a:off x="3377251" y="5487706"/>
            <a:ext cx="193678" cy="45226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s</a:t>
            </a:r>
          </a:p>
        </p:txBody>
      </p:sp>
      <p:sp>
        <p:nvSpPr>
          <p:cNvPr id="172" name="anim_to2574_0_1">
            <a:extLst>
              <a:ext uri="{FF2B5EF4-FFF2-40B4-BE49-F238E27FC236}">
                <a16:creationId xmlns:a16="http://schemas.microsoft.com/office/drawing/2014/main" id="{180B7725-07B0-4477-9876-24FB7C91707D}"/>
              </a:ext>
            </a:extLst>
          </p:cNvPr>
          <p:cNvSpPr>
            <a:spLocks noGrp="1"/>
          </p:cNvSpPr>
          <p:nvPr/>
        </p:nvSpPr>
        <p:spPr>
          <a:xfrm>
            <a:off x="4364651" y="5248684"/>
            <a:ext cx="192531" cy="5515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⌋</a:t>
            </a:r>
          </a:p>
        </p:txBody>
      </p:sp>
      <p:sp>
        <p:nvSpPr>
          <p:cNvPr id="173" name="anim_to2578_0_1">
            <a:extLst>
              <a:ext uri="{FF2B5EF4-FFF2-40B4-BE49-F238E27FC236}">
                <a16:creationId xmlns:a16="http://schemas.microsoft.com/office/drawing/2014/main" id="{FD65B2D0-B768-42CD-BA16-3B55BD2F55CE}"/>
              </a:ext>
            </a:extLst>
          </p:cNvPr>
          <p:cNvSpPr>
            <a:spLocks noGrp="1"/>
          </p:cNvSpPr>
          <p:nvPr/>
        </p:nvSpPr>
        <p:spPr>
          <a:xfrm>
            <a:off x="4616153" y="5248684"/>
            <a:ext cx="369024" cy="5515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174" name="anim_to2582_0_1">
            <a:extLst>
              <a:ext uri="{FF2B5EF4-FFF2-40B4-BE49-F238E27FC236}">
                <a16:creationId xmlns:a16="http://schemas.microsoft.com/office/drawing/2014/main" id="{B62F3E02-CA0E-40D5-A0E8-A75A6C7ED36C}"/>
              </a:ext>
            </a:extLst>
          </p:cNvPr>
          <p:cNvSpPr>
            <a:spLocks noGrp="1"/>
          </p:cNvSpPr>
          <p:nvPr/>
        </p:nvSpPr>
        <p:spPr>
          <a:xfrm>
            <a:off x="5044147" y="5248684"/>
            <a:ext cx="282984" cy="5515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175" name="anim_to2586_0_1">
            <a:extLst>
              <a:ext uri="{FF2B5EF4-FFF2-40B4-BE49-F238E27FC236}">
                <a16:creationId xmlns:a16="http://schemas.microsoft.com/office/drawing/2014/main" id="{C930DF74-C8A7-4ECA-AADB-334F3BC3F6C3}"/>
              </a:ext>
            </a:extLst>
          </p:cNvPr>
          <p:cNvSpPr>
            <a:spLocks noGrp="1"/>
          </p:cNvSpPr>
          <p:nvPr/>
        </p:nvSpPr>
        <p:spPr>
          <a:xfrm>
            <a:off x="6060556" y="5248684"/>
            <a:ext cx="282984" cy="5515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n</a:t>
            </a:r>
          </a:p>
        </p:txBody>
      </p:sp>
      <p:sp>
        <p:nvSpPr>
          <p:cNvPr id="176" name="anim_to2589_0_1">
            <a:extLst>
              <a:ext uri="{FF2B5EF4-FFF2-40B4-BE49-F238E27FC236}">
                <a16:creationId xmlns:a16="http://schemas.microsoft.com/office/drawing/2014/main" id="{5AE56259-39EF-40AD-A9C8-F59BCF621747}"/>
              </a:ext>
            </a:extLst>
          </p:cNvPr>
          <p:cNvSpPr>
            <a:spLocks noGrp="1"/>
          </p:cNvSpPr>
          <p:nvPr/>
        </p:nvSpPr>
        <p:spPr>
          <a:xfrm>
            <a:off x="6305439" y="5435215"/>
            <a:ext cx="190104" cy="3585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5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5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25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o</a:t>
            </a:r>
          </a:p>
        </p:txBody>
      </p:sp>
      <p:sp>
        <p:nvSpPr>
          <p:cNvPr id="177" name="anim_to2591_0_1">
            <a:extLst>
              <a:ext uri="{FF2B5EF4-FFF2-40B4-BE49-F238E27FC236}">
                <a16:creationId xmlns:a16="http://schemas.microsoft.com/office/drawing/2014/main" id="{56304DE7-170F-4A2D-BEBE-9DD9CCB62621}"/>
              </a:ext>
            </a:extLst>
          </p:cNvPr>
          <p:cNvSpPr>
            <a:spLocks noGrp="1"/>
          </p:cNvSpPr>
          <p:nvPr/>
        </p:nvSpPr>
        <p:spPr>
          <a:xfrm>
            <a:off x="6457444" y="5435215"/>
            <a:ext cx="197274" cy="3585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5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5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25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u</a:t>
            </a:r>
          </a:p>
        </p:txBody>
      </p:sp>
      <p:sp>
        <p:nvSpPr>
          <p:cNvPr id="178" name="anim_to2593_0_1">
            <a:extLst>
              <a:ext uri="{FF2B5EF4-FFF2-40B4-BE49-F238E27FC236}">
                <a16:creationId xmlns:a16="http://schemas.microsoft.com/office/drawing/2014/main" id="{9BA088E4-CC8F-4038-8FE3-18E83D625B20}"/>
              </a:ext>
            </a:extLst>
          </p:cNvPr>
          <p:cNvSpPr>
            <a:spLocks noGrp="1"/>
          </p:cNvSpPr>
          <p:nvPr/>
        </p:nvSpPr>
        <p:spPr>
          <a:xfrm>
            <a:off x="6616618" y="5435215"/>
            <a:ext cx="135612" cy="3585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5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5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25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t</a:t>
            </a:r>
          </a:p>
        </p:txBody>
      </p:sp>
      <p:sp>
        <p:nvSpPr>
          <p:cNvPr id="179" name="anim_to2596_0_1">
            <a:extLst>
              <a:ext uri="{FF2B5EF4-FFF2-40B4-BE49-F238E27FC236}">
                <a16:creationId xmlns:a16="http://schemas.microsoft.com/office/drawing/2014/main" id="{F7EE709D-A2B0-4D68-BC4A-BAB6CA178E9A}"/>
              </a:ext>
            </a:extLst>
          </p:cNvPr>
          <p:cNvSpPr>
            <a:spLocks noGrp="1"/>
          </p:cNvSpPr>
          <p:nvPr/>
        </p:nvSpPr>
        <p:spPr>
          <a:xfrm>
            <a:off x="6714130" y="5210187"/>
            <a:ext cx="260370" cy="3585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5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5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25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w</a:t>
            </a:r>
          </a:p>
        </p:txBody>
      </p:sp>
      <p:sp>
        <p:nvSpPr>
          <p:cNvPr id="180" name="anim_to2600_0_1">
            <a:extLst>
              <a:ext uri="{FF2B5EF4-FFF2-40B4-BE49-F238E27FC236}">
                <a16:creationId xmlns:a16="http://schemas.microsoft.com/office/drawing/2014/main" id="{D9FDFC29-DCFE-4F04-836E-BFD32A7E8B6E}"/>
              </a:ext>
            </a:extLst>
          </p:cNvPr>
          <p:cNvSpPr>
            <a:spLocks noGrp="1"/>
          </p:cNvSpPr>
          <p:nvPr/>
        </p:nvSpPr>
        <p:spPr>
          <a:xfrm>
            <a:off x="7033472" y="5248684"/>
            <a:ext cx="369024" cy="5515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181" name="anim_to2604_0_1">
            <a:extLst>
              <a:ext uri="{FF2B5EF4-FFF2-40B4-BE49-F238E27FC236}">
                <a16:creationId xmlns:a16="http://schemas.microsoft.com/office/drawing/2014/main" id="{68381D37-FD4F-4CFB-B55B-0CB17AB74DD4}"/>
              </a:ext>
            </a:extLst>
          </p:cNvPr>
          <p:cNvSpPr>
            <a:spLocks noGrp="1"/>
          </p:cNvSpPr>
          <p:nvPr/>
        </p:nvSpPr>
        <p:spPr>
          <a:xfrm>
            <a:off x="7461466" y="5248684"/>
            <a:ext cx="192531" cy="5515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⌊</a:t>
            </a:r>
          </a:p>
        </p:txBody>
      </p:sp>
      <p:sp>
        <p:nvSpPr>
          <p:cNvPr id="182" name="anim_to2609_0_1">
            <a:extLst>
              <a:ext uri="{FF2B5EF4-FFF2-40B4-BE49-F238E27FC236}">
                <a16:creationId xmlns:a16="http://schemas.microsoft.com/office/drawing/2014/main" id="{7DEC4C88-85AD-48C5-A2D9-94875840E882}"/>
              </a:ext>
            </a:extLst>
          </p:cNvPr>
          <p:cNvSpPr>
            <a:spLocks noGrp="1"/>
          </p:cNvSpPr>
          <p:nvPr/>
        </p:nvSpPr>
        <p:spPr>
          <a:xfrm>
            <a:off x="7748973" y="5161357"/>
            <a:ext cx="238905" cy="45226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n</a:t>
            </a:r>
          </a:p>
        </p:txBody>
      </p:sp>
      <p:sp>
        <p:nvSpPr>
          <p:cNvPr id="183" name="anim_to2612_0_1">
            <a:extLst>
              <a:ext uri="{FF2B5EF4-FFF2-40B4-BE49-F238E27FC236}">
                <a16:creationId xmlns:a16="http://schemas.microsoft.com/office/drawing/2014/main" id="{B4B2E829-9FF1-4983-96B4-12B9A1BFCFC6}"/>
              </a:ext>
            </a:extLst>
          </p:cNvPr>
          <p:cNvSpPr>
            <a:spLocks noGrp="1"/>
          </p:cNvSpPr>
          <p:nvPr/>
        </p:nvSpPr>
        <p:spPr>
          <a:xfrm>
            <a:off x="7949777" y="5314312"/>
            <a:ext cx="220362" cy="293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85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85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85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w</a:t>
            </a:r>
          </a:p>
        </p:txBody>
      </p:sp>
      <p:sp>
        <p:nvSpPr>
          <p:cNvPr id="184" name="anim_to2616_0_1">
            <a:extLst>
              <a:ext uri="{FF2B5EF4-FFF2-40B4-BE49-F238E27FC236}">
                <a16:creationId xmlns:a16="http://schemas.microsoft.com/office/drawing/2014/main" id="{22FBFAFC-DB6F-47F4-BA3D-21E82DE81799}"/>
              </a:ext>
            </a:extLst>
          </p:cNvPr>
          <p:cNvSpPr>
            <a:spLocks noGrp="1"/>
          </p:cNvSpPr>
          <p:nvPr/>
        </p:nvSpPr>
        <p:spPr>
          <a:xfrm>
            <a:off x="8211637" y="5161357"/>
            <a:ext cx="309457" cy="45226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185" name="anim_to2620_0_1">
            <a:extLst>
              <a:ext uri="{FF2B5EF4-FFF2-40B4-BE49-F238E27FC236}">
                <a16:creationId xmlns:a16="http://schemas.microsoft.com/office/drawing/2014/main" id="{014DE5D3-EDE6-4958-82E6-89D6CC8AB2DC}"/>
              </a:ext>
            </a:extLst>
          </p:cNvPr>
          <p:cNvSpPr>
            <a:spLocks noGrp="1"/>
          </p:cNvSpPr>
          <p:nvPr/>
        </p:nvSpPr>
        <p:spPr>
          <a:xfrm>
            <a:off x="8562593" y="5161357"/>
            <a:ext cx="238905" cy="45226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2</a:t>
            </a:r>
          </a:p>
        </p:txBody>
      </p:sp>
      <p:sp>
        <p:nvSpPr>
          <p:cNvPr id="186" name="anim_to2622_0_1">
            <a:extLst>
              <a:ext uri="{FF2B5EF4-FFF2-40B4-BE49-F238E27FC236}">
                <a16:creationId xmlns:a16="http://schemas.microsoft.com/office/drawing/2014/main" id="{57132BD9-5816-47F9-9231-1E06984D2A52}"/>
              </a:ext>
            </a:extLst>
          </p:cNvPr>
          <p:cNvSpPr>
            <a:spLocks noGrp="1"/>
          </p:cNvSpPr>
          <p:nvPr/>
        </p:nvSpPr>
        <p:spPr>
          <a:xfrm>
            <a:off x="8763397" y="5161357"/>
            <a:ext cx="238905" cy="45226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p</a:t>
            </a:r>
          </a:p>
        </p:txBody>
      </p:sp>
      <p:sp>
        <p:nvSpPr>
          <p:cNvPr id="187" name="anim_to2626_0_1">
            <a:extLst>
              <a:ext uri="{FF2B5EF4-FFF2-40B4-BE49-F238E27FC236}">
                <a16:creationId xmlns:a16="http://schemas.microsoft.com/office/drawing/2014/main" id="{3D694C57-EAC6-45F1-81D6-94B284B9B38B}"/>
              </a:ext>
            </a:extLst>
          </p:cNvPr>
          <p:cNvSpPr>
            <a:spLocks noGrp="1"/>
          </p:cNvSpPr>
          <p:nvPr/>
        </p:nvSpPr>
        <p:spPr>
          <a:xfrm>
            <a:off x="9043800" y="5161357"/>
            <a:ext cx="159306" cy="45226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-</a:t>
            </a:r>
          </a:p>
        </p:txBody>
      </p:sp>
      <p:sp>
        <p:nvSpPr>
          <p:cNvPr id="188" name="anim_to2630_0_1">
            <a:extLst>
              <a:ext uri="{FF2B5EF4-FFF2-40B4-BE49-F238E27FC236}">
                <a16:creationId xmlns:a16="http://schemas.microsoft.com/office/drawing/2014/main" id="{C8CC94D9-8546-40A8-AF63-9A696561479F}"/>
              </a:ext>
            </a:extLst>
          </p:cNvPr>
          <p:cNvSpPr>
            <a:spLocks noGrp="1"/>
          </p:cNvSpPr>
          <p:nvPr/>
        </p:nvSpPr>
        <p:spPr>
          <a:xfrm>
            <a:off x="9244604" y="5161357"/>
            <a:ext cx="148452" cy="45226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189" name="anim_to2633_0_1">
            <a:extLst>
              <a:ext uri="{FF2B5EF4-FFF2-40B4-BE49-F238E27FC236}">
                <a16:creationId xmlns:a16="http://schemas.microsoft.com/office/drawing/2014/main" id="{81A502BA-3D5A-434E-BB16-017A3ECA753E}"/>
              </a:ext>
            </a:extLst>
          </p:cNvPr>
          <p:cNvSpPr>
            <a:spLocks noGrp="1"/>
          </p:cNvSpPr>
          <p:nvPr/>
        </p:nvSpPr>
        <p:spPr>
          <a:xfrm>
            <a:off x="8474175" y="5474183"/>
            <a:ext cx="193678" cy="45226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84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s</a:t>
            </a:r>
          </a:p>
        </p:txBody>
      </p:sp>
      <p:sp>
        <p:nvSpPr>
          <p:cNvPr id="190" name="anim_to2639_0_1">
            <a:extLst>
              <a:ext uri="{FF2B5EF4-FFF2-40B4-BE49-F238E27FC236}">
                <a16:creationId xmlns:a16="http://schemas.microsoft.com/office/drawing/2014/main" id="{BB3A506B-3413-497C-88A5-AD90D7D14BA7}"/>
              </a:ext>
            </a:extLst>
          </p:cNvPr>
          <p:cNvSpPr>
            <a:spLocks noGrp="1"/>
          </p:cNvSpPr>
          <p:nvPr/>
        </p:nvSpPr>
        <p:spPr>
          <a:xfrm>
            <a:off x="9488032" y="5248684"/>
            <a:ext cx="192531" cy="5515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⌋</a:t>
            </a:r>
          </a:p>
        </p:txBody>
      </p:sp>
      <p:sp>
        <p:nvSpPr>
          <p:cNvPr id="191" name="anim_to2643_0_1">
            <a:extLst>
              <a:ext uri="{FF2B5EF4-FFF2-40B4-BE49-F238E27FC236}">
                <a16:creationId xmlns:a16="http://schemas.microsoft.com/office/drawing/2014/main" id="{4EE81C98-0E33-48B4-ADE3-23FA84B8B879}"/>
              </a:ext>
            </a:extLst>
          </p:cNvPr>
          <p:cNvSpPr>
            <a:spLocks noGrp="1"/>
          </p:cNvSpPr>
          <p:nvPr/>
        </p:nvSpPr>
        <p:spPr>
          <a:xfrm>
            <a:off x="9739534" y="5248684"/>
            <a:ext cx="369024" cy="5515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192" name="anim_to2647_0_1">
            <a:extLst>
              <a:ext uri="{FF2B5EF4-FFF2-40B4-BE49-F238E27FC236}">
                <a16:creationId xmlns:a16="http://schemas.microsoft.com/office/drawing/2014/main" id="{DA4F5289-839C-41EB-999A-E6AF429B4D23}"/>
              </a:ext>
            </a:extLst>
          </p:cNvPr>
          <p:cNvSpPr>
            <a:spLocks noGrp="1"/>
          </p:cNvSpPr>
          <p:nvPr/>
        </p:nvSpPr>
        <p:spPr>
          <a:xfrm>
            <a:off x="10167529" y="5248684"/>
            <a:ext cx="282984" cy="5515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47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193" name="anim_o2650_1">
            <a:extLst>
              <a:ext uri="{FF2B5EF4-FFF2-40B4-BE49-F238E27FC236}">
                <a16:creationId xmlns:a16="http://schemas.microsoft.com/office/drawing/2014/main" id="{F692E7CE-12FE-4660-A4B5-AD41ED5212AA}"/>
              </a:ext>
            </a:extLst>
          </p:cNvPr>
          <p:cNvSpPr>
            <a:spLocks noGrp="1"/>
          </p:cNvSpPr>
          <p:nvPr/>
        </p:nvSpPr>
        <p:spPr>
          <a:xfrm>
            <a:off x="5780807" y="5143690"/>
            <a:ext cx="4930404" cy="761527"/>
          </a:xfrm>
          <a:prstGeom prst="rect">
            <a:avLst/>
          </a:prstGeom>
          <a:noFill/>
          <a:ln w="31750">
            <a:solidFill>
              <a:srgbClr val="E65A4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4" name="anim_o2651_1">
            <a:extLst>
              <a:ext uri="{FF2B5EF4-FFF2-40B4-BE49-F238E27FC236}">
                <a16:creationId xmlns:a16="http://schemas.microsoft.com/office/drawing/2014/main" id="{53AFFCA5-0B09-4B0C-92C5-1846E07182A4}"/>
              </a:ext>
            </a:extLst>
          </p:cNvPr>
          <p:cNvSpPr>
            <a:spLocks noGrp="1"/>
          </p:cNvSpPr>
          <p:nvPr/>
        </p:nvSpPr>
        <p:spPr>
          <a:xfrm>
            <a:off x="780155" y="5128950"/>
            <a:ext cx="4802389" cy="791007"/>
          </a:xfrm>
          <a:prstGeom prst="rect">
            <a:avLst/>
          </a:prstGeom>
          <a:noFill/>
          <a:ln w="31750">
            <a:solidFill>
              <a:srgbClr val="E65A4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72187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42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44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4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4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5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5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5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5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5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6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6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6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6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6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7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7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7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7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78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8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82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8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8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88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9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92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9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9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98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0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0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0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0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08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1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12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1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1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18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2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2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2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2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2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3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32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34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3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38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4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42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44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46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48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50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52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54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56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58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60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6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64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66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6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70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72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74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76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78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80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82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84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86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88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90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92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94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96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198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00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02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04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06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08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10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12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14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16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18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20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22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24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26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28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30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32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34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36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38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40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42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44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46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48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50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52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54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56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58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60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62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64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66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68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70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72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74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76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78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80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82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84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86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88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90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9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94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96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298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300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302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304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306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308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310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3125 0.121375 E" pathEditMode="relative" ptsTypes="">
                                      <p:cBhvr>
                                        <p:cTn id="312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3" fill="hold">
                            <p:stCondLst>
                              <p:cond delay="1000"/>
                            </p:stCondLst>
                            <p:childTnLst>
                              <p:par>
                                <p:cTn id="3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9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2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5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8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1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2" fill="hold">
                      <p:stCondLst>
                        <p:cond delay="indefinite"/>
                      </p:stCondLst>
                      <p:childTnLst>
                        <p:par>
                          <p:cTn id="333" fill="hold">
                            <p:stCondLst>
                              <p:cond delay="0"/>
                            </p:stCondLst>
                            <p:childTnLst>
                              <p:par>
                                <p:cTn id="33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5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8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1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4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7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0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353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355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35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35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36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363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36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36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36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37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37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37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37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379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38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38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385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38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38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39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39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395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397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399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01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03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05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07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09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1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1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15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17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19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2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23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25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27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29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31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3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35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3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39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41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43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45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47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49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51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53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55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57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59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61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63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65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67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69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71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73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75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77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7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81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83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85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87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89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91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93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95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97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499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01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03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05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07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09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11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13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15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17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19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21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23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25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27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29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31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33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35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37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39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41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43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45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47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49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51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53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55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57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59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61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63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65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67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69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71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73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75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77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79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81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83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85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87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89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91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93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95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97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599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601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603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605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607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609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611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613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615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617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619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621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03125 0.121375 L 0 0.03375 E" pathEditMode="relative" ptsTypes="">
                                      <p:cBhvr>
                                        <p:cTn id="623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4" fill="hold">
                            <p:stCondLst>
                              <p:cond delay="1000"/>
                            </p:stCondLst>
                            <p:childTnLst>
                              <p:par>
                                <p:cTn id="6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7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0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3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6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9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2" dur="10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5" dur="10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8" dur="10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1" dur="10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4" dur="10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7" dur="10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0" dur="10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3" dur="10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6" dur="10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9" dur="10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2" dur="10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5" dur="10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8" dur="10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1" dur="10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4" dur="10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7" dur="10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0" dur="10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3" dur="10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6" dur="10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9" dur="10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2" dur="10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5" dur="10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8" dur="10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1" dur="10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4" dur="10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7" dur="1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0" dur="1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3" dur="10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6" dur="10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9" dur="10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2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5" dur="10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8" dur="10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9" fill="hold">
                            <p:stCondLst>
                              <p:cond delay="2000"/>
                            </p:stCondLst>
                            <p:childTnLst>
                              <p:par>
                                <p:cTn id="74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2" dur="10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5" dur="10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5" grpId="0" animBg="1"/>
      <p:bldP spid="195" grpId="1" animBg="1"/>
      <p:bldP spid="2" grpId="0" animBg="1"/>
      <p:bldP spid="2" grpId="1" animBg="1"/>
      <p:bldP spid="3" grpId="0" animBg="1"/>
      <p:bldP spid="3" grpId="1" animBg="1"/>
      <p:bldP spid="4" grpId="0" animBg="1"/>
      <p:bldP spid="4" grpId="1" animBg="1"/>
      <p:bldP spid="5" grpId="0" animBg="1"/>
      <p:bldP spid="5" grpId="1" animBg="1"/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9" grpId="0" animBg="1"/>
      <p:bldP spid="9" grpId="1" animBg="1"/>
      <p:bldP spid="10" grpId="0" animBg="1"/>
      <p:bldP spid="10" grpId="1" animBg="1"/>
      <p:bldP spid="11" grpId="0" animBg="1"/>
      <p:bldP spid="11" grpId="1" animBg="1"/>
      <p:bldP spid="12" grpId="0" animBg="1"/>
      <p:bldP spid="12" grpId="1" animBg="1"/>
      <p:bldP spid="13" grpId="0" animBg="1"/>
      <p:bldP spid="13" grpId="1" animBg="1"/>
      <p:bldP spid="14" grpId="0" animBg="1"/>
      <p:bldP spid="14" grpId="1" animBg="1"/>
      <p:bldP spid="15" grpId="0" animBg="1"/>
      <p:bldP spid="15" grpId="1" animBg="1"/>
      <p:bldP spid="16" grpId="0" animBg="1"/>
      <p:bldP spid="16" grpId="1" animBg="1"/>
      <p:bldP spid="17" grpId="0" animBg="1"/>
      <p:bldP spid="17" grpId="1" animBg="1"/>
      <p:bldP spid="18" grpId="0" animBg="1"/>
      <p:bldP spid="18" grpId="1" animBg="1"/>
      <p:bldP spid="19" grpId="0" animBg="1"/>
      <p:bldP spid="19" grpId="1" animBg="1"/>
      <p:bldP spid="20" grpId="0" animBg="1"/>
      <p:bldP spid="20" grpId="1" animBg="1"/>
      <p:bldP spid="21" grpId="0" animBg="1"/>
      <p:bldP spid="21" grpId="1" animBg="1"/>
      <p:bldP spid="22" grpId="0" animBg="1"/>
      <p:bldP spid="22" grpId="1" animBg="1"/>
      <p:bldP spid="23" grpId="0" animBg="1"/>
      <p:bldP spid="23" grpId="1" animBg="1"/>
      <p:bldP spid="24" grpId="0" animBg="1"/>
      <p:bldP spid="24" grpId="1" animBg="1"/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  <p:bldP spid="33" grpId="0" animBg="1"/>
      <p:bldP spid="33" grpId="1" animBg="1"/>
      <p:bldP spid="34" grpId="0" animBg="1"/>
      <p:bldP spid="34" grpId="1" animBg="1"/>
      <p:bldP spid="35" grpId="0" animBg="1"/>
      <p:bldP spid="35" grpId="1" animBg="1"/>
      <p:bldP spid="36" grpId="0" animBg="1"/>
      <p:bldP spid="36" grpId="1" animBg="1"/>
      <p:bldP spid="37" grpId="0" animBg="1"/>
      <p:bldP spid="37" grpId="1" animBg="1"/>
      <p:bldP spid="38" grpId="0" animBg="1"/>
      <p:bldP spid="38" grpId="1" animBg="1"/>
      <p:bldP spid="39" grpId="0" animBg="1"/>
      <p:bldP spid="39" grpId="1" animBg="1"/>
      <p:bldP spid="40" grpId="0" animBg="1"/>
      <p:bldP spid="40" grpId="1" animBg="1"/>
      <p:bldP spid="41" grpId="0" animBg="1"/>
      <p:bldP spid="41" grpId="1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  <p:bldP spid="51" grpId="0" animBg="1"/>
      <p:bldP spid="51" grpId="1" animBg="1"/>
      <p:bldP spid="52" grpId="0" animBg="1"/>
      <p:bldP spid="52" grpId="1" animBg="1"/>
      <p:bldP spid="53" grpId="0" animBg="1"/>
      <p:bldP spid="53" grpId="1" animBg="1"/>
      <p:bldP spid="54" grpId="0" animBg="1"/>
      <p:bldP spid="54" grpId="1" animBg="1"/>
      <p:bldP spid="55" grpId="0" animBg="1"/>
      <p:bldP spid="55" grpId="1" animBg="1"/>
      <p:bldP spid="56" grpId="0" animBg="1"/>
      <p:bldP spid="56" grpId="1" animBg="1"/>
      <p:bldP spid="57" grpId="0" animBg="1"/>
      <p:bldP spid="57" grpId="1" animBg="1"/>
      <p:bldP spid="58" grpId="0" animBg="1"/>
      <p:bldP spid="58" grpId="1" animBg="1"/>
      <p:bldP spid="59" grpId="0" animBg="1"/>
      <p:bldP spid="60" grpId="0"/>
      <p:bldP spid="60" grpId="1"/>
      <p:bldP spid="61" grpId="0"/>
      <p:bldP spid="61" grpId="1"/>
      <p:bldP spid="62" grpId="0"/>
      <p:bldP spid="62" grpId="1"/>
      <p:bldP spid="63" grpId="0"/>
      <p:bldP spid="63" grpId="1"/>
      <p:bldP spid="64" grpId="0"/>
      <p:bldP spid="64" grpId="1"/>
      <p:bldP spid="65" grpId="0"/>
      <p:bldP spid="65" grpId="1"/>
      <p:bldP spid="66" grpId="0"/>
      <p:bldP spid="66" grpId="1"/>
      <p:bldP spid="67" grpId="0"/>
      <p:bldP spid="67" grpId="1"/>
      <p:bldP spid="68" grpId="0"/>
      <p:bldP spid="68" grpId="1"/>
      <p:bldP spid="69" grpId="0"/>
      <p:bldP spid="69" grpId="1"/>
      <p:bldP spid="70" grpId="0"/>
      <p:bldP spid="70" grpId="1"/>
      <p:bldP spid="71" grpId="0"/>
      <p:bldP spid="71" grpId="1"/>
      <p:bldP spid="72" grpId="0"/>
      <p:bldP spid="72" grpId="1"/>
      <p:bldP spid="73" grpId="0"/>
      <p:bldP spid="73" grpId="1"/>
      <p:bldP spid="74" grpId="0"/>
      <p:bldP spid="74" grpId="1"/>
      <p:bldP spid="75" grpId="0"/>
      <p:bldP spid="75" grpId="1"/>
      <p:bldP spid="76" grpId="0"/>
      <p:bldP spid="76" grpId="1"/>
      <p:bldP spid="77" grpId="0"/>
      <p:bldP spid="77" grpId="1"/>
      <p:bldP spid="78" grpId="0"/>
      <p:bldP spid="78" grpId="1"/>
      <p:bldP spid="79" grpId="0"/>
      <p:bldP spid="79" grpId="1"/>
      <p:bldP spid="80" grpId="0"/>
      <p:bldP spid="80" grpId="1"/>
      <p:bldP spid="81" grpId="0"/>
      <p:bldP spid="81" grpId="1"/>
      <p:bldP spid="82" grpId="0"/>
      <p:bldP spid="82" grpId="1"/>
      <p:bldP spid="83" grpId="0"/>
      <p:bldP spid="83" grpId="1"/>
      <p:bldP spid="84" grpId="0"/>
      <p:bldP spid="84" grpId="1"/>
      <p:bldP spid="85" grpId="0"/>
      <p:bldP spid="85" grpId="1"/>
      <p:bldP spid="86" grpId="0"/>
      <p:bldP spid="86" grpId="1"/>
      <p:bldP spid="87" grpId="0"/>
      <p:bldP spid="87" grpId="1"/>
      <p:bldP spid="88" grpId="0"/>
      <p:bldP spid="88" grpId="1"/>
      <p:bldP spid="89" grpId="0"/>
      <p:bldP spid="89" grpId="1"/>
      <p:bldP spid="90" grpId="0"/>
      <p:bldP spid="90" grpId="1"/>
      <p:bldP spid="91" grpId="0"/>
      <p:bldP spid="91" grpId="1"/>
      <p:bldP spid="92" grpId="0"/>
      <p:bldP spid="92" grpId="1"/>
      <p:bldP spid="93" grpId="0"/>
      <p:bldP spid="93" grpId="1"/>
      <p:bldP spid="94" grpId="0"/>
      <p:bldP spid="94" grpId="1"/>
      <p:bldP spid="95" grpId="0"/>
      <p:bldP spid="95" grpId="1"/>
      <p:bldP spid="96" grpId="0"/>
      <p:bldP spid="96" grpId="1"/>
      <p:bldP spid="97" grpId="0"/>
      <p:bldP spid="97" grpId="1"/>
      <p:bldP spid="98" grpId="0"/>
      <p:bldP spid="98" grpId="1"/>
      <p:bldP spid="99" grpId="0"/>
      <p:bldP spid="99" grpId="1"/>
      <p:bldP spid="100" grpId="0"/>
      <p:bldP spid="100" grpId="1"/>
      <p:bldP spid="101" grpId="0"/>
      <p:bldP spid="101" grpId="1"/>
      <p:bldP spid="102" grpId="0"/>
      <p:bldP spid="102" grpId="1"/>
      <p:bldP spid="103" grpId="0"/>
      <p:bldP spid="103" grpId="1"/>
      <p:bldP spid="104" grpId="0"/>
      <p:bldP spid="104" grpId="1"/>
      <p:bldP spid="105" grpId="0"/>
      <p:bldP spid="105" grpId="1"/>
      <p:bldP spid="106" grpId="0"/>
      <p:bldP spid="106" grpId="1"/>
      <p:bldP spid="107" grpId="0"/>
      <p:bldP spid="107" grpId="1"/>
      <p:bldP spid="108" grpId="0"/>
      <p:bldP spid="108" grpId="1"/>
      <p:bldP spid="109" grpId="0"/>
      <p:bldP spid="109" grpId="1"/>
      <p:bldP spid="110" grpId="0"/>
      <p:bldP spid="110" grpId="1"/>
      <p:bldP spid="111" grpId="0"/>
      <p:bldP spid="111" grpId="1"/>
      <p:bldP spid="112" grpId="0"/>
      <p:bldP spid="112" grpId="1"/>
      <p:bldP spid="113" grpId="0"/>
      <p:bldP spid="113" grpId="1"/>
      <p:bldP spid="114" grpId="0"/>
      <p:bldP spid="114" grpId="1"/>
      <p:bldP spid="115" grpId="0"/>
      <p:bldP spid="115" grpId="1"/>
      <p:bldP spid="116" grpId="0"/>
      <p:bldP spid="116" grpId="1"/>
      <p:bldP spid="117" grpId="0"/>
      <p:bldP spid="117" grpId="1"/>
      <p:bldP spid="118" grpId="0"/>
      <p:bldP spid="118" grpId="1"/>
      <p:bldP spid="119" grpId="0"/>
      <p:bldP spid="119" grpId="1"/>
      <p:bldP spid="120" grpId="0"/>
      <p:bldP spid="121" grpId="0"/>
      <p:bldP spid="122" grpId="0"/>
      <p:bldP spid="123" grpId="0"/>
      <p:bldP spid="124" grpId="0"/>
      <p:bldP spid="125" grpId="0"/>
      <p:bldP spid="126" grpId="0"/>
      <p:bldP spid="127" grpId="0"/>
      <p:bldP spid="128" grpId="0"/>
      <p:bldP spid="129" grpId="0"/>
      <p:bldP spid="130" grpId="0"/>
      <p:bldP spid="131" grpId="0" animBg="1"/>
      <p:bldP spid="131" grpId="1" animBg="1"/>
      <p:bldP spid="132" grpId="0" animBg="1"/>
      <p:bldP spid="132" grpId="1" animBg="1"/>
      <p:bldP spid="133" grpId="0" animBg="1"/>
      <p:bldP spid="133" grpId="1" animBg="1"/>
      <p:bldP spid="134" grpId="0" animBg="1"/>
      <p:bldP spid="134" grpId="1" animBg="1"/>
      <p:bldP spid="135" grpId="0" animBg="1"/>
      <p:bldP spid="135" grpId="1" animBg="1"/>
      <p:bldP spid="136" grpId="0" animBg="1"/>
      <p:bldP spid="136" grpId="1" animBg="1"/>
      <p:bldP spid="137" grpId="0" animBg="1"/>
      <p:bldP spid="137" grpId="1" animBg="1"/>
      <p:bldP spid="138" grpId="0" animBg="1"/>
      <p:bldP spid="138" grpId="1" animBg="1"/>
      <p:bldP spid="139" grpId="0" animBg="1"/>
      <p:bldP spid="139" grpId="1" animBg="1"/>
      <p:bldP spid="140" grpId="0"/>
      <p:bldP spid="140" grpId="1"/>
      <p:bldP spid="141" grpId="0"/>
      <p:bldP spid="141" grpId="1"/>
      <p:bldP spid="142" grpId="0"/>
      <p:bldP spid="142" grpId="1"/>
      <p:bldP spid="143" grpId="0"/>
      <p:bldP spid="143" grpId="1"/>
      <p:bldP spid="144" grpId="0"/>
      <p:bldP spid="144" grpId="1"/>
      <p:bldP spid="145" grpId="0"/>
      <p:bldP spid="145" grpId="1"/>
      <p:bldP spid="146" grpId="0"/>
      <p:bldP spid="146" grpId="1"/>
      <p:bldP spid="147" grpId="0"/>
      <p:bldP spid="147" grpId="1"/>
      <p:bldP spid="148" grpId="0"/>
      <p:bldP spid="148" grpId="1"/>
      <p:bldP spid="149" grpId="0" animBg="1"/>
      <p:bldP spid="149" grpId="1" animBg="1"/>
      <p:bldP spid="150" grpId="0" animBg="1"/>
      <p:bldP spid="150" grpId="1" animBg="1"/>
      <p:bldP spid="151" grpId="0"/>
      <p:bldP spid="151" grpId="1"/>
      <p:bldP spid="152" grpId="0"/>
      <p:bldP spid="152" grpId="1"/>
      <p:bldP spid="153" grpId="0"/>
      <p:bldP spid="153" grpId="1"/>
      <p:bldP spid="154" grpId="0"/>
      <p:bldP spid="154" grpId="1"/>
      <p:bldP spid="155" grpId="0" animBg="1"/>
      <p:bldP spid="156" grpId="0" animBg="1"/>
      <p:bldP spid="157" grpId="0"/>
      <p:bldP spid="158" grpId="0"/>
      <p:bldP spid="159" grpId="0"/>
      <p:bldP spid="160" grpId="0"/>
      <p:bldP spid="161" grpId="0"/>
      <p:bldP spid="162" grpId="0"/>
      <p:bldP spid="163" grpId="0"/>
      <p:bldP spid="164" grpId="0"/>
      <p:bldP spid="165" grpId="0"/>
      <p:bldP spid="166" grpId="0"/>
      <p:bldP spid="167" grpId="0"/>
      <p:bldP spid="168" grpId="0"/>
      <p:bldP spid="169" grpId="0"/>
      <p:bldP spid="170" grpId="0"/>
      <p:bldP spid="171" grpId="0"/>
      <p:bldP spid="172" grpId="0"/>
      <p:bldP spid="173" grpId="0"/>
      <p:bldP spid="174" grpId="0"/>
      <p:bldP spid="175" grpId="0"/>
      <p:bldP spid="176" grpId="0"/>
      <p:bldP spid="177" grpId="0"/>
      <p:bldP spid="178" grpId="0"/>
      <p:bldP spid="179" grpId="0"/>
      <p:bldP spid="180" grpId="0"/>
      <p:bldP spid="181" grpId="0"/>
      <p:bldP spid="182" grpId="0"/>
      <p:bldP spid="183" grpId="0"/>
      <p:bldP spid="184" grpId="0"/>
      <p:bldP spid="185" grpId="0"/>
      <p:bldP spid="186" grpId="0"/>
      <p:bldP spid="187" grpId="0"/>
      <p:bldP spid="188" grpId="0"/>
      <p:bldP spid="189" grpId="0"/>
      <p:bldP spid="190" grpId="0"/>
      <p:bldP spid="191" grpId="0"/>
      <p:bldP spid="192" grpId="0"/>
      <p:bldP spid="193" grpId="0" animBg="1"/>
      <p:bldP spid="194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anim_o2728_1">
            <a:extLst>
              <a:ext uri="{FF2B5EF4-FFF2-40B4-BE49-F238E27FC236}">
                <a16:creationId xmlns:a16="http://schemas.microsoft.com/office/drawing/2014/main" id="{B944BFB6-1B22-462F-8E0E-BB44B1656A21}"/>
              </a:ext>
            </a:extLst>
          </p:cNvPr>
          <p:cNvSpPr>
            <a:spLocks noGrp="1"/>
          </p:cNvSpPr>
          <p:nvPr/>
        </p:nvSpPr>
        <p:spPr>
          <a:xfrm>
            <a:off x="1569720" y="2657475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2729_1">
            <a:extLst>
              <a:ext uri="{FF2B5EF4-FFF2-40B4-BE49-F238E27FC236}">
                <a16:creationId xmlns:a16="http://schemas.microsoft.com/office/drawing/2014/main" id="{8E197E79-A0DB-4104-B74E-50D884E999D7}"/>
              </a:ext>
            </a:extLst>
          </p:cNvPr>
          <p:cNvSpPr>
            <a:spLocks noGrp="1"/>
          </p:cNvSpPr>
          <p:nvPr/>
        </p:nvSpPr>
        <p:spPr>
          <a:xfrm>
            <a:off x="1955483" y="2657475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2730_1">
            <a:extLst>
              <a:ext uri="{FF2B5EF4-FFF2-40B4-BE49-F238E27FC236}">
                <a16:creationId xmlns:a16="http://schemas.microsoft.com/office/drawing/2014/main" id="{98B2480B-738E-44EC-8723-E6B96F9F17CA}"/>
              </a:ext>
            </a:extLst>
          </p:cNvPr>
          <p:cNvSpPr>
            <a:spLocks noGrp="1"/>
          </p:cNvSpPr>
          <p:nvPr/>
        </p:nvSpPr>
        <p:spPr>
          <a:xfrm>
            <a:off x="2341245" y="2657475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2731_1">
            <a:extLst>
              <a:ext uri="{FF2B5EF4-FFF2-40B4-BE49-F238E27FC236}">
                <a16:creationId xmlns:a16="http://schemas.microsoft.com/office/drawing/2014/main" id="{7B92640C-32BD-44E4-8DC8-637EB4B713E6}"/>
              </a:ext>
            </a:extLst>
          </p:cNvPr>
          <p:cNvSpPr>
            <a:spLocks noGrp="1"/>
          </p:cNvSpPr>
          <p:nvPr/>
        </p:nvSpPr>
        <p:spPr>
          <a:xfrm>
            <a:off x="2727007" y="2657475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2732_1">
            <a:extLst>
              <a:ext uri="{FF2B5EF4-FFF2-40B4-BE49-F238E27FC236}">
                <a16:creationId xmlns:a16="http://schemas.microsoft.com/office/drawing/2014/main" id="{3CFAA7C6-18D3-42A9-883F-A8AE0146585E}"/>
              </a:ext>
            </a:extLst>
          </p:cNvPr>
          <p:cNvSpPr>
            <a:spLocks noGrp="1"/>
          </p:cNvSpPr>
          <p:nvPr/>
        </p:nvSpPr>
        <p:spPr>
          <a:xfrm>
            <a:off x="3112770" y="2657475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2733_1">
            <a:extLst>
              <a:ext uri="{FF2B5EF4-FFF2-40B4-BE49-F238E27FC236}">
                <a16:creationId xmlns:a16="http://schemas.microsoft.com/office/drawing/2014/main" id="{FDB371E3-2703-4045-ACF9-CFB39B509670}"/>
              </a:ext>
            </a:extLst>
          </p:cNvPr>
          <p:cNvSpPr>
            <a:spLocks noGrp="1"/>
          </p:cNvSpPr>
          <p:nvPr/>
        </p:nvSpPr>
        <p:spPr>
          <a:xfrm>
            <a:off x="3498533" y="2657475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2734_1">
            <a:extLst>
              <a:ext uri="{FF2B5EF4-FFF2-40B4-BE49-F238E27FC236}">
                <a16:creationId xmlns:a16="http://schemas.microsoft.com/office/drawing/2014/main" id="{CE5FE16C-488C-4687-AF98-4D8E55B16656}"/>
              </a:ext>
            </a:extLst>
          </p:cNvPr>
          <p:cNvSpPr>
            <a:spLocks noGrp="1"/>
          </p:cNvSpPr>
          <p:nvPr/>
        </p:nvSpPr>
        <p:spPr>
          <a:xfrm>
            <a:off x="1569720" y="3043238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2735_1">
            <a:extLst>
              <a:ext uri="{FF2B5EF4-FFF2-40B4-BE49-F238E27FC236}">
                <a16:creationId xmlns:a16="http://schemas.microsoft.com/office/drawing/2014/main" id="{AD6875A9-C89E-4A05-94BC-FBE5E1EBC02B}"/>
              </a:ext>
            </a:extLst>
          </p:cNvPr>
          <p:cNvSpPr>
            <a:spLocks noGrp="1"/>
          </p:cNvSpPr>
          <p:nvPr/>
        </p:nvSpPr>
        <p:spPr>
          <a:xfrm>
            <a:off x="1955483" y="3043238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2736_1">
            <a:extLst>
              <a:ext uri="{FF2B5EF4-FFF2-40B4-BE49-F238E27FC236}">
                <a16:creationId xmlns:a16="http://schemas.microsoft.com/office/drawing/2014/main" id="{76661AD8-87AD-4D01-8F96-1EE1ED7E837F}"/>
              </a:ext>
            </a:extLst>
          </p:cNvPr>
          <p:cNvSpPr>
            <a:spLocks noGrp="1"/>
          </p:cNvSpPr>
          <p:nvPr/>
        </p:nvSpPr>
        <p:spPr>
          <a:xfrm>
            <a:off x="2341245" y="3043238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2737_1">
            <a:extLst>
              <a:ext uri="{FF2B5EF4-FFF2-40B4-BE49-F238E27FC236}">
                <a16:creationId xmlns:a16="http://schemas.microsoft.com/office/drawing/2014/main" id="{0BE417AD-45A1-40CC-BCFA-A2FC2B049494}"/>
              </a:ext>
            </a:extLst>
          </p:cNvPr>
          <p:cNvSpPr>
            <a:spLocks noGrp="1"/>
          </p:cNvSpPr>
          <p:nvPr/>
        </p:nvSpPr>
        <p:spPr>
          <a:xfrm>
            <a:off x="2727007" y="3043238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2738_1">
            <a:extLst>
              <a:ext uri="{FF2B5EF4-FFF2-40B4-BE49-F238E27FC236}">
                <a16:creationId xmlns:a16="http://schemas.microsoft.com/office/drawing/2014/main" id="{C5340C37-442E-4656-8A3A-DF9AB11308D6}"/>
              </a:ext>
            </a:extLst>
          </p:cNvPr>
          <p:cNvSpPr>
            <a:spLocks noGrp="1"/>
          </p:cNvSpPr>
          <p:nvPr/>
        </p:nvSpPr>
        <p:spPr>
          <a:xfrm>
            <a:off x="3112770" y="3043238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2739_1">
            <a:extLst>
              <a:ext uri="{FF2B5EF4-FFF2-40B4-BE49-F238E27FC236}">
                <a16:creationId xmlns:a16="http://schemas.microsoft.com/office/drawing/2014/main" id="{3B08D254-6F38-4665-BF94-9ACF0B1BF315}"/>
              </a:ext>
            </a:extLst>
          </p:cNvPr>
          <p:cNvSpPr>
            <a:spLocks noGrp="1"/>
          </p:cNvSpPr>
          <p:nvPr/>
        </p:nvSpPr>
        <p:spPr>
          <a:xfrm>
            <a:off x="3498533" y="3043238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2740_1">
            <a:extLst>
              <a:ext uri="{FF2B5EF4-FFF2-40B4-BE49-F238E27FC236}">
                <a16:creationId xmlns:a16="http://schemas.microsoft.com/office/drawing/2014/main" id="{295FE2DD-EAB4-49D4-BFBF-15929D913C75}"/>
              </a:ext>
            </a:extLst>
          </p:cNvPr>
          <p:cNvSpPr>
            <a:spLocks noGrp="1"/>
          </p:cNvSpPr>
          <p:nvPr/>
        </p:nvSpPr>
        <p:spPr>
          <a:xfrm>
            <a:off x="1569720" y="3429000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2741_1">
            <a:extLst>
              <a:ext uri="{FF2B5EF4-FFF2-40B4-BE49-F238E27FC236}">
                <a16:creationId xmlns:a16="http://schemas.microsoft.com/office/drawing/2014/main" id="{3A78EA33-8D58-4E3B-9F8A-3095102C6DF8}"/>
              </a:ext>
            </a:extLst>
          </p:cNvPr>
          <p:cNvSpPr>
            <a:spLocks noGrp="1"/>
          </p:cNvSpPr>
          <p:nvPr/>
        </p:nvSpPr>
        <p:spPr>
          <a:xfrm>
            <a:off x="1955483" y="3429000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2742_1">
            <a:extLst>
              <a:ext uri="{FF2B5EF4-FFF2-40B4-BE49-F238E27FC236}">
                <a16:creationId xmlns:a16="http://schemas.microsoft.com/office/drawing/2014/main" id="{86764F23-48C8-4639-B7CB-9264413C5E09}"/>
              </a:ext>
            </a:extLst>
          </p:cNvPr>
          <p:cNvSpPr>
            <a:spLocks noGrp="1"/>
          </p:cNvSpPr>
          <p:nvPr/>
        </p:nvSpPr>
        <p:spPr>
          <a:xfrm>
            <a:off x="2341245" y="3429000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2743_1">
            <a:extLst>
              <a:ext uri="{FF2B5EF4-FFF2-40B4-BE49-F238E27FC236}">
                <a16:creationId xmlns:a16="http://schemas.microsoft.com/office/drawing/2014/main" id="{D0480044-D3B1-4B2F-B3AD-0C8BCA5010D6}"/>
              </a:ext>
            </a:extLst>
          </p:cNvPr>
          <p:cNvSpPr>
            <a:spLocks noGrp="1"/>
          </p:cNvSpPr>
          <p:nvPr/>
        </p:nvSpPr>
        <p:spPr>
          <a:xfrm>
            <a:off x="2727007" y="3429000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2744_1">
            <a:extLst>
              <a:ext uri="{FF2B5EF4-FFF2-40B4-BE49-F238E27FC236}">
                <a16:creationId xmlns:a16="http://schemas.microsoft.com/office/drawing/2014/main" id="{8CD1DF86-8D97-4B7E-A702-24A8E6282AF5}"/>
              </a:ext>
            </a:extLst>
          </p:cNvPr>
          <p:cNvSpPr>
            <a:spLocks noGrp="1"/>
          </p:cNvSpPr>
          <p:nvPr/>
        </p:nvSpPr>
        <p:spPr>
          <a:xfrm>
            <a:off x="3112770" y="3429000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2745_1">
            <a:extLst>
              <a:ext uri="{FF2B5EF4-FFF2-40B4-BE49-F238E27FC236}">
                <a16:creationId xmlns:a16="http://schemas.microsoft.com/office/drawing/2014/main" id="{D43C27DF-569C-42B9-AAE3-13F4D3D5CEA1}"/>
              </a:ext>
            </a:extLst>
          </p:cNvPr>
          <p:cNvSpPr>
            <a:spLocks noGrp="1"/>
          </p:cNvSpPr>
          <p:nvPr/>
        </p:nvSpPr>
        <p:spPr>
          <a:xfrm>
            <a:off x="3498533" y="3429000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2746_1">
            <a:extLst>
              <a:ext uri="{FF2B5EF4-FFF2-40B4-BE49-F238E27FC236}">
                <a16:creationId xmlns:a16="http://schemas.microsoft.com/office/drawing/2014/main" id="{21BA2660-2047-438A-B80A-0D36B5DD920E}"/>
              </a:ext>
            </a:extLst>
          </p:cNvPr>
          <p:cNvSpPr>
            <a:spLocks noGrp="1"/>
          </p:cNvSpPr>
          <p:nvPr/>
        </p:nvSpPr>
        <p:spPr>
          <a:xfrm>
            <a:off x="1569720" y="3814763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2747_1">
            <a:extLst>
              <a:ext uri="{FF2B5EF4-FFF2-40B4-BE49-F238E27FC236}">
                <a16:creationId xmlns:a16="http://schemas.microsoft.com/office/drawing/2014/main" id="{6C13F8B8-DC46-4728-B73A-355F8D1A6F05}"/>
              </a:ext>
            </a:extLst>
          </p:cNvPr>
          <p:cNvSpPr>
            <a:spLocks noGrp="1"/>
          </p:cNvSpPr>
          <p:nvPr/>
        </p:nvSpPr>
        <p:spPr>
          <a:xfrm>
            <a:off x="1955483" y="3814763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2748_1">
            <a:extLst>
              <a:ext uri="{FF2B5EF4-FFF2-40B4-BE49-F238E27FC236}">
                <a16:creationId xmlns:a16="http://schemas.microsoft.com/office/drawing/2014/main" id="{DE216ECD-DED7-4070-BCA6-3D3783BA4AA0}"/>
              </a:ext>
            </a:extLst>
          </p:cNvPr>
          <p:cNvSpPr>
            <a:spLocks noGrp="1"/>
          </p:cNvSpPr>
          <p:nvPr/>
        </p:nvSpPr>
        <p:spPr>
          <a:xfrm>
            <a:off x="2341245" y="3814763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2749_1">
            <a:extLst>
              <a:ext uri="{FF2B5EF4-FFF2-40B4-BE49-F238E27FC236}">
                <a16:creationId xmlns:a16="http://schemas.microsoft.com/office/drawing/2014/main" id="{A714D0D1-ECF0-48CA-AD6A-7CDE9BE9CB16}"/>
              </a:ext>
            </a:extLst>
          </p:cNvPr>
          <p:cNvSpPr>
            <a:spLocks noGrp="1"/>
          </p:cNvSpPr>
          <p:nvPr/>
        </p:nvSpPr>
        <p:spPr>
          <a:xfrm>
            <a:off x="2727007" y="3814763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2750_1">
            <a:extLst>
              <a:ext uri="{FF2B5EF4-FFF2-40B4-BE49-F238E27FC236}">
                <a16:creationId xmlns:a16="http://schemas.microsoft.com/office/drawing/2014/main" id="{8BFF30AC-F497-4A36-A505-5B021DE1F86E}"/>
              </a:ext>
            </a:extLst>
          </p:cNvPr>
          <p:cNvSpPr>
            <a:spLocks noGrp="1"/>
          </p:cNvSpPr>
          <p:nvPr/>
        </p:nvSpPr>
        <p:spPr>
          <a:xfrm>
            <a:off x="3112770" y="3814763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2751_1">
            <a:extLst>
              <a:ext uri="{FF2B5EF4-FFF2-40B4-BE49-F238E27FC236}">
                <a16:creationId xmlns:a16="http://schemas.microsoft.com/office/drawing/2014/main" id="{F513E7FF-4CF0-4C4B-8637-0434DB16A5A2}"/>
              </a:ext>
            </a:extLst>
          </p:cNvPr>
          <p:cNvSpPr>
            <a:spLocks noGrp="1"/>
          </p:cNvSpPr>
          <p:nvPr/>
        </p:nvSpPr>
        <p:spPr>
          <a:xfrm>
            <a:off x="3498533" y="3814763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2752_1">
            <a:extLst>
              <a:ext uri="{FF2B5EF4-FFF2-40B4-BE49-F238E27FC236}">
                <a16:creationId xmlns:a16="http://schemas.microsoft.com/office/drawing/2014/main" id="{BB2D65E7-0F0E-4B49-A618-74ADD0646259}"/>
              </a:ext>
            </a:extLst>
          </p:cNvPr>
          <p:cNvSpPr>
            <a:spLocks noGrp="1"/>
          </p:cNvSpPr>
          <p:nvPr/>
        </p:nvSpPr>
        <p:spPr>
          <a:xfrm>
            <a:off x="1569720" y="4200525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2753_1">
            <a:extLst>
              <a:ext uri="{FF2B5EF4-FFF2-40B4-BE49-F238E27FC236}">
                <a16:creationId xmlns:a16="http://schemas.microsoft.com/office/drawing/2014/main" id="{89CD7657-60F9-402C-826D-422ADD564D7A}"/>
              </a:ext>
            </a:extLst>
          </p:cNvPr>
          <p:cNvSpPr>
            <a:spLocks noGrp="1"/>
          </p:cNvSpPr>
          <p:nvPr/>
        </p:nvSpPr>
        <p:spPr>
          <a:xfrm>
            <a:off x="1955483" y="4200525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2754_1">
            <a:extLst>
              <a:ext uri="{FF2B5EF4-FFF2-40B4-BE49-F238E27FC236}">
                <a16:creationId xmlns:a16="http://schemas.microsoft.com/office/drawing/2014/main" id="{53186AA3-BF0B-478E-B95E-F4E28561B6C3}"/>
              </a:ext>
            </a:extLst>
          </p:cNvPr>
          <p:cNvSpPr>
            <a:spLocks noGrp="1"/>
          </p:cNvSpPr>
          <p:nvPr/>
        </p:nvSpPr>
        <p:spPr>
          <a:xfrm>
            <a:off x="2341245" y="4200525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2755_1">
            <a:extLst>
              <a:ext uri="{FF2B5EF4-FFF2-40B4-BE49-F238E27FC236}">
                <a16:creationId xmlns:a16="http://schemas.microsoft.com/office/drawing/2014/main" id="{B3EE8E21-6E50-437E-B09F-C729CEC0401C}"/>
              </a:ext>
            </a:extLst>
          </p:cNvPr>
          <p:cNvSpPr>
            <a:spLocks noGrp="1"/>
          </p:cNvSpPr>
          <p:nvPr/>
        </p:nvSpPr>
        <p:spPr>
          <a:xfrm>
            <a:off x="2727007" y="4200525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2756_1">
            <a:extLst>
              <a:ext uri="{FF2B5EF4-FFF2-40B4-BE49-F238E27FC236}">
                <a16:creationId xmlns:a16="http://schemas.microsoft.com/office/drawing/2014/main" id="{FE625DBA-74F8-4AF9-96BC-2E0ABBEFE24E}"/>
              </a:ext>
            </a:extLst>
          </p:cNvPr>
          <p:cNvSpPr>
            <a:spLocks noGrp="1"/>
          </p:cNvSpPr>
          <p:nvPr/>
        </p:nvSpPr>
        <p:spPr>
          <a:xfrm>
            <a:off x="3112770" y="4200525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2757_1">
            <a:extLst>
              <a:ext uri="{FF2B5EF4-FFF2-40B4-BE49-F238E27FC236}">
                <a16:creationId xmlns:a16="http://schemas.microsoft.com/office/drawing/2014/main" id="{EC5645AC-2824-4550-853A-0E9ACDBF26DC}"/>
              </a:ext>
            </a:extLst>
          </p:cNvPr>
          <p:cNvSpPr>
            <a:spLocks noGrp="1"/>
          </p:cNvSpPr>
          <p:nvPr/>
        </p:nvSpPr>
        <p:spPr>
          <a:xfrm>
            <a:off x="3498533" y="4200525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2758_1">
            <a:extLst>
              <a:ext uri="{FF2B5EF4-FFF2-40B4-BE49-F238E27FC236}">
                <a16:creationId xmlns:a16="http://schemas.microsoft.com/office/drawing/2014/main" id="{4A3EA67A-E78B-47C1-8D08-931DE3DCC983}"/>
              </a:ext>
            </a:extLst>
          </p:cNvPr>
          <p:cNvSpPr>
            <a:spLocks noGrp="1"/>
          </p:cNvSpPr>
          <p:nvPr/>
        </p:nvSpPr>
        <p:spPr>
          <a:xfrm>
            <a:off x="1569720" y="4586288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2759_1">
            <a:extLst>
              <a:ext uri="{FF2B5EF4-FFF2-40B4-BE49-F238E27FC236}">
                <a16:creationId xmlns:a16="http://schemas.microsoft.com/office/drawing/2014/main" id="{606DD545-2503-479A-A859-0B19B61DDB4C}"/>
              </a:ext>
            </a:extLst>
          </p:cNvPr>
          <p:cNvSpPr>
            <a:spLocks noGrp="1"/>
          </p:cNvSpPr>
          <p:nvPr/>
        </p:nvSpPr>
        <p:spPr>
          <a:xfrm>
            <a:off x="1955483" y="4586288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2760_1">
            <a:extLst>
              <a:ext uri="{FF2B5EF4-FFF2-40B4-BE49-F238E27FC236}">
                <a16:creationId xmlns:a16="http://schemas.microsoft.com/office/drawing/2014/main" id="{1529EC4D-5783-4EE2-B718-576FFFADF744}"/>
              </a:ext>
            </a:extLst>
          </p:cNvPr>
          <p:cNvSpPr>
            <a:spLocks noGrp="1"/>
          </p:cNvSpPr>
          <p:nvPr/>
        </p:nvSpPr>
        <p:spPr>
          <a:xfrm>
            <a:off x="2341245" y="4586288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2761_1">
            <a:extLst>
              <a:ext uri="{FF2B5EF4-FFF2-40B4-BE49-F238E27FC236}">
                <a16:creationId xmlns:a16="http://schemas.microsoft.com/office/drawing/2014/main" id="{808770D4-A66C-4404-B8E8-7127F55B704E}"/>
              </a:ext>
            </a:extLst>
          </p:cNvPr>
          <p:cNvSpPr>
            <a:spLocks noGrp="1"/>
          </p:cNvSpPr>
          <p:nvPr/>
        </p:nvSpPr>
        <p:spPr>
          <a:xfrm>
            <a:off x="2727007" y="4586288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2762_1">
            <a:extLst>
              <a:ext uri="{FF2B5EF4-FFF2-40B4-BE49-F238E27FC236}">
                <a16:creationId xmlns:a16="http://schemas.microsoft.com/office/drawing/2014/main" id="{61CA88A0-71BF-4CD9-85B4-247BC9744BB3}"/>
              </a:ext>
            </a:extLst>
          </p:cNvPr>
          <p:cNvSpPr>
            <a:spLocks noGrp="1"/>
          </p:cNvSpPr>
          <p:nvPr/>
        </p:nvSpPr>
        <p:spPr>
          <a:xfrm>
            <a:off x="3112770" y="4586288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2763_1">
            <a:extLst>
              <a:ext uri="{FF2B5EF4-FFF2-40B4-BE49-F238E27FC236}">
                <a16:creationId xmlns:a16="http://schemas.microsoft.com/office/drawing/2014/main" id="{DE066741-1B5F-4DFF-9875-ACBFD05CE0FB}"/>
              </a:ext>
            </a:extLst>
          </p:cNvPr>
          <p:cNvSpPr>
            <a:spLocks noGrp="1"/>
          </p:cNvSpPr>
          <p:nvPr/>
        </p:nvSpPr>
        <p:spPr>
          <a:xfrm>
            <a:off x="3498533" y="4586288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2691_1">
            <a:extLst>
              <a:ext uri="{FF2B5EF4-FFF2-40B4-BE49-F238E27FC236}">
                <a16:creationId xmlns:a16="http://schemas.microsoft.com/office/drawing/2014/main" id="{F08C41C0-8A96-470B-AB9D-16365501DC1D}"/>
              </a:ext>
            </a:extLst>
          </p:cNvPr>
          <p:cNvSpPr>
            <a:spLocks noGrp="1"/>
          </p:cNvSpPr>
          <p:nvPr/>
        </p:nvSpPr>
        <p:spPr>
          <a:xfrm>
            <a:off x="1784032" y="2443163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2692_1">
            <a:extLst>
              <a:ext uri="{FF2B5EF4-FFF2-40B4-BE49-F238E27FC236}">
                <a16:creationId xmlns:a16="http://schemas.microsoft.com/office/drawing/2014/main" id="{A1041831-F65E-4EB6-A3BC-B18B9F7D842C}"/>
              </a:ext>
            </a:extLst>
          </p:cNvPr>
          <p:cNvSpPr>
            <a:spLocks noGrp="1"/>
          </p:cNvSpPr>
          <p:nvPr/>
        </p:nvSpPr>
        <p:spPr>
          <a:xfrm>
            <a:off x="2169795" y="2443163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2693_1">
            <a:extLst>
              <a:ext uri="{FF2B5EF4-FFF2-40B4-BE49-F238E27FC236}">
                <a16:creationId xmlns:a16="http://schemas.microsoft.com/office/drawing/2014/main" id="{029E69D4-3C69-45CD-952A-94950E2B9459}"/>
              </a:ext>
            </a:extLst>
          </p:cNvPr>
          <p:cNvSpPr>
            <a:spLocks noGrp="1"/>
          </p:cNvSpPr>
          <p:nvPr/>
        </p:nvSpPr>
        <p:spPr>
          <a:xfrm>
            <a:off x="2555558" y="2443163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2694_1">
            <a:extLst>
              <a:ext uri="{FF2B5EF4-FFF2-40B4-BE49-F238E27FC236}">
                <a16:creationId xmlns:a16="http://schemas.microsoft.com/office/drawing/2014/main" id="{AD04F597-C2A4-4D6C-AFD9-AAA7AF88F270}"/>
              </a:ext>
            </a:extLst>
          </p:cNvPr>
          <p:cNvSpPr>
            <a:spLocks noGrp="1"/>
          </p:cNvSpPr>
          <p:nvPr/>
        </p:nvSpPr>
        <p:spPr>
          <a:xfrm>
            <a:off x="2941320" y="2443163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2695_1">
            <a:extLst>
              <a:ext uri="{FF2B5EF4-FFF2-40B4-BE49-F238E27FC236}">
                <a16:creationId xmlns:a16="http://schemas.microsoft.com/office/drawing/2014/main" id="{0F5EB812-1D8D-49DD-9BBE-72888BEA838E}"/>
              </a:ext>
            </a:extLst>
          </p:cNvPr>
          <p:cNvSpPr>
            <a:spLocks noGrp="1"/>
          </p:cNvSpPr>
          <p:nvPr/>
        </p:nvSpPr>
        <p:spPr>
          <a:xfrm>
            <a:off x="3327082" y="2443163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2696_1">
            <a:extLst>
              <a:ext uri="{FF2B5EF4-FFF2-40B4-BE49-F238E27FC236}">
                <a16:creationId xmlns:a16="http://schemas.microsoft.com/office/drawing/2014/main" id="{52199CEF-5EC6-492A-97D2-7C9715F03A5B}"/>
              </a:ext>
            </a:extLst>
          </p:cNvPr>
          <p:cNvSpPr>
            <a:spLocks noGrp="1"/>
          </p:cNvSpPr>
          <p:nvPr/>
        </p:nvSpPr>
        <p:spPr>
          <a:xfrm>
            <a:off x="3712845" y="2443163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2697_1">
            <a:extLst>
              <a:ext uri="{FF2B5EF4-FFF2-40B4-BE49-F238E27FC236}">
                <a16:creationId xmlns:a16="http://schemas.microsoft.com/office/drawing/2014/main" id="{08FB0DA1-BD7A-46CE-B04B-D275DC32FBD4}"/>
              </a:ext>
            </a:extLst>
          </p:cNvPr>
          <p:cNvSpPr>
            <a:spLocks noGrp="1"/>
          </p:cNvSpPr>
          <p:nvPr/>
        </p:nvSpPr>
        <p:spPr>
          <a:xfrm>
            <a:off x="1784032" y="2828925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2698_1">
            <a:extLst>
              <a:ext uri="{FF2B5EF4-FFF2-40B4-BE49-F238E27FC236}">
                <a16:creationId xmlns:a16="http://schemas.microsoft.com/office/drawing/2014/main" id="{020426EF-D561-4B13-A798-89BBD8043011}"/>
              </a:ext>
            </a:extLst>
          </p:cNvPr>
          <p:cNvSpPr>
            <a:spLocks noGrp="1"/>
          </p:cNvSpPr>
          <p:nvPr/>
        </p:nvSpPr>
        <p:spPr>
          <a:xfrm>
            <a:off x="2169795" y="2828925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2699_1">
            <a:extLst>
              <a:ext uri="{FF2B5EF4-FFF2-40B4-BE49-F238E27FC236}">
                <a16:creationId xmlns:a16="http://schemas.microsoft.com/office/drawing/2014/main" id="{A41EA879-5E4D-4A82-A2C0-73EF0B6E8F6D}"/>
              </a:ext>
            </a:extLst>
          </p:cNvPr>
          <p:cNvSpPr>
            <a:spLocks noGrp="1"/>
          </p:cNvSpPr>
          <p:nvPr/>
        </p:nvSpPr>
        <p:spPr>
          <a:xfrm>
            <a:off x="2555558" y="2828925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2700_1">
            <a:extLst>
              <a:ext uri="{FF2B5EF4-FFF2-40B4-BE49-F238E27FC236}">
                <a16:creationId xmlns:a16="http://schemas.microsoft.com/office/drawing/2014/main" id="{827479DC-FBFC-46DA-B385-A8DC65071FB2}"/>
              </a:ext>
            </a:extLst>
          </p:cNvPr>
          <p:cNvSpPr>
            <a:spLocks noGrp="1"/>
          </p:cNvSpPr>
          <p:nvPr/>
        </p:nvSpPr>
        <p:spPr>
          <a:xfrm>
            <a:off x="2941320" y="2828925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2701_1">
            <a:extLst>
              <a:ext uri="{FF2B5EF4-FFF2-40B4-BE49-F238E27FC236}">
                <a16:creationId xmlns:a16="http://schemas.microsoft.com/office/drawing/2014/main" id="{AC05ABBA-7965-4D9A-9C5C-DC58B82AF614}"/>
              </a:ext>
            </a:extLst>
          </p:cNvPr>
          <p:cNvSpPr>
            <a:spLocks noGrp="1"/>
          </p:cNvSpPr>
          <p:nvPr/>
        </p:nvSpPr>
        <p:spPr>
          <a:xfrm>
            <a:off x="3327082" y="2828925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2702_1">
            <a:extLst>
              <a:ext uri="{FF2B5EF4-FFF2-40B4-BE49-F238E27FC236}">
                <a16:creationId xmlns:a16="http://schemas.microsoft.com/office/drawing/2014/main" id="{5244665F-EE1F-4B47-9FB4-204D1DD9B757}"/>
              </a:ext>
            </a:extLst>
          </p:cNvPr>
          <p:cNvSpPr>
            <a:spLocks noGrp="1"/>
          </p:cNvSpPr>
          <p:nvPr/>
        </p:nvSpPr>
        <p:spPr>
          <a:xfrm>
            <a:off x="3712845" y="2828925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2703_1">
            <a:extLst>
              <a:ext uri="{FF2B5EF4-FFF2-40B4-BE49-F238E27FC236}">
                <a16:creationId xmlns:a16="http://schemas.microsoft.com/office/drawing/2014/main" id="{CDFBE3F3-8098-4205-9FD2-67AF0D5D7ECF}"/>
              </a:ext>
            </a:extLst>
          </p:cNvPr>
          <p:cNvSpPr>
            <a:spLocks noGrp="1"/>
          </p:cNvSpPr>
          <p:nvPr/>
        </p:nvSpPr>
        <p:spPr>
          <a:xfrm>
            <a:off x="1784032" y="3214688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2704_1">
            <a:extLst>
              <a:ext uri="{FF2B5EF4-FFF2-40B4-BE49-F238E27FC236}">
                <a16:creationId xmlns:a16="http://schemas.microsoft.com/office/drawing/2014/main" id="{19B70834-F33A-4259-BDC3-56ED7A06B32A}"/>
              </a:ext>
            </a:extLst>
          </p:cNvPr>
          <p:cNvSpPr>
            <a:spLocks noGrp="1"/>
          </p:cNvSpPr>
          <p:nvPr/>
        </p:nvSpPr>
        <p:spPr>
          <a:xfrm>
            <a:off x="2169795" y="3214688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2705_1">
            <a:extLst>
              <a:ext uri="{FF2B5EF4-FFF2-40B4-BE49-F238E27FC236}">
                <a16:creationId xmlns:a16="http://schemas.microsoft.com/office/drawing/2014/main" id="{CFF78E7E-4BFB-4C70-BF0A-81859FF3EA15}"/>
              </a:ext>
            </a:extLst>
          </p:cNvPr>
          <p:cNvSpPr>
            <a:spLocks noGrp="1"/>
          </p:cNvSpPr>
          <p:nvPr/>
        </p:nvSpPr>
        <p:spPr>
          <a:xfrm>
            <a:off x="2555558" y="3214688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2706_1">
            <a:extLst>
              <a:ext uri="{FF2B5EF4-FFF2-40B4-BE49-F238E27FC236}">
                <a16:creationId xmlns:a16="http://schemas.microsoft.com/office/drawing/2014/main" id="{EB1E66A9-D608-4C7E-8AAF-7C03025B7A4D}"/>
              </a:ext>
            </a:extLst>
          </p:cNvPr>
          <p:cNvSpPr>
            <a:spLocks noGrp="1"/>
          </p:cNvSpPr>
          <p:nvPr/>
        </p:nvSpPr>
        <p:spPr>
          <a:xfrm>
            <a:off x="2941320" y="3214688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o2707_1">
            <a:extLst>
              <a:ext uri="{FF2B5EF4-FFF2-40B4-BE49-F238E27FC236}">
                <a16:creationId xmlns:a16="http://schemas.microsoft.com/office/drawing/2014/main" id="{3BE67375-C872-4039-A008-BB951B171BC7}"/>
              </a:ext>
            </a:extLst>
          </p:cNvPr>
          <p:cNvSpPr>
            <a:spLocks noGrp="1"/>
          </p:cNvSpPr>
          <p:nvPr/>
        </p:nvSpPr>
        <p:spPr>
          <a:xfrm>
            <a:off x="3327082" y="3214688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4" name="anim_o2708_1">
            <a:extLst>
              <a:ext uri="{FF2B5EF4-FFF2-40B4-BE49-F238E27FC236}">
                <a16:creationId xmlns:a16="http://schemas.microsoft.com/office/drawing/2014/main" id="{079270B4-6BD8-4187-A159-490F5AAE202B}"/>
              </a:ext>
            </a:extLst>
          </p:cNvPr>
          <p:cNvSpPr>
            <a:spLocks noGrp="1"/>
          </p:cNvSpPr>
          <p:nvPr/>
        </p:nvSpPr>
        <p:spPr>
          <a:xfrm>
            <a:off x="3712845" y="3214688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5" name="anim_o2709_1">
            <a:extLst>
              <a:ext uri="{FF2B5EF4-FFF2-40B4-BE49-F238E27FC236}">
                <a16:creationId xmlns:a16="http://schemas.microsoft.com/office/drawing/2014/main" id="{CE004993-F1C3-4494-94F9-C8411F323C4C}"/>
              </a:ext>
            </a:extLst>
          </p:cNvPr>
          <p:cNvSpPr>
            <a:spLocks noGrp="1"/>
          </p:cNvSpPr>
          <p:nvPr/>
        </p:nvSpPr>
        <p:spPr>
          <a:xfrm>
            <a:off x="1784032" y="3600450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6" name="anim_o2710_1">
            <a:extLst>
              <a:ext uri="{FF2B5EF4-FFF2-40B4-BE49-F238E27FC236}">
                <a16:creationId xmlns:a16="http://schemas.microsoft.com/office/drawing/2014/main" id="{8DE754D7-42AC-49F4-8833-FB395AB05AEC}"/>
              </a:ext>
            </a:extLst>
          </p:cNvPr>
          <p:cNvSpPr>
            <a:spLocks noGrp="1"/>
          </p:cNvSpPr>
          <p:nvPr/>
        </p:nvSpPr>
        <p:spPr>
          <a:xfrm>
            <a:off x="2169795" y="3600450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7" name="anim_o2711_1">
            <a:extLst>
              <a:ext uri="{FF2B5EF4-FFF2-40B4-BE49-F238E27FC236}">
                <a16:creationId xmlns:a16="http://schemas.microsoft.com/office/drawing/2014/main" id="{4E55EE48-BC7F-469F-A281-5D2AC967993F}"/>
              </a:ext>
            </a:extLst>
          </p:cNvPr>
          <p:cNvSpPr>
            <a:spLocks noGrp="1"/>
          </p:cNvSpPr>
          <p:nvPr/>
        </p:nvSpPr>
        <p:spPr>
          <a:xfrm>
            <a:off x="2555558" y="3600450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" name="anim_o2712_1">
            <a:extLst>
              <a:ext uri="{FF2B5EF4-FFF2-40B4-BE49-F238E27FC236}">
                <a16:creationId xmlns:a16="http://schemas.microsoft.com/office/drawing/2014/main" id="{E8B789EB-2748-4CBF-8FDE-A7297AD5FC4B}"/>
              </a:ext>
            </a:extLst>
          </p:cNvPr>
          <p:cNvSpPr>
            <a:spLocks noGrp="1"/>
          </p:cNvSpPr>
          <p:nvPr/>
        </p:nvSpPr>
        <p:spPr>
          <a:xfrm>
            <a:off x="2941320" y="3600450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o2713_1">
            <a:extLst>
              <a:ext uri="{FF2B5EF4-FFF2-40B4-BE49-F238E27FC236}">
                <a16:creationId xmlns:a16="http://schemas.microsoft.com/office/drawing/2014/main" id="{DEE2FFAA-02B0-4CD1-96B2-4613F995FFA2}"/>
              </a:ext>
            </a:extLst>
          </p:cNvPr>
          <p:cNvSpPr>
            <a:spLocks noGrp="1"/>
          </p:cNvSpPr>
          <p:nvPr/>
        </p:nvSpPr>
        <p:spPr>
          <a:xfrm>
            <a:off x="3327082" y="3600450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0" name="anim_o2714_1">
            <a:extLst>
              <a:ext uri="{FF2B5EF4-FFF2-40B4-BE49-F238E27FC236}">
                <a16:creationId xmlns:a16="http://schemas.microsoft.com/office/drawing/2014/main" id="{F20B5BDA-0E1B-4C73-9BC0-02BC37CEEB24}"/>
              </a:ext>
            </a:extLst>
          </p:cNvPr>
          <p:cNvSpPr>
            <a:spLocks noGrp="1"/>
          </p:cNvSpPr>
          <p:nvPr/>
        </p:nvSpPr>
        <p:spPr>
          <a:xfrm>
            <a:off x="3712845" y="3600450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" name="anim_o2715_1">
            <a:extLst>
              <a:ext uri="{FF2B5EF4-FFF2-40B4-BE49-F238E27FC236}">
                <a16:creationId xmlns:a16="http://schemas.microsoft.com/office/drawing/2014/main" id="{E47D02A1-9420-4B34-A33F-ED4A8EAC3B0C}"/>
              </a:ext>
            </a:extLst>
          </p:cNvPr>
          <p:cNvSpPr>
            <a:spLocks noGrp="1"/>
          </p:cNvSpPr>
          <p:nvPr/>
        </p:nvSpPr>
        <p:spPr>
          <a:xfrm>
            <a:off x="1784032" y="3986213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2" name="anim_o2716_1">
            <a:extLst>
              <a:ext uri="{FF2B5EF4-FFF2-40B4-BE49-F238E27FC236}">
                <a16:creationId xmlns:a16="http://schemas.microsoft.com/office/drawing/2014/main" id="{125537C9-08C5-4C18-97A5-E1A7545B81F4}"/>
              </a:ext>
            </a:extLst>
          </p:cNvPr>
          <p:cNvSpPr>
            <a:spLocks noGrp="1"/>
          </p:cNvSpPr>
          <p:nvPr/>
        </p:nvSpPr>
        <p:spPr>
          <a:xfrm>
            <a:off x="2169795" y="3986213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3" name="anim_o2717_1">
            <a:extLst>
              <a:ext uri="{FF2B5EF4-FFF2-40B4-BE49-F238E27FC236}">
                <a16:creationId xmlns:a16="http://schemas.microsoft.com/office/drawing/2014/main" id="{1A1B9CFF-556D-49DC-9BF9-223686D1AAC4}"/>
              </a:ext>
            </a:extLst>
          </p:cNvPr>
          <p:cNvSpPr>
            <a:spLocks noGrp="1"/>
          </p:cNvSpPr>
          <p:nvPr/>
        </p:nvSpPr>
        <p:spPr>
          <a:xfrm>
            <a:off x="2555558" y="3986213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4" name="anim_o2718_1">
            <a:extLst>
              <a:ext uri="{FF2B5EF4-FFF2-40B4-BE49-F238E27FC236}">
                <a16:creationId xmlns:a16="http://schemas.microsoft.com/office/drawing/2014/main" id="{B4C09B57-982F-4EDB-BE82-CA9AFE5AF6BA}"/>
              </a:ext>
            </a:extLst>
          </p:cNvPr>
          <p:cNvSpPr>
            <a:spLocks noGrp="1"/>
          </p:cNvSpPr>
          <p:nvPr/>
        </p:nvSpPr>
        <p:spPr>
          <a:xfrm>
            <a:off x="2941320" y="3986213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5" name="anim_o2719_1">
            <a:extLst>
              <a:ext uri="{FF2B5EF4-FFF2-40B4-BE49-F238E27FC236}">
                <a16:creationId xmlns:a16="http://schemas.microsoft.com/office/drawing/2014/main" id="{B5C38CE2-EA02-46F0-84C2-5912EBBB8A90}"/>
              </a:ext>
            </a:extLst>
          </p:cNvPr>
          <p:cNvSpPr>
            <a:spLocks noGrp="1"/>
          </p:cNvSpPr>
          <p:nvPr/>
        </p:nvSpPr>
        <p:spPr>
          <a:xfrm>
            <a:off x="3327082" y="3986213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6" name="anim_o2720_1">
            <a:extLst>
              <a:ext uri="{FF2B5EF4-FFF2-40B4-BE49-F238E27FC236}">
                <a16:creationId xmlns:a16="http://schemas.microsoft.com/office/drawing/2014/main" id="{0E24F039-393C-41AE-A50A-C0163BF6CB5A}"/>
              </a:ext>
            </a:extLst>
          </p:cNvPr>
          <p:cNvSpPr>
            <a:spLocks noGrp="1"/>
          </p:cNvSpPr>
          <p:nvPr/>
        </p:nvSpPr>
        <p:spPr>
          <a:xfrm>
            <a:off x="3712845" y="3986213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7" name="anim_o2721_1">
            <a:extLst>
              <a:ext uri="{FF2B5EF4-FFF2-40B4-BE49-F238E27FC236}">
                <a16:creationId xmlns:a16="http://schemas.microsoft.com/office/drawing/2014/main" id="{E854B60C-9C68-4CC2-90FC-D46FDE66CDC5}"/>
              </a:ext>
            </a:extLst>
          </p:cNvPr>
          <p:cNvSpPr>
            <a:spLocks noGrp="1"/>
          </p:cNvSpPr>
          <p:nvPr/>
        </p:nvSpPr>
        <p:spPr>
          <a:xfrm>
            <a:off x="1784032" y="4371975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8" name="anim_o2722_1">
            <a:extLst>
              <a:ext uri="{FF2B5EF4-FFF2-40B4-BE49-F238E27FC236}">
                <a16:creationId xmlns:a16="http://schemas.microsoft.com/office/drawing/2014/main" id="{2D767DEA-D598-4B43-973D-1F4F9BA9888E}"/>
              </a:ext>
            </a:extLst>
          </p:cNvPr>
          <p:cNvSpPr>
            <a:spLocks noGrp="1"/>
          </p:cNvSpPr>
          <p:nvPr/>
        </p:nvSpPr>
        <p:spPr>
          <a:xfrm>
            <a:off x="2169795" y="4371975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9" name="anim_o2723_1">
            <a:extLst>
              <a:ext uri="{FF2B5EF4-FFF2-40B4-BE49-F238E27FC236}">
                <a16:creationId xmlns:a16="http://schemas.microsoft.com/office/drawing/2014/main" id="{FCF5825E-4477-4D0A-A49D-14FAD2976A09}"/>
              </a:ext>
            </a:extLst>
          </p:cNvPr>
          <p:cNvSpPr>
            <a:spLocks noGrp="1"/>
          </p:cNvSpPr>
          <p:nvPr/>
        </p:nvSpPr>
        <p:spPr>
          <a:xfrm>
            <a:off x="2555558" y="4371975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0" name="anim_o2724_1">
            <a:extLst>
              <a:ext uri="{FF2B5EF4-FFF2-40B4-BE49-F238E27FC236}">
                <a16:creationId xmlns:a16="http://schemas.microsoft.com/office/drawing/2014/main" id="{38A22313-713C-4B65-BEA7-DA031F9618E7}"/>
              </a:ext>
            </a:extLst>
          </p:cNvPr>
          <p:cNvSpPr>
            <a:spLocks noGrp="1"/>
          </p:cNvSpPr>
          <p:nvPr/>
        </p:nvSpPr>
        <p:spPr>
          <a:xfrm>
            <a:off x="2941320" y="4371975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1" name="anim_o2725_1">
            <a:extLst>
              <a:ext uri="{FF2B5EF4-FFF2-40B4-BE49-F238E27FC236}">
                <a16:creationId xmlns:a16="http://schemas.microsoft.com/office/drawing/2014/main" id="{1919129E-347D-4B1D-BE94-FFB28769919C}"/>
              </a:ext>
            </a:extLst>
          </p:cNvPr>
          <p:cNvSpPr>
            <a:spLocks noGrp="1"/>
          </p:cNvSpPr>
          <p:nvPr/>
        </p:nvSpPr>
        <p:spPr>
          <a:xfrm>
            <a:off x="3327082" y="4371975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2" name="anim_o2726_1">
            <a:extLst>
              <a:ext uri="{FF2B5EF4-FFF2-40B4-BE49-F238E27FC236}">
                <a16:creationId xmlns:a16="http://schemas.microsoft.com/office/drawing/2014/main" id="{4790F962-3234-46CD-8A91-B81D0B8432AE}"/>
              </a:ext>
            </a:extLst>
          </p:cNvPr>
          <p:cNvSpPr>
            <a:spLocks noGrp="1"/>
          </p:cNvSpPr>
          <p:nvPr/>
        </p:nvSpPr>
        <p:spPr>
          <a:xfrm>
            <a:off x="3712845" y="4371975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3" name="anim_o2654_1">
            <a:extLst>
              <a:ext uri="{FF2B5EF4-FFF2-40B4-BE49-F238E27FC236}">
                <a16:creationId xmlns:a16="http://schemas.microsoft.com/office/drawing/2014/main" id="{91C17560-9609-4406-AFBA-CBBC560245A4}"/>
              </a:ext>
            </a:extLst>
          </p:cNvPr>
          <p:cNvSpPr>
            <a:spLocks noGrp="1"/>
          </p:cNvSpPr>
          <p:nvPr/>
        </p:nvSpPr>
        <p:spPr>
          <a:xfrm>
            <a:off x="1998345" y="2228850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4" name="anim_o2655_1">
            <a:extLst>
              <a:ext uri="{FF2B5EF4-FFF2-40B4-BE49-F238E27FC236}">
                <a16:creationId xmlns:a16="http://schemas.microsoft.com/office/drawing/2014/main" id="{462C346C-6D3D-4028-A8EF-8910A7888D69}"/>
              </a:ext>
            </a:extLst>
          </p:cNvPr>
          <p:cNvSpPr>
            <a:spLocks noGrp="1"/>
          </p:cNvSpPr>
          <p:nvPr/>
        </p:nvSpPr>
        <p:spPr>
          <a:xfrm>
            <a:off x="2384108" y="2228850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5" name="anim_o2656_1">
            <a:extLst>
              <a:ext uri="{FF2B5EF4-FFF2-40B4-BE49-F238E27FC236}">
                <a16:creationId xmlns:a16="http://schemas.microsoft.com/office/drawing/2014/main" id="{663846E8-238A-4844-9BC5-01C997182FAC}"/>
              </a:ext>
            </a:extLst>
          </p:cNvPr>
          <p:cNvSpPr>
            <a:spLocks noGrp="1"/>
          </p:cNvSpPr>
          <p:nvPr/>
        </p:nvSpPr>
        <p:spPr>
          <a:xfrm>
            <a:off x="2769870" y="2228850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6" name="anim_o2657_1">
            <a:extLst>
              <a:ext uri="{FF2B5EF4-FFF2-40B4-BE49-F238E27FC236}">
                <a16:creationId xmlns:a16="http://schemas.microsoft.com/office/drawing/2014/main" id="{665B23B6-5472-40DF-9E76-58D59790FF19}"/>
              </a:ext>
            </a:extLst>
          </p:cNvPr>
          <p:cNvSpPr>
            <a:spLocks noGrp="1"/>
          </p:cNvSpPr>
          <p:nvPr/>
        </p:nvSpPr>
        <p:spPr>
          <a:xfrm>
            <a:off x="3155633" y="2228850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7" name="anim_o2658_1">
            <a:extLst>
              <a:ext uri="{FF2B5EF4-FFF2-40B4-BE49-F238E27FC236}">
                <a16:creationId xmlns:a16="http://schemas.microsoft.com/office/drawing/2014/main" id="{98F9572C-F9B1-4D48-BF3B-F469773595CD}"/>
              </a:ext>
            </a:extLst>
          </p:cNvPr>
          <p:cNvSpPr>
            <a:spLocks noGrp="1"/>
          </p:cNvSpPr>
          <p:nvPr/>
        </p:nvSpPr>
        <p:spPr>
          <a:xfrm>
            <a:off x="3541395" y="2228850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8" name="anim_o2659_1">
            <a:extLst>
              <a:ext uri="{FF2B5EF4-FFF2-40B4-BE49-F238E27FC236}">
                <a16:creationId xmlns:a16="http://schemas.microsoft.com/office/drawing/2014/main" id="{0947CF76-1678-41BD-B36F-85CE81F6D6E4}"/>
              </a:ext>
            </a:extLst>
          </p:cNvPr>
          <p:cNvSpPr>
            <a:spLocks noGrp="1"/>
          </p:cNvSpPr>
          <p:nvPr/>
        </p:nvSpPr>
        <p:spPr>
          <a:xfrm>
            <a:off x="3927158" y="2228850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9" name="anim_o2660_1">
            <a:extLst>
              <a:ext uri="{FF2B5EF4-FFF2-40B4-BE49-F238E27FC236}">
                <a16:creationId xmlns:a16="http://schemas.microsoft.com/office/drawing/2014/main" id="{95AC2C45-842A-4544-B419-660AA0A56CD0}"/>
              </a:ext>
            </a:extLst>
          </p:cNvPr>
          <p:cNvSpPr>
            <a:spLocks noGrp="1"/>
          </p:cNvSpPr>
          <p:nvPr/>
        </p:nvSpPr>
        <p:spPr>
          <a:xfrm>
            <a:off x="1998345" y="2614613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0" name="anim_o2661_1">
            <a:extLst>
              <a:ext uri="{FF2B5EF4-FFF2-40B4-BE49-F238E27FC236}">
                <a16:creationId xmlns:a16="http://schemas.microsoft.com/office/drawing/2014/main" id="{11805EF0-7657-4F91-A8F8-907678038871}"/>
              </a:ext>
            </a:extLst>
          </p:cNvPr>
          <p:cNvSpPr>
            <a:spLocks noGrp="1"/>
          </p:cNvSpPr>
          <p:nvPr/>
        </p:nvSpPr>
        <p:spPr>
          <a:xfrm>
            <a:off x="2384108" y="2614613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1" name="anim_o2662_1">
            <a:extLst>
              <a:ext uri="{FF2B5EF4-FFF2-40B4-BE49-F238E27FC236}">
                <a16:creationId xmlns:a16="http://schemas.microsoft.com/office/drawing/2014/main" id="{21A42B97-7EB7-4D7C-9137-FDCE6BE8D28B}"/>
              </a:ext>
            </a:extLst>
          </p:cNvPr>
          <p:cNvSpPr>
            <a:spLocks noGrp="1"/>
          </p:cNvSpPr>
          <p:nvPr/>
        </p:nvSpPr>
        <p:spPr>
          <a:xfrm>
            <a:off x="2769870" y="2614613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2" name="anim_o2663_1">
            <a:extLst>
              <a:ext uri="{FF2B5EF4-FFF2-40B4-BE49-F238E27FC236}">
                <a16:creationId xmlns:a16="http://schemas.microsoft.com/office/drawing/2014/main" id="{61CC2764-8DC8-4EBB-9332-DE0A5B09A494}"/>
              </a:ext>
            </a:extLst>
          </p:cNvPr>
          <p:cNvSpPr>
            <a:spLocks noGrp="1"/>
          </p:cNvSpPr>
          <p:nvPr/>
        </p:nvSpPr>
        <p:spPr>
          <a:xfrm>
            <a:off x="3155633" y="2614613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3" name="anim_o2664_1">
            <a:extLst>
              <a:ext uri="{FF2B5EF4-FFF2-40B4-BE49-F238E27FC236}">
                <a16:creationId xmlns:a16="http://schemas.microsoft.com/office/drawing/2014/main" id="{C3C1FE07-7C99-44A8-82B5-89B67E0A5072}"/>
              </a:ext>
            </a:extLst>
          </p:cNvPr>
          <p:cNvSpPr>
            <a:spLocks noGrp="1"/>
          </p:cNvSpPr>
          <p:nvPr/>
        </p:nvSpPr>
        <p:spPr>
          <a:xfrm>
            <a:off x="3541395" y="2614613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4" name="anim_o2665_1">
            <a:extLst>
              <a:ext uri="{FF2B5EF4-FFF2-40B4-BE49-F238E27FC236}">
                <a16:creationId xmlns:a16="http://schemas.microsoft.com/office/drawing/2014/main" id="{C4077837-F8ED-4483-A7A1-7A3635E77D82}"/>
              </a:ext>
            </a:extLst>
          </p:cNvPr>
          <p:cNvSpPr>
            <a:spLocks noGrp="1"/>
          </p:cNvSpPr>
          <p:nvPr/>
        </p:nvSpPr>
        <p:spPr>
          <a:xfrm>
            <a:off x="3927158" y="2614613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5" name="anim_o2666_1">
            <a:extLst>
              <a:ext uri="{FF2B5EF4-FFF2-40B4-BE49-F238E27FC236}">
                <a16:creationId xmlns:a16="http://schemas.microsoft.com/office/drawing/2014/main" id="{41E509F6-6C0B-45A2-BE98-D01E296A5913}"/>
              </a:ext>
            </a:extLst>
          </p:cNvPr>
          <p:cNvSpPr>
            <a:spLocks noGrp="1"/>
          </p:cNvSpPr>
          <p:nvPr/>
        </p:nvSpPr>
        <p:spPr>
          <a:xfrm>
            <a:off x="1998345" y="3000375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6" name="anim_o2667_1">
            <a:extLst>
              <a:ext uri="{FF2B5EF4-FFF2-40B4-BE49-F238E27FC236}">
                <a16:creationId xmlns:a16="http://schemas.microsoft.com/office/drawing/2014/main" id="{C0249274-2CFA-41F0-8100-9721C6827E0C}"/>
              </a:ext>
            </a:extLst>
          </p:cNvPr>
          <p:cNvSpPr>
            <a:spLocks noGrp="1"/>
          </p:cNvSpPr>
          <p:nvPr/>
        </p:nvSpPr>
        <p:spPr>
          <a:xfrm>
            <a:off x="2384108" y="3000375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7" name="anim_o2668_1">
            <a:extLst>
              <a:ext uri="{FF2B5EF4-FFF2-40B4-BE49-F238E27FC236}">
                <a16:creationId xmlns:a16="http://schemas.microsoft.com/office/drawing/2014/main" id="{5D39BC18-3B4D-48D2-81F1-61D828B99571}"/>
              </a:ext>
            </a:extLst>
          </p:cNvPr>
          <p:cNvSpPr>
            <a:spLocks noGrp="1"/>
          </p:cNvSpPr>
          <p:nvPr/>
        </p:nvSpPr>
        <p:spPr>
          <a:xfrm>
            <a:off x="2769870" y="3000375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8" name="anim_o2669_1">
            <a:extLst>
              <a:ext uri="{FF2B5EF4-FFF2-40B4-BE49-F238E27FC236}">
                <a16:creationId xmlns:a16="http://schemas.microsoft.com/office/drawing/2014/main" id="{9B96A7E3-8EFE-451F-878E-D27E1E5F5850}"/>
              </a:ext>
            </a:extLst>
          </p:cNvPr>
          <p:cNvSpPr>
            <a:spLocks noGrp="1"/>
          </p:cNvSpPr>
          <p:nvPr/>
        </p:nvSpPr>
        <p:spPr>
          <a:xfrm>
            <a:off x="3155633" y="3000375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9" name="anim_o2670_1">
            <a:extLst>
              <a:ext uri="{FF2B5EF4-FFF2-40B4-BE49-F238E27FC236}">
                <a16:creationId xmlns:a16="http://schemas.microsoft.com/office/drawing/2014/main" id="{D7449788-20EB-4C62-8B07-42553A060BC1}"/>
              </a:ext>
            </a:extLst>
          </p:cNvPr>
          <p:cNvSpPr>
            <a:spLocks noGrp="1"/>
          </p:cNvSpPr>
          <p:nvPr/>
        </p:nvSpPr>
        <p:spPr>
          <a:xfrm>
            <a:off x="3541395" y="3000375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0" name="anim_o2671_1">
            <a:extLst>
              <a:ext uri="{FF2B5EF4-FFF2-40B4-BE49-F238E27FC236}">
                <a16:creationId xmlns:a16="http://schemas.microsoft.com/office/drawing/2014/main" id="{623D2993-AD7E-4E68-A836-4D8B31AF324A}"/>
              </a:ext>
            </a:extLst>
          </p:cNvPr>
          <p:cNvSpPr>
            <a:spLocks noGrp="1"/>
          </p:cNvSpPr>
          <p:nvPr/>
        </p:nvSpPr>
        <p:spPr>
          <a:xfrm>
            <a:off x="3927158" y="3000375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1" name="anim_o2672_1">
            <a:extLst>
              <a:ext uri="{FF2B5EF4-FFF2-40B4-BE49-F238E27FC236}">
                <a16:creationId xmlns:a16="http://schemas.microsoft.com/office/drawing/2014/main" id="{ECB37B91-74C5-4635-BE5B-1B1C701774E5}"/>
              </a:ext>
            </a:extLst>
          </p:cNvPr>
          <p:cNvSpPr>
            <a:spLocks noGrp="1"/>
          </p:cNvSpPr>
          <p:nvPr/>
        </p:nvSpPr>
        <p:spPr>
          <a:xfrm>
            <a:off x="1998345" y="3386138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2" name="anim_o2673_1">
            <a:extLst>
              <a:ext uri="{FF2B5EF4-FFF2-40B4-BE49-F238E27FC236}">
                <a16:creationId xmlns:a16="http://schemas.microsoft.com/office/drawing/2014/main" id="{D949AEE9-2D93-4E28-B335-86940CE8C21F}"/>
              </a:ext>
            </a:extLst>
          </p:cNvPr>
          <p:cNvSpPr>
            <a:spLocks noGrp="1"/>
          </p:cNvSpPr>
          <p:nvPr/>
        </p:nvSpPr>
        <p:spPr>
          <a:xfrm>
            <a:off x="2384108" y="3386138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3" name="anim_o2674_1">
            <a:extLst>
              <a:ext uri="{FF2B5EF4-FFF2-40B4-BE49-F238E27FC236}">
                <a16:creationId xmlns:a16="http://schemas.microsoft.com/office/drawing/2014/main" id="{0AAF83AF-9BBC-4CBD-9E4B-E81A98F3F687}"/>
              </a:ext>
            </a:extLst>
          </p:cNvPr>
          <p:cNvSpPr>
            <a:spLocks noGrp="1"/>
          </p:cNvSpPr>
          <p:nvPr/>
        </p:nvSpPr>
        <p:spPr>
          <a:xfrm>
            <a:off x="2769870" y="3386138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4" name="anim_o2675_1">
            <a:extLst>
              <a:ext uri="{FF2B5EF4-FFF2-40B4-BE49-F238E27FC236}">
                <a16:creationId xmlns:a16="http://schemas.microsoft.com/office/drawing/2014/main" id="{A8365FE7-4B00-457C-BE55-8A8EAC3AAC75}"/>
              </a:ext>
            </a:extLst>
          </p:cNvPr>
          <p:cNvSpPr>
            <a:spLocks noGrp="1"/>
          </p:cNvSpPr>
          <p:nvPr/>
        </p:nvSpPr>
        <p:spPr>
          <a:xfrm>
            <a:off x="3155633" y="3386138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5" name="anim_o2676_1">
            <a:extLst>
              <a:ext uri="{FF2B5EF4-FFF2-40B4-BE49-F238E27FC236}">
                <a16:creationId xmlns:a16="http://schemas.microsoft.com/office/drawing/2014/main" id="{BC38E911-4436-479D-90AB-2513F78B82DC}"/>
              </a:ext>
            </a:extLst>
          </p:cNvPr>
          <p:cNvSpPr>
            <a:spLocks noGrp="1"/>
          </p:cNvSpPr>
          <p:nvPr/>
        </p:nvSpPr>
        <p:spPr>
          <a:xfrm>
            <a:off x="3541395" y="3386138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6" name="anim_o2677_1">
            <a:extLst>
              <a:ext uri="{FF2B5EF4-FFF2-40B4-BE49-F238E27FC236}">
                <a16:creationId xmlns:a16="http://schemas.microsoft.com/office/drawing/2014/main" id="{D9E0DE1C-2CD3-4098-93AB-45D0C81FC632}"/>
              </a:ext>
            </a:extLst>
          </p:cNvPr>
          <p:cNvSpPr>
            <a:spLocks noGrp="1"/>
          </p:cNvSpPr>
          <p:nvPr/>
        </p:nvSpPr>
        <p:spPr>
          <a:xfrm>
            <a:off x="3927158" y="3386138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7" name="anim_o2678_1">
            <a:extLst>
              <a:ext uri="{FF2B5EF4-FFF2-40B4-BE49-F238E27FC236}">
                <a16:creationId xmlns:a16="http://schemas.microsoft.com/office/drawing/2014/main" id="{D3176BA8-40A1-4797-A0E0-7F5298FB9036}"/>
              </a:ext>
            </a:extLst>
          </p:cNvPr>
          <p:cNvSpPr>
            <a:spLocks noGrp="1"/>
          </p:cNvSpPr>
          <p:nvPr/>
        </p:nvSpPr>
        <p:spPr>
          <a:xfrm>
            <a:off x="1998345" y="3771900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8" name="anim_o2679_1">
            <a:extLst>
              <a:ext uri="{FF2B5EF4-FFF2-40B4-BE49-F238E27FC236}">
                <a16:creationId xmlns:a16="http://schemas.microsoft.com/office/drawing/2014/main" id="{65CA48AF-A26E-4571-B39F-E1649E28F0CD}"/>
              </a:ext>
            </a:extLst>
          </p:cNvPr>
          <p:cNvSpPr>
            <a:spLocks noGrp="1"/>
          </p:cNvSpPr>
          <p:nvPr/>
        </p:nvSpPr>
        <p:spPr>
          <a:xfrm>
            <a:off x="2384108" y="3771900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9" name="anim_o2680_1">
            <a:extLst>
              <a:ext uri="{FF2B5EF4-FFF2-40B4-BE49-F238E27FC236}">
                <a16:creationId xmlns:a16="http://schemas.microsoft.com/office/drawing/2014/main" id="{DC46561C-6C1B-4399-A3BB-43D899AC0B83}"/>
              </a:ext>
            </a:extLst>
          </p:cNvPr>
          <p:cNvSpPr>
            <a:spLocks noGrp="1"/>
          </p:cNvSpPr>
          <p:nvPr/>
        </p:nvSpPr>
        <p:spPr>
          <a:xfrm>
            <a:off x="2769870" y="3771900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0" name="anim_o2681_1">
            <a:extLst>
              <a:ext uri="{FF2B5EF4-FFF2-40B4-BE49-F238E27FC236}">
                <a16:creationId xmlns:a16="http://schemas.microsoft.com/office/drawing/2014/main" id="{574103DE-8664-407D-9BDA-77C2751B1E28}"/>
              </a:ext>
            </a:extLst>
          </p:cNvPr>
          <p:cNvSpPr>
            <a:spLocks noGrp="1"/>
          </p:cNvSpPr>
          <p:nvPr/>
        </p:nvSpPr>
        <p:spPr>
          <a:xfrm>
            <a:off x="3155633" y="3771900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1" name="anim_o2682_1">
            <a:extLst>
              <a:ext uri="{FF2B5EF4-FFF2-40B4-BE49-F238E27FC236}">
                <a16:creationId xmlns:a16="http://schemas.microsoft.com/office/drawing/2014/main" id="{20392E91-B59D-4EDA-A731-7B5C1F41B172}"/>
              </a:ext>
            </a:extLst>
          </p:cNvPr>
          <p:cNvSpPr>
            <a:spLocks noGrp="1"/>
          </p:cNvSpPr>
          <p:nvPr/>
        </p:nvSpPr>
        <p:spPr>
          <a:xfrm>
            <a:off x="3541395" y="3771900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2" name="anim_o2683_1">
            <a:extLst>
              <a:ext uri="{FF2B5EF4-FFF2-40B4-BE49-F238E27FC236}">
                <a16:creationId xmlns:a16="http://schemas.microsoft.com/office/drawing/2014/main" id="{6AEC9A49-9BF7-4ACD-B88A-848F3A21D169}"/>
              </a:ext>
            </a:extLst>
          </p:cNvPr>
          <p:cNvSpPr>
            <a:spLocks noGrp="1"/>
          </p:cNvSpPr>
          <p:nvPr/>
        </p:nvSpPr>
        <p:spPr>
          <a:xfrm>
            <a:off x="3927158" y="3771900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3" name="anim_o2684_1">
            <a:extLst>
              <a:ext uri="{FF2B5EF4-FFF2-40B4-BE49-F238E27FC236}">
                <a16:creationId xmlns:a16="http://schemas.microsoft.com/office/drawing/2014/main" id="{2BCFD01A-368C-47B2-A392-F77EC61476E8}"/>
              </a:ext>
            </a:extLst>
          </p:cNvPr>
          <p:cNvSpPr>
            <a:spLocks noGrp="1"/>
          </p:cNvSpPr>
          <p:nvPr/>
        </p:nvSpPr>
        <p:spPr>
          <a:xfrm>
            <a:off x="1998345" y="4157663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4" name="anim_o2685_1">
            <a:extLst>
              <a:ext uri="{FF2B5EF4-FFF2-40B4-BE49-F238E27FC236}">
                <a16:creationId xmlns:a16="http://schemas.microsoft.com/office/drawing/2014/main" id="{8B988EF9-9BF4-4672-BF45-F1577AC1ABD3}"/>
              </a:ext>
            </a:extLst>
          </p:cNvPr>
          <p:cNvSpPr>
            <a:spLocks noGrp="1"/>
          </p:cNvSpPr>
          <p:nvPr/>
        </p:nvSpPr>
        <p:spPr>
          <a:xfrm>
            <a:off x="2384108" y="4157663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5" name="anim_o2686_1">
            <a:extLst>
              <a:ext uri="{FF2B5EF4-FFF2-40B4-BE49-F238E27FC236}">
                <a16:creationId xmlns:a16="http://schemas.microsoft.com/office/drawing/2014/main" id="{70385D1A-043E-43CB-AA14-314C5295AF8B}"/>
              </a:ext>
            </a:extLst>
          </p:cNvPr>
          <p:cNvSpPr>
            <a:spLocks noGrp="1"/>
          </p:cNvSpPr>
          <p:nvPr/>
        </p:nvSpPr>
        <p:spPr>
          <a:xfrm>
            <a:off x="2769870" y="4157663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6" name="anim_o2687_1">
            <a:extLst>
              <a:ext uri="{FF2B5EF4-FFF2-40B4-BE49-F238E27FC236}">
                <a16:creationId xmlns:a16="http://schemas.microsoft.com/office/drawing/2014/main" id="{F6EE9E30-EDBB-48C3-9A67-134B187F59AC}"/>
              </a:ext>
            </a:extLst>
          </p:cNvPr>
          <p:cNvSpPr>
            <a:spLocks noGrp="1"/>
          </p:cNvSpPr>
          <p:nvPr/>
        </p:nvSpPr>
        <p:spPr>
          <a:xfrm>
            <a:off x="3155633" y="4157663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7" name="anim_o2688_1">
            <a:extLst>
              <a:ext uri="{FF2B5EF4-FFF2-40B4-BE49-F238E27FC236}">
                <a16:creationId xmlns:a16="http://schemas.microsoft.com/office/drawing/2014/main" id="{34072AE2-F19D-4DB6-A837-BA6492584744}"/>
              </a:ext>
            </a:extLst>
          </p:cNvPr>
          <p:cNvSpPr>
            <a:spLocks noGrp="1"/>
          </p:cNvSpPr>
          <p:nvPr/>
        </p:nvSpPr>
        <p:spPr>
          <a:xfrm>
            <a:off x="3541395" y="4157663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8" name="anim_o2689_1">
            <a:extLst>
              <a:ext uri="{FF2B5EF4-FFF2-40B4-BE49-F238E27FC236}">
                <a16:creationId xmlns:a16="http://schemas.microsoft.com/office/drawing/2014/main" id="{194D02E2-E490-4FCE-943B-4C9CE691BAF7}"/>
              </a:ext>
            </a:extLst>
          </p:cNvPr>
          <p:cNvSpPr>
            <a:spLocks noGrp="1"/>
          </p:cNvSpPr>
          <p:nvPr/>
        </p:nvSpPr>
        <p:spPr>
          <a:xfrm>
            <a:off x="3927158" y="4157663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9" name="anim_to2765_0_1">
            <a:extLst>
              <a:ext uri="{FF2B5EF4-FFF2-40B4-BE49-F238E27FC236}">
                <a16:creationId xmlns:a16="http://schemas.microsoft.com/office/drawing/2014/main" id="{A91E61BF-845A-42F0-BA9C-0453F942E5C6}"/>
              </a:ext>
            </a:extLst>
          </p:cNvPr>
          <p:cNvSpPr>
            <a:spLocks noGrp="1"/>
          </p:cNvSpPr>
          <p:nvPr/>
        </p:nvSpPr>
        <p:spPr>
          <a:xfrm>
            <a:off x="1868289" y="960163"/>
            <a:ext cx="2165111" cy="5371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3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3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3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6 x 6 x 3</a:t>
            </a:r>
          </a:p>
        </p:txBody>
      </p:sp>
      <p:sp>
        <p:nvSpPr>
          <p:cNvPr id="110" name="anim_to2775_0_1">
            <a:extLst>
              <a:ext uri="{FF2B5EF4-FFF2-40B4-BE49-F238E27FC236}">
                <a16:creationId xmlns:a16="http://schemas.microsoft.com/office/drawing/2014/main" id="{D4DCC3DD-0A4F-4426-9044-F54F4E279667}"/>
              </a:ext>
            </a:extLst>
          </p:cNvPr>
          <p:cNvSpPr>
            <a:spLocks noGrp="1"/>
          </p:cNvSpPr>
          <p:nvPr/>
        </p:nvSpPr>
        <p:spPr>
          <a:xfrm>
            <a:off x="1949529" y="1621307"/>
            <a:ext cx="2002631" cy="4058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7" b="0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7" b="0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pPr>
            <a:r>
              <a:rPr sz="2557" b="0">
                <a:solidFill>
                  <a:srgbClr val="DDDDDD"/>
                </a:solidFill>
                <a:latin typeface="Consolas"/>
                <a:ea typeface="Consolas"/>
                <a:cs typeface="Consolas"/>
              </a:rPr>
              <a:t>(RGB Image)</a:t>
            </a:r>
          </a:p>
        </p:txBody>
      </p:sp>
      <p:sp>
        <p:nvSpPr>
          <p:cNvPr id="111" name="anim_to2870_0_1">
            <a:extLst>
              <a:ext uri="{FF2B5EF4-FFF2-40B4-BE49-F238E27FC236}">
                <a16:creationId xmlns:a16="http://schemas.microsoft.com/office/drawing/2014/main" id="{E7D90354-C0B3-47E4-80CD-913651DFBC48}"/>
              </a:ext>
            </a:extLst>
          </p:cNvPr>
          <p:cNvSpPr>
            <a:spLocks noGrp="1"/>
          </p:cNvSpPr>
          <p:nvPr/>
        </p:nvSpPr>
        <p:spPr>
          <a:xfrm>
            <a:off x="4683800" y="3206493"/>
            <a:ext cx="305991" cy="78791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*</a:t>
            </a:r>
          </a:p>
        </p:txBody>
      </p:sp>
      <p:sp>
        <p:nvSpPr>
          <p:cNvPr id="112" name="anim_o2808_1">
            <a:extLst>
              <a:ext uri="{FF2B5EF4-FFF2-40B4-BE49-F238E27FC236}">
                <a16:creationId xmlns:a16="http://schemas.microsoft.com/office/drawing/2014/main" id="{3AE00C75-00A6-43D9-BE1F-EF07D5C1B5AB}"/>
              </a:ext>
            </a:extLst>
          </p:cNvPr>
          <p:cNvSpPr>
            <a:spLocks noGrp="1"/>
          </p:cNvSpPr>
          <p:nvPr/>
        </p:nvSpPr>
        <p:spPr>
          <a:xfrm>
            <a:off x="5791676" y="3021806"/>
            <a:ext cx="385763" cy="385763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3" name="anim_o2809_1">
            <a:extLst>
              <a:ext uri="{FF2B5EF4-FFF2-40B4-BE49-F238E27FC236}">
                <a16:creationId xmlns:a16="http://schemas.microsoft.com/office/drawing/2014/main" id="{97D482A9-3AA5-49EC-AB98-527E0A0502FA}"/>
              </a:ext>
            </a:extLst>
          </p:cNvPr>
          <p:cNvSpPr>
            <a:spLocks noGrp="1"/>
          </p:cNvSpPr>
          <p:nvPr/>
        </p:nvSpPr>
        <p:spPr>
          <a:xfrm>
            <a:off x="6177439" y="3021806"/>
            <a:ext cx="385763" cy="385763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4" name="anim_o2810_1">
            <a:extLst>
              <a:ext uri="{FF2B5EF4-FFF2-40B4-BE49-F238E27FC236}">
                <a16:creationId xmlns:a16="http://schemas.microsoft.com/office/drawing/2014/main" id="{CC931D40-D109-4D72-ADB9-DB59F1E4168D}"/>
              </a:ext>
            </a:extLst>
          </p:cNvPr>
          <p:cNvSpPr>
            <a:spLocks noGrp="1"/>
          </p:cNvSpPr>
          <p:nvPr/>
        </p:nvSpPr>
        <p:spPr>
          <a:xfrm>
            <a:off x="6563201" y="3021806"/>
            <a:ext cx="385763" cy="385763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5" name="anim_o2811_1">
            <a:extLst>
              <a:ext uri="{FF2B5EF4-FFF2-40B4-BE49-F238E27FC236}">
                <a16:creationId xmlns:a16="http://schemas.microsoft.com/office/drawing/2014/main" id="{A3D23820-380A-4D30-9D47-29BAD097AA4A}"/>
              </a:ext>
            </a:extLst>
          </p:cNvPr>
          <p:cNvSpPr>
            <a:spLocks noGrp="1"/>
          </p:cNvSpPr>
          <p:nvPr/>
        </p:nvSpPr>
        <p:spPr>
          <a:xfrm>
            <a:off x="5791676" y="3407569"/>
            <a:ext cx="385763" cy="385763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6" name="anim_o2812_1">
            <a:extLst>
              <a:ext uri="{FF2B5EF4-FFF2-40B4-BE49-F238E27FC236}">
                <a16:creationId xmlns:a16="http://schemas.microsoft.com/office/drawing/2014/main" id="{BE13D27F-06BD-4B88-B860-B3185309D293}"/>
              </a:ext>
            </a:extLst>
          </p:cNvPr>
          <p:cNvSpPr>
            <a:spLocks noGrp="1"/>
          </p:cNvSpPr>
          <p:nvPr/>
        </p:nvSpPr>
        <p:spPr>
          <a:xfrm>
            <a:off x="6177439" y="3407569"/>
            <a:ext cx="385763" cy="385763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7" name="anim_o2813_1">
            <a:extLst>
              <a:ext uri="{FF2B5EF4-FFF2-40B4-BE49-F238E27FC236}">
                <a16:creationId xmlns:a16="http://schemas.microsoft.com/office/drawing/2014/main" id="{FAF36B00-C261-4803-B703-73644CF58A62}"/>
              </a:ext>
            </a:extLst>
          </p:cNvPr>
          <p:cNvSpPr>
            <a:spLocks noGrp="1"/>
          </p:cNvSpPr>
          <p:nvPr/>
        </p:nvSpPr>
        <p:spPr>
          <a:xfrm>
            <a:off x="6563201" y="3407569"/>
            <a:ext cx="385763" cy="385763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8" name="anim_o2814_1">
            <a:extLst>
              <a:ext uri="{FF2B5EF4-FFF2-40B4-BE49-F238E27FC236}">
                <a16:creationId xmlns:a16="http://schemas.microsoft.com/office/drawing/2014/main" id="{981800E4-37CD-47D5-BB94-4E7E20877EBB}"/>
              </a:ext>
            </a:extLst>
          </p:cNvPr>
          <p:cNvSpPr>
            <a:spLocks noGrp="1"/>
          </p:cNvSpPr>
          <p:nvPr/>
        </p:nvSpPr>
        <p:spPr>
          <a:xfrm>
            <a:off x="5791676" y="3793331"/>
            <a:ext cx="385763" cy="385763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9" name="anim_o2815_1">
            <a:extLst>
              <a:ext uri="{FF2B5EF4-FFF2-40B4-BE49-F238E27FC236}">
                <a16:creationId xmlns:a16="http://schemas.microsoft.com/office/drawing/2014/main" id="{7556C096-8910-47EB-9895-457B8DCB473E}"/>
              </a:ext>
            </a:extLst>
          </p:cNvPr>
          <p:cNvSpPr>
            <a:spLocks noGrp="1"/>
          </p:cNvSpPr>
          <p:nvPr/>
        </p:nvSpPr>
        <p:spPr>
          <a:xfrm>
            <a:off x="6177439" y="3793331"/>
            <a:ext cx="385763" cy="385763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0" name="anim_o2816_1">
            <a:extLst>
              <a:ext uri="{FF2B5EF4-FFF2-40B4-BE49-F238E27FC236}">
                <a16:creationId xmlns:a16="http://schemas.microsoft.com/office/drawing/2014/main" id="{B0844B35-1576-4D81-BBFF-CA348E390208}"/>
              </a:ext>
            </a:extLst>
          </p:cNvPr>
          <p:cNvSpPr>
            <a:spLocks noGrp="1"/>
          </p:cNvSpPr>
          <p:nvPr/>
        </p:nvSpPr>
        <p:spPr>
          <a:xfrm>
            <a:off x="6563201" y="3793331"/>
            <a:ext cx="385763" cy="385763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1" name="anim_o2798_1">
            <a:extLst>
              <a:ext uri="{FF2B5EF4-FFF2-40B4-BE49-F238E27FC236}">
                <a16:creationId xmlns:a16="http://schemas.microsoft.com/office/drawing/2014/main" id="{40C074A4-38D3-437A-80E9-B321A9C35490}"/>
              </a:ext>
            </a:extLst>
          </p:cNvPr>
          <p:cNvSpPr>
            <a:spLocks noGrp="1"/>
          </p:cNvSpPr>
          <p:nvPr/>
        </p:nvSpPr>
        <p:spPr>
          <a:xfrm>
            <a:off x="6005989" y="2807494"/>
            <a:ext cx="385763" cy="385763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2" name="anim_o2799_1">
            <a:extLst>
              <a:ext uri="{FF2B5EF4-FFF2-40B4-BE49-F238E27FC236}">
                <a16:creationId xmlns:a16="http://schemas.microsoft.com/office/drawing/2014/main" id="{6DF89820-9661-4ADD-A5A9-A6B064CD490F}"/>
              </a:ext>
            </a:extLst>
          </p:cNvPr>
          <p:cNvSpPr>
            <a:spLocks noGrp="1"/>
          </p:cNvSpPr>
          <p:nvPr/>
        </p:nvSpPr>
        <p:spPr>
          <a:xfrm>
            <a:off x="6391751" y="2807494"/>
            <a:ext cx="385763" cy="385763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3" name="anim_o2800_1">
            <a:extLst>
              <a:ext uri="{FF2B5EF4-FFF2-40B4-BE49-F238E27FC236}">
                <a16:creationId xmlns:a16="http://schemas.microsoft.com/office/drawing/2014/main" id="{62CE010F-B8E5-4B48-A9E8-1F83E02C889E}"/>
              </a:ext>
            </a:extLst>
          </p:cNvPr>
          <p:cNvSpPr>
            <a:spLocks noGrp="1"/>
          </p:cNvSpPr>
          <p:nvPr/>
        </p:nvSpPr>
        <p:spPr>
          <a:xfrm>
            <a:off x="6777514" y="2807494"/>
            <a:ext cx="385763" cy="385763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4" name="anim_o2801_1">
            <a:extLst>
              <a:ext uri="{FF2B5EF4-FFF2-40B4-BE49-F238E27FC236}">
                <a16:creationId xmlns:a16="http://schemas.microsoft.com/office/drawing/2014/main" id="{07EC22F0-C5E7-4A58-9B90-A17FC3ABE586}"/>
              </a:ext>
            </a:extLst>
          </p:cNvPr>
          <p:cNvSpPr>
            <a:spLocks noGrp="1"/>
          </p:cNvSpPr>
          <p:nvPr/>
        </p:nvSpPr>
        <p:spPr>
          <a:xfrm>
            <a:off x="6005989" y="3193256"/>
            <a:ext cx="385763" cy="385763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5" name="anim_o2802_1">
            <a:extLst>
              <a:ext uri="{FF2B5EF4-FFF2-40B4-BE49-F238E27FC236}">
                <a16:creationId xmlns:a16="http://schemas.microsoft.com/office/drawing/2014/main" id="{A5025399-B6D7-4E9F-9FAF-78D63408902E}"/>
              </a:ext>
            </a:extLst>
          </p:cNvPr>
          <p:cNvSpPr>
            <a:spLocks noGrp="1"/>
          </p:cNvSpPr>
          <p:nvPr/>
        </p:nvSpPr>
        <p:spPr>
          <a:xfrm>
            <a:off x="6391751" y="3193256"/>
            <a:ext cx="385763" cy="385763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6" name="anim_o2803_1">
            <a:extLst>
              <a:ext uri="{FF2B5EF4-FFF2-40B4-BE49-F238E27FC236}">
                <a16:creationId xmlns:a16="http://schemas.microsoft.com/office/drawing/2014/main" id="{E6200434-14D6-43A9-B544-1FBDF6000921}"/>
              </a:ext>
            </a:extLst>
          </p:cNvPr>
          <p:cNvSpPr>
            <a:spLocks noGrp="1"/>
          </p:cNvSpPr>
          <p:nvPr/>
        </p:nvSpPr>
        <p:spPr>
          <a:xfrm>
            <a:off x="6777514" y="3193256"/>
            <a:ext cx="385763" cy="385763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7" name="anim_o2804_1">
            <a:extLst>
              <a:ext uri="{FF2B5EF4-FFF2-40B4-BE49-F238E27FC236}">
                <a16:creationId xmlns:a16="http://schemas.microsoft.com/office/drawing/2014/main" id="{04B8154A-F4DC-4A1A-B5FE-766B91B14E37}"/>
              </a:ext>
            </a:extLst>
          </p:cNvPr>
          <p:cNvSpPr>
            <a:spLocks noGrp="1"/>
          </p:cNvSpPr>
          <p:nvPr/>
        </p:nvSpPr>
        <p:spPr>
          <a:xfrm>
            <a:off x="6005989" y="3579019"/>
            <a:ext cx="385763" cy="385763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8" name="anim_o2805_1">
            <a:extLst>
              <a:ext uri="{FF2B5EF4-FFF2-40B4-BE49-F238E27FC236}">
                <a16:creationId xmlns:a16="http://schemas.microsoft.com/office/drawing/2014/main" id="{4CD2A9D3-1DA0-4F59-9F66-EA637CDC2EDB}"/>
              </a:ext>
            </a:extLst>
          </p:cNvPr>
          <p:cNvSpPr>
            <a:spLocks noGrp="1"/>
          </p:cNvSpPr>
          <p:nvPr/>
        </p:nvSpPr>
        <p:spPr>
          <a:xfrm>
            <a:off x="6391751" y="3579019"/>
            <a:ext cx="385763" cy="385763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9" name="anim_o2806_1">
            <a:extLst>
              <a:ext uri="{FF2B5EF4-FFF2-40B4-BE49-F238E27FC236}">
                <a16:creationId xmlns:a16="http://schemas.microsoft.com/office/drawing/2014/main" id="{177F0483-6F68-418F-848A-47CDF30C047E}"/>
              </a:ext>
            </a:extLst>
          </p:cNvPr>
          <p:cNvSpPr>
            <a:spLocks noGrp="1"/>
          </p:cNvSpPr>
          <p:nvPr/>
        </p:nvSpPr>
        <p:spPr>
          <a:xfrm>
            <a:off x="6777514" y="3579019"/>
            <a:ext cx="385763" cy="385763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0" name="anim_o2788_1">
            <a:extLst>
              <a:ext uri="{FF2B5EF4-FFF2-40B4-BE49-F238E27FC236}">
                <a16:creationId xmlns:a16="http://schemas.microsoft.com/office/drawing/2014/main" id="{8DD00E18-DEE8-4F6C-A709-5770AFBAEA42}"/>
              </a:ext>
            </a:extLst>
          </p:cNvPr>
          <p:cNvSpPr>
            <a:spLocks noGrp="1"/>
          </p:cNvSpPr>
          <p:nvPr/>
        </p:nvSpPr>
        <p:spPr>
          <a:xfrm>
            <a:off x="6220301" y="2593181"/>
            <a:ext cx="385763" cy="385763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1" name="anim_o2789_1">
            <a:extLst>
              <a:ext uri="{FF2B5EF4-FFF2-40B4-BE49-F238E27FC236}">
                <a16:creationId xmlns:a16="http://schemas.microsoft.com/office/drawing/2014/main" id="{2CD5027D-7E70-4D27-ABF2-237CB2898982}"/>
              </a:ext>
            </a:extLst>
          </p:cNvPr>
          <p:cNvSpPr>
            <a:spLocks noGrp="1"/>
          </p:cNvSpPr>
          <p:nvPr/>
        </p:nvSpPr>
        <p:spPr>
          <a:xfrm>
            <a:off x="6606064" y="2593181"/>
            <a:ext cx="385763" cy="385763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2" name="anim_o2790_1">
            <a:extLst>
              <a:ext uri="{FF2B5EF4-FFF2-40B4-BE49-F238E27FC236}">
                <a16:creationId xmlns:a16="http://schemas.microsoft.com/office/drawing/2014/main" id="{82A5634E-97BD-45CE-8808-A64D790429EC}"/>
              </a:ext>
            </a:extLst>
          </p:cNvPr>
          <p:cNvSpPr>
            <a:spLocks noGrp="1"/>
          </p:cNvSpPr>
          <p:nvPr/>
        </p:nvSpPr>
        <p:spPr>
          <a:xfrm>
            <a:off x="6991826" y="2593181"/>
            <a:ext cx="385763" cy="385763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3" name="anim_o2791_1">
            <a:extLst>
              <a:ext uri="{FF2B5EF4-FFF2-40B4-BE49-F238E27FC236}">
                <a16:creationId xmlns:a16="http://schemas.microsoft.com/office/drawing/2014/main" id="{4EDC221B-1CBB-4348-871A-E465799FFBB6}"/>
              </a:ext>
            </a:extLst>
          </p:cNvPr>
          <p:cNvSpPr>
            <a:spLocks noGrp="1"/>
          </p:cNvSpPr>
          <p:nvPr/>
        </p:nvSpPr>
        <p:spPr>
          <a:xfrm>
            <a:off x="6220301" y="2978944"/>
            <a:ext cx="385763" cy="385763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4" name="anim_o2792_1">
            <a:extLst>
              <a:ext uri="{FF2B5EF4-FFF2-40B4-BE49-F238E27FC236}">
                <a16:creationId xmlns:a16="http://schemas.microsoft.com/office/drawing/2014/main" id="{36C4D937-CF25-4798-A6B7-264F3BFD435D}"/>
              </a:ext>
            </a:extLst>
          </p:cNvPr>
          <p:cNvSpPr>
            <a:spLocks noGrp="1"/>
          </p:cNvSpPr>
          <p:nvPr/>
        </p:nvSpPr>
        <p:spPr>
          <a:xfrm>
            <a:off x="6606064" y="2978944"/>
            <a:ext cx="385763" cy="385763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5" name="anim_o2793_1">
            <a:extLst>
              <a:ext uri="{FF2B5EF4-FFF2-40B4-BE49-F238E27FC236}">
                <a16:creationId xmlns:a16="http://schemas.microsoft.com/office/drawing/2014/main" id="{DE1B7481-FE27-43E8-A266-BDFD48ECF32B}"/>
              </a:ext>
            </a:extLst>
          </p:cNvPr>
          <p:cNvSpPr>
            <a:spLocks noGrp="1"/>
          </p:cNvSpPr>
          <p:nvPr/>
        </p:nvSpPr>
        <p:spPr>
          <a:xfrm>
            <a:off x="6991826" y="2978944"/>
            <a:ext cx="385763" cy="385763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6" name="anim_o2794_1">
            <a:extLst>
              <a:ext uri="{FF2B5EF4-FFF2-40B4-BE49-F238E27FC236}">
                <a16:creationId xmlns:a16="http://schemas.microsoft.com/office/drawing/2014/main" id="{8A56A386-A4B7-49E9-AC51-F2F7B0EC4C28}"/>
              </a:ext>
            </a:extLst>
          </p:cNvPr>
          <p:cNvSpPr>
            <a:spLocks noGrp="1"/>
          </p:cNvSpPr>
          <p:nvPr/>
        </p:nvSpPr>
        <p:spPr>
          <a:xfrm>
            <a:off x="6220301" y="3364706"/>
            <a:ext cx="385763" cy="385763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7" name="anim_o2795_1">
            <a:extLst>
              <a:ext uri="{FF2B5EF4-FFF2-40B4-BE49-F238E27FC236}">
                <a16:creationId xmlns:a16="http://schemas.microsoft.com/office/drawing/2014/main" id="{F76F8113-0360-45B2-8994-128C45117DBC}"/>
              </a:ext>
            </a:extLst>
          </p:cNvPr>
          <p:cNvSpPr>
            <a:spLocks noGrp="1"/>
          </p:cNvSpPr>
          <p:nvPr/>
        </p:nvSpPr>
        <p:spPr>
          <a:xfrm>
            <a:off x="6606064" y="3364706"/>
            <a:ext cx="385763" cy="385763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8" name="anim_o2796_1">
            <a:extLst>
              <a:ext uri="{FF2B5EF4-FFF2-40B4-BE49-F238E27FC236}">
                <a16:creationId xmlns:a16="http://schemas.microsoft.com/office/drawing/2014/main" id="{A2A9AD33-9272-42FD-ADB3-C93F5B3EF539}"/>
              </a:ext>
            </a:extLst>
          </p:cNvPr>
          <p:cNvSpPr>
            <a:spLocks noGrp="1"/>
          </p:cNvSpPr>
          <p:nvPr/>
        </p:nvSpPr>
        <p:spPr>
          <a:xfrm>
            <a:off x="6991826" y="3364706"/>
            <a:ext cx="385763" cy="385763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9" name="anim_to2818_0_1">
            <a:extLst>
              <a:ext uri="{FF2B5EF4-FFF2-40B4-BE49-F238E27FC236}">
                <a16:creationId xmlns:a16="http://schemas.microsoft.com/office/drawing/2014/main" id="{0DB6744E-136A-4700-9018-54F56DA500CC}"/>
              </a:ext>
            </a:extLst>
          </p:cNvPr>
          <p:cNvSpPr>
            <a:spLocks noGrp="1"/>
          </p:cNvSpPr>
          <p:nvPr/>
        </p:nvSpPr>
        <p:spPr>
          <a:xfrm>
            <a:off x="5511602" y="1324494"/>
            <a:ext cx="2165111" cy="5371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383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383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pPr>
            <a:r>
              <a:rPr sz="3383" b="1">
                <a:solidFill>
                  <a:srgbClr val="FFFF00"/>
                </a:solidFill>
                <a:latin typeface="Consolas"/>
                <a:ea typeface="Consolas"/>
                <a:cs typeface="Consolas"/>
              </a:rPr>
              <a:t>3 x 3 x 3</a:t>
            </a:r>
          </a:p>
        </p:txBody>
      </p:sp>
      <p:sp>
        <p:nvSpPr>
          <p:cNvPr id="140" name="anim_to2828_0_1">
            <a:extLst>
              <a:ext uri="{FF2B5EF4-FFF2-40B4-BE49-F238E27FC236}">
                <a16:creationId xmlns:a16="http://schemas.microsoft.com/office/drawing/2014/main" id="{D6BDFB46-D781-4287-BEC6-DCF6F1076547}"/>
              </a:ext>
            </a:extLst>
          </p:cNvPr>
          <p:cNvSpPr>
            <a:spLocks noGrp="1"/>
          </p:cNvSpPr>
          <p:nvPr/>
        </p:nvSpPr>
        <p:spPr>
          <a:xfrm>
            <a:off x="5860733" y="1985638"/>
            <a:ext cx="1466850" cy="4058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7" b="0">
                <a:solidFill>
                  <a:srgbClr val="FFF1B6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7" b="0">
                <a:solidFill>
                  <a:srgbClr val="FFF1B6"/>
                </a:solidFill>
                <a:latin typeface="Consolas"/>
                <a:ea typeface="Consolas"/>
                <a:cs typeface="Consolas"/>
              </a:defRPr>
            </a:pPr>
            <a:r>
              <a:rPr sz="2557" b="0">
                <a:solidFill>
                  <a:srgbClr val="FFF1B6"/>
                </a:solidFill>
                <a:latin typeface="Consolas"/>
                <a:ea typeface="Consolas"/>
                <a:cs typeface="Consolas"/>
              </a:rPr>
              <a:t>(Filter)</a:t>
            </a:r>
          </a:p>
        </p:txBody>
      </p:sp>
      <p:sp>
        <p:nvSpPr>
          <p:cNvPr id="141" name="anim_to2874_0_1">
            <a:extLst>
              <a:ext uri="{FF2B5EF4-FFF2-40B4-BE49-F238E27FC236}">
                <a16:creationId xmlns:a16="http://schemas.microsoft.com/office/drawing/2014/main" id="{C7E39DDA-F52C-4353-A72A-4C51D59C7D66}"/>
              </a:ext>
            </a:extLst>
          </p:cNvPr>
          <p:cNvSpPr>
            <a:spLocks noGrp="1"/>
          </p:cNvSpPr>
          <p:nvPr/>
        </p:nvSpPr>
        <p:spPr>
          <a:xfrm>
            <a:off x="7924646" y="3206493"/>
            <a:ext cx="510848" cy="78791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142" name="anim_o2838_1">
            <a:extLst>
              <a:ext uri="{FF2B5EF4-FFF2-40B4-BE49-F238E27FC236}">
                <a16:creationId xmlns:a16="http://schemas.microsoft.com/office/drawing/2014/main" id="{77C677D3-84EC-4F9C-9D02-42DD5B9718EA}"/>
              </a:ext>
            </a:extLst>
          </p:cNvPr>
          <p:cNvSpPr>
            <a:spLocks noGrp="1"/>
          </p:cNvSpPr>
          <p:nvPr/>
        </p:nvSpPr>
        <p:spPr>
          <a:xfrm>
            <a:off x="9027795" y="2828925"/>
            <a:ext cx="385763" cy="385763"/>
          </a:xfrm>
          <a:prstGeom prst="rect">
            <a:avLst/>
          </a:prstGeom>
          <a:solidFill>
            <a:srgbClr val="FFFFFF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3" name="anim_o2839_1">
            <a:extLst>
              <a:ext uri="{FF2B5EF4-FFF2-40B4-BE49-F238E27FC236}">
                <a16:creationId xmlns:a16="http://schemas.microsoft.com/office/drawing/2014/main" id="{4277E07E-597B-42D7-A78B-CBF70DCFE19F}"/>
              </a:ext>
            </a:extLst>
          </p:cNvPr>
          <p:cNvSpPr>
            <a:spLocks noGrp="1"/>
          </p:cNvSpPr>
          <p:nvPr/>
        </p:nvSpPr>
        <p:spPr>
          <a:xfrm>
            <a:off x="9413558" y="2828925"/>
            <a:ext cx="385763" cy="385763"/>
          </a:xfrm>
          <a:prstGeom prst="rect">
            <a:avLst/>
          </a:prstGeom>
          <a:solidFill>
            <a:srgbClr val="FFFFFF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4" name="anim_o2840_1">
            <a:extLst>
              <a:ext uri="{FF2B5EF4-FFF2-40B4-BE49-F238E27FC236}">
                <a16:creationId xmlns:a16="http://schemas.microsoft.com/office/drawing/2014/main" id="{9866F8BA-897B-4ADC-99AA-03A466A9778F}"/>
              </a:ext>
            </a:extLst>
          </p:cNvPr>
          <p:cNvSpPr>
            <a:spLocks noGrp="1"/>
          </p:cNvSpPr>
          <p:nvPr/>
        </p:nvSpPr>
        <p:spPr>
          <a:xfrm>
            <a:off x="9799320" y="2828925"/>
            <a:ext cx="385763" cy="385763"/>
          </a:xfrm>
          <a:prstGeom prst="rect">
            <a:avLst/>
          </a:prstGeom>
          <a:solidFill>
            <a:srgbClr val="FFFFFF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5" name="anim_o2841_1">
            <a:extLst>
              <a:ext uri="{FF2B5EF4-FFF2-40B4-BE49-F238E27FC236}">
                <a16:creationId xmlns:a16="http://schemas.microsoft.com/office/drawing/2014/main" id="{0833A752-F04A-4426-82D4-FC6D5725EC08}"/>
              </a:ext>
            </a:extLst>
          </p:cNvPr>
          <p:cNvSpPr>
            <a:spLocks noGrp="1"/>
          </p:cNvSpPr>
          <p:nvPr/>
        </p:nvSpPr>
        <p:spPr>
          <a:xfrm>
            <a:off x="10185083" y="2828925"/>
            <a:ext cx="385763" cy="385763"/>
          </a:xfrm>
          <a:prstGeom prst="rect">
            <a:avLst/>
          </a:prstGeom>
          <a:solidFill>
            <a:srgbClr val="FFFFFF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6" name="anim_o2842_1">
            <a:extLst>
              <a:ext uri="{FF2B5EF4-FFF2-40B4-BE49-F238E27FC236}">
                <a16:creationId xmlns:a16="http://schemas.microsoft.com/office/drawing/2014/main" id="{EAAB36D6-FCEF-46BA-ADA5-D0115A626A18}"/>
              </a:ext>
            </a:extLst>
          </p:cNvPr>
          <p:cNvSpPr>
            <a:spLocks noGrp="1"/>
          </p:cNvSpPr>
          <p:nvPr/>
        </p:nvSpPr>
        <p:spPr>
          <a:xfrm>
            <a:off x="9027795" y="3214688"/>
            <a:ext cx="385763" cy="385763"/>
          </a:xfrm>
          <a:prstGeom prst="rect">
            <a:avLst/>
          </a:prstGeom>
          <a:solidFill>
            <a:srgbClr val="FFFFFF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7" name="anim_o2843_1">
            <a:extLst>
              <a:ext uri="{FF2B5EF4-FFF2-40B4-BE49-F238E27FC236}">
                <a16:creationId xmlns:a16="http://schemas.microsoft.com/office/drawing/2014/main" id="{3A8AA6FD-2AF7-404E-AA64-6742990C2A7F}"/>
              </a:ext>
            </a:extLst>
          </p:cNvPr>
          <p:cNvSpPr>
            <a:spLocks noGrp="1"/>
          </p:cNvSpPr>
          <p:nvPr/>
        </p:nvSpPr>
        <p:spPr>
          <a:xfrm>
            <a:off x="9413558" y="3214688"/>
            <a:ext cx="385763" cy="385763"/>
          </a:xfrm>
          <a:prstGeom prst="rect">
            <a:avLst/>
          </a:prstGeom>
          <a:solidFill>
            <a:srgbClr val="FFFFFF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8" name="anim_o2844_1">
            <a:extLst>
              <a:ext uri="{FF2B5EF4-FFF2-40B4-BE49-F238E27FC236}">
                <a16:creationId xmlns:a16="http://schemas.microsoft.com/office/drawing/2014/main" id="{483988EB-35BA-4BEA-8B84-7080D50DF55E}"/>
              </a:ext>
            </a:extLst>
          </p:cNvPr>
          <p:cNvSpPr>
            <a:spLocks noGrp="1"/>
          </p:cNvSpPr>
          <p:nvPr/>
        </p:nvSpPr>
        <p:spPr>
          <a:xfrm>
            <a:off x="9799320" y="3214688"/>
            <a:ext cx="385763" cy="385763"/>
          </a:xfrm>
          <a:prstGeom prst="rect">
            <a:avLst/>
          </a:prstGeom>
          <a:solidFill>
            <a:srgbClr val="FFFFFF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9" name="anim_o2845_1">
            <a:extLst>
              <a:ext uri="{FF2B5EF4-FFF2-40B4-BE49-F238E27FC236}">
                <a16:creationId xmlns:a16="http://schemas.microsoft.com/office/drawing/2014/main" id="{CC583AC8-B9F9-4308-98CB-2ADC7A970C65}"/>
              </a:ext>
            </a:extLst>
          </p:cNvPr>
          <p:cNvSpPr>
            <a:spLocks noGrp="1"/>
          </p:cNvSpPr>
          <p:nvPr/>
        </p:nvSpPr>
        <p:spPr>
          <a:xfrm>
            <a:off x="10185083" y="3214688"/>
            <a:ext cx="385763" cy="385763"/>
          </a:xfrm>
          <a:prstGeom prst="rect">
            <a:avLst/>
          </a:prstGeom>
          <a:solidFill>
            <a:srgbClr val="FFFFFF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0" name="anim_o2846_1">
            <a:extLst>
              <a:ext uri="{FF2B5EF4-FFF2-40B4-BE49-F238E27FC236}">
                <a16:creationId xmlns:a16="http://schemas.microsoft.com/office/drawing/2014/main" id="{E2DFF7F0-73A9-41A6-995F-78CFFFF74250}"/>
              </a:ext>
            </a:extLst>
          </p:cNvPr>
          <p:cNvSpPr>
            <a:spLocks noGrp="1"/>
          </p:cNvSpPr>
          <p:nvPr/>
        </p:nvSpPr>
        <p:spPr>
          <a:xfrm>
            <a:off x="9027795" y="3600450"/>
            <a:ext cx="385763" cy="385763"/>
          </a:xfrm>
          <a:prstGeom prst="rect">
            <a:avLst/>
          </a:prstGeom>
          <a:solidFill>
            <a:srgbClr val="FFFFFF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1" name="anim_o2847_1">
            <a:extLst>
              <a:ext uri="{FF2B5EF4-FFF2-40B4-BE49-F238E27FC236}">
                <a16:creationId xmlns:a16="http://schemas.microsoft.com/office/drawing/2014/main" id="{B9B2DA26-0541-4C83-BD85-76DF6752720F}"/>
              </a:ext>
            </a:extLst>
          </p:cNvPr>
          <p:cNvSpPr>
            <a:spLocks noGrp="1"/>
          </p:cNvSpPr>
          <p:nvPr/>
        </p:nvSpPr>
        <p:spPr>
          <a:xfrm>
            <a:off x="9413558" y="3600450"/>
            <a:ext cx="385763" cy="385763"/>
          </a:xfrm>
          <a:prstGeom prst="rect">
            <a:avLst/>
          </a:prstGeom>
          <a:solidFill>
            <a:srgbClr val="FFFFFF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2" name="anim_o2848_1">
            <a:extLst>
              <a:ext uri="{FF2B5EF4-FFF2-40B4-BE49-F238E27FC236}">
                <a16:creationId xmlns:a16="http://schemas.microsoft.com/office/drawing/2014/main" id="{F79C3D2D-31D9-43F8-B343-C467109A3030}"/>
              </a:ext>
            </a:extLst>
          </p:cNvPr>
          <p:cNvSpPr>
            <a:spLocks noGrp="1"/>
          </p:cNvSpPr>
          <p:nvPr/>
        </p:nvSpPr>
        <p:spPr>
          <a:xfrm>
            <a:off x="9799320" y="3600450"/>
            <a:ext cx="385763" cy="385763"/>
          </a:xfrm>
          <a:prstGeom prst="rect">
            <a:avLst/>
          </a:prstGeom>
          <a:solidFill>
            <a:srgbClr val="FFFFFF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3" name="anim_o2849_1">
            <a:extLst>
              <a:ext uri="{FF2B5EF4-FFF2-40B4-BE49-F238E27FC236}">
                <a16:creationId xmlns:a16="http://schemas.microsoft.com/office/drawing/2014/main" id="{96524628-FD60-4950-ABCE-8B762D385605}"/>
              </a:ext>
            </a:extLst>
          </p:cNvPr>
          <p:cNvSpPr>
            <a:spLocks noGrp="1"/>
          </p:cNvSpPr>
          <p:nvPr/>
        </p:nvSpPr>
        <p:spPr>
          <a:xfrm>
            <a:off x="10185083" y="3600450"/>
            <a:ext cx="385763" cy="385763"/>
          </a:xfrm>
          <a:prstGeom prst="rect">
            <a:avLst/>
          </a:prstGeom>
          <a:solidFill>
            <a:srgbClr val="FFFFFF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4" name="anim_o2850_1">
            <a:extLst>
              <a:ext uri="{FF2B5EF4-FFF2-40B4-BE49-F238E27FC236}">
                <a16:creationId xmlns:a16="http://schemas.microsoft.com/office/drawing/2014/main" id="{7235C1AF-D50D-4392-8C49-F953B97F4124}"/>
              </a:ext>
            </a:extLst>
          </p:cNvPr>
          <p:cNvSpPr>
            <a:spLocks noGrp="1"/>
          </p:cNvSpPr>
          <p:nvPr/>
        </p:nvSpPr>
        <p:spPr>
          <a:xfrm>
            <a:off x="9027795" y="3986213"/>
            <a:ext cx="385763" cy="385763"/>
          </a:xfrm>
          <a:prstGeom prst="rect">
            <a:avLst/>
          </a:prstGeom>
          <a:solidFill>
            <a:srgbClr val="FFFFFF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5" name="anim_o2851_1">
            <a:extLst>
              <a:ext uri="{FF2B5EF4-FFF2-40B4-BE49-F238E27FC236}">
                <a16:creationId xmlns:a16="http://schemas.microsoft.com/office/drawing/2014/main" id="{8F9D1DEA-B9F3-4A69-9CCD-D1420ECB620C}"/>
              </a:ext>
            </a:extLst>
          </p:cNvPr>
          <p:cNvSpPr>
            <a:spLocks noGrp="1"/>
          </p:cNvSpPr>
          <p:nvPr/>
        </p:nvSpPr>
        <p:spPr>
          <a:xfrm>
            <a:off x="9413558" y="3986213"/>
            <a:ext cx="385763" cy="385763"/>
          </a:xfrm>
          <a:prstGeom prst="rect">
            <a:avLst/>
          </a:prstGeom>
          <a:solidFill>
            <a:srgbClr val="FFFFFF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6" name="anim_o2852_1">
            <a:extLst>
              <a:ext uri="{FF2B5EF4-FFF2-40B4-BE49-F238E27FC236}">
                <a16:creationId xmlns:a16="http://schemas.microsoft.com/office/drawing/2014/main" id="{2052020D-B7AB-4E82-953A-19508F533D65}"/>
              </a:ext>
            </a:extLst>
          </p:cNvPr>
          <p:cNvSpPr>
            <a:spLocks noGrp="1"/>
          </p:cNvSpPr>
          <p:nvPr/>
        </p:nvSpPr>
        <p:spPr>
          <a:xfrm>
            <a:off x="9799320" y="3986213"/>
            <a:ext cx="385763" cy="385763"/>
          </a:xfrm>
          <a:prstGeom prst="rect">
            <a:avLst/>
          </a:prstGeom>
          <a:solidFill>
            <a:srgbClr val="FFFFFF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7" name="anim_o2853_1">
            <a:extLst>
              <a:ext uri="{FF2B5EF4-FFF2-40B4-BE49-F238E27FC236}">
                <a16:creationId xmlns:a16="http://schemas.microsoft.com/office/drawing/2014/main" id="{6654292E-F57F-450F-82C5-70AE23B43740}"/>
              </a:ext>
            </a:extLst>
          </p:cNvPr>
          <p:cNvSpPr>
            <a:spLocks noGrp="1"/>
          </p:cNvSpPr>
          <p:nvPr/>
        </p:nvSpPr>
        <p:spPr>
          <a:xfrm>
            <a:off x="10185083" y="3986213"/>
            <a:ext cx="385763" cy="385763"/>
          </a:xfrm>
          <a:prstGeom prst="rect">
            <a:avLst/>
          </a:prstGeom>
          <a:solidFill>
            <a:srgbClr val="FFFFFF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8" name="anim_to2854_0_1">
            <a:extLst>
              <a:ext uri="{FF2B5EF4-FFF2-40B4-BE49-F238E27FC236}">
                <a16:creationId xmlns:a16="http://schemas.microsoft.com/office/drawing/2014/main" id="{B3879047-CA87-40AB-82A3-0ED15402A402}"/>
              </a:ext>
            </a:extLst>
          </p:cNvPr>
          <p:cNvSpPr>
            <a:spLocks noGrp="1"/>
          </p:cNvSpPr>
          <p:nvPr/>
        </p:nvSpPr>
        <p:spPr>
          <a:xfrm>
            <a:off x="9198959" y="1560249"/>
            <a:ext cx="1219773" cy="5371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3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3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3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4 x 4</a:t>
            </a:r>
          </a:p>
        </p:txBody>
      </p:sp>
      <p:sp>
        <p:nvSpPr>
          <p:cNvPr id="159" name="anim_to2860_0_1">
            <a:extLst>
              <a:ext uri="{FF2B5EF4-FFF2-40B4-BE49-F238E27FC236}">
                <a16:creationId xmlns:a16="http://schemas.microsoft.com/office/drawing/2014/main" id="{DB42DD83-5C79-46AF-ADA7-EEFE9E304E86}"/>
              </a:ext>
            </a:extLst>
          </p:cNvPr>
          <p:cNvSpPr>
            <a:spLocks noGrp="1"/>
          </p:cNvSpPr>
          <p:nvPr/>
        </p:nvSpPr>
        <p:spPr>
          <a:xfrm>
            <a:off x="9075420" y="2221382"/>
            <a:ext cx="1466850" cy="4058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7" b="0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7" b="0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pPr>
            <a:r>
              <a:rPr sz="2557" b="0">
                <a:solidFill>
                  <a:srgbClr val="DDDDDD"/>
                </a:solidFill>
                <a:latin typeface="Consolas"/>
                <a:ea typeface="Consolas"/>
                <a:cs typeface="Consolas"/>
              </a:rPr>
              <a:t>(Output)</a:t>
            </a:r>
          </a:p>
        </p:txBody>
      </p:sp>
      <p:sp>
        <p:nvSpPr>
          <p:cNvPr id="160" name="anim_o2728_2">
            <a:extLst>
              <a:ext uri="{FF2B5EF4-FFF2-40B4-BE49-F238E27FC236}">
                <a16:creationId xmlns:a16="http://schemas.microsoft.com/office/drawing/2014/main" id="{22B29220-D39F-42D2-96E5-C84469EC1878}"/>
              </a:ext>
            </a:extLst>
          </p:cNvPr>
          <p:cNvSpPr>
            <a:spLocks noGrp="1"/>
          </p:cNvSpPr>
          <p:nvPr/>
        </p:nvSpPr>
        <p:spPr>
          <a:xfrm>
            <a:off x="1569720" y="265747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1" name="anim_o2729_2">
            <a:extLst>
              <a:ext uri="{FF2B5EF4-FFF2-40B4-BE49-F238E27FC236}">
                <a16:creationId xmlns:a16="http://schemas.microsoft.com/office/drawing/2014/main" id="{7E9F8885-37EC-488F-81BC-F7AB07B36EFC}"/>
              </a:ext>
            </a:extLst>
          </p:cNvPr>
          <p:cNvSpPr>
            <a:spLocks noGrp="1"/>
          </p:cNvSpPr>
          <p:nvPr/>
        </p:nvSpPr>
        <p:spPr>
          <a:xfrm>
            <a:off x="1955483" y="265747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2" name="anim_o2730_2">
            <a:extLst>
              <a:ext uri="{FF2B5EF4-FFF2-40B4-BE49-F238E27FC236}">
                <a16:creationId xmlns:a16="http://schemas.microsoft.com/office/drawing/2014/main" id="{B25A1B0B-6687-4DE0-A6B3-4830E266B892}"/>
              </a:ext>
            </a:extLst>
          </p:cNvPr>
          <p:cNvSpPr>
            <a:spLocks noGrp="1"/>
          </p:cNvSpPr>
          <p:nvPr/>
        </p:nvSpPr>
        <p:spPr>
          <a:xfrm>
            <a:off x="2341245" y="265747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3" name="anim_o2731_2">
            <a:extLst>
              <a:ext uri="{FF2B5EF4-FFF2-40B4-BE49-F238E27FC236}">
                <a16:creationId xmlns:a16="http://schemas.microsoft.com/office/drawing/2014/main" id="{2179F851-2B0C-40D6-89B5-E5697418D132}"/>
              </a:ext>
            </a:extLst>
          </p:cNvPr>
          <p:cNvSpPr>
            <a:spLocks noGrp="1"/>
          </p:cNvSpPr>
          <p:nvPr/>
        </p:nvSpPr>
        <p:spPr>
          <a:xfrm>
            <a:off x="2727007" y="265747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4" name="anim_o2732_2">
            <a:extLst>
              <a:ext uri="{FF2B5EF4-FFF2-40B4-BE49-F238E27FC236}">
                <a16:creationId xmlns:a16="http://schemas.microsoft.com/office/drawing/2014/main" id="{B2D44A25-0E3E-49F6-93AF-718FA985F4A7}"/>
              </a:ext>
            </a:extLst>
          </p:cNvPr>
          <p:cNvSpPr>
            <a:spLocks noGrp="1"/>
          </p:cNvSpPr>
          <p:nvPr/>
        </p:nvSpPr>
        <p:spPr>
          <a:xfrm>
            <a:off x="3112770" y="265747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5" name="anim_o2733_2">
            <a:extLst>
              <a:ext uri="{FF2B5EF4-FFF2-40B4-BE49-F238E27FC236}">
                <a16:creationId xmlns:a16="http://schemas.microsoft.com/office/drawing/2014/main" id="{8BBD3F9A-7A63-4B7A-B718-4E5B1BB72A4E}"/>
              </a:ext>
            </a:extLst>
          </p:cNvPr>
          <p:cNvSpPr>
            <a:spLocks noGrp="1"/>
          </p:cNvSpPr>
          <p:nvPr/>
        </p:nvSpPr>
        <p:spPr>
          <a:xfrm>
            <a:off x="3498533" y="265747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6" name="anim_o2734_2">
            <a:extLst>
              <a:ext uri="{FF2B5EF4-FFF2-40B4-BE49-F238E27FC236}">
                <a16:creationId xmlns:a16="http://schemas.microsoft.com/office/drawing/2014/main" id="{F8AAE4A9-B8F0-4957-9A65-A2E5903E4060}"/>
              </a:ext>
            </a:extLst>
          </p:cNvPr>
          <p:cNvSpPr>
            <a:spLocks noGrp="1"/>
          </p:cNvSpPr>
          <p:nvPr/>
        </p:nvSpPr>
        <p:spPr>
          <a:xfrm>
            <a:off x="1569720" y="304323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7" name="anim_o2735_2">
            <a:extLst>
              <a:ext uri="{FF2B5EF4-FFF2-40B4-BE49-F238E27FC236}">
                <a16:creationId xmlns:a16="http://schemas.microsoft.com/office/drawing/2014/main" id="{AE0A0358-F9E4-4777-BD73-E58E6D9EE190}"/>
              </a:ext>
            </a:extLst>
          </p:cNvPr>
          <p:cNvSpPr>
            <a:spLocks noGrp="1"/>
          </p:cNvSpPr>
          <p:nvPr/>
        </p:nvSpPr>
        <p:spPr>
          <a:xfrm>
            <a:off x="1955483" y="304323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8" name="anim_o2736_2">
            <a:extLst>
              <a:ext uri="{FF2B5EF4-FFF2-40B4-BE49-F238E27FC236}">
                <a16:creationId xmlns:a16="http://schemas.microsoft.com/office/drawing/2014/main" id="{6CD5D6A4-DA04-469B-A2F6-153807BA5CA7}"/>
              </a:ext>
            </a:extLst>
          </p:cNvPr>
          <p:cNvSpPr>
            <a:spLocks noGrp="1"/>
          </p:cNvSpPr>
          <p:nvPr/>
        </p:nvSpPr>
        <p:spPr>
          <a:xfrm>
            <a:off x="2341245" y="304323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9" name="anim_o2737_2">
            <a:extLst>
              <a:ext uri="{FF2B5EF4-FFF2-40B4-BE49-F238E27FC236}">
                <a16:creationId xmlns:a16="http://schemas.microsoft.com/office/drawing/2014/main" id="{4F0A98A6-B00F-4B79-A2D0-FAE04EC4CE2B}"/>
              </a:ext>
            </a:extLst>
          </p:cNvPr>
          <p:cNvSpPr>
            <a:spLocks noGrp="1"/>
          </p:cNvSpPr>
          <p:nvPr/>
        </p:nvSpPr>
        <p:spPr>
          <a:xfrm>
            <a:off x="2727007" y="304323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0" name="anim_o2738_2">
            <a:extLst>
              <a:ext uri="{FF2B5EF4-FFF2-40B4-BE49-F238E27FC236}">
                <a16:creationId xmlns:a16="http://schemas.microsoft.com/office/drawing/2014/main" id="{4B6971C5-52D6-432A-A0D2-0CD575A9408B}"/>
              </a:ext>
            </a:extLst>
          </p:cNvPr>
          <p:cNvSpPr>
            <a:spLocks noGrp="1"/>
          </p:cNvSpPr>
          <p:nvPr/>
        </p:nvSpPr>
        <p:spPr>
          <a:xfrm>
            <a:off x="3112770" y="304323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1" name="anim_o2739_2">
            <a:extLst>
              <a:ext uri="{FF2B5EF4-FFF2-40B4-BE49-F238E27FC236}">
                <a16:creationId xmlns:a16="http://schemas.microsoft.com/office/drawing/2014/main" id="{C6152230-6E9C-4B30-98D8-DBBE6A2B19CC}"/>
              </a:ext>
            </a:extLst>
          </p:cNvPr>
          <p:cNvSpPr>
            <a:spLocks noGrp="1"/>
          </p:cNvSpPr>
          <p:nvPr/>
        </p:nvSpPr>
        <p:spPr>
          <a:xfrm>
            <a:off x="3498533" y="304323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2" name="anim_o2740_2">
            <a:extLst>
              <a:ext uri="{FF2B5EF4-FFF2-40B4-BE49-F238E27FC236}">
                <a16:creationId xmlns:a16="http://schemas.microsoft.com/office/drawing/2014/main" id="{C3252B34-FB54-4F1A-B4E3-B481AAEEB5B5}"/>
              </a:ext>
            </a:extLst>
          </p:cNvPr>
          <p:cNvSpPr>
            <a:spLocks noGrp="1"/>
          </p:cNvSpPr>
          <p:nvPr/>
        </p:nvSpPr>
        <p:spPr>
          <a:xfrm>
            <a:off x="1569720" y="3429000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3" name="anim_o2741_2">
            <a:extLst>
              <a:ext uri="{FF2B5EF4-FFF2-40B4-BE49-F238E27FC236}">
                <a16:creationId xmlns:a16="http://schemas.microsoft.com/office/drawing/2014/main" id="{676F21EF-A375-43C1-98C9-788A5F9CC413}"/>
              </a:ext>
            </a:extLst>
          </p:cNvPr>
          <p:cNvSpPr>
            <a:spLocks noGrp="1"/>
          </p:cNvSpPr>
          <p:nvPr/>
        </p:nvSpPr>
        <p:spPr>
          <a:xfrm>
            <a:off x="1955483" y="3429000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4" name="anim_o2742_2">
            <a:extLst>
              <a:ext uri="{FF2B5EF4-FFF2-40B4-BE49-F238E27FC236}">
                <a16:creationId xmlns:a16="http://schemas.microsoft.com/office/drawing/2014/main" id="{AB9D9B5F-54AF-43CD-8AFB-31C0482F3086}"/>
              </a:ext>
            </a:extLst>
          </p:cNvPr>
          <p:cNvSpPr>
            <a:spLocks noGrp="1"/>
          </p:cNvSpPr>
          <p:nvPr/>
        </p:nvSpPr>
        <p:spPr>
          <a:xfrm>
            <a:off x="2341245" y="3429000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5" name="anim_o2743_2">
            <a:extLst>
              <a:ext uri="{FF2B5EF4-FFF2-40B4-BE49-F238E27FC236}">
                <a16:creationId xmlns:a16="http://schemas.microsoft.com/office/drawing/2014/main" id="{E3B26B82-C811-40B7-ABE8-101B38A95533}"/>
              </a:ext>
            </a:extLst>
          </p:cNvPr>
          <p:cNvSpPr>
            <a:spLocks noGrp="1"/>
          </p:cNvSpPr>
          <p:nvPr/>
        </p:nvSpPr>
        <p:spPr>
          <a:xfrm>
            <a:off x="2727007" y="3429000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6" name="anim_o2744_2">
            <a:extLst>
              <a:ext uri="{FF2B5EF4-FFF2-40B4-BE49-F238E27FC236}">
                <a16:creationId xmlns:a16="http://schemas.microsoft.com/office/drawing/2014/main" id="{BF958C75-C45C-4872-A5DE-85700E4312B9}"/>
              </a:ext>
            </a:extLst>
          </p:cNvPr>
          <p:cNvSpPr>
            <a:spLocks noGrp="1"/>
          </p:cNvSpPr>
          <p:nvPr/>
        </p:nvSpPr>
        <p:spPr>
          <a:xfrm>
            <a:off x="3112770" y="3429000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7" name="anim_o2745_2">
            <a:extLst>
              <a:ext uri="{FF2B5EF4-FFF2-40B4-BE49-F238E27FC236}">
                <a16:creationId xmlns:a16="http://schemas.microsoft.com/office/drawing/2014/main" id="{0C3179EF-6F93-42C7-89B9-AB740AD3B584}"/>
              </a:ext>
            </a:extLst>
          </p:cNvPr>
          <p:cNvSpPr>
            <a:spLocks noGrp="1"/>
          </p:cNvSpPr>
          <p:nvPr/>
        </p:nvSpPr>
        <p:spPr>
          <a:xfrm>
            <a:off x="3498533" y="3429000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8" name="anim_o2746_2">
            <a:extLst>
              <a:ext uri="{FF2B5EF4-FFF2-40B4-BE49-F238E27FC236}">
                <a16:creationId xmlns:a16="http://schemas.microsoft.com/office/drawing/2014/main" id="{56556082-938B-4B1D-9329-3D73CE66DE88}"/>
              </a:ext>
            </a:extLst>
          </p:cNvPr>
          <p:cNvSpPr>
            <a:spLocks noGrp="1"/>
          </p:cNvSpPr>
          <p:nvPr/>
        </p:nvSpPr>
        <p:spPr>
          <a:xfrm>
            <a:off x="1569720" y="3814763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9" name="anim_o2747_2">
            <a:extLst>
              <a:ext uri="{FF2B5EF4-FFF2-40B4-BE49-F238E27FC236}">
                <a16:creationId xmlns:a16="http://schemas.microsoft.com/office/drawing/2014/main" id="{67BBF763-BD60-4380-BDB4-CD623101F6FB}"/>
              </a:ext>
            </a:extLst>
          </p:cNvPr>
          <p:cNvSpPr>
            <a:spLocks noGrp="1"/>
          </p:cNvSpPr>
          <p:nvPr/>
        </p:nvSpPr>
        <p:spPr>
          <a:xfrm>
            <a:off x="1955483" y="3814763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0" name="anim_o2748_2">
            <a:extLst>
              <a:ext uri="{FF2B5EF4-FFF2-40B4-BE49-F238E27FC236}">
                <a16:creationId xmlns:a16="http://schemas.microsoft.com/office/drawing/2014/main" id="{33E66D91-3590-4ACA-B25C-ACD868A5B185}"/>
              </a:ext>
            </a:extLst>
          </p:cNvPr>
          <p:cNvSpPr>
            <a:spLocks noGrp="1"/>
          </p:cNvSpPr>
          <p:nvPr/>
        </p:nvSpPr>
        <p:spPr>
          <a:xfrm>
            <a:off x="2341245" y="3814763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1" name="anim_o2749_2">
            <a:extLst>
              <a:ext uri="{FF2B5EF4-FFF2-40B4-BE49-F238E27FC236}">
                <a16:creationId xmlns:a16="http://schemas.microsoft.com/office/drawing/2014/main" id="{7CC23660-9B96-43AA-BC47-F586EADBA756}"/>
              </a:ext>
            </a:extLst>
          </p:cNvPr>
          <p:cNvSpPr>
            <a:spLocks noGrp="1"/>
          </p:cNvSpPr>
          <p:nvPr/>
        </p:nvSpPr>
        <p:spPr>
          <a:xfrm>
            <a:off x="2727007" y="3814763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2" name="anim_o2750_2">
            <a:extLst>
              <a:ext uri="{FF2B5EF4-FFF2-40B4-BE49-F238E27FC236}">
                <a16:creationId xmlns:a16="http://schemas.microsoft.com/office/drawing/2014/main" id="{BBF44B13-64D0-4244-95DA-BF7E1054074F}"/>
              </a:ext>
            </a:extLst>
          </p:cNvPr>
          <p:cNvSpPr>
            <a:spLocks noGrp="1"/>
          </p:cNvSpPr>
          <p:nvPr/>
        </p:nvSpPr>
        <p:spPr>
          <a:xfrm>
            <a:off x="3112770" y="3814763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3" name="anim_o2751_2">
            <a:extLst>
              <a:ext uri="{FF2B5EF4-FFF2-40B4-BE49-F238E27FC236}">
                <a16:creationId xmlns:a16="http://schemas.microsoft.com/office/drawing/2014/main" id="{0ED4F543-D49C-4816-B203-FC40C125EFDC}"/>
              </a:ext>
            </a:extLst>
          </p:cNvPr>
          <p:cNvSpPr>
            <a:spLocks noGrp="1"/>
          </p:cNvSpPr>
          <p:nvPr/>
        </p:nvSpPr>
        <p:spPr>
          <a:xfrm>
            <a:off x="3498533" y="3814763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4" name="anim_o2752_2">
            <a:extLst>
              <a:ext uri="{FF2B5EF4-FFF2-40B4-BE49-F238E27FC236}">
                <a16:creationId xmlns:a16="http://schemas.microsoft.com/office/drawing/2014/main" id="{6F3766F5-92F1-4780-A6AC-C97158DAFB2C}"/>
              </a:ext>
            </a:extLst>
          </p:cNvPr>
          <p:cNvSpPr>
            <a:spLocks noGrp="1"/>
          </p:cNvSpPr>
          <p:nvPr/>
        </p:nvSpPr>
        <p:spPr>
          <a:xfrm>
            <a:off x="1569720" y="420052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5" name="anim_o2753_2">
            <a:extLst>
              <a:ext uri="{FF2B5EF4-FFF2-40B4-BE49-F238E27FC236}">
                <a16:creationId xmlns:a16="http://schemas.microsoft.com/office/drawing/2014/main" id="{F97E22CB-004D-434C-9953-EB459916A0FF}"/>
              </a:ext>
            </a:extLst>
          </p:cNvPr>
          <p:cNvSpPr>
            <a:spLocks noGrp="1"/>
          </p:cNvSpPr>
          <p:nvPr/>
        </p:nvSpPr>
        <p:spPr>
          <a:xfrm>
            <a:off x="1955483" y="420052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6" name="anim_o2754_2">
            <a:extLst>
              <a:ext uri="{FF2B5EF4-FFF2-40B4-BE49-F238E27FC236}">
                <a16:creationId xmlns:a16="http://schemas.microsoft.com/office/drawing/2014/main" id="{86093C8A-D6D2-440A-BAC4-CE7884686BE0}"/>
              </a:ext>
            </a:extLst>
          </p:cNvPr>
          <p:cNvSpPr>
            <a:spLocks noGrp="1"/>
          </p:cNvSpPr>
          <p:nvPr/>
        </p:nvSpPr>
        <p:spPr>
          <a:xfrm>
            <a:off x="2341245" y="420052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7" name="anim_o2755_2">
            <a:extLst>
              <a:ext uri="{FF2B5EF4-FFF2-40B4-BE49-F238E27FC236}">
                <a16:creationId xmlns:a16="http://schemas.microsoft.com/office/drawing/2014/main" id="{655B55E0-48C2-411E-A0A5-E053EA7B9A36}"/>
              </a:ext>
            </a:extLst>
          </p:cNvPr>
          <p:cNvSpPr>
            <a:spLocks noGrp="1"/>
          </p:cNvSpPr>
          <p:nvPr/>
        </p:nvSpPr>
        <p:spPr>
          <a:xfrm>
            <a:off x="2727007" y="420052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8" name="anim_o2756_2">
            <a:extLst>
              <a:ext uri="{FF2B5EF4-FFF2-40B4-BE49-F238E27FC236}">
                <a16:creationId xmlns:a16="http://schemas.microsoft.com/office/drawing/2014/main" id="{35D269BC-6988-4BA0-B65C-046460707F76}"/>
              </a:ext>
            </a:extLst>
          </p:cNvPr>
          <p:cNvSpPr>
            <a:spLocks noGrp="1"/>
          </p:cNvSpPr>
          <p:nvPr/>
        </p:nvSpPr>
        <p:spPr>
          <a:xfrm>
            <a:off x="3112770" y="420052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9" name="anim_o2757_2">
            <a:extLst>
              <a:ext uri="{FF2B5EF4-FFF2-40B4-BE49-F238E27FC236}">
                <a16:creationId xmlns:a16="http://schemas.microsoft.com/office/drawing/2014/main" id="{CA75FE60-93D0-451C-AE5C-19AEA49B18D5}"/>
              </a:ext>
            </a:extLst>
          </p:cNvPr>
          <p:cNvSpPr>
            <a:spLocks noGrp="1"/>
          </p:cNvSpPr>
          <p:nvPr/>
        </p:nvSpPr>
        <p:spPr>
          <a:xfrm>
            <a:off x="3498533" y="420052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0" name="anim_o2758_2">
            <a:extLst>
              <a:ext uri="{FF2B5EF4-FFF2-40B4-BE49-F238E27FC236}">
                <a16:creationId xmlns:a16="http://schemas.microsoft.com/office/drawing/2014/main" id="{8C872AFC-0307-4F5F-9BAE-DB1378119BF0}"/>
              </a:ext>
            </a:extLst>
          </p:cNvPr>
          <p:cNvSpPr>
            <a:spLocks noGrp="1"/>
          </p:cNvSpPr>
          <p:nvPr/>
        </p:nvSpPr>
        <p:spPr>
          <a:xfrm>
            <a:off x="1569720" y="458628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1" name="anim_o2759_2">
            <a:extLst>
              <a:ext uri="{FF2B5EF4-FFF2-40B4-BE49-F238E27FC236}">
                <a16:creationId xmlns:a16="http://schemas.microsoft.com/office/drawing/2014/main" id="{A13E629F-76E6-4E6E-ADF6-8C473581C7F6}"/>
              </a:ext>
            </a:extLst>
          </p:cNvPr>
          <p:cNvSpPr>
            <a:spLocks noGrp="1"/>
          </p:cNvSpPr>
          <p:nvPr/>
        </p:nvSpPr>
        <p:spPr>
          <a:xfrm>
            <a:off x="1955483" y="458628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2" name="anim_o2760_2">
            <a:extLst>
              <a:ext uri="{FF2B5EF4-FFF2-40B4-BE49-F238E27FC236}">
                <a16:creationId xmlns:a16="http://schemas.microsoft.com/office/drawing/2014/main" id="{9614D54B-9196-4E86-A9C9-D8AF6CEE958C}"/>
              </a:ext>
            </a:extLst>
          </p:cNvPr>
          <p:cNvSpPr>
            <a:spLocks noGrp="1"/>
          </p:cNvSpPr>
          <p:nvPr/>
        </p:nvSpPr>
        <p:spPr>
          <a:xfrm>
            <a:off x="2341245" y="458628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3" name="anim_o2761_2">
            <a:extLst>
              <a:ext uri="{FF2B5EF4-FFF2-40B4-BE49-F238E27FC236}">
                <a16:creationId xmlns:a16="http://schemas.microsoft.com/office/drawing/2014/main" id="{4DFF7D5C-1488-47E6-AB69-ECA8F998E9C9}"/>
              </a:ext>
            </a:extLst>
          </p:cNvPr>
          <p:cNvSpPr>
            <a:spLocks noGrp="1"/>
          </p:cNvSpPr>
          <p:nvPr/>
        </p:nvSpPr>
        <p:spPr>
          <a:xfrm>
            <a:off x="2727007" y="458628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4" name="anim_o2762_2">
            <a:extLst>
              <a:ext uri="{FF2B5EF4-FFF2-40B4-BE49-F238E27FC236}">
                <a16:creationId xmlns:a16="http://schemas.microsoft.com/office/drawing/2014/main" id="{77393192-DCF4-42CE-98CC-2C2F52B51107}"/>
              </a:ext>
            </a:extLst>
          </p:cNvPr>
          <p:cNvSpPr>
            <a:spLocks noGrp="1"/>
          </p:cNvSpPr>
          <p:nvPr/>
        </p:nvSpPr>
        <p:spPr>
          <a:xfrm>
            <a:off x="3112770" y="458628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5" name="anim_o2763_2">
            <a:extLst>
              <a:ext uri="{FF2B5EF4-FFF2-40B4-BE49-F238E27FC236}">
                <a16:creationId xmlns:a16="http://schemas.microsoft.com/office/drawing/2014/main" id="{D1F12AEB-A891-46A6-BADA-48A2773663E1}"/>
              </a:ext>
            </a:extLst>
          </p:cNvPr>
          <p:cNvSpPr>
            <a:spLocks noGrp="1"/>
          </p:cNvSpPr>
          <p:nvPr/>
        </p:nvSpPr>
        <p:spPr>
          <a:xfrm>
            <a:off x="3498533" y="458628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6" name="anim_o2808_2">
            <a:extLst>
              <a:ext uri="{FF2B5EF4-FFF2-40B4-BE49-F238E27FC236}">
                <a16:creationId xmlns:a16="http://schemas.microsoft.com/office/drawing/2014/main" id="{0AFC567B-63DB-454D-BD5B-26C8B3BFC770}"/>
              </a:ext>
            </a:extLst>
          </p:cNvPr>
          <p:cNvSpPr>
            <a:spLocks noGrp="1"/>
          </p:cNvSpPr>
          <p:nvPr/>
        </p:nvSpPr>
        <p:spPr>
          <a:xfrm>
            <a:off x="5791676" y="3021806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7" name="anim_o2809_2">
            <a:extLst>
              <a:ext uri="{FF2B5EF4-FFF2-40B4-BE49-F238E27FC236}">
                <a16:creationId xmlns:a16="http://schemas.microsoft.com/office/drawing/2014/main" id="{E9ADE693-AFB3-4A9D-A07B-9278088AA8B1}"/>
              </a:ext>
            </a:extLst>
          </p:cNvPr>
          <p:cNvSpPr>
            <a:spLocks noGrp="1"/>
          </p:cNvSpPr>
          <p:nvPr/>
        </p:nvSpPr>
        <p:spPr>
          <a:xfrm>
            <a:off x="6177439" y="3021806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8" name="anim_o2810_2">
            <a:extLst>
              <a:ext uri="{FF2B5EF4-FFF2-40B4-BE49-F238E27FC236}">
                <a16:creationId xmlns:a16="http://schemas.microsoft.com/office/drawing/2014/main" id="{80810F33-BA3F-4C9A-AFD8-0723F81F85C6}"/>
              </a:ext>
            </a:extLst>
          </p:cNvPr>
          <p:cNvSpPr>
            <a:spLocks noGrp="1"/>
          </p:cNvSpPr>
          <p:nvPr/>
        </p:nvSpPr>
        <p:spPr>
          <a:xfrm>
            <a:off x="6563201" y="3021806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9" name="anim_o2811_2">
            <a:extLst>
              <a:ext uri="{FF2B5EF4-FFF2-40B4-BE49-F238E27FC236}">
                <a16:creationId xmlns:a16="http://schemas.microsoft.com/office/drawing/2014/main" id="{14E242CD-450D-4AE8-B482-0938A753EE36}"/>
              </a:ext>
            </a:extLst>
          </p:cNvPr>
          <p:cNvSpPr>
            <a:spLocks noGrp="1"/>
          </p:cNvSpPr>
          <p:nvPr/>
        </p:nvSpPr>
        <p:spPr>
          <a:xfrm>
            <a:off x="5791676" y="3407569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0" name="anim_o2812_2">
            <a:extLst>
              <a:ext uri="{FF2B5EF4-FFF2-40B4-BE49-F238E27FC236}">
                <a16:creationId xmlns:a16="http://schemas.microsoft.com/office/drawing/2014/main" id="{9EA370F5-4BEE-4F85-BAAD-9F89741F81B9}"/>
              </a:ext>
            </a:extLst>
          </p:cNvPr>
          <p:cNvSpPr>
            <a:spLocks noGrp="1"/>
          </p:cNvSpPr>
          <p:nvPr/>
        </p:nvSpPr>
        <p:spPr>
          <a:xfrm>
            <a:off x="6177439" y="3407569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1" name="anim_o2813_2">
            <a:extLst>
              <a:ext uri="{FF2B5EF4-FFF2-40B4-BE49-F238E27FC236}">
                <a16:creationId xmlns:a16="http://schemas.microsoft.com/office/drawing/2014/main" id="{943591E7-C25C-4CBE-A270-19FCD6FACFD2}"/>
              </a:ext>
            </a:extLst>
          </p:cNvPr>
          <p:cNvSpPr>
            <a:spLocks noGrp="1"/>
          </p:cNvSpPr>
          <p:nvPr/>
        </p:nvSpPr>
        <p:spPr>
          <a:xfrm>
            <a:off x="6563201" y="3407569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2" name="anim_o2814_2">
            <a:extLst>
              <a:ext uri="{FF2B5EF4-FFF2-40B4-BE49-F238E27FC236}">
                <a16:creationId xmlns:a16="http://schemas.microsoft.com/office/drawing/2014/main" id="{53BD1590-6972-452D-B035-F86908F2DB57}"/>
              </a:ext>
            </a:extLst>
          </p:cNvPr>
          <p:cNvSpPr>
            <a:spLocks noGrp="1"/>
          </p:cNvSpPr>
          <p:nvPr/>
        </p:nvSpPr>
        <p:spPr>
          <a:xfrm>
            <a:off x="5791676" y="3793331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3" name="anim_o2815_2">
            <a:extLst>
              <a:ext uri="{FF2B5EF4-FFF2-40B4-BE49-F238E27FC236}">
                <a16:creationId xmlns:a16="http://schemas.microsoft.com/office/drawing/2014/main" id="{02079607-2C05-4983-B3EF-F60C7B785B35}"/>
              </a:ext>
            </a:extLst>
          </p:cNvPr>
          <p:cNvSpPr>
            <a:spLocks noGrp="1"/>
          </p:cNvSpPr>
          <p:nvPr/>
        </p:nvSpPr>
        <p:spPr>
          <a:xfrm>
            <a:off x="6177439" y="3793331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4" name="anim_o2816_2">
            <a:extLst>
              <a:ext uri="{FF2B5EF4-FFF2-40B4-BE49-F238E27FC236}">
                <a16:creationId xmlns:a16="http://schemas.microsoft.com/office/drawing/2014/main" id="{4FC96AAF-7280-4C69-B727-FF6D5CE617D6}"/>
              </a:ext>
            </a:extLst>
          </p:cNvPr>
          <p:cNvSpPr>
            <a:spLocks noGrp="1"/>
          </p:cNvSpPr>
          <p:nvPr/>
        </p:nvSpPr>
        <p:spPr>
          <a:xfrm>
            <a:off x="6563201" y="3793331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5" name="anim_o2691_2">
            <a:extLst>
              <a:ext uri="{FF2B5EF4-FFF2-40B4-BE49-F238E27FC236}">
                <a16:creationId xmlns:a16="http://schemas.microsoft.com/office/drawing/2014/main" id="{8F28EA7D-0F0B-451C-A15F-A965FD618D0D}"/>
              </a:ext>
            </a:extLst>
          </p:cNvPr>
          <p:cNvSpPr>
            <a:spLocks noGrp="1"/>
          </p:cNvSpPr>
          <p:nvPr/>
        </p:nvSpPr>
        <p:spPr>
          <a:xfrm>
            <a:off x="1784032" y="244316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6" name="anim_o2692_2">
            <a:extLst>
              <a:ext uri="{FF2B5EF4-FFF2-40B4-BE49-F238E27FC236}">
                <a16:creationId xmlns:a16="http://schemas.microsoft.com/office/drawing/2014/main" id="{6A08BAAC-B1AE-4170-AFE2-2A6AE1687030}"/>
              </a:ext>
            </a:extLst>
          </p:cNvPr>
          <p:cNvSpPr>
            <a:spLocks noGrp="1"/>
          </p:cNvSpPr>
          <p:nvPr/>
        </p:nvSpPr>
        <p:spPr>
          <a:xfrm>
            <a:off x="2169795" y="244316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7" name="anim_o2693_2">
            <a:extLst>
              <a:ext uri="{FF2B5EF4-FFF2-40B4-BE49-F238E27FC236}">
                <a16:creationId xmlns:a16="http://schemas.microsoft.com/office/drawing/2014/main" id="{9DDFEA73-21BA-44D4-8C21-86D4256D9CE3}"/>
              </a:ext>
            </a:extLst>
          </p:cNvPr>
          <p:cNvSpPr>
            <a:spLocks noGrp="1"/>
          </p:cNvSpPr>
          <p:nvPr/>
        </p:nvSpPr>
        <p:spPr>
          <a:xfrm>
            <a:off x="2555558" y="244316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8" name="anim_o2694_2">
            <a:extLst>
              <a:ext uri="{FF2B5EF4-FFF2-40B4-BE49-F238E27FC236}">
                <a16:creationId xmlns:a16="http://schemas.microsoft.com/office/drawing/2014/main" id="{DBF59361-4A3D-4724-A0CA-D73C7EE4ECC3}"/>
              </a:ext>
            </a:extLst>
          </p:cNvPr>
          <p:cNvSpPr>
            <a:spLocks noGrp="1"/>
          </p:cNvSpPr>
          <p:nvPr/>
        </p:nvSpPr>
        <p:spPr>
          <a:xfrm>
            <a:off x="2941320" y="244316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9" name="anim_o2695_2">
            <a:extLst>
              <a:ext uri="{FF2B5EF4-FFF2-40B4-BE49-F238E27FC236}">
                <a16:creationId xmlns:a16="http://schemas.microsoft.com/office/drawing/2014/main" id="{EC4BE776-E486-4676-99F3-293FEB7B0826}"/>
              </a:ext>
            </a:extLst>
          </p:cNvPr>
          <p:cNvSpPr>
            <a:spLocks noGrp="1"/>
          </p:cNvSpPr>
          <p:nvPr/>
        </p:nvSpPr>
        <p:spPr>
          <a:xfrm>
            <a:off x="3327082" y="244316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0" name="anim_o2696_2">
            <a:extLst>
              <a:ext uri="{FF2B5EF4-FFF2-40B4-BE49-F238E27FC236}">
                <a16:creationId xmlns:a16="http://schemas.microsoft.com/office/drawing/2014/main" id="{BE3AAA7A-B5BC-4F12-B9A5-895C220EE41B}"/>
              </a:ext>
            </a:extLst>
          </p:cNvPr>
          <p:cNvSpPr>
            <a:spLocks noGrp="1"/>
          </p:cNvSpPr>
          <p:nvPr/>
        </p:nvSpPr>
        <p:spPr>
          <a:xfrm>
            <a:off x="3712845" y="244316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1" name="anim_o2697_2">
            <a:extLst>
              <a:ext uri="{FF2B5EF4-FFF2-40B4-BE49-F238E27FC236}">
                <a16:creationId xmlns:a16="http://schemas.microsoft.com/office/drawing/2014/main" id="{7F41BE59-556D-4786-8EB4-2EFC76356202}"/>
              </a:ext>
            </a:extLst>
          </p:cNvPr>
          <p:cNvSpPr>
            <a:spLocks noGrp="1"/>
          </p:cNvSpPr>
          <p:nvPr/>
        </p:nvSpPr>
        <p:spPr>
          <a:xfrm>
            <a:off x="1784032" y="282892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2" name="anim_o2698_2">
            <a:extLst>
              <a:ext uri="{FF2B5EF4-FFF2-40B4-BE49-F238E27FC236}">
                <a16:creationId xmlns:a16="http://schemas.microsoft.com/office/drawing/2014/main" id="{30592D8A-1045-42D0-B5EC-9D52B9E9764A}"/>
              </a:ext>
            </a:extLst>
          </p:cNvPr>
          <p:cNvSpPr>
            <a:spLocks noGrp="1"/>
          </p:cNvSpPr>
          <p:nvPr/>
        </p:nvSpPr>
        <p:spPr>
          <a:xfrm>
            <a:off x="2169795" y="282892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3" name="anim_o2699_2">
            <a:extLst>
              <a:ext uri="{FF2B5EF4-FFF2-40B4-BE49-F238E27FC236}">
                <a16:creationId xmlns:a16="http://schemas.microsoft.com/office/drawing/2014/main" id="{5443E513-3F36-4714-8305-F365148A3EC4}"/>
              </a:ext>
            </a:extLst>
          </p:cNvPr>
          <p:cNvSpPr>
            <a:spLocks noGrp="1"/>
          </p:cNvSpPr>
          <p:nvPr/>
        </p:nvSpPr>
        <p:spPr>
          <a:xfrm>
            <a:off x="2555558" y="282892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4" name="anim_o2700_2">
            <a:extLst>
              <a:ext uri="{FF2B5EF4-FFF2-40B4-BE49-F238E27FC236}">
                <a16:creationId xmlns:a16="http://schemas.microsoft.com/office/drawing/2014/main" id="{4B2876EC-9F71-4549-BA24-96060EA6AE36}"/>
              </a:ext>
            </a:extLst>
          </p:cNvPr>
          <p:cNvSpPr>
            <a:spLocks noGrp="1"/>
          </p:cNvSpPr>
          <p:nvPr/>
        </p:nvSpPr>
        <p:spPr>
          <a:xfrm>
            <a:off x="2941320" y="282892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5" name="anim_o2701_2">
            <a:extLst>
              <a:ext uri="{FF2B5EF4-FFF2-40B4-BE49-F238E27FC236}">
                <a16:creationId xmlns:a16="http://schemas.microsoft.com/office/drawing/2014/main" id="{C39C5F7A-842C-4BFB-911F-82345464AF5B}"/>
              </a:ext>
            </a:extLst>
          </p:cNvPr>
          <p:cNvSpPr>
            <a:spLocks noGrp="1"/>
          </p:cNvSpPr>
          <p:nvPr/>
        </p:nvSpPr>
        <p:spPr>
          <a:xfrm>
            <a:off x="3327082" y="282892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6" name="anim_o2702_2">
            <a:extLst>
              <a:ext uri="{FF2B5EF4-FFF2-40B4-BE49-F238E27FC236}">
                <a16:creationId xmlns:a16="http://schemas.microsoft.com/office/drawing/2014/main" id="{85B301A5-4555-4976-BDC9-259CBFD4283F}"/>
              </a:ext>
            </a:extLst>
          </p:cNvPr>
          <p:cNvSpPr>
            <a:spLocks noGrp="1"/>
          </p:cNvSpPr>
          <p:nvPr/>
        </p:nvSpPr>
        <p:spPr>
          <a:xfrm>
            <a:off x="3712845" y="282892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7" name="anim_o2703_2">
            <a:extLst>
              <a:ext uri="{FF2B5EF4-FFF2-40B4-BE49-F238E27FC236}">
                <a16:creationId xmlns:a16="http://schemas.microsoft.com/office/drawing/2014/main" id="{F2C26A97-AB37-47BE-941C-3812B85877C5}"/>
              </a:ext>
            </a:extLst>
          </p:cNvPr>
          <p:cNvSpPr>
            <a:spLocks noGrp="1"/>
          </p:cNvSpPr>
          <p:nvPr/>
        </p:nvSpPr>
        <p:spPr>
          <a:xfrm>
            <a:off x="1784032" y="3214688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8" name="anim_o2704_2">
            <a:extLst>
              <a:ext uri="{FF2B5EF4-FFF2-40B4-BE49-F238E27FC236}">
                <a16:creationId xmlns:a16="http://schemas.microsoft.com/office/drawing/2014/main" id="{0BE75687-0C5C-46AB-8EAA-13E1C03E78A9}"/>
              </a:ext>
            </a:extLst>
          </p:cNvPr>
          <p:cNvSpPr>
            <a:spLocks noGrp="1"/>
          </p:cNvSpPr>
          <p:nvPr/>
        </p:nvSpPr>
        <p:spPr>
          <a:xfrm>
            <a:off x="2169795" y="3214688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9" name="anim_o2705_2">
            <a:extLst>
              <a:ext uri="{FF2B5EF4-FFF2-40B4-BE49-F238E27FC236}">
                <a16:creationId xmlns:a16="http://schemas.microsoft.com/office/drawing/2014/main" id="{0874210A-06A0-425D-B5A2-A3970BB1BD1F}"/>
              </a:ext>
            </a:extLst>
          </p:cNvPr>
          <p:cNvSpPr>
            <a:spLocks noGrp="1"/>
          </p:cNvSpPr>
          <p:nvPr/>
        </p:nvSpPr>
        <p:spPr>
          <a:xfrm>
            <a:off x="2555558" y="3214688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0" name="anim_o2706_2">
            <a:extLst>
              <a:ext uri="{FF2B5EF4-FFF2-40B4-BE49-F238E27FC236}">
                <a16:creationId xmlns:a16="http://schemas.microsoft.com/office/drawing/2014/main" id="{07136BC2-41E0-44B2-B013-99D5E5FD653C}"/>
              </a:ext>
            </a:extLst>
          </p:cNvPr>
          <p:cNvSpPr>
            <a:spLocks noGrp="1"/>
          </p:cNvSpPr>
          <p:nvPr/>
        </p:nvSpPr>
        <p:spPr>
          <a:xfrm>
            <a:off x="2941320" y="3214688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1" name="anim_o2707_2">
            <a:extLst>
              <a:ext uri="{FF2B5EF4-FFF2-40B4-BE49-F238E27FC236}">
                <a16:creationId xmlns:a16="http://schemas.microsoft.com/office/drawing/2014/main" id="{754F6551-C518-4D20-A39B-4E0C8E9D2E26}"/>
              </a:ext>
            </a:extLst>
          </p:cNvPr>
          <p:cNvSpPr>
            <a:spLocks noGrp="1"/>
          </p:cNvSpPr>
          <p:nvPr/>
        </p:nvSpPr>
        <p:spPr>
          <a:xfrm>
            <a:off x="3327082" y="3214688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2" name="anim_o2708_2">
            <a:extLst>
              <a:ext uri="{FF2B5EF4-FFF2-40B4-BE49-F238E27FC236}">
                <a16:creationId xmlns:a16="http://schemas.microsoft.com/office/drawing/2014/main" id="{02E1259B-DCBF-4CAB-9859-0C1686D46690}"/>
              </a:ext>
            </a:extLst>
          </p:cNvPr>
          <p:cNvSpPr>
            <a:spLocks noGrp="1"/>
          </p:cNvSpPr>
          <p:nvPr/>
        </p:nvSpPr>
        <p:spPr>
          <a:xfrm>
            <a:off x="3712845" y="3214688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3" name="anim_o2709_2">
            <a:extLst>
              <a:ext uri="{FF2B5EF4-FFF2-40B4-BE49-F238E27FC236}">
                <a16:creationId xmlns:a16="http://schemas.microsoft.com/office/drawing/2014/main" id="{B4ACB4F6-8359-4B0C-9F92-24E2BA896CAC}"/>
              </a:ext>
            </a:extLst>
          </p:cNvPr>
          <p:cNvSpPr>
            <a:spLocks noGrp="1"/>
          </p:cNvSpPr>
          <p:nvPr/>
        </p:nvSpPr>
        <p:spPr>
          <a:xfrm>
            <a:off x="1784032" y="3600450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4" name="anim_o2710_2">
            <a:extLst>
              <a:ext uri="{FF2B5EF4-FFF2-40B4-BE49-F238E27FC236}">
                <a16:creationId xmlns:a16="http://schemas.microsoft.com/office/drawing/2014/main" id="{914A206A-160E-4612-8F2E-DF9E23FF36C1}"/>
              </a:ext>
            </a:extLst>
          </p:cNvPr>
          <p:cNvSpPr>
            <a:spLocks noGrp="1"/>
          </p:cNvSpPr>
          <p:nvPr/>
        </p:nvSpPr>
        <p:spPr>
          <a:xfrm>
            <a:off x="2169795" y="3600450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5" name="anim_o2711_2">
            <a:extLst>
              <a:ext uri="{FF2B5EF4-FFF2-40B4-BE49-F238E27FC236}">
                <a16:creationId xmlns:a16="http://schemas.microsoft.com/office/drawing/2014/main" id="{39CDA5E0-52B8-4290-B021-AA24C7598E25}"/>
              </a:ext>
            </a:extLst>
          </p:cNvPr>
          <p:cNvSpPr>
            <a:spLocks noGrp="1"/>
          </p:cNvSpPr>
          <p:nvPr/>
        </p:nvSpPr>
        <p:spPr>
          <a:xfrm>
            <a:off x="2555558" y="3600450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6" name="anim_o2712_2">
            <a:extLst>
              <a:ext uri="{FF2B5EF4-FFF2-40B4-BE49-F238E27FC236}">
                <a16:creationId xmlns:a16="http://schemas.microsoft.com/office/drawing/2014/main" id="{D7D22BB0-0377-463E-8686-4A4B5F091430}"/>
              </a:ext>
            </a:extLst>
          </p:cNvPr>
          <p:cNvSpPr>
            <a:spLocks noGrp="1"/>
          </p:cNvSpPr>
          <p:nvPr/>
        </p:nvSpPr>
        <p:spPr>
          <a:xfrm>
            <a:off x="2941320" y="3600450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7" name="anim_o2713_2">
            <a:extLst>
              <a:ext uri="{FF2B5EF4-FFF2-40B4-BE49-F238E27FC236}">
                <a16:creationId xmlns:a16="http://schemas.microsoft.com/office/drawing/2014/main" id="{D3FA5FD6-FA29-4923-AE0D-DA6291A70AEB}"/>
              </a:ext>
            </a:extLst>
          </p:cNvPr>
          <p:cNvSpPr>
            <a:spLocks noGrp="1"/>
          </p:cNvSpPr>
          <p:nvPr/>
        </p:nvSpPr>
        <p:spPr>
          <a:xfrm>
            <a:off x="3327082" y="3600450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8" name="anim_o2714_2">
            <a:extLst>
              <a:ext uri="{FF2B5EF4-FFF2-40B4-BE49-F238E27FC236}">
                <a16:creationId xmlns:a16="http://schemas.microsoft.com/office/drawing/2014/main" id="{F08E3D9A-881D-402E-BFF6-F387CEA1254F}"/>
              </a:ext>
            </a:extLst>
          </p:cNvPr>
          <p:cNvSpPr>
            <a:spLocks noGrp="1"/>
          </p:cNvSpPr>
          <p:nvPr/>
        </p:nvSpPr>
        <p:spPr>
          <a:xfrm>
            <a:off x="3712845" y="3600450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9" name="anim_o2715_2">
            <a:extLst>
              <a:ext uri="{FF2B5EF4-FFF2-40B4-BE49-F238E27FC236}">
                <a16:creationId xmlns:a16="http://schemas.microsoft.com/office/drawing/2014/main" id="{6875B0B8-7353-4911-BAE4-8B0021DA30A1}"/>
              </a:ext>
            </a:extLst>
          </p:cNvPr>
          <p:cNvSpPr>
            <a:spLocks noGrp="1"/>
          </p:cNvSpPr>
          <p:nvPr/>
        </p:nvSpPr>
        <p:spPr>
          <a:xfrm>
            <a:off x="1784032" y="398621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0" name="anim_o2716_2">
            <a:extLst>
              <a:ext uri="{FF2B5EF4-FFF2-40B4-BE49-F238E27FC236}">
                <a16:creationId xmlns:a16="http://schemas.microsoft.com/office/drawing/2014/main" id="{26953B57-80D6-43C6-B356-8DCFE0A53656}"/>
              </a:ext>
            </a:extLst>
          </p:cNvPr>
          <p:cNvSpPr>
            <a:spLocks noGrp="1"/>
          </p:cNvSpPr>
          <p:nvPr/>
        </p:nvSpPr>
        <p:spPr>
          <a:xfrm>
            <a:off x="2169795" y="398621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1" name="anim_o2717_2">
            <a:extLst>
              <a:ext uri="{FF2B5EF4-FFF2-40B4-BE49-F238E27FC236}">
                <a16:creationId xmlns:a16="http://schemas.microsoft.com/office/drawing/2014/main" id="{DEA7412E-50EC-4647-A7F4-997282B9F833}"/>
              </a:ext>
            </a:extLst>
          </p:cNvPr>
          <p:cNvSpPr>
            <a:spLocks noGrp="1"/>
          </p:cNvSpPr>
          <p:nvPr/>
        </p:nvSpPr>
        <p:spPr>
          <a:xfrm>
            <a:off x="2555558" y="398621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2" name="anim_o2718_2">
            <a:extLst>
              <a:ext uri="{FF2B5EF4-FFF2-40B4-BE49-F238E27FC236}">
                <a16:creationId xmlns:a16="http://schemas.microsoft.com/office/drawing/2014/main" id="{E3D3A024-C8CC-45BD-86F8-592711655CC1}"/>
              </a:ext>
            </a:extLst>
          </p:cNvPr>
          <p:cNvSpPr>
            <a:spLocks noGrp="1"/>
          </p:cNvSpPr>
          <p:nvPr/>
        </p:nvSpPr>
        <p:spPr>
          <a:xfrm>
            <a:off x="2941320" y="398621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3" name="anim_o2719_2">
            <a:extLst>
              <a:ext uri="{FF2B5EF4-FFF2-40B4-BE49-F238E27FC236}">
                <a16:creationId xmlns:a16="http://schemas.microsoft.com/office/drawing/2014/main" id="{8AE77089-1DD1-4E3C-8D32-63725517CBE3}"/>
              </a:ext>
            </a:extLst>
          </p:cNvPr>
          <p:cNvSpPr>
            <a:spLocks noGrp="1"/>
          </p:cNvSpPr>
          <p:nvPr/>
        </p:nvSpPr>
        <p:spPr>
          <a:xfrm>
            <a:off x="3327082" y="398621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4" name="anim_o2720_2">
            <a:extLst>
              <a:ext uri="{FF2B5EF4-FFF2-40B4-BE49-F238E27FC236}">
                <a16:creationId xmlns:a16="http://schemas.microsoft.com/office/drawing/2014/main" id="{FD8332BB-6E17-4499-B3AE-FEE4A9A50465}"/>
              </a:ext>
            </a:extLst>
          </p:cNvPr>
          <p:cNvSpPr>
            <a:spLocks noGrp="1"/>
          </p:cNvSpPr>
          <p:nvPr/>
        </p:nvSpPr>
        <p:spPr>
          <a:xfrm>
            <a:off x="3712845" y="398621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5" name="anim_o2721_2">
            <a:extLst>
              <a:ext uri="{FF2B5EF4-FFF2-40B4-BE49-F238E27FC236}">
                <a16:creationId xmlns:a16="http://schemas.microsoft.com/office/drawing/2014/main" id="{C22D1740-73AE-4A2B-9B6E-3967A0DACC33}"/>
              </a:ext>
            </a:extLst>
          </p:cNvPr>
          <p:cNvSpPr>
            <a:spLocks noGrp="1"/>
          </p:cNvSpPr>
          <p:nvPr/>
        </p:nvSpPr>
        <p:spPr>
          <a:xfrm>
            <a:off x="1784032" y="437197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6" name="anim_o2722_2">
            <a:extLst>
              <a:ext uri="{FF2B5EF4-FFF2-40B4-BE49-F238E27FC236}">
                <a16:creationId xmlns:a16="http://schemas.microsoft.com/office/drawing/2014/main" id="{216437C5-85BB-480A-B224-00E1396EAA32}"/>
              </a:ext>
            </a:extLst>
          </p:cNvPr>
          <p:cNvSpPr>
            <a:spLocks noGrp="1"/>
          </p:cNvSpPr>
          <p:nvPr/>
        </p:nvSpPr>
        <p:spPr>
          <a:xfrm>
            <a:off x="2169795" y="437197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7" name="anim_o2723_2">
            <a:extLst>
              <a:ext uri="{FF2B5EF4-FFF2-40B4-BE49-F238E27FC236}">
                <a16:creationId xmlns:a16="http://schemas.microsoft.com/office/drawing/2014/main" id="{7AAEAA43-9C07-43A9-AA6F-E3D6A15E2FC6}"/>
              </a:ext>
            </a:extLst>
          </p:cNvPr>
          <p:cNvSpPr>
            <a:spLocks noGrp="1"/>
          </p:cNvSpPr>
          <p:nvPr/>
        </p:nvSpPr>
        <p:spPr>
          <a:xfrm>
            <a:off x="2555558" y="437197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8" name="anim_o2724_2">
            <a:extLst>
              <a:ext uri="{FF2B5EF4-FFF2-40B4-BE49-F238E27FC236}">
                <a16:creationId xmlns:a16="http://schemas.microsoft.com/office/drawing/2014/main" id="{B576BA6D-AAB0-4A4F-AEC4-BD9055036262}"/>
              </a:ext>
            </a:extLst>
          </p:cNvPr>
          <p:cNvSpPr>
            <a:spLocks noGrp="1"/>
          </p:cNvSpPr>
          <p:nvPr/>
        </p:nvSpPr>
        <p:spPr>
          <a:xfrm>
            <a:off x="2941320" y="437197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9" name="anim_o2725_2">
            <a:extLst>
              <a:ext uri="{FF2B5EF4-FFF2-40B4-BE49-F238E27FC236}">
                <a16:creationId xmlns:a16="http://schemas.microsoft.com/office/drawing/2014/main" id="{973DBB18-BE22-435E-8AA0-FD289D2E7C8C}"/>
              </a:ext>
            </a:extLst>
          </p:cNvPr>
          <p:cNvSpPr>
            <a:spLocks noGrp="1"/>
          </p:cNvSpPr>
          <p:nvPr/>
        </p:nvSpPr>
        <p:spPr>
          <a:xfrm>
            <a:off x="3327082" y="437197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0" name="anim_o2726_2">
            <a:extLst>
              <a:ext uri="{FF2B5EF4-FFF2-40B4-BE49-F238E27FC236}">
                <a16:creationId xmlns:a16="http://schemas.microsoft.com/office/drawing/2014/main" id="{DFDFF36B-8F26-4B0B-BD58-668A7739A967}"/>
              </a:ext>
            </a:extLst>
          </p:cNvPr>
          <p:cNvSpPr>
            <a:spLocks noGrp="1"/>
          </p:cNvSpPr>
          <p:nvPr/>
        </p:nvSpPr>
        <p:spPr>
          <a:xfrm>
            <a:off x="3712845" y="437197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1" name="anim_o2798_2">
            <a:extLst>
              <a:ext uri="{FF2B5EF4-FFF2-40B4-BE49-F238E27FC236}">
                <a16:creationId xmlns:a16="http://schemas.microsoft.com/office/drawing/2014/main" id="{348DD326-E9F4-47CA-A2CD-F2EAE8017B29}"/>
              </a:ext>
            </a:extLst>
          </p:cNvPr>
          <p:cNvSpPr>
            <a:spLocks noGrp="1"/>
          </p:cNvSpPr>
          <p:nvPr/>
        </p:nvSpPr>
        <p:spPr>
          <a:xfrm>
            <a:off x="6005989" y="2807494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2" name="anim_o2799_2">
            <a:extLst>
              <a:ext uri="{FF2B5EF4-FFF2-40B4-BE49-F238E27FC236}">
                <a16:creationId xmlns:a16="http://schemas.microsoft.com/office/drawing/2014/main" id="{5EFA2974-C5B7-4695-AEE3-34EEC19D3D29}"/>
              </a:ext>
            </a:extLst>
          </p:cNvPr>
          <p:cNvSpPr>
            <a:spLocks noGrp="1"/>
          </p:cNvSpPr>
          <p:nvPr/>
        </p:nvSpPr>
        <p:spPr>
          <a:xfrm>
            <a:off x="6391751" y="2807494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3" name="anim_o2800_2">
            <a:extLst>
              <a:ext uri="{FF2B5EF4-FFF2-40B4-BE49-F238E27FC236}">
                <a16:creationId xmlns:a16="http://schemas.microsoft.com/office/drawing/2014/main" id="{4C33B734-D101-4E52-AA53-BB3C0ED24DE2}"/>
              </a:ext>
            </a:extLst>
          </p:cNvPr>
          <p:cNvSpPr>
            <a:spLocks noGrp="1"/>
          </p:cNvSpPr>
          <p:nvPr/>
        </p:nvSpPr>
        <p:spPr>
          <a:xfrm>
            <a:off x="6777514" y="2807494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4" name="anim_o2801_2">
            <a:extLst>
              <a:ext uri="{FF2B5EF4-FFF2-40B4-BE49-F238E27FC236}">
                <a16:creationId xmlns:a16="http://schemas.microsoft.com/office/drawing/2014/main" id="{9C6687F7-CD1E-4BB0-8861-96E731F978C6}"/>
              </a:ext>
            </a:extLst>
          </p:cNvPr>
          <p:cNvSpPr>
            <a:spLocks noGrp="1"/>
          </p:cNvSpPr>
          <p:nvPr/>
        </p:nvSpPr>
        <p:spPr>
          <a:xfrm>
            <a:off x="6005989" y="3193256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5" name="anim_o2802_2">
            <a:extLst>
              <a:ext uri="{FF2B5EF4-FFF2-40B4-BE49-F238E27FC236}">
                <a16:creationId xmlns:a16="http://schemas.microsoft.com/office/drawing/2014/main" id="{448D4152-FD20-4B64-AF55-FB55B84D2C42}"/>
              </a:ext>
            </a:extLst>
          </p:cNvPr>
          <p:cNvSpPr>
            <a:spLocks noGrp="1"/>
          </p:cNvSpPr>
          <p:nvPr/>
        </p:nvSpPr>
        <p:spPr>
          <a:xfrm>
            <a:off x="6391751" y="3193256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6" name="anim_o2803_2">
            <a:extLst>
              <a:ext uri="{FF2B5EF4-FFF2-40B4-BE49-F238E27FC236}">
                <a16:creationId xmlns:a16="http://schemas.microsoft.com/office/drawing/2014/main" id="{9D5997E7-72E6-4E11-8CB3-B72E591FE43C}"/>
              </a:ext>
            </a:extLst>
          </p:cNvPr>
          <p:cNvSpPr>
            <a:spLocks noGrp="1"/>
          </p:cNvSpPr>
          <p:nvPr/>
        </p:nvSpPr>
        <p:spPr>
          <a:xfrm>
            <a:off x="6777514" y="3193256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7" name="anim_o2804_2">
            <a:extLst>
              <a:ext uri="{FF2B5EF4-FFF2-40B4-BE49-F238E27FC236}">
                <a16:creationId xmlns:a16="http://schemas.microsoft.com/office/drawing/2014/main" id="{E1E29B5D-06FA-4F1D-BD6B-78460278F35F}"/>
              </a:ext>
            </a:extLst>
          </p:cNvPr>
          <p:cNvSpPr>
            <a:spLocks noGrp="1"/>
          </p:cNvSpPr>
          <p:nvPr/>
        </p:nvSpPr>
        <p:spPr>
          <a:xfrm>
            <a:off x="6005989" y="3579019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8" name="anim_o2805_2">
            <a:extLst>
              <a:ext uri="{FF2B5EF4-FFF2-40B4-BE49-F238E27FC236}">
                <a16:creationId xmlns:a16="http://schemas.microsoft.com/office/drawing/2014/main" id="{C47612FA-ACC9-4462-AD8C-1DCDB36F6956}"/>
              </a:ext>
            </a:extLst>
          </p:cNvPr>
          <p:cNvSpPr>
            <a:spLocks noGrp="1"/>
          </p:cNvSpPr>
          <p:nvPr/>
        </p:nvSpPr>
        <p:spPr>
          <a:xfrm>
            <a:off x="6391751" y="3579019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9" name="anim_o2806_2">
            <a:extLst>
              <a:ext uri="{FF2B5EF4-FFF2-40B4-BE49-F238E27FC236}">
                <a16:creationId xmlns:a16="http://schemas.microsoft.com/office/drawing/2014/main" id="{9E863103-076D-4C12-B00C-7F89E5F07D27}"/>
              </a:ext>
            </a:extLst>
          </p:cNvPr>
          <p:cNvSpPr>
            <a:spLocks noGrp="1"/>
          </p:cNvSpPr>
          <p:nvPr/>
        </p:nvSpPr>
        <p:spPr>
          <a:xfrm>
            <a:off x="6777514" y="3579019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0" name="anim_o2654_2">
            <a:extLst>
              <a:ext uri="{FF2B5EF4-FFF2-40B4-BE49-F238E27FC236}">
                <a16:creationId xmlns:a16="http://schemas.microsoft.com/office/drawing/2014/main" id="{794BDF28-36CC-410C-88D8-6304E1087FBA}"/>
              </a:ext>
            </a:extLst>
          </p:cNvPr>
          <p:cNvSpPr>
            <a:spLocks noGrp="1"/>
          </p:cNvSpPr>
          <p:nvPr/>
        </p:nvSpPr>
        <p:spPr>
          <a:xfrm>
            <a:off x="1998345" y="222885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1" name="anim_o2655_2">
            <a:extLst>
              <a:ext uri="{FF2B5EF4-FFF2-40B4-BE49-F238E27FC236}">
                <a16:creationId xmlns:a16="http://schemas.microsoft.com/office/drawing/2014/main" id="{55343BFA-E011-4E51-854B-D7A7C3305CA7}"/>
              </a:ext>
            </a:extLst>
          </p:cNvPr>
          <p:cNvSpPr>
            <a:spLocks noGrp="1"/>
          </p:cNvSpPr>
          <p:nvPr/>
        </p:nvSpPr>
        <p:spPr>
          <a:xfrm>
            <a:off x="2384108" y="222885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2" name="anim_o2656_2">
            <a:extLst>
              <a:ext uri="{FF2B5EF4-FFF2-40B4-BE49-F238E27FC236}">
                <a16:creationId xmlns:a16="http://schemas.microsoft.com/office/drawing/2014/main" id="{357BD7A4-5272-46DC-A455-703817F799CE}"/>
              </a:ext>
            </a:extLst>
          </p:cNvPr>
          <p:cNvSpPr>
            <a:spLocks noGrp="1"/>
          </p:cNvSpPr>
          <p:nvPr/>
        </p:nvSpPr>
        <p:spPr>
          <a:xfrm>
            <a:off x="2769870" y="222885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3" name="anim_o2657_2">
            <a:extLst>
              <a:ext uri="{FF2B5EF4-FFF2-40B4-BE49-F238E27FC236}">
                <a16:creationId xmlns:a16="http://schemas.microsoft.com/office/drawing/2014/main" id="{9E07E3FB-047F-4B8D-BB43-230DE0F2D2D6}"/>
              </a:ext>
            </a:extLst>
          </p:cNvPr>
          <p:cNvSpPr>
            <a:spLocks noGrp="1"/>
          </p:cNvSpPr>
          <p:nvPr/>
        </p:nvSpPr>
        <p:spPr>
          <a:xfrm>
            <a:off x="3155633" y="222885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4" name="anim_o2658_2">
            <a:extLst>
              <a:ext uri="{FF2B5EF4-FFF2-40B4-BE49-F238E27FC236}">
                <a16:creationId xmlns:a16="http://schemas.microsoft.com/office/drawing/2014/main" id="{DC4861C3-A5DB-4D4E-A05E-A5C9DB7C5C15}"/>
              </a:ext>
            </a:extLst>
          </p:cNvPr>
          <p:cNvSpPr>
            <a:spLocks noGrp="1"/>
          </p:cNvSpPr>
          <p:nvPr/>
        </p:nvSpPr>
        <p:spPr>
          <a:xfrm>
            <a:off x="3541395" y="222885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5" name="anim_o2659_2">
            <a:extLst>
              <a:ext uri="{FF2B5EF4-FFF2-40B4-BE49-F238E27FC236}">
                <a16:creationId xmlns:a16="http://schemas.microsoft.com/office/drawing/2014/main" id="{51FA76E0-FFD9-4C76-831B-86CD58D1926B}"/>
              </a:ext>
            </a:extLst>
          </p:cNvPr>
          <p:cNvSpPr>
            <a:spLocks noGrp="1"/>
          </p:cNvSpPr>
          <p:nvPr/>
        </p:nvSpPr>
        <p:spPr>
          <a:xfrm>
            <a:off x="3927158" y="222885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6" name="anim_o2660_2">
            <a:extLst>
              <a:ext uri="{FF2B5EF4-FFF2-40B4-BE49-F238E27FC236}">
                <a16:creationId xmlns:a16="http://schemas.microsoft.com/office/drawing/2014/main" id="{79129322-8C0B-433B-9B2B-C5295FB54152}"/>
              </a:ext>
            </a:extLst>
          </p:cNvPr>
          <p:cNvSpPr>
            <a:spLocks noGrp="1"/>
          </p:cNvSpPr>
          <p:nvPr/>
        </p:nvSpPr>
        <p:spPr>
          <a:xfrm>
            <a:off x="1998345" y="261461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7" name="anim_o2661_2">
            <a:extLst>
              <a:ext uri="{FF2B5EF4-FFF2-40B4-BE49-F238E27FC236}">
                <a16:creationId xmlns:a16="http://schemas.microsoft.com/office/drawing/2014/main" id="{C58E5BC5-6E63-45B6-AD17-2A51F60E197D}"/>
              </a:ext>
            </a:extLst>
          </p:cNvPr>
          <p:cNvSpPr>
            <a:spLocks noGrp="1"/>
          </p:cNvSpPr>
          <p:nvPr/>
        </p:nvSpPr>
        <p:spPr>
          <a:xfrm>
            <a:off x="2384108" y="261461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8" name="anim_o2662_2">
            <a:extLst>
              <a:ext uri="{FF2B5EF4-FFF2-40B4-BE49-F238E27FC236}">
                <a16:creationId xmlns:a16="http://schemas.microsoft.com/office/drawing/2014/main" id="{8E9FEC06-B15A-4BDD-8C30-9FEA75AAF120}"/>
              </a:ext>
            </a:extLst>
          </p:cNvPr>
          <p:cNvSpPr>
            <a:spLocks noGrp="1"/>
          </p:cNvSpPr>
          <p:nvPr/>
        </p:nvSpPr>
        <p:spPr>
          <a:xfrm>
            <a:off x="2769870" y="261461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9" name="anim_o2663_2">
            <a:extLst>
              <a:ext uri="{FF2B5EF4-FFF2-40B4-BE49-F238E27FC236}">
                <a16:creationId xmlns:a16="http://schemas.microsoft.com/office/drawing/2014/main" id="{C8A0E338-AA70-40D6-9D98-FEDF85FE6143}"/>
              </a:ext>
            </a:extLst>
          </p:cNvPr>
          <p:cNvSpPr>
            <a:spLocks noGrp="1"/>
          </p:cNvSpPr>
          <p:nvPr/>
        </p:nvSpPr>
        <p:spPr>
          <a:xfrm>
            <a:off x="3155633" y="261461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0" name="anim_o2664_2">
            <a:extLst>
              <a:ext uri="{FF2B5EF4-FFF2-40B4-BE49-F238E27FC236}">
                <a16:creationId xmlns:a16="http://schemas.microsoft.com/office/drawing/2014/main" id="{F7776C4C-9CBD-4B08-8C09-A912737A6273}"/>
              </a:ext>
            </a:extLst>
          </p:cNvPr>
          <p:cNvSpPr>
            <a:spLocks noGrp="1"/>
          </p:cNvSpPr>
          <p:nvPr/>
        </p:nvSpPr>
        <p:spPr>
          <a:xfrm>
            <a:off x="3541395" y="261461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1" name="anim_o2665_2">
            <a:extLst>
              <a:ext uri="{FF2B5EF4-FFF2-40B4-BE49-F238E27FC236}">
                <a16:creationId xmlns:a16="http://schemas.microsoft.com/office/drawing/2014/main" id="{B9FA0177-6A87-4378-8FF3-449128BB1619}"/>
              </a:ext>
            </a:extLst>
          </p:cNvPr>
          <p:cNvSpPr>
            <a:spLocks noGrp="1"/>
          </p:cNvSpPr>
          <p:nvPr/>
        </p:nvSpPr>
        <p:spPr>
          <a:xfrm>
            <a:off x="3927158" y="261461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2" name="anim_o2666_2">
            <a:extLst>
              <a:ext uri="{FF2B5EF4-FFF2-40B4-BE49-F238E27FC236}">
                <a16:creationId xmlns:a16="http://schemas.microsoft.com/office/drawing/2014/main" id="{F86A856D-2542-4020-A282-F321EC29EE35}"/>
              </a:ext>
            </a:extLst>
          </p:cNvPr>
          <p:cNvSpPr>
            <a:spLocks noGrp="1"/>
          </p:cNvSpPr>
          <p:nvPr/>
        </p:nvSpPr>
        <p:spPr>
          <a:xfrm>
            <a:off x="1998345" y="3000375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3" name="anim_o2667_2">
            <a:extLst>
              <a:ext uri="{FF2B5EF4-FFF2-40B4-BE49-F238E27FC236}">
                <a16:creationId xmlns:a16="http://schemas.microsoft.com/office/drawing/2014/main" id="{7194A183-E7A2-487A-BD63-EFD36A90A9CB}"/>
              </a:ext>
            </a:extLst>
          </p:cNvPr>
          <p:cNvSpPr>
            <a:spLocks noGrp="1"/>
          </p:cNvSpPr>
          <p:nvPr/>
        </p:nvSpPr>
        <p:spPr>
          <a:xfrm>
            <a:off x="2384108" y="3000375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4" name="anim_o2668_2">
            <a:extLst>
              <a:ext uri="{FF2B5EF4-FFF2-40B4-BE49-F238E27FC236}">
                <a16:creationId xmlns:a16="http://schemas.microsoft.com/office/drawing/2014/main" id="{7D49428F-13DE-4C9D-8662-69EA148D08CE}"/>
              </a:ext>
            </a:extLst>
          </p:cNvPr>
          <p:cNvSpPr>
            <a:spLocks noGrp="1"/>
          </p:cNvSpPr>
          <p:nvPr/>
        </p:nvSpPr>
        <p:spPr>
          <a:xfrm>
            <a:off x="2769870" y="3000375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5" name="anim_o2669_2">
            <a:extLst>
              <a:ext uri="{FF2B5EF4-FFF2-40B4-BE49-F238E27FC236}">
                <a16:creationId xmlns:a16="http://schemas.microsoft.com/office/drawing/2014/main" id="{404EDBEC-7FA5-48E0-9D31-532DA223F4E6}"/>
              </a:ext>
            </a:extLst>
          </p:cNvPr>
          <p:cNvSpPr>
            <a:spLocks noGrp="1"/>
          </p:cNvSpPr>
          <p:nvPr/>
        </p:nvSpPr>
        <p:spPr>
          <a:xfrm>
            <a:off x="3155633" y="3000375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6" name="anim_o2670_2">
            <a:extLst>
              <a:ext uri="{FF2B5EF4-FFF2-40B4-BE49-F238E27FC236}">
                <a16:creationId xmlns:a16="http://schemas.microsoft.com/office/drawing/2014/main" id="{0FC7226A-16BD-4EEE-B4D0-768B3A133DA1}"/>
              </a:ext>
            </a:extLst>
          </p:cNvPr>
          <p:cNvSpPr>
            <a:spLocks noGrp="1"/>
          </p:cNvSpPr>
          <p:nvPr/>
        </p:nvSpPr>
        <p:spPr>
          <a:xfrm>
            <a:off x="3541395" y="3000375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7" name="anim_o2671_2">
            <a:extLst>
              <a:ext uri="{FF2B5EF4-FFF2-40B4-BE49-F238E27FC236}">
                <a16:creationId xmlns:a16="http://schemas.microsoft.com/office/drawing/2014/main" id="{65D3927F-188E-4D00-8479-C7956A5591D0}"/>
              </a:ext>
            </a:extLst>
          </p:cNvPr>
          <p:cNvSpPr>
            <a:spLocks noGrp="1"/>
          </p:cNvSpPr>
          <p:nvPr/>
        </p:nvSpPr>
        <p:spPr>
          <a:xfrm>
            <a:off x="3927158" y="3000375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8" name="anim_o2672_2">
            <a:extLst>
              <a:ext uri="{FF2B5EF4-FFF2-40B4-BE49-F238E27FC236}">
                <a16:creationId xmlns:a16="http://schemas.microsoft.com/office/drawing/2014/main" id="{BF655000-A8B7-4AE7-9C72-FFBB4D615D11}"/>
              </a:ext>
            </a:extLst>
          </p:cNvPr>
          <p:cNvSpPr>
            <a:spLocks noGrp="1"/>
          </p:cNvSpPr>
          <p:nvPr/>
        </p:nvSpPr>
        <p:spPr>
          <a:xfrm>
            <a:off x="1998345" y="3386138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9" name="anim_o2673_2">
            <a:extLst>
              <a:ext uri="{FF2B5EF4-FFF2-40B4-BE49-F238E27FC236}">
                <a16:creationId xmlns:a16="http://schemas.microsoft.com/office/drawing/2014/main" id="{6291B6C8-6113-488C-BBD0-7AB9CA7E8B38}"/>
              </a:ext>
            </a:extLst>
          </p:cNvPr>
          <p:cNvSpPr>
            <a:spLocks noGrp="1"/>
          </p:cNvSpPr>
          <p:nvPr/>
        </p:nvSpPr>
        <p:spPr>
          <a:xfrm>
            <a:off x="2384108" y="3386138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0" name="anim_o2674_2">
            <a:extLst>
              <a:ext uri="{FF2B5EF4-FFF2-40B4-BE49-F238E27FC236}">
                <a16:creationId xmlns:a16="http://schemas.microsoft.com/office/drawing/2014/main" id="{7A2E93BD-EC9A-4BB4-AFDE-F76ED0844510}"/>
              </a:ext>
            </a:extLst>
          </p:cNvPr>
          <p:cNvSpPr>
            <a:spLocks noGrp="1"/>
          </p:cNvSpPr>
          <p:nvPr/>
        </p:nvSpPr>
        <p:spPr>
          <a:xfrm>
            <a:off x="2769870" y="3386138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1" name="anim_o2675_2">
            <a:extLst>
              <a:ext uri="{FF2B5EF4-FFF2-40B4-BE49-F238E27FC236}">
                <a16:creationId xmlns:a16="http://schemas.microsoft.com/office/drawing/2014/main" id="{029385C2-C33B-4537-88D1-448857E37C14}"/>
              </a:ext>
            </a:extLst>
          </p:cNvPr>
          <p:cNvSpPr>
            <a:spLocks noGrp="1"/>
          </p:cNvSpPr>
          <p:nvPr/>
        </p:nvSpPr>
        <p:spPr>
          <a:xfrm>
            <a:off x="3155633" y="3386138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2" name="anim_o2676_2">
            <a:extLst>
              <a:ext uri="{FF2B5EF4-FFF2-40B4-BE49-F238E27FC236}">
                <a16:creationId xmlns:a16="http://schemas.microsoft.com/office/drawing/2014/main" id="{182F89DA-F8C1-4FE5-B3D2-0DF269E7646A}"/>
              </a:ext>
            </a:extLst>
          </p:cNvPr>
          <p:cNvSpPr>
            <a:spLocks noGrp="1"/>
          </p:cNvSpPr>
          <p:nvPr/>
        </p:nvSpPr>
        <p:spPr>
          <a:xfrm>
            <a:off x="3541395" y="3386138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3" name="anim_o2677_2">
            <a:extLst>
              <a:ext uri="{FF2B5EF4-FFF2-40B4-BE49-F238E27FC236}">
                <a16:creationId xmlns:a16="http://schemas.microsoft.com/office/drawing/2014/main" id="{81962B16-1AD9-43D5-9868-76787A20CADE}"/>
              </a:ext>
            </a:extLst>
          </p:cNvPr>
          <p:cNvSpPr>
            <a:spLocks noGrp="1"/>
          </p:cNvSpPr>
          <p:nvPr/>
        </p:nvSpPr>
        <p:spPr>
          <a:xfrm>
            <a:off x="3927158" y="3386138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4" name="anim_o2678_2">
            <a:extLst>
              <a:ext uri="{FF2B5EF4-FFF2-40B4-BE49-F238E27FC236}">
                <a16:creationId xmlns:a16="http://schemas.microsoft.com/office/drawing/2014/main" id="{52F9D7A9-9138-44FA-A5CF-DF8003C221CE}"/>
              </a:ext>
            </a:extLst>
          </p:cNvPr>
          <p:cNvSpPr>
            <a:spLocks noGrp="1"/>
          </p:cNvSpPr>
          <p:nvPr/>
        </p:nvSpPr>
        <p:spPr>
          <a:xfrm>
            <a:off x="1998345" y="377190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5" name="anim_o2679_2">
            <a:extLst>
              <a:ext uri="{FF2B5EF4-FFF2-40B4-BE49-F238E27FC236}">
                <a16:creationId xmlns:a16="http://schemas.microsoft.com/office/drawing/2014/main" id="{D11C30C0-96AE-4DB2-9D92-825E0C4BCB60}"/>
              </a:ext>
            </a:extLst>
          </p:cNvPr>
          <p:cNvSpPr>
            <a:spLocks noGrp="1"/>
          </p:cNvSpPr>
          <p:nvPr/>
        </p:nvSpPr>
        <p:spPr>
          <a:xfrm>
            <a:off x="2384108" y="377190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6" name="anim_o2680_2">
            <a:extLst>
              <a:ext uri="{FF2B5EF4-FFF2-40B4-BE49-F238E27FC236}">
                <a16:creationId xmlns:a16="http://schemas.microsoft.com/office/drawing/2014/main" id="{D9F352DA-99E2-4DE6-BB18-DEBAE96E3AA2}"/>
              </a:ext>
            </a:extLst>
          </p:cNvPr>
          <p:cNvSpPr>
            <a:spLocks noGrp="1"/>
          </p:cNvSpPr>
          <p:nvPr/>
        </p:nvSpPr>
        <p:spPr>
          <a:xfrm>
            <a:off x="2769870" y="377190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7" name="anim_o2681_2">
            <a:extLst>
              <a:ext uri="{FF2B5EF4-FFF2-40B4-BE49-F238E27FC236}">
                <a16:creationId xmlns:a16="http://schemas.microsoft.com/office/drawing/2014/main" id="{36CF58DF-DD2D-4DE9-8C1D-DFA3869DC1D1}"/>
              </a:ext>
            </a:extLst>
          </p:cNvPr>
          <p:cNvSpPr>
            <a:spLocks noGrp="1"/>
          </p:cNvSpPr>
          <p:nvPr/>
        </p:nvSpPr>
        <p:spPr>
          <a:xfrm>
            <a:off x="3155633" y="377190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8" name="anim_o2682_2">
            <a:extLst>
              <a:ext uri="{FF2B5EF4-FFF2-40B4-BE49-F238E27FC236}">
                <a16:creationId xmlns:a16="http://schemas.microsoft.com/office/drawing/2014/main" id="{BBDFA758-B1E0-4F16-80A1-787556B289B5}"/>
              </a:ext>
            </a:extLst>
          </p:cNvPr>
          <p:cNvSpPr>
            <a:spLocks noGrp="1"/>
          </p:cNvSpPr>
          <p:nvPr/>
        </p:nvSpPr>
        <p:spPr>
          <a:xfrm>
            <a:off x="3541395" y="377190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9" name="anim_o2683_2">
            <a:extLst>
              <a:ext uri="{FF2B5EF4-FFF2-40B4-BE49-F238E27FC236}">
                <a16:creationId xmlns:a16="http://schemas.microsoft.com/office/drawing/2014/main" id="{21FD27C6-43D8-479A-88E0-F0A129539E37}"/>
              </a:ext>
            </a:extLst>
          </p:cNvPr>
          <p:cNvSpPr>
            <a:spLocks noGrp="1"/>
          </p:cNvSpPr>
          <p:nvPr/>
        </p:nvSpPr>
        <p:spPr>
          <a:xfrm>
            <a:off x="3927158" y="377190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0" name="anim_o2684_2">
            <a:extLst>
              <a:ext uri="{FF2B5EF4-FFF2-40B4-BE49-F238E27FC236}">
                <a16:creationId xmlns:a16="http://schemas.microsoft.com/office/drawing/2014/main" id="{34A8A78F-72EC-4914-84B0-4AA9FFE5D5B6}"/>
              </a:ext>
            </a:extLst>
          </p:cNvPr>
          <p:cNvSpPr>
            <a:spLocks noGrp="1"/>
          </p:cNvSpPr>
          <p:nvPr/>
        </p:nvSpPr>
        <p:spPr>
          <a:xfrm>
            <a:off x="1998345" y="415766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1" name="anim_o2685_2">
            <a:extLst>
              <a:ext uri="{FF2B5EF4-FFF2-40B4-BE49-F238E27FC236}">
                <a16:creationId xmlns:a16="http://schemas.microsoft.com/office/drawing/2014/main" id="{FD5012EF-9D71-43CE-86C7-887CF362A05C}"/>
              </a:ext>
            </a:extLst>
          </p:cNvPr>
          <p:cNvSpPr>
            <a:spLocks noGrp="1"/>
          </p:cNvSpPr>
          <p:nvPr/>
        </p:nvSpPr>
        <p:spPr>
          <a:xfrm>
            <a:off x="2384108" y="415766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2" name="anim_o2686_2">
            <a:extLst>
              <a:ext uri="{FF2B5EF4-FFF2-40B4-BE49-F238E27FC236}">
                <a16:creationId xmlns:a16="http://schemas.microsoft.com/office/drawing/2014/main" id="{5ADF58FE-0B3E-4FAC-9D5C-EB0293E56006}"/>
              </a:ext>
            </a:extLst>
          </p:cNvPr>
          <p:cNvSpPr>
            <a:spLocks noGrp="1"/>
          </p:cNvSpPr>
          <p:nvPr/>
        </p:nvSpPr>
        <p:spPr>
          <a:xfrm>
            <a:off x="2769870" y="415766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3" name="anim_o2687_2">
            <a:extLst>
              <a:ext uri="{FF2B5EF4-FFF2-40B4-BE49-F238E27FC236}">
                <a16:creationId xmlns:a16="http://schemas.microsoft.com/office/drawing/2014/main" id="{C9FE0043-7498-4A2D-A46F-462868AF863D}"/>
              </a:ext>
            </a:extLst>
          </p:cNvPr>
          <p:cNvSpPr>
            <a:spLocks noGrp="1"/>
          </p:cNvSpPr>
          <p:nvPr/>
        </p:nvSpPr>
        <p:spPr>
          <a:xfrm>
            <a:off x="3155633" y="415766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4" name="anim_o2688_2">
            <a:extLst>
              <a:ext uri="{FF2B5EF4-FFF2-40B4-BE49-F238E27FC236}">
                <a16:creationId xmlns:a16="http://schemas.microsoft.com/office/drawing/2014/main" id="{D3862729-08C4-446B-A433-6BC180DD481D}"/>
              </a:ext>
            </a:extLst>
          </p:cNvPr>
          <p:cNvSpPr>
            <a:spLocks noGrp="1"/>
          </p:cNvSpPr>
          <p:nvPr/>
        </p:nvSpPr>
        <p:spPr>
          <a:xfrm>
            <a:off x="3541395" y="415766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5" name="anim_o2689_2">
            <a:extLst>
              <a:ext uri="{FF2B5EF4-FFF2-40B4-BE49-F238E27FC236}">
                <a16:creationId xmlns:a16="http://schemas.microsoft.com/office/drawing/2014/main" id="{0F86454B-C338-4372-B6E7-548E739EBE04}"/>
              </a:ext>
            </a:extLst>
          </p:cNvPr>
          <p:cNvSpPr>
            <a:spLocks noGrp="1"/>
          </p:cNvSpPr>
          <p:nvPr/>
        </p:nvSpPr>
        <p:spPr>
          <a:xfrm>
            <a:off x="3927158" y="415766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6" name="anim_o2788_2">
            <a:extLst>
              <a:ext uri="{FF2B5EF4-FFF2-40B4-BE49-F238E27FC236}">
                <a16:creationId xmlns:a16="http://schemas.microsoft.com/office/drawing/2014/main" id="{19B94273-9269-4FC0-A7C7-2393D575BB6A}"/>
              </a:ext>
            </a:extLst>
          </p:cNvPr>
          <p:cNvSpPr>
            <a:spLocks noGrp="1"/>
          </p:cNvSpPr>
          <p:nvPr/>
        </p:nvSpPr>
        <p:spPr>
          <a:xfrm>
            <a:off x="6220301" y="2593181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7" name="anim_o2789_2">
            <a:extLst>
              <a:ext uri="{FF2B5EF4-FFF2-40B4-BE49-F238E27FC236}">
                <a16:creationId xmlns:a16="http://schemas.microsoft.com/office/drawing/2014/main" id="{7FF92E85-C871-462E-9C43-A1B6D4FFED6F}"/>
              </a:ext>
            </a:extLst>
          </p:cNvPr>
          <p:cNvSpPr>
            <a:spLocks noGrp="1"/>
          </p:cNvSpPr>
          <p:nvPr/>
        </p:nvSpPr>
        <p:spPr>
          <a:xfrm>
            <a:off x="6606064" y="2593181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8" name="anim_o2790_2">
            <a:extLst>
              <a:ext uri="{FF2B5EF4-FFF2-40B4-BE49-F238E27FC236}">
                <a16:creationId xmlns:a16="http://schemas.microsoft.com/office/drawing/2014/main" id="{35495662-E5CE-43BB-917E-A4A40647B830}"/>
              </a:ext>
            </a:extLst>
          </p:cNvPr>
          <p:cNvSpPr>
            <a:spLocks noGrp="1"/>
          </p:cNvSpPr>
          <p:nvPr/>
        </p:nvSpPr>
        <p:spPr>
          <a:xfrm>
            <a:off x="6991826" y="2593181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9" name="anim_o2791_2">
            <a:extLst>
              <a:ext uri="{FF2B5EF4-FFF2-40B4-BE49-F238E27FC236}">
                <a16:creationId xmlns:a16="http://schemas.microsoft.com/office/drawing/2014/main" id="{A45B84C2-78DE-4671-AE52-9F7D6CD71BE9}"/>
              </a:ext>
            </a:extLst>
          </p:cNvPr>
          <p:cNvSpPr>
            <a:spLocks noGrp="1"/>
          </p:cNvSpPr>
          <p:nvPr/>
        </p:nvSpPr>
        <p:spPr>
          <a:xfrm>
            <a:off x="6220301" y="2978944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0" name="anim_o2792_2">
            <a:extLst>
              <a:ext uri="{FF2B5EF4-FFF2-40B4-BE49-F238E27FC236}">
                <a16:creationId xmlns:a16="http://schemas.microsoft.com/office/drawing/2014/main" id="{0053B58A-1B9E-416C-94B0-7A6951667088}"/>
              </a:ext>
            </a:extLst>
          </p:cNvPr>
          <p:cNvSpPr>
            <a:spLocks noGrp="1"/>
          </p:cNvSpPr>
          <p:nvPr/>
        </p:nvSpPr>
        <p:spPr>
          <a:xfrm>
            <a:off x="6606064" y="2978944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1" name="anim_o2793_2">
            <a:extLst>
              <a:ext uri="{FF2B5EF4-FFF2-40B4-BE49-F238E27FC236}">
                <a16:creationId xmlns:a16="http://schemas.microsoft.com/office/drawing/2014/main" id="{46863EEA-5B87-48F6-9BFD-A9D365454D62}"/>
              </a:ext>
            </a:extLst>
          </p:cNvPr>
          <p:cNvSpPr>
            <a:spLocks noGrp="1"/>
          </p:cNvSpPr>
          <p:nvPr/>
        </p:nvSpPr>
        <p:spPr>
          <a:xfrm>
            <a:off x="6991826" y="2978944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2" name="anim_o2794_2">
            <a:extLst>
              <a:ext uri="{FF2B5EF4-FFF2-40B4-BE49-F238E27FC236}">
                <a16:creationId xmlns:a16="http://schemas.microsoft.com/office/drawing/2014/main" id="{E8F4A05D-619E-4734-9120-BFAA66C683CD}"/>
              </a:ext>
            </a:extLst>
          </p:cNvPr>
          <p:cNvSpPr>
            <a:spLocks noGrp="1"/>
          </p:cNvSpPr>
          <p:nvPr/>
        </p:nvSpPr>
        <p:spPr>
          <a:xfrm>
            <a:off x="6220301" y="3364706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3" name="anim_o2795_2">
            <a:extLst>
              <a:ext uri="{FF2B5EF4-FFF2-40B4-BE49-F238E27FC236}">
                <a16:creationId xmlns:a16="http://schemas.microsoft.com/office/drawing/2014/main" id="{D1897E0D-9987-4901-9DF2-58FD39585AE1}"/>
              </a:ext>
            </a:extLst>
          </p:cNvPr>
          <p:cNvSpPr>
            <a:spLocks noGrp="1"/>
          </p:cNvSpPr>
          <p:nvPr/>
        </p:nvSpPr>
        <p:spPr>
          <a:xfrm>
            <a:off x="6606064" y="3364706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4" name="anim_o2796_2">
            <a:extLst>
              <a:ext uri="{FF2B5EF4-FFF2-40B4-BE49-F238E27FC236}">
                <a16:creationId xmlns:a16="http://schemas.microsoft.com/office/drawing/2014/main" id="{914D8949-5EEF-41DF-8BD3-29A30CEAA441}"/>
              </a:ext>
            </a:extLst>
          </p:cNvPr>
          <p:cNvSpPr>
            <a:spLocks noGrp="1"/>
          </p:cNvSpPr>
          <p:nvPr/>
        </p:nvSpPr>
        <p:spPr>
          <a:xfrm>
            <a:off x="6991826" y="3364706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31183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9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8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8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4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0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6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2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8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4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0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6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2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8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4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0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6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2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8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4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3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4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7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8" fill="hold">
                      <p:stCondLst>
                        <p:cond delay="indefinite"/>
                      </p:stCondLst>
                      <p:childTnLst>
                        <p:par>
                          <p:cTn id="339" fill="hold">
                            <p:stCondLst>
                              <p:cond delay="0"/>
                            </p:stCondLst>
                            <p:childTnLst>
                              <p:par>
                                <p:cTn id="3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2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3" fill="hold">
                            <p:stCondLst>
                              <p:cond delay="500"/>
                            </p:stCondLst>
                            <p:childTnLst>
                              <p:par>
                                <p:cTn id="34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6" dur="1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9" dur="1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2" dur="1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5" dur="1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8" dur="1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1" dur="1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4" dur="1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7" dur="1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0" dur="1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3" dur="1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6" dur="1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9" dur="1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2" dur="1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5" dur="1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8" dur="1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1" dur="1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4" dur="1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7" dur="1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0" dur="1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3" dur="1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6" dur="1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9" dur="1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2" dur="1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5" dur="1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8" dur="1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1" dur="1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4" dur="1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5" fill="hold">
                            <p:stCondLst>
                              <p:cond delay="2000"/>
                            </p:stCondLst>
                            <p:childTnLst>
                              <p:par>
                                <p:cTn id="4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8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1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2" fill="hold">
                      <p:stCondLst>
                        <p:cond delay="indefinite"/>
                      </p:stCondLst>
                      <p:childTnLst>
                        <p:par>
                          <p:cTn id="433" fill="hold">
                            <p:stCondLst>
                              <p:cond delay="0"/>
                            </p:stCondLst>
                            <p:childTnLst>
                              <p:par>
                                <p:cTn id="4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6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7" fill="hold">
                            <p:stCondLst>
                              <p:cond delay="500"/>
                            </p:stCondLst>
                            <p:childTnLst>
                              <p:par>
                                <p:cTn id="4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0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3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6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9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2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5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8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1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4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7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0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3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6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9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2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5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6" fill="hold">
                            <p:stCondLst>
                              <p:cond delay="1500"/>
                            </p:stCondLst>
                            <p:childTnLst>
                              <p:par>
                                <p:cTn id="48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9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2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3" fill="hold">
                      <p:stCondLst>
                        <p:cond delay="indefinite"/>
                      </p:stCondLst>
                      <p:childTnLst>
                        <p:par>
                          <p:cTn id="494" fill="hold">
                            <p:stCondLst>
                              <p:cond delay="0"/>
                            </p:stCondLst>
                            <p:childTnLst>
                              <p:par>
                                <p:cTn id="49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6" dur="8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9" dur="8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2" dur="8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5" dur="8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7" fill="hold">
                            <p:stCondLst>
                              <p:cond delay="800"/>
                            </p:stCondLst>
                            <p:childTnLst>
                              <p:par>
                                <p:cTn id="508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9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3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9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5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1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7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3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9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5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1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7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3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9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5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1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7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3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9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5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1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7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3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9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5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1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7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3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9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5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1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7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3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9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5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1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7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3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5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9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5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1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3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9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3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5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9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1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5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7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1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3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7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3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9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5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1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7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3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9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5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1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7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3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9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5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1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6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7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6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3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5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9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8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5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8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1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93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9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3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9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1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5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1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1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2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7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2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3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9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5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1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3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7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3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9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7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5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7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1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8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7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8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3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5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9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1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5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7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1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3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7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9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3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5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9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31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5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37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1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43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7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4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3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5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9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6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5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6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1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7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7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79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3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5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9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9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5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9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1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03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7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09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3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9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1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5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7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1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33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7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39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3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5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9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1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5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1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63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7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69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3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75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9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1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5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1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93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7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9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3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5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9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11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5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1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1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3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7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9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3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35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9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41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5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47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1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53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7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59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3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5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9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71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5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7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1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83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7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89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3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5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9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01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5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07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1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13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7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18" fill="hold">
                            <p:stCondLst>
                              <p:cond delay="1300"/>
                            </p:stCondLst>
                            <p:childTnLst>
                              <p:par>
                                <p:cTn id="1319" presetID="63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462891 -0.053125 E" pathEditMode="relative" ptsTypes="">
                                      <p:cBhvr>
                                        <p:cTn id="1320" dur="10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2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462891 -0.053125 E" pathEditMode="relative" ptsTypes="">
                                      <p:cBhvr>
                                        <p:cTn id="1322" dur="10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2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462891 -0.053125 E" pathEditMode="relative" ptsTypes="">
                                      <p:cBhvr>
                                        <p:cTn id="1324" dur="10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2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462891 -0.053125 E" pathEditMode="relative" ptsTypes="">
                                      <p:cBhvr>
                                        <p:cTn id="1326" dur="10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2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462891 -0.053125 E" pathEditMode="relative" ptsTypes="">
                                      <p:cBhvr>
                                        <p:cTn id="1328" dur="10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2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462891 -0.053125 E" pathEditMode="relative" ptsTypes="">
                                      <p:cBhvr>
                                        <p:cTn id="1330" dur="10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3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462891 -0.053125 E" pathEditMode="relative" ptsTypes="">
                                      <p:cBhvr>
                                        <p:cTn id="1332" dur="10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3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462891 -0.053125 E" pathEditMode="relative" ptsTypes="">
                                      <p:cBhvr>
                                        <p:cTn id="1334" dur="10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3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462891 -0.053125 E" pathEditMode="relative" ptsTypes="">
                                      <p:cBhvr>
                                        <p:cTn id="1336" dur="10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3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462891 -0.053125 E" pathEditMode="relative" ptsTypes="">
                                      <p:cBhvr>
                                        <p:cTn id="1338" dur="10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3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462891 -0.053125 E" pathEditMode="relative" ptsTypes="">
                                      <p:cBhvr>
                                        <p:cTn id="1340" dur="10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4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462891 -0.053125 E" pathEditMode="relative" ptsTypes="">
                                      <p:cBhvr>
                                        <p:cTn id="1342" dur="10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4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462891 -0.053125 E" pathEditMode="relative" ptsTypes="">
                                      <p:cBhvr>
                                        <p:cTn id="1344" dur="10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4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462891 -0.053125 E" pathEditMode="relative" ptsTypes="">
                                      <p:cBhvr>
                                        <p:cTn id="1346" dur="1000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4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462891 -0.053125 E" pathEditMode="relative" ptsTypes="">
                                      <p:cBhvr>
                                        <p:cTn id="1348" dur="1000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4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462891 -0.053125 E" pathEditMode="relative" ptsTypes="">
                                      <p:cBhvr>
                                        <p:cTn id="1350" dur="100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462891 -0.053125 E" pathEditMode="relative" ptsTypes="">
                                      <p:cBhvr>
                                        <p:cTn id="1352" dur="1000" fill="hold"/>
                                        <p:tgtEl>
                                          <p:spTgt spid="2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462891 -0.053125 E" pathEditMode="relative" ptsTypes="">
                                      <p:cBhvr>
                                        <p:cTn id="1354" dur="1000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462891 -0.053125 E" pathEditMode="relative" ptsTypes="">
                                      <p:cBhvr>
                                        <p:cTn id="1356" dur="100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462891 -0.053125 E" pathEditMode="relative" ptsTypes="">
                                      <p:cBhvr>
                                        <p:cTn id="1358" dur="100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462891 -0.053125 E" pathEditMode="relative" ptsTypes="">
                                      <p:cBhvr>
                                        <p:cTn id="1360" dur="1000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6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462891 -0.053125 E" pathEditMode="relative" ptsTypes="">
                                      <p:cBhvr>
                                        <p:cTn id="1362" dur="100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6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462891 -0.053125 E" pathEditMode="relative" ptsTypes="">
                                      <p:cBhvr>
                                        <p:cTn id="1364" dur="10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6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462891 -0.053125 E" pathEditMode="relative" ptsTypes="">
                                      <p:cBhvr>
                                        <p:cTn id="1366" dur="1000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6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462891 -0.053125 E" pathEditMode="relative" ptsTypes="">
                                      <p:cBhvr>
                                        <p:cTn id="1368" dur="10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6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462891 -0.053125 E" pathEditMode="relative" ptsTypes="">
                                      <p:cBhvr>
                                        <p:cTn id="1370" dur="100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7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462891 -0.053125 E" pathEditMode="relative" ptsTypes="">
                                      <p:cBhvr>
                                        <p:cTn id="1372" dur="10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5" grpId="0" animBg="1"/>
      <p:bldP spid="295" grpId="1" animBg="1"/>
      <p:bldP spid="2" grpId="0" animBg="1"/>
      <p:bldP spid="2" grpId="1" animBg="1"/>
      <p:bldP spid="3" grpId="0" animBg="1"/>
      <p:bldP spid="3" grpId="1" animBg="1"/>
      <p:bldP spid="4" grpId="0" animBg="1"/>
      <p:bldP spid="4" grpId="1" animBg="1"/>
      <p:bldP spid="5" grpId="0" animBg="1"/>
      <p:bldP spid="5" grpId="1" animBg="1"/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9" grpId="0" animBg="1"/>
      <p:bldP spid="9" grpId="1" animBg="1"/>
      <p:bldP spid="10" grpId="0" animBg="1"/>
      <p:bldP spid="10" grpId="1" animBg="1"/>
      <p:bldP spid="11" grpId="0" animBg="1"/>
      <p:bldP spid="11" grpId="1" animBg="1"/>
      <p:bldP spid="12" grpId="0" animBg="1"/>
      <p:bldP spid="12" grpId="1" animBg="1"/>
      <p:bldP spid="13" grpId="0" animBg="1"/>
      <p:bldP spid="13" grpId="1" animBg="1"/>
      <p:bldP spid="14" grpId="0" animBg="1"/>
      <p:bldP spid="14" grpId="1" animBg="1"/>
      <p:bldP spid="15" grpId="0" animBg="1"/>
      <p:bldP spid="15" grpId="1" animBg="1"/>
      <p:bldP spid="16" grpId="0" animBg="1"/>
      <p:bldP spid="16" grpId="1" animBg="1"/>
      <p:bldP spid="17" grpId="0" animBg="1"/>
      <p:bldP spid="17" grpId="1" animBg="1"/>
      <p:bldP spid="18" grpId="0" animBg="1"/>
      <p:bldP spid="18" grpId="1" animBg="1"/>
      <p:bldP spid="19" grpId="0" animBg="1"/>
      <p:bldP spid="19" grpId="1" animBg="1"/>
      <p:bldP spid="20" grpId="0" animBg="1"/>
      <p:bldP spid="20" grpId="1" animBg="1"/>
      <p:bldP spid="21" grpId="0" animBg="1"/>
      <p:bldP spid="21" grpId="1" animBg="1"/>
      <p:bldP spid="22" grpId="0" animBg="1"/>
      <p:bldP spid="22" grpId="1" animBg="1"/>
      <p:bldP spid="23" grpId="0" animBg="1"/>
      <p:bldP spid="23" grpId="1" animBg="1"/>
      <p:bldP spid="24" grpId="0" animBg="1"/>
      <p:bldP spid="24" grpId="1" animBg="1"/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  <p:bldP spid="33" grpId="0" animBg="1"/>
      <p:bldP spid="33" grpId="1" animBg="1"/>
      <p:bldP spid="34" grpId="0" animBg="1"/>
      <p:bldP spid="34" grpId="1" animBg="1"/>
      <p:bldP spid="35" grpId="0" animBg="1"/>
      <p:bldP spid="35" grpId="1" animBg="1"/>
      <p:bldP spid="36" grpId="0" animBg="1"/>
      <p:bldP spid="36" grpId="1" animBg="1"/>
      <p:bldP spid="37" grpId="0" animBg="1"/>
      <p:bldP spid="37" grpId="1" animBg="1"/>
      <p:bldP spid="38" grpId="0" animBg="1"/>
      <p:bldP spid="38" grpId="1" animBg="1"/>
      <p:bldP spid="39" grpId="0" animBg="1"/>
      <p:bldP spid="39" grpId="1" animBg="1"/>
      <p:bldP spid="40" grpId="0" animBg="1"/>
      <p:bldP spid="40" grpId="1" animBg="1"/>
      <p:bldP spid="41" grpId="0" animBg="1"/>
      <p:bldP spid="41" grpId="1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  <p:bldP spid="51" grpId="0" animBg="1"/>
      <p:bldP spid="51" grpId="1" animBg="1"/>
      <p:bldP spid="52" grpId="0" animBg="1"/>
      <p:bldP spid="52" grpId="1" animBg="1"/>
      <p:bldP spid="53" grpId="0" animBg="1"/>
      <p:bldP spid="53" grpId="1" animBg="1"/>
      <p:bldP spid="54" grpId="0" animBg="1"/>
      <p:bldP spid="54" grpId="1" animBg="1"/>
      <p:bldP spid="55" grpId="0" animBg="1"/>
      <p:bldP spid="55" grpId="1" animBg="1"/>
      <p:bldP spid="56" grpId="0" animBg="1"/>
      <p:bldP spid="56" grpId="1" animBg="1"/>
      <p:bldP spid="57" grpId="0" animBg="1"/>
      <p:bldP spid="57" grpId="1" animBg="1"/>
      <p:bldP spid="58" grpId="0" animBg="1"/>
      <p:bldP spid="58" grpId="1" animBg="1"/>
      <p:bldP spid="59" grpId="0" animBg="1"/>
      <p:bldP spid="59" grpId="1" animBg="1"/>
      <p:bldP spid="60" grpId="0" animBg="1"/>
      <p:bldP spid="60" grpId="1" animBg="1"/>
      <p:bldP spid="61" grpId="0" animBg="1"/>
      <p:bldP spid="61" grpId="1" animBg="1"/>
      <p:bldP spid="62" grpId="0" animBg="1"/>
      <p:bldP spid="62" grpId="1" animBg="1"/>
      <p:bldP spid="63" grpId="0" animBg="1"/>
      <p:bldP spid="63" grpId="1" animBg="1"/>
      <p:bldP spid="64" grpId="0" animBg="1"/>
      <p:bldP spid="64" grpId="1" animBg="1"/>
      <p:bldP spid="65" grpId="0" animBg="1"/>
      <p:bldP spid="65" grpId="1" animBg="1"/>
      <p:bldP spid="66" grpId="0" animBg="1"/>
      <p:bldP spid="66" grpId="1" animBg="1"/>
      <p:bldP spid="67" grpId="0" animBg="1"/>
      <p:bldP spid="67" grpId="1" animBg="1"/>
      <p:bldP spid="68" grpId="0" animBg="1"/>
      <p:bldP spid="68" grpId="1" animBg="1"/>
      <p:bldP spid="69" grpId="0" animBg="1"/>
      <p:bldP spid="69" grpId="1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  <p:bldP spid="79" grpId="0" animBg="1"/>
      <p:bldP spid="79" grpId="1" animBg="1"/>
      <p:bldP spid="80" grpId="0" animBg="1"/>
      <p:bldP spid="80" grpId="1" animBg="1"/>
      <p:bldP spid="81" grpId="0" animBg="1"/>
      <p:bldP spid="81" grpId="1" animBg="1"/>
      <p:bldP spid="82" grpId="0" animBg="1"/>
      <p:bldP spid="82" grpId="1" animBg="1"/>
      <p:bldP spid="83" grpId="0" animBg="1"/>
      <p:bldP spid="83" grpId="1" animBg="1"/>
      <p:bldP spid="84" grpId="0" animBg="1"/>
      <p:bldP spid="84" grpId="1" animBg="1"/>
      <p:bldP spid="85" grpId="0" animBg="1"/>
      <p:bldP spid="85" grpId="1" animBg="1"/>
      <p:bldP spid="86" grpId="0" animBg="1"/>
      <p:bldP spid="86" grpId="1" animBg="1"/>
      <p:bldP spid="87" grpId="0" animBg="1"/>
      <p:bldP spid="87" grpId="1" animBg="1"/>
      <p:bldP spid="88" grpId="0" animBg="1"/>
      <p:bldP spid="88" grpId="1" animBg="1"/>
      <p:bldP spid="89" grpId="0" animBg="1"/>
      <p:bldP spid="89" grpId="1" animBg="1"/>
      <p:bldP spid="90" grpId="0" animBg="1"/>
      <p:bldP spid="90" grpId="1" animBg="1"/>
      <p:bldP spid="91" grpId="0" animBg="1"/>
      <p:bldP spid="91" grpId="1" animBg="1"/>
      <p:bldP spid="92" grpId="0" animBg="1"/>
      <p:bldP spid="92" grpId="1" animBg="1"/>
      <p:bldP spid="93" grpId="0" animBg="1"/>
      <p:bldP spid="93" grpId="1" animBg="1"/>
      <p:bldP spid="94" grpId="0" animBg="1"/>
      <p:bldP spid="94" grpId="1" animBg="1"/>
      <p:bldP spid="95" grpId="0" animBg="1"/>
      <p:bldP spid="95" grpId="1" animBg="1"/>
      <p:bldP spid="96" grpId="0" animBg="1"/>
      <p:bldP spid="96" grpId="1" animBg="1"/>
      <p:bldP spid="97" grpId="0" animBg="1"/>
      <p:bldP spid="97" grpId="1" animBg="1"/>
      <p:bldP spid="98" grpId="0" animBg="1"/>
      <p:bldP spid="98" grpId="1" animBg="1"/>
      <p:bldP spid="99" grpId="0" animBg="1"/>
      <p:bldP spid="99" grpId="1" animBg="1"/>
      <p:bldP spid="100" grpId="0" animBg="1"/>
      <p:bldP spid="100" grpId="1" animBg="1"/>
      <p:bldP spid="101" grpId="0" animBg="1"/>
      <p:bldP spid="101" grpId="1" animBg="1"/>
      <p:bldP spid="102" grpId="0" animBg="1"/>
      <p:bldP spid="102" grpId="1" animBg="1"/>
      <p:bldP spid="103" grpId="0" animBg="1"/>
      <p:bldP spid="103" grpId="1" animBg="1"/>
      <p:bldP spid="104" grpId="0" animBg="1"/>
      <p:bldP spid="104" grpId="1" animBg="1"/>
      <p:bldP spid="105" grpId="0" animBg="1"/>
      <p:bldP spid="105" grpId="1" animBg="1"/>
      <p:bldP spid="106" grpId="0" animBg="1"/>
      <p:bldP spid="106" grpId="1" animBg="1"/>
      <p:bldP spid="107" grpId="0" animBg="1"/>
      <p:bldP spid="107" grpId="1" animBg="1"/>
      <p:bldP spid="108" grpId="0" animBg="1"/>
      <p:bldP spid="108" grpId="1" animBg="1"/>
      <p:bldP spid="109" grpId="0"/>
      <p:bldP spid="110" grpId="0"/>
      <p:bldP spid="111" grpId="0"/>
      <p:bldP spid="111" grpId="1"/>
      <p:bldP spid="112" grpId="0" animBg="1"/>
      <p:bldP spid="112" grpId="1" animBg="1"/>
      <p:bldP spid="113" grpId="0" animBg="1"/>
      <p:bldP spid="113" grpId="1" animBg="1"/>
      <p:bldP spid="114" grpId="0" animBg="1"/>
      <p:bldP spid="114" grpId="1" animBg="1"/>
      <p:bldP spid="115" grpId="0" animBg="1"/>
      <p:bldP spid="115" grpId="1" animBg="1"/>
      <p:bldP spid="116" grpId="0" animBg="1"/>
      <p:bldP spid="116" grpId="1" animBg="1"/>
      <p:bldP spid="117" grpId="0" animBg="1"/>
      <p:bldP spid="117" grpId="1" animBg="1"/>
      <p:bldP spid="118" grpId="0" animBg="1"/>
      <p:bldP spid="118" grpId="1" animBg="1"/>
      <p:bldP spid="119" grpId="0" animBg="1"/>
      <p:bldP spid="119" grpId="1" animBg="1"/>
      <p:bldP spid="120" grpId="0" animBg="1"/>
      <p:bldP spid="120" grpId="1" animBg="1"/>
      <p:bldP spid="121" grpId="0" animBg="1"/>
      <p:bldP spid="121" grpId="1" animBg="1"/>
      <p:bldP spid="122" grpId="0" animBg="1"/>
      <p:bldP spid="122" grpId="1" animBg="1"/>
      <p:bldP spid="123" grpId="0" animBg="1"/>
      <p:bldP spid="123" grpId="1" animBg="1"/>
      <p:bldP spid="124" grpId="0" animBg="1"/>
      <p:bldP spid="124" grpId="1" animBg="1"/>
      <p:bldP spid="125" grpId="0" animBg="1"/>
      <p:bldP spid="125" grpId="1" animBg="1"/>
      <p:bldP spid="126" grpId="0" animBg="1"/>
      <p:bldP spid="126" grpId="1" animBg="1"/>
      <p:bldP spid="127" grpId="0" animBg="1"/>
      <p:bldP spid="127" grpId="1" animBg="1"/>
      <p:bldP spid="128" grpId="0" animBg="1"/>
      <p:bldP spid="128" grpId="1" animBg="1"/>
      <p:bldP spid="129" grpId="0" animBg="1"/>
      <p:bldP spid="129" grpId="1" animBg="1"/>
      <p:bldP spid="130" grpId="0" animBg="1"/>
      <p:bldP spid="130" grpId="1" animBg="1"/>
      <p:bldP spid="131" grpId="0" animBg="1"/>
      <p:bldP spid="131" grpId="1" animBg="1"/>
      <p:bldP spid="132" grpId="0" animBg="1"/>
      <p:bldP spid="132" grpId="1" animBg="1"/>
      <p:bldP spid="133" grpId="0" animBg="1"/>
      <p:bldP spid="133" grpId="1" animBg="1"/>
      <p:bldP spid="134" grpId="0" animBg="1"/>
      <p:bldP spid="134" grpId="1" animBg="1"/>
      <p:bldP spid="135" grpId="0" animBg="1"/>
      <p:bldP spid="135" grpId="1" animBg="1"/>
      <p:bldP spid="136" grpId="0" animBg="1"/>
      <p:bldP spid="136" grpId="1" animBg="1"/>
      <p:bldP spid="137" grpId="0" animBg="1"/>
      <p:bldP spid="137" grpId="1" animBg="1"/>
      <p:bldP spid="138" grpId="0" animBg="1"/>
      <p:bldP spid="138" grpId="1" animBg="1"/>
      <p:bldP spid="139" grpId="0"/>
      <p:bldP spid="139" grpId="1"/>
      <p:bldP spid="140" grpId="0"/>
      <p:bldP spid="140" grpId="1"/>
      <p:bldP spid="141" grpId="0"/>
      <p:bldP spid="141" grpId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/>
      <p:bldP spid="159" grpId="0"/>
      <p:bldP spid="160" grpId="0" animBg="1"/>
      <p:bldP spid="161" grpId="0" animBg="1"/>
      <p:bldP spid="162" grpId="0" animBg="1"/>
      <p:bldP spid="163" grpId="0" animBg="1"/>
      <p:bldP spid="164" grpId="0" animBg="1"/>
      <p:bldP spid="165" grpId="0" animBg="1"/>
      <p:bldP spid="166" grpId="0" animBg="1"/>
      <p:bldP spid="167" grpId="0" animBg="1"/>
      <p:bldP spid="168" grpId="0" animBg="1"/>
      <p:bldP spid="169" grpId="0" animBg="1"/>
      <p:bldP spid="170" grpId="0" animBg="1"/>
      <p:bldP spid="171" grpId="0" animBg="1"/>
      <p:bldP spid="172" grpId="0" animBg="1"/>
      <p:bldP spid="173" grpId="0" animBg="1"/>
      <p:bldP spid="174" grpId="0" animBg="1"/>
      <p:bldP spid="175" grpId="0" animBg="1"/>
      <p:bldP spid="176" grpId="0" animBg="1"/>
      <p:bldP spid="177" grpId="0" animBg="1"/>
      <p:bldP spid="178" grpId="0" animBg="1"/>
      <p:bldP spid="179" grpId="0" animBg="1"/>
      <p:bldP spid="180" grpId="0" animBg="1"/>
      <p:bldP spid="181" grpId="0" animBg="1"/>
      <p:bldP spid="182" grpId="0" animBg="1"/>
      <p:bldP spid="183" grpId="0" animBg="1"/>
      <p:bldP spid="184" grpId="0" animBg="1"/>
      <p:bldP spid="185" grpId="0" animBg="1"/>
      <p:bldP spid="186" grpId="0" animBg="1"/>
      <p:bldP spid="187" grpId="0" animBg="1"/>
      <p:bldP spid="188" grpId="0" animBg="1"/>
      <p:bldP spid="189" grpId="0" animBg="1"/>
      <p:bldP spid="190" grpId="0" animBg="1"/>
      <p:bldP spid="191" grpId="0" animBg="1"/>
      <p:bldP spid="192" grpId="0" animBg="1"/>
      <p:bldP spid="193" grpId="0" animBg="1"/>
      <p:bldP spid="194" grpId="0" animBg="1"/>
      <p:bldP spid="195" grpId="0" animBg="1"/>
      <p:bldP spid="196" grpId="0" animBg="1"/>
      <p:bldP spid="196" grpId="1" animBg="1"/>
      <p:bldP spid="197" grpId="0" animBg="1"/>
      <p:bldP spid="197" grpId="1" animBg="1"/>
      <p:bldP spid="198" grpId="0" animBg="1"/>
      <p:bldP spid="198" grpId="1" animBg="1"/>
      <p:bldP spid="199" grpId="0" animBg="1"/>
      <p:bldP spid="199" grpId="1" animBg="1"/>
      <p:bldP spid="200" grpId="0" animBg="1"/>
      <p:bldP spid="200" grpId="1" animBg="1"/>
      <p:bldP spid="201" grpId="0" animBg="1"/>
      <p:bldP spid="201" grpId="1" animBg="1"/>
      <p:bldP spid="202" grpId="0" animBg="1"/>
      <p:bldP spid="202" grpId="1" animBg="1"/>
      <p:bldP spid="203" grpId="0" animBg="1"/>
      <p:bldP spid="203" grpId="1" animBg="1"/>
      <p:bldP spid="204" grpId="0" animBg="1"/>
      <p:bldP spid="204" grpId="1" animBg="1"/>
      <p:bldP spid="205" grpId="0" animBg="1"/>
      <p:bldP spid="206" grpId="0" animBg="1"/>
      <p:bldP spid="207" grpId="0" animBg="1"/>
      <p:bldP spid="208" grpId="0" animBg="1"/>
      <p:bldP spid="209" grpId="0" animBg="1"/>
      <p:bldP spid="210" grpId="0" animBg="1"/>
      <p:bldP spid="211" grpId="0" animBg="1"/>
      <p:bldP spid="212" grpId="0" animBg="1"/>
      <p:bldP spid="213" grpId="0" animBg="1"/>
      <p:bldP spid="214" grpId="0" animBg="1"/>
      <p:bldP spid="215" grpId="0" animBg="1"/>
      <p:bldP spid="216" grpId="0" animBg="1"/>
      <p:bldP spid="217" grpId="0" animBg="1"/>
      <p:bldP spid="218" grpId="0" animBg="1"/>
      <p:bldP spid="219" grpId="0" animBg="1"/>
      <p:bldP spid="220" grpId="0" animBg="1"/>
      <p:bldP spid="221" grpId="0" animBg="1"/>
      <p:bldP spid="222" grpId="0" animBg="1"/>
      <p:bldP spid="223" grpId="0" animBg="1"/>
      <p:bldP spid="224" grpId="0" animBg="1"/>
      <p:bldP spid="225" grpId="0" animBg="1"/>
      <p:bldP spid="226" grpId="0" animBg="1"/>
      <p:bldP spid="227" grpId="0" animBg="1"/>
      <p:bldP spid="228" grpId="0" animBg="1"/>
      <p:bldP spid="229" grpId="0" animBg="1"/>
      <p:bldP spid="230" grpId="0" animBg="1"/>
      <p:bldP spid="231" grpId="0" animBg="1"/>
      <p:bldP spid="232" grpId="0" animBg="1"/>
      <p:bldP spid="233" grpId="0" animBg="1"/>
      <p:bldP spid="234" grpId="0" animBg="1"/>
      <p:bldP spid="235" grpId="0" animBg="1"/>
      <p:bldP spid="236" grpId="0" animBg="1"/>
      <p:bldP spid="237" grpId="0" animBg="1"/>
      <p:bldP spid="238" grpId="0" animBg="1"/>
      <p:bldP spid="239" grpId="0" animBg="1"/>
      <p:bldP spid="240" grpId="0" animBg="1"/>
      <p:bldP spid="241" grpId="0" animBg="1"/>
      <p:bldP spid="241" grpId="1" animBg="1"/>
      <p:bldP spid="242" grpId="0" animBg="1"/>
      <p:bldP spid="242" grpId="1" animBg="1"/>
      <p:bldP spid="243" grpId="0" animBg="1"/>
      <p:bldP spid="243" grpId="1" animBg="1"/>
      <p:bldP spid="244" grpId="0" animBg="1"/>
      <p:bldP spid="244" grpId="1" animBg="1"/>
      <p:bldP spid="245" grpId="0" animBg="1"/>
      <p:bldP spid="245" grpId="1" animBg="1"/>
      <p:bldP spid="246" grpId="0" animBg="1"/>
      <p:bldP spid="246" grpId="1" animBg="1"/>
      <p:bldP spid="247" grpId="0" animBg="1"/>
      <p:bldP spid="247" grpId="1" animBg="1"/>
      <p:bldP spid="248" grpId="0" animBg="1"/>
      <p:bldP spid="248" grpId="1" animBg="1"/>
      <p:bldP spid="249" grpId="0" animBg="1"/>
      <p:bldP spid="249" grpId="1" animBg="1"/>
      <p:bldP spid="250" grpId="0" animBg="1"/>
      <p:bldP spid="251" grpId="0" animBg="1"/>
      <p:bldP spid="252" grpId="0" animBg="1"/>
      <p:bldP spid="253" grpId="0" animBg="1"/>
      <p:bldP spid="254" grpId="0" animBg="1"/>
      <p:bldP spid="255" grpId="0" animBg="1"/>
      <p:bldP spid="256" grpId="0" animBg="1"/>
      <p:bldP spid="257" grpId="0" animBg="1"/>
      <p:bldP spid="258" grpId="0" animBg="1"/>
      <p:bldP spid="259" grpId="0" animBg="1"/>
      <p:bldP spid="260" grpId="0" animBg="1"/>
      <p:bldP spid="261" grpId="0" animBg="1"/>
      <p:bldP spid="262" grpId="0" animBg="1"/>
      <p:bldP spid="263" grpId="0" animBg="1"/>
      <p:bldP spid="264" grpId="0" animBg="1"/>
      <p:bldP spid="265" grpId="0" animBg="1"/>
      <p:bldP spid="266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6" grpId="0" animBg="1"/>
      <p:bldP spid="277" grpId="0" animBg="1"/>
      <p:bldP spid="278" grpId="0" animBg="1"/>
      <p:bldP spid="279" grpId="0" animBg="1"/>
      <p:bldP spid="280" grpId="0" animBg="1"/>
      <p:bldP spid="281" grpId="0" animBg="1"/>
      <p:bldP spid="282" grpId="0" animBg="1"/>
      <p:bldP spid="283" grpId="0" animBg="1"/>
      <p:bldP spid="284" grpId="0" animBg="1"/>
      <p:bldP spid="285" grpId="0" animBg="1"/>
      <p:bldP spid="286" grpId="0" animBg="1"/>
      <p:bldP spid="286" grpId="1" animBg="1"/>
      <p:bldP spid="287" grpId="0" animBg="1"/>
      <p:bldP spid="287" grpId="1" animBg="1"/>
      <p:bldP spid="288" grpId="0" animBg="1"/>
      <p:bldP spid="288" grpId="1" animBg="1"/>
      <p:bldP spid="289" grpId="0" animBg="1"/>
      <p:bldP spid="289" grpId="1" animBg="1"/>
      <p:bldP spid="290" grpId="0" animBg="1"/>
      <p:bldP spid="290" grpId="1" animBg="1"/>
      <p:bldP spid="291" grpId="0" animBg="1"/>
      <p:bldP spid="291" grpId="1" animBg="1"/>
      <p:bldP spid="292" grpId="0" animBg="1"/>
      <p:bldP spid="292" grpId="1" animBg="1"/>
      <p:bldP spid="293" grpId="0" animBg="1"/>
      <p:bldP spid="293" grpId="1" animBg="1"/>
      <p:bldP spid="294" grpId="0" animBg="1"/>
      <p:bldP spid="294" grpId="1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" name="anim_o2838_1">
            <a:extLst>
              <a:ext uri="{FF2B5EF4-FFF2-40B4-BE49-F238E27FC236}">
                <a16:creationId xmlns:a16="http://schemas.microsoft.com/office/drawing/2014/main" id="{7092E59E-68C9-4853-ADD1-7F2C25055B45}"/>
              </a:ext>
            </a:extLst>
          </p:cNvPr>
          <p:cNvSpPr>
            <a:spLocks noGrp="1"/>
          </p:cNvSpPr>
          <p:nvPr/>
        </p:nvSpPr>
        <p:spPr>
          <a:xfrm>
            <a:off x="9027795" y="2828925"/>
            <a:ext cx="385763" cy="385763"/>
          </a:xfrm>
          <a:prstGeom prst="rect">
            <a:avLst/>
          </a:prstGeom>
          <a:solidFill>
            <a:srgbClr val="FFFFFF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2839_1">
            <a:extLst>
              <a:ext uri="{FF2B5EF4-FFF2-40B4-BE49-F238E27FC236}">
                <a16:creationId xmlns:a16="http://schemas.microsoft.com/office/drawing/2014/main" id="{6BAF65FC-00F4-454B-8BA0-217A0C907F54}"/>
              </a:ext>
            </a:extLst>
          </p:cNvPr>
          <p:cNvSpPr>
            <a:spLocks noGrp="1"/>
          </p:cNvSpPr>
          <p:nvPr/>
        </p:nvSpPr>
        <p:spPr>
          <a:xfrm>
            <a:off x="9413558" y="2828925"/>
            <a:ext cx="385763" cy="385763"/>
          </a:xfrm>
          <a:prstGeom prst="rect">
            <a:avLst/>
          </a:prstGeom>
          <a:solidFill>
            <a:srgbClr val="FFFFFF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2840_1">
            <a:extLst>
              <a:ext uri="{FF2B5EF4-FFF2-40B4-BE49-F238E27FC236}">
                <a16:creationId xmlns:a16="http://schemas.microsoft.com/office/drawing/2014/main" id="{F3F9BDAF-5D91-460E-9826-6C8675BF4946}"/>
              </a:ext>
            </a:extLst>
          </p:cNvPr>
          <p:cNvSpPr>
            <a:spLocks noGrp="1"/>
          </p:cNvSpPr>
          <p:nvPr/>
        </p:nvSpPr>
        <p:spPr>
          <a:xfrm>
            <a:off x="9799320" y="2828925"/>
            <a:ext cx="385763" cy="385763"/>
          </a:xfrm>
          <a:prstGeom prst="rect">
            <a:avLst/>
          </a:prstGeom>
          <a:solidFill>
            <a:srgbClr val="FFFFFF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2841_1">
            <a:extLst>
              <a:ext uri="{FF2B5EF4-FFF2-40B4-BE49-F238E27FC236}">
                <a16:creationId xmlns:a16="http://schemas.microsoft.com/office/drawing/2014/main" id="{4D6CD95D-44E5-4401-8DC2-88673A24E4CF}"/>
              </a:ext>
            </a:extLst>
          </p:cNvPr>
          <p:cNvSpPr>
            <a:spLocks noGrp="1"/>
          </p:cNvSpPr>
          <p:nvPr/>
        </p:nvSpPr>
        <p:spPr>
          <a:xfrm>
            <a:off x="10185083" y="2828925"/>
            <a:ext cx="385763" cy="385763"/>
          </a:xfrm>
          <a:prstGeom prst="rect">
            <a:avLst/>
          </a:prstGeom>
          <a:solidFill>
            <a:srgbClr val="FFFFFF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2842_1">
            <a:extLst>
              <a:ext uri="{FF2B5EF4-FFF2-40B4-BE49-F238E27FC236}">
                <a16:creationId xmlns:a16="http://schemas.microsoft.com/office/drawing/2014/main" id="{20465253-AFE1-44BA-A327-C48EE182052B}"/>
              </a:ext>
            </a:extLst>
          </p:cNvPr>
          <p:cNvSpPr>
            <a:spLocks noGrp="1"/>
          </p:cNvSpPr>
          <p:nvPr/>
        </p:nvSpPr>
        <p:spPr>
          <a:xfrm>
            <a:off x="9027795" y="3214688"/>
            <a:ext cx="385763" cy="385763"/>
          </a:xfrm>
          <a:prstGeom prst="rect">
            <a:avLst/>
          </a:prstGeom>
          <a:solidFill>
            <a:srgbClr val="FFFFFF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2843_1">
            <a:extLst>
              <a:ext uri="{FF2B5EF4-FFF2-40B4-BE49-F238E27FC236}">
                <a16:creationId xmlns:a16="http://schemas.microsoft.com/office/drawing/2014/main" id="{CCCA89B4-C8B7-4768-9FE6-7C4869E34DAD}"/>
              </a:ext>
            </a:extLst>
          </p:cNvPr>
          <p:cNvSpPr>
            <a:spLocks noGrp="1"/>
          </p:cNvSpPr>
          <p:nvPr/>
        </p:nvSpPr>
        <p:spPr>
          <a:xfrm>
            <a:off x="9413558" y="3214688"/>
            <a:ext cx="385763" cy="385763"/>
          </a:xfrm>
          <a:prstGeom prst="rect">
            <a:avLst/>
          </a:prstGeom>
          <a:solidFill>
            <a:srgbClr val="FFFFFF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2844_1">
            <a:extLst>
              <a:ext uri="{FF2B5EF4-FFF2-40B4-BE49-F238E27FC236}">
                <a16:creationId xmlns:a16="http://schemas.microsoft.com/office/drawing/2014/main" id="{EF187049-A4C8-4FE3-A415-6E3EE077203D}"/>
              </a:ext>
            </a:extLst>
          </p:cNvPr>
          <p:cNvSpPr>
            <a:spLocks noGrp="1"/>
          </p:cNvSpPr>
          <p:nvPr/>
        </p:nvSpPr>
        <p:spPr>
          <a:xfrm>
            <a:off x="9799320" y="3214688"/>
            <a:ext cx="385763" cy="385763"/>
          </a:xfrm>
          <a:prstGeom prst="rect">
            <a:avLst/>
          </a:prstGeom>
          <a:solidFill>
            <a:srgbClr val="FFFFFF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2845_1">
            <a:extLst>
              <a:ext uri="{FF2B5EF4-FFF2-40B4-BE49-F238E27FC236}">
                <a16:creationId xmlns:a16="http://schemas.microsoft.com/office/drawing/2014/main" id="{56AE26B1-F5F3-41BC-BFFC-E095BC37F3D1}"/>
              </a:ext>
            </a:extLst>
          </p:cNvPr>
          <p:cNvSpPr>
            <a:spLocks noGrp="1"/>
          </p:cNvSpPr>
          <p:nvPr/>
        </p:nvSpPr>
        <p:spPr>
          <a:xfrm>
            <a:off x="10185083" y="3214688"/>
            <a:ext cx="385763" cy="385763"/>
          </a:xfrm>
          <a:prstGeom prst="rect">
            <a:avLst/>
          </a:prstGeom>
          <a:solidFill>
            <a:srgbClr val="FFFFFF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2846_1">
            <a:extLst>
              <a:ext uri="{FF2B5EF4-FFF2-40B4-BE49-F238E27FC236}">
                <a16:creationId xmlns:a16="http://schemas.microsoft.com/office/drawing/2014/main" id="{3BE6B004-684E-4989-B683-AAB0974B9F56}"/>
              </a:ext>
            </a:extLst>
          </p:cNvPr>
          <p:cNvSpPr>
            <a:spLocks noGrp="1"/>
          </p:cNvSpPr>
          <p:nvPr/>
        </p:nvSpPr>
        <p:spPr>
          <a:xfrm>
            <a:off x="9027795" y="3600450"/>
            <a:ext cx="385763" cy="385763"/>
          </a:xfrm>
          <a:prstGeom prst="rect">
            <a:avLst/>
          </a:prstGeom>
          <a:solidFill>
            <a:srgbClr val="FFFFFF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2847_1">
            <a:extLst>
              <a:ext uri="{FF2B5EF4-FFF2-40B4-BE49-F238E27FC236}">
                <a16:creationId xmlns:a16="http://schemas.microsoft.com/office/drawing/2014/main" id="{699B547A-901A-4783-A6E7-FDF3600F9A4E}"/>
              </a:ext>
            </a:extLst>
          </p:cNvPr>
          <p:cNvSpPr>
            <a:spLocks noGrp="1"/>
          </p:cNvSpPr>
          <p:nvPr/>
        </p:nvSpPr>
        <p:spPr>
          <a:xfrm>
            <a:off x="9413558" y="3600450"/>
            <a:ext cx="385763" cy="385763"/>
          </a:xfrm>
          <a:prstGeom prst="rect">
            <a:avLst/>
          </a:prstGeom>
          <a:solidFill>
            <a:srgbClr val="FFFFFF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2848_1">
            <a:extLst>
              <a:ext uri="{FF2B5EF4-FFF2-40B4-BE49-F238E27FC236}">
                <a16:creationId xmlns:a16="http://schemas.microsoft.com/office/drawing/2014/main" id="{29DAA2C6-37F4-4DCF-9987-007E1FF9459F}"/>
              </a:ext>
            </a:extLst>
          </p:cNvPr>
          <p:cNvSpPr>
            <a:spLocks noGrp="1"/>
          </p:cNvSpPr>
          <p:nvPr/>
        </p:nvSpPr>
        <p:spPr>
          <a:xfrm>
            <a:off x="9799320" y="3600450"/>
            <a:ext cx="385763" cy="385763"/>
          </a:xfrm>
          <a:prstGeom prst="rect">
            <a:avLst/>
          </a:prstGeom>
          <a:solidFill>
            <a:srgbClr val="FFFFFF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2849_1">
            <a:extLst>
              <a:ext uri="{FF2B5EF4-FFF2-40B4-BE49-F238E27FC236}">
                <a16:creationId xmlns:a16="http://schemas.microsoft.com/office/drawing/2014/main" id="{96237A3F-0894-45E1-AB6C-D3EDD0E5BF1F}"/>
              </a:ext>
            </a:extLst>
          </p:cNvPr>
          <p:cNvSpPr>
            <a:spLocks noGrp="1"/>
          </p:cNvSpPr>
          <p:nvPr/>
        </p:nvSpPr>
        <p:spPr>
          <a:xfrm>
            <a:off x="10185083" y="3600450"/>
            <a:ext cx="385763" cy="385763"/>
          </a:xfrm>
          <a:prstGeom prst="rect">
            <a:avLst/>
          </a:prstGeom>
          <a:solidFill>
            <a:srgbClr val="FFFFFF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2850_1">
            <a:extLst>
              <a:ext uri="{FF2B5EF4-FFF2-40B4-BE49-F238E27FC236}">
                <a16:creationId xmlns:a16="http://schemas.microsoft.com/office/drawing/2014/main" id="{D9C9BC10-0B34-4966-B3BB-C285E1645688}"/>
              </a:ext>
            </a:extLst>
          </p:cNvPr>
          <p:cNvSpPr>
            <a:spLocks noGrp="1"/>
          </p:cNvSpPr>
          <p:nvPr/>
        </p:nvSpPr>
        <p:spPr>
          <a:xfrm>
            <a:off x="9027795" y="3986213"/>
            <a:ext cx="385763" cy="385763"/>
          </a:xfrm>
          <a:prstGeom prst="rect">
            <a:avLst/>
          </a:prstGeom>
          <a:solidFill>
            <a:srgbClr val="FFFFFF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2851_1">
            <a:extLst>
              <a:ext uri="{FF2B5EF4-FFF2-40B4-BE49-F238E27FC236}">
                <a16:creationId xmlns:a16="http://schemas.microsoft.com/office/drawing/2014/main" id="{0AC15632-4B76-4867-AF72-EE0899F81739}"/>
              </a:ext>
            </a:extLst>
          </p:cNvPr>
          <p:cNvSpPr>
            <a:spLocks noGrp="1"/>
          </p:cNvSpPr>
          <p:nvPr/>
        </p:nvSpPr>
        <p:spPr>
          <a:xfrm>
            <a:off x="9413558" y="3986213"/>
            <a:ext cx="385763" cy="385763"/>
          </a:xfrm>
          <a:prstGeom prst="rect">
            <a:avLst/>
          </a:prstGeom>
          <a:solidFill>
            <a:srgbClr val="FFFFFF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2852_1">
            <a:extLst>
              <a:ext uri="{FF2B5EF4-FFF2-40B4-BE49-F238E27FC236}">
                <a16:creationId xmlns:a16="http://schemas.microsoft.com/office/drawing/2014/main" id="{DA99217C-B140-4692-9E2F-BE0B65586CFD}"/>
              </a:ext>
            </a:extLst>
          </p:cNvPr>
          <p:cNvSpPr>
            <a:spLocks noGrp="1"/>
          </p:cNvSpPr>
          <p:nvPr/>
        </p:nvSpPr>
        <p:spPr>
          <a:xfrm>
            <a:off x="9799320" y="3986213"/>
            <a:ext cx="385763" cy="385763"/>
          </a:xfrm>
          <a:prstGeom prst="rect">
            <a:avLst/>
          </a:prstGeom>
          <a:solidFill>
            <a:srgbClr val="FFFFFF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2853_1">
            <a:extLst>
              <a:ext uri="{FF2B5EF4-FFF2-40B4-BE49-F238E27FC236}">
                <a16:creationId xmlns:a16="http://schemas.microsoft.com/office/drawing/2014/main" id="{CF12E424-425B-41F8-BFA7-54187F032897}"/>
              </a:ext>
            </a:extLst>
          </p:cNvPr>
          <p:cNvSpPr>
            <a:spLocks noGrp="1"/>
          </p:cNvSpPr>
          <p:nvPr/>
        </p:nvSpPr>
        <p:spPr>
          <a:xfrm>
            <a:off x="10185083" y="3986213"/>
            <a:ext cx="385763" cy="385763"/>
          </a:xfrm>
          <a:prstGeom prst="rect">
            <a:avLst/>
          </a:prstGeom>
          <a:solidFill>
            <a:srgbClr val="FFFFFF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to2765_0_1">
            <a:extLst>
              <a:ext uri="{FF2B5EF4-FFF2-40B4-BE49-F238E27FC236}">
                <a16:creationId xmlns:a16="http://schemas.microsoft.com/office/drawing/2014/main" id="{6179B8FB-D957-4439-83EA-D838DFB990E1}"/>
              </a:ext>
            </a:extLst>
          </p:cNvPr>
          <p:cNvSpPr>
            <a:spLocks noGrp="1"/>
          </p:cNvSpPr>
          <p:nvPr/>
        </p:nvSpPr>
        <p:spPr>
          <a:xfrm>
            <a:off x="1868289" y="960163"/>
            <a:ext cx="2165111" cy="5371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3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3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3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6 x 6 x 3</a:t>
            </a:r>
          </a:p>
        </p:txBody>
      </p:sp>
      <p:sp>
        <p:nvSpPr>
          <p:cNvPr id="18" name="anim_to2775_0_1">
            <a:extLst>
              <a:ext uri="{FF2B5EF4-FFF2-40B4-BE49-F238E27FC236}">
                <a16:creationId xmlns:a16="http://schemas.microsoft.com/office/drawing/2014/main" id="{D6B0A387-82EE-4693-9CE8-3C23531F4796}"/>
              </a:ext>
            </a:extLst>
          </p:cNvPr>
          <p:cNvSpPr>
            <a:spLocks noGrp="1"/>
          </p:cNvSpPr>
          <p:nvPr/>
        </p:nvSpPr>
        <p:spPr>
          <a:xfrm>
            <a:off x="1949529" y="1621307"/>
            <a:ext cx="2002631" cy="4058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7" b="0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7" b="0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pPr>
            <a:r>
              <a:rPr sz="2557" b="0">
                <a:solidFill>
                  <a:srgbClr val="DDDDDD"/>
                </a:solidFill>
                <a:latin typeface="Consolas"/>
                <a:ea typeface="Consolas"/>
                <a:cs typeface="Consolas"/>
              </a:rPr>
              <a:t>(RGB Image)</a:t>
            </a:r>
          </a:p>
        </p:txBody>
      </p:sp>
      <p:sp>
        <p:nvSpPr>
          <p:cNvPr id="19" name="anim_to2854_0_1">
            <a:extLst>
              <a:ext uri="{FF2B5EF4-FFF2-40B4-BE49-F238E27FC236}">
                <a16:creationId xmlns:a16="http://schemas.microsoft.com/office/drawing/2014/main" id="{503DAA64-440B-4256-AB82-F76A15A370BA}"/>
              </a:ext>
            </a:extLst>
          </p:cNvPr>
          <p:cNvSpPr>
            <a:spLocks noGrp="1"/>
          </p:cNvSpPr>
          <p:nvPr/>
        </p:nvSpPr>
        <p:spPr>
          <a:xfrm>
            <a:off x="9198959" y="1560249"/>
            <a:ext cx="1219773" cy="5371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3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3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3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4 x 4</a:t>
            </a:r>
          </a:p>
        </p:txBody>
      </p:sp>
      <p:sp>
        <p:nvSpPr>
          <p:cNvPr id="20" name="anim_to2860_0_1">
            <a:extLst>
              <a:ext uri="{FF2B5EF4-FFF2-40B4-BE49-F238E27FC236}">
                <a16:creationId xmlns:a16="http://schemas.microsoft.com/office/drawing/2014/main" id="{7A2AB4C6-2E88-4C15-A347-804B930BA20E}"/>
              </a:ext>
            </a:extLst>
          </p:cNvPr>
          <p:cNvSpPr>
            <a:spLocks noGrp="1"/>
          </p:cNvSpPr>
          <p:nvPr/>
        </p:nvSpPr>
        <p:spPr>
          <a:xfrm>
            <a:off x="9075420" y="2221382"/>
            <a:ext cx="1466850" cy="4058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7" b="0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7" b="0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pPr>
            <a:r>
              <a:rPr sz="2557" b="0">
                <a:solidFill>
                  <a:srgbClr val="DDDDDD"/>
                </a:solidFill>
                <a:latin typeface="Consolas"/>
                <a:ea typeface="Consolas"/>
                <a:cs typeface="Consolas"/>
              </a:rPr>
              <a:t>(Output)</a:t>
            </a:r>
          </a:p>
        </p:txBody>
      </p:sp>
      <p:sp>
        <p:nvSpPr>
          <p:cNvPr id="21" name="anim_o2728_1">
            <a:extLst>
              <a:ext uri="{FF2B5EF4-FFF2-40B4-BE49-F238E27FC236}">
                <a16:creationId xmlns:a16="http://schemas.microsoft.com/office/drawing/2014/main" id="{3773B696-9CEA-44E0-A550-851D3DA28295}"/>
              </a:ext>
            </a:extLst>
          </p:cNvPr>
          <p:cNvSpPr>
            <a:spLocks noGrp="1"/>
          </p:cNvSpPr>
          <p:nvPr/>
        </p:nvSpPr>
        <p:spPr>
          <a:xfrm>
            <a:off x="1569720" y="265747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2729_1">
            <a:extLst>
              <a:ext uri="{FF2B5EF4-FFF2-40B4-BE49-F238E27FC236}">
                <a16:creationId xmlns:a16="http://schemas.microsoft.com/office/drawing/2014/main" id="{01C95893-66E1-4786-B3DA-5822F20D4709}"/>
              </a:ext>
            </a:extLst>
          </p:cNvPr>
          <p:cNvSpPr>
            <a:spLocks noGrp="1"/>
          </p:cNvSpPr>
          <p:nvPr/>
        </p:nvSpPr>
        <p:spPr>
          <a:xfrm>
            <a:off x="1955483" y="265747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2730_1">
            <a:extLst>
              <a:ext uri="{FF2B5EF4-FFF2-40B4-BE49-F238E27FC236}">
                <a16:creationId xmlns:a16="http://schemas.microsoft.com/office/drawing/2014/main" id="{20EF966A-4AF4-45F0-A638-8D44BA955B0A}"/>
              </a:ext>
            </a:extLst>
          </p:cNvPr>
          <p:cNvSpPr>
            <a:spLocks noGrp="1"/>
          </p:cNvSpPr>
          <p:nvPr/>
        </p:nvSpPr>
        <p:spPr>
          <a:xfrm>
            <a:off x="2341245" y="265747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2731_1">
            <a:extLst>
              <a:ext uri="{FF2B5EF4-FFF2-40B4-BE49-F238E27FC236}">
                <a16:creationId xmlns:a16="http://schemas.microsoft.com/office/drawing/2014/main" id="{2CDBD114-6C42-429E-B6CF-2E05D21260BE}"/>
              </a:ext>
            </a:extLst>
          </p:cNvPr>
          <p:cNvSpPr>
            <a:spLocks noGrp="1"/>
          </p:cNvSpPr>
          <p:nvPr/>
        </p:nvSpPr>
        <p:spPr>
          <a:xfrm>
            <a:off x="2727007" y="265747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2732_1">
            <a:extLst>
              <a:ext uri="{FF2B5EF4-FFF2-40B4-BE49-F238E27FC236}">
                <a16:creationId xmlns:a16="http://schemas.microsoft.com/office/drawing/2014/main" id="{A51C32FC-E4EF-4984-8445-6F163A41FBB4}"/>
              </a:ext>
            </a:extLst>
          </p:cNvPr>
          <p:cNvSpPr>
            <a:spLocks noGrp="1"/>
          </p:cNvSpPr>
          <p:nvPr/>
        </p:nvSpPr>
        <p:spPr>
          <a:xfrm>
            <a:off x="3112770" y="265747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2733_1">
            <a:extLst>
              <a:ext uri="{FF2B5EF4-FFF2-40B4-BE49-F238E27FC236}">
                <a16:creationId xmlns:a16="http://schemas.microsoft.com/office/drawing/2014/main" id="{E3D4305B-34E5-45E7-9BC5-E51DF1A9BA73}"/>
              </a:ext>
            </a:extLst>
          </p:cNvPr>
          <p:cNvSpPr>
            <a:spLocks noGrp="1"/>
          </p:cNvSpPr>
          <p:nvPr/>
        </p:nvSpPr>
        <p:spPr>
          <a:xfrm>
            <a:off x="3498533" y="265747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2734_1">
            <a:extLst>
              <a:ext uri="{FF2B5EF4-FFF2-40B4-BE49-F238E27FC236}">
                <a16:creationId xmlns:a16="http://schemas.microsoft.com/office/drawing/2014/main" id="{8FD18E4A-4087-45DB-93C3-79230F5CCB92}"/>
              </a:ext>
            </a:extLst>
          </p:cNvPr>
          <p:cNvSpPr>
            <a:spLocks noGrp="1"/>
          </p:cNvSpPr>
          <p:nvPr/>
        </p:nvSpPr>
        <p:spPr>
          <a:xfrm>
            <a:off x="1569720" y="304323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2735_1">
            <a:extLst>
              <a:ext uri="{FF2B5EF4-FFF2-40B4-BE49-F238E27FC236}">
                <a16:creationId xmlns:a16="http://schemas.microsoft.com/office/drawing/2014/main" id="{2B6BE61C-9342-49A1-9943-D2AB95ED6376}"/>
              </a:ext>
            </a:extLst>
          </p:cNvPr>
          <p:cNvSpPr>
            <a:spLocks noGrp="1"/>
          </p:cNvSpPr>
          <p:nvPr/>
        </p:nvSpPr>
        <p:spPr>
          <a:xfrm>
            <a:off x="1955483" y="304323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2736_1">
            <a:extLst>
              <a:ext uri="{FF2B5EF4-FFF2-40B4-BE49-F238E27FC236}">
                <a16:creationId xmlns:a16="http://schemas.microsoft.com/office/drawing/2014/main" id="{510D1844-BDD8-4677-BFE6-FE3427EFF5B8}"/>
              </a:ext>
            </a:extLst>
          </p:cNvPr>
          <p:cNvSpPr>
            <a:spLocks noGrp="1"/>
          </p:cNvSpPr>
          <p:nvPr/>
        </p:nvSpPr>
        <p:spPr>
          <a:xfrm>
            <a:off x="2341245" y="304323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2737_1">
            <a:extLst>
              <a:ext uri="{FF2B5EF4-FFF2-40B4-BE49-F238E27FC236}">
                <a16:creationId xmlns:a16="http://schemas.microsoft.com/office/drawing/2014/main" id="{C65C7661-8783-4B46-878A-02B541C05AF8}"/>
              </a:ext>
            </a:extLst>
          </p:cNvPr>
          <p:cNvSpPr>
            <a:spLocks noGrp="1"/>
          </p:cNvSpPr>
          <p:nvPr/>
        </p:nvSpPr>
        <p:spPr>
          <a:xfrm>
            <a:off x="2727007" y="304323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2738_1">
            <a:extLst>
              <a:ext uri="{FF2B5EF4-FFF2-40B4-BE49-F238E27FC236}">
                <a16:creationId xmlns:a16="http://schemas.microsoft.com/office/drawing/2014/main" id="{75F7C903-2116-492D-B2BF-387E150A0671}"/>
              </a:ext>
            </a:extLst>
          </p:cNvPr>
          <p:cNvSpPr>
            <a:spLocks noGrp="1"/>
          </p:cNvSpPr>
          <p:nvPr/>
        </p:nvSpPr>
        <p:spPr>
          <a:xfrm>
            <a:off x="3112770" y="304323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2739_1">
            <a:extLst>
              <a:ext uri="{FF2B5EF4-FFF2-40B4-BE49-F238E27FC236}">
                <a16:creationId xmlns:a16="http://schemas.microsoft.com/office/drawing/2014/main" id="{3EBDEB0B-F7C5-416B-A80B-B96045FD3CFE}"/>
              </a:ext>
            </a:extLst>
          </p:cNvPr>
          <p:cNvSpPr>
            <a:spLocks noGrp="1"/>
          </p:cNvSpPr>
          <p:nvPr/>
        </p:nvSpPr>
        <p:spPr>
          <a:xfrm>
            <a:off x="3498533" y="304323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2740_1">
            <a:extLst>
              <a:ext uri="{FF2B5EF4-FFF2-40B4-BE49-F238E27FC236}">
                <a16:creationId xmlns:a16="http://schemas.microsoft.com/office/drawing/2014/main" id="{2BAED46C-B937-410B-BFD0-311CB0DCFDDD}"/>
              </a:ext>
            </a:extLst>
          </p:cNvPr>
          <p:cNvSpPr>
            <a:spLocks noGrp="1"/>
          </p:cNvSpPr>
          <p:nvPr/>
        </p:nvSpPr>
        <p:spPr>
          <a:xfrm>
            <a:off x="1569720" y="3429000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2741_1">
            <a:extLst>
              <a:ext uri="{FF2B5EF4-FFF2-40B4-BE49-F238E27FC236}">
                <a16:creationId xmlns:a16="http://schemas.microsoft.com/office/drawing/2014/main" id="{DBF263C9-5B17-4F8D-A815-AF636953867D}"/>
              </a:ext>
            </a:extLst>
          </p:cNvPr>
          <p:cNvSpPr>
            <a:spLocks noGrp="1"/>
          </p:cNvSpPr>
          <p:nvPr/>
        </p:nvSpPr>
        <p:spPr>
          <a:xfrm>
            <a:off x="1955483" y="3429000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2742_1">
            <a:extLst>
              <a:ext uri="{FF2B5EF4-FFF2-40B4-BE49-F238E27FC236}">
                <a16:creationId xmlns:a16="http://schemas.microsoft.com/office/drawing/2014/main" id="{F7018CAC-01D3-4334-A5D5-66C65AC2AFDE}"/>
              </a:ext>
            </a:extLst>
          </p:cNvPr>
          <p:cNvSpPr>
            <a:spLocks noGrp="1"/>
          </p:cNvSpPr>
          <p:nvPr/>
        </p:nvSpPr>
        <p:spPr>
          <a:xfrm>
            <a:off x="2341245" y="3429000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2743_1">
            <a:extLst>
              <a:ext uri="{FF2B5EF4-FFF2-40B4-BE49-F238E27FC236}">
                <a16:creationId xmlns:a16="http://schemas.microsoft.com/office/drawing/2014/main" id="{1B0126D3-6569-4229-BB11-2F749F3AE9BB}"/>
              </a:ext>
            </a:extLst>
          </p:cNvPr>
          <p:cNvSpPr>
            <a:spLocks noGrp="1"/>
          </p:cNvSpPr>
          <p:nvPr/>
        </p:nvSpPr>
        <p:spPr>
          <a:xfrm>
            <a:off x="2727007" y="3429000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2744_1">
            <a:extLst>
              <a:ext uri="{FF2B5EF4-FFF2-40B4-BE49-F238E27FC236}">
                <a16:creationId xmlns:a16="http://schemas.microsoft.com/office/drawing/2014/main" id="{B8008A9E-D762-4554-8C37-2C23D645B278}"/>
              </a:ext>
            </a:extLst>
          </p:cNvPr>
          <p:cNvSpPr>
            <a:spLocks noGrp="1"/>
          </p:cNvSpPr>
          <p:nvPr/>
        </p:nvSpPr>
        <p:spPr>
          <a:xfrm>
            <a:off x="3112770" y="3429000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2745_1">
            <a:extLst>
              <a:ext uri="{FF2B5EF4-FFF2-40B4-BE49-F238E27FC236}">
                <a16:creationId xmlns:a16="http://schemas.microsoft.com/office/drawing/2014/main" id="{B631085D-718C-492D-8B6E-176D66F3CEEF}"/>
              </a:ext>
            </a:extLst>
          </p:cNvPr>
          <p:cNvSpPr>
            <a:spLocks noGrp="1"/>
          </p:cNvSpPr>
          <p:nvPr/>
        </p:nvSpPr>
        <p:spPr>
          <a:xfrm>
            <a:off x="3498533" y="3429000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2746_1">
            <a:extLst>
              <a:ext uri="{FF2B5EF4-FFF2-40B4-BE49-F238E27FC236}">
                <a16:creationId xmlns:a16="http://schemas.microsoft.com/office/drawing/2014/main" id="{40450E98-EF05-4715-9553-B352FBDC7D04}"/>
              </a:ext>
            </a:extLst>
          </p:cNvPr>
          <p:cNvSpPr>
            <a:spLocks noGrp="1"/>
          </p:cNvSpPr>
          <p:nvPr/>
        </p:nvSpPr>
        <p:spPr>
          <a:xfrm>
            <a:off x="1569720" y="3814763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2747_1">
            <a:extLst>
              <a:ext uri="{FF2B5EF4-FFF2-40B4-BE49-F238E27FC236}">
                <a16:creationId xmlns:a16="http://schemas.microsoft.com/office/drawing/2014/main" id="{A6823CD8-4A5C-40F8-8104-2ABF7C8FE6C7}"/>
              </a:ext>
            </a:extLst>
          </p:cNvPr>
          <p:cNvSpPr>
            <a:spLocks noGrp="1"/>
          </p:cNvSpPr>
          <p:nvPr/>
        </p:nvSpPr>
        <p:spPr>
          <a:xfrm>
            <a:off x="1955483" y="3814763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2748_1">
            <a:extLst>
              <a:ext uri="{FF2B5EF4-FFF2-40B4-BE49-F238E27FC236}">
                <a16:creationId xmlns:a16="http://schemas.microsoft.com/office/drawing/2014/main" id="{90FDD5CE-E823-4F5C-AE9C-9193A3AE0956}"/>
              </a:ext>
            </a:extLst>
          </p:cNvPr>
          <p:cNvSpPr>
            <a:spLocks noGrp="1"/>
          </p:cNvSpPr>
          <p:nvPr/>
        </p:nvSpPr>
        <p:spPr>
          <a:xfrm>
            <a:off x="2341245" y="3814763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2749_1">
            <a:extLst>
              <a:ext uri="{FF2B5EF4-FFF2-40B4-BE49-F238E27FC236}">
                <a16:creationId xmlns:a16="http://schemas.microsoft.com/office/drawing/2014/main" id="{8F3543B3-BE1B-41A6-B510-AC39CD0ADE80}"/>
              </a:ext>
            </a:extLst>
          </p:cNvPr>
          <p:cNvSpPr>
            <a:spLocks noGrp="1"/>
          </p:cNvSpPr>
          <p:nvPr/>
        </p:nvSpPr>
        <p:spPr>
          <a:xfrm>
            <a:off x="2727007" y="3814763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2750_1">
            <a:extLst>
              <a:ext uri="{FF2B5EF4-FFF2-40B4-BE49-F238E27FC236}">
                <a16:creationId xmlns:a16="http://schemas.microsoft.com/office/drawing/2014/main" id="{426FF7C1-0B45-4D97-BED4-0929EBD876FE}"/>
              </a:ext>
            </a:extLst>
          </p:cNvPr>
          <p:cNvSpPr>
            <a:spLocks noGrp="1"/>
          </p:cNvSpPr>
          <p:nvPr/>
        </p:nvSpPr>
        <p:spPr>
          <a:xfrm>
            <a:off x="3112770" y="3814763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2751_1">
            <a:extLst>
              <a:ext uri="{FF2B5EF4-FFF2-40B4-BE49-F238E27FC236}">
                <a16:creationId xmlns:a16="http://schemas.microsoft.com/office/drawing/2014/main" id="{D9BBAABA-8A41-44D7-9EEF-DE2F22AD0E3B}"/>
              </a:ext>
            </a:extLst>
          </p:cNvPr>
          <p:cNvSpPr>
            <a:spLocks noGrp="1"/>
          </p:cNvSpPr>
          <p:nvPr/>
        </p:nvSpPr>
        <p:spPr>
          <a:xfrm>
            <a:off x="3498533" y="3814763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2752_1">
            <a:extLst>
              <a:ext uri="{FF2B5EF4-FFF2-40B4-BE49-F238E27FC236}">
                <a16:creationId xmlns:a16="http://schemas.microsoft.com/office/drawing/2014/main" id="{91213F95-CA14-425C-8835-DED276BEC1B4}"/>
              </a:ext>
            </a:extLst>
          </p:cNvPr>
          <p:cNvSpPr>
            <a:spLocks noGrp="1"/>
          </p:cNvSpPr>
          <p:nvPr/>
        </p:nvSpPr>
        <p:spPr>
          <a:xfrm>
            <a:off x="1569720" y="420052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2753_1">
            <a:extLst>
              <a:ext uri="{FF2B5EF4-FFF2-40B4-BE49-F238E27FC236}">
                <a16:creationId xmlns:a16="http://schemas.microsoft.com/office/drawing/2014/main" id="{69C5562C-3549-4CDC-900F-CBADA84E5B1A}"/>
              </a:ext>
            </a:extLst>
          </p:cNvPr>
          <p:cNvSpPr>
            <a:spLocks noGrp="1"/>
          </p:cNvSpPr>
          <p:nvPr/>
        </p:nvSpPr>
        <p:spPr>
          <a:xfrm>
            <a:off x="1955483" y="420052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2754_1">
            <a:extLst>
              <a:ext uri="{FF2B5EF4-FFF2-40B4-BE49-F238E27FC236}">
                <a16:creationId xmlns:a16="http://schemas.microsoft.com/office/drawing/2014/main" id="{08218694-4475-467F-9818-E7FBAB9AA237}"/>
              </a:ext>
            </a:extLst>
          </p:cNvPr>
          <p:cNvSpPr>
            <a:spLocks noGrp="1"/>
          </p:cNvSpPr>
          <p:nvPr/>
        </p:nvSpPr>
        <p:spPr>
          <a:xfrm>
            <a:off x="2341245" y="420052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2755_1">
            <a:extLst>
              <a:ext uri="{FF2B5EF4-FFF2-40B4-BE49-F238E27FC236}">
                <a16:creationId xmlns:a16="http://schemas.microsoft.com/office/drawing/2014/main" id="{5228DEB8-5E15-4055-997C-DC92EB01898D}"/>
              </a:ext>
            </a:extLst>
          </p:cNvPr>
          <p:cNvSpPr>
            <a:spLocks noGrp="1"/>
          </p:cNvSpPr>
          <p:nvPr/>
        </p:nvSpPr>
        <p:spPr>
          <a:xfrm>
            <a:off x="2727007" y="420052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2756_1">
            <a:extLst>
              <a:ext uri="{FF2B5EF4-FFF2-40B4-BE49-F238E27FC236}">
                <a16:creationId xmlns:a16="http://schemas.microsoft.com/office/drawing/2014/main" id="{D76816B3-4C52-4840-AE7F-72A3CE98BD92}"/>
              </a:ext>
            </a:extLst>
          </p:cNvPr>
          <p:cNvSpPr>
            <a:spLocks noGrp="1"/>
          </p:cNvSpPr>
          <p:nvPr/>
        </p:nvSpPr>
        <p:spPr>
          <a:xfrm>
            <a:off x="3112770" y="420052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2757_1">
            <a:extLst>
              <a:ext uri="{FF2B5EF4-FFF2-40B4-BE49-F238E27FC236}">
                <a16:creationId xmlns:a16="http://schemas.microsoft.com/office/drawing/2014/main" id="{1C358B0F-A8C1-4F68-A8DB-3DFDCCF2B69D}"/>
              </a:ext>
            </a:extLst>
          </p:cNvPr>
          <p:cNvSpPr>
            <a:spLocks noGrp="1"/>
          </p:cNvSpPr>
          <p:nvPr/>
        </p:nvSpPr>
        <p:spPr>
          <a:xfrm>
            <a:off x="3498533" y="420052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2758_1">
            <a:extLst>
              <a:ext uri="{FF2B5EF4-FFF2-40B4-BE49-F238E27FC236}">
                <a16:creationId xmlns:a16="http://schemas.microsoft.com/office/drawing/2014/main" id="{8F9ABCE3-C928-4417-9533-6402192B217C}"/>
              </a:ext>
            </a:extLst>
          </p:cNvPr>
          <p:cNvSpPr>
            <a:spLocks noGrp="1"/>
          </p:cNvSpPr>
          <p:nvPr/>
        </p:nvSpPr>
        <p:spPr>
          <a:xfrm>
            <a:off x="1569720" y="458628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2759_1">
            <a:extLst>
              <a:ext uri="{FF2B5EF4-FFF2-40B4-BE49-F238E27FC236}">
                <a16:creationId xmlns:a16="http://schemas.microsoft.com/office/drawing/2014/main" id="{E14AF8D2-B0DD-4CE6-AED8-23579CC2067F}"/>
              </a:ext>
            </a:extLst>
          </p:cNvPr>
          <p:cNvSpPr>
            <a:spLocks noGrp="1"/>
          </p:cNvSpPr>
          <p:nvPr/>
        </p:nvSpPr>
        <p:spPr>
          <a:xfrm>
            <a:off x="1955483" y="458628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o2760_1">
            <a:extLst>
              <a:ext uri="{FF2B5EF4-FFF2-40B4-BE49-F238E27FC236}">
                <a16:creationId xmlns:a16="http://schemas.microsoft.com/office/drawing/2014/main" id="{29063CEF-F97C-4C97-9E81-A7BECAA68C85}"/>
              </a:ext>
            </a:extLst>
          </p:cNvPr>
          <p:cNvSpPr>
            <a:spLocks noGrp="1"/>
          </p:cNvSpPr>
          <p:nvPr/>
        </p:nvSpPr>
        <p:spPr>
          <a:xfrm>
            <a:off x="2341245" y="458628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4" name="anim_o2761_1">
            <a:extLst>
              <a:ext uri="{FF2B5EF4-FFF2-40B4-BE49-F238E27FC236}">
                <a16:creationId xmlns:a16="http://schemas.microsoft.com/office/drawing/2014/main" id="{8DBE91AF-0565-4B86-BE91-420788D65C96}"/>
              </a:ext>
            </a:extLst>
          </p:cNvPr>
          <p:cNvSpPr>
            <a:spLocks noGrp="1"/>
          </p:cNvSpPr>
          <p:nvPr/>
        </p:nvSpPr>
        <p:spPr>
          <a:xfrm>
            <a:off x="2727007" y="458628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5" name="anim_o2762_1">
            <a:extLst>
              <a:ext uri="{FF2B5EF4-FFF2-40B4-BE49-F238E27FC236}">
                <a16:creationId xmlns:a16="http://schemas.microsoft.com/office/drawing/2014/main" id="{168F74A8-58AE-421C-974F-0E3ECF22BC34}"/>
              </a:ext>
            </a:extLst>
          </p:cNvPr>
          <p:cNvSpPr>
            <a:spLocks noGrp="1"/>
          </p:cNvSpPr>
          <p:nvPr/>
        </p:nvSpPr>
        <p:spPr>
          <a:xfrm>
            <a:off x="3112770" y="458628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6" name="anim_o2763_1">
            <a:extLst>
              <a:ext uri="{FF2B5EF4-FFF2-40B4-BE49-F238E27FC236}">
                <a16:creationId xmlns:a16="http://schemas.microsoft.com/office/drawing/2014/main" id="{5DF39846-08BA-4C3F-83DC-2BBC91AE4C31}"/>
              </a:ext>
            </a:extLst>
          </p:cNvPr>
          <p:cNvSpPr>
            <a:spLocks noGrp="1"/>
          </p:cNvSpPr>
          <p:nvPr/>
        </p:nvSpPr>
        <p:spPr>
          <a:xfrm>
            <a:off x="3498533" y="458628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7" name="anim_o2808_1">
            <a:extLst>
              <a:ext uri="{FF2B5EF4-FFF2-40B4-BE49-F238E27FC236}">
                <a16:creationId xmlns:a16="http://schemas.microsoft.com/office/drawing/2014/main" id="{882764E6-7909-4DEB-A67A-480C0E1F7E5C}"/>
              </a:ext>
            </a:extLst>
          </p:cNvPr>
          <p:cNvSpPr>
            <a:spLocks noGrp="1"/>
          </p:cNvSpPr>
          <p:nvPr/>
        </p:nvSpPr>
        <p:spPr>
          <a:xfrm>
            <a:off x="1569720" y="2657475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" name="anim_o2809_1">
            <a:extLst>
              <a:ext uri="{FF2B5EF4-FFF2-40B4-BE49-F238E27FC236}">
                <a16:creationId xmlns:a16="http://schemas.microsoft.com/office/drawing/2014/main" id="{600E78AE-815B-4667-AC17-A2BBB8D57166}"/>
              </a:ext>
            </a:extLst>
          </p:cNvPr>
          <p:cNvSpPr>
            <a:spLocks noGrp="1"/>
          </p:cNvSpPr>
          <p:nvPr/>
        </p:nvSpPr>
        <p:spPr>
          <a:xfrm>
            <a:off x="1955483" y="2657475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o2810_1">
            <a:extLst>
              <a:ext uri="{FF2B5EF4-FFF2-40B4-BE49-F238E27FC236}">
                <a16:creationId xmlns:a16="http://schemas.microsoft.com/office/drawing/2014/main" id="{31EF8C49-16F7-4DB4-AF63-0C52832529F6}"/>
              </a:ext>
            </a:extLst>
          </p:cNvPr>
          <p:cNvSpPr>
            <a:spLocks noGrp="1"/>
          </p:cNvSpPr>
          <p:nvPr/>
        </p:nvSpPr>
        <p:spPr>
          <a:xfrm>
            <a:off x="2341245" y="2657475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0" name="anim_o2811_1">
            <a:extLst>
              <a:ext uri="{FF2B5EF4-FFF2-40B4-BE49-F238E27FC236}">
                <a16:creationId xmlns:a16="http://schemas.microsoft.com/office/drawing/2014/main" id="{E86AA8B9-441C-40C3-B430-DE96BBF9DB17}"/>
              </a:ext>
            </a:extLst>
          </p:cNvPr>
          <p:cNvSpPr>
            <a:spLocks noGrp="1"/>
          </p:cNvSpPr>
          <p:nvPr/>
        </p:nvSpPr>
        <p:spPr>
          <a:xfrm>
            <a:off x="1569720" y="3043238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" name="anim_o2812_1">
            <a:extLst>
              <a:ext uri="{FF2B5EF4-FFF2-40B4-BE49-F238E27FC236}">
                <a16:creationId xmlns:a16="http://schemas.microsoft.com/office/drawing/2014/main" id="{3CE337FD-6F0E-4E1A-AD05-B0D6B412CC21}"/>
              </a:ext>
            </a:extLst>
          </p:cNvPr>
          <p:cNvSpPr>
            <a:spLocks noGrp="1"/>
          </p:cNvSpPr>
          <p:nvPr/>
        </p:nvSpPr>
        <p:spPr>
          <a:xfrm>
            <a:off x="1955483" y="3043238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2" name="anim_o2813_1">
            <a:extLst>
              <a:ext uri="{FF2B5EF4-FFF2-40B4-BE49-F238E27FC236}">
                <a16:creationId xmlns:a16="http://schemas.microsoft.com/office/drawing/2014/main" id="{0ECA9D5C-5FF8-4E36-9C4A-B88632527682}"/>
              </a:ext>
            </a:extLst>
          </p:cNvPr>
          <p:cNvSpPr>
            <a:spLocks noGrp="1"/>
          </p:cNvSpPr>
          <p:nvPr/>
        </p:nvSpPr>
        <p:spPr>
          <a:xfrm>
            <a:off x="2341245" y="3043238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3" name="anim_o2814_1">
            <a:extLst>
              <a:ext uri="{FF2B5EF4-FFF2-40B4-BE49-F238E27FC236}">
                <a16:creationId xmlns:a16="http://schemas.microsoft.com/office/drawing/2014/main" id="{65586E78-1599-4D5C-ACD8-84AD78FB2AD6}"/>
              </a:ext>
            </a:extLst>
          </p:cNvPr>
          <p:cNvSpPr>
            <a:spLocks noGrp="1"/>
          </p:cNvSpPr>
          <p:nvPr/>
        </p:nvSpPr>
        <p:spPr>
          <a:xfrm>
            <a:off x="1569720" y="3429000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4" name="anim_o2815_1">
            <a:extLst>
              <a:ext uri="{FF2B5EF4-FFF2-40B4-BE49-F238E27FC236}">
                <a16:creationId xmlns:a16="http://schemas.microsoft.com/office/drawing/2014/main" id="{B5306087-AA2B-416E-B488-DB512FBDC71E}"/>
              </a:ext>
            </a:extLst>
          </p:cNvPr>
          <p:cNvSpPr>
            <a:spLocks noGrp="1"/>
          </p:cNvSpPr>
          <p:nvPr/>
        </p:nvSpPr>
        <p:spPr>
          <a:xfrm>
            <a:off x="1955483" y="3429000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5" name="anim_o2816_1">
            <a:extLst>
              <a:ext uri="{FF2B5EF4-FFF2-40B4-BE49-F238E27FC236}">
                <a16:creationId xmlns:a16="http://schemas.microsoft.com/office/drawing/2014/main" id="{25CF2A7C-CF9B-4440-AFB6-200CE7363BCE}"/>
              </a:ext>
            </a:extLst>
          </p:cNvPr>
          <p:cNvSpPr>
            <a:spLocks noGrp="1"/>
          </p:cNvSpPr>
          <p:nvPr/>
        </p:nvSpPr>
        <p:spPr>
          <a:xfrm>
            <a:off x="2341245" y="3429000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6" name="anim_o2691_1">
            <a:extLst>
              <a:ext uri="{FF2B5EF4-FFF2-40B4-BE49-F238E27FC236}">
                <a16:creationId xmlns:a16="http://schemas.microsoft.com/office/drawing/2014/main" id="{32DA536C-A528-44B8-834A-EBAB989B81A1}"/>
              </a:ext>
            </a:extLst>
          </p:cNvPr>
          <p:cNvSpPr>
            <a:spLocks noGrp="1"/>
          </p:cNvSpPr>
          <p:nvPr/>
        </p:nvSpPr>
        <p:spPr>
          <a:xfrm>
            <a:off x="1784032" y="244316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7" name="anim_o2692_1">
            <a:extLst>
              <a:ext uri="{FF2B5EF4-FFF2-40B4-BE49-F238E27FC236}">
                <a16:creationId xmlns:a16="http://schemas.microsoft.com/office/drawing/2014/main" id="{B728567B-F820-40E9-AC7D-CE4E07D5F6F3}"/>
              </a:ext>
            </a:extLst>
          </p:cNvPr>
          <p:cNvSpPr>
            <a:spLocks noGrp="1"/>
          </p:cNvSpPr>
          <p:nvPr/>
        </p:nvSpPr>
        <p:spPr>
          <a:xfrm>
            <a:off x="2169795" y="244316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8" name="anim_o2693_1">
            <a:extLst>
              <a:ext uri="{FF2B5EF4-FFF2-40B4-BE49-F238E27FC236}">
                <a16:creationId xmlns:a16="http://schemas.microsoft.com/office/drawing/2014/main" id="{CC532582-91AF-4125-B816-C682DC498475}"/>
              </a:ext>
            </a:extLst>
          </p:cNvPr>
          <p:cNvSpPr>
            <a:spLocks noGrp="1"/>
          </p:cNvSpPr>
          <p:nvPr/>
        </p:nvSpPr>
        <p:spPr>
          <a:xfrm>
            <a:off x="2555558" y="244316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9" name="anim_o2694_1">
            <a:extLst>
              <a:ext uri="{FF2B5EF4-FFF2-40B4-BE49-F238E27FC236}">
                <a16:creationId xmlns:a16="http://schemas.microsoft.com/office/drawing/2014/main" id="{3294C866-13FE-4E6D-BF37-FF9180545101}"/>
              </a:ext>
            </a:extLst>
          </p:cNvPr>
          <p:cNvSpPr>
            <a:spLocks noGrp="1"/>
          </p:cNvSpPr>
          <p:nvPr/>
        </p:nvSpPr>
        <p:spPr>
          <a:xfrm>
            <a:off x="2941320" y="244316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0" name="anim_o2695_1">
            <a:extLst>
              <a:ext uri="{FF2B5EF4-FFF2-40B4-BE49-F238E27FC236}">
                <a16:creationId xmlns:a16="http://schemas.microsoft.com/office/drawing/2014/main" id="{410E7A5D-6451-46AD-9E19-83F16421DBDA}"/>
              </a:ext>
            </a:extLst>
          </p:cNvPr>
          <p:cNvSpPr>
            <a:spLocks noGrp="1"/>
          </p:cNvSpPr>
          <p:nvPr/>
        </p:nvSpPr>
        <p:spPr>
          <a:xfrm>
            <a:off x="3327082" y="244316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1" name="anim_o2696_1">
            <a:extLst>
              <a:ext uri="{FF2B5EF4-FFF2-40B4-BE49-F238E27FC236}">
                <a16:creationId xmlns:a16="http://schemas.microsoft.com/office/drawing/2014/main" id="{422BEC63-2C75-49D5-996F-4E1968CAA72F}"/>
              </a:ext>
            </a:extLst>
          </p:cNvPr>
          <p:cNvSpPr>
            <a:spLocks noGrp="1"/>
          </p:cNvSpPr>
          <p:nvPr/>
        </p:nvSpPr>
        <p:spPr>
          <a:xfrm>
            <a:off x="3712845" y="244316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2" name="anim_o2697_1">
            <a:extLst>
              <a:ext uri="{FF2B5EF4-FFF2-40B4-BE49-F238E27FC236}">
                <a16:creationId xmlns:a16="http://schemas.microsoft.com/office/drawing/2014/main" id="{D14BE154-DC5E-495F-93E5-F67228BDE6DB}"/>
              </a:ext>
            </a:extLst>
          </p:cNvPr>
          <p:cNvSpPr>
            <a:spLocks noGrp="1"/>
          </p:cNvSpPr>
          <p:nvPr/>
        </p:nvSpPr>
        <p:spPr>
          <a:xfrm>
            <a:off x="1784032" y="282892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3" name="anim_o2698_1">
            <a:extLst>
              <a:ext uri="{FF2B5EF4-FFF2-40B4-BE49-F238E27FC236}">
                <a16:creationId xmlns:a16="http://schemas.microsoft.com/office/drawing/2014/main" id="{2C593442-4BEE-488D-9DB6-105E1654C5BF}"/>
              </a:ext>
            </a:extLst>
          </p:cNvPr>
          <p:cNvSpPr>
            <a:spLocks noGrp="1"/>
          </p:cNvSpPr>
          <p:nvPr/>
        </p:nvSpPr>
        <p:spPr>
          <a:xfrm>
            <a:off x="2169795" y="282892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4" name="anim_o2699_1">
            <a:extLst>
              <a:ext uri="{FF2B5EF4-FFF2-40B4-BE49-F238E27FC236}">
                <a16:creationId xmlns:a16="http://schemas.microsoft.com/office/drawing/2014/main" id="{E163B134-DC25-4047-805E-784FFD6958C4}"/>
              </a:ext>
            </a:extLst>
          </p:cNvPr>
          <p:cNvSpPr>
            <a:spLocks noGrp="1"/>
          </p:cNvSpPr>
          <p:nvPr/>
        </p:nvSpPr>
        <p:spPr>
          <a:xfrm>
            <a:off x="2555558" y="282892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5" name="anim_o2700_1">
            <a:extLst>
              <a:ext uri="{FF2B5EF4-FFF2-40B4-BE49-F238E27FC236}">
                <a16:creationId xmlns:a16="http://schemas.microsoft.com/office/drawing/2014/main" id="{673CD556-1CFC-40AE-B2AC-9A34D2A036BE}"/>
              </a:ext>
            </a:extLst>
          </p:cNvPr>
          <p:cNvSpPr>
            <a:spLocks noGrp="1"/>
          </p:cNvSpPr>
          <p:nvPr/>
        </p:nvSpPr>
        <p:spPr>
          <a:xfrm>
            <a:off x="2941320" y="282892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6" name="anim_o2701_1">
            <a:extLst>
              <a:ext uri="{FF2B5EF4-FFF2-40B4-BE49-F238E27FC236}">
                <a16:creationId xmlns:a16="http://schemas.microsoft.com/office/drawing/2014/main" id="{1B75EDB7-9C46-4642-8A5B-17E879345BC1}"/>
              </a:ext>
            </a:extLst>
          </p:cNvPr>
          <p:cNvSpPr>
            <a:spLocks noGrp="1"/>
          </p:cNvSpPr>
          <p:nvPr/>
        </p:nvSpPr>
        <p:spPr>
          <a:xfrm>
            <a:off x="3327082" y="282892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7" name="anim_o2702_1">
            <a:extLst>
              <a:ext uri="{FF2B5EF4-FFF2-40B4-BE49-F238E27FC236}">
                <a16:creationId xmlns:a16="http://schemas.microsoft.com/office/drawing/2014/main" id="{8B9B8B65-8D65-4EB5-BA3D-0A682085109C}"/>
              </a:ext>
            </a:extLst>
          </p:cNvPr>
          <p:cNvSpPr>
            <a:spLocks noGrp="1"/>
          </p:cNvSpPr>
          <p:nvPr/>
        </p:nvSpPr>
        <p:spPr>
          <a:xfrm>
            <a:off x="3712845" y="282892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8" name="anim_o2703_1">
            <a:extLst>
              <a:ext uri="{FF2B5EF4-FFF2-40B4-BE49-F238E27FC236}">
                <a16:creationId xmlns:a16="http://schemas.microsoft.com/office/drawing/2014/main" id="{818AD888-0707-4630-B16D-119A3455A1AD}"/>
              </a:ext>
            </a:extLst>
          </p:cNvPr>
          <p:cNvSpPr>
            <a:spLocks noGrp="1"/>
          </p:cNvSpPr>
          <p:nvPr/>
        </p:nvSpPr>
        <p:spPr>
          <a:xfrm>
            <a:off x="1784032" y="3214688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9" name="anim_o2704_1">
            <a:extLst>
              <a:ext uri="{FF2B5EF4-FFF2-40B4-BE49-F238E27FC236}">
                <a16:creationId xmlns:a16="http://schemas.microsoft.com/office/drawing/2014/main" id="{092B3535-47DB-41BD-8145-091909C2EE6F}"/>
              </a:ext>
            </a:extLst>
          </p:cNvPr>
          <p:cNvSpPr>
            <a:spLocks noGrp="1"/>
          </p:cNvSpPr>
          <p:nvPr/>
        </p:nvSpPr>
        <p:spPr>
          <a:xfrm>
            <a:off x="2169795" y="3214688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0" name="anim_o2705_1">
            <a:extLst>
              <a:ext uri="{FF2B5EF4-FFF2-40B4-BE49-F238E27FC236}">
                <a16:creationId xmlns:a16="http://schemas.microsoft.com/office/drawing/2014/main" id="{7EC74140-39F8-4455-AF70-B2CA1989FD38}"/>
              </a:ext>
            </a:extLst>
          </p:cNvPr>
          <p:cNvSpPr>
            <a:spLocks noGrp="1"/>
          </p:cNvSpPr>
          <p:nvPr/>
        </p:nvSpPr>
        <p:spPr>
          <a:xfrm>
            <a:off x="2555558" y="3214688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1" name="anim_o2706_1">
            <a:extLst>
              <a:ext uri="{FF2B5EF4-FFF2-40B4-BE49-F238E27FC236}">
                <a16:creationId xmlns:a16="http://schemas.microsoft.com/office/drawing/2014/main" id="{92F94617-A9DA-48BF-B02E-8EA575C0B4EE}"/>
              </a:ext>
            </a:extLst>
          </p:cNvPr>
          <p:cNvSpPr>
            <a:spLocks noGrp="1"/>
          </p:cNvSpPr>
          <p:nvPr/>
        </p:nvSpPr>
        <p:spPr>
          <a:xfrm>
            <a:off x="2941320" y="3214688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2" name="anim_o2707_1">
            <a:extLst>
              <a:ext uri="{FF2B5EF4-FFF2-40B4-BE49-F238E27FC236}">
                <a16:creationId xmlns:a16="http://schemas.microsoft.com/office/drawing/2014/main" id="{769882DF-4D11-4880-BD6F-246788B677D1}"/>
              </a:ext>
            </a:extLst>
          </p:cNvPr>
          <p:cNvSpPr>
            <a:spLocks noGrp="1"/>
          </p:cNvSpPr>
          <p:nvPr/>
        </p:nvSpPr>
        <p:spPr>
          <a:xfrm>
            <a:off x="3327082" y="3214688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3" name="anim_o2708_1">
            <a:extLst>
              <a:ext uri="{FF2B5EF4-FFF2-40B4-BE49-F238E27FC236}">
                <a16:creationId xmlns:a16="http://schemas.microsoft.com/office/drawing/2014/main" id="{CFEC2CD5-E362-4A8A-90A0-6B5288174F2E}"/>
              </a:ext>
            </a:extLst>
          </p:cNvPr>
          <p:cNvSpPr>
            <a:spLocks noGrp="1"/>
          </p:cNvSpPr>
          <p:nvPr/>
        </p:nvSpPr>
        <p:spPr>
          <a:xfrm>
            <a:off x="3712845" y="3214688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4" name="anim_o2709_1">
            <a:extLst>
              <a:ext uri="{FF2B5EF4-FFF2-40B4-BE49-F238E27FC236}">
                <a16:creationId xmlns:a16="http://schemas.microsoft.com/office/drawing/2014/main" id="{4BDD911C-A309-4C89-97CD-55842CF7C428}"/>
              </a:ext>
            </a:extLst>
          </p:cNvPr>
          <p:cNvSpPr>
            <a:spLocks noGrp="1"/>
          </p:cNvSpPr>
          <p:nvPr/>
        </p:nvSpPr>
        <p:spPr>
          <a:xfrm>
            <a:off x="1784032" y="3600450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5" name="anim_o2710_1">
            <a:extLst>
              <a:ext uri="{FF2B5EF4-FFF2-40B4-BE49-F238E27FC236}">
                <a16:creationId xmlns:a16="http://schemas.microsoft.com/office/drawing/2014/main" id="{6416FBB9-29E6-48C6-AD90-5ED5D31C226F}"/>
              </a:ext>
            </a:extLst>
          </p:cNvPr>
          <p:cNvSpPr>
            <a:spLocks noGrp="1"/>
          </p:cNvSpPr>
          <p:nvPr/>
        </p:nvSpPr>
        <p:spPr>
          <a:xfrm>
            <a:off x="2169795" y="3600450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6" name="anim_o2711_1">
            <a:extLst>
              <a:ext uri="{FF2B5EF4-FFF2-40B4-BE49-F238E27FC236}">
                <a16:creationId xmlns:a16="http://schemas.microsoft.com/office/drawing/2014/main" id="{D27C92C2-2254-4F43-AFBD-0A24FAB27E20}"/>
              </a:ext>
            </a:extLst>
          </p:cNvPr>
          <p:cNvSpPr>
            <a:spLocks noGrp="1"/>
          </p:cNvSpPr>
          <p:nvPr/>
        </p:nvSpPr>
        <p:spPr>
          <a:xfrm>
            <a:off x="2555558" y="3600450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7" name="anim_o2712_1">
            <a:extLst>
              <a:ext uri="{FF2B5EF4-FFF2-40B4-BE49-F238E27FC236}">
                <a16:creationId xmlns:a16="http://schemas.microsoft.com/office/drawing/2014/main" id="{77D3D04B-483B-40F0-BE3F-B6B96C3A2FAB}"/>
              </a:ext>
            </a:extLst>
          </p:cNvPr>
          <p:cNvSpPr>
            <a:spLocks noGrp="1"/>
          </p:cNvSpPr>
          <p:nvPr/>
        </p:nvSpPr>
        <p:spPr>
          <a:xfrm>
            <a:off x="2941320" y="3600450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8" name="anim_o2713_1">
            <a:extLst>
              <a:ext uri="{FF2B5EF4-FFF2-40B4-BE49-F238E27FC236}">
                <a16:creationId xmlns:a16="http://schemas.microsoft.com/office/drawing/2014/main" id="{887AC88C-8019-4900-A889-0CE03D06C083}"/>
              </a:ext>
            </a:extLst>
          </p:cNvPr>
          <p:cNvSpPr>
            <a:spLocks noGrp="1"/>
          </p:cNvSpPr>
          <p:nvPr/>
        </p:nvSpPr>
        <p:spPr>
          <a:xfrm>
            <a:off x="3327082" y="3600450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9" name="anim_o2714_1">
            <a:extLst>
              <a:ext uri="{FF2B5EF4-FFF2-40B4-BE49-F238E27FC236}">
                <a16:creationId xmlns:a16="http://schemas.microsoft.com/office/drawing/2014/main" id="{BEA8BD25-74DC-4C17-9855-72CE6CD52738}"/>
              </a:ext>
            </a:extLst>
          </p:cNvPr>
          <p:cNvSpPr>
            <a:spLocks noGrp="1"/>
          </p:cNvSpPr>
          <p:nvPr/>
        </p:nvSpPr>
        <p:spPr>
          <a:xfrm>
            <a:off x="3712845" y="3600450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0" name="anim_o2715_1">
            <a:extLst>
              <a:ext uri="{FF2B5EF4-FFF2-40B4-BE49-F238E27FC236}">
                <a16:creationId xmlns:a16="http://schemas.microsoft.com/office/drawing/2014/main" id="{774BD71E-B3D6-4E76-95E5-3E1C768EBF72}"/>
              </a:ext>
            </a:extLst>
          </p:cNvPr>
          <p:cNvSpPr>
            <a:spLocks noGrp="1"/>
          </p:cNvSpPr>
          <p:nvPr/>
        </p:nvSpPr>
        <p:spPr>
          <a:xfrm>
            <a:off x="1784032" y="398621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1" name="anim_o2716_1">
            <a:extLst>
              <a:ext uri="{FF2B5EF4-FFF2-40B4-BE49-F238E27FC236}">
                <a16:creationId xmlns:a16="http://schemas.microsoft.com/office/drawing/2014/main" id="{8C326AB1-DA4B-43C8-8ACC-DF4DD8FFA9BA}"/>
              </a:ext>
            </a:extLst>
          </p:cNvPr>
          <p:cNvSpPr>
            <a:spLocks noGrp="1"/>
          </p:cNvSpPr>
          <p:nvPr/>
        </p:nvSpPr>
        <p:spPr>
          <a:xfrm>
            <a:off x="2169795" y="398621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2" name="anim_o2717_1">
            <a:extLst>
              <a:ext uri="{FF2B5EF4-FFF2-40B4-BE49-F238E27FC236}">
                <a16:creationId xmlns:a16="http://schemas.microsoft.com/office/drawing/2014/main" id="{9A02663B-34EF-490A-86A7-A999248BCC77}"/>
              </a:ext>
            </a:extLst>
          </p:cNvPr>
          <p:cNvSpPr>
            <a:spLocks noGrp="1"/>
          </p:cNvSpPr>
          <p:nvPr/>
        </p:nvSpPr>
        <p:spPr>
          <a:xfrm>
            <a:off x="2555558" y="398621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3" name="anim_o2718_1">
            <a:extLst>
              <a:ext uri="{FF2B5EF4-FFF2-40B4-BE49-F238E27FC236}">
                <a16:creationId xmlns:a16="http://schemas.microsoft.com/office/drawing/2014/main" id="{D1D04B3B-41B4-438D-9103-53654A5F8184}"/>
              </a:ext>
            </a:extLst>
          </p:cNvPr>
          <p:cNvSpPr>
            <a:spLocks noGrp="1"/>
          </p:cNvSpPr>
          <p:nvPr/>
        </p:nvSpPr>
        <p:spPr>
          <a:xfrm>
            <a:off x="2941320" y="398621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4" name="anim_o2719_1">
            <a:extLst>
              <a:ext uri="{FF2B5EF4-FFF2-40B4-BE49-F238E27FC236}">
                <a16:creationId xmlns:a16="http://schemas.microsoft.com/office/drawing/2014/main" id="{B08FE7D7-8C3D-45C9-B2A1-8B33531CDA45}"/>
              </a:ext>
            </a:extLst>
          </p:cNvPr>
          <p:cNvSpPr>
            <a:spLocks noGrp="1"/>
          </p:cNvSpPr>
          <p:nvPr/>
        </p:nvSpPr>
        <p:spPr>
          <a:xfrm>
            <a:off x="3327082" y="398621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5" name="anim_o2720_1">
            <a:extLst>
              <a:ext uri="{FF2B5EF4-FFF2-40B4-BE49-F238E27FC236}">
                <a16:creationId xmlns:a16="http://schemas.microsoft.com/office/drawing/2014/main" id="{FBF2EBC8-9301-432B-B01B-BBC3AA98D984}"/>
              </a:ext>
            </a:extLst>
          </p:cNvPr>
          <p:cNvSpPr>
            <a:spLocks noGrp="1"/>
          </p:cNvSpPr>
          <p:nvPr/>
        </p:nvSpPr>
        <p:spPr>
          <a:xfrm>
            <a:off x="3712845" y="398621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6" name="anim_o2721_1">
            <a:extLst>
              <a:ext uri="{FF2B5EF4-FFF2-40B4-BE49-F238E27FC236}">
                <a16:creationId xmlns:a16="http://schemas.microsoft.com/office/drawing/2014/main" id="{02922019-324C-4CFA-85B7-14AEAB418CEB}"/>
              </a:ext>
            </a:extLst>
          </p:cNvPr>
          <p:cNvSpPr>
            <a:spLocks noGrp="1"/>
          </p:cNvSpPr>
          <p:nvPr/>
        </p:nvSpPr>
        <p:spPr>
          <a:xfrm>
            <a:off x="1784032" y="437197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7" name="anim_o2722_1">
            <a:extLst>
              <a:ext uri="{FF2B5EF4-FFF2-40B4-BE49-F238E27FC236}">
                <a16:creationId xmlns:a16="http://schemas.microsoft.com/office/drawing/2014/main" id="{2C65EE23-36DF-45F9-B419-E91F743F0867}"/>
              </a:ext>
            </a:extLst>
          </p:cNvPr>
          <p:cNvSpPr>
            <a:spLocks noGrp="1"/>
          </p:cNvSpPr>
          <p:nvPr/>
        </p:nvSpPr>
        <p:spPr>
          <a:xfrm>
            <a:off x="2169795" y="437197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8" name="anim_o2723_1">
            <a:extLst>
              <a:ext uri="{FF2B5EF4-FFF2-40B4-BE49-F238E27FC236}">
                <a16:creationId xmlns:a16="http://schemas.microsoft.com/office/drawing/2014/main" id="{4FB0FA20-A843-4BA3-B8EF-F2E28794B597}"/>
              </a:ext>
            </a:extLst>
          </p:cNvPr>
          <p:cNvSpPr>
            <a:spLocks noGrp="1"/>
          </p:cNvSpPr>
          <p:nvPr/>
        </p:nvSpPr>
        <p:spPr>
          <a:xfrm>
            <a:off x="2555558" y="437197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9" name="anim_o2724_1">
            <a:extLst>
              <a:ext uri="{FF2B5EF4-FFF2-40B4-BE49-F238E27FC236}">
                <a16:creationId xmlns:a16="http://schemas.microsoft.com/office/drawing/2014/main" id="{D19BF805-F9AC-404F-8D45-83298CC926CA}"/>
              </a:ext>
            </a:extLst>
          </p:cNvPr>
          <p:cNvSpPr>
            <a:spLocks noGrp="1"/>
          </p:cNvSpPr>
          <p:nvPr/>
        </p:nvSpPr>
        <p:spPr>
          <a:xfrm>
            <a:off x="2941320" y="437197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0" name="anim_o2725_1">
            <a:extLst>
              <a:ext uri="{FF2B5EF4-FFF2-40B4-BE49-F238E27FC236}">
                <a16:creationId xmlns:a16="http://schemas.microsoft.com/office/drawing/2014/main" id="{B4543012-BF6F-4E55-9A07-35BCA0D4BF53}"/>
              </a:ext>
            </a:extLst>
          </p:cNvPr>
          <p:cNvSpPr>
            <a:spLocks noGrp="1"/>
          </p:cNvSpPr>
          <p:nvPr/>
        </p:nvSpPr>
        <p:spPr>
          <a:xfrm>
            <a:off x="3327082" y="437197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1" name="anim_o2726_1">
            <a:extLst>
              <a:ext uri="{FF2B5EF4-FFF2-40B4-BE49-F238E27FC236}">
                <a16:creationId xmlns:a16="http://schemas.microsoft.com/office/drawing/2014/main" id="{86516F5D-37C0-4BBE-AFC9-F622FDEFD636}"/>
              </a:ext>
            </a:extLst>
          </p:cNvPr>
          <p:cNvSpPr>
            <a:spLocks noGrp="1"/>
          </p:cNvSpPr>
          <p:nvPr/>
        </p:nvSpPr>
        <p:spPr>
          <a:xfrm>
            <a:off x="3712845" y="437197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2" name="anim_o2798_1">
            <a:extLst>
              <a:ext uri="{FF2B5EF4-FFF2-40B4-BE49-F238E27FC236}">
                <a16:creationId xmlns:a16="http://schemas.microsoft.com/office/drawing/2014/main" id="{30B46A04-DED5-4019-8457-5039FF114399}"/>
              </a:ext>
            </a:extLst>
          </p:cNvPr>
          <p:cNvSpPr>
            <a:spLocks noGrp="1"/>
          </p:cNvSpPr>
          <p:nvPr/>
        </p:nvSpPr>
        <p:spPr>
          <a:xfrm>
            <a:off x="1784032" y="2443163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3" name="anim_o2799_1">
            <a:extLst>
              <a:ext uri="{FF2B5EF4-FFF2-40B4-BE49-F238E27FC236}">
                <a16:creationId xmlns:a16="http://schemas.microsoft.com/office/drawing/2014/main" id="{BA97F9C8-3A34-45D7-8846-1375FF355B27}"/>
              </a:ext>
            </a:extLst>
          </p:cNvPr>
          <p:cNvSpPr>
            <a:spLocks noGrp="1"/>
          </p:cNvSpPr>
          <p:nvPr/>
        </p:nvSpPr>
        <p:spPr>
          <a:xfrm>
            <a:off x="2169795" y="2443163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4" name="anim_o2800_1">
            <a:extLst>
              <a:ext uri="{FF2B5EF4-FFF2-40B4-BE49-F238E27FC236}">
                <a16:creationId xmlns:a16="http://schemas.microsoft.com/office/drawing/2014/main" id="{A602E7EF-DB42-4C16-88A0-1B57772BF7E5}"/>
              </a:ext>
            </a:extLst>
          </p:cNvPr>
          <p:cNvSpPr>
            <a:spLocks noGrp="1"/>
          </p:cNvSpPr>
          <p:nvPr/>
        </p:nvSpPr>
        <p:spPr>
          <a:xfrm>
            <a:off x="2555558" y="2443163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5" name="anim_o2801_1">
            <a:extLst>
              <a:ext uri="{FF2B5EF4-FFF2-40B4-BE49-F238E27FC236}">
                <a16:creationId xmlns:a16="http://schemas.microsoft.com/office/drawing/2014/main" id="{1ACABD33-B850-4AFC-AA28-31B25FE6D366}"/>
              </a:ext>
            </a:extLst>
          </p:cNvPr>
          <p:cNvSpPr>
            <a:spLocks noGrp="1"/>
          </p:cNvSpPr>
          <p:nvPr/>
        </p:nvSpPr>
        <p:spPr>
          <a:xfrm>
            <a:off x="1784032" y="2828925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6" name="anim_o2802_1">
            <a:extLst>
              <a:ext uri="{FF2B5EF4-FFF2-40B4-BE49-F238E27FC236}">
                <a16:creationId xmlns:a16="http://schemas.microsoft.com/office/drawing/2014/main" id="{5BCCD02B-B602-4BF2-A1AB-E24984AEB1C8}"/>
              </a:ext>
            </a:extLst>
          </p:cNvPr>
          <p:cNvSpPr>
            <a:spLocks noGrp="1"/>
          </p:cNvSpPr>
          <p:nvPr/>
        </p:nvSpPr>
        <p:spPr>
          <a:xfrm>
            <a:off x="2169795" y="2828925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7" name="anim_o2803_1">
            <a:extLst>
              <a:ext uri="{FF2B5EF4-FFF2-40B4-BE49-F238E27FC236}">
                <a16:creationId xmlns:a16="http://schemas.microsoft.com/office/drawing/2014/main" id="{DF9C574A-46EE-4623-A8D8-3964CC3D4F60}"/>
              </a:ext>
            </a:extLst>
          </p:cNvPr>
          <p:cNvSpPr>
            <a:spLocks noGrp="1"/>
          </p:cNvSpPr>
          <p:nvPr/>
        </p:nvSpPr>
        <p:spPr>
          <a:xfrm>
            <a:off x="2555558" y="2828925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8" name="anim_o2804_1">
            <a:extLst>
              <a:ext uri="{FF2B5EF4-FFF2-40B4-BE49-F238E27FC236}">
                <a16:creationId xmlns:a16="http://schemas.microsoft.com/office/drawing/2014/main" id="{6F100945-2E6A-4B35-8EC1-5C8D42FB31F9}"/>
              </a:ext>
            </a:extLst>
          </p:cNvPr>
          <p:cNvSpPr>
            <a:spLocks noGrp="1"/>
          </p:cNvSpPr>
          <p:nvPr/>
        </p:nvSpPr>
        <p:spPr>
          <a:xfrm>
            <a:off x="1784032" y="3214688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9" name="anim_o2805_1">
            <a:extLst>
              <a:ext uri="{FF2B5EF4-FFF2-40B4-BE49-F238E27FC236}">
                <a16:creationId xmlns:a16="http://schemas.microsoft.com/office/drawing/2014/main" id="{9CEACA05-3D99-4D11-9D2A-3178FCE22880}"/>
              </a:ext>
            </a:extLst>
          </p:cNvPr>
          <p:cNvSpPr>
            <a:spLocks noGrp="1"/>
          </p:cNvSpPr>
          <p:nvPr/>
        </p:nvSpPr>
        <p:spPr>
          <a:xfrm>
            <a:off x="2169795" y="3214688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0" name="anim_o2806_1">
            <a:extLst>
              <a:ext uri="{FF2B5EF4-FFF2-40B4-BE49-F238E27FC236}">
                <a16:creationId xmlns:a16="http://schemas.microsoft.com/office/drawing/2014/main" id="{0BE5BFE4-DC24-4973-A472-7D38E1A6DD18}"/>
              </a:ext>
            </a:extLst>
          </p:cNvPr>
          <p:cNvSpPr>
            <a:spLocks noGrp="1"/>
          </p:cNvSpPr>
          <p:nvPr/>
        </p:nvSpPr>
        <p:spPr>
          <a:xfrm>
            <a:off x="2555558" y="3214688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1" name="anim_o2654_1">
            <a:extLst>
              <a:ext uri="{FF2B5EF4-FFF2-40B4-BE49-F238E27FC236}">
                <a16:creationId xmlns:a16="http://schemas.microsoft.com/office/drawing/2014/main" id="{2CF70BAA-4E3A-4C45-8BB0-1E1183CBFB14}"/>
              </a:ext>
            </a:extLst>
          </p:cNvPr>
          <p:cNvSpPr>
            <a:spLocks noGrp="1"/>
          </p:cNvSpPr>
          <p:nvPr/>
        </p:nvSpPr>
        <p:spPr>
          <a:xfrm>
            <a:off x="1998345" y="222885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2" name="anim_o2655_1">
            <a:extLst>
              <a:ext uri="{FF2B5EF4-FFF2-40B4-BE49-F238E27FC236}">
                <a16:creationId xmlns:a16="http://schemas.microsoft.com/office/drawing/2014/main" id="{5B6ADD07-5ECC-4B12-9C79-0517949370BB}"/>
              </a:ext>
            </a:extLst>
          </p:cNvPr>
          <p:cNvSpPr>
            <a:spLocks noGrp="1"/>
          </p:cNvSpPr>
          <p:nvPr/>
        </p:nvSpPr>
        <p:spPr>
          <a:xfrm>
            <a:off x="2384108" y="222885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3" name="anim_o2656_1">
            <a:extLst>
              <a:ext uri="{FF2B5EF4-FFF2-40B4-BE49-F238E27FC236}">
                <a16:creationId xmlns:a16="http://schemas.microsoft.com/office/drawing/2014/main" id="{106F1504-EBD0-4435-86E9-5C7393EE6303}"/>
              </a:ext>
            </a:extLst>
          </p:cNvPr>
          <p:cNvSpPr>
            <a:spLocks noGrp="1"/>
          </p:cNvSpPr>
          <p:nvPr/>
        </p:nvSpPr>
        <p:spPr>
          <a:xfrm>
            <a:off x="2769870" y="222885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4" name="anim_o2657_1">
            <a:extLst>
              <a:ext uri="{FF2B5EF4-FFF2-40B4-BE49-F238E27FC236}">
                <a16:creationId xmlns:a16="http://schemas.microsoft.com/office/drawing/2014/main" id="{F64D091E-4A6C-4461-BF7F-7BE702BAAA4A}"/>
              </a:ext>
            </a:extLst>
          </p:cNvPr>
          <p:cNvSpPr>
            <a:spLocks noGrp="1"/>
          </p:cNvSpPr>
          <p:nvPr/>
        </p:nvSpPr>
        <p:spPr>
          <a:xfrm>
            <a:off x="3155633" y="222885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5" name="anim_o2658_1">
            <a:extLst>
              <a:ext uri="{FF2B5EF4-FFF2-40B4-BE49-F238E27FC236}">
                <a16:creationId xmlns:a16="http://schemas.microsoft.com/office/drawing/2014/main" id="{34363E6E-C7C8-4127-9622-87741DDF422C}"/>
              </a:ext>
            </a:extLst>
          </p:cNvPr>
          <p:cNvSpPr>
            <a:spLocks noGrp="1"/>
          </p:cNvSpPr>
          <p:nvPr/>
        </p:nvSpPr>
        <p:spPr>
          <a:xfrm>
            <a:off x="3541395" y="222885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6" name="anim_o2659_1">
            <a:extLst>
              <a:ext uri="{FF2B5EF4-FFF2-40B4-BE49-F238E27FC236}">
                <a16:creationId xmlns:a16="http://schemas.microsoft.com/office/drawing/2014/main" id="{E829AD34-B741-4DE6-8250-6EC67C526944}"/>
              </a:ext>
            </a:extLst>
          </p:cNvPr>
          <p:cNvSpPr>
            <a:spLocks noGrp="1"/>
          </p:cNvSpPr>
          <p:nvPr/>
        </p:nvSpPr>
        <p:spPr>
          <a:xfrm>
            <a:off x="3927158" y="222885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7" name="anim_o2660_1">
            <a:extLst>
              <a:ext uri="{FF2B5EF4-FFF2-40B4-BE49-F238E27FC236}">
                <a16:creationId xmlns:a16="http://schemas.microsoft.com/office/drawing/2014/main" id="{99ECBB2E-097F-44D6-A3C0-9C09614C17E9}"/>
              </a:ext>
            </a:extLst>
          </p:cNvPr>
          <p:cNvSpPr>
            <a:spLocks noGrp="1"/>
          </p:cNvSpPr>
          <p:nvPr/>
        </p:nvSpPr>
        <p:spPr>
          <a:xfrm>
            <a:off x="1998345" y="261461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8" name="anim_o2661_1">
            <a:extLst>
              <a:ext uri="{FF2B5EF4-FFF2-40B4-BE49-F238E27FC236}">
                <a16:creationId xmlns:a16="http://schemas.microsoft.com/office/drawing/2014/main" id="{B4FD4D61-BA11-4257-8A55-EE160A6EAD5E}"/>
              </a:ext>
            </a:extLst>
          </p:cNvPr>
          <p:cNvSpPr>
            <a:spLocks noGrp="1"/>
          </p:cNvSpPr>
          <p:nvPr/>
        </p:nvSpPr>
        <p:spPr>
          <a:xfrm>
            <a:off x="2384108" y="261461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9" name="anim_o2662_1">
            <a:extLst>
              <a:ext uri="{FF2B5EF4-FFF2-40B4-BE49-F238E27FC236}">
                <a16:creationId xmlns:a16="http://schemas.microsoft.com/office/drawing/2014/main" id="{362B1646-1E3B-44A1-9868-EF92532B6C27}"/>
              </a:ext>
            </a:extLst>
          </p:cNvPr>
          <p:cNvSpPr>
            <a:spLocks noGrp="1"/>
          </p:cNvSpPr>
          <p:nvPr/>
        </p:nvSpPr>
        <p:spPr>
          <a:xfrm>
            <a:off x="2769870" y="261461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0" name="anim_o2663_1">
            <a:extLst>
              <a:ext uri="{FF2B5EF4-FFF2-40B4-BE49-F238E27FC236}">
                <a16:creationId xmlns:a16="http://schemas.microsoft.com/office/drawing/2014/main" id="{B3296F93-1DE7-4EAD-8999-66B882B7E9BC}"/>
              </a:ext>
            </a:extLst>
          </p:cNvPr>
          <p:cNvSpPr>
            <a:spLocks noGrp="1"/>
          </p:cNvSpPr>
          <p:nvPr/>
        </p:nvSpPr>
        <p:spPr>
          <a:xfrm>
            <a:off x="3155633" y="261461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1" name="anim_o2664_1">
            <a:extLst>
              <a:ext uri="{FF2B5EF4-FFF2-40B4-BE49-F238E27FC236}">
                <a16:creationId xmlns:a16="http://schemas.microsoft.com/office/drawing/2014/main" id="{4982229F-3E71-4AA1-9B41-7CF718BB3B01}"/>
              </a:ext>
            </a:extLst>
          </p:cNvPr>
          <p:cNvSpPr>
            <a:spLocks noGrp="1"/>
          </p:cNvSpPr>
          <p:nvPr/>
        </p:nvSpPr>
        <p:spPr>
          <a:xfrm>
            <a:off x="3541395" y="261461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2" name="anim_o2665_1">
            <a:extLst>
              <a:ext uri="{FF2B5EF4-FFF2-40B4-BE49-F238E27FC236}">
                <a16:creationId xmlns:a16="http://schemas.microsoft.com/office/drawing/2014/main" id="{1FA93B78-61A4-419F-8DFA-6E8516B328C7}"/>
              </a:ext>
            </a:extLst>
          </p:cNvPr>
          <p:cNvSpPr>
            <a:spLocks noGrp="1"/>
          </p:cNvSpPr>
          <p:nvPr/>
        </p:nvSpPr>
        <p:spPr>
          <a:xfrm>
            <a:off x="3927158" y="261461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3" name="anim_o2666_1">
            <a:extLst>
              <a:ext uri="{FF2B5EF4-FFF2-40B4-BE49-F238E27FC236}">
                <a16:creationId xmlns:a16="http://schemas.microsoft.com/office/drawing/2014/main" id="{DAB26976-2BA6-46B6-96C3-FEF546128EC2}"/>
              </a:ext>
            </a:extLst>
          </p:cNvPr>
          <p:cNvSpPr>
            <a:spLocks noGrp="1"/>
          </p:cNvSpPr>
          <p:nvPr/>
        </p:nvSpPr>
        <p:spPr>
          <a:xfrm>
            <a:off x="1998345" y="3000375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4" name="anim_o2667_1">
            <a:extLst>
              <a:ext uri="{FF2B5EF4-FFF2-40B4-BE49-F238E27FC236}">
                <a16:creationId xmlns:a16="http://schemas.microsoft.com/office/drawing/2014/main" id="{28864C62-B0D5-45B9-9BC5-9E2E7277489E}"/>
              </a:ext>
            </a:extLst>
          </p:cNvPr>
          <p:cNvSpPr>
            <a:spLocks noGrp="1"/>
          </p:cNvSpPr>
          <p:nvPr/>
        </p:nvSpPr>
        <p:spPr>
          <a:xfrm>
            <a:off x="2384108" y="3000375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5" name="anim_o2668_1">
            <a:extLst>
              <a:ext uri="{FF2B5EF4-FFF2-40B4-BE49-F238E27FC236}">
                <a16:creationId xmlns:a16="http://schemas.microsoft.com/office/drawing/2014/main" id="{D6E9F48B-4129-4C5B-BE68-D041D18E35C3}"/>
              </a:ext>
            </a:extLst>
          </p:cNvPr>
          <p:cNvSpPr>
            <a:spLocks noGrp="1"/>
          </p:cNvSpPr>
          <p:nvPr/>
        </p:nvSpPr>
        <p:spPr>
          <a:xfrm>
            <a:off x="2769870" y="3000375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6" name="anim_o2669_1">
            <a:extLst>
              <a:ext uri="{FF2B5EF4-FFF2-40B4-BE49-F238E27FC236}">
                <a16:creationId xmlns:a16="http://schemas.microsoft.com/office/drawing/2014/main" id="{F4BE607C-6E77-4D7C-A6AD-9C87A280B0FD}"/>
              </a:ext>
            </a:extLst>
          </p:cNvPr>
          <p:cNvSpPr>
            <a:spLocks noGrp="1"/>
          </p:cNvSpPr>
          <p:nvPr/>
        </p:nvSpPr>
        <p:spPr>
          <a:xfrm>
            <a:off x="3155633" y="3000375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7" name="anim_o2670_1">
            <a:extLst>
              <a:ext uri="{FF2B5EF4-FFF2-40B4-BE49-F238E27FC236}">
                <a16:creationId xmlns:a16="http://schemas.microsoft.com/office/drawing/2014/main" id="{44E79929-F663-4747-A77B-6659C1EA6876}"/>
              </a:ext>
            </a:extLst>
          </p:cNvPr>
          <p:cNvSpPr>
            <a:spLocks noGrp="1"/>
          </p:cNvSpPr>
          <p:nvPr/>
        </p:nvSpPr>
        <p:spPr>
          <a:xfrm>
            <a:off x="3541395" y="3000375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8" name="anim_o2671_1">
            <a:extLst>
              <a:ext uri="{FF2B5EF4-FFF2-40B4-BE49-F238E27FC236}">
                <a16:creationId xmlns:a16="http://schemas.microsoft.com/office/drawing/2014/main" id="{587322EC-B617-42B0-8262-E2695C3585E9}"/>
              </a:ext>
            </a:extLst>
          </p:cNvPr>
          <p:cNvSpPr>
            <a:spLocks noGrp="1"/>
          </p:cNvSpPr>
          <p:nvPr/>
        </p:nvSpPr>
        <p:spPr>
          <a:xfrm>
            <a:off x="3927158" y="3000375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9" name="anim_o2672_1">
            <a:extLst>
              <a:ext uri="{FF2B5EF4-FFF2-40B4-BE49-F238E27FC236}">
                <a16:creationId xmlns:a16="http://schemas.microsoft.com/office/drawing/2014/main" id="{40D16331-435C-4332-8935-8F03AC14C810}"/>
              </a:ext>
            </a:extLst>
          </p:cNvPr>
          <p:cNvSpPr>
            <a:spLocks noGrp="1"/>
          </p:cNvSpPr>
          <p:nvPr/>
        </p:nvSpPr>
        <p:spPr>
          <a:xfrm>
            <a:off x="1998345" y="3386138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0" name="anim_o2673_1">
            <a:extLst>
              <a:ext uri="{FF2B5EF4-FFF2-40B4-BE49-F238E27FC236}">
                <a16:creationId xmlns:a16="http://schemas.microsoft.com/office/drawing/2014/main" id="{2D391EBE-C95E-4C36-96C5-1C00E0BBAE3E}"/>
              </a:ext>
            </a:extLst>
          </p:cNvPr>
          <p:cNvSpPr>
            <a:spLocks noGrp="1"/>
          </p:cNvSpPr>
          <p:nvPr/>
        </p:nvSpPr>
        <p:spPr>
          <a:xfrm>
            <a:off x="2384108" y="3386138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1" name="anim_o2674_1">
            <a:extLst>
              <a:ext uri="{FF2B5EF4-FFF2-40B4-BE49-F238E27FC236}">
                <a16:creationId xmlns:a16="http://schemas.microsoft.com/office/drawing/2014/main" id="{EB64C987-4398-4EE3-96C3-5B83E6BAA1B3}"/>
              </a:ext>
            </a:extLst>
          </p:cNvPr>
          <p:cNvSpPr>
            <a:spLocks noGrp="1"/>
          </p:cNvSpPr>
          <p:nvPr/>
        </p:nvSpPr>
        <p:spPr>
          <a:xfrm>
            <a:off x="2769870" y="3386138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2" name="anim_o2675_1">
            <a:extLst>
              <a:ext uri="{FF2B5EF4-FFF2-40B4-BE49-F238E27FC236}">
                <a16:creationId xmlns:a16="http://schemas.microsoft.com/office/drawing/2014/main" id="{BE2DB282-AB20-4422-86FC-0AB4D2D1DE79}"/>
              </a:ext>
            </a:extLst>
          </p:cNvPr>
          <p:cNvSpPr>
            <a:spLocks noGrp="1"/>
          </p:cNvSpPr>
          <p:nvPr/>
        </p:nvSpPr>
        <p:spPr>
          <a:xfrm>
            <a:off x="3155633" y="3386138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3" name="anim_o2676_1">
            <a:extLst>
              <a:ext uri="{FF2B5EF4-FFF2-40B4-BE49-F238E27FC236}">
                <a16:creationId xmlns:a16="http://schemas.microsoft.com/office/drawing/2014/main" id="{60A7EBBD-768C-494C-9C8E-1222060D1822}"/>
              </a:ext>
            </a:extLst>
          </p:cNvPr>
          <p:cNvSpPr>
            <a:spLocks noGrp="1"/>
          </p:cNvSpPr>
          <p:nvPr/>
        </p:nvSpPr>
        <p:spPr>
          <a:xfrm>
            <a:off x="3541395" y="3386138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4" name="anim_o2677_1">
            <a:extLst>
              <a:ext uri="{FF2B5EF4-FFF2-40B4-BE49-F238E27FC236}">
                <a16:creationId xmlns:a16="http://schemas.microsoft.com/office/drawing/2014/main" id="{5338EB4E-4B22-4B3D-9618-D7AD15D6BEFD}"/>
              </a:ext>
            </a:extLst>
          </p:cNvPr>
          <p:cNvSpPr>
            <a:spLocks noGrp="1"/>
          </p:cNvSpPr>
          <p:nvPr/>
        </p:nvSpPr>
        <p:spPr>
          <a:xfrm>
            <a:off x="3927158" y="3386138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5" name="anim_o2678_1">
            <a:extLst>
              <a:ext uri="{FF2B5EF4-FFF2-40B4-BE49-F238E27FC236}">
                <a16:creationId xmlns:a16="http://schemas.microsoft.com/office/drawing/2014/main" id="{C24B9C64-D8A4-4FC9-9D0C-B61F8CD4AC73}"/>
              </a:ext>
            </a:extLst>
          </p:cNvPr>
          <p:cNvSpPr>
            <a:spLocks noGrp="1"/>
          </p:cNvSpPr>
          <p:nvPr/>
        </p:nvSpPr>
        <p:spPr>
          <a:xfrm>
            <a:off x="1998345" y="377190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6" name="anim_o2679_1">
            <a:extLst>
              <a:ext uri="{FF2B5EF4-FFF2-40B4-BE49-F238E27FC236}">
                <a16:creationId xmlns:a16="http://schemas.microsoft.com/office/drawing/2014/main" id="{22B3F5F7-3E5A-4DF1-A32B-D1898C2CE365}"/>
              </a:ext>
            </a:extLst>
          </p:cNvPr>
          <p:cNvSpPr>
            <a:spLocks noGrp="1"/>
          </p:cNvSpPr>
          <p:nvPr/>
        </p:nvSpPr>
        <p:spPr>
          <a:xfrm>
            <a:off x="2384108" y="377190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7" name="anim_o2680_1">
            <a:extLst>
              <a:ext uri="{FF2B5EF4-FFF2-40B4-BE49-F238E27FC236}">
                <a16:creationId xmlns:a16="http://schemas.microsoft.com/office/drawing/2014/main" id="{1234913E-AD1C-4C60-BB93-43458C4FBF16}"/>
              </a:ext>
            </a:extLst>
          </p:cNvPr>
          <p:cNvSpPr>
            <a:spLocks noGrp="1"/>
          </p:cNvSpPr>
          <p:nvPr/>
        </p:nvSpPr>
        <p:spPr>
          <a:xfrm>
            <a:off x="2769870" y="377190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8" name="anim_o2681_1">
            <a:extLst>
              <a:ext uri="{FF2B5EF4-FFF2-40B4-BE49-F238E27FC236}">
                <a16:creationId xmlns:a16="http://schemas.microsoft.com/office/drawing/2014/main" id="{62A3E3F8-1C89-4ED6-92DF-11F1602B400C}"/>
              </a:ext>
            </a:extLst>
          </p:cNvPr>
          <p:cNvSpPr>
            <a:spLocks noGrp="1"/>
          </p:cNvSpPr>
          <p:nvPr/>
        </p:nvSpPr>
        <p:spPr>
          <a:xfrm>
            <a:off x="3155633" y="377190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9" name="anim_o2682_1">
            <a:extLst>
              <a:ext uri="{FF2B5EF4-FFF2-40B4-BE49-F238E27FC236}">
                <a16:creationId xmlns:a16="http://schemas.microsoft.com/office/drawing/2014/main" id="{745FDECF-6F1D-48F1-8D8E-8815AF81BAEC}"/>
              </a:ext>
            </a:extLst>
          </p:cNvPr>
          <p:cNvSpPr>
            <a:spLocks noGrp="1"/>
          </p:cNvSpPr>
          <p:nvPr/>
        </p:nvSpPr>
        <p:spPr>
          <a:xfrm>
            <a:off x="3541395" y="377190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0" name="anim_o2683_1">
            <a:extLst>
              <a:ext uri="{FF2B5EF4-FFF2-40B4-BE49-F238E27FC236}">
                <a16:creationId xmlns:a16="http://schemas.microsoft.com/office/drawing/2014/main" id="{D0B0C932-7F07-4AD9-AE63-6130D8CE2AE3}"/>
              </a:ext>
            </a:extLst>
          </p:cNvPr>
          <p:cNvSpPr>
            <a:spLocks noGrp="1"/>
          </p:cNvSpPr>
          <p:nvPr/>
        </p:nvSpPr>
        <p:spPr>
          <a:xfrm>
            <a:off x="3927158" y="377190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1" name="anim_o2684_1">
            <a:extLst>
              <a:ext uri="{FF2B5EF4-FFF2-40B4-BE49-F238E27FC236}">
                <a16:creationId xmlns:a16="http://schemas.microsoft.com/office/drawing/2014/main" id="{38616CD6-819A-437E-A2DE-50925DEA0D23}"/>
              </a:ext>
            </a:extLst>
          </p:cNvPr>
          <p:cNvSpPr>
            <a:spLocks noGrp="1"/>
          </p:cNvSpPr>
          <p:nvPr/>
        </p:nvSpPr>
        <p:spPr>
          <a:xfrm>
            <a:off x="1998345" y="415766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2" name="anim_o2685_1">
            <a:extLst>
              <a:ext uri="{FF2B5EF4-FFF2-40B4-BE49-F238E27FC236}">
                <a16:creationId xmlns:a16="http://schemas.microsoft.com/office/drawing/2014/main" id="{CAD92624-B341-4167-AFA5-D4CB29836FFC}"/>
              </a:ext>
            </a:extLst>
          </p:cNvPr>
          <p:cNvSpPr>
            <a:spLocks noGrp="1"/>
          </p:cNvSpPr>
          <p:nvPr/>
        </p:nvSpPr>
        <p:spPr>
          <a:xfrm>
            <a:off x="2384108" y="415766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3" name="anim_o2686_1">
            <a:extLst>
              <a:ext uri="{FF2B5EF4-FFF2-40B4-BE49-F238E27FC236}">
                <a16:creationId xmlns:a16="http://schemas.microsoft.com/office/drawing/2014/main" id="{D6DAD89F-5D4A-41DE-9248-A0197A685ECF}"/>
              </a:ext>
            </a:extLst>
          </p:cNvPr>
          <p:cNvSpPr>
            <a:spLocks noGrp="1"/>
          </p:cNvSpPr>
          <p:nvPr/>
        </p:nvSpPr>
        <p:spPr>
          <a:xfrm>
            <a:off x="2769870" y="415766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4" name="anim_o2687_1">
            <a:extLst>
              <a:ext uri="{FF2B5EF4-FFF2-40B4-BE49-F238E27FC236}">
                <a16:creationId xmlns:a16="http://schemas.microsoft.com/office/drawing/2014/main" id="{7FACDE84-18C2-4D13-8668-5B67D78F4585}"/>
              </a:ext>
            </a:extLst>
          </p:cNvPr>
          <p:cNvSpPr>
            <a:spLocks noGrp="1"/>
          </p:cNvSpPr>
          <p:nvPr/>
        </p:nvSpPr>
        <p:spPr>
          <a:xfrm>
            <a:off x="3155633" y="415766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5" name="anim_o2688_1">
            <a:extLst>
              <a:ext uri="{FF2B5EF4-FFF2-40B4-BE49-F238E27FC236}">
                <a16:creationId xmlns:a16="http://schemas.microsoft.com/office/drawing/2014/main" id="{71771926-F7B1-460F-B47C-25EA344F1163}"/>
              </a:ext>
            </a:extLst>
          </p:cNvPr>
          <p:cNvSpPr>
            <a:spLocks noGrp="1"/>
          </p:cNvSpPr>
          <p:nvPr/>
        </p:nvSpPr>
        <p:spPr>
          <a:xfrm>
            <a:off x="3541395" y="415766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6" name="anim_o2689_1">
            <a:extLst>
              <a:ext uri="{FF2B5EF4-FFF2-40B4-BE49-F238E27FC236}">
                <a16:creationId xmlns:a16="http://schemas.microsoft.com/office/drawing/2014/main" id="{C9E55D77-4416-44C6-B67E-7C2E6F27DC5C}"/>
              </a:ext>
            </a:extLst>
          </p:cNvPr>
          <p:cNvSpPr>
            <a:spLocks noGrp="1"/>
          </p:cNvSpPr>
          <p:nvPr/>
        </p:nvSpPr>
        <p:spPr>
          <a:xfrm>
            <a:off x="3927158" y="415766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7" name="anim_o2788_1">
            <a:extLst>
              <a:ext uri="{FF2B5EF4-FFF2-40B4-BE49-F238E27FC236}">
                <a16:creationId xmlns:a16="http://schemas.microsoft.com/office/drawing/2014/main" id="{1D409F27-0832-48F9-8A7E-B3D284F1F587}"/>
              </a:ext>
            </a:extLst>
          </p:cNvPr>
          <p:cNvSpPr>
            <a:spLocks noGrp="1"/>
          </p:cNvSpPr>
          <p:nvPr/>
        </p:nvSpPr>
        <p:spPr>
          <a:xfrm>
            <a:off x="1998345" y="2228850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8" name="anim_o2789_1">
            <a:extLst>
              <a:ext uri="{FF2B5EF4-FFF2-40B4-BE49-F238E27FC236}">
                <a16:creationId xmlns:a16="http://schemas.microsoft.com/office/drawing/2014/main" id="{921B2AAF-09B6-4B07-9B7D-2AA3CFE0F4BC}"/>
              </a:ext>
            </a:extLst>
          </p:cNvPr>
          <p:cNvSpPr>
            <a:spLocks noGrp="1"/>
          </p:cNvSpPr>
          <p:nvPr/>
        </p:nvSpPr>
        <p:spPr>
          <a:xfrm>
            <a:off x="2384108" y="2228850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9" name="anim_o2790_1">
            <a:extLst>
              <a:ext uri="{FF2B5EF4-FFF2-40B4-BE49-F238E27FC236}">
                <a16:creationId xmlns:a16="http://schemas.microsoft.com/office/drawing/2014/main" id="{8FAB670D-7298-424C-B5F1-5328F4C9FC2A}"/>
              </a:ext>
            </a:extLst>
          </p:cNvPr>
          <p:cNvSpPr>
            <a:spLocks noGrp="1"/>
          </p:cNvSpPr>
          <p:nvPr/>
        </p:nvSpPr>
        <p:spPr>
          <a:xfrm>
            <a:off x="2769870" y="2228850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0" name="anim_o2791_1">
            <a:extLst>
              <a:ext uri="{FF2B5EF4-FFF2-40B4-BE49-F238E27FC236}">
                <a16:creationId xmlns:a16="http://schemas.microsoft.com/office/drawing/2014/main" id="{EE2D1B2D-B94E-4C59-85E9-F88B9532B1A2}"/>
              </a:ext>
            </a:extLst>
          </p:cNvPr>
          <p:cNvSpPr>
            <a:spLocks noGrp="1"/>
          </p:cNvSpPr>
          <p:nvPr/>
        </p:nvSpPr>
        <p:spPr>
          <a:xfrm>
            <a:off x="1998345" y="2614613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1" name="anim_o2792_1">
            <a:extLst>
              <a:ext uri="{FF2B5EF4-FFF2-40B4-BE49-F238E27FC236}">
                <a16:creationId xmlns:a16="http://schemas.microsoft.com/office/drawing/2014/main" id="{79E0D6C9-69CD-4165-8715-B6A47A19CCC7}"/>
              </a:ext>
            </a:extLst>
          </p:cNvPr>
          <p:cNvSpPr>
            <a:spLocks noGrp="1"/>
          </p:cNvSpPr>
          <p:nvPr/>
        </p:nvSpPr>
        <p:spPr>
          <a:xfrm>
            <a:off x="2384108" y="2614613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2" name="anim_o2793_1">
            <a:extLst>
              <a:ext uri="{FF2B5EF4-FFF2-40B4-BE49-F238E27FC236}">
                <a16:creationId xmlns:a16="http://schemas.microsoft.com/office/drawing/2014/main" id="{71A12170-C22D-4DDD-89D6-B0FE9E81E6D1}"/>
              </a:ext>
            </a:extLst>
          </p:cNvPr>
          <p:cNvSpPr>
            <a:spLocks noGrp="1"/>
          </p:cNvSpPr>
          <p:nvPr/>
        </p:nvSpPr>
        <p:spPr>
          <a:xfrm>
            <a:off x="2769870" y="2614613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3" name="anim_o2794_1">
            <a:extLst>
              <a:ext uri="{FF2B5EF4-FFF2-40B4-BE49-F238E27FC236}">
                <a16:creationId xmlns:a16="http://schemas.microsoft.com/office/drawing/2014/main" id="{CCCE202C-7E2B-4C33-BEF3-99DA447409AF}"/>
              </a:ext>
            </a:extLst>
          </p:cNvPr>
          <p:cNvSpPr>
            <a:spLocks noGrp="1"/>
          </p:cNvSpPr>
          <p:nvPr/>
        </p:nvSpPr>
        <p:spPr>
          <a:xfrm>
            <a:off x="1998345" y="3000375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4" name="anim_o2795_1">
            <a:extLst>
              <a:ext uri="{FF2B5EF4-FFF2-40B4-BE49-F238E27FC236}">
                <a16:creationId xmlns:a16="http://schemas.microsoft.com/office/drawing/2014/main" id="{1EDC69DA-F347-4F4C-9E2B-9A93F60ECD5A}"/>
              </a:ext>
            </a:extLst>
          </p:cNvPr>
          <p:cNvSpPr>
            <a:spLocks noGrp="1"/>
          </p:cNvSpPr>
          <p:nvPr/>
        </p:nvSpPr>
        <p:spPr>
          <a:xfrm>
            <a:off x="2384108" y="3000375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5" name="anim_o2796_1">
            <a:extLst>
              <a:ext uri="{FF2B5EF4-FFF2-40B4-BE49-F238E27FC236}">
                <a16:creationId xmlns:a16="http://schemas.microsoft.com/office/drawing/2014/main" id="{32AE109F-419F-4616-8CE8-472B20371DA8}"/>
              </a:ext>
            </a:extLst>
          </p:cNvPr>
          <p:cNvSpPr>
            <a:spLocks noGrp="1"/>
          </p:cNvSpPr>
          <p:nvPr/>
        </p:nvSpPr>
        <p:spPr>
          <a:xfrm>
            <a:off x="2769870" y="3000375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6" name="anim_o2838_2">
            <a:extLst>
              <a:ext uri="{FF2B5EF4-FFF2-40B4-BE49-F238E27FC236}">
                <a16:creationId xmlns:a16="http://schemas.microsoft.com/office/drawing/2014/main" id="{2A5C1CF2-A8C2-4676-93C8-2FE92D175129}"/>
              </a:ext>
            </a:extLst>
          </p:cNvPr>
          <p:cNvSpPr>
            <a:spLocks noGrp="1"/>
          </p:cNvSpPr>
          <p:nvPr/>
        </p:nvSpPr>
        <p:spPr>
          <a:xfrm>
            <a:off x="9027795" y="2828925"/>
            <a:ext cx="385763" cy="385763"/>
          </a:xfrm>
          <a:prstGeom prst="rect">
            <a:avLst/>
          </a:prstGeom>
          <a:solidFill>
            <a:srgbClr val="FFFFFF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7" name="anim_o2839_2">
            <a:extLst>
              <a:ext uri="{FF2B5EF4-FFF2-40B4-BE49-F238E27FC236}">
                <a16:creationId xmlns:a16="http://schemas.microsoft.com/office/drawing/2014/main" id="{ACB08DDF-791D-46DE-8797-B87E4FB3F147}"/>
              </a:ext>
            </a:extLst>
          </p:cNvPr>
          <p:cNvSpPr>
            <a:spLocks noGrp="1"/>
          </p:cNvSpPr>
          <p:nvPr/>
        </p:nvSpPr>
        <p:spPr>
          <a:xfrm>
            <a:off x="9413558" y="2828925"/>
            <a:ext cx="385763" cy="385763"/>
          </a:xfrm>
          <a:prstGeom prst="rect">
            <a:avLst/>
          </a:prstGeom>
          <a:solidFill>
            <a:srgbClr val="FFFFFF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8" name="anim_o2840_2">
            <a:extLst>
              <a:ext uri="{FF2B5EF4-FFF2-40B4-BE49-F238E27FC236}">
                <a16:creationId xmlns:a16="http://schemas.microsoft.com/office/drawing/2014/main" id="{7C15E528-91A0-49C3-81F5-90DDB1B125E6}"/>
              </a:ext>
            </a:extLst>
          </p:cNvPr>
          <p:cNvSpPr>
            <a:spLocks noGrp="1"/>
          </p:cNvSpPr>
          <p:nvPr/>
        </p:nvSpPr>
        <p:spPr>
          <a:xfrm>
            <a:off x="9799320" y="2828925"/>
            <a:ext cx="385763" cy="385763"/>
          </a:xfrm>
          <a:prstGeom prst="rect">
            <a:avLst/>
          </a:prstGeom>
          <a:solidFill>
            <a:srgbClr val="FFFFFF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9" name="anim_o2841_2">
            <a:extLst>
              <a:ext uri="{FF2B5EF4-FFF2-40B4-BE49-F238E27FC236}">
                <a16:creationId xmlns:a16="http://schemas.microsoft.com/office/drawing/2014/main" id="{9F4D75D8-3387-4844-B63B-179F036A2081}"/>
              </a:ext>
            </a:extLst>
          </p:cNvPr>
          <p:cNvSpPr>
            <a:spLocks noGrp="1"/>
          </p:cNvSpPr>
          <p:nvPr/>
        </p:nvSpPr>
        <p:spPr>
          <a:xfrm>
            <a:off x="10185083" y="2828925"/>
            <a:ext cx="385763" cy="385763"/>
          </a:xfrm>
          <a:prstGeom prst="rect">
            <a:avLst/>
          </a:prstGeom>
          <a:solidFill>
            <a:srgbClr val="FFFFFF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0" name="anim_o2842_2">
            <a:extLst>
              <a:ext uri="{FF2B5EF4-FFF2-40B4-BE49-F238E27FC236}">
                <a16:creationId xmlns:a16="http://schemas.microsoft.com/office/drawing/2014/main" id="{2DD769E6-5A0F-4094-9E3A-C5DEC80C7C66}"/>
              </a:ext>
            </a:extLst>
          </p:cNvPr>
          <p:cNvSpPr>
            <a:spLocks noGrp="1"/>
          </p:cNvSpPr>
          <p:nvPr/>
        </p:nvSpPr>
        <p:spPr>
          <a:xfrm>
            <a:off x="9027795" y="3214688"/>
            <a:ext cx="385763" cy="385763"/>
          </a:xfrm>
          <a:prstGeom prst="rect">
            <a:avLst/>
          </a:prstGeom>
          <a:solidFill>
            <a:srgbClr val="FFFFFF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1" name="anim_o2843_2">
            <a:extLst>
              <a:ext uri="{FF2B5EF4-FFF2-40B4-BE49-F238E27FC236}">
                <a16:creationId xmlns:a16="http://schemas.microsoft.com/office/drawing/2014/main" id="{BF959F97-87AE-4EBD-9BB1-832AF002668A}"/>
              </a:ext>
            </a:extLst>
          </p:cNvPr>
          <p:cNvSpPr>
            <a:spLocks noGrp="1"/>
          </p:cNvSpPr>
          <p:nvPr/>
        </p:nvSpPr>
        <p:spPr>
          <a:xfrm>
            <a:off x="9413558" y="3214688"/>
            <a:ext cx="385763" cy="385763"/>
          </a:xfrm>
          <a:prstGeom prst="rect">
            <a:avLst/>
          </a:prstGeom>
          <a:solidFill>
            <a:srgbClr val="FFFFFF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2" name="anim_o2844_2">
            <a:extLst>
              <a:ext uri="{FF2B5EF4-FFF2-40B4-BE49-F238E27FC236}">
                <a16:creationId xmlns:a16="http://schemas.microsoft.com/office/drawing/2014/main" id="{CAF138BB-4392-4A57-B21E-864B071DDC09}"/>
              </a:ext>
            </a:extLst>
          </p:cNvPr>
          <p:cNvSpPr>
            <a:spLocks noGrp="1"/>
          </p:cNvSpPr>
          <p:nvPr/>
        </p:nvSpPr>
        <p:spPr>
          <a:xfrm>
            <a:off x="9799320" y="3214688"/>
            <a:ext cx="385763" cy="385763"/>
          </a:xfrm>
          <a:prstGeom prst="rect">
            <a:avLst/>
          </a:prstGeom>
          <a:solidFill>
            <a:srgbClr val="FFFFFF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3" name="anim_o2845_2">
            <a:extLst>
              <a:ext uri="{FF2B5EF4-FFF2-40B4-BE49-F238E27FC236}">
                <a16:creationId xmlns:a16="http://schemas.microsoft.com/office/drawing/2014/main" id="{2DFBAE11-236B-4B1F-9A57-424E64856512}"/>
              </a:ext>
            </a:extLst>
          </p:cNvPr>
          <p:cNvSpPr>
            <a:spLocks noGrp="1"/>
          </p:cNvSpPr>
          <p:nvPr/>
        </p:nvSpPr>
        <p:spPr>
          <a:xfrm>
            <a:off x="10185083" y="3214688"/>
            <a:ext cx="385763" cy="385763"/>
          </a:xfrm>
          <a:prstGeom prst="rect">
            <a:avLst/>
          </a:prstGeom>
          <a:solidFill>
            <a:srgbClr val="FFFFFF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4" name="anim_o2846_2">
            <a:extLst>
              <a:ext uri="{FF2B5EF4-FFF2-40B4-BE49-F238E27FC236}">
                <a16:creationId xmlns:a16="http://schemas.microsoft.com/office/drawing/2014/main" id="{5C3EC2C6-B83E-4269-B4FF-68DD6EB305AF}"/>
              </a:ext>
            </a:extLst>
          </p:cNvPr>
          <p:cNvSpPr>
            <a:spLocks noGrp="1"/>
          </p:cNvSpPr>
          <p:nvPr/>
        </p:nvSpPr>
        <p:spPr>
          <a:xfrm>
            <a:off x="9027795" y="3600450"/>
            <a:ext cx="385763" cy="385763"/>
          </a:xfrm>
          <a:prstGeom prst="rect">
            <a:avLst/>
          </a:prstGeom>
          <a:solidFill>
            <a:srgbClr val="FFFFFF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5" name="anim_o2847_2">
            <a:extLst>
              <a:ext uri="{FF2B5EF4-FFF2-40B4-BE49-F238E27FC236}">
                <a16:creationId xmlns:a16="http://schemas.microsoft.com/office/drawing/2014/main" id="{381AC67B-A292-423D-B5FE-12F7173E6E3C}"/>
              </a:ext>
            </a:extLst>
          </p:cNvPr>
          <p:cNvSpPr>
            <a:spLocks noGrp="1"/>
          </p:cNvSpPr>
          <p:nvPr/>
        </p:nvSpPr>
        <p:spPr>
          <a:xfrm>
            <a:off x="9413558" y="3600450"/>
            <a:ext cx="385763" cy="385763"/>
          </a:xfrm>
          <a:prstGeom prst="rect">
            <a:avLst/>
          </a:prstGeom>
          <a:solidFill>
            <a:srgbClr val="FFFFFF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6" name="anim_o2848_2">
            <a:extLst>
              <a:ext uri="{FF2B5EF4-FFF2-40B4-BE49-F238E27FC236}">
                <a16:creationId xmlns:a16="http://schemas.microsoft.com/office/drawing/2014/main" id="{D7CCE119-7FCC-4C2C-893E-C722CB34EEAE}"/>
              </a:ext>
            </a:extLst>
          </p:cNvPr>
          <p:cNvSpPr>
            <a:spLocks noGrp="1"/>
          </p:cNvSpPr>
          <p:nvPr/>
        </p:nvSpPr>
        <p:spPr>
          <a:xfrm>
            <a:off x="9799320" y="3600450"/>
            <a:ext cx="385763" cy="385763"/>
          </a:xfrm>
          <a:prstGeom prst="rect">
            <a:avLst/>
          </a:prstGeom>
          <a:solidFill>
            <a:srgbClr val="FFFFFF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7" name="anim_o2849_2">
            <a:extLst>
              <a:ext uri="{FF2B5EF4-FFF2-40B4-BE49-F238E27FC236}">
                <a16:creationId xmlns:a16="http://schemas.microsoft.com/office/drawing/2014/main" id="{AC474B4A-3FD8-4EF9-9635-04E04C595FB7}"/>
              </a:ext>
            </a:extLst>
          </p:cNvPr>
          <p:cNvSpPr>
            <a:spLocks noGrp="1"/>
          </p:cNvSpPr>
          <p:nvPr/>
        </p:nvSpPr>
        <p:spPr>
          <a:xfrm>
            <a:off x="10185083" y="3600450"/>
            <a:ext cx="385763" cy="385763"/>
          </a:xfrm>
          <a:prstGeom prst="rect">
            <a:avLst/>
          </a:prstGeom>
          <a:solidFill>
            <a:srgbClr val="FFFFFF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8" name="anim_o2850_2">
            <a:extLst>
              <a:ext uri="{FF2B5EF4-FFF2-40B4-BE49-F238E27FC236}">
                <a16:creationId xmlns:a16="http://schemas.microsoft.com/office/drawing/2014/main" id="{1AA3B7E7-6474-44DC-8D7B-A23558B05960}"/>
              </a:ext>
            </a:extLst>
          </p:cNvPr>
          <p:cNvSpPr>
            <a:spLocks noGrp="1"/>
          </p:cNvSpPr>
          <p:nvPr/>
        </p:nvSpPr>
        <p:spPr>
          <a:xfrm>
            <a:off x="9027795" y="3986213"/>
            <a:ext cx="385763" cy="385763"/>
          </a:xfrm>
          <a:prstGeom prst="rect">
            <a:avLst/>
          </a:prstGeom>
          <a:solidFill>
            <a:srgbClr val="FFFFFF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9" name="anim_o2851_2">
            <a:extLst>
              <a:ext uri="{FF2B5EF4-FFF2-40B4-BE49-F238E27FC236}">
                <a16:creationId xmlns:a16="http://schemas.microsoft.com/office/drawing/2014/main" id="{473FCC95-6D83-42C4-95B8-7CB6DABE6B4C}"/>
              </a:ext>
            </a:extLst>
          </p:cNvPr>
          <p:cNvSpPr>
            <a:spLocks noGrp="1"/>
          </p:cNvSpPr>
          <p:nvPr/>
        </p:nvSpPr>
        <p:spPr>
          <a:xfrm>
            <a:off x="9413558" y="3986213"/>
            <a:ext cx="385763" cy="385763"/>
          </a:xfrm>
          <a:prstGeom prst="rect">
            <a:avLst/>
          </a:prstGeom>
          <a:solidFill>
            <a:srgbClr val="FFFFFF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0" name="anim_o2852_2">
            <a:extLst>
              <a:ext uri="{FF2B5EF4-FFF2-40B4-BE49-F238E27FC236}">
                <a16:creationId xmlns:a16="http://schemas.microsoft.com/office/drawing/2014/main" id="{1EB1225B-733E-4D90-968B-D86787EE7497}"/>
              </a:ext>
            </a:extLst>
          </p:cNvPr>
          <p:cNvSpPr>
            <a:spLocks noGrp="1"/>
          </p:cNvSpPr>
          <p:nvPr/>
        </p:nvSpPr>
        <p:spPr>
          <a:xfrm>
            <a:off x="9799320" y="3986213"/>
            <a:ext cx="385763" cy="385763"/>
          </a:xfrm>
          <a:prstGeom prst="rect">
            <a:avLst/>
          </a:prstGeom>
          <a:solidFill>
            <a:srgbClr val="FFFFFF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1" name="anim_o2853_2">
            <a:extLst>
              <a:ext uri="{FF2B5EF4-FFF2-40B4-BE49-F238E27FC236}">
                <a16:creationId xmlns:a16="http://schemas.microsoft.com/office/drawing/2014/main" id="{736744A1-E523-40D9-8C26-9CC21F6A1EF7}"/>
              </a:ext>
            </a:extLst>
          </p:cNvPr>
          <p:cNvSpPr>
            <a:spLocks noGrp="1"/>
          </p:cNvSpPr>
          <p:nvPr/>
        </p:nvSpPr>
        <p:spPr>
          <a:xfrm>
            <a:off x="10185083" y="3986213"/>
            <a:ext cx="385763" cy="385763"/>
          </a:xfrm>
          <a:prstGeom prst="rect">
            <a:avLst/>
          </a:prstGeom>
          <a:solidFill>
            <a:srgbClr val="FFFFFF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52066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25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25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250"/>
                            </p:stCondLst>
                            <p:childTnLst>
                              <p:par>
                                <p:cTn id="12" presetID="63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406 0 E" pathEditMode="relative" ptsTypes="">
                                      <p:cBhvr>
                                        <p:cTn id="13" dur="3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406 0 E" pathEditMode="relative" ptsTypes="">
                                      <p:cBhvr>
                                        <p:cTn id="15" dur="3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406 0 E" pathEditMode="relative" ptsTypes="">
                                      <p:cBhvr>
                                        <p:cTn id="17" dur="3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406 0 E" pathEditMode="relative" ptsTypes="">
                                      <p:cBhvr>
                                        <p:cTn id="19" dur="3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406 0 E" pathEditMode="relative" ptsTypes="">
                                      <p:cBhvr>
                                        <p:cTn id="21" dur="3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406 0 E" pathEditMode="relative" ptsTypes="">
                                      <p:cBhvr>
                                        <p:cTn id="23" dur="3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406 0 E" pathEditMode="relative" ptsTypes="">
                                      <p:cBhvr>
                                        <p:cTn id="25" dur="3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406 0 E" pathEditMode="relative" ptsTypes="">
                                      <p:cBhvr>
                                        <p:cTn id="27" dur="3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406 0 E" pathEditMode="relative" ptsTypes="">
                                      <p:cBhvr>
                                        <p:cTn id="29" dur="3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406 0 E" pathEditMode="relative" ptsTypes="">
                                      <p:cBhvr>
                                        <p:cTn id="31" dur="3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406 0 E" pathEditMode="relative" ptsTypes="">
                                      <p:cBhvr>
                                        <p:cTn id="33" dur="3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406 0 E" pathEditMode="relative" ptsTypes="">
                                      <p:cBhvr>
                                        <p:cTn id="35" dur="3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406 0 E" pathEditMode="relative" ptsTypes="">
                                      <p:cBhvr>
                                        <p:cTn id="37" dur="3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406 0 E" pathEditMode="relative" ptsTypes="">
                                      <p:cBhvr>
                                        <p:cTn id="39" dur="3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406 0 E" pathEditMode="relative" ptsTypes="">
                                      <p:cBhvr>
                                        <p:cTn id="41" dur="3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406 0 E" pathEditMode="relative" ptsTypes="">
                                      <p:cBhvr>
                                        <p:cTn id="43" dur="3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406 0 E" pathEditMode="relative" ptsTypes="">
                                      <p:cBhvr>
                                        <p:cTn id="45" dur="3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406 0 E" pathEditMode="relative" ptsTypes="">
                                      <p:cBhvr>
                                        <p:cTn id="47" dur="3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406 0 E" pathEditMode="relative" ptsTypes="">
                                      <p:cBhvr>
                                        <p:cTn id="49" dur="3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406 0 E" pathEditMode="relative" ptsTypes="">
                                      <p:cBhvr>
                                        <p:cTn id="51" dur="3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406 0 E" pathEditMode="relative" ptsTypes="">
                                      <p:cBhvr>
                                        <p:cTn id="53" dur="3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406 0 E" pathEditMode="relative" ptsTypes="">
                                      <p:cBhvr>
                                        <p:cTn id="55" dur="3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406 0 E" pathEditMode="relative" ptsTypes="">
                                      <p:cBhvr>
                                        <p:cTn id="57" dur="3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406 0 E" pathEditMode="relative" ptsTypes="">
                                      <p:cBhvr>
                                        <p:cTn id="59" dur="3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406 0 E" pathEditMode="relative" ptsTypes="">
                                      <p:cBhvr>
                                        <p:cTn id="61" dur="3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406 0 E" pathEditMode="relative" ptsTypes="">
                                      <p:cBhvr>
                                        <p:cTn id="63" dur="3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406 0 E" pathEditMode="relative" ptsTypes="">
                                      <p:cBhvr>
                                        <p:cTn id="65" dur="3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00"/>
                            </p:stCondLst>
                            <p:childTnLst>
                              <p:par>
                                <p:cTn id="67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" dur="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25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850"/>
                            </p:stCondLst>
                            <p:childTnLst>
                              <p:par>
                                <p:cTn id="74" presetID="63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 L 0.0632812 0 E" pathEditMode="relative" ptsTypes="">
                                      <p:cBhvr>
                                        <p:cTn id="75" dur="3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 L 0.0632812 0 E" pathEditMode="relative" ptsTypes="">
                                      <p:cBhvr>
                                        <p:cTn id="77" dur="3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 L 0.0632812 0 E" pathEditMode="relative" ptsTypes="">
                                      <p:cBhvr>
                                        <p:cTn id="79" dur="3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 L 0.0632812 0 E" pathEditMode="relative" ptsTypes="">
                                      <p:cBhvr>
                                        <p:cTn id="81" dur="3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 L 0.0632812 0 E" pathEditMode="relative" ptsTypes="">
                                      <p:cBhvr>
                                        <p:cTn id="83" dur="3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 L 0.0632812 0 E" pathEditMode="relative" ptsTypes="">
                                      <p:cBhvr>
                                        <p:cTn id="85" dur="3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 L 0.0632812 0 E" pathEditMode="relative" ptsTypes="">
                                      <p:cBhvr>
                                        <p:cTn id="87" dur="3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 L 0.0632812 0 E" pathEditMode="relative" ptsTypes="">
                                      <p:cBhvr>
                                        <p:cTn id="89" dur="3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 L 0.0632812 0 E" pathEditMode="relative" ptsTypes="">
                                      <p:cBhvr>
                                        <p:cTn id="91" dur="3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 L 0.0632813 0 E" pathEditMode="relative" ptsTypes="">
                                      <p:cBhvr>
                                        <p:cTn id="93" dur="3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 L 0.0632812 0 E" pathEditMode="relative" ptsTypes="">
                                      <p:cBhvr>
                                        <p:cTn id="95" dur="3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 L 0.0632813 0 E" pathEditMode="relative" ptsTypes="">
                                      <p:cBhvr>
                                        <p:cTn id="97" dur="3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 L 0.0632813 0 E" pathEditMode="relative" ptsTypes="">
                                      <p:cBhvr>
                                        <p:cTn id="99" dur="3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 L 0.0632812 0 E" pathEditMode="relative" ptsTypes="">
                                      <p:cBhvr>
                                        <p:cTn id="101" dur="3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 L 0.0632813 0 E" pathEditMode="relative" ptsTypes="">
                                      <p:cBhvr>
                                        <p:cTn id="103" dur="3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 L 0.0632813 0 E" pathEditMode="relative" ptsTypes="">
                                      <p:cBhvr>
                                        <p:cTn id="105" dur="3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 L 0.0632812 0 E" pathEditMode="relative" ptsTypes="">
                                      <p:cBhvr>
                                        <p:cTn id="107" dur="3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 L 0.0632813 0 E" pathEditMode="relative" ptsTypes="">
                                      <p:cBhvr>
                                        <p:cTn id="109" dur="3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 L 0.0632812 0 E" pathEditMode="relative" ptsTypes="">
                                      <p:cBhvr>
                                        <p:cTn id="111" dur="3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 L 0.0632812 0 E" pathEditMode="relative" ptsTypes="">
                                      <p:cBhvr>
                                        <p:cTn id="113" dur="3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 L 0.0632813 0 E" pathEditMode="relative" ptsTypes="">
                                      <p:cBhvr>
                                        <p:cTn id="115" dur="3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 L 0.0632812 0 E" pathEditMode="relative" ptsTypes="">
                                      <p:cBhvr>
                                        <p:cTn id="117" dur="3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 L 0.0632812 0 E" pathEditMode="relative" ptsTypes="">
                                      <p:cBhvr>
                                        <p:cTn id="119" dur="3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 L 0.0632813 0 E" pathEditMode="relative" ptsTypes="">
                                      <p:cBhvr>
                                        <p:cTn id="121" dur="3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 L 0.0632812 0 E" pathEditMode="relative" ptsTypes="">
                                      <p:cBhvr>
                                        <p:cTn id="123" dur="3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 L 0.0632812 0 E" pathEditMode="relative" ptsTypes="">
                                      <p:cBhvr>
                                        <p:cTn id="125" dur="3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 L 0.0632813 0 E" pathEditMode="relative" ptsTypes="">
                                      <p:cBhvr>
                                        <p:cTn id="127" dur="3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1200"/>
                            </p:stCondLst>
                            <p:childTnLst>
                              <p:par>
                                <p:cTn id="129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0" dur="2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25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1450"/>
                            </p:stCondLst>
                            <p:childTnLst>
                              <p:par>
                                <p:cTn id="136" presetID="63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 L 0.0949219 0 E" pathEditMode="relative" ptsTypes="">
                                      <p:cBhvr>
                                        <p:cTn id="137" dur="3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 L 0.0949219 0 E" pathEditMode="relative" ptsTypes="">
                                      <p:cBhvr>
                                        <p:cTn id="139" dur="3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 L 0.0949219 0 E" pathEditMode="relative" ptsTypes="">
                                      <p:cBhvr>
                                        <p:cTn id="141" dur="3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 L 0.0949219 0 E" pathEditMode="relative" ptsTypes="">
                                      <p:cBhvr>
                                        <p:cTn id="143" dur="3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 L 0.0949219 0 E" pathEditMode="relative" ptsTypes="">
                                      <p:cBhvr>
                                        <p:cTn id="145" dur="3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 L 0.0949219 0 E" pathEditMode="relative" ptsTypes="">
                                      <p:cBhvr>
                                        <p:cTn id="147" dur="3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 L 0.0949219 0 E" pathEditMode="relative" ptsTypes="">
                                      <p:cBhvr>
                                        <p:cTn id="149" dur="3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 L 0.0949219 0 E" pathEditMode="relative" ptsTypes="">
                                      <p:cBhvr>
                                        <p:cTn id="151" dur="3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 L 0.0949219 0 E" pathEditMode="relative" ptsTypes="">
                                      <p:cBhvr>
                                        <p:cTn id="153" dur="3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 L 0.0949219 0 E" pathEditMode="relative" ptsTypes="">
                                      <p:cBhvr>
                                        <p:cTn id="155" dur="3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 L 0.0949219 0 E" pathEditMode="relative" ptsTypes="">
                                      <p:cBhvr>
                                        <p:cTn id="157" dur="3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 L 0.0949219 0 E" pathEditMode="relative" ptsTypes="">
                                      <p:cBhvr>
                                        <p:cTn id="159" dur="3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 L 0.0949219 0 E" pathEditMode="relative" ptsTypes="">
                                      <p:cBhvr>
                                        <p:cTn id="161" dur="3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 L 0.0949219 0 E" pathEditMode="relative" ptsTypes="">
                                      <p:cBhvr>
                                        <p:cTn id="163" dur="3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 L 0.0949219 0 E" pathEditMode="relative" ptsTypes="">
                                      <p:cBhvr>
                                        <p:cTn id="165" dur="3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 L 0.0949219 0 E" pathEditMode="relative" ptsTypes="">
                                      <p:cBhvr>
                                        <p:cTn id="167" dur="3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 L 0.0949219 0 E" pathEditMode="relative" ptsTypes="">
                                      <p:cBhvr>
                                        <p:cTn id="169" dur="3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 L 0.0949219 0 E" pathEditMode="relative" ptsTypes="">
                                      <p:cBhvr>
                                        <p:cTn id="171" dur="3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 L 0.0949219 0 E" pathEditMode="relative" ptsTypes="">
                                      <p:cBhvr>
                                        <p:cTn id="173" dur="3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 L 0.0949219 0 E" pathEditMode="relative" ptsTypes="">
                                      <p:cBhvr>
                                        <p:cTn id="175" dur="3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 L 0.0949219 0 E" pathEditMode="relative" ptsTypes="">
                                      <p:cBhvr>
                                        <p:cTn id="177" dur="3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 L 0.0949219 0 E" pathEditMode="relative" ptsTypes="">
                                      <p:cBhvr>
                                        <p:cTn id="179" dur="3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 L 0.0949219 0 E" pathEditMode="relative" ptsTypes="">
                                      <p:cBhvr>
                                        <p:cTn id="181" dur="3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 L 0.0949219 0 E" pathEditMode="relative" ptsTypes="">
                                      <p:cBhvr>
                                        <p:cTn id="183" dur="3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 L 0.0949219 0 E" pathEditMode="relative" ptsTypes="">
                                      <p:cBhvr>
                                        <p:cTn id="185" dur="3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 L 0.0949219 0 E" pathEditMode="relative" ptsTypes="">
                                      <p:cBhvr>
                                        <p:cTn id="187" dur="3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 L 0.0949219 0 E" pathEditMode="relative" ptsTypes="">
                                      <p:cBhvr>
                                        <p:cTn id="189" dur="3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0" fill="hold">
                            <p:stCondLst>
                              <p:cond delay="1800"/>
                            </p:stCondLst>
                            <p:childTnLst>
                              <p:par>
                                <p:cTn id="191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2" dur="2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25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7" fill="hold">
                            <p:stCondLst>
                              <p:cond delay="2050"/>
                            </p:stCondLst>
                            <p:childTnLst>
                              <p:par>
                                <p:cTn id="198" presetID="63" presetClass="path" presetSubtype="0" accel="50000" decel="5000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 L 0 0.05625 E" pathEditMode="relative" ptsTypes="">
                                      <p:cBhvr>
                                        <p:cTn id="199" dur="3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0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 L 0 0.05625 E" pathEditMode="relative" ptsTypes="">
                                      <p:cBhvr>
                                        <p:cTn id="201" dur="3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2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 L 0 0.05625 E" pathEditMode="relative" ptsTypes="">
                                      <p:cBhvr>
                                        <p:cTn id="203" dur="3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4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 L 0 0.05625 E" pathEditMode="relative" ptsTypes="">
                                      <p:cBhvr>
                                        <p:cTn id="205" dur="3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6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 L 0 0.05625 E" pathEditMode="relative" ptsTypes="">
                                      <p:cBhvr>
                                        <p:cTn id="207" dur="3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8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 L 0 0.05625 E" pathEditMode="relative" ptsTypes="">
                                      <p:cBhvr>
                                        <p:cTn id="209" dur="3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0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 L 0 0.05625 E" pathEditMode="relative" ptsTypes="">
                                      <p:cBhvr>
                                        <p:cTn id="211" dur="3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2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 L 0 0.05625 E" pathEditMode="relative" ptsTypes="">
                                      <p:cBhvr>
                                        <p:cTn id="213" dur="3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4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 L 0 0.05625 E" pathEditMode="relative" ptsTypes="">
                                      <p:cBhvr>
                                        <p:cTn id="215" dur="3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6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 L 0 0.05625 E" pathEditMode="relative" ptsTypes="">
                                      <p:cBhvr>
                                        <p:cTn id="217" dur="3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8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 L -0.0 0.05625 E" pathEditMode="relative" ptsTypes="">
                                      <p:cBhvr>
                                        <p:cTn id="219" dur="3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0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 L 0 0.05625 E" pathEditMode="relative" ptsTypes="">
                                      <p:cBhvr>
                                        <p:cTn id="221" dur="3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2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 L 0 0.05625 E" pathEditMode="relative" ptsTypes="">
                                      <p:cBhvr>
                                        <p:cTn id="223" dur="3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4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 L -0.0 0.05625 E" pathEditMode="relative" ptsTypes="">
                                      <p:cBhvr>
                                        <p:cTn id="225" dur="3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6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 L 0 0.05625 E" pathEditMode="relative" ptsTypes="">
                                      <p:cBhvr>
                                        <p:cTn id="227" dur="3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8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 L 0 0.05625 E" pathEditMode="relative" ptsTypes="">
                                      <p:cBhvr>
                                        <p:cTn id="229" dur="3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0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 L -0.0 0.05625 E" pathEditMode="relative" ptsTypes="">
                                      <p:cBhvr>
                                        <p:cTn id="231" dur="3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2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 L 0 0.05625 E" pathEditMode="relative" ptsTypes="">
                                      <p:cBhvr>
                                        <p:cTn id="233" dur="3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4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 L 0 0.05625 E" pathEditMode="relative" ptsTypes="">
                                      <p:cBhvr>
                                        <p:cTn id="235" dur="3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6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 L 0 0.05625 E" pathEditMode="relative" ptsTypes="">
                                      <p:cBhvr>
                                        <p:cTn id="237" dur="3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8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 L 0 0.05625 E" pathEditMode="relative" ptsTypes="">
                                      <p:cBhvr>
                                        <p:cTn id="239" dur="3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0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 L 0 0.05625 E" pathEditMode="relative" ptsTypes="">
                                      <p:cBhvr>
                                        <p:cTn id="241" dur="3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2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 L 0 0.05625 E" pathEditMode="relative" ptsTypes="">
                                      <p:cBhvr>
                                        <p:cTn id="243" dur="3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4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 L 0 0.05625 E" pathEditMode="relative" ptsTypes="">
                                      <p:cBhvr>
                                        <p:cTn id="245" dur="3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6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 L 0 0.05625 E" pathEditMode="relative" ptsTypes="">
                                      <p:cBhvr>
                                        <p:cTn id="247" dur="3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8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 L 0 0.05625 E" pathEditMode="relative" ptsTypes="">
                                      <p:cBhvr>
                                        <p:cTn id="249" dur="3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0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 L 0 0.05625 E" pathEditMode="relative" ptsTypes="">
                                      <p:cBhvr>
                                        <p:cTn id="251" dur="3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2" fill="hold">
                            <p:stCondLst>
                              <p:cond delay="2400"/>
                            </p:stCondLst>
                            <p:childTnLst>
                              <p:par>
                                <p:cTn id="253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4" dur="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8" dur="25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9" fill="hold">
                            <p:stCondLst>
                              <p:cond delay="2650"/>
                            </p:stCondLst>
                            <p:childTnLst>
                              <p:par>
                                <p:cTn id="260" presetID="63" presetClass="path" presetSubtype="0" accel="50000" decel="50000" fill="hold" grpId="4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5625 L 0.0316406 0.05625 E" pathEditMode="relative" ptsTypes="">
                                      <p:cBhvr>
                                        <p:cTn id="261" dur="3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2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5625 L 0.0316406 0.05625 E" pathEditMode="relative" ptsTypes="">
                                      <p:cBhvr>
                                        <p:cTn id="263" dur="3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4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5625 L 0.0316406 0.05625 E" pathEditMode="relative" ptsTypes="">
                                      <p:cBhvr>
                                        <p:cTn id="265" dur="3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6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5625 L 0.0316406 0.05625 E" pathEditMode="relative" ptsTypes="">
                                      <p:cBhvr>
                                        <p:cTn id="267" dur="3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8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5625 L 0.0316406 0.05625 E" pathEditMode="relative" ptsTypes="">
                                      <p:cBhvr>
                                        <p:cTn id="269" dur="3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0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5625 L 0.0316406 0.05625 E" pathEditMode="relative" ptsTypes="">
                                      <p:cBhvr>
                                        <p:cTn id="271" dur="3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2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5625 L 0.0316406 0.05625 E" pathEditMode="relative" ptsTypes="">
                                      <p:cBhvr>
                                        <p:cTn id="273" dur="3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4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5625 L 0.0316406 0.05625 E" pathEditMode="relative" ptsTypes="">
                                      <p:cBhvr>
                                        <p:cTn id="275" dur="3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6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5625 L 0.0316406 0.05625 E" pathEditMode="relative" ptsTypes="">
                                      <p:cBhvr>
                                        <p:cTn id="277" dur="3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8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5625 L 0.0316406 0.05625 E" pathEditMode="relative" ptsTypes="">
                                      <p:cBhvr>
                                        <p:cTn id="279" dur="3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0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 0.05625 L 0.0316406 0.05625 E" pathEditMode="relative" ptsTypes="">
                                      <p:cBhvr>
                                        <p:cTn id="281" dur="3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2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5625 L 0.0316406 0.05625 E" pathEditMode="relative" ptsTypes="">
                                      <p:cBhvr>
                                        <p:cTn id="283" dur="3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4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5625 L 0.0316406 0.05625 E" pathEditMode="relative" ptsTypes="">
                                      <p:cBhvr>
                                        <p:cTn id="285" dur="3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6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 0.05625 L 0.0316406 0.05625 E" pathEditMode="relative" ptsTypes="">
                                      <p:cBhvr>
                                        <p:cTn id="287" dur="3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8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5625 L 0.0316406 0.05625 E" pathEditMode="relative" ptsTypes="">
                                      <p:cBhvr>
                                        <p:cTn id="289" dur="3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0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5625 L 0.0316406 0.05625 E" pathEditMode="relative" ptsTypes="">
                                      <p:cBhvr>
                                        <p:cTn id="291" dur="3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2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 0.05625 L 0.0316406 0.05625 E" pathEditMode="relative" ptsTypes="">
                                      <p:cBhvr>
                                        <p:cTn id="293" dur="3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4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5625 L 0.0316406 0.05625 E" pathEditMode="relative" ptsTypes="">
                                      <p:cBhvr>
                                        <p:cTn id="295" dur="3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6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5625 L 0.0316406 0.05625 E" pathEditMode="relative" ptsTypes="">
                                      <p:cBhvr>
                                        <p:cTn id="297" dur="3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8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5625 L 0.0316406 0.05625 E" pathEditMode="relative" ptsTypes="">
                                      <p:cBhvr>
                                        <p:cTn id="299" dur="3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0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5625 L 0.0316406 0.05625 E" pathEditMode="relative" ptsTypes="">
                                      <p:cBhvr>
                                        <p:cTn id="301" dur="3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2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5625 L 0.0316406 0.05625 E" pathEditMode="relative" ptsTypes="">
                                      <p:cBhvr>
                                        <p:cTn id="303" dur="3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4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5625 L 0.0316406 0.05625 E" pathEditMode="relative" ptsTypes="">
                                      <p:cBhvr>
                                        <p:cTn id="305" dur="3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6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5625 L 0.0316406 0.05625 E" pathEditMode="relative" ptsTypes="">
                                      <p:cBhvr>
                                        <p:cTn id="307" dur="3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8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5625 L 0.0316406 0.05625 E" pathEditMode="relative" ptsTypes="">
                                      <p:cBhvr>
                                        <p:cTn id="309" dur="3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0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5625 L 0.0316406 0.05625 E" pathEditMode="relative" ptsTypes="">
                                      <p:cBhvr>
                                        <p:cTn id="311" dur="3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2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5625 L 0.0316406 0.05625 E" pathEditMode="relative" ptsTypes="">
                                      <p:cBhvr>
                                        <p:cTn id="313" dur="3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4" fill="hold">
                            <p:stCondLst>
                              <p:cond delay="3000"/>
                            </p:stCondLst>
                            <p:childTnLst>
                              <p:par>
                                <p:cTn id="315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6" dur="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0" dur="25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1" fill="hold">
                            <p:stCondLst>
                              <p:cond delay="3250"/>
                            </p:stCondLst>
                            <p:childTnLst>
                              <p:par>
                                <p:cTn id="322" presetID="63" presetClass="path" presetSubtype="0" accel="50000" decel="50000" fill="hold" grpId="5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05625 L 0.0632812 0.05625 E" pathEditMode="relative" ptsTypes="">
                                      <p:cBhvr>
                                        <p:cTn id="323" dur="3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4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05625 L 0.0632812 0.05625 E" pathEditMode="relative" ptsTypes="">
                                      <p:cBhvr>
                                        <p:cTn id="325" dur="3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6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05625 L 0.0632812 0.05625 E" pathEditMode="relative" ptsTypes="">
                                      <p:cBhvr>
                                        <p:cTn id="327" dur="3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8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05625 L 0.0632812 0.05625 E" pathEditMode="relative" ptsTypes="">
                                      <p:cBhvr>
                                        <p:cTn id="329" dur="3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0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05625 L 0.0632812 0.05625 E" pathEditMode="relative" ptsTypes="">
                                      <p:cBhvr>
                                        <p:cTn id="331" dur="3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2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05625 L 0.0632812 0.05625 E" pathEditMode="relative" ptsTypes="">
                                      <p:cBhvr>
                                        <p:cTn id="333" dur="3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4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05625 L 0.0632812 0.05625 E" pathEditMode="relative" ptsTypes="">
                                      <p:cBhvr>
                                        <p:cTn id="335" dur="3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6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05625 L 0.0632812 0.05625 E" pathEditMode="relative" ptsTypes="">
                                      <p:cBhvr>
                                        <p:cTn id="337" dur="3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8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05625 L 0.0632812 0.05625 E" pathEditMode="relative" ptsTypes="">
                                      <p:cBhvr>
                                        <p:cTn id="339" dur="3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0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05625 L 0.0632813 0.05625 E" pathEditMode="relative" ptsTypes="">
                                      <p:cBhvr>
                                        <p:cTn id="341" dur="3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2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05625 L 0.0632812 0.05625 E" pathEditMode="relative" ptsTypes="">
                                      <p:cBhvr>
                                        <p:cTn id="343" dur="3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4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05625 L 0.0632813 0.05625 E" pathEditMode="relative" ptsTypes="">
                                      <p:cBhvr>
                                        <p:cTn id="345" dur="3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6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05625 L 0.0632813 0.05625 E" pathEditMode="relative" ptsTypes="">
                                      <p:cBhvr>
                                        <p:cTn id="347" dur="3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8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05625 L 0.0632812 0.05625 E" pathEditMode="relative" ptsTypes="">
                                      <p:cBhvr>
                                        <p:cTn id="349" dur="3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0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05625 L 0.0632813 0.05625 E" pathEditMode="relative" ptsTypes="">
                                      <p:cBhvr>
                                        <p:cTn id="351" dur="3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2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05625 L 0.0632813 0.05625 E" pathEditMode="relative" ptsTypes="">
                                      <p:cBhvr>
                                        <p:cTn id="353" dur="3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4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05625 L 0.0632812 0.05625 E" pathEditMode="relative" ptsTypes="">
                                      <p:cBhvr>
                                        <p:cTn id="355" dur="3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6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05625 L 0.0632813 0.05625 E" pathEditMode="relative" ptsTypes="">
                                      <p:cBhvr>
                                        <p:cTn id="357" dur="3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8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05625 L 0.0632812 0.05625 E" pathEditMode="relative" ptsTypes="">
                                      <p:cBhvr>
                                        <p:cTn id="359" dur="3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0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05625 L 0.0632812 0.05625 E" pathEditMode="relative" ptsTypes="">
                                      <p:cBhvr>
                                        <p:cTn id="361" dur="3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2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05625 L 0.0632813 0.05625 E" pathEditMode="relative" ptsTypes="">
                                      <p:cBhvr>
                                        <p:cTn id="363" dur="3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4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05625 L 0.0632812 0.05625 E" pathEditMode="relative" ptsTypes="">
                                      <p:cBhvr>
                                        <p:cTn id="365" dur="3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6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05625 L 0.0632812 0.05625 E" pathEditMode="relative" ptsTypes="">
                                      <p:cBhvr>
                                        <p:cTn id="367" dur="3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8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05625 L 0.0632813 0.05625 E" pathEditMode="relative" ptsTypes="">
                                      <p:cBhvr>
                                        <p:cTn id="369" dur="3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0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05625 L 0.0632812 0.05625 E" pathEditMode="relative" ptsTypes="">
                                      <p:cBhvr>
                                        <p:cTn id="371" dur="3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2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05625 L 0.0632812 0.05625 E" pathEditMode="relative" ptsTypes="">
                                      <p:cBhvr>
                                        <p:cTn id="373" dur="3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4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05625 L 0.0632813 0.05625 E" pathEditMode="relative" ptsTypes="">
                                      <p:cBhvr>
                                        <p:cTn id="375" dur="3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6" fill="hold">
                            <p:stCondLst>
                              <p:cond delay="3600"/>
                            </p:stCondLst>
                            <p:childTnLst>
                              <p:par>
                                <p:cTn id="377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8" dur="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2" dur="25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3" fill="hold">
                            <p:stCondLst>
                              <p:cond delay="3850"/>
                            </p:stCondLst>
                            <p:childTnLst>
                              <p:par>
                                <p:cTn id="384" presetID="63" presetClass="path" presetSubtype="0" accel="50000" decel="50000" fill="hold" grpId="6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05625 L 0.0949219 0.05625 E" pathEditMode="relative" ptsTypes="">
                                      <p:cBhvr>
                                        <p:cTn id="385" dur="3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6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05625 L 0.0949219 0.05625 E" pathEditMode="relative" ptsTypes="">
                                      <p:cBhvr>
                                        <p:cTn id="387" dur="3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8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05625 L 0.0949219 0.05625 E" pathEditMode="relative" ptsTypes="">
                                      <p:cBhvr>
                                        <p:cTn id="389" dur="3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0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05625 L 0.0949219 0.05625 E" pathEditMode="relative" ptsTypes="">
                                      <p:cBhvr>
                                        <p:cTn id="391" dur="3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2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05625 L 0.0949219 0.05625 E" pathEditMode="relative" ptsTypes="">
                                      <p:cBhvr>
                                        <p:cTn id="393" dur="3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4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05625 L 0.0949219 0.05625 E" pathEditMode="relative" ptsTypes="">
                                      <p:cBhvr>
                                        <p:cTn id="395" dur="3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6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05625 L 0.0949219 0.05625 E" pathEditMode="relative" ptsTypes="">
                                      <p:cBhvr>
                                        <p:cTn id="397" dur="3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8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05625 L 0.0949219 0.05625 E" pathEditMode="relative" ptsTypes="">
                                      <p:cBhvr>
                                        <p:cTn id="399" dur="3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0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05625 L 0.0949219 0.05625 E" pathEditMode="relative" ptsTypes="">
                                      <p:cBhvr>
                                        <p:cTn id="401" dur="3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2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.05625 L 0.0949219 0.05625 E" pathEditMode="relative" ptsTypes="">
                                      <p:cBhvr>
                                        <p:cTn id="403" dur="3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4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05625 L 0.0949219 0.05625 E" pathEditMode="relative" ptsTypes="">
                                      <p:cBhvr>
                                        <p:cTn id="405" dur="3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6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.05625 L 0.0949219 0.05625 E" pathEditMode="relative" ptsTypes="">
                                      <p:cBhvr>
                                        <p:cTn id="407" dur="3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8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.05625 L 0.0949219 0.05625 E" pathEditMode="relative" ptsTypes="">
                                      <p:cBhvr>
                                        <p:cTn id="409" dur="3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0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05625 L 0.0949219 0.05625 E" pathEditMode="relative" ptsTypes="">
                                      <p:cBhvr>
                                        <p:cTn id="411" dur="3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2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.05625 L 0.0949219 0.05625 E" pathEditMode="relative" ptsTypes="">
                                      <p:cBhvr>
                                        <p:cTn id="413" dur="3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4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.05625 L 0.0949219 0.05625 E" pathEditMode="relative" ptsTypes="">
                                      <p:cBhvr>
                                        <p:cTn id="415" dur="3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6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05625 L 0.0949219 0.05625 E" pathEditMode="relative" ptsTypes="">
                                      <p:cBhvr>
                                        <p:cTn id="417" dur="3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8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.05625 L 0.0949219 0.05625 E" pathEditMode="relative" ptsTypes="">
                                      <p:cBhvr>
                                        <p:cTn id="419" dur="3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0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05625 L 0.0949219 0.05625 E" pathEditMode="relative" ptsTypes="">
                                      <p:cBhvr>
                                        <p:cTn id="421" dur="3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2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05625 L 0.0949219 0.05625 E" pathEditMode="relative" ptsTypes="">
                                      <p:cBhvr>
                                        <p:cTn id="423" dur="3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4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.05625 L 0.0949219 0.05625 E" pathEditMode="relative" ptsTypes="">
                                      <p:cBhvr>
                                        <p:cTn id="425" dur="3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6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05625 L 0.0949219 0.05625 E" pathEditMode="relative" ptsTypes="">
                                      <p:cBhvr>
                                        <p:cTn id="427" dur="3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8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05625 L 0.0949219 0.05625 E" pathEditMode="relative" ptsTypes="">
                                      <p:cBhvr>
                                        <p:cTn id="429" dur="3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0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.05625 L 0.0949219 0.05625 E" pathEditMode="relative" ptsTypes="">
                                      <p:cBhvr>
                                        <p:cTn id="431" dur="3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2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05625 L 0.0949219 0.05625 E" pathEditMode="relative" ptsTypes="">
                                      <p:cBhvr>
                                        <p:cTn id="433" dur="3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4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05625 L 0.0949219 0.05625 E" pathEditMode="relative" ptsTypes="">
                                      <p:cBhvr>
                                        <p:cTn id="435" dur="3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6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.05625 L 0.0949219 0.05625 E" pathEditMode="relative" ptsTypes="">
                                      <p:cBhvr>
                                        <p:cTn id="437" dur="3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8" fill="hold">
                            <p:stCondLst>
                              <p:cond delay="4200"/>
                            </p:stCondLst>
                            <p:childTnLst>
                              <p:par>
                                <p:cTn id="439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0" dur="2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4" dur="25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5" fill="hold">
                            <p:stCondLst>
                              <p:cond delay="4450"/>
                            </p:stCondLst>
                            <p:childTnLst>
                              <p:par>
                                <p:cTn id="446" presetID="63" presetClass="path" presetSubtype="0" accel="50000" decel="50000" fill="hold" grpId="7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05625 L 0 0.1125 E" pathEditMode="relative" ptsTypes="">
                                      <p:cBhvr>
                                        <p:cTn id="447" dur="3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8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05625 L 0 0.1125 E" pathEditMode="relative" ptsTypes="">
                                      <p:cBhvr>
                                        <p:cTn id="449" dur="3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0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05625 L 0 0.1125 E" pathEditMode="relative" ptsTypes="">
                                      <p:cBhvr>
                                        <p:cTn id="451" dur="3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2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05625 L 0 0.1125 E" pathEditMode="relative" ptsTypes="">
                                      <p:cBhvr>
                                        <p:cTn id="453" dur="3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4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05625 L 0 0.1125 E" pathEditMode="relative" ptsTypes="">
                                      <p:cBhvr>
                                        <p:cTn id="455" dur="3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6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05625 L 0 0.1125 E" pathEditMode="relative" ptsTypes="">
                                      <p:cBhvr>
                                        <p:cTn id="457" dur="3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8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05625 L 0 0.1125 E" pathEditMode="relative" ptsTypes="">
                                      <p:cBhvr>
                                        <p:cTn id="459" dur="3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0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05625 L 0 0.1125 E" pathEditMode="relative" ptsTypes="">
                                      <p:cBhvr>
                                        <p:cTn id="461" dur="3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2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05625 L 0 0.1125 E" pathEditMode="relative" ptsTypes="">
                                      <p:cBhvr>
                                        <p:cTn id="463" dur="3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4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05625 L 0 0.1125 E" pathEditMode="relative" ptsTypes="">
                                      <p:cBhvr>
                                        <p:cTn id="465" dur="3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6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05625 L -0.0 0.1125 E" pathEditMode="relative" ptsTypes="">
                                      <p:cBhvr>
                                        <p:cTn id="467" dur="3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8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05625 L 0 0.1125 E" pathEditMode="relative" ptsTypes="">
                                      <p:cBhvr>
                                        <p:cTn id="469" dur="3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0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05625 L 0 0.1125 E" pathEditMode="relative" ptsTypes="">
                                      <p:cBhvr>
                                        <p:cTn id="471" dur="3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2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05625 L -0.0 0.1125 E" pathEditMode="relative" ptsTypes="">
                                      <p:cBhvr>
                                        <p:cTn id="473" dur="3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4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05625 L 0 0.1125 E" pathEditMode="relative" ptsTypes="">
                                      <p:cBhvr>
                                        <p:cTn id="475" dur="3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6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05625 L 0 0.1125 E" pathEditMode="relative" ptsTypes="">
                                      <p:cBhvr>
                                        <p:cTn id="477" dur="3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8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05625 L -0.0 0.1125 E" pathEditMode="relative" ptsTypes="">
                                      <p:cBhvr>
                                        <p:cTn id="479" dur="3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0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05625 L 0 0.1125 E" pathEditMode="relative" ptsTypes="">
                                      <p:cBhvr>
                                        <p:cTn id="481" dur="3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2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05625 L 0 0.1125 E" pathEditMode="relative" ptsTypes="">
                                      <p:cBhvr>
                                        <p:cTn id="483" dur="3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4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05625 L 0 0.1125 E" pathEditMode="relative" ptsTypes="">
                                      <p:cBhvr>
                                        <p:cTn id="485" dur="3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6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05625 L 0 0.1125 E" pathEditMode="relative" ptsTypes="">
                                      <p:cBhvr>
                                        <p:cTn id="487" dur="3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8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05625 L 0 0.1125 E" pathEditMode="relative" ptsTypes="">
                                      <p:cBhvr>
                                        <p:cTn id="489" dur="3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0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05625 L 0 0.1125 E" pathEditMode="relative" ptsTypes="">
                                      <p:cBhvr>
                                        <p:cTn id="491" dur="3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2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05625 L 0 0.1125 E" pathEditMode="relative" ptsTypes="">
                                      <p:cBhvr>
                                        <p:cTn id="493" dur="3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4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05625 L 0 0.1125 E" pathEditMode="relative" ptsTypes="">
                                      <p:cBhvr>
                                        <p:cTn id="495" dur="3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6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05625 L 0 0.1125 E" pathEditMode="relative" ptsTypes="">
                                      <p:cBhvr>
                                        <p:cTn id="497" dur="3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8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05625 L 0 0.1125 E" pathEditMode="relative" ptsTypes="">
                                      <p:cBhvr>
                                        <p:cTn id="499" dur="3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0" fill="hold">
                            <p:stCondLst>
                              <p:cond delay="4800"/>
                            </p:stCondLst>
                            <p:childTnLst>
                              <p:par>
                                <p:cTn id="501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2" dur="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6" dur="25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7" fill="hold">
                            <p:stCondLst>
                              <p:cond delay="5050"/>
                            </p:stCondLst>
                            <p:childTnLst>
                              <p:par>
                                <p:cTn id="508" presetID="63" presetClass="path" presetSubtype="0" accel="50000" decel="50000" fill="hold" grpId="8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125 L 0.0316406 0.1125 E" pathEditMode="relative" ptsTypes="">
                                      <p:cBhvr>
                                        <p:cTn id="509" dur="3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0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125 L 0.0316406 0.1125 E" pathEditMode="relative" ptsTypes="">
                                      <p:cBhvr>
                                        <p:cTn id="511" dur="3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2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125 L 0.0316406 0.1125 E" pathEditMode="relative" ptsTypes="">
                                      <p:cBhvr>
                                        <p:cTn id="513" dur="3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4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125 L 0.0316406 0.1125 E" pathEditMode="relative" ptsTypes="">
                                      <p:cBhvr>
                                        <p:cTn id="515" dur="3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6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125 L 0.0316406 0.1125 E" pathEditMode="relative" ptsTypes="">
                                      <p:cBhvr>
                                        <p:cTn id="517" dur="3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8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125 L 0.0316406 0.1125 E" pathEditMode="relative" ptsTypes="">
                                      <p:cBhvr>
                                        <p:cTn id="519" dur="3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0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125 L 0.0316406 0.1125 E" pathEditMode="relative" ptsTypes="">
                                      <p:cBhvr>
                                        <p:cTn id="521" dur="3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2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125 L 0.0316406 0.1125 E" pathEditMode="relative" ptsTypes="">
                                      <p:cBhvr>
                                        <p:cTn id="523" dur="3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4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125 L 0.0316406 0.1125 E" pathEditMode="relative" ptsTypes="">
                                      <p:cBhvr>
                                        <p:cTn id="525" dur="3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6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125 L 0.0316406 0.1125 E" pathEditMode="relative" ptsTypes="">
                                      <p:cBhvr>
                                        <p:cTn id="527" dur="3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8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 0.1125 L 0.0316406 0.1125 E" pathEditMode="relative" ptsTypes="">
                                      <p:cBhvr>
                                        <p:cTn id="529" dur="3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0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125 L 0.0316406 0.1125 E" pathEditMode="relative" ptsTypes="">
                                      <p:cBhvr>
                                        <p:cTn id="531" dur="3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2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125 L 0.0316406 0.1125 E" pathEditMode="relative" ptsTypes="">
                                      <p:cBhvr>
                                        <p:cTn id="533" dur="3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4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 0.1125 L 0.0316406 0.1125 E" pathEditMode="relative" ptsTypes="">
                                      <p:cBhvr>
                                        <p:cTn id="535" dur="3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6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125 L 0.0316406 0.1125 E" pathEditMode="relative" ptsTypes="">
                                      <p:cBhvr>
                                        <p:cTn id="537" dur="3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8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125 L 0.0316406 0.1125 E" pathEditMode="relative" ptsTypes="">
                                      <p:cBhvr>
                                        <p:cTn id="539" dur="3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0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 0.1125 L 0.0316406 0.1125 E" pathEditMode="relative" ptsTypes="">
                                      <p:cBhvr>
                                        <p:cTn id="541" dur="3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2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125 L 0.0316406 0.1125 E" pathEditMode="relative" ptsTypes="">
                                      <p:cBhvr>
                                        <p:cTn id="543" dur="3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4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125 L 0.0316406 0.1125 E" pathEditMode="relative" ptsTypes="">
                                      <p:cBhvr>
                                        <p:cTn id="545" dur="3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6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125 L 0.0316406 0.1125 E" pathEditMode="relative" ptsTypes="">
                                      <p:cBhvr>
                                        <p:cTn id="547" dur="3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8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125 L 0.0316406 0.1125 E" pathEditMode="relative" ptsTypes="">
                                      <p:cBhvr>
                                        <p:cTn id="549" dur="3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0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125 L 0.0316406 0.1125 E" pathEditMode="relative" ptsTypes="">
                                      <p:cBhvr>
                                        <p:cTn id="551" dur="3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2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125 L 0.0316406 0.1125 E" pathEditMode="relative" ptsTypes="">
                                      <p:cBhvr>
                                        <p:cTn id="553" dur="3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4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125 L 0.0316406 0.1125 E" pathEditMode="relative" ptsTypes="">
                                      <p:cBhvr>
                                        <p:cTn id="555" dur="3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6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125 L 0.0316406 0.1125 E" pathEditMode="relative" ptsTypes="">
                                      <p:cBhvr>
                                        <p:cTn id="557" dur="3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8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125 L 0.0316406 0.1125 E" pathEditMode="relative" ptsTypes="">
                                      <p:cBhvr>
                                        <p:cTn id="559" dur="3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0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125 L 0.0316406 0.1125 E" pathEditMode="relative" ptsTypes="">
                                      <p:cBhvr>
                                        <p:cTn id="561" dur="3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2" fill="hold">
                            <p:stCondLst>
                              <p:cond delay="5400"/>
                            </p:stCondLst>
                            <p:childTnLst>
                              <p:par>
                                <p:cTn id="563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4" dur="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5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8" dur="25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9" fill="hold">
                            <p:stCondLst>
                              <p:cond delay="5650"/>
                            </p:stCondLst>
                            <p:childTnLst>
                              <p:par>
                                <p:cTn id="570" presetID="63" presetClass="path" presetSubtype="0" accel="50000" decel="50000" fill="hold" grpId="9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125 L 0.0632812 0.1125 E" pathEditMode="relative" ptsTypes="">
                                      <p:cBhvr>
                                        <p:cTn id="571" dur="3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2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125 L 0.0632812 0.1125 E" pathEditMode="relative" ptsTypes="">
                                      <p:cBhvr>
                                        <p:cTn id="573" dur="3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4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125 L 0.0632812 0.1125 E" pathEditMode="relative" ptsTypes="">
                                      <p:cBhvr>
                                        <p:cTn id="575" dur="3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6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125 L 0.0632812 0.1125 E" pathEditMode="relative" ptsTypes="">
                                      <p:cBhvr>
                                        <p:cTn id="577" dur="3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8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125 L 0.0632812 0.1125 E" pathEditMode="relative" ptsTypes="">
                                      <p:cBhvr>
                                        <p:cTn id="579" dur="3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0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125 L 0.0632812 0.1125 E" pathEditMode="relative" ptsTypes="">
                                      <p:cBhvr>
                                        <p:cTn id="581" dur="3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2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125 L 0.0632812 0.1125 E" pathEditMode="relative" ptsTypes="">
                                      <p:cBhvr>
                                        <p:cTn id="583" dur="3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4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125 L 0.0632812 0.1125 E" pathEditMode="relative" ptsTypes="">
                                      <p:cBhvr>
                                        <p:cTn id="585" dur="3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6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125 L 0.0632812 0.1125 E" pathEditMode="relative" ptsTypes="">
                                      <p:cBhvr>
                                        <p:cTn id="587" dur="3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8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125 L 0.0632813 0.1125 E" pathEditMode="relative" ptsTypes="">
                                      <p:cBhvr>
                                        <p:cTn id="589" dur="3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0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125 L 0.0632812 0.1125 E" pathEditMode="relative" ptsTypes="">
                                      <p:cBhvr>
                                        <p:cTn id="591" dur="3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2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125 L 0.0632813 0.1125 E" pathEditMode="relative" ptsTypes="">
                                      <p:cBhvr>
                                        <p:cTn id="593" dur="3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4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125 L 0.0632813 0.1125 E" pathEditMode="relative" ptsTypes="">
                                      <p:cBhvr>
                                        <p:cTn id="595" dur="3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6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125 L 0.0632812 0.1125 E" pathEditMode="relative" ptsTypes="">
                                      <p:cBhvr>
                                        <p:cTn id="597" dur="3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8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125 L 0.0632813 0.1125 E" pathEditMode="relative" ptsTypes="">
                                      <p:cBhvr>
                                        <p:cTn id="599" dur="3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0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125 L 0.0632813 0.1125 E" pathEditMode="relative" ptsTypes="">
                                      <p:cBhvr>
                                        <p:cTn id="601" dur="3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2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125 L 0.0632812 0.1125 E" pathEditMode="relative" ptsTypes="">
                                      <p:cBhvr>
                                        <p:cTn id="603" dur="3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4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125 L 0.0632813 0.1125 E" pathEditMode="relative" ptsTypes="">
                                      <p:cBhvr>
                                        <p:cTn id="605" dur="3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6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125 L 0.0632812 0.1125 E" pathEditMode="relative" ptsTypes="">
                                      <p:cBhvr>
                                        <p:cTn id="607" dur="3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8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125 L 0.0632812 0.1125 E" pathEditMode="relative" ptsTypes="">
                                      <p:cBhvr>
                                        <p:cTn id="609" dur="3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0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125 L 0.0632813 0.1125 E" pathEditMode="relative" ptsTypes="">
                                      <p:cBhvr>
                                        <p:cTn id="611" dur="3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2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125 L 0.0632812 0.1125 E" pathEditMode="relative" ptsTypes="">
                                      <p:cBhvr>
                                        <p:cTn id="613" dur="3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4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125 L 0.0632812 0.1125 E" pathEditMode="relative" ptsTypes="">
                                      <p:cBhvr>
                                        <p:cTn id="615" dur="3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6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125 L 0.0632813 0.1125 E" pathEditMode="relative" ptsTypes="">
                                      <p:cBhvr>
                                        <p:cTn id="617" dur="3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8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125 L 0.0632812 0.1125 E" pathEditMode="relative" ptsTypes="">
                                      <p:cBhvr>
                                        <p:cTn id="619" dur="3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0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125 L 0.0632812 0.1125 E" pathEditMode="relative" ptsTypes="">
                                      <p:cBhvr>
                                        <p:cTn id="621" dur="3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2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125 L 0.0632813 0.1125 E" pathEditMode="relative" ptsTypes="">
                                      <p:cBhvr>
                                        <p:cTn id="623" dur="3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4" fill="hold">
                            <p:stCondLst>
                              <p:cond delay="6000"/>
                            </p:stCondLst>
                            <p:childTnLst>
                              <p:par>
                                <p:cTn id="625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6" dur="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7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0" dur="25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1" fill="hold">
                            <p:stCondLst>
                              <p:cond delay="6250"/>
                            </p:stCondLst>
                            <p:childTnLst>
                              <p:par>
                                <p:cTn id="632" presetID="63" presetClass="path" presetSubtype="0" accel="50000" decel="50000" fill="hold" grpId="1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125 L 0.0949219 0.1125 E" pathEditMode="relative" ptsTypes="">
                                      <p:cBhvr>
                                        <p:cTn id="633" dur="3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4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125 L 0.0949219 0.1125 E" pathEditMode="relative" ptsTypes="">
                                      <p:cBhvr>
                                        <p:cTn id="635" dur="3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6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125 L 0.0949219 0.1125 E" pathEditMode="relative" ptsTypes="">
                                      <p:cBhvr>
                                        <p:cTn id="637" dur="3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8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125 L 0.0949219 0.1125 E" pathEditMode="relative" ptsTypes="">
                                      <p:cBhvr>
                                        <p:cTn id="639" dur="3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0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125 L 0.0949219 0.1125 E" pathEditMode="relative" ptsTypes="">
                                      <p:cBhvr>
                                        <p:cTn id="641" dur="3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2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125 L 0.0949219 0.1125 E" pathEditMode="relative" ptsTypes="">
                                      <p:cBhvr>
                                        <p:cTn id="643" dur="3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4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125 L 0.0949219 0.1125 E" pathEditMode="relative" ptsTypes="">
                                      <p:cBhvr>
                                        <p:cTn id="645" dur="3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6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125 L 0.0949219 0.1125 E" pathEditMode="relative" ptsTypes="">
                                      <p:cBhvr>
                                        <p:cTn id="647" dur="3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8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125 L 0.0949219 0.1125 E" pathEditMode="relative" ptsTypes="">
                                      <p:cBhvr>
                                        <p:cTn id="649" dur="3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0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.1125 L 0.0949219 0.1125 E" pathEditMode="relative" ptsTypes="">
                                      <p:cBhvr>
                                        <p:cTn id="651" dur="3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2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125 L 0.0949219 0.1125 E" pathEditMode="relative" ptsTypes="">
                                      <p:cBhvr>
                                        <p:cTn id="653" dur="3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4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.1125 L 0.0949219 0.1125 E" pathEditMode="relative" ptsTypes="">
                                      <p:cBhvr>
                                        <p:cTn id="655" dur="3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6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.1125 L 0.0949219 0.1125 E" pathEditMode="relative" ptsTypes="">
                                      <p:cBhvr>
                                        <p:cTn id="657" dur="3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8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125 L 0.0949219 0.1125 E" pathEditMode="relative" ptsTypes="">
                                      <p:cBhvr>
                                        <p:cTn id="659" dur="3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0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.1125 L 0.0949219 0.1125 E" pathEditMode="relative" ptsTypes="">
                                      <p:cBhvr>
                                        <p:cTn id="661" dur="3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2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.1125 L 0.0949219 0.1125 E" pathEditMode="relative" ptsTypes="">
                                      <p:cBhvr>
                                        <p:cTn id="663" dur="3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4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125 L 0.0949219 0.1125 E" pathEditMode="relative" ptsTypes="">
                                      <p:cBhvr>
                                        <p:cTn id="665" dur="3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6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.1125 L 0.0949219 0.1125 E" pathEditMode="relative" ptsTypes="">
                                      <p:cBhvr>
                                        <p:cTn id="667" dur="3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8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125 L 0.0949219 0.1125 E" pathEditMode="relative" ptsTypes="">
                                      <p:cBhvr>
                                        <p:cTn id="669" dur="3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0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125 L 0.0949219 0.1125 E" pathEditMode="relative" ptsTypes="">
                                      <p:cBhvr>
                                        <p:cTn id="671" dur="3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2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.1125 L 0.0949219 0.1125 E" pathEditMode="relative" ptsTypes="">
                                      <p:cBhvr>
                                        <p:cTn id="673" dur="3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4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125 L 0.0949219 0.1125 E" pathEditMode="relative" ptsTypes="">
                                      <p:cBhvr>
                                        <p:cTn id="675" dur="3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6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125 L 0.0949219 0.1125 E" pathEditMode="relative" ptsTypes="">
                                      <p:cBhvr>
                                        <p:cTn id="677" dur="3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8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.1125 L 0.0949219 0.1125 E" pathEditMode="relative" ptsTypes="">
                                      <p:cBhvr>
                                        <p:cTn id="679" dur="3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0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125 L 0.0949219 0.1125 E" pathEditMode="relative" ptsTypes="">
                                      <p:cBhvr>
                                        <p:cTn id="681" dur="3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2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125 L 0.0949219 0.1125 E" pathEditMode="relative" ptsTypes="">
                                      <p:cBhvr>
                                        <p:cTn id="683" dur="3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4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.1125 L 0.0949219 0.1125 E" pathEditMode="relative" ptsTypes="">
                                      <p:cBhvr>
                                        <p:cTn id="685" dur="3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6" fill="hold">
                            <p:stCondLst>
                              <p:cond delay="6600"/>
                            </p:stCondLst>
                            <p:childTnLst>
                              <p:par>
                                <p:cTn id="687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8" dur="2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2" dur="25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3" fill="hold">
                            <p:stCondLst>
                              <p:cond delay="6850"/>
                            </p:stCondLst>
                            <p:childTnLst>
                              <p:par>
                                <p:cTn id="694" presetID="63" presetClass="path" presetSubtype="0" accel="50000" decel="50000" fill="hold" grpId="1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1125 L 0 0.16875 E" pathEditMode="relative" ptsTypes="">
                                      <p:cBhvr>
                                        <p:cTn id="695" dur="3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6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1125 L 0 0.16875 E" pathEditMode="relative" ptsTypes="">
                                      <p:cBhvr>
                                        <p:cTn id="697" dur="3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8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1125 L 0 0.16875 E" pathEditMode="relative" ptsTypes="">
                                      <p:cBhvr>
                                        <p:cTn id="699" dur="3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0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1125 L 0 0.16875 E" pathEditMode="relative" ptsTypes="">
                                      <p:cBhvr>
                                        <p:cTn id="701" dur="3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2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1125 L 0 0.16875 E" pathEditMode="relative" ptsTypes="">
                                      <p:cBhvr>
                                        <p:cTn id="703" dur="3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4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1125 L 0 0.16875 E" pathEditMode="relative" ptsTypes="">
                                      <p:cBhvr>
                                        <p:cTn id="705" dur="3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6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1125 L 0 0.16875 E" pathEditMode="relative" ptsTypes="">
                                      <p:cBhvr>
                                        <p:cTn id="707" dur="3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8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1125 L 0 0.16875 E" pathEditMode="relative" ptsTypes="">
                                      <p:cBhvr>
                                        <p:cTn id="709" dur="3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0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1125 L 0 0.16875 E" pathEditMode="relative" ptsTypes="">
                                      <p:cBhvr>
                                        <p:cTn id="711" dur="3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2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1125 L 0 0.16875 E" pathEditMode="relative" ptsTypes="">
                                      <p:cBhvr>
                                        <p:cTn id="713" dur="3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4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1125 L -0.0 0.16875 E" pathEditMode="relative" ptsTypes="">
                                      <p:cBhvr>
                                        <p:cTn id="715" dur="3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6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1125 L 0 0.16875 E" pathEditMode="relative" ptsTypes="">
                                      <p:cBhvr>
                                        <p:cTn id="717" dur="3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8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1125 L 0 0.16875 E" pathEditMode="relative" ptsTypes="">
                                      <p:cBhvr>
                                        <p:cTn id="719" dur="3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0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1125 L -0.0 0.16875 E" pathEditMode="relative" ptsTypes="">
                                      <p:cBhvr>
                                        <p:cTn id="721" dur="3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2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1125 L 0 0.16875 E" pathEditMode="relative" ptsTypes="">
                                      <p:cBhvr>
                                        <p:cTn id="723" dur="3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4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1125 L 0 0.16875 E" pathEditMode="relative" ptsTypes="">
                                      <p:cBhvr>
                                        <p:cTn id="725" dur="3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6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1125 L -0.0 0.16875 E" pathEditMode="relative" ptsTypes="">
                                      <p:cBhvr>
                                        <p:cTn id="727" dur="3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8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1125 L 0 0.16875 E" pathEditMode="relative" ptsTypes="">
                                      <p:cBhvr>
                                        <p:cTn id="729" dur="3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0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1125 L 0 0.16875 E" pathEditMode="relative" ptsTypes="">
                                      <p:cBhvr>
                                        <p:cTn id="731" dur="3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2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1125 L 0 0.16875 E" pathEditMode="relative" ptsTypes="">
                                      <p:cBhvr>
                                        <p:cTn id="733" dur="3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4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1125 L 0 0.16875 E" pathEditMode="relative" ptsTypes="">
                                      <p:cBhvr>
                                        <p:cTn id="735" dur="3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6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1125 L 0 0.16875 E" pathEditMode="relative" ptsTypes="">
                                      <p:cBhvr>
                                        <p:cTn id="737" dur="3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8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1125 L 0 0.16875 E" pathEditMode="relative" ptsTypes="">
                                      <p:cBhvr>
                                        <p:cTn id="739" dur="3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0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1125 L 0 0.16875 E" pathEditMode="relative" ptsTypes="">
                                      <p:cBhvr>
                                        <p:cTn id="741" dur="3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2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1125 L 0 0.16875 E" pathEditMode="relative" ptsTypes="">
                                      <p:cBhvr>
                                        <p:cTn id="743" dur="3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4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1125 L 0 0.16875 E" pathEditMode="relative" ptsTypes="">
                                      <p:cBhvr>
                                        <p:cTn id="745" dur="3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6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9219 0.1125 L 0 0.16875 E" pathEditMode="relative" ptsTypes="">
                                      <p:cBhvr>
                                        <p:cTn id="747" dur="3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8" fill="hold">
                            <p:stCondLst>
                              <p:cond delay="7200"/>
                            </p:stCondLst>
                            <p:childTnLst>
                              <p:par>
                                <p:cTn id="749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0" dur="2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1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4" dur="25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5" fill="hold">
                            <p:stCondLst>
                              <p:cond delay="7450"/>
                            </p:stCondLst>
                            <p:childTnLst>
                              <p:par>
                                <p:cTn id="756" presetID="63" presetClass="path" presetSubtype="0" accel="50000" decel="50000" fill="hold" grpId="1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875 L 0.0316406 0.16875 E" pathEditMode="relative" ptsTypes="">
                                      <p:cBhvr>
                                        <p:cTn id="757" dur="3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8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875 L 0.0316406 0.16875 E" pathEditMode="relative" ptsTypes="">
                                      <p:cBhvr>
                                        <p:cTn id="759" dur="3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0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875 L 0.0316406 0.16875 E" pathEditMode="relative" ptsTypes="">
                                      <p:cBhvr>
                                        <p:cTn id="761" dur="3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2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875 L 0.0316406 0.16875 E" pathEditMode="relative" ptsTypes="">
                                      <p:cBhvr>
                                        <p:cTn id="763" dur="3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4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875 L 0.0316406 0.16875 E" pathEditMode="relative" ptsTypes="">
                                      <p:cBhvr>
                                        <p:cTn id="765" dur="3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6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875 L 0.0316406 0.16875 E" pathEditMode="relative" ptsTypes="">
                                      <p:cBhvr>
                                        <p:cTn id="767" dur="3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8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875 L 0.0316406 0.16875 E" pathEditMode="relative" ptsTypes="">
                                      <p:cBhvr>
                                        <p:cTn id="769" dur="3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0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875 L 0.0316406 0.16875 E" pathEditMode="relative" ptsTypes="">
                                      <p:cBhvr>
                                        <p:cTn id="771" dur="3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2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875 L 0.0316406 0.16875 E" pathEditMode="relative" ptsTypes="">
                                      <p:cBhvr>
                                        <p:cTn id="773" dur="3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4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875 L 0.0316406 0.16875 E" pathEditMode="relative" ptsTypes="">
                                      <p:cBhvr>
                                        <p:cTn id="775" dur="3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6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 0.16875 L 0.0316406 0.16875 E" pathEditMode="relative" ptsTypes="">
                                      <p:cBhvr>
                                        <p:cTn id="777" dur="3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8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875 L 0.0316406 0.16875 E" pathEditMode="relative" ptsTypes="">
                                      <p:cBhvr>
                                        <p:cTn id="779" dur="3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0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875 L 0.0316406 0.16875 E" pathEditMode="relative" ptsTypes="">
                                      <p:cBhvr>
                                        <p:cTn id="781" dur="3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2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 0.16875 L 0.0316406 0.16875 E" pathEditMode="relative" ptsTypes="">
                                      <p:cBhvr>
                                        <p:cTn id="783" dur="3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4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875 L 0.0316406 0.16875 E" pathEditMode="relative" ptsTypes="">
                                      <p:cBhvr>
                                        <p:cTn id="785" dur="3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6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875 L 0.0316406 0.16875 E" pathEditMode="relative" ptsTypes="">
                                      <p:cBhvr>
                                        <p:cTn id="787" dur="3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8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 0.16875 L 0.0316406 0.16875 E" pathEditMode="relative" ptsTypes="">
                                      <p:cBhvr>
                                        <p:cTn id="789" dur="3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0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875 L 0.0316406 0.16875 E" pathEditMode="relative" ptsTypes="">
                                      <p:cBhvr>
                                        <p:cTn id="791" dur="3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2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875 L 0.0316406 0.16875 E" pathEditMode="relative" ptsTypes="">
                                      <p:cBhvr>
                                        <p:cTn id="793" dur="3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4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875 L 0.0316406 0.16875 E" pathEditMode="relative" ptsTypes="">
                                      <p:cBhvr>
                                        <p:cTn id="795" dur="3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6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875 L 0.0316406 0.16875 E" pathEditMode="relative" ptsTypes="">
                                      <p:cBhvr>
                                        <p:cTn id="797" dur="3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8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875 L 0.0316406 0.16875 E" pathEditMode="relative" ptsTypes="">
                                      <p:cBhvr>
                                        <p:cTn id="799" dur="3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0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875 L 0.0316406 0.16875 E" pathEditMode="relative" ptsTypes="">
                                      <p:cBhvr>
                                        <p:cTn id="801" dur="3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2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875 L 0.0316406 0.16875 E" pathEditMode="relative" ptsTypes="">
                                      <p:cBhvr>
                                        <p:cTn id="803" dur="3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4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875 L 0.0316406 0.16875 E" pathEditMode="relative" ptsTypes="">
                                      <p:cBhvr>
                                        <p:cTn id="805" dur="3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6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875 L 0.0316406 0.16875 E" pathEditMode="relative" ptsTypes="">
                                      <p:cBhvr>
                                        <p:cTn id="807" dur="3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8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875 L 0.0316406 0.16875 E" pathEditMode="relative" ptsTypes="">
                                      <p:cBhvr>
                                        <p:cTn id="809" dur="3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0" fill="hold">
                            <p:stCondLst>
                              <p:cond delay="7800"/>
                            </p:stCondLst>
                            <p:childTnLst>
                              <p:par>
                                <p:cTn id="811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2" dur="2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6" dur="25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7" fill="hold">
                            <p:stCondLst>
                              <p:cond delay="8050"/>
                            </p:stCondLst>
                            <p:childTnLst>
                              <p:par>
                                <p:cTn id="818" presetID="63" presetClass="path" presetSubtype="0" accel="50000" decel="50000" fill="hold" grpId="1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6875 L 0.0632812 0.16875 E" pathEditMode="relative" ptsTypes="">
                                      <p:cBhvr>
                                        <p:cTn id="819" dur="3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0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6875 L 0.0632812 0.16875 E" pathEditMode="relative" ptsTypes="">
                                      <p:cBhvr>
                                        <p:cTn id="821" dur="3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2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6875 L 0.0632812 0.16875 E" pathEditMode="relative" ptsTypes="">
                                      <p:cBhvr>
                                        <p:cTn id="823" dur="3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4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6875 L 0.0632812 0.16875 E" pathEditMode="relative" ptsTypes="">
                                      <p:cBhvr>
                                        <p:cTn id="825" dur="3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6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6875 L 0.0632812 0.16875 E" pathEditMode="relative" ptsTypes="">
                                      <p:cBhvr>
                                        <p:cTn id="827" dur="3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8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6875 L 0.0632812 0.16875 E" pathEditMode="relative" ptsTypes="">
                                      <p:cBhvr>
                                        <p:cTn id="829" dur="3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0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6875 L 0.0632812 0.16875 E" pathEditMode="relative" ptsTypes="">
                                      <p:cBhvr>
                                        <p:cTn id="831" dur="3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2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6875 L 0.0632812 0.16875 E" pathEditMode="relative" ptsTypes="">
                                      <p:cBhvr>
                                        <p:cTn id="833" dur="3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4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6875 L 0.0632812 0.16875 E" pathEditMode="relative" ptsTypes="">
                                      <p:cBhvr>
                                        <p:cTn id="835" dur="3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6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6875 L 0.0632813 0.16875 E" pathEditMode="relative" ptsTypes="">
                                      <p:cBhvr>
                                        <p:cTn id="837" dur="3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8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6875 L 0.0632812 0.16875 E" pathEditMode="relative" ptsTypes="">
                                      <p:cBhvr>
                                        <p:cTn id="839" dur="3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0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6875 L 0.0632813 0.16875 E" pathEditMode="relative" ptsTypes="">
                                      <p:cBhvr>
                                        <p:cTn id="841" dur="3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2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6875 L 0.0632813 0.16875 E" pathEditMode="relative" ptsTypes="">
                                      <p:cBhvr>
                                        <p:cTn id="843" dur="3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4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6875 L 0.0632812 0.16875 E" pathEditMode="relative" ptsTypes="">
                                      <p:cBhvr>
                                        <p:cTn id="845" dur="3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6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6875 L 0.0632813 0.16875 E" pathEditMode="relative" ptsTypes="">
                                      <p:cBhvr>
                                        <p:cTn id="847" dur="3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8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6875 L 0.0632813 0.16875 E" pathEditMode="relative" ptsTypes="">
                                      <p:cBhvr>
                                        <p:cTn id="849" dur="3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0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6875 L 0.0632812 0.16875 E" pathEditMode="relative" ptsTypes="">
                                      <p:cBhvr>
                                        <p:cTn id="851" dur="3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2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6875 L 0.0632813 0.16875 E" pathEditMode="relative" ptsTypes="">
                                      <p:cBhvr>
                                        <p:cTn id="853" dur="3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4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6875 L 0.0632812 0.16875 E" pathEditMode="relative" ptsTypes="">
                                      <p:cBhvr>
                                        <p:cTn id="855" dur="3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6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6875 L 0.0632812 0.16875 E" pathEditMode="relative" ptsTypes="">
                                      <p:cBhvr>
                                        <p:cTn id="857" dur="3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8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6875 L 0.0632813 0.16875 E" pathEditMode="relative" ptsTypes="">
                                      <p:cBhvr>
                                        <p:cTn id="859" dur="3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0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6875 L 0.0632812 0.16875 E" pathEditMode="relative" ptsTypes="">
                                      <p:cBhvr>
                                        <p:cTn id="861" dur="3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2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6875 L 0.0632812 0.16875 E" pathEditMode="relative" ptsTypes="">
                                      <p:cBhvr>
                                        <p:cTn id="863" dur="3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4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6875 L 0.0632813 0.16875 E" pathEditMode="relative" ptsTypes="">
                                      <p:cBhvr>
                                        <p:cTn id="865" dur="3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6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6875 L 0.0632812 0.16875 E" pathEditMode="relative" ptsTypes="">
                                      <p:cBhvr>
                                        <p:cTn id="867" dur="3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8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6875 L 0.0632812 0.16875 E" pathEditMode="relative" ptsTypes="">
                                      <p:cBhvr>
                                        <p:cTn id="869" dur="3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0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6406 0.16875 L 0.0632813 0.16875 E" pathEditMode="relative" ptsTypes="">
                                      <p:cBhvr>
                                        <p:cTn id="871" dur="3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2" fill="hold">
                            <p:stCondLst>
                              <p:cond delay="8400"/>
                            </p:stCondLst>
                            <p:childTnLst>
                              <p:par>
                                <p:cTn id="873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4" dur="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8" dur="25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9" fill="hold">
                            <p:stCondLst>
                              <p:cond delay="8650"/>
                            </p:stCondLst>
                            <p:childTnLst>
                              <p:par>
                                <p:cTn id="880" presetID="63" presetClass="path" presetSubtype="0" accel="50000" decel="50000" fill="hold" grpId="14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6875 L 0.0949219 0.16875 E" pathEditMode="relative" ptsTypes="">
                                      <p:cBhvr>
                                        <p:cTn id="881" dur="3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2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6875 L 0.0949219 0.16875 E" pathEditMode="relative" ptsTypes="">
                                      <p:cBhvr>
                                        <p:cTn id="883" dur="3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4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6875 L 0.0949219 0.16875 E" pathEditMode="relative" ptsTypes="">
                                      <p:cBhvr>
                                        <p:cTn id="885" dur="3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6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6875 L 0.0949219 0.16875 E" pathEditMode="relative" ptsTypes="">
                                      <p:cBhvr>
                                        <p:cTn id="887" dur="3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8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6875 L 0.0949219 0.16875 E" pathEditMode="relative" ptsTypes="">
                                      <p:cBhvr>
                                        <p:cTn id="889" dur="3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0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6875 L 0.0949219 0.16875 E" pathEditMode="relative" ptsTypes="">
                                      <p:cBhvr>
                                        <p:cTn id="891" dur="3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2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6875 L 0.0949219 0.16875 E" pathEditMode="relative" ptsTypes="">
                                      <p:cBhvr>
                                        <p:cTn id="893" dur="3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4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6875 L 0.0949219 0.16875 E" pathEditMode="relative" ptsTypes="">
                                      <p:cBhvr>
                                        <p:cTn id="895" dur="3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6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6875 L 0.0949219 0.16875 E" pathEditMode="relative" ptsTypes="">
                                      <p:cBhvr>
                                        <p:cTn id="897" dur="3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8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.16875 L 0.0949219 0.16875 E" pathEditMode="relative" ptsTypes="">
                                      <p:cBhvr>
                                        <p:cTn id="899" dur="3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0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6875 L 0.0949219 0.16875 E" pathEditMode="relative" ptsTypes="">
                                      <p:cBhvr>
                                        <p:cTn id="901" dur="3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2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.16875 L 0.0949219 0.16875 E" pathEditMode="relative" ptsTypes="">
                                      <p:cBhvr>
                                        <p:cTn id="903" dur="3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4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.16875 L 0.0949219 0.16875 E" pathEditMode="relative" ptsTypes="">
                                      <p:cBhvr>
                                        <p:cTn id="905" dur="3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6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6875 L 0.0949219 0.16875 E" pathEditMode="relative" ptsTypes="">
                                      <p:cBhvr>
                                        <p:cTn id="907" dur="3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8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.16875 L 0.0949219 0.16875 E" pathEditMode="relative" ptsTypes="">
                                      <p:cBhvr>
                                        <p:cTn id="909" dur="3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0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.16875 L 0.0949219 0.16875 E" pathEditMode="relative" ptsTypes="">
                                      <p:cBhvr>
                                        <p:cTn id="911" dur="3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2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6875 L 0.0949219 0.16875 E" pathEditMode="relative" ptsTypes="">
                                      <p:cBhvr>
                                        <p:cTn id="913" dur="3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4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.16875 L 0.0949219 0.16875 E" pathEditMode="relative" ptsTypes="">
                                      <p:cBhvr>
                                        <p:cTn id="915" dur="3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6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6875 L 0.0949219 0.16875 E" pathEditMode="relative" ptsTypes="">
                                      <p:cBhvr>
                                        <p:cTn id="917" dur="3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8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6875 L 0.0949219 0.16875 E" pathEditMode="relative" ptsTypes="">
                                      <p:cBhvr>
                                        <p:cTn id="919" dur="3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0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.16875 L 0.0949219 0.16875 E" pathEditMode="relative" ptsTypes="">
                                      <p:cBhvr>
                                        <p:cTn id="921" dur="3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2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6875 L 0.0949219 0.16875 E" pathEditMode="relative" ptsTypes="">
                                      <p:cBhvr>
                                        <p:cTn id="923" dur="3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4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6875 L 0.0949219 0.16875 E" pathEditMode="relative" ptsTypes="">
                                      <p:cBhvr>
                                        <p:cTn id="925" dur="3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6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.16875 L 0.0949219 0.16875 E" pathEditMode="relative" ptsTypes="">
                                      <p:cBhvr>
                                        <p:cTn id="927" dur="3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8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6875 L 0.0949219 0.16875 E" pathEditMode="relative" ptsTypes="">
                                      <p:cBhvr>
                                        <p:cTn id="929" dur="3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0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2 0.16875 L 0.0949219 0.16875 E" pathEditMode="relative" ptsTypes="">
                                      <p:cBhvr>
                                        <p:cTn id="931" dur="3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2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2813 0.16875 L 0.0949219 0.16875 E" pathEditMode="relative" ptsTypes="">
                                      <p:cBhvr>
                                        <p:cTn id="933" dur="3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4" fill="hold">
                            <p:stCondLst>
                              <p:cond delay="9000"/>
                            </p:stCondLst>
                            <p:childTnLst>
                              <p:par>
                                <p:cTn id="935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6" dur="2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7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0" dur="25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2" grpId="0" animBg="1"/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57" grpId="0" animBg="1"/>
      <p:bldP spid="57" grpId="1" animBg="1"/>
      <p:bldP spid="57" grpId="2" animBg="1"/>
      <p:bldP spid="57" grpId="3" animBg="1"/>
      <p:bldP spid="57" grpId="4" animBg="1"/>
      <p:bldP spid="57" grpId="5" animBg="1"/>
      <p:bldP spid="57" grpId="6" animBg="1"/>
      <p:bldP spid="57" grpId="7" animBg="1"/>
      <p:bldP spid="57" grpId="8" animBg="1"/>
      <p:bldP spid="57" grpId="9" animBg="1"/>
      <p:bldP spid="57" grpId="10" animBg="1"/>
      <p:bldP spid="57" grpId="11" animBg="1"/>
      <p:bldP spid="57" grpId="12" animBg="1"/>
      <p:bldP spid="57" grpId="13" animBg="1"/>
      <p:bldP spid="57" grpId="14" animBg="1"/>
      <p:bldP spid="58" grpId="0" animBg="1"/>
      <p:bldP spid="58" grpId="1" animBg="1"/>
      <p:bldP spid="58" grpId="2" animBg="1"/>
      <p:bldP spid="58" grpId="3" animBg="1"/>
      <p:bldP spid="58" grpId="4" animBg="1"/>
      <p:bldP spid="58" grpId="5" animBg="1"/>
      <p:bldP spid="58" grpId="6" animBg="1"/>
      <p:bldP spid="58" grpId="7" animBg="1"/>
      <p:bldP spid="58" grpId="8" animBg="1"/>
      <p:bldP spid="58" grpId="9" animBg="1"/>
      <p:bldP spid="58" grpId="10" animBg="1"/>
      <p:bldP spid="58" grpId="11" animBg="1"/>
      <p:bldP spid="58" grpId="12" animBg="1"/>
      <p:bldP spid="58" grpId="13" animBg="1"/>
      <p:bldP spid="58" grpId="14" animBg="1"/>
      <p:bldP spid="59" grpId="0" animBg="1"/>
      <p:bldP spid="59" grpId="1" animBg="1"/>
      <p:bldP spid="59" grpId="2" animBg="1"/>
      <p:bldP spid="59" grpId="3" animBg="1"/>
      <p:bldP spid="59" grpId="4" animBg="1"/>
      <p:bldP spid="59" grpId="5" animBg="1"/>
      <p:bldP spid="59" grpId="6" animBg="1"/>
      <p:bldP spid="59" grpId="7" animBg="1"/>
      <p:bldP spid="59" grpId="8" animBg="1"/>
      <p:bldP spid="59" grpId="9" animBg="1"/>
      <p:bldP spid="59" grpId="10" animBg="1"/>
      <p:bldP spid="59" grpId="11" animBg="1"/>
      <p:bldP spid="59" grpId="12" animBg="1"/>
      <p:bldP spid="59" grpId="13" animBg="1"/>
      <p:bldP spid="59" grpId="14" animBg="1"/>
      <p:bldP spid="60" grpId="0" animBg="1"/>
      <p:bldP spid="60" grpId="1" animBg="1"/>
      <p:bldP spid="60" grpId="2" animBg="1"/>
      <p:bldP spid="60" grpId="3" animBg="1"/>
      <p:bldP spid="60" grpId="4" animBg="1"/>
      <p:bldP spid="60" grpId="5" animBg="1"/>
      <p:bldP spid="60" grpId="6" animBg="1"/>
      <p:bldP spid="60" grpId="7" animBg="1"/>
      <p:bldP spid="60" grpId="8" animBg="1"/>
      <p:bldP spid="60" grpId="9" animBg="1"/>
      <p:bldP spid="60" grpId="10" animBg="1"/>
      <p:bldP spid="60" grpId="11" animBg="1"/>
      <p:bldP spid="60" grpId="12" animBg="1"/>
      <p:bldP spid="60" grpId="13" animBg="1"/>
      <p:bldP spid="60" grpId="14" animBg="1"/>
      <p:bldP spid="61" grpId="0" animBg="1"/>
      <p:bldP spid="61" grpId="1" animBg="1"/>
      <p:bldP spid="61" grpId="2" animBg="1"/>
      <p:bldP spid="61" grpId="3" animBg="1"/>
      <p:bldP spid="61" grpId="4" animBg="1"/>
      <p:bldP spid="61" grpId="5" animBg="1"/>
      <p:bldP spid="61" grpId="6" animBg="1"/>
      <p:bldP spid="61" grpId="7" animBg="1"/>
      <p:bldP spid="61" grpId="8" animBg="1"/>
      <p:bldP spid="61" grpId="9" animBg="1"/>
      <p:bldP spid="61" grpId="10" animBg="1"/>
      <p:bldP spid="61" grpId="11" animBg="1"/>
      <p:bldP spid="61" grpId="12" animBg="1"/>
      <p:bldP spid="61" grpId="13" animBg="1"/>
      <p:bldP spid="61" grpId="14" animBg="1"/>
      <p:bldP spid="62" grpId="0" animBg="1"/>
      <p:bldP spid="62" grpId="1" animBg="1"/>
      <p:bldP spid="62" grpId="2" animBg="1"/>
      <p:bldP spid="62" grpId="3" animBg="1"/>
      <p:bldP spid="62" grpId="4" animBg="1"/>
      <p:bldP spid="62" grpId="5" animBg="1"/>
      <p:bldP spid="62" grpId="6" animBg="1"/>
      <p:bldP spid="62" grpId="7" animBg="1"/>
      <p:bldP spid="62" grpId="8" animBg="1"/>
      <p:bldP spid="62" grpId="9" animBg="1"/>
      <p:bldP spid="62" grpId="10" animBg="1"/>
      <p:bldP spid="62" grpId="11" animBg="1"/>
      <p:bldP spid="62" grpId="12" animBg="1"/>
      <p:bldP spid="62" grpId="13" animBg="1"/>
      <p:bldP spid="62" grpId="14" animBg="1"/>
      <p:bldP spid="63" grpId="0" animBg="1"/>
      <p:bldP spid="63" grpId="1" animBg="1"/>
      <p:bldP spid="63" grpId="2" animBg="1"/>
      <p:bldP spid="63" grpId="3" animBg="1"/>
      <p:bldP spid="63" grpId="4" animBg="1"/>
      <p:bldP spid="63" grpId="5" animBg="1"/>
      <p:bldP spid="63" grpId="6" animBg="1"/>
      <p:bldP spid="63" grpId="7" animBg="1"/>
      <p:bldP spid="63" grpId="8" animBg="1"/>
      <p:bldP spid="63" grpId="9" animBg="1"/>
      <p:bldP spid="63" grpId="10" animBg="1"/>
      <p:bldP spid="63" grpId="11" animBg="1"/>
      <p:bldP spid="63" grpId="12" animBg="1"/>
      <p:bldP spid="63" grpId="13" animBg="1"/>
      <p:bldP spid="63" grpId="14" animBg="1"/>
      <p:bldP spid="64" grpId="0" animBg="1"/>
      <p:bldP spid="64" grpId="1" animBg="1"/>
      <p:bldP spid="64" grpId="2" animBg="1"/>
      <p:bldP spid="64" grpId="3" animBg="1"/>
      <p:bldP spid="64" grpId="4" animBg="1"/>
      <p:bldP spid="64" grpId="5" animBg="1"/>
      <p:bldP spid="64" grpId="6" animBg="1"/>
      <p:bldP spid="64" grpId="7" animBg="1"/>
      <p:bldP spid="64" grpId="8" animBg="1"/>
      <p:bldP spid="64" grpId="9" animBg="1"/>
      <p:bldP spid="64" grpId="10" animBg="1"/>
      <p:bldP spid="64" grpId="11" animBg="1"/>
      <p:bldP spid="64" grpId="12" animBg="1"/>
      <p:bldP spid="64" grpId="13" animBg="1"/>
      <p:bldP spid="64" grpId="14" animBg="1"/>
      <p:bldP spid="65" grpId="0" animBg="1"/>
      <p:bldP spid="65" grpId="1" animBg="1"/>
      <p:bldP spid="65" grpId="2" animBg="1"/>
      <p:bldP spid="65" grpId="3" animBg="1"/>
      <p:bldP spid="65" grpId="4" animBg="1"/>
      <p:bldP spid="65" grpId="5" animBg="1"/>
      <p:bldP spid="65" grpId="6" animBg="1"/>
      <p:bldP spid="65" grpId="7" animBg="1"/>
      <p:bldP spid="65" grpId="8" animBg="1"/>
      <p:bldP spid="65" grpId="9" animBg="1"/>
      <p:bldP spid="65" grpId="10" animBg="1"/>
      <p:bldP spid="65" grpId="11" animBg="1"/>
      <p:bldP spid="65" grpId="12" animBg="1"/>
      <p:bldP spid="65" grpId="13" animBg="1"/>
      <p:bldP spid="65" grpId="14" animBg="1"/>
      <p:bldP spid="102" grpId="0" animBg="1"/>
      <p:bldP spid="102" grpId="1" animBg="1"/>
      <p:bldP spid="102" grpId="2" animBg="1"/>
      <p:bldP spid="102" grpId="3" animBg="1"/>
      <p:bldP spid="102" grpId="4" animBg="1"/>
      <p:bldP spid="102" grpId="5" animBg="1"/>
      <p:bldP spid="102" grpId="6" animBg="1"/>
      <p:bldP spid="102" grpId="7" animBg="1"/>
      <p:bldP spid="102" grpId="8" animBg="1"/>
      <p:bldP spid="102" grpId="9" animBg="1"/>
      <p:bldP spid="102" grpId="10" animBg="1"/>
      <p:bldP spid="102" grpId="11" animBg="1"/>
      <p:bldP spid="102" grpId="12" animBg="1"/>
      <p:bldP spid="102" grpId="13" animBg="1"/>
      <p:bldP spid="102" grpId="14" animBg="1"/>
      <p:bldP spid="103" grpId="0" animBg="1"/>
      <p:bldP spid="103" grpId="1" animBg="1"/>
      <p:bldP spid="103" grpId="2" animBg="1"/>
      <p:bldP spid="103" grpId="3" animBg="1"/>
      <p:bldP spid="103" grpId="4" animBg="1"/>
      <p:bldP spid="103" grpId="5" animBg="1"/>
      <p:bldP spid="103" grpId="6" animBg="1"/>
      <p:bldP spid="103" grpId="7" animBg="1"/>
      <p:bldP spid="103" grpId="8" animBg="1"/>
      <p:bldP spid="103" grpId="9" animBg="1"/>
      <p:bldP spid="103" grpId="10" animBg="1"/>
      <p:bldP spid="103" grpId="11" animBg="1"/>
      <p:bldP spid="103" grpId="12" animBg="1"/>
      <p:bldP spid="103" grpId="13" animBg="1"/>
      <p:bldP spid="103" grpId="14" animBg="1"/>
      <p:bldP spid="104" grpId="0" animBg="1"/>
      <p:bldP spid="104" grpId="1" animBg="1"/>
      <p:bldP spid="104" grpId="2" animBg="1"/>
      <p:bldP spid="104" grpId="3" animBg="1"/>
      <p:bldP spid="104" grpId="4" animBg="1"/>
      <p:bldP spid="104" grpId="5" animBg="1"/>
      <p:bldP spid="104" grpId="6" animBg="1"/>
      <p:bldP spid="104" grpId="7" animBg="1"/>
      <p:bldP spid="104" grpId="8" animBg="1"/>
      <p:bldP spid="104" grpId="9" animBg="1"/>
      <p:bldP spid="104" grpId="10" animBg="1"/>
      <p:bldP spid="104" grpId="11" animBg="1"/>
      <p:bldP spid="104" grpId="12" animBg="1"/>
      <p:bldP spid="104" grpId="13" animBg="1"/>
      <p:bldP spid="104" grpId="14" animBg="1"/>
      <p:bldP spid="105" grpId="0" animBg="1"/>
      <p:bldP spid="105" grpId="1" animBg="1"/>
      <p:bldP spid="105" grpId="2" animBg="1"/>
      <p:bldP spid="105" grpId="3" animBg="1"/>
      <p:bldP spid="105" grpId="4" animBg="1"/>
      <p:bldP spid="105" grpId="5" animBg="1"/>
      <p:bldP spid="105" grpId="6" animBg="1"/>
      <p:bldP spid="105" grpId="7" animBg="1"/>
      <p:bldP spid="105" grpId="8" animBg="1"/>
      <p:bldP spid="105" grpId="9" animBg="1"/>
      <p:bldP spid="105" grpId="10" animBg="1"/>
      <p:bldP spid="105" grpId="11" animBg="1"/>
      <p:bldP spid="105" grpId="12" animBg="1"/>
      <p:bldP spid="105" grpId="13" animBg="1"/>
      <p:bldP spid="105" grpId="14" animBg="1"/>
      <p:bldP spid="106" grpId="0" animBg="1"/>
      <p:bldP spid="106" grpId="1" animBg="1"/>
      <p:bldP spid="106" grpId="2" animBg="1"/>
      <p:bldP spid="106" grpId="3" animBg="1"/>
      <p:bldP spid="106" grpId="4" animBg="1"/>
      <p:bldP spid="106" grpId="5" animBg="1"/>
      <p:bldP spid="106" grpId="6" animBg="1"/>
      <p:bldP spid="106" grpId="7" animBg="1"/>
      <p:bldP spid="106" grpId="8" animBg="1"/>
      <p:bldP spid="106" grpId="9" animBg="1"/>
      <p:bldP spid="106" grpId="10" animBg="1"/>
      <p:bldP spid="106" grpId="11" animBg="1"/>
      <p:bldP spid="106" grpId="12" animBg="1"/>
      <p:bldP spid="106" grpId="13" animBg="1"/>
      <p:bldP spid="106" grpId="14" animBg="1"/>
      <p:bldP spid="107" grpId="0" animBg="1"/>
      <p:bldP spid="107" grpId="1" animBg="1"/>
      <p:bldP spid="107" grpId="2" animBg="1"/>
      <p:bldP spid="107" grpId="3" animBg="1"/>
      <p:bldP spid="107" grpId="4" animBg="1"/>
      <p:bldP spid="107" grpId="5" animBg="1"/>
      <p:bldP spid="107" grpId="6" animBg="1"/>
      <p:bldP spid="107" grpId="7" animBg="1"/>
      <p:bldP spid="107" grpId="8" animBg="1"/>
      <p:bldP spid="107" grpId="9" animBg="1"/>
      <p:bldP spid="107" grpId="10" animBg="1"/>
      <p:bldP spid="107" grpId="11" animBg="1"/>
      <p:bldP spid="107" grpId="12" animBg="1"/>
      <p:bldP spid="107" grpId="13" animBg="1"/>
      <p:bldP spid="107" grpId="14" animBg="1"/>
      <p:bldP spid="108" grpId="0" animBg="1"/>
      <p:bldP spid="108" grpId="1" animBg="1"/>
      <p:bldP spid="108" grpId="2" animBg="1"/>
      <p:bldP spid="108" grpId="3" animBg="1"/>
      <p:bldP spid="108" grpId="4" animBg="1"/>
      <p:bldP spid="108" grpId="5" animBg="1"/>
      <p:bldP spid="108" grpId="6" animBg="1"/>
      <p:bldP spid="108" grpId="7" animBg="1"/>
      <p:bldP spid="108" grpId="8" animBg="1"/>
      <p:bldP spid="108" grpId="9" animBg="1"/>
      <p:bldP spid="108" grpId="10" animBg="1"/>
      <p:bldP spid="108" grpId="11" animBg="1"/>
      <p:bldP spid="108" grpId="12" animBg="1"/>
      <p:bldP spid="108" grpId="13" animBg="1"/>
      <p:bldP spid="108" grpId="14" animBg="1"/>
      <p:bldP spid="109" grpId="0" animBg="1"/>
      <p:bldP spid="109" grpId="1" animBg="1"/>
      <p:bldP spid="109" grpId="2" animBg="1"/>
      <p:bldP spid="109" grpId="3" animBg="1"/>
      <p:bldP spid="109" grpId="4" animBg="1"/>
      <p:bldP spid="109" grpId="5" animBg="1"/>
      <p:bldP spid="109" grpId="6" animBg="1"/>
      <p:bldP spid="109" grpId="7" animBg="1"/>
      <p:bldP spid="109" grpId="8" animBg="1"/>
      <p:bldP spid="109" grpId="9" animBg="1"/>
      <p:bldP spid="109" grpId="10" animBg="1"/>
      <p:bldP spid="109" grpId="11" animBg="1"/>
      <p:bldP spid="109" grpId="12" animBg="1"/>
      <p:bldP spid="109" grpId="13" animBg="1"/>
      <p:bldP spid="109" grpId="14" animBg="1"/>
      <p:bldP spid="110" grpId="0" animBg="1"/>
      <p:bldP spid="110" grpId="1" animBg="1"/>
      <p:bldP spid="110" grpId="2" animBg="1"/>
      <p:bldP spid="110" grpId="3" animBg="1"/>
      <p:bldP spid="110" grpId="4" animBg="1"/>
      <p:bldP spid="110" grpId="5" animBg="1"/>
      <p:bldP spid="110" grpId="6" animBg="1"/>
      <p:bldP spid="110" grpId="7" animBg="1"/>
      <p:bldP spid="110" grpId="8" animBg="1"/>
      <p:bldP spid="110" grpId="9" animBg="1"/>
      <p:bldP spid="110" grpId="10" animBg="1"/>
      <p:bldP spid="110" grpId="11" animBg="1"/>
      <p:bldP spid="110" grpId="12" animBg="1"/>
      <p:bldP spid="110" grpId="13" animBg="1"/>
      <p:bldP spid="110" grpId="14" animBg="1"/>
      <p:bldP spid="147" grpId="0" animBg="1"/>
      <p:bldP spid="147" grpId="1" animBg="1"/>
      <p:bldP spid="147" grpId="2" animBg="1"/>
      <p:bldP spid="147" grpId="3" animBg="1"/>
      <p:bldP spid="147" grpId="4" animBg="1"/>
      <p:bldP spid="147" grpId="5" animBg="1"/>
      <p:bldP spid="147" grpId="6" animBg="1"/>
      <p:bldP spid="147" grpId="7" animBg="1"/>
      <p:bldP spid="147" grpId="8" animBg="1"/>
      <p:bldP spid="147" grpId="9" animBg="1"/>
      <p:bldP spid="147" grpId="10" animBg="1"/>
      <p:bldP spid="147" grpId="11" animBg="1"/>
      <p:bldP spid="147" grpId="12" animBg="1"/>
      <p:bldP spid="147" grpId="13" animBg="1"/>
      <p:bldP spid="147" grpId="14" animBg="1"/>
      <p:bldP spid="148" grpId="0" animBg="1"/>
      <p:bldP spid="148" grpId="1" animBg="1"/>
      <p:bldP spid="148" grpId="2" animBg="1"/>
      <p:bldP spid="148" grpId="3" animBg="1"/>
      <p:bldP spid="148" grpId="4" animBg="1"/>
      <p:bldP spid="148" grpId="5" animBg="1"/>
      <p:bldP spid="148" grpId="6" animBg="1"/>
      <p:bldP spid="148" grpId="7" animBg="1"/>
      <p:bldP spid="148" grpId="8" animBg="1"/>
      <p:bldP spid="148" grpId="9" animBg="1"/>
      <p:bldP spid="148" grpId="10" animBg="1"/>
      <p:bldP spid="148" grpId="11" animBg="1"/>
      <p:bldP spid="148" grpId="12" animBg="1"/>
      <p:bldP spid="148" grpId="13" animBg="1"/>
      <p:bldP spid="148" grpId="14" animBg="1"/>
      <p:bldP spid="149" grpId="0" animBg="1"/>
      <p:bldP spid="149" grpId="1" animBg="1"/>
      <p:bldP spid="149" grpId="2" animBg="1"/>
      <p:bldP spid="149" grpId="3" animBg="1"/>
      <p:bldP spid="149" grpId="4" animBg="1"/>
      <p:bldP spid="149" grpId="5" animBg="1"/>
      <p:bldP spid="149" grpId="6" animBg="1"/>
      <p:bldP spid="149" grpId="7" animBg="1"/>
      <p:bldP spid="149" grpId="8" animBg="1"/>
      <p:bldP spid="149" grpId="9" animBg="1"/>
      <p:bldP spid="149" grpId="10" animBg="1"/>
      <p:bldP spid="149" grpId="11" animBg="1"/>
      <p:bldP spid="149" grpId="12" animBg="1"/>
      <p:bldP spid="149" grpId="13" animBg="1"/>
      <p:bldP spid="149" grpId="14" animBg="1"/>
      <p:bldP spid="150" grpId="0" animBg="1"/>
      <p:bldP spid="150" grpId="1" animBg="1"/>
      <p:bldP spid="150" grpId="2" animBg="1"/>
      <p:bldP spid="150" grpId="3" animBg="1"/>
      <p:bldP spid="150" grpId="4" animBg="1"/>
      <p:bldP spid="150" grpId="5" animBg="1"/>
      <p:bldP spid="150" grpId="6" animBg="1"/>
      <p:bldP spid="150" grpId="7" animBg="1"/>
      <p:bldP spid="150" grpId="8" animBg="1"/>
      <p:bldP spid="150" grpId="9" animBg="1"/>
      <p:bldP spid="150" grpId="10" animBg="1"/>
      <p:bldP spid="150" grpId="11" animBg="1"/>
      <p:bldP spid="150" grpId="12" animBg="1"/>
      <p:bldP spid="150" grpId="13" animBg="1"/>
      <p:bldP spid="150" grpId="14" animBg="1"/>
      <p:bldP spid="151" grpId="0" animBg="1"/>
      <p:bldP spid="151" grpId="1" animBg="1"/>
      <p:bldP spid="151" grpId="2" animBg="1"/>
      <p:bldP spid="151" grpId="3" animBg="1"/>
      <p:bldP spid="151" grpId="4" animBg="1"/>
      <p:bldP spid="151" grpId="5" animBg="1"/>
      <p:bldP spid="151" grpId="6" animBg="1"/>
      <p:bldP spid="151" grpId="7" animBg="1"/>
      <p:bldP spid="151" grpId="8" animBg="1"/>
      <p:bldP spid="151" grpId="9" animBg="1"/>
      <p:bldP spid="151" grpId="10" animBg="1"/>
      <p:bldP spid="151" grpId="11" animBg="1"/>
      <p:bldP spid="151" grpId="12" animBg="1"/>
      <p:bldP spid="151" grpId="13" animBg="1"/>
      <p:bldP spid="151" grpId="14" animBg="1"/>
      <p:bldP spid="152" grpId="0" animBg="1"/>
      <p:bldP spid="152" grpId="1" animBg="1"/>
      <p:bldP spid="152" grpId="2" animBg="1"/>
      <p:bldP spid="152" grpId="3" animBg="1"/>
      <p:bldP spid="152" grpId="4" animBg="1"/>
      <p:bldP spid="152" grpId="5" animBg="1"/>
      <p:bldP spid="152" grpId="6" animBg="1"/>
      <p:bldP spid="152" grpId="7" animBg="1"/>
      <p:bldP spid="152" grpId="8" animBg="1"/>
      <p:bldP spid="152" grpId="9" animBg="1"/>
      <p:bldP spid="152" grpId="10" animBg="1"/>
      <p:bldP spid="152" grpId="11" animBg="1"/>
      <p:bldP spid="152" grpId="12" animBg="1"/>
      <p:bldP spid="152" grpId="13" animBg="1"/>
      <p:bldP spid="152" grpId="14" animBg="1"/>
      <p:bldP spid="153" grpId="0" animBg="1"/>
      <p:bldP spid="153" grpId="1" animBg="1"/>
      <p:bldP spid="153" grpId="2" animBg="1"/>
      <p:bldP spid="153" grpId="3" animBg="1"/>
      <p:bldP spid="153" grpId="4" animBg="1"/>
      <p:bldP spid="153" grpId="5" animBg="1"/>
      <p:bldP spid="153" grpId="6" animBg="1"/>
      <p:bldP spid="153" grpId="7" animBg="1"/>
      <p:bldP spid="153" grpId="8" animBg="1"/>
      <p:bldP spid="153" grpId="9" animBg="1"/>
      <p:bldP spid="153" grpId="10" animBg="1"/>
      <p:bldP spid="153" grpId="11" animBg="1"/>
      <p:bldP spid="153" grpId="12" animBg="1"/>
      <p:bldP spid="153" grpId="13" animBg="1"/>
      <p:bldP spid="153" grpId="14" animBg="1"/>
      <p:bldP spid="154" grpId="0" animBg="1"/>
      <p:bldP spid="154" grpId="1" animBg="1"/>
      <p:bldP spid="154" grpId="2" animBg="1"/>
      <p:bldP spid="154" grpId="3" animBg="1"/>
      <p:bldP spid="154" grpId="4" animBg="1"/>
      <p:bldP spid="154" grpId="5" animBg="1"/>
      <p:bldP spid="154" grpId="6" animBg="1"/>
      <p:bldP spid="154" grpId="7" animBg="1"/>
      <p:bldP spid="154" grpId="8" animBg="1"/>
      <p:bldP spid="154" grpId="9" animBg="1"/>
      <p:bldP spid="154" grpId="10" animBg="1"/>
      <p:bldP spid="154" grpId="11" animBg="1"/>
      <p:bldP spid="154" grpId="12" animBg="1"/>
      <p:bldP spid="154" grpId="13" animBg="1"/>
      <p:bldP spid="154" grpId="14" animBg="1"/>
      <p:bldP spid="155" grpId="0" animBg="1"/>
      <p:bldP spid="155" grpId="1" animBg="1"/>
      <p:bldP spid="155" grpId="2" animBg="1"/>
      <p:bldP spid="155" grpId="3" animBg="1"/>
      <p:bldP spid="155" grpId="4" animBg="1"/>
      <p:bldP spid="155" grpId="5" animBg="1"/>
      <p:bldP spid="155" grpId="6" animBg="1"/>
      <p:bldP spid="155" grpId="7" animBg="1"/>
      <p:bldP spid="155" grpId="8" animBg="1"/>
      <p:bldP spid="155" grpId="9" animBg="1"/>
      <p:bldP spid="155" grpId="10" animBg="1"/>
      <p:bldP spid="155" grpId="11" animBg="1"/>
      <p:bldP spid="155" grpId="12" animBg="1"/>
      <p:bldP spid="155" grpId="13" animBg="1"/>
      <p:bldP spid="155" grpId="14" animBg="1"/>
      <p:bldP spid="156" grpId="0" animBg="1"/>
      <p:bldP spid="157" grpId="0" animBg="1"/>
      <p:bldP spid="158" grpId="0" animBg="1"/>
      <p:bldP spid="159" grpId="0" animBg="1"/>
      <p:bldP spid="160" grpId="0" animBg="1"/>
      <p:bldP spid="161" grpId="0" animBg="1"/>
      <p:bldP spid="162" grpId="0" animBg="1"/>
      <p:bldP spid="163" grpId="0" animBg="1"/>
      <p:bldP spid="164" grpId="0" animBg="1"/>
      <p:bldP spid="165" grpId="0" animBg="1"/>
      <p:bldP spid="166" grpId="0" animBg="1"/>
      <p:bldP spid="167" grpId="0" animBg="1"/>
      <p:bldP spid="168" grpId="0" animBg="1"/>
      <p:bldP spid="169" grpId="0" animBg="1"/>
      <p:bldP spid="170" grpId="0" animBg="1"/>
      <p:bldP spid="171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" name="anim_o2838_1">
            <a:extLst>
              <a:ext uri="{FF2B5EF4-FFF2-40B4-BE49-F238E27FC236}">
                <a16:creationId xmlns:a16="http://schemas.microsoft.com/office/drawing/2014/main" id="{58225DFB-9697-4F66-A687-B137491F576D}"/>
              </a:ext>
            </a:extLst>
          </p:cNvPr>
          <p:cNvSpPr>
            <a:spLocks noGrp="1"/>
          </p:cNvSpPr>
          <p:nvPr/>
        </p:nvSpPr>
        <p:spPr>
          <a:xfrm>
            <a:off x="9027795" y="2828925"/>
            <a:ext cx="385763" cy="385763"/>
          </a:xfrm>
          <a:prstGeom prst="rect">
            <a:avLst/>
          </a:prstGeom>
          <a:solidFill>
            <a:srgbClr val="FFFFFF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2839_1">
            <a:extLst>
              <a:ext uri="{FF2B5EF4-FFF2-40B4-BE49-F238E27FC236}">
                <a16:creationId xmlns:a16="http://schemas.microsoft.com/office/drawing/2014/main" id="{50FB2B37-3082-4260-B278-B9F7C963F399}"/>
              </a:ext>
            </a:extLst>
          </p:cNvPr>
          <p:cNvSpPr>
            <a:spLocks noGrp="1"/>
          </p:cNvSpPr>
          <p:nvPr/>
        </p:nvSpPr>
        <p:spPr>
          <a:xfrm>
            <a:off x="9413558" y="2828925"/>
            <a:ext cx="385763" cy="385763"/>
          </a:xfrm>
          <a:prstGeom prst="rect">
            <a:avLst/>
          </a:prstGeom>
          <a:solidFill>
            <a:srgbClr val="FFFFFF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2840_1">
            <a:extLst>
              <a:ext uri="{FF2B5EF4-FFF2-40B4-BE49-F238E27FC236}">
                <a16:creationId xmlns:a16="http://schemas.microsoft.com/office/drawing/2014/main" id="{B8B7E5DE-0AD2-4E3C-81BA-872DD876B51F}"/>
              </a:ext>
            </a:extLst>
          </p:cNvPr>
          <p:cNvSpPr>
            <a:spLocks noGrp="1"/>
          </p:cNvSpPr>
          <p:nvPr/>
        </p:nvSpPr>
        <p:spPr>
          <a:xfrm>
            <a:off x="9799320" y="2828925"/>
            <a:ext cx="385763" cy="385763"/>
          </a:xfrm>
          <a:prstGeom prst="rect">
            <a:avLst/>
          </a:prstGeom>
          <a:solidFill>
            <a:srgbClr val="FFFFFF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2841_1">
            <a:extLst>
              <a:ext uri="{FF2B5EF4-FFF2-40B4-BE49-F238E27FC236}">
                <a16:creationId xmlns:a16="http://schemas.microsoft.com/office/drawing/2014/main" id="{2BBACF3F-54F9-47E0-A4B2-82F671F34CEE}"/>
              </a:ext>
            </a:extLst>
          </p:cNvPr>
          <p:cNvSpPr>
            <a:spLocks noGrp="1"/>
          </p:cNvSpPr>
          <p:nvPr/>
        </p:nvSpPr>
        <p:spPr>
          <a:xfrm>
            <a:off x="10185083" y="2828925"/>
            <a:ext cx="385763" cy="385763"/>
          </a:xfrm>
          <a:prstGeom prst="rect">
            <a:avLst/>
          </a:prstGeom>
          <a:solidFill>
            <a:srgbClr val="FFFFFF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2842_1">
            <a:extLst>
              <a:ext uri="{FF2B5EF4-FFF2-40B4-BE49-F238E27FC236}">
                <a16:creationId xmlns:a16="http://schemas.microsoft.com/office/drawing/2014/main" id="{6385F83F-26DA-4D66-802F-69F754D3C8B1}"/>
              </a:ext>
            </a:extLst>
          </p:cNvPr>
          <p:cNvSpPr>
            <a:spLocks noGrp="1"/>
          </p:cNvSpPr>
          <p:nvPr/>
        </p:nvSpPr>
        <p:spPr>
          <a:xfrm>
            <a:off x="9027795" y="3214688"/>
            <a:ext cx="385763" cy="385763"/>
          </a:xfrm>
          <a:prstGeom prst="rect">
            <a:avLst/>
          </a:prstGeom>
          <a:solidFill>
            <a:srgbClr val="FFFFFF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2843_1">
            <a:extLst>
              <a:ext uri="{FF2B5EF4-FFF2-40B4-BE49-F238E27FC236}">
                <a16:creationId xmlns:a16="http://schemas.microsoft.com/office/drawing/2014/main" id="{7461E4ED-AED6-42A6-AA3C-CB677E1A74CC}"/>
              </a:ext>
            </a:extLst>
          </p:cNvPr>
          <p:cNvSpPr>
            <a:spLocks noGrp="1"/>
          </p:cNvSpPr>
          <p:nvPr/>
        </p:nvSpPr>
        <p:spPr>
          <a:xfrm>
            <a:off x="9413558" y="3214688"/>
            <a:ext cx="385763" cy="385763"/>
          </a:xfrm>
          <a:prstGeom prst="rect">
            <a:avLst/>
          </a:prstGeom>
          <a:solidFill>
            <a:srgbClr val="FFFFFF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2844_1">
            <a:extLst>
              <a:ext uri="{FF2B5EF4-FFF2-40B4-BE49-F238E27FC236}">
                <a16:creationId xmlns:a16="http://schemas.microsoft.com/office/drawing/2014/main" id="{C1BF3576-E106-4937-81F4-4654CED25600}"/>
              </a:ext>
            </a:extLst>
          </p:cNvPr>
          <p:cNvSpPr>
            <a:spLocks noGrp="1"/>
          </p:cNvSpPr>
          <p:nvPr/>
        </p:nvSpPr>
        <p:spPr>
          <a:xfrm>
            <a:off x="9799320" y="3214688"/>
            <a:ext cx="385763" cy="385763"/>
          </a:xfrm>
          <a:prstGeom prst="rect">
            <a:avLst/>
          </a:prstGeom>
          <a:solidFill>
            <a:srgbClr val="FFFFFF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2845_1">
            <a:extLst>
              <a:ext uri="{FF2B5EF4-FFF2-40B4-BE49-F238E27FC236}">
                <a16:creationId xmlns:a16="http://schemas.microsoft.com/office/drawing/2014/main" id="{68FDC742-8A3A-47E6-96D9-427A6AC1FC71}"/>
              </a:ext>
            </a:extLst>
          </p:cNvPr>
          <p:cNvSpPr>
            <a:spLocks noGrp="1"/>
          </p:cNvSpPr>
          <p:nvPr/>
        </p:nvSpPr>
        <p:spPr>
          <a:xfrm>
            <a:off x="10185083" y="3214688"/>
            <a:ext cx="385763" cy="385763"/>
          </a:xfrm>
          <a:prstGeom prst="rect">
            <a:avLst/>
          </a:prstGeom>
          <a:solidFill>
            <a:srgbClr val="FFFFFF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2846_1">
            <a:extLst>
              <a:ext uri="{FF2B5EF4-FFF2-40B4-BE49-F238E27FC236}">
                <a16:creationId xmlns:a16="http://schemas.microsoft.com/office/drawing/2014/main" id="{B492F7AA-017C-4B58-BE36-37EA276BA4E1}"/>
              </a:ext>
            </a:extLst>
          </p:cNvPr>
          <p:cNvSpPr>
            <a:spLocks noGrp="1"/>
          </p:cNvSpPr>
          <p:nvPr/>
        </p:nvSpPr>
        <p:spPr>
          <a:xfrm>
            <a:off x="9027795" y="3600450"/>
            <a:ext cx="385763" cy="385763"/>
          </a:xfrm>
          <a:prstGeom prst="rect">
            <a:avLst/>
          </a:prstGeom>
          <a:solidFill>
            <a:srgbClr val="FFFFFF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2847_1">
            <a:extLst>
              <a:ext uri="{FF2B5EF4-FFF2-40B4-BE49-F238E27FC236}">
                <a16:creationId xmlns:a16="http://schemas.microsoft.com/office/drawing/2014/main" id="{E579E338-4BD3-458F-8ED7-5EABBE0EF37A}"/>
              </a:ext>
            </a:extLst>
          </p:cNvPr>
          <p:cNvSpPr>
            <a:spLocks noGrp="1"/>
          </p:cNvSpPr>
          <p:nvPr/>
        </p:nvSpPr>
        <p:spPr>
          <a:xfrm>
            <a:off x="9413558" y="3600450"/>
            <a:ext cx="385763" cy="385763"/>
          </a:xfrm>
          <a:prstGeom prst="rect">
            <a:avLst/>
          </a:prstGeom>
          <a:solidFill>
            <a:srgbClr val="FFFFFF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2848_1">
            <a:extLst>
              <a:ext uri="{FF2B5EF4-FFF2-40B4-BE49-F238E27FC236}">
                <a16:creationId xmlns:a16="http://schemas.microsoft.com/office/drawing/2014/main" id="{6033BBD3-80C5-4892-B0FB-41ECB267CB79}"/>
              </a:ext>
            </a:extLst>
          </p:cNvPr>
          <p:cNvSpPr>
            <a:spLocks noGrp="1"/>
          </p:cNvSpPr>
          <p:nvPr/>
        </p:nvSpPr>
        <p:spPr>
          <a:xfrm>
            <a:off x="9799320" y="3600450"/>
            <a:ext cx="385763" cy="385763"/>
          </a:xfrm>
          <a:prstGeom prst="rect">
            <a:avLst/>
          </a:prstGeom>
          <a:solidFill>
            <a:srgbClr val="FFFFFF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2849_1">
            <a:extLst>
              <a:ext uri="{FF2B5EF4-FFF2-40B4-BE49-F238E27FC236}">
                <a16:creationId xmlns:a16="http://schemas.microsoft.com/office/drawing/2014/main" id="{8EFE429D-7EE6-486E-BD47-1E8E889B8805}"/>
              </a:ext>
            </a:extLst>
          </p:cNvPr>
          <p:cNvSpPr>
            <a:spLocks noGrp="1"/>
          </p:cNvSpPr>
          <p:nvPr/>
        </p:nvSpPr>
        <p:spPr>
          <a:xfrm>
            <a:off x="10185083" y="3600450"/>
            <a:ext cx="385763" cy="385763"/>
          </a:xfrm>
          <a:prstGeom prst="rect">
            <a:avLst/>
          </a:prstGeom>
          <a:solidFill>
            <a:srgbClr val="FFFFFF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2850_1">
            <a:extLst>
              <a:ext uri="{FF2B5EF4-FFF2-40B4-BE49-F238E27FC236}">
                <a16:creationId xmlns:a16="http://schemas.microsoft.com/office/drawing/2014/main" id="{CC59C524-FE85-4B03-96B8-CEC1E31DE56D}"/>
              </a:ext>
            </a:extLst>
          </p:cNvPr>
          <p:cNvSpPr>
            <a:spLocks noGrp="1"/>
          </p:cNvSpPr>
          <p:nvPr/>
        </p:nvSpPr>
        <p:spPr>
          <a:xfrm>
            <a:off x="9027795" y="3986213"/>
            <a:ext cx="385763" cy="385763"/>
          </a:xfrm>
          <a:prstGeom prst="rect">
            <a:avLst/>
          </a:prstGeom>
          <a:solidFill>
            <a:srgbClr val="FFFFFF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2851_1">
            <a:extLst>
              <a:ext uri="{FF2B5EF4-FFF2-40B4-BE49-F238E27FC236}">
                <a16:creationId xmlns:a16="http://schemas.microsoft.com/office/drawing/2014/main" id="{3AC9C5C3-1E7D-42F9-8170-4DAF370A4EFB}"/>
              </a:ext>
            </a:extLst>
          </p:cNvPr>
          <p:cNvSpPr>
            <a:spLocks noGrp="1"/>
          </p:cNvSpPr>
          <p:nvPr/>
        </p:nvSpPr>
        <p:spPr>
          <a:xfrm>
            <a:off x="9413558" y="3986213"/>
            <a:ext cx="385763" cy="385763"/>
          </a:xfrm>
          <a:prstGeom prst="rect">
            <a:avLst/>
          </a:prstGeom>
          <a:solidFill>
            <a:srgbClr val="FFFFFF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2852_1">
            <a:extLst>
              <a:ext uri="{FF2B5EF4-FFF2-40B4-BE49-F238E27FC236}">
                <a16:creationId xmlns:a16="http://schemas.microsoft.com/office/drawing/2014/main" id="{35FEA441-32F9-443F-BE0F-C04CA9AD1D68}"/>
              </a:ext>
            </a:extLst>
          </p:cNvPr>
          <p:cNvSpPr>
            <a:spLocks noGrp="1"/>
          </p:cNvSpPr>
          <p:nvPr/>
        </p:nvSpPr>
        <p:spPr>
          <a:xfrm>
            <a:off x="9799320" y="3986213"/>
            <a:ext cx="385763" cy="385763"/>
          </a:xfrm>
          <a:prstGeom prst="rect">
            <a:avLst/>
          </a:prstGeom>
          <a:solidFill>
            <a:srgbClr val="FFFFFF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2853_1">
            <a:extLst>
              <a:ext uri="{FF2B5EF4-FFF2-40B4-BE49-F238E27FC236}">
                <a16:creationId xmlns:a16="http://schemas.microsoft.com/office/drawing/2014/main" id="{6EC05C6B-1863-471C-B393-EC428956C12A}"/>
              </a:ext>
            </a:extLst>
          </p:cNvPr>
          <p:cNvSpPr>
            <a:spLocks noGrp="1"/>
          </p:cNvSpPr>
          <p:nvPr/>
        </p:nvSpPr>
        <p:spPr>
          <a:xfrm>
            <a:off x="10185083" y="3986213"/>
            <a:ext cx="385763" cy="385763"/>
          </a:xfrm>
          <a:prstGeom prst="rect">
            <a:avLst/>
          </a:prstGeom>
          <a:solidFill>
            <a:srgbClr val="FFFFFF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to2765_0_1">
            <a:extLst>
              <a:ext uri="{FF2B5EF4-FFF2-40B4-BE49-F238E27FC236}">
                <a16:creationId xmlns:a16="http://schemas.microsoft.com/office/drawing/2014/main" id="{70D884F3-F9C9-41B4-AB23-6E5E51A54BAE}"/>
              </a:ext>
            </a:extLst>
          </p:cNvPr>
          <p:cNvSpPr>
            <a:spLocks noGrp="1"/>
          </p:cNvSpPr>
          <p:nvPr/>
        </p:nvSpPr>
        <p:spPr>
          <a:xfrm>
            <a:off x="1868289" y="960163"/>
            <a:ext cx="2165111" cy="5371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3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3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3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6 x 6 x 3</a:t>
            </a:r>
          </a:p>
        </p:txBody>
      </p:sp>
      <p:sp>
        <p:nvSpPr>
          <p:cNvPr id="18" name="anim_to2775_0_1">
            <a:extLst>
              <a:ext uri="{FF2B5EF4-FFF2-40B4-BE49-F238E27FC236}">
                <a16:creationId xmlns:a16="http://schemas.microsoft.com/office/drawing/2014/main" id="{BF93D72B-8C3C-4DA3-8FDE-73B309AED69A}"/>
              </a:ext>
            </a:extLst>
          </p:cNvPr>
          <p:cNvSpPr>
            <a:spLocks noGrp="1"/>
          </p:cNvSpPr>
          <p:nvPr/>
        </p:nvSpPr>
        <p:spPr>
          <a:xfrm>
            <a:off x="1949529" y="1621307"/>
            <a:ext cx="2002631" cy="4058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7" b="0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7" b="0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pPr>
            <a:r>
              <a:rPr sz="2557" b="0">
                <a:solidFill>
                  <a:srgbClr val="DDDDDD"/>
                </a:solidFill>
                <a:latin typeface="Consolas"/>
                <a:ea typeface="Consolas"/>
                <a:cs typeface="Consolas"/>
              </a:rPr>
              <a:t>(RGB Image)</a:t>
            </a:r>
          </a:p>
        </p:txBody>
      </p:sp>
      <p:sp>
        <p:nvSpPr>
          <p:cNvPr id="19" name="anim_to2854_0_1">
            <a:extLst>
              <a:ext uri="{FF2B5EF4-FFF2-40B4-BE49-F238E27FC236}">
                <a16:creationId xmlns:a16="http://schemas.microsoft.com/office/drawing/2014/main" id="{B48EF607-933D-4237-911E-CE577FA5D5F7}"/>
              </a:ext>
            </a:extLst>
          </p:cNvPr>
          <p:cNvSpPr>
            <a:spLocks noGrp="1"/>
          </p:cNvSpPr>
          <p:nvPr/>
        </p:nvSpPr>
        <p:spPr>
          <a:xfrm>
            <a:off x="9198959" y="1560249"/>
            <a:ext cx="1219773" cy="5371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3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3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3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4 x 4</a:t>
            </a:r>
          </a:p>
        </p:txBody>
      </p:sp>
      <p:sp>
        <p:nvSpPr>
          <p:cNvPr id="20" name="anim_to2860_0_1">
            <a:extLst>
              <a:ext uri="{FF2B5EF4-FFF2-40B4-BE49-F238E27FC236}">
                <a16:creationId xmlns:a16="http://schemas.microsoft.com/office/drawing/2014/main" id="{1267251A-8C1E-44FD-8752-A5BC029E69CD}"/>
              </a:ext>
            </a:extLst>
          </p:cNvPr>
          <p:cNvSpPr>
            <a:spLocks noGrp="1"/>
          </p:cNvSpPr>
          <p:nvPr/>
        </p:nvSpPr>
        <p:spPr>
          <a:xfrm>
            <a:off x="9075420" y="2221382"/>
            <a:ext cx="1466850" cy="4058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7" b="0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7" b="0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pPr>
            <a:r>
              <a:rPr sz="2557" b="0">
                <a:solidFill>
                  <a:srgbClr val="DDDDDD"/>
                </a:solidFill>
                <a:latin typeface="Consolas"/>
                <a:ea typeface="Consolas"/>
                <a:cs typeface="Consolas"/>
              </a:rPr>
              <a:t>(Output)</a:t>
            </a:r>
          </a:p>
        </p:txBody>
      </p:sp>
      <p:sp>
        <p:nvSpPr>
          <p:cNvPr id="21" name="anim_o2728_1">
            <a:extLst>
              <a:ext uri="{FF2B5EF4-FFF2-40B4-BE49-F238E27FC236}">
                <a16:creationId xmlns:a16="http://schemas.microsoft.com/office/drawing/2014/main" id="{2EF56E7E-AE1F-4A53-8E76-DF06B074FEF5}"/>
              </a:ext>
            </a:extLst>
          </p:cNvPr>
          <p:cNvSpPr>
            <a:spLocks noGrp="1"/>
          </p:cNvSpPr>
          <p:nvPr/>
        </p:nvSpPr>
        <p:spPr>
          <a:xfrm>
            <a:off x="1569720" y="265747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2729_1">
            <a:extLst>
              <a:ext uri="{FF2B5EF4-FFF2-40B4-BE49-F238E27FC236}">
                <a16:creationId xmlns:a16="http://schemas.microsoft.com/office/drawing/2014/main" id="{C87AA321-3A25-44A7-AC8C-1D286E79AD96}"/>
              </a:ext>
            </a:extLst>
          </p:cNvPr>
          <p:cNvSpPr>
            <a:spLocks noGrp="1"/>
          </p:cNvSpPr>
          <p:nvPr/>
        </p:nvSpPr>
        <p:spPr>
          <a:xfrm>
            <a:off x="1955483" y="265747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2730_1">
            <a:extLst>
              <a:ext uri="{FF2B5EF4-FFF2-40B4-BE49-F238E27FC236}">
                <a16:creationId xmlns:a16="http://schemas.microsoft.com/office/drawing/2014/main" id="{D2D41754-302E-427A-9922-FEEC23F47B92}"/>
              </a:ext>
            </a:extLst>
          </p:cNvPr>
          <p:cNvSpPr>
            <a:spLocks noGrp="1"/>
          </p:cNvSpPr>
          <p:nvPr/>
        </p:nvSpPr>
        <p:spPr>
          <a:xfrm>
            <a:off x="2341245" y="265747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2731_1">
            <a:extLst>
              <a:ext uri="{FF2B5EF4-FFF2-40B4-BE49-F238E27FC236}">
                <a16:creationId xmlns:a16="http://schemas.microsoft.com/office/drawing/2014/main" id="{AC834074-4E77-4A72-9015-5878FF5E0021}"/>
              </a:ext>
            </a:extLst>
          </p:cNvPr>
          <p:cNvSpPr>
            <a:spLocks noGrp="1"/>
          </p:cNvSpPr>
          <p:nvPr/>
        </p:nvSpPr>
        <p:spPr>
          <a:xfrm>
            <a:off x="2727007" y="265747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2732_1">
            <a:extLst>
              <a:ext uri="{FF2B5EF4-FFF2-40B4-BE49-F238E27FC236}">
                <a16:creationId xmlns:a16="http://schemas.microsoft.com/office/drawing/2014/main" id="{9EC27330-E3A5-488D-A811-24B79B7E90ED}"/>
              </a:ext>
            </a:extLst>
          </p:cNvPr>
          <p:cNvSpPr>
            <a:spLocks noGrp="1"/>
          </p:cNvSpPr>
          <p:nvPr/>
        </p:nvSpPr>
        <p:spPr>
          <a:xfrm>
            <a:off x="3112770" y="265747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2733_1">
            <a:extLst>
              <a:ext uri="{FF2B5EF4-FFF2-40B4-BE49-F238E27FC236}">
                <a16:creationId xmlns:a16="http://schemas.microsoft.com/office/drawing/2014/main" id="{30966972-6F2A-4065-9845-F55690613BC7}"/>
              </a:ext>
            </a:extLst>
          </p:cNvPr>
          <p:cNvSpPr>
            <a:spLocks noGrp="1"/>
          </p:cNvSpPr>
          <p:nvPr/>
        </p:nvSpPr>
        <p:spPr>
          <a:xfrm>
            <a:off x="3498533" y="265747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2734_1">
            <a:extLst>
              <a:ext uri="{FF2B5EF4-FFF2-40B4-BE49-F238E27FC236}">
                <a16:creationId xmlns:a16="http://schemas.microsoft.com/office/drawing/2014/main" id="{629535B0-CD1B-485D-AA63-3C4BABEA515E}"/>
              </a:ext>
            </a:extLst>
          </p:cNvPr>
          <p:cNvSpPr>
            <a:spLocks noGrp="1"/>
          </p:cNvSpPr>
          <p:nvPr/>
        </p:nvSpPr>
        <p:spPr>
          <a:xfrm>
            <a:off x="1569720" y="304323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2735_1">
            <a:extLst>
              <a:ext uri="{FF2B5EF4-FFF2-40B4-BE49-F238E27FC236}">
                <a16:creationId xmlns:a16="http://schemas.microsoft.com/office/drawing/2014/main" id="{A6563837-7BAA-42C5-9DBE-E7AE31149875}"/>
              </a:ext>
            </a:extLst>
          </p:cNvPr>
          <p:cNvSpPr>
            <a:spLocks noGrp="1"/>
          </p:cNvSpPr>
          <p:nvPr/>
        </p:nvSpPr>
        <p:spPr>
          <a:xfrm>
            <a:off x="1955483" y="304323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2736_1">
            <a:extLst>
              <a:ext uri="{FF2B5EF4-FFF2-40B4-BE49-F238E27FC236}">
                <a16:creationId xmlns:a16="http://schemas.microsoft.com/office/drawing/2014/main" id="{1A0A4304-7873-4E2E-9FF7-31FC7AA36245}"/>
              </a:ext>
            </a:extLst>
          </p:cNvPr>
          <p:cNvSpPr>
            <a:spLocks noGrp="1"/>
          </p:cNvSpPr>
          <p:nvPr/>
        </p:nvSpPr>
        <p:spPr>
          <a:xfrm>
            <a:off x="2341245" y="304323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2737_1">
            <a:extLst>
              <a:ext uri="{FF2B5EF4-FFF2-40B4-BE49-F238E27FC236}">
                <a16:creationId xmlns:a16="http://schemas.microsoft.com/office/drawing/2014/main" id="{F73A5635-9D4C-4307-B04C-4CAF9D4D5576}"/>
              </a:ext>
            </a:extLst>
          </p:cNvPr>
          <p:cNvSpPr>
            <a:spLocks noGrp="1"/>
          </p:cNvSpPr>
          <p:nvPr/>
        </p:nvSpPr>
        <p:spPr>
          <a:xfrm>
            <a:off x="2727007" y="304323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2738_1">
            <a:extLst>
              <a:ext uri="{FF2B5EF4-FFF2-40B4-BE49-F238E27FC236}">
                <a16:creationId xmlns:a16="http://schemas.microsoft.com/office/drawing/2014/main" id="{F64C280A-E94F-4964-86A7-819A96A60162}"/>
              </a:ext>
            </a:extLst>
          </p:cNvPr>
          <p:cNvSpPr>
            <a:spLocks noGrp="1"/>
          </p:cNvSpPr>
          <p:nvPr/>
        </p:nvSpPr>
        <p:spPr>
          <a:xfrm>
            <a:off x="3112770" y="304323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2739_1">
            <a:extLst>
              <a:ext uri="{FF2B5EF4-FFF2-40B4-BE49-F238E27FC236}">
                <a16:creationId xmlns:a16="http://schemas.microsoft.com/office/drawing/2014/main" id="{9E4098D0-E4A6-48DA-8F6D-2291850005A9}"/>
              </a:ext>
            </a:extLst>
          </p:cNvPr>
          <p:cNvSpPr>
            <a:spLocks noGrp="1"/>
          </p:cNvSpPr>
          <p:nvPr/>
        </p:nvSpPr>
        <p:spPr>
          <a:xfrm>
            <a:off x="3498533" y="304323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2740_1">
            <a:extLst>
              <a:ext uri="{FF2B5EF4-FFF2-40B4-BE49-F238E27FC236}">
                <a16:creationId xmlns:a16="http://schemas.microsoft.com/office/drawing/2014/main" id="{A0CB7158-2A3D-4543-BA74-DD840595FA3F}"/>
              </a:ext>
            </a:extLst>
          </p:cNvPr>
          <p:cNvSpPr>
            <a:spLocks noGrp="1"/>
          </p:cNvSpPr>
          <p:nvPr/>
        </p:nvSpPr>
        <p:spPr>
          <a:xfrm>
            <a:off x="1569720" y="3429000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2741_1">
            <a:extLst>
              <a:ext uri="{FF2B5EF4-FFF2-40B4-BE49-F238E27FC236}">
                <a16:creationId xmlns:a16="http://schemas.microsoft.com/office/drawing/2014/main" id="{7E82606E-2214-425A-836A-742E66BB0604}"/>
              </a:ext>
            </a:extLst>
          </p:cNvPr>
          <p:cNvSpPr>
            <a:spLocks noGrp="1"/>
          </p:cNvSpPr>
          <p:nvPr/>
        </p:nvSpPr>
        <p:spPr>
          <a:xfrm>
            <a:off x="1955483" y="3429000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2742_1">
            <a:extLst>
              <a:ext uri="{FF2B5EF4-FFF2-40B4-BE49-F238E27FC236}">
                <a16:creationId xmlns:a16="http://schemas.microsoft.com/office/drawing/2014/main" id="{A38932EE-6872-4EE1-B900-0965D93E0E8A}"/>
              </a:ext>
            </a:extLst>
          </p:cNvPr>
          <p:cNvSpPr>
            <a:spLocks noGrp="1"/>
          </p:cNvSpPr>
          <p:nvPr/>
        </p:nvSpPr>
        <p:spPr>
          <a:xfrm>
            <a:off x="2341245" y="3429000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2743_1">
            <a:extLst>
              <a:ext uri="{FF2B5EF4-FFF2-40B4-BE49-F238E27FC236}">
                <a16:creationId xmlns:a16="http://schemas.microsoft.com/office/drawing/2014/main" id="{F6DBED8F-23FC-4270-80A4-4A76ECD2CE9A}"/>
              </a:ext>
            </a:extLst>
          </p:cNvPr>
          <p:cNvSpPr>
            <a:spLocks noGrp="1"/>
          </p:cNvSpPr>
          <p:nvPr/>
        </p:nvSpPr>
        <p:spPr>
          <a:xfrm>
            <a:off x="2727007" y="3429000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2744_1">
            <a:extLst>
              <a:ext uri="{FF2B5EF4-FFF2-40B4-BE49-F238E27FC236}">
                <a16:creationId xmlns:a16="http://schemas.microsoft.com/office/drawing/2014/main" id="{DEC995EF-8834-473A-BA8B-3014E4FB8C84}"/>
              </a:ext>
            </a:extLst>
          </p:cNvPr>
          <p:cNvSpPr>
            <a:spLocks noGrp="1"/>
          </p:cNvSpPr>
          <p:nvPr/>
        </p:nvSpPr>
        <p:spPr>
          <a:xfrm>
            <a:off x="3112770" y="3429000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2745_1">
            <a:extLst>
              <a:ext uri="{FF2B5EF4-FFF2-40B4-BE49-F238E27FC236}">
                <a16:creationId xmlns:a16="http://schemas.microsoft.com/office/drawing/2014/main" id="{14A80A3A-8A38-40FB-80C3-A2D94EFA309A}"/>
              </a:ext>
            </a:extLst>
          </p:cNvPr>
          <p:cNvSpPr>
            <a:spLocks noGrp="1"/>
          </p:cNvSpPr>
          <p:nvPr/>
        </p:nvSpPr>
        <p:spPr>
          <a:xfrm>
            <a:off x="3498533" y="3429000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2746_1">
            <a:extLst>
              <a:ext uri="{FF2B5EF4-FFF2-40B4-BE49-F238E27FC236}">
                <a16:creationId xmlns:a16="http://schemas.microsoft.com/office/drawing/2014/main" id="{A9E3A650-198B-4F1E-A3A6-06F888207889}"/>
              </a:ext>
            </a:extLst>
          </p:cNvPr>
          <p:cNvSpPr>
            <a:spLocks noGrp="1"/>
          </p:cNvSpPr>
          <p:nvPr/>
        </p:nvSpPr>
        <p:spPr>
          <a:xfrm>
            <a:off x="1569720" y="3814763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2747_1">
            <a:extLst>
              <a:ext uri="{FF2B5EF4-FFF2-40B4-BE49-F238E27FC236}">
                <a16:creationId xmlns:a16="http://schemas.microsoft.com/office/drawing/2014/main" id="{58D6E7F7-7D9F-4399-923B-351BCCC315EC}"/>
              </a:ext>
            </a:extLst>
          </p:cNvPr>
          <p:cNvSpPr>
            <a:spLocks noGrp="1"/>
          </p:cNvSpPr>
          <p:nvPr/>
        </p:nvSpPr>
        <p:spPr>
          <a:xfrm>
            <a:off x="1955483" y="3814763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2748_1">
            <a:extLst>
              <a:ext uri="{FF2B5EF4-FFF2-40B4-BE49-F238E27FC236}">
                <a16:creationId xmlns:a16="http://schemas.microsoft.com/office/drawing/2014/main" id="{938A9DFF-EAB7-4315-9357-89D5C3DF6C90}"/>
              </a:ext>
            </a:extLst>
          </p:cNvPr>
          <p:cNvSpPr>
            <a:spLocks noGrp="1"/>
          </p:cNvSpPr>
          <p:nvPr/>
        </p:nvSpPr>
        <p:spPr>
          <a:xfrm>
            <a:off x="2341245" y="3814763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2749_1">
            <a:extLst>
              <a:ext uri="{FF2B5EF4-FFF2-40B4-BE49-F238E27FC236}">
                <a16:creationId xmlns:a16="http://schemas.microsoft.com/office/drawing/2014/main" id="{6936611E-CDAA-4DC1-93E1-3A11C924F697}"/>
              </a:ext>
            </a:extLst>
          </p:cNvPr>
          <p:cNvSpPr>
            <a:spLocks noGrp="1"/>
          </p:cNvSpPr>
          <p:nvPr/>
        </p:nvSpPr>
        <p:spPr>
          <a:xfrm>
            <a:off x="2727007" y="3814763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2750_1">
            <a:extLst>
              <a:ext uri="{FF2B5EF4-FFF2-40B4-BE49-F238E27FC236}">
                <a16:creationId xmlns:a16="http://schemas.microsoft.com/office/drawing/2014/main" id="{43791B40-395F-4CAF-AC43-5ACFC93F8FE0}"/>
              </a:ext>
            </a:extLst>
          </p:cNvPr>
          <p:cNvSpPr>
            <a:spLocks noGrp="1"/>
          </p:cNvSpPr>
          <p:nvPr/>
        </p:nvSpPr>
        <p:spPr>
          <a:xfrm>
            <a:off x="3112770" y="3814763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2751_1">
            <a:extLst>
              <a:ext uri="{FF2B5EF4-FFF2-40B4-BE49-F238E27FC236}">
                <a16:creationId xmlns:a16="http://schemas.microsoft.com/office/drawing/2014/main" id="{8653A66E-06E8-4AAC-BFF7-24614449F8B0}"/>
              </a:ext>
            </a:extLst>
          </p:cNvPr>
          <p:cNvSpPr>
            <a:spLocks noGrp="1"/>
          </p:cNvSpPr>
          <p:nvPr/>
        </p:nvSpPr>
        <p:spPr>
          <a:xfrm>
            <a:off x="3498533" y="3814763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2752_1">
            <a:extLst>
              <a:ext uri="{FF2B5EF4-FFF2-40B4-BE49-F238E27FC236}">
                <a16:creationId xmlns:a16="http://schemas.microsoft.com/office/drawing/2014/main" id="{23EE08BA-AA4E-4DB2-9BAA-2A3427863E18}"/>
              </a:ext>
            </a:extLst>
          </p:cNvPr>
          <p:cNvSpPr>
            <a:spLocks noGrp="1"/>
          </p:cNvSpPr>
          <p:nvPr/>
        </p:nvSpPr>
        <p:spPr>
          <a:xfrm>
            <a:off x="1569720" y="420052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2753_1">
            <a:extLst>
              <a:ext uri="{FF2B5EF4-FFF2-40B4-BE49-F238E27FC236}">
                <a16:creationId xmlns:a16="http://schemas.microsoft.com/office/drawing/2014/main" id="{4D68C151-F685-45BE-9B11-2FD667E92E03}"/>
              </a:ext>
            </a:extLst>
          </p:cNvPr>
          <p:cNvSpPr>
            <a:spLocks noGrp="1"/>
          </p:cNvSpPr>
          <p:nvPr/>
        </p:nvSpPr>
        <p:spPr>
          <a:xfrm>
            <a:off x="1955483" y="420052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2754_1">
            <a:extLst>
              <a:ext uri="{FF2B5EF4-FFF2-40B4-BE49-F238E27FC236}">
                <a16:creationId xmlns:a16="http://schemas.microsoft.com/office/drawing/2014/main" id="{2D00B7F7-A399-4962-B492-84C7BBF57035}"/>
              </a:ext>
            </a:extLst>
          </p:cNvPr>
          <p:cNvSpPr>
            <a:spLocks noGrp="1"/>
          </p:cNvSpPr>
          <p:nvPr/>
        </p:nvSpPr>
        <p:spPr>
          <a:xfrm>
            <a:off x="2341245" y="420052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2755_1">
            <a:extLst>
              <a:ext uri="{FF2B5EF4-FFF2-40B4-BE49-F238E27FC236}">
                <a16:creationId xmlns:a16="http://schemas.microsoft.com/office/drawing/2014/main" id="{DAD47E48-B1E8-4330-B3C1-73B2E6E41229}"/>
              </a:ext>
            </a:extLst>
          </p:cNvPr>
          <p:cNvSpPr>
            <a:spLocks noGrp="1"/>
          </p:cNvSpPr>
          <p:nvPr/>
        </p:nvSpPr>
        <p:spPr>
          <a:xfrm>
            <a:off x="2727007" y="420052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2756_1">
            <a:extLst>
              <a:ext uri="{FF2B5EF4-FFF2-40B4-BE49-F238E27FC236}">
                <a16:creationId xmlns:a16="http://schemas.microsoft.com/office/drawing/2014/main" id="{9A17998E-1F24-42E2-BF78-C0BECBA021A1}"/>
              </a:ext>
            </a:extLst>
          </p:cNvPr>
          <p:cNvSpPr>
            <a:spLocks noGrp="1"/>
          </p:cNvSpPr>
          <p:nvPr/>
        </p:nvSpPr>
        <p:spPr>
          <a:xfrm>
            <a:off x="3112770" y="420052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2757_1">
            <a:extLst>
              <a:ext uri="{FF2B5EF4-FFF2-40B4-BE49-F238E27FC236}">
                <a16:creationId xmlns:a16="http://schemas.microsoft.com/office/drawing/2014/main" id="{FD45A908-20C8-48C0-8EE3-0A428483EDFD}"/>
              </a:ext>
            </a:extLst>
          </p:cNvPr>
          <p:cNvSpPr>
            <a:spLocks noGrp="1"/>
          </p:cNvSpPr>
          <p:nvPr/>
        </p:nvSpPr>
        <p:spPr>
          <a:xfrm>
            <a:off x="3498533" y="4200525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2758_1">
            <a:extLst>
              <a:ext uri="{FF2B5EF4-FFF2-40B4-BE49-F238E27FC236}">
                <a16:creationId xmlns:a16="http://schemas.microsoft.com/office/drawing/2014/main" id="{EB22B91A-E88C-433B-96DC-6B56C541FEF2}"/>
              </a:ext>
            </a:extLst>
          </p:cNvPr>
          <p:cNvSpPr>
            <a:spLocks noGrp="1"/>
          </p:cNvSpPr>
          <p:nvPr/>
        </p:nvSpPr>
        <p:spPr>
          <a:xfrm>
            <a:off x="1569720" y="458628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2759_1">
            <a:extLst>
              <a:ext uri="{FF2B5EF4-FFF2-40B4-BE49-F238E27FC236}">
                <a16:creationId xmlns:a16="http://schemas.microsoft.com/office/drawing/2014/main" id="{59D54557-1344-4826-BC4E-6ADC12A9AB36}"/>
              </a:ext>
            </a:extLst>
          </p:cNvPr>
          <p:cNvSpPr>
            <a:spLocks noGrp="1"/>
          </p:cNvSpPr>
          <p:nvPr/>
        </p:nvSpPr>
        <p:spPr>
          <a:xfrm>
            <a:off x="1955483" y="458628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o2760_1">
            <a:extLst>
              <a:ext uri="{FF2B5EF4-FFF2-40B4-BE49-F238E27FC236}">
                <a16:creationId xmlns:a16="http://schemas.microsoft.com/office/drawing/2014/main" id="{02DC92E5-9659-47AD-9D0E-969533EFE716}"/>
              </a:ext>
            </a:extLst>
          </p:cNvPr>
          <p:cNvSpPr>
            <a:spLocks noGrp="1"/>
          </p:cNvSpPr>
          <p:nvPr/>
        </p:nvSpPr>
        <p:spPr>
          <a:xfrm>
            <a:off x="2341245" y="458628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4" name="anim_o2761_1">
            <a:extLst>
              <a:ext uri="{FF2B5EF4-FFF2-40B4-BE49-F238E27FC236}">
                <a16:creationId xmlns:a16="http://schemas.microsoft.com/office/drawing/2014/main" id="{AC5788AD-7ABE-4959-B25D-8655559ED11A}"/>
              </a:ext>
            </a:extLst>
          </p:cNvPr>
          <p:cNvSpPr>
            <a:spLocks noGrp="1"/>
          </p:cNvSpPr>
          <p:nvPr/>
        </p:nvSpPr>
        <p:spPr>
          <a:xfrm>
            <a:off x="2727007" y="458628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5" name="anim_o2762_1">
            <a:extLst>
              <a:ext uri="{FF2B5EF4-FFF2-40B4-BE49-F238E27FC236}">
                <a16:creationId xmlns:a16="http://schemas.microsoft.com/office/drawing/2014/main" id="{EA37D87C-2153-4625-93E8-E88800A0BFB9}"/>
              </a:ext>
            </a:extLst>
          </p:cNvPr>
          <p:cNvSpPr>
            <a:spLocks noGrp="1"/>
          </p:cNvSpPr>
          <p:nvPr/>
        </p:nvSpPr>
        <p:spPr>
          <a:xfrm>
            <a:off x="3112770" y="458628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6" name="anim_o2763_1">
            <a:extLst>
              <a:ext uri="{FF2B5EF4-FFF2-40B4-BE49-F238E27FC236}">
                <a16:creationId xmlns:a16="http://schemas.microsoft.com/office/drawing/2014/main" id="{130F1974-64D7-41B0-ABAB-3710AC9A8496}"/>
              </a:ext>
            </a:extLst>
          </p:cNvPr>
          <p:cNvSpPr>
            <a:spLocks noGrp="1"/>
          </p:cNvSpPr>
          <p:nvPr/>
        </p:nvSpPr>
        <p:spPr>
          <a:xfrm>
            <a:off x="3498533" y="4586288"/>
            <a:ext cx="385763" cy="385763"/>
          </a:xfrm>
          <a:prstGeom prst="rect">
            <a:avLst/>
          </a:prstGeom>
          <a:solidFill>
            <a:srgbClr val="58C4DD">
              <a:alpha val="4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7" name="anim_o2808_1">
            <a:extLst>
              <a:ext uri="{FF2B5EF4-FFF2-40B4-BE49-F238E27FC236}">
                <a16:creationId xmlns:a16="http://schemas.microsoft.com/office/drawing/2014/main" id="{FB377073-3EB5-4867-AB14-0470296A5647}"/>
              </a:ext>
            </a:extLst>
          </p:cNvPr>
          <p:cNvSpPr>
            <a:spLocks noGrp="1"/>
          </p:cNvSpPr>
          <p:nvPr/>
        </p:nvSpPr>
        <p:spPr>
          <a:xfrm>
            <a:off x="2727007" y="3814763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" name="anim_o2809_1">
            <a:extLst>
              <a:ext uri="{FF2B5EF4-FFF2-40B4-BE49-F238E27FC236}">
                <a16:creationId xmlns:a16="http://schemas.microsoft.com/office/drawing/2014/main" id="{44C6F17B-1BF9-4C7D-8859-422895C3C816}"/>
              </a:ext>
            </a:extLst>
          </p:cNvPr>
          <p:cNvSpPr>
            <a:spLocks noGrp="1"/>
          </p:cNvSpPr>
          <p:nvPr/>
        </p:nvSpPr>
        <p:spPr>
          <a:xfrm>
            <a:off x="3112770" y="3814763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o2810_1">
            <a:extLst>
              <a:ext uri="{FF2B5EF4-FFF2-40B4-BE49-F238E27FC236}">
                <a16:creationId xmlns:a16="http://schemas.microsoft.com/office/drawing/2014/main" id="{FC5BC256-D4C0-4BFC-9A64-FA240F02EB71}"/>
              </a:ext>
            </a:extLst>
          </p:cNvPr>
          <p:cNvSpPr>
            <a:spLocks noGrp="1"/>
          </p:cNvSpPr>
          <p:nvPr/>
        </p:nvSpPr>
        <p:spPr>
          <a:xfrm>
            <a:off x="3498533" y="3814763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0" name="anim_o2811_1">
            <a:extLst>
              <a:ext uri="{FF2B5EF4-FFF2-40B4-BE49-F238E27FC236}">
                <a16:creationId xmlns:a16="http://schemas.microsoft.com/office/drawing/2014/main" id="{CA91D0BD-C053-4BAA-93DD-CB387BF87575}"/>
              </a:ext>
            </a:extLst>
          </p:cNvPr>
          <p:cNvSpPr>
            <a:spLocks noGrp="1"/>
          </p:cNvSpPr>
          <p:nvPr/>
        </p:nvSpPr>
        <p:spPr>
          <a:xfrm>
            <a:off x="2727007" y="4200525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" name="anim_o2812_1">
            <a:extLst>
              <a:ext uri="{FF2B5EF4-FFF2-40B4-BE49-F238E27FC236}">
                <a16:creationId xmlns:a16="http://schemas.microsoft.com/office/drawing/2014/main" id="{F2F5ABC3-7E98-4ABD-A3AC-779CB82DDEF1}"/>
              </a:ext>
            </a:extLst>
          </p:cNvPr>
          <p:cNvSpPr>
            <a:spLocks noGrp="1"/>
          </p:cNvSpPr>
          <p:nvPr/>
        </p:nvSpPr>
        <p:spPr>
          <a:xfrm>
            <a:off x="3112770" y="4200525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2" name="anim_o2813_1">
            <a:extLst>
              <a:ext uri="{FF2B5EF4-FFF2-40B4-BE49-F238E27FC236}">
                <a16:creationId xmlns:a16="http://schemas.microsoft.com/office/drawing/2014/main" id="{E16BA6DB-8F0F-40DD-A28D-1972706D5ACA}"/>
              </a:ext>
            </a:extLst>
          </p:cNvPr>
          <p:cNvSpPr>
            <a:spLocks noGrp="1"/>
          </p:cNvSpPr>
          <p:nvPr/>
        </p:nvSpPr>
        <p:spPr>
          <a:xfrm>
            <a:off x="3498533" y="4200525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3" name="anim_o2814_1">
            <a:extLst>
              <a:ext uri="{FF2B5EF4-FFF2-40B4-BE49-F238E27FC236}">
                <a16:creationId xmlns:a16="http://schemas.microsoft.com/office/drawing/2014/main" id="{958DE34D-63D3-4B24-9166-D1B33DB07AE8}"/>
              </a:ext>
            </a:extLst>
          </p:cNvPr>
          <p:cNvSpPr>
            <a:spLocks noGrp="1"/>
          </p:cNvSpPr>
          <p:nvPr/>
        </p:nvSpPr>
        <p:spPr>
          <a:xfrm>
            <a:off x="2727007" y="4586288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4" name="anim_o2815_1">
            <a:extLst>
              <a:ext uri="{FF2B5EF4-FFF2-40B4-BE49-F238E27FC236}">
                <a16:creationId xmlns:a16="http://schemas.microsoft.com/office/drawing/2014/main" id="{C5D4A075-97A0-427B-993F-88A87AB84E59}"/>
              </a:ext>
            </a:extLst>
          </p:cNvPr>
          <p:cNvSpPr>
            <a:spLocks noGrp="1"/>
          </p:cNvSpPr>
          <p:nvPr/>
        </p:nvSpPr>
        <p:spPr>
          <a:xfrm>
            <a:off x="3112770" y="4586288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5" name="anim_o2816_1">
            <a:extLst>
              <a:ext uri="{FF2B5EF4-FFF2-40B4-BE49-F238E27FC236}">
                <a16:creationId xmlns:a16="http://schemas.microsoft.com/office/drawing/2014/main" id="{1BB737E8-3CC2-4F08-99F3-EC25A193278A}"/>
              </a:ext>
            </a:extLst>
          </p:cNvPr>
          <p:cNvSpPr>
            <a:spLocks noGrp="1"/>
          </p:cNvSpPr>
          <p:nvPr/>
        </p:nvSpPr>
        <p:spPr>
          <a:xfrm>
            <a:off x="3498533" y="4586288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6" name="anim_o2691_1">
            <a:extLst>
              <a:ext uri="{FF2B5EF4-FFF2-40B4-BE49-F238E27FC236}">
                <a16:creationId xmlns:a16="http://schemas.microsoft.com/office/drawing/2014/main" id="{6371CF90-1ED7-42EE-8DD8-5546E5E4AEDB}"/>
              </a:ext>
            </a:extLst>
          </p:cNvPr>
          <p:cNvSpPr>
            <a:spLocks noGrp="1"/>
          </p:cNvSpPr>
          <p:nvPr/>
        </p:nvSpPr>
        <p:spPr>
          <a:xfrm>
            <a:off x="1784032" y="244316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7" name="anim_o2692_1">
            <a:extLst>
              <a:ext uri="{FF2B5EF4-FFF2-40B4-BE49-F238E27FC236}">
                <a16:creationId xmlns:a16="http://schemas.microsoft.com/office/drawing/2014/main" id="{D5A418F9-4E6B-4C81-B6F7-FFA9977FD3BC}"/>
              </a:ext>
            </a:extLst>
          </p:cNvPr>
          <p:cNvSpPr>
            <a:spLocks noGrp="1"/>
          </p:cNvSpPr>
          <p:nvPr/>
        </p:nvSpPr>
        <p:spPr>
          <a:xfrm>
            <a:off x="2169795" y="244316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8" name="anim_o2693_1">
            <a:extLst>
              <a:ext uri="{FF2B5EF4-FFF2-40B4-BE49-F238E27FC236}">
                <a16:creationId xmlns:a16="http://schemas.microsoft.com/office/drawing/2014/main" id="{023CA53F-73DC-42FB-B062-1A18738CF75E}"/>
              </a:ext>
            </a:extLst>
          </p:cNvPr>
          <p:cNvSpPr>
            <a:spLocks noGrp="1"/>
          </p:cNvSpPr>
          <p:nvPr/>
        </p:nvSpPr>
        <p:spPr>
          <a:xfrm>
            <a:off x="2555558" y="244316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9" name="anim_o2694_1">
            <a:extLst>
              <a:ext uri="{FF2B5EF4-FFF2-40B4-BE49-F238E27FC236}">
                <a16:creationId xmlns:a16="http://schemas.microsoft.com/office/drawing/2014/main" id="{4FBF2656-2ADA-47B1-AFAB-0CF5F186EF1D}"/>
              </a:ext>
            </a:extLst>
          </p:cNvPr>
          <p:cNvSpPr>
            <a:spLocks noGrp="1"/>
          </p:cNvSpPr>
          <p:nvPr/>
        </p:nvSpPr>
        <p:spPr>
          <a:xfrm>
            <a:off x="2941320" y="244316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0" name="anim_o2695_1">
            <a:extLst>
              <a:ext uri="{FF2B5EF4-FFF2-40B4-BE49-F238E27FC236}">
                <a16:creationId xmlns:a16="http://schemas.microsoft.com/office/drawing/2014/main" id="{E469E201-3DFC-49B8-9B05-939736E1FD38}"/>
              </a:ext>
            </a:extLst>
          </p:cNvPr>
          <p:cNvSpPr>
            <a:spLocks noGrp="1"/>
          </p:cNvSpPr>
          <p:nvPr/>
        </p:nvSpPr>
        <p:spPr>
          <a:xfrm>
            <a:off x="3327082" y="244316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1" name="anim_o2696_1">
            <a:extLst>
              <a:ext uri="{FF2B5EF4-FFF2-40B4-BE49-F238E27FC236}">
                <a16:creationId xmlns:a16="http://schemas.microsoft.com/office/drawing/2014/main" id="{975A87ED-A083-4ED5-BE7F-F640FD4058A0}"/>
              </a:ext>
            </a:extLst>
          </p:cNvPr>
          <p:cNvSpPr>
            <a:spLocks noGrp="1"/>
          </p:cNvSpPr>
          <p:nvPr/>
        </p:nvSpPr>
        <p:spPr>
          <a:xfrm>
            <a:off x="3712845" y="244316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2" name="anim_o2697_1">
            <a:extLst>
              <a:ext uri="{FF2B5EF4-FFF2-40B4-BE49-F238E27FC236}">
                <a16:creationId xmlns:a16="http://schemas.microsoft.com/office/drawing/2014/main" id="{5030BB32-8F5C-4FA0-8221-9DD312601418}"/>
              </a:ext>
            </a:extLst>
          </p:cNvPr>
          <p:cNvSpPr>
            <a:spLocks noGrp="1"/>
          </p:cNvSpPr>
          <p:nvPr/>
        </p:nvSpPr>
        <p:spPr>
          <a:xfrm>
            <a:off x="1784032" y="282892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3" name="anim_o2698_1">
            <a:extLst>
              <a:ext uri="{FF2B5EF4-FFF2-40B4-BE49-F238E27FC236}">
                <a16:creationId xmlns:a16="http://schemas.microsoft.com/office/drawing/2014/main" id="{53FB24F6-DC55-4B04-B9EA-B38F75A9669C}"/>
              </a:ext>
            </a:extLst>
          </p:cNvPr>
          <p:cNvSpPr>
            <a:spLocks noGrp="1"/>
          </p:cNvSpPr>
          <p:nvPr/>
        </p:nvSpPr>
        <p:spPr>
          <a:xfrm>
            <a:off x="2169795" y="282892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4" name="anim_o2699_1">
            <a:extLst>
              <a:ext uri="{FF2B5EF4-FFF2-40B4-BE49-F238E27FC236}">
                <a16:creationId xmlns:a16="http://schemas.microsoft.com/office/drawing/2014/main" id="{318C8278-D99D-406B-809D-92751FEBCB74}"/>
              </a:ext>
            </a:extLst>
          </p:cNvPr>
          <p:cNvSpPr>
            <a:spLocks noGrp="1"/>
          </p:cNvSpPr>
          <p:nvPr/>
        </p:nvSpPr>
        <p:spPr>
          <a:xfrm>
            <a:off x="2555558" y="282892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5" name="anim_o2700_1">
            <a:extLst>
              <a:ext uri="{FF2B5EF4-FFF2-40B4-BE49-F238E27FC236}">
                <a16:creationId xmlns:a16="http://schemas.microsoft.com/office/drawing/2014/main" id="{B5D06118-4F45-4328-80D6-1A55D21E664C}"/>
              </a:ext>
            </a:extLst>
          </p:cNvPr>
          <p:cNvSpPr>
            <a:spLocks noGrp="1"/>
          </p:cNvSpPr>
          <p:nvPr/>
        </p:nvSpPr>
        <p:spPr>
          <a:xfrm>
            <a:off x="2941320" y="282892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6" name="anim_o2701_1">
            <a:extLst>
              <a:ext uri="{FF2B5EF4-FFF2-40B4-BE49-F238E27FC236}">
                <a16:creationId xmlns:a16="http://schemas.microsoft.com/office/drawing/2014/main" id="{1D5EBC92-DC2B-46C8-907B-C17E423C8557}"/>
              </a:ext>
            </a:extLst>
          </p:cNvPr>
          <p:cNvSpPr>
            <a:spLocks noGrp="1"/>
          </p:cNvSpPr>
          <p:nvPr/>
        </p:nvSpPr>
        <p:spPr>
          <a:xfrm>
            <a:off x="3327082" y="282892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7" name="anim_o2702_1">
            <a:extLst>
              <a:ext uri="{FF2B5EF4-FFF2-40B4-BE49-F238E27FC236}">
                <a16:creationId xmlns:a16="http://schemas.microsoft.com/office/drawing/2014/main" id="{8BD3013C-BD08-4143-A46D-6B108E696409}"/>
              </a:ext>
            </a:extLst>
          </p:cNvPr>
          <p:cNvSpPr>
            <a:spLocks noGrp="1"/>
          </p:cNvSpPr>
          <p:nvPr/>
        </p:nvSpPr>
        <p:spPr>
          <a:xfrm>
            <a:off x="3712845" y="282892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8" name="anim_o2703_1">
            <a:extLst>
              <a:ext uri="{FF2B5EF4-FFF2-40B4-BE49-F238E27FC236}">
                <a16:creationId xmlns:a16="http://schemas.microsoft.com/office/drawing/2014/main" id="{42F6F4A2-7052-47EE-8FD4-426D9EAF5913}"/>
              </a:ext>
            </a:extLst>
          </p:cNvPr>
          <p:cNvSpPr>
            <a:spLocks noGrp="1"/>
          </p:cNvSpPr>
          <p:nvPr/>
        </p:nvSpPr>
        <p:spPr>
          <a:xfrm>
            <a:off x="1784032" y="3214688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9" name="anim_o2704_1">
            <a:extLst>
              <a:ext uri="{FF2B5EF4-FFF2-40B4-BE49-F238E27FC236}">
                <a16:creationId xmlns:a16="http://schemas.microsoft.com/office/drawing/2014/main" id="{5BC7AF96-838A-4D1D-8F79-AF3DEFE6049F}"/>
              </a:ext>
            </a:extLst>
          </p:cNvPr>
          <p:cNvSpPr>
            <a:spLocks noGrp="1"/>
          </p:cNvSpPr>
          <p:nvPr/>
        </p:nvSpPr>
        <p:spPr>
          <a:xfrm>
            <a:off x="2169795" y="3214688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0" name="anim_o2705_1">
            <a:extLst>
              <a:ext uri="{FF2B5EF4-FFF2-40B4-BE49-F238E27FC236}">
                <a16:creationId xmlns:a16="http://schemas.microsoft.com/office/drawing/2014/main" id="{4EC778C1-F9DE-4D0E-A18A-3198407A3871}"/>
              </a:ext>
            </a:extLst>
          </p:cNvPr>
          <p:cNvSpPr>
            <a:spLocks noGrp="1"/>
          </p:cNvSpPr>
          <p:nvPr/>
        </p:nvSpPr>
        <p:spPr>
          <a:xfrm>
            <a:off x="2555558" y="3214688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1" name="anim_o2706_1">
            <a:extLst>
              <a:ext uri="{FF2B5EF4-FFF2-40B4-BE49-F238E27FC236}">
                <a16:creationId xmlns:a16="http://schemas.microsoft.com/office/drawing/2014/main" id="{3CB2B8F1-7407-454F-A4A0-122BBF699D1B}"/>
              </a:ext>
            </a:extLst>
          </p:cNvPr>
          <p:cNvSpPr>
            <a:spLocks noGrp="1"/>
          </p:cNvSpPr>
          <p:nvPr/>
        </p:nvSpPr>
        <p:spPr>
          <a:xfrm>
            <a:off x="2941320" y="3214688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2" name="anim_o2707_1">
            <a:extLst>
              <a:ext uri="{FF2B5EF4-FFF2-40B4-BE49-F238E27FC236}">
                <a16:creationId xmlns:a16="http://schemas.microsoft.com/office/drawing/2014/main" id="{64C606B8-B2FC-492F-8527-DFB4CE59A0BE}"/>
              </a:ext>
            </a:extLst>
          </p:cNvPr>
          <p:cNvSpPr>
            <a:spLocks noGrp="1"/>
          </p:cNvSpPr>
          <p:nvPr/>
        </p:nvSpPr>
        <p:spPr>
          <a:xfrm>
            <a:off x="3327082" y="3214688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3" name="anim_o2708_1">
            <a:extLst>
              <a:ext uri="{FF2B5EF4-FFF2-40B4-BE49-F238E27FC236}">
                <a16:creationId xmlns:a16="http://schemas.microsoft.com/office/drawing/2014/main" id="{C848FDC4-F1FD-460C-8D66-71BB794108F0}"/>
              </a:ext>
            </a:extLst>
          </p:cNvPr>
          <p:cNvSpPr>
            <a:spLocks noGrp="1"/>
          </p:cNvSpPr>
          <p:nvPr/>
        </p:nvSpPr>
        <p:spPr>
          <a:xfrm>
            <a:off x="3712845" y="3214688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4" name="anim_o2709_1">
            <a:extLst>
              <a:ext uri="{FF2B5EF4-FFF2-40B4-BE49-F238E27FC236}">
                <a16:creationId xmlns:a16="http://schemas.microsoft.com/office/drawing/2014/main" id="{0C4DA1EF-7AD4-49EA-B92E-52A180D36523}"/>
              </a:ext>
            </a:extLst>
          </p:cNvPr>
          <p:cNvSpPr>
            <a:spLocks noGrp="1"/>
          </p:cNvSpPr>
          <p:nvPr/>
        </p:nvSpPr>
        <p:spPr>
          <a:xfrm>
            <a:off x="1784032" y="3600450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5" name="anim_o2710_1">
            <a:extLst>
              <a:ext uri="{FF2B5EF4-FFF2-40B4-BE49-F238E27FC236}">
                <a16:creationId xmlns:a16="http://schemas.microsoft.com/office/drawing/2014/main" id="{26469A8E-7622-42AB-844D-8124A261FD8E}"/>
              </a:ext>
            </a:extLst>
          </p:cNvPr>
          <p:cNvSpPr>
            <a:spLocks noGrp="1"/>
          </p:cNvSpPr>
          <p:nvPr/>
        </p:nvSpPr>
        <p:spPr>
          <a:xfrm>
            <a:off x="2169795" y="3600450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6" name="anim_o2711_1">
            <a:extLst>
              <a:ext uri="{FF2B5EF4-FFF2-40B4-BE49-F238E27FC236}">
                <a16:creationId xmlns:a16="http://schemas.microsoft.com/office/drawing/2014/main" id="{D6039794-0C71-4F72-A776-AB9C139EB9E2}"/>
              </a:ext>
            </a:extLst>
          </p:cNvPr>
          <p:cNvSpPr>
            <a:spLocks noGrp="1"/>
          </p:cNvSpPr>
          <p:nvPr/>
        </p:nvSpPr>
        <p:spPr>
          <a:xfrm>
            <a:off x="2555558" y="3600450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7" name="anim_o2712_1">
            <a:extLst>
              <a:ext uri="{FF2B5EF4-FFF2-40B4-BE49-F238E27FC236}">
                <a16:creationId xmlns:a16="http://schemas.microsoft.com/office/drawing/2014/main" id="{CA161C00-EFD4-4AED-AA70-1EDFC0D93575}"/>
              </a:ext>
            </a:extLst>
          </p:cNvPr>
          <p:cNvSpPr>
            <a:spLocks noGrp="1"/>
          </p:cNvSpPr>
          <p:nvPr/>
        </p:nvSpPr>
        <p:spPr>
          <a:xfrm>
            <a:off x="2941320" y="3600450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8" name="anim_o2713_1">
            <a:extLst>
              <a:ext uri="{FF2B5EF4-FFF2-40B4-BE49-F238E27FC236}">
                <a16:creationId xmlns:a16="http://schemas.microsoft.com/office/drawing/2014/main" id="{6AB1C0A2-7805-4D6D-B787-DC8B2B785DE2}"/>
              </a:ext>
            </a:extLst>
          </p:cNvPr>
          <p:cNvSpPr>
            <a:spLocks noGrp="1"/>
          </p:cNvSpPr>
          <p:nvPr/>
        </p:nvSpPr>
        <p:spPr>
          <a:xfrm>
            <a:off x="3327082" y="3600450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9" name="anim_o2714_1">
            <a:extLst>
              <a:ext uri="{FF2B5EF4-FFF2-40B4-BE49-F238E27FC236}">
                <a16:creationId xmlns:a16="http://schemas.microsoft.com/office/drawing/2014/main" id="{846C5D8E-37CB-40AC-83A5-E738C7CF6B3E}"/>
              </a:ext>
            </a:extLst>
          </p:cNvPr>
          <p:cNvSpPr>
            <a:spLocks noGrp="1"/>
          </p:cNvSpPr>
          <p:nvPr/>
        </p:nvSpPr>
        <p:spPr>
          <a:xfrm>
            <a:off x="3712845" y="3600450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0" name="anim_o2715_1">
            <a:extLst>
              <a:ext uri="{FF2B5EF4-FFF2-40B4-BE49-F238E27FC236}">
                <a16:creationId xmlns:a16="http://schemas.microsoft.com/office/drawing/2014/main" id="{602329B8-E64F-40DE-BA61-E50291906A98}"/>
              </a:ext>
            </a:extLst>
          </p:cNvPr>
          <p:cNvSpPr>
            <a:spLocks noGrp="1"/>
          </p:cNvSpPr>
          <p:nvPr/>
        </p:nvSpPr>
        <p:spPr>
          <a:xfrm>
            <a:off x="1784032" y="398621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1" name="anim_o2716_1">
            <a:extLst>
              <a:ext uri="{FF2B5EF4-FFF2-40B4-BE49-F238E27FC236}">
                <a16:creationId xmlns:a16="http://schemas.microsoft.com/office/drawing/2014/main" id="{40036048-A6C3-4D05-A79B-030C4B231761}"/>
              </a:ext>
            </a:extLst>
          </p:cNvPr>
          <p:cNvSpPr>
            <a:spLocks noGrp="1"/>
          </p:cNvSpPr>
          <p:nvPr/>
        </p:nvSpPr>
        <p:spPr>
          <a:xfrm>
            <a:off x="2169795" y="398621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2" name="anim_o2717_1">
            <a:extLst>
              <a:ext uri="{FF2B5EF4-FFF2-40B4-BE49-F238E27FC236}">
                <a16:creationId xmlns:a16="http://schemas.microsoft.com/office/drawing/2014/main" id="{0B366C0A-1E6B-4490-A037-6F8A10243A16}"/>
              </a:ext>
            </a:extLst>
          </p:cNvPr>
          <p:cNvSpPr>
            <a:spLocks noGrp="1"/>
          </p:cNvSpPr>
          <p:nvPr/>
        </p:nvSpPr>
        <p:spPr>
          <a:xfrm>
            <a:off x="2555558" y="398621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3" name="anim_o2718_1">
            <a:extLst>
              <a:ext uri="{FF2B5EF4-FFF2-40B4-BE49-F238E27FC236}">
                <a16:creationId xmlns:a16="http://schemas.microsoft.com/office/drawing/2014/main" id="{589B55FC-150D-4946-9C58-EC96EA963FD4}"/>
              </a:ext>
            </a:extLst>
          </p:cNvPr>
          <p:cNvSpPr>
            <a:spLocks noGrp="1"/>
          </p:cNvSpPr>
          <p:nvPr/>
        </p:nvSpPr>
        <p:spPr>
          <a:xfrm>
            <a:off x="2941320" y="398621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4" name="anim_o2719_1">
            <a:extLst>
              <a:ext uri="{FF2B5EF4-FFF2-40B4-BE49-F238E27FC236}">
                <a16:creationId xmlns:a16="http://schemas.microsoft.com/office/drawing/2014/main" id="{95C22D14-4B27-4C73-A799-E159CA0ACB9F}"/>
              </a:ext>
            </a:extLst>
          </p:cNvPr>
          <p:cNvSpPr>
            <a:spLocks noGrp="1"/>
          </p:cNvSpPr>
          <p:nvPr/>
        </p:nvSpPr>
        <p:spPr>
          <a:xfrm>
            <a:off x="3327082" y="398621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5" name="anim_o2720_1">
            <a:extLst>
              <a:ext uri="{FF2B5EF4-FFF2-40B4-BE49-F238E27FC236}">
                <a16:creationId xmlns:a16="http://schemas.microsoft.com/office/drawing/2014/main" id="{E714BB6C-C7AA-4623-856F-47585BC82125}"/>
              </a:ext>
            </a:extLst>
          </p:cNvPr>
          <p:cNvSpPr>
            <a:spLocks noGrp="1"/>
          </p:cNvSpPr>
          <p:nvPr/>
        </p:nvSpPr>
        <p:spPr>
          <a:xfrm>
            <a:off x="3712845" y="3986213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6" name="anim_o2721_1">
            <a:extLst>
              <a:ext uri="{FF2B5EF4-FFF2-40B4-BE49-F238E27FC236}">
                <a16:creationId xmlns:a16="http://schemas.microsoft.com/office/drawing/2014/main" id="{C45345B8-FD9D-457F-A687-51A39083906B}"/>
              </a:ext>
            </a:extLst>
          </p:cNvPr>
          <p:cNvSpPr>
            <a:spLocks noGrp="1"/>
          </p:cNvSpPr>
          <p:nvPr/>
        </p:nvSpPr>
        <p:spPr>
          <a:xfrm>
            <a:off x="1784032" y="437197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7" name="anim_o2722_1">
            <a:extLst>
              <a:ext uri="{FF2B5EF4-FFF2-40B4-BE49-F238E27FC236}">
                <a16:creationId xmlns:a16="http://schemas.microsoft.com/office/drawing/2014/main" id="{6C296E8E-AE6F-4103-B10A-8D06B199CDE2}"/>
              </a:ext>
            </a:extLst>
          </p:cNvPr>
          <p:cNvSpPr>
            <a:spLocks noGrp="1"/>
          </p:cNvSpPr>
          <p:nvPr/>
        </p:nvSpPr>
        <p:spPr>
          <a:xfrm>
            <a:off x="2169795" y="437197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8" name="anim_o2723_1">
            <a:extLst>
              <a:ext uri="{FF2B5EF4-FFF2-40B4-BE49-F238E27FC236}">
                <a16:creationId xmlns:a16="http://schemas.microsoft.com/office/drawing/2014/main" id="{2A787E24-40A6-4222-B61C-E84BC5C5B55C}"/>
              </a:ext>
            </a:extLst>
          </p:cNvPr>
          <p:cNvSpPr>
            <a:spLocks noGrp="1"/>
          </p:cNvSpPr>
          <p:nvPr/>
        </p:nvSpPr>
        <p:spPr>
          <a:xfrm>
            <a:off x="2555558" y="437197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9" name="anim_o2724_1">
            <a:extLst>
              <a:ext uri="{FF2B5EF4-FFF2-40B4-BE49-F238E27FC236}">
                <a16:creationId xmlns:a16="http://schemas.microsoft.com/office/drawing/2014/main" id="{A5AA9D4B-E87C-4885-8D41-1D1AD5455257}"/>
              </a:ext>
            </a:extLst>
          </p:cNvPr>
          <p:cNvSpPr>
            <a:spLocks noGrp="1"/>
          </p:cNvSpPr>
          <p:nvPr/>
        </p:nvSpPr>
        <p:spPr>
          <a:xfrm>
            <a:off x="2941320" y="437197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0" name="anim_o2725_1">
            <a:extLst>
              <a:ext uri="{FF2B5EF4-FFF2-40B4-BE49-F238E27FC236}">
                <a16:creationId xmlns:a16="http://schemas.microsoft.com/office/drawing/2014/main" id="{885322E8-16AD-44D4-994A-3984ACCEE661}"/>
              </a:ext>
            </a:extLst>
          </p:cNvPr>
          <p:cNvSpPr>
            <a:spLocks noGrp="1"/>
          </p:cNvSpPr>
          <p:nvPr/>
        </p:nvSpPr>
        <p:spPr>
          <a:xfrm>
            <a:off x="3327082" y="437197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1" name="anim_o2726_1">
            <a:extLst>
              <a:ext uri="{FF2B5EF4-FFF2-40B4-BE49-F238E27FC236}">
                <a16:creationId xmlns:a16="http://schemas.microsoft.com/office/drawing/2014/main" id="{B952182F-EA29-45B6-B039-AB970A5B1A47}"/>
              </a:ext>
            </a:extLst>
          </p:cNvPr>
          <p:cNvSpPr>
            <a:spLocks noGrp="1"/>
          </p:cNvSpPr>
          <p:nvPr/>
        </p:nvSpPr>
        <p:spPr>
          <a:xfrm>
            <a:off x="3712845" y="4371975"/>
            <a:ext cx="385763" cy="385763"/>
          </a:xfrm>
          <a:prstGeom prst="rect">
            <a:avLst/>
          </a:prstGeom>
          <a:solidFill>
            <a:srgbClr val="83C167">
              <a:alpha val="4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2" name="anim_o2798_1">
            <a:extLst>
              <a:ext uri="{FF2B5EF4-FFF2-40B4-BE49-F238E27FC236}">
                <a16:creationId xmlns:a16="http://schemas.microsoft.com/office/drawing/2014/main" id="{48B6F873-2391-4F7E-B7E6-E52501A7F342}"/>
              </a:ext>
            </a:extLst>
          </p:cNvPr>
          <p:cNvSpPr>
            <a:spLocks noGrp="1"/>
          </p:cNvSpPr>
          <p:nvPr/>
        </p:nvSpPr>
        <p:spPr>
          <a:xfrm>
            <a:off x="2941320" y="3600450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3" name="anim_o2799_1">
            <a:extLst>
              <a:ext uri="{FF2B5EF4-FFF2-40B4-BE49-F238E27FC236}">
                <a16:creationId xmlns:a16="http://schemas.microsoft.com/office/drawing/2014/main" id="{C11D8AD5-5C16-4234-9C75-6E1829B295EC}"/>
              </a:ext>
            </a:extLst>
          </p:cNvPr>
          <p:cNvSpPr>
            <a:spLocks noGrp="1"/>
          </p:cNvSpPr>
          <p:nvPr/>
        </p:nvSpPr>
        <p:spPr>
          <a:xfrm>
            <a:off x="3327082" y="3600450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4" name="anim_o2800_1">
            <a:extLst>
              <a:ext uri="{FF2B5EF4-FFF2-40B4-BE49-F238E27FC236}">
                <a16:creationId xmlns:a16="http://schemas.microsoft.com/office/drawing/2014/main" id="{892CA6CB-FA17-4CF5-8FBA-B9F99AC11139}"/>
              </a:ext>
            </a:extLst>
          </p:cNvPr>
          <p:cNvSpPr>
            <a:spLocks noGrp="1"/>
          </p:cNvSpPr>
          <p:nvPr/>
        </p:nvSpPr>
        <p:spPr>
          <a:xfrm>
            <a:off x="3712845" y="3600450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5" name="anim_o2801_1">
            <a:extLst>
              <a:ext uri="{FF2B5EF4-FFF2-40B4-BE49-F238E27FC236}">
                <a16:creationId xmlns:a16="http://schemas.microsoft.com/office/drawing/2014/main" id="{FE4F5D93-35C1-4365-8CB4-A36D630341DE}"/>
              </a:ext>
            </a:extLst>
          </p:cNvPr>
          <p:cNvSpPr>
            <a:spLocks noGrp="1"/>
          </p:cNvSpPr>
          <p:nvPr/>
        </p:nvSpPr>
        <p:spPr>
          <a:xfrm>
            <a:off x="2941320" y="3986213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6" name="anim_o2802_1">
            <a:extLst>
              <a:ext uri="{FF2B5EF4-FFF2-40B4-BE49-F238E27FC236}">
                <a16:creationId xmlns:a16="http://schemas.microsoft.com/office/drawing/2014/main" id="{C955F5EA-FDBE-439F-BEA2-F2419236E12E}"/>
              </a:ext>
            </a:extLst>
          </p:cNvPr>
          <p:cNvSpPr>
            <a:spLocks noGrp="1"/>
          </p:cNvSpPr>
          <p:nvPr/>
        </p:nvSpPr>
        <p:spPr>
          <a:xfrm>
            <a:off x="3327082" y="3986213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7" name="anim_o2803_1">
            <a:extLst>
              <a:ext uri="{FF2B5EF4-FFF2-40B4-BE49-F238E27FC236}">
                <a16:creationId xmlns:a16="http://schemas.microsoft.com/office/drawing/2014/main" id="{7C31C57B-D2AF-422B-AE21-87411A402462}"/>
              </a:ext>
            </a:extLst>
          </p:cNvPr>
          <p:cNvSpPr>
            <a:spLocks noGrp="1"/>
          </p:cNvSpPr>
          <p:nvPr/>
        </p:nvSpPr>
        <p:spPr>
          <a:xfrm>
            <a:off x="3712845" y="3986213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8" name="anim_o2804_1">
            <a:extLst>
              <a:ext uri="{FF2B5EF4-FFF2-40B4-BE49-F238E27FC236}">
                <a16:creationId xmlns:a16="http://schemas.microsoft.com/office/drawing/2014/main" id="{A802A093-04A8-458B-A142-4C9A16D5AE37}"/>
              </a:ext>
            </a:extLst>
          </p:cNvPr>
          <p:cNvSpPr>
            <a:spLocks noGrp="1"/>
          </p:cNvSpPr>
          <p:nvPr/>
        </p:nvSpPr>
        <p:spPr>
          <a:xfrm>
            <a:off x="2941320" y="4371975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9" name="anim_o2805_1">
            <a:extLst>
              <a:ext uri="{FF2B5EF4-FFF2-40B4-BE49-F238E27FC236}">
                <a16:creationId xmlns:a16="http://schemas.microsoft.com/office/drawing/2014/main" id="{16161B2D-46C1-496F-8666-F2ECA1CE83F3}"/>
              </a:ext>
            </a:extLst>
          </p:cNvPr>
          <p:cNvSpPr>
            <a:spLocks noGrp="1"/>
          </p:cNvSpPr>
          <p:nvPr/>
        </p:nvSpPr>
        <p:spPr>
          <a:xfrm>
            <a:off x="3327082" y="4371975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0" name="anim_o2806_1">
            <a:extLst>
              <a:ext uri="{FF2B5EF4-FFF2-40B4-BE49-F238E27FC236}">
                <a16:creationId xmlns:a16="http://schemas.microsoft.com/office/drawing/2014/main" id="{B49A8BAA-1233-46DA-864A-DE236DE03336}"/>
              </a:ext>
            </a:extLst>
          </p:cNvPr>
          <p:cNvSpPr>
            <a:spLocks noGrp="1"/>
          </p:cNvSpPr>
          <p:nvPr/>
        </p:nvSpPr>
        <p:spPr>
          <a:xfrm>
            <a:off x="3712845" y="4371975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1" name="anim_o2654_1">
            <a:extLst>
              <a:ext uri="{FF2B5EF4-FFF2-40B4-BE49-F238E27FC236}">
                <a16:creationId xmlns:a16="http://schemas.microsoft.com/office/drawing/2014/main" id="{D5C10D53-A8E0-4C47-99FB-272A38ECA077}"/>
              </a:ext>
            </a:extLst>
          </p:cNvPr>
          <p:cNvSpPr>
            <a:spLocks noGrp="1"/>
          </p:cNvSpPr>
          <p:nvPr/>
        </p:nvSpPr>
        <p:spPr>
          <a:xfrm>
            <a:off x="1998345" y="222885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2" name="anim_o2655_1">
            <a:extLst>
              <a:ext uri="{FF2B5EF4-FFF2-40B4-BE49-F238E27FC236}">
                <a16:creationId xmlns:a16="http://schemas.microsoft.com/office/drawing/2014/main" id="{540867D1-581C-4724-889F-0796506FC7F8}"/>
              </a:ext>
            </a:extLst>
          </p:cNvPr>
          <p:cNvSpPr>
            <a:spLocks noGrp="1"/>
          </p:cNvSpPr>
          <p:nvPr/>
        </p:nvSpPr>
        <p:spPr>
          <a:xfrm>
            <a:off x="2384108" y="222885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3" name="anim_o2656_1">
            <a:extLst>
              <a:ext uri="{FF2B5EF4-FFF2-40B4-BE49-F238E27FC236}">
                <a16:creationId xmlns:a16="http://schemas.microsoft.com/office/drawing/2014/main" id="{3A3DCB6B-97EE-44A5-A28E-BE71138EF770}"/>
              </a:ext>
            </a:extLst>
          </p:cNvPr>
          <p:cNvSpPr>
            <a:spLocks noGrp="1"/>
          </p:cNvSpPr>
          <p:nvPr/>
        </p:nvSpPr>
        <p:spPr>
          <a:xfrm>
            <a:off x="2769870" y="222885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4" name="anim_o2657_1">
            <a:extLst>
              <a:ext uri="{FF2B5EF4-FFF2-40B4-BE49-F238E27FC236}">
                <a16:creationId xmlns:a16="http://schemas.microsoft.com/office/drawing/2014/main" id="{8CA94D95-D164-48D4-A1C3-F4D81183C8D8}"/>
              </a:ext>
            </a:extLst>
          </p:cNvPr>
          <p:cNvSpPr>
            <a:spLocks noGrp="1"/>
          </p:cNvSpPr>
          <p:nvPr/>
        </p:nvSpPr>
        <p:spPr>
          <a:xfrm>
            <a:off x="3155633" y="222885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5" name="anim_o2658_1">
            <a:extLst>
              <a:ext uri="{FF2B5EF4-FFF2-40B4-BE49-F238E27FC236}">
                <a16:creationId xmlns:a16="http://schemas.microsoft.com/office/drawing/2014/main" id="{19B6F1F6-D702-463C-8775-89EA3DC71276}"/>
              </a:ext>
            </a:extLst>
          </p:cNvPr>
          <p:cNvSpPr>
            <a:spLocks noGrp="1"/>
          </p:cNvSpPr>
          <p:nvPr/>
        </p:nvSpPr>
        <p:spPr>
          <a:xfrm>
            <a:off x="3541395" y="222885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6" name="anim_o2659_1">
            <a:extLst>
              <a:ext uri="{FF2B5EF4-FFF2-40B4-BE49-F238E27FC236}">
                <a16:creationId xmlns:a16="http://schemas.microsoft.com/office/drawing/2014/main" id="{613A8D97-CAE1-4903-B0D7-BA4E3501AF47}"/>
              </a:ext>
            </a:extLst>
          </p:cNvPr>
          <p:cNvSpPr>
            <a:spLocks noGrp="1"/>
          </p:cNvSpPr>
          <p:nvPr/>
        </p:nvSpPr>
        <p:spPr>
          <a:xfrm>
            <a:off x="3927158" y="222885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7" name="anim_o2660_1">
            <a:extLst>
              <a:ext uri="{FF2B5EF4-FFF2-40B4-BE49-F238E27FC236}">
                <a16:creationId xmlns:a16="http://schemas.microsoft.com/office/drawing/2014/main" id="{1486533E-6053-4078-85E5-0CBD5596841A}"/>
              </a:ext>
            </a:extLst>
          </p:cNvPr>
          <p:cNvSpPr>
            <a:spLocks noGrp="1"/>
          </p:cNvSpPr>
          <p:nvPr/>
        </p:nvSpPr>
        <p:spPr>
          <a:xfrm>
            <a:off x="1998345" y="261461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8" name="anim_o2661_1">
            <a:extLst>
              <a:ext uri="{FF2B5EF4-FFF2-40B4-BE49-F238E27FC236}">
                <a16:creationId xmlns:a16="http://schemas.microsoft.com/office/drawing/2014/main" id="{ADAE7BBC-313F-4395-B5A1-77090F8F45D9}"/>
              </a:ext>
            </a:extLst>
          </p:cNvPr>
          <p:cNvSpPr>
            <a:spLocks noGrp="1"/>
          </p:cNvSpPr>
          <p:nvPr/>
        </p:nvSpPr>
        <p:spPr>
          <a:xfrm>
            <a:off x="2384108" y="261461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9" name="anim_o2662_1">
            <a:extLst>
              <a:ext uri="{FF2B5EF4-FFF2-40B4-BE49-F238E27FC236}">
                <a16:creationId xmlns:a16="http://schemas.microsoft.com/office/drawing/2014/main" id="{E5E9ABEA-DB98-41D6-8155-1CE90ECC11F5}"/>
              </a:ext>
            </a:extLst>
          </p:cNvPr>
          <p:cNvSpPr>
            <a:spLocks noGrp="1"/>
          </p:cNvSpPr>
          <p:nvPr/>
        </p:nvSpPr>
        <p:spPr>
          <a:xfrm>
            <a:off x="2769870" y="261461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0" name="anim_o2663_1">
            <a:extLst>
              <a:ext uri="{FF2B5EF4-FFF2-40B4-BE49-F238E27FC236}">
                <a16:creationId xmlns:a16="http://schemas.microsoft.com/office/drawing/2014/main" id="{E74398B2-00A1-4578-A01B-330E1EBE0525}"/>
              </a:ext>
            </a:extLst>
          </p:cNvPr>
          <p:cNvSpPr>
            <a:spLocks noGrp="1"/>
          </p:cNvSpPr>
          <p:nvPr/>
        </p:nvSpPr>
        <p:spPr>
          <a:xfrm>
            <a:off x="3155633" y="261461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1" name="anim_o2664_1">
            <a:extLst>
              <a:ext uri="{FF2B5EF4-FFF2-40B4-BE49-F238E27FC236}">
                <a16:creationId xmlns:a16="http://schemas.microsoft.com/office/drawing/2014/main" id="{9B34E6CB-3F2D-481F-9334-CFA9A76C6154}"/>
              </a:ext>
            </a:extLst>
          </p:cNvPr>
          <p:cNvSpPr>
            <a:spLocks noGrp="1"/>
          </p:cNvSpPr>
          <p:nvPr/>
        </p:nvSpPr>
        <p:spPr>
          <a:xfrm>
            <a:off x="3541395" y="261461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2" name="anim_o2665_1">
            <a:extLst>
              <a:ext uri="{FF2B5EF4-FFF2-40B4-BE49-F238E27FC236}">
                <a16:creationId xmlns:a16="http://schemas.microsoft.com/office/drawing/2014/main" id="{6A19A0AA-1C64-4806-BCD6-D24B0173C7A4}"/>
              </a:ext>
            </a:extLst>
          </p:cNvPr>
          <p:cNvSpPr>
            <a:spLocks noGrp="1"/>
          </p:cNvSpPr>
          <p:nvPr/>
        </p:nvSpPr>
        <p:spPr>
          <a:xfrm>
            <a:off x="3927158" y="261461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3" name="anim_o2666_1">
            <a:extLst>
              <a:ext uri="{FF2B5EF4-FFF2-40B4-BE49-F238E27FC236}">
                <a16:creationId xmlns:a16="http://schemas.microsoft.com/office/drawing/2014/main" id="{EF2C8F41-2241-48D2-98BE-8797DF764DB4}"/>
              </a:ext>
            </a:extLst>
          </p:cNvPr>
          <p:cNvSpPr>
            <a:spLocks noGrp="1"/>
          </p:cNvSpPr>
          <p:nvPr/>
        </p:nvSpPr>
        <p:spPr>
          <a:xfrm>
            <a:off x="1998345" y="3000375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4" name="anim_o2667_1">
            <a:extLst>
              <a:ext uri="{FF2B5EF4-FFF2-40B4-BE49-F238E27FC236}">
                <a16:creationId xmlns:a16="http://schemas.microsoft.com/office/drawing/2014/main" id="{A20D75ED-4572-4DA4-9B35-4731923D832D}"/>
              </a:ext>
            </a:extLst>
          </p:cNvPr>
          <p:cNvSpPr>
            <a:spLocks noGrp="1"/>
          </p:cNvSpPr>
          <p:nvPr/>
        </p:nvSpPr>
        <p:spPr>
          <a:xfrm>
            <a:off x="2384108" y="3000375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5" name="anim_o2668_1">
            <a:extLst>
              <a:ext uri="{FF2B5EF4-FFF2-40B4-BE49-F238E27FC236}">
                <a16:creationId xmlns:a16="http://schemas.microsoft.com/office/drawing/2014/main" id="{B75D6D7D-11C2-4384-8A2D-0787D4C11613}"/>
              </a:ext>
            </a:extLst>
          </p:cNvPr>
          <p:cNvSpPr>
            <a:spLocks noGrp="1"/>
          </p:cNvSpPr>
          <p:nvPr/>
        </p:nvSpPr>
        <p:spPr>
          <a:xfrm>
            <a:off x="2769870" y="3000375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6" name="anim_o2669_1">
            <a:extLst>
              <a:ext uri="{FF2B5EF4-FFF2-40B4-BE49-F238E27FC236}">
                <a16:creationId xmlns:a16="http://schemas.microsoft.com/office/drawing/2014/main" id="{6631CE7A-96E0-4F84-BDB4-F2321DDF8939}"/>
              </a:ext>
            </a:extLst>
          </p:cNvPr>
          <p:cNvSpPr>
            <a:spLocks noGrp="1"/>
          </p:cNvSpPr>
          <p:nvPr/>
        </p:nvSpPr>
        <p:spPr>
          <a:xfrm>
            <a:off x="3155633" y="3000375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7" name="anim_o2670_1">
            <a:extLst>
              <a:ext uri="{FF2B5EF4-FFF2-40B4-BE49-F238E27FC236}">
                <a16:creationId xmlns:a16="http://schemas.microsoft.com/office/drawing/2014/main" id="{932C9026-5607-4EF3-87D1-04BA307ED318}"/>
              </a:ext>
            </a:extLst>
          </p:cNvPr>
          <p:cNvSpPr>
            <a:spLocks noGrp="1"/>
          </p:cNvSpPr>
          <p:nvPr/>
        </p:nvSpPr>
        <p:spPr>
          <a:xfrm>
            <a:off x="3541395" y="3000375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8" name="anim_o2671_1">
            <a:extLst>
              <a:ext uri="{FF2B5EF4-FFF2-40B4-BE49-F238E27FC236}">
                <a16:creationId xmlns:a16="http://schemas.microsoft.com/office/drawing/2014/main" id="{A309F7C2-D154-4935-93FB-6039457EC762}"/>
              </a:ext>
            </a:extLst>
          </p:cNvPr>
          <p:cNvSpPr>
            <a:spLocks noGrp="1"/>
          </p:cNvSpPr>
          <p:nvPr/>
        </p:nvSpPr>
        <p:spPr>
          <a:xfrm>
            <a:off x="3927158" y="3000375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9" name="anim_o2672_1">
            <a:extLst>
              <a:ext uri="{FF2B5EF4-FFF2-40B4-BE49-F238E27FC236}">
                <a16:creationId xmlns:a16="http://schemas.microsoft.com/office/drawing/2014/main" id="{3D7CE1F1-E266-4700-A12E-16334575878B}"/>
              </a:ext>
            </a:extLst>
          </p:cNvPr>
          <p:cNvSpPr>
            <a:spLocks noGrp="1"/>
          </p:cNvSpPr>
          <p:nvPr/>
        </p:nvSpPr>
        <p:spPr>
          <a:xfrm>
            <a:off x="1998345" y="3386138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0" name="anim_o2673_1">
            <a:extLst>
              <a:ext uri="{FF2B5EF4-FFF2-40B4-BE49-F238E27FC236}">
                <a16:creationId xmlns:a16="http://schemas.microsoft.com/office/drawing/2014/main" id="{EB010D7F-E95C-4827-9A99-37E88B8B2E97}"/>
              </a:ext>
            </a:extLst>
          </p:cNvPr>
          <p:cNvSpPr>
            <a:spLocks noGrp="1"/>
          </p:cNvSpPr>
          <p:nvPr/>
        </p:nvSpPr>
        <p:spPr>
          <a:xfrm>
            <a:off x="2384108" y="3386138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1" name="anim_o2674_1">
            <a:extLst>
              <a:ext uri="{FF2B5EF4-FFF2-40B4-BE49-F238E27FC236}">
                <a16:creationId xmlns:a16="http://schemas.microsoft.com/office/drawing/2014/main" id="{B53A2CD0-FA45-4514-9D62-55FF58E07087}"/>
              </a:ext>
            </a:extLst>
          </p:cNvPr>
          <p:cNvSpPr>
            <a:spLocks noGrp="1"/>
          </p:cNvSpPr>
          <p:nvPr/>
        </p:nvSpPr>
        <p:spPr>
          <a:xfrm>
            <a:off x="2769870" y="3386138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2" name="anim_o2675_1">
            <a:extLst>
              <a:ext uri="{FF2B5EF4-FFF2-40B4-BE49-F238E27FC236}">
                <a16:creationId xmlns:a16="http://schemas.microsoft.com/office/drawing/2014/main" id="{5FBE3570-0222-46FB-9A0A-C4DCD6EA2636}"/>
              </a:ext>
            </a:extLst>
          </p:cNvPr>
          <p:cNvSpPr>
            <a:spLocks noGrp="1"/>
          </p:cNvSpPr>
          <p:nvPr/>
        </p:nvSpPr>
        <p:spPr>
          <a:xfrm>
            <a:off x="3155633" y="3386138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3" name="anim_o2676_1">
            <a:extLst>
              <a:ext uri="{FF2B5EF4-FFF2-40B4-BE49-F238E27FC236}">
                <a16:creationId xmlns:a16="http://schemas.microsoft.com/office/drawing/2014/main" id="{B5CF8418-330B-48B9-A535-A6CF7B63DFA1}"/>
              </a:ext>
            </a:extLst>
          </p:cNvPr>
          <p:cNvSpPr>
            <a:spLocks noGrp="1"/>
          </p:cNvSpPr>
          <p:nvPr/>
        </p:nvSpPr>
        <p:spPr>
          <a:xfrm>
            <a:off x="3541395" y="3386138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4" name="anim_o2677_1">
            <a:extLst>
              <a:ext uri="{FF2B5EF4-FFF2-40B4-BE49-F238E27FC236}">
                <a16:creationId xmlns:a16="http://schemas.microsoft.com/office/drawing/2014/main" id="{E9A0701B-516E-466E-8BA1-EF440C2D2852}"/>
              </a:ext>
            </a:extLst>
          </p:cNvPr>
          <p:cNvSpPr>
            <a:spLocks noGrp="1"/>
          </p:cNvSpPr>
          <p:nvPr/>
        </p:nvSpPr>
        <p:spPr>
          <a:xfrm>
            <a:off x="3927158" y="3386138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5" name="anim_o2678_1">
            <a:extLst>
              <a:ext uri="{FF2B5EF4-FFF2-40B4-BE49-F238E27FC236}">
                <a16:creationId xmlns:a16="http://schemas.microsoft.com/office/drawing/2014/main" id="{A76F3506-A896-48BC-B23B-13CB1719A7F0}"/>
              </a:ext>
            </a:extLst>
          </p:cNvPr>
          <p:cNvSpPr>
            <a:spLocks noGrp="1"/>
          </p:cNvSpPr>
          <p:nvPr/>
        </p:nvSpPr>
        <p:spPr>
          <a:xfrm>
            <a:off x="1998345" y="377190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6" name="anim_o2679_1">
            <a:extLst>
              <a:ext uri="{FF2B5EF4-FFF2-40B4-BE49-F238E27FC236}">
                <a16:creationId xmlns:a16="http://schemas.microsoft.com/office/drawing/2014/main" id="{FAACE2A9-9F40-4BF0-A176-FE50E39DFD85}"/>
              </a:ext>
            </a:extLst>
          </p:cNvPr>
          <p:cNvSpPr>
            <a:spLocks noGrp="1"/>
          </p:cNvSpPr>
          <p:nvPr/>
        </p:nvSpPr>
        <p:spPr>
          <a:xfrm>
            <a:off x="2384108" y="377190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7" name="anim_o2680_1">
            <a:extLst>
              <a:ext uri="{FF2B5EF4-FFF2-40B4-BE49-F238E27FC236}">
                <a16:creationId xmlns:a16="http://schemas.microsoft.com/office/drawing/2014/main" id="{3B30F41C-A202-4E40-A031-E8CB14DCFA43}"/>
              </a:ext>
            </a:extLst>
          </p:cNvPr>
          <p:cNvSpPr>
            <a:spLocks noGrp="1"/>
          </p:cNvSpPr>
          <p:nvPr/>
        </p:nvSpPr>
        <p:spPr>
          <a:xfrm>
            <a:off x="2769870" y="377190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8" name="anim_o2681_1">
            <a:extLst>
              <a:ext uri="{FF2B5EF4-FFF2-40B4-BE49-F238E27FC236}">
                <a16:creationId xmlns:a16="http://schemas.microsoft.com/office/drawing/2014/main" id="{4E160C89-30D5-4479-9EBC-D427C209D80C}"/>
              </a:ext>
            </a:extLst>
          </p:cNvPr>
          <p:cNvSpPr>
            <a:spLocks noGrp="1"/>
          </p:cNvSpPr>
          <p:nvPr/>
        </p:nvSpPr>
        <p:spPr>
          <a:xfrm>
            <a:off x="3155633" y="377190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9" name="anim_o2682_1">
            <a:extLst>
              <a:ext uri="{FF2B5EF4-FFF2-40B4-BE49-F238E27FC236}">
                <a16:creationId xmlns:a16="http://schemas.microsoft.com/office/drawing/2014/main" id="{DF4FD5E0-F1AE-46E9-939B-9260AA1E7140}"/>
              </a:ext>
            </a:extLst>
          </p:cNvPr>
          <p:cNvSpPr>
            <a:spLocks noGrp="1"/>
          </p:cNvSpPr>
          <p:nvPr/>
        </p:nvSpPr>
        <p:spPr>
          <a:xfrm>
            <a:off x="3541395" y="377190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0" name="anim_o2683_1">
            <a:extLst>
              <a:ext uri="{FF2B5EF4-FFF2-40B4-BE49-F238E27FC236}">
                <a16:creationId xmlns:a16="http://schemas.microsoft.com/office/drawing/2014/main" id="{4F1980A6-4CCA-4A23-AA84-C46AD39CCD1D}"/>
              </a:ext>
            </a:extLst>
          </p:cNvPr>
          <p:cNvSpPr>
            <a:spLocks noGrp="1"/>
          </p:cNvSpPr>
          <p:nvPr/>
        </p:nvSpPr>
        <p:spPr>
          <a:xfrm>
            <a:off x="3927158" y="3771900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1" name="anim_o2684_1">
            <a:extLst>
              <a:ext uri="{FF2B5EF4-FFF2-40B4-BE49-F238E27FC236}">
                <a16:creationId xmlns:a16="http://schemas.microsoft.com/office/drawing/2014/main" id="{61FB6E63-8C88-4C24-BCF1-DDE3C7467526}"/>
              </a:ext>
            </a:extLst>
          </p:cNvPr>
          <p:cNvSpPr>
            <a:spLocks noGrp="1"/>
          </p:cNvSpPr>
          <p:nvPr/>
        </p:nvSpPr>
        <p:spPr>
          <a:xfrm>
            <a:off x="1998345" y="415766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2" name="anim_o2685_1">
            <a:extLst>
              <a:ext uri="{FF2B5EF4-FFF2-40B4-BE49-F238E27FC236}">
                <a16:creationId xmlns:a16="http://schemas.microsoft.com/office/drawing/2014/main" id="{E63E7AC5-8EDC-4E1F-BE6E-05F7DAD74431}"/>
              </a:ext>
            </a:extLst>
          </p:cNvPr>
          <p:cNvSpPr>
            <a:spLocks noGrp="1"/>
          </p:cNvSpPr>
          <p:nvPr/>
        </p:nvSpPr>
        <p:spPr>
          <a:xfrm>
            <a:off x="2384108" y="415766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3" name="anim_o2686_1">
            <a:extLst>
              <a:ext uri="{FF2B5EF4-FFF2-40B4-BE49-F238E27FC236}">
                <a16:creationId xmlns:a16="http://schemas.microsoft.com/office/drawing/2014/main" id="{F0AFC263-08C5-4A0A-8DE9-32E64E2E2613}"/>
              </a:ext>
            </a:extLst>
          </p:cNvPr>
          <p:cNvSpPr>
            <a:spLocks noGrp="1"/>
          </p:cNvSpPr>
          <p:nvPr/>
        </p:nvSpPr>
        <p:spPr>
          <a:xfrm>
            <a:off x="2769870" y="415766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4" name="anim_o2687_1">
            <a:extLst>
              <a:ext uri="{FF2B5EF4-FFF2-40B4-BE49-F238E27FC236}">
                <a16:creationId xmlns:a16="http://schemas.microsoft.com/office/drawing/2014/main" id="{123E9601-AD15-436A-95C4-D91662E2EA71}"/>
              </a:ext>
            </a:extLst>
          </p:cNvPr>
          <p:cNvSpPr>
            <a:spLocks noGrp="1"/>
          </p:cNvSpPr>
          <p:nvPr/>
        </p:nvSpPr>
        <p:spPr>
          <a:xfrm>
            <a:off x="3155633" y="415766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5" name="anim_o2688_1">
            <a:extLst>
              <a:ext uri="{FF2B5EF4-FFF2-40B4-BE49-F238E27FC236}">
                <a16:creationId xmlns:a16="http://schemas.microsoft.com/office/drawing/2014/main" id="{5CF1A2D9-941C-4F92-B873-E039C06BE828}"/>
              </a:ext>
            </a:extLst>
          </p:cNvPr>
          <p:cNvSpPr>
            <a:spLocks noGrp="1"/>
          </p:cNvSpPr>
          <p:nvPr/>
        </p:nvSpPr>
        <p:spPr>
          <a:xfrm>
            <a:off x="3541395" y="415766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6" name="anim_o2689_1">
            <a:extLst>
              <a:ext uri="{FF2B5EF4-FFF2-40B4-BE49-F238E27FC236}">
                <a16:creationId xmlns:a16="http://schemas.microsoft.com/office/drawing/2014/main" id="{019DB818-4697-42C6-A9C4-28BD8853B5EF}"/>
              </a:ext>
            </a:extLst>
          </p:cNvPr>
          <p:cNvSpPr>
            <a:spLocks noGrp="1"/>
          </p:cNvSpPr>
          <p:nvPr/>
        </p:nvSpPr>
        <p:spPr>
          <a:xfrm>
            <a:off x="3927158" y="4157663"/>
            <a:ext cx="385763" cy="385763"/>
          </a:xfrm>
          <a:prstGeom prst="rect">
            <a:avLst/>
          </a:prstGeom>
          <a:solidFill>
            <a:srgbClr val="FC6255">
              <a:alpha val="4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7" name="anim_o2788_1">
            <a:extLst>
              <a:ext uri="{FF2B5EF4-FFF2-40B4-BE49-F238E27FC236}">
                <a16:creationId xmlns:a16="http://schemas.microsoft.com/office/drawing/2014/main" id="{0CD9BCBB-A2BE-4369-859D-D797AFA5FD9A}"/>
              </a:ext>
            </a:extLst>
          </p:cNvPr>
          <p:cNvSpPr>
            <a:spLocks noGrp="1"/>
          </p:cNvSpPr>
          <p:nvPr/>
        </p:nvSpPr>
        <p:spPr>
          <a:xfrm>
            <a:off x="3155632" y="3386138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8" name="anim_o2789_1">
            <a:extLst>
              <a:ext uri="{FF2B5EF4-FFF2-40B4-BE49-F238E27FC236}">
                <a16:creationId xmlns:a16="http://schemas.microsoft.com/office/drawing/2014/main" id="{0E38E116-47DC-4FAA-9018-B74DEF44DB90}"/>
              </a:ext>
            </a:extLst>
          </p:cNvPr>
          <p:cNvSpPr>
            <a:spLocks noGrp="1"/>
          </p:cNvSpPr>
          <p:nvPr/>
        </p:nvSpPr>
        <p:spPr>
          <a:xfrm>
            <a:off x="3541395" y="3386138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9" name="anim_o2790_1">
            <a:extLst>
              <a:ext uri="{FF2B5EF4-FFF2-40B4-BE49-F238E27FC236}">
                <a16:creationId xmlns:a16="http://schemas.microsoft.com/office/drawing/2014/main" id="{509D54F7-87BE-4CFA-9ADE-D58AB72B835A}"/>
              </a:ext>
            </a:extLst>
          </p:cNvPr>
          <p:cNvSpPr>
            <a:spLocks noGrp="1"/>
          </p:cNvSpPr>
          <p:nvPr/>
        </p:nvSpPr>
        <p:spPr>
          <a:xfrm>
            <a:off x="3927158" y="3386138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0" name="anim_o2791_1">
            <a:extLst>
              <a:ext uri="{FF2B5EF4-FFF2-40B4-BE49-F238E27FC236}">
                <a16:creationId xmlns:a16="http://schemas.microsoft.com/office/drawing/2014/main" id="{2D7499F9-84F0-41DC-8A88-C427A2128842}"/>
              </a:ext>
            </a:extLst>
          </p:cNvPr>
          <p:cNvSpPr>
            <a:spLocks noGrp="1"/>
          </p:cNvSpPr>
          <p:nvPr/>
        </p:nvSpPr>
        <p:spPr>
          <a:xfrm>
            <a:off x="3155632" y="3771900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1" name="anim_o2792_1">
            <a:extLst>
              <a:ext uri="{FF2B5EF4-FFF2-40B4-BE49-F238E27FC236}">
                <a16:creationId xmlns:a16="http://schemas.microsoft.com/office/drawing/2014/main" id="{BBB2E63C-C043-41E0-AC8F-15D3289C0C5D}"/>
              </a:ext>
            </a:extLst>
          </p:cNvPr>
          <p:cNvSpPr>
            <a:spLocks noGrp="1"/>
          </p:cNvSpPr>
          <p:nvPr/>
        </p:nvSpPr>
        <p:spPr>
          <a:xfrm>
            <a:off x="3541395" y="3771900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2" name="anim_o2793_1">
            <a:extLst>
              <a:ext uri="{FF2B5EF4-FFF2-40B4-BE49-F238E27FC236}">
                <a16:creationId xmlns:a16="http://schemas.microsoft.com/office/drawing/2014/main" id="{13DA3E41-B849-4AE0-9C52-38CD407FD550}"/>
              </a:ext>
            </a:extLst>
          </p:cNvPr>
          <p:cNvSpPr>
            <a:spLocks noGrp="1"/>
          </p:cNvSpPr>
          <p:nvPr/>
        </p:nvSpPr>
        <p:spPr>
          <a:xfrm>
            <a:off x="3927158" y="3771900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3" name="anim_o2794_1">
            <a:extLst>
              <a:ext uri="{FF2B5EF4-FFF2-40B4-BE49-F238E27FC236}">
                <a16:creationId xmlns:a16="http://schemas.microsoft.com/office/drawing/2014/main" id="{5A3A99EF-1FB4-4E50-ABC0-1531BFFF99FB}"/>
              </a:ext>
            </a:extLst>
          </p:cNvPr>
          <p:cNvSpPr>
            <a:spLocks noGrp="1"/>
          </p:cNvSpPr>
          <p:nvPr/>
        </p:nvSpPr>
        <p:spPr>
          <a:xfrm>
            <a:off x="3155632" y="4157663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4" name="anim_o2795_1">
            <a:extLst>
              <a:ext uri="{FF2B5EF4-FFF2-40B4-BE49-F238E27FC236}">
                <a16:creationId xmlns:a16="http://schemas.microsoft.com/office/drawing/2014/main" id="{AE33543E-1450-4628-B207-CDF835BC29CF}"/>
              </a:ext>
            </a:extLst>
          </p:cNvPr>
          <p:cNvSpPr>
            <a:spLocks noGrp="1"/>
          </p:cNvSpPr>
          <p:nvPr/>
        </p:nvSpPr>
        <p:spPr>
          <a:xfrm>
            <a:off x="3541395" y="4157663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5" name="anim_o2796_1">
            <a:extLst>
              <a:ext uri="{FF2B5EF4-FFF2-40B4-BE49-F238E27FC236}">
                <a16:creationId xmlns:a16="http://schemas.microsoft.com/office/drawing/2014/main" id="{574ACDFD-155C-4672-B969-8338E5A9B897}"/>
              </a:ext>
            </a:extLst>
          </p:cNvPr>
          <p:cNvSpPr>
            <a:spLocks noGrp="1"/>
          </p:cNvSpPr>
          <p:nvPr/>
        </p:nvSpPr>
        <p:spPr>
          <a:xfrm>
            <a:off x="3927158" y="4157663"/>
            <a:ext cx="385763" cy="385763"/>
          </a:xfrm>
          <a:prstGeom prst="rect">
            <a:avLst/>
          </a:prstGeom>
          <a:solidFill>
            <a:srgbClr val="FFFF00">
              <a:alpha val="99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6" name="anim_o2728_2">
            <a:extLst>
              <a:ext uri="{FF2B5EF4-FFF2-40B4-BE49-F238E27FC236}">
                <a16:creationId xmlns:a16="http://schemas.microsoft.com/office/drawing/2014/main" id="{54888C7E-15B8-4638-BF4C-215C3119C586}"/>
              </a:ext>
            </a:extLst>
          </p:cNvPr>
          <p:cNvSpPr>
            <a:spLocks noGrp="1"/>
          </p:cNvSpPr>
          <p:nvPr/>
        </p:nvSpPr>
        <p:spPr>
          <a:xfrm>
            <a:off x="1569720" y="2657475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7" name="anim_o2729_2">
            <a:extLst>
              <a:ext uri="{FF2B5EF4-FFF2-40B4-BE49-F238E27FC236}">
                <a16:creationId xmlns:a16="http://schemas.microsoft.com/office/drawing/2014/main" id="{FE7DD734-5D8A-4B71-8F31-7B9ACE035F71}"/>
              </a:ext>
            </a:extLst>
          </p:cNvPr>
          <p:cNvSpPr>
            <a:spLocks noGrp="1"/>
          </p:cNvSpPr>
          <p:nvPr/>
        </p:nvSpPr>
        <p:spPr>
          <a:xfrm>
            <a:off x="1955483" y="2657475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8" name="anim_o2730_2">
            <a:extLst>
              <a:ext uri="{FF2B5EF4-FFF2-40B4-BE49-F238E27FC236}">
                <a16:creationId xmlns:a16="http://schemas.microsoft.com/office/drawing/2014/main" id="{B596D5DD-52ED-47A9-9F6F-41D411744E1C}"/>
              </a:ext>
            </a:extLst>
          </p:cNvPr>
          <p:cNvSpPr>
            <a:spLocks noGrp="1"/>
          </p:cNvSpPr>
          <p:nvPr/>
        </p:nvSpPr>
        <p:spPr>
          <a:xfrm>
            <a:off x="2341245" y="2657475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9" name="anim_o2731_2">
            <a:extLst>
              <a:ext uri="{FF2B5EF4-FFF2-40B4-BE49-F238E27FC236}">
                <a16:creationId xmlns:a16="http://schemas.microsoft.com/office/drawing/2014/main" id="{41DDDABA-DD16-43F7-B1AA-5E6E5369757C}"/>
              </a:ext>
            </a:extLst>
          </p:cNvPr>
          <p:cNvSpPr>
            <a:spLocks noGrp="1"/>
          </p:cNvSpPr>
          <p:nvPr/>
        </p:nvSpPr>
        <p:spPr>
          <a:xfrm>
            <a:off x="2727007" y="2657475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0" name="anim_o2732_2">
            <a:extLst>
              <a:ext uri="{FF2B5EF4-FFF2-40B4-BE49-F238E27FC236}">
                <a16:creationId xmlns:a16="http://schemas.microsoft.com/office/drawing/2014/main" id="{79A4BFAE-8169-4187-8D22-ED43DB866DE6}"/>
              </a:ext>
            </a:extLst>
          </p:cNvPr>
          <p:cNvSpPr>
            <a:spLocks noGrp="1"/>
          </p:cNvSpPr>
          <p:nvPr/>
        </p:nvSpPr>
        <p:spPr>
          <a:xfrm>
            <a:off x="3112770" y="2657475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1" name="anim_o2733_2">
            <a:extLst>
              <a:ext uri="{FF2B5EF4-FFF2-40B4-BE49-F238E27FC236}">
                <a16:creationId xmlns:a16="http://schemas.microsoft.com/office/drawing/2014/main" id="{56DE1752-B3FF-4047-988D-AD4C0C1ECD07}"/>
              </a:ext>
            </a:extLst>
          </p:cNvPr>
          <p:cNvSpPr>
            <a:spLocks noGrp="1"/>
          </p:cNvSpPr>
          <p:nvPr/>
        </p:nvSpPr>
        <p:spPr>
          <a:xfrm>
            <a:off x="3498533" y="2657475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2" name="anim_o2734_2">
            <a:extLst>
              <a:ext uri="{FF2B5EF4-FFF2-40B4-BE49-F238E27FC236}">
                <a16:creationId xmlns:a16="http://schemas.microsoft.com/office/drawing/2014/main" id="{9FBB0C8C-97B6-44E9-A5D1-0A01BB69F7DC}"/>
              </a:ext>
            </a:extLst>
          </p:cNvPr>
          <p:cNvSpPr>
            <a:spLocks noGrp="1"/>
          </p:cNvSpPr>
          <p:nvPr/>
        </p:nvSpPr>
        <p:spPr>
          <a:xfrm>
            <a:off x="1569720" y="3043238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3" name="anim_o2735_2">
            <a:extLst>
              <a:ext uri="{FF2B5EF4-FFF2-40B4-BE49-F238E27FC236}">
                <a16:creationId xmlns:a16="http://schemas.microsoft.com/office/drawing/2014/main" id="{71C66165-EFCE-4D71-ACBF-8A293F4EB612}"/>
              </a:ext>
            </a:extLst>
          </p:cNvPr>
          <p:cNvSpPr>
            <a:spLocks noGrp="1"/>
          </p:cNvSpPr>
          <p:nvPr/>
        </p:nvSpPr>
        <p:spPr>
          <a:xfrm>
            <a:off x="1955483" y="3043238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4" name="anim_o2736_2">
            <a:extLst>
              <a:ext uri="{FF2B5EF4-FFF2-40B4-BE49-F238E27FC236}">
                <a16:creationId xmlns:a16="http://schemas.microsoft.com/office/drawing/2014/main" id="{F47DBDC8-FE78-435E-B0E5-3DAB3EF821E7}"/>
              </a:ext>
            </a:extLst>
          </p:cNvPr>
          <p:cNvSpPr>
            <a:spLocks noGrp="1"/>
          </p:cNvSpPr>
          <p:nvPr/>
        </p:nvSpPr>
        <p:spPr>
          <a:xfrm>
            <a:off x="2341245" y="3043238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5" name="anim_o2737_2">
            <a:extLst>
              <a:ext uri="{FF2B5EF4-FFF2-40B4-BE49-F238E27FC236}">
                <a16:creationId xmlns:a16="http://schemas.microsoft.com/office/drawing/2014/main" id="{9EEF47D9-02C3-4337-8380-C54FF45CCF48}"/>
              </a:ext>
            </a:extLst>
          </p:cNvPr>
          <p:cNvSpPr>
            <a:spLocks noGrp="1"/>
          </p:cNvSpPr>
          <p:nvPr/>
        </p:nvSpPr>
        <p:spPr>
          <a:xfrm>
            <a:off x="2727007" y="3043238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6" name="anim_o2738_2">
            <a:extLst>
              <a:ext uri="{FF2B5EF4-FFF2-40B4-BE49-F238E27FC236}">
                <a16:creationId xmlns:a16="http://schemas.microsoft.com/office/drawing/2014/main" id="{C9020E9D-858C-4853-A2EF-1C0556FD9662}"/>
              </a:ext>
            </a:extLst>
          </p:cNvPr>
          <p:cNvSpPr>
            <a:spLocks noGrp="1"/>
          </p:cNvSpPr>
          <p:nvPr/>
        </p:nvSpPr>
        <p:spPr>
          <a:xfrm>
            <a:off x="3112770" y="3043238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7" name="anim_o2739_2">
            <a:extLst>
              <a:ext uri="{FF2B5EF4-FFF2-40B4-BE49-F238E27FC236}">
                <a16:creationId xmlns:a16="http://schemas.microsoft.com/office/drawing/2014/main" id="{B21999FF-4BC8-4C9B-A977-29FDF861533C}"/>
              </a:ext>
            </a:extLst>
          </p:cNvPr>
          <p:cNvSpPr>
            <a:spLocks noGrp="1"/>
          </p:cNvSpPr>
          <p:nvPr/>
        </p:nvSpPr>
        <p:spPr>
          <a:xfrm>
            <a:off x="3498533" y="3043238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8" name="anim_o2740_2">
            <a:extLst>
              <a:ext uri="{FF2B5EF4-FFF2-40B4-BE49-F238E27FC236}">
                <a16:creationId xmlns:a16="http://schemas.microsoft.com/office/drawing/2014/main" id="{18517B6E-29ED-47EA-A7A0-6CD423CB2611}"/>
              </a:ext>
            </a:extLst>
          </p:cNvPr>
          <p:cNvSpPr>
            <a:spLocks noGrp="1"/>
          </p:cNvSpPr>
          <p:nvPr/>
        </p:nvSpPr>
        <p:spPr>
          <a:xfrm>
            <a:off x="1569720" y="3429000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9" name="anim_o2741_2">
            <a:extLst>
              <a:ext uri="{FF2B5EF4-FFF2-40B4-BE49-F238E27FC236}">
                <a16:creationId xmlns:a16="http://schemas.microsoft.com/office/drawing/2014/main" id="{4FB7896B-0FB0-4B4C-882A-637915BE460B}"/>
              </a:ext>
            </a:extLst>
          </p:cNvPr>
          <p:cNvSpPr>
            <a:spLocks noGrp="1"/>
          </p:cNvSpPr>
          <p:nvPr/>
        </p:nvSpPr>
        <p:spPr>
          <a:xfrm>
            <a:off x="1955483" y="3429000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0" name="anim_o2742_2">
            <a:extLst>
              <a:ext uri="{FF2B5EF4-FFF2-40B4-BE49-F238E27FC236}">
                <a16:creationId xmlns:a16="http://schemas.microsoft.com/office/drawing/2014/main" id="{8C85111C-E4A3-455C-81F5-3BF87CB3A247}"/>
              </a:ext>
            </a:extLst>
          </p:cNvPr>
          <p:cNvSpPr>
            <a:spLocks noGrp="1"/>
          </p:cNvSpPr>
          <p:nvPr/>
        </p:nvSpPr>
        <p:spPr>
          <a:xfrm>
            <a:off x="2341245" y="3429000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1" name="anim_o2743_2">
            <a:extLst>
              <a:ext uri="{FF2B5EF4-FFF2-40B4-BE49-F238E27FC236}">
                <a16:creationId xmlns:a16="http://schemas.microsoft.com/office/drawing/2014/main" id="{8DD6E103-0A50-4CBC-B5EC-111CFA04583A}"/>
              </a:ext>
            </a:extLst>
          </p:cNvPr>
          <p:cNvSpPr>
            <a:spLocks noGrp="1"/>
          </p:cNvSpPr>
          <p:nvPr/>
        </p:nvSpPr>
        <p:spPr>
          <a:xfrm>
            <a:off x="2727007" y="3429000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2" name="anim_o2744_2">
            <a:extLst>
              <a:ext uri="{FF2B5EF4-FFF2-40B4-BE49-F238E27FC236}">
                <a16:creationId xmlns:a16="http://schemas.microsoft.com/office/drawing/2014/main" id="{4352D5E0-67DF-40A5-863D-F6E7744CA725}"/>
              </a:ext>
            </a:extLst>
          </p:cNvPr>
          <p:cNvSpPr>
            <a:spLocks noGrp="1"/>
          </p:cNvSpPr>
          <p:nvPr/>
        </p:nvSpPr>
        <p:spPr>
          <a:xfrm>
            <a:off x="3112770" y="3429000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3" name="anim_o2745_2">
            <a:extLst>
              <a:ext uri="{FF2B5EF4-FFF2-40B4-BE49-F238E27FC236}">
                <a16:creationId xmlns:a16="http://schemas.microsoft.com/office/drawing/2014/main" id="{76690ABB-A6FC-4171-824E-74E08E35849A}"/>
              </a:ext>
            </a:extLst>
          </p:cNvPr>
          <p:cNvSpPr>
            <a:spLocks noGrp="1"/>
          </p:cNvSpPr>
          <p:nvPr/>
        </p:nvSpPr>
        <p:spPr>
          <a:xfrm>
            <a:off x="3498533" y="3429000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4" name="anim_o2746_2">
            <a:extLst>
              <a:ext uri="{FF2B5EF4-FFF2-40B4-BE49-F238E27FC236}">
                <a16:creationId xmlns:a16="http://schemas.microsoft.com/office/drawing/2014/main" id="{73DE91D3-3E6A-4DE2-B343-7F9864011B7B}"/>
              </a:ext>
            </a:extLst>
          </p:cNvPr>
          <p:cNvSpPr>
            <a:spLocks noGrp="1"/>
          </p:cNvSpPr>
          <p:nvPr/>
        </p:nvSpPr>
        <p:spPr>
          <a:xfrm>
            <a:off x="1569720" y="3814763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5" name="anim_o2747_2">
            <a:extLst>
              <a:ext uri="{FF2B5EF4-FFF2-40B4-BE49-F238E27FC236}">
                <a16:creationId xmlns:a16="http://schemas.microsoft.com/office/drawing/2014/main" id="{63C94FF0-0DA3-461E-8CEE-BBB7A42B0092}"/>
              </a:ext>
            </a:extLst>
          </p:cNvPr>
          <p:cNvSpPr>
            <a:spLocks noGrp="1"/>
          </p:cNvSpPr>
          <p:nvPr/>
        </p:nvSpPr>
        <p:spPr>
          <a:xfrm>
            <a:off x="1955483" y="3814763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6" name="anim_o2748_2">
            <a:extLst>
              <a:ext uri="{FF2B5EF4-FFF2-40B4-BE49-F238E27FC236}">
                <a16:creationId xmlns:a16="http://schemas.microsoft.com/office/drawing/2014/main" id="{61F69A05-1E4D-4D55-9843-CF943CC96C5B}"/>
              </a:ext>
            </a:extLst>
          </p:cNvPr>
          <p:cNvSpPr>
            <a:spLocks noGrp="1"/>
          </p:cNvSpPr>
          <p:nvPr/>
        </p:nvSpPr>
        <p:spPr>
          <a:xfrm>
            <a:off x="2341245" y="3814763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7" name="anim_o2749_2">
            <a:extLst>
              <a:ext uri="{FF2B5EF4-FFF2-40B4-BE49-F238E27FC236}">
                <a16:creationId xmlns:a16="http://schemas.microsoft.com/office/drawing/2014/main" id="{1B3CD1A5-90B0-4A28-A43B-D7D35E5CA55B}"/>
              </a:ext>
            </a:extLst>
          </p:cNvPr>
          <p:cNvSpPr>
            <a:spLocks noGrp="1"/>
          </p:cNvSpPr>
          <p:nvPr/>
        </p:nvSpPr>
        <p:spPr>
          <a:xfrm>
            <a:off x="2727007" y="3814763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8" name="anim_o2750_2">
            <a:extLst>
              <a:ext uri="{FF2B5EF4-FFF2-40B4-BE49-F238E27FC236}">
                <a16:creationId xmlns:a16="http://schemas.microsoft.com/office/drawing/2014/main" id="{6A944F7C-CF47-4806-B164-7C25FCD10792}"/>
              </a:ext>
            </a:extLst>
          </p:cNvPr>
          <p:cNvSpPr>
            <a:spLocks noGrp="1"/>
          </p:cNvSpPr>
          <p:nvPr/>
        </p:nvSpPr>
        <p:spPr>
          <a:xfrm>
            <a:off x="3112770" y="3814763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9" name="anim_o2751_2">
            <a:extLst>
              <a:ext uri="{FF2B5EF4-FFF2-40B4-BE49-F238E27FC236}">
                <a16:creationId xmlns:a16="http://schemas.microsoft.com/office/drawing/2014/main" id="{3A3B06DB-B457-4397-85E4-01322280535D}"/>
              </a:ext>
            </a:extLst>
          </p:cNvPr>
          <p:cNvSpPr>
            <a:spLocks noGrp="1"/>
          </p:cNvSpPr>
          <p:nvPr/>
        </p:nvSpPr>
        <p:spPr>
          <a:xfrm>
            <a:off x="3498533" y="3814763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0" name="anim_o2752_2">
            <a:extLst>
              <a:ext uri="{FF2B5EF4-FFF2-40B4-BE49-F238E27FC236}">
                <a16:creationId xmlns:a16="http://schemas.microsoft.com/office/drawing/2014/main" id="{F42BF4F5-7757-4D4B-A459-58E971350D13}"/>
              </a:ext>
            </a:extLst>
          </p:cNvPr>
          <p:cNvSpPr>
            <a:spLocks noGrp="1"/>
          </p:cNvSpPr>
          <p:nvPr/>
        </p:nvSpPr>
        <p:spPr>
          <a:xfrm>
            <a:off x="1569720" y="4200525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1" name="anim_o2753_2">
            <a:extLst>
              <a:ext uri="{FF2B5EF4-FFF2-40B4-BE49-F238E27FC236}">
                <a16:creationId xmlns:a16="http://schemas.microsoft.com/office/drawing/2014/main" id="{65431989-1E61-4A55-9388-5291C59886B4}"/>
              </a:ext>
            </a:extLst>
          </p:cNvPr>
          <p:cNvSpPr>
            <a:spLocks noGrp="1"/>
          </p:cNvSpPr>
          <p:nvPr/>
        </p:nvSpPr>
        <p:spPr>
          <a:xfrm>
            <a:off x="1955483" y="4200525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2" name="anim_o2754_2">
            <a:extLst>
              <a:ext uri="{FF2B5EF4-FFF2-40B4-BE49-F238E27FC236}">
                <a16:creationId xmlns:a16="http://schemas.microsoft.com/office/drawing/2014/main" id="{678CEA73-4231-40D3-AC9E-E73E22A806F1}"/>
              </a:ext>
            </a:extLst>
          </p:cNvPr>
          <p:cNvSpPr>
            <a:spLocks noGrp="1"/>
          </p:cNvSpPr>
          <p:nvPr/>
        </p:nvSpPr>
        <p:spPr>
          <a:xfrm>
            <a:off x="2341245" y="4200525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3" name="anim_o2755_2">
            <a:extLst>
              <a:ext uri="{FF2B5EF4-FFF2-40B4-BE49-F238E27FC236}">
                <a16:creationId xmlns:a16="http://schemas.microsoft.com/office/drawing/2014/main" id="{0AEDDCEE-A367-402D-93FD-740241C1A19E}"/>
              </a:ext>
            </a:extLst>
          </p:cNvPr>
          <p:cNvSpPr>
            <a:spLocks noGrp="1"/>
          </p:cNvSpPr>
          <p:nvPr/>
        </p:nvSpPr>
        <p:spPr>
          <a:xfrm>
            <a:off x="2727007" y="4200525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4" name="anim_o2756_2">
            <a:extLst>
              <a:ext uri="{FF2B5EF4-FFF2-40B4-BE49-F238E27FC236}">
                <a16:creationId xmlns:a16="http://schemas.microsoft.com/office/drawing/2014/main" id="{F60627F9-5904-47A4-968C-8EA37B0505A9}"/>
              </a:ext>
            </a:extLst>
          </p:cNvPr>
          <p:cNvSpPr>
            <a:spLocks noGrp="1"/>
          </p:cNvSpPr>
          <p:nvPr/>
        </p:nvSpPr>
        <p:spPr>
          <a:xfrm>
            <a:off x="3112770" y="4200525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5" name="anim_o2757_2">
            <a:extLst>
              <a:ext uri="{FF2B5EF4-FFF2-40B4-BE49-F238E27FC236}">
                <a16:creationId xmlns:a16="http://schemas.microsoft.com/office/drawing/2014/main" id="{71E1EFCE-3281-44D8-AF11-56A20E5D1552}"/>
              </a:ext>
            </a:extLst>
          </p:cNvPr>
          <p:cNvSpPr>
            <a:spLocks noGrp="1"/>
          </p:cNvSpPr>
          <p:nvPr/>
        </p:nvSpPr>
        <p:spPr>
          <a:xfrm>
            <a:off x="3498533" y="4200525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6" name="anim_o2758_2">
            <a:extLst>
              <a:ext uri="{FF2B5EF4-FFF2-40B4-BE49-F238E27FC236}">
                <a16:creationId xmlns:a16="http://schemas.microsoft.com/office/drawing/2014/main" id="{B4DC521B-DCA1-4F3C-B518-F69632C0717B}"/>
              </a:ext>
            </a:extLst>
          </p:cNvPr>
          <p:cNvSpPr>
            <a:spLocks noGrp="1"/>
          </p:cNvSpPr>
          <p:nvPr/>
        </p:nvSpPr>
        <p:spPr>
          <a:xfrm>
            <a:off x="1569720" y="4586288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7" name="anim_o2759_2">
            <a:extLst>
              <a:ext uri="{FF2B5EF4-FFF2-40B4-BE49-F238E27FC236}">
                <a16:creationId xmlns:a16="http://schemas.microsoft.com/office/drawing/2014/main" id="{D88EB0C0-AA03-4D26-9511-EB0BB931A2B0}"/>
              </a:ext>
            </a:extLst>
          </p:cNvPr>
          <p:cNvSpPr>
            <a:spLocks noGrp="1"/>
          </p:cNvSpPr>
          <p:nvPr/>
        </p:nvSpPr>
        <p:spPr>
          <a:xfrm>
            <a:off x="1955483" y="4586288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8" name="anim_o2760_2">
            <a:extLst>
              <a:ext uri="{FF2B5EF4-FFF2-40B4-BE49-F238E27FC236}">
                <a16:creationId xmlns:a16="http://schemas.microsoft.com/office/drawing/2014/main" id="{7CDC7533-04F4-411F-8DE6-30316251F045}"/>
              </a:ext>
            </a:extLst>
          </p:cNvPr>
          <p:cNvSpPr>
            <a:spLocks noGrp="1"/>
          </p:cNvSpPr>
          <p:nvPr/>
        </p:nvSpPr>
        <p:spPr>
          <a:xfrm>
            <a:off x="2341245" y="4586288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9" name="anim_o2761_2">
            <a:extLst>
              <a:ext uri="{FF2B5EF4-FFF2-40B4-BE49-F238E27FC236}">
                <a16:creationId xmlns:a16="http://schemas.microsoft.com/office/drawing/2014/main" id="{1BA56942-A977-437A-A8CF-64F69BC3B9E6}"/>
              </a:ext>
            </a:extLst>
          </p:cNvPr>
          <p:cNvSpPr>
            <a:spLocks noGrp="1"/>
          </p:cNvSpPr>
          <p:nvPr/>
        </p:nvSpPr>
        <p:spPr>
          <a:xfrm>
            <a:off x="2727007" y="4586288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0" name="anim_o2762_2">
            <a:extLst>
              <a:ext uri="{FF2B5EF4-FFF2-40B4-BE49-F238E27FC236}">
                <a16:creationId xmlns:a16="http://schemas.microsoft.com/office/drawing/2014/main" id="{F54E823E-4D19-4541-9C68-6BA79ED3956C}"/>
              </a:ext>
            </a:extLst>
          </p:cNvPr>
          <p:cNvSpPr>
            <a:spLocks noGrp="1"/>
          </p:cNvSpPr>
          <p:nvPr/>
        </p:nvSpPr>
        <p:spPr>
          <a:xfrm>
            <a:off x="3112770" y="4586288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1" name="anim_o2763_2">
            <a:extLst>
              <a:ext uri="{FF2B5EF4-FFF2-40B4-BE49-F238E27FC236}">
                <a16:creationId xmlns:a16="http://schemas.microsoft.com/office/drawing/2014/main" id="{77573FBD-5650-4891-9121-AB78B9FB1C70}"/>
              </a:ext>
            </a:extLst>
          </p:cNvPr>
          <p:cNvSpPr>
            <a:spLocks noGrp="1"/>
          </p:cNvSpPr>
          <p:nvPr/>
        </p:nvSpPr>
        <p:spPr>
          <a:xfrm>
            <a:off x="3498533" y="4586288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2" name="anim_o2691_2">
            <a:extLst>
              <a:ext uri="{FF2B5EF4-FFF2-40B4-BE49-F238E27FC236}">
                <a16:creationId xmlns:a16="http://schemas.microsoft.com/office/drawing/2014/main" id="{9408CBDD-54B5-4E67-86F7-F5498E6F233D}"/>
              </a:ext>
            </a:extLst>
          </p:cNvPr>
          <p:cNvSpPr>
            <a:spLocks noGrp="1"/>
          </p:cNvSpPr>
          <p:nvPr/>
        </p:nvSpPr>
        <p:spPr>
          <a:xfrm>
            <a:off x="1784032" y="2443163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3" name="anim_o2692_2">
            <a:extLst>
              <a:ext uri="{FF2B5EF4-FFF2-40B4-BE49-F238E27FC236}">
                <a16:creationId xmlns:a16="http://schemas.microsoft.com/office/drawing/2014/main" id="{C41478EC-A947-4423-B73C-4D95B717833D}"/>
              </a:ext>
            </a:extLst>
          </p:cNvPr>
          <p:cNvSpPr>
            <a:spLocks noGrp="1"/>
          </p:cNvSpPr>
          <p:nvPr/>
        </p:nvSpPr>
        <p:spPr>
          <a:xfrm>
            <a:off x="2169795" y="2443163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4" name="anim_o2693_2">
            <a:extLst>
              <a:ext uri="{FF2B5EF4-FFF2-40B4-BE49-F238E27FC236}">
                <a16:creationId xmlns:a16="http://schemas.microsoft.com/office/drawing/2014/main" id="{113BCB0F-DFE9-4B72-9180-FC429747D0E5}"/>
              </a:ext>
            </a:extLst>
          </p:cNvPr>
          <p:cNvSpPr>
            <a:spLocks noGrp="1"/>
          </p:cNvSpPr>
          <p:nvPr/>
        </p:nvSpPr>
        <p:spPr>
          <a:xfrm>
            <a:off x="2555558" y="2443163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5" name="anim_o2694_2">
            <a:extLst>
              <a:ext uri="{FF2B5EF4-FFF2-40B4-BE49-F238E27FC236}">
                <a16:creationId xmlns:a16="http://schemas.microsoft.com/office/drawing/2014/main" id="{871531D0-3C9B-4722-AA03-F696B45E63D2}"/>
              </a:ext>
            </a:extLst>
          </p:cNvPr>
          <p:cNvSpPr>
            <a:spLocks noGrp="1"/>
          </p:cNvSpPr>
          <p:nvPr/>
        </p:nvSpPr>
        <p:spPr>
          <a:xfrm>
            <a:off x="2941320" y="2443163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6" name="anim_o2695_2">
            <a:extLst>
              <a:ext uri="{FF2B5EF4-FFF2-40B4-BE49-F238E27FC236}">
                <a16:creationId xmlns:a16="http://schemas.microsoft.com/office/drawing/2014/main" id="{9F9DAD7A-1F08-44D6-B023-E3F587BAFE30}"/>
              </a:ext>
            </a:extLst>
          </p:cNvPr>
          <p:cNvSpPr>
            <a:spLocks noGrp="1"/>
          </p:cNvSpPr>
          <p:nvPr/>
        </p:nvSpPr>
        <p:spPr>
          <a:xfrm>
            <a:off x="3327082" y="2443163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7" name="anim_o2696_2">
            <a:extLst>
              <a:ext uri="{FF2B5EF4-FFF2-40B4-BE49-F238E27FC236}">
                <a16:creationId xmlns:a16="http://schemas.microsoft.com/office/drawing/2014/main" id="{C735469F-5DF4-491E-9706-7629DACD2DB4}"/>
              </a:ext>
            </a:extLst>
          </p:cNvPr>
          <p:cNvSpPr>
            <a:spLocks noGrp="1"/>
          </p:cNvSpPr>
          <p:nvPr/>
        </p:nvSpPr>
        <p:spPr>
          <a:xfrm>
            <a:off x="3712845" y="2443163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8" name="anim_o2697_2">
            <a:extLst>
              <a:ext uri="{FF2B5EF4-FFF2-40B4-BE49-F238E27FC236}">
                <a16:creationId xmlns:a16="http://schemas.microsoft.com/office/drawing/2014/main" id="{A88E5FFE-3A67-4684-9B42-03FB9312C302}"/>
              </a:ext>
            </a:extLst>
          </p:cNvPr>
          <p:cNvSpPr>
            <a:spLocks noGrp="1"/>
          </p:cNvSpPr>
          <p:nvPr/>
        </p:nvSpPr>
        <p:spPr>
          <a:xfrm>
            <a:off x="1784032" y="2828925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9" name="anim_o2698_2">
            <a:extLst>
              <a:ext uri="{FF2B5EF4-FFF2-40B4-BE49-F238E27FC236}">
                <a16:creationId xmlns:a16="http://schemas.microsoft.com/office/drawing/2014/main" id="{54B94330-B270-412E-B13A-38F52561393A}"/>
              </a:ext>
            </a:extLst>
          </p:cNvPr>
          <p:cNvSpPr>
            <a:spLocks noGrp="1"/>
          </p:cNvSpPr>
          <p:nvPr/>
        </p:nvSpPr>
        <p:spPr>
          <a:xfrm>
            <a:off x="2169795" y="2828925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0" name="anim_o2699_2">
            <a:extLst>
              <a:ext uri="{FF2B5EF4-FFF2-40B4-BE49-F238E27FC236}">
                <a16:creationId xmlns:a16="http://schemas.microsoft.com/office/drawing/2014/main" id="{ACA69513-767D-4FCB-8FA5-8511A14506E7}"/>
              </a:ext>
            </a:extLst>
          </p:cNvPr>
          <p:cNvSpPr>
            <a:spLocks noGrp="1"/>
          </p:cNvSpPr>
          <p:nvPr/>
        </p:nvSpPr>
        <p:spPr>
          <a:xfrm>
            <a:off x="2555558" y="2828925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1" name="anim_o2700_2">
            <a:extLst>
              <a:ext uri="{FF2B5EF4-FFF2-40B4-BE49-F238E27FC236}">
                <a16:creationId xmlns:a16="http://schemas.microsoft.com/office/drawing/2014/main" id="{B04651DF-1665-471D-BB48-62F92750A8B3}"/>
              </a:ext>
            </a:extLst>
          </p:cNvPr>
          <p:cNvSpPr>
            <a:spLocks noGrp="1"/>
          </p:cNvSpPr>
          <p:nvPr/>
        </p:nvSpPr>
        <p:spPr>
          <a:xfrm>
            <a:off x="2941320" y="2828925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2" name="anim_o2701_2">
            <a:extLst>
              <a:ext uri="{FF2B5EF4-FFF2-40B4-BE49-F238E27FC236}">
                <a16:creationId xmlns:a16="http://schemas.microsoft.com/office/drawing/2014/main" id="{A34A6C12-F4F6-4411-BE8F-4BD4A88AB740}"/>
              </a:ext>
            </a:extLst>
          </p:cNvPr>
          <p:cNvSpPr>
            <a:spLocks noGrp="1"/>
          </p:cNvSpPr>
          <p:nvPr/>
        </p:nvSpPr>
        <p:spPr>
          <a:xfrm>
            <a:off x="3327082" y="2828925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3" name="anim_o2702_2">
            <a:extLst>
              <a:ext uri="{FF2B5EF4-FFF2-40B4-BE49-F238E27FC236}">
                <a16:creationId xmlns:a16="http://schemas.microsoft.com/office/drawing/2014/main" id="{4E8B40C3-8C5E-4145-9F74-E1A67EE33847}"/>
              </a:ext>
            </a:extLst>
          </p:cNvPr>
          <p:cNvSpPr>
            <a:spLocks noGrp="1"/>
          </p:cNvSpPr>
          <p:nvPr/>
        </p:nvSpPr>
        <p:spPr>
          <a:xfrm>
            <a:off x="3712845" y="2828925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4" name="anim_o2703_2">
            <a:extLst>
              <a:ext uri="{FF2B5EF4-FFF2-40B4-BE49-F238E27FC236}">
                <a16:creationId xmlns:a16="http://schemas.microsoft.com/office/drawing/2014/main" id="{FB654605-C1A5-4AD0-BDA9-5F0AF0DD4417}"/>
              </a:ext>
            </a:extLst>
          </p:cNvPr>
          <p:cNvSpPr>
            <a:spLocks noGrp="1"/>
          </p:cNvSpPr>
          <p:nvPr/>
        </p:nvSpPr>
        <p:spPr>
          <a:xfrm>
            <a:off x="1784032" y="3214688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5" name="anim_o2704_2">
            <a:extLst>
              <a:ext uri="{FF2B5EF4-FFF2-40B4-BE49-F238E27FC236}">
                <a16:creationId xmlns:a16="http://schemas.microsoft.com/office/drawing/2014/main" id="{81A92420-7C76-4D60-811C-E9DD8D99BFF8}"/>
              </a:ext>
            </a:extLst>
          </p:cNvPr>
          <p:cNvSpPr>
            <a:spLocks noGrp="1"/>
          </p:cNvSpPr>
          <p:nvPr/>
        </p:nvSpPr>
        <p:spPr>
          <a:xfrm>
            <a:off x="2169795" y="3214688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6" name="anim_o2705_2">
            <a:extLst>
              <a:ext uri="{FF2B5EF4-FFF2-40B4-BE49-F238E27FC236}">
                <a16:creationId xmlns:a16="http://schemas.microsoft.com/office/drawing/2014/main" id="{A3BAE7F8-9566-4A00-81A5-DE350F5BD2AD}"/>
              </a:ext>
            </a:extLst>
          </p:cNvPr>
          <p:cNvSpPr>
            <a:spLocks noGrp="1"/>
          </p:cNvSpPr>
          <p:nvPr/>
        </p:nvSpPr>
        <p:spPr>
          <a:xfrm>
            <a:off x="2555558" y="3214688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7" name="anim_o2706_2">
            <a:extLst>
              <a:ext uri="{FF2B5EF4-FFF2-40B4-BE49-F238E27FC236}">
                <a16:creationId xmlns:a16="http://schemas.microsoft.com/office/drawing/2014/main" id="{73266CA5-3E22-4AEC-866E-A614199EEAA9}"/>
              </a:ext>
            </a:extLst>
          </p:cNvPr>
          <p:cNvSpPr>
            <a:spLocks noGrp="1"/>
          </p:cNvSpPr>
          <p:nvPr/>
        </p:nvSpPr>
        <p:spPr>
          <a:xfrm>
            <a:off x="2941320" y="3214688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8" name="anim_o2707_2">
            <a:extLst>
              <a:ext uri="{FF2B5EF4-FFF2-40B4-BE49-F238E27FC236}">
                <a16:creationId xmlns:a16="http://schemas.microsoft.com/office/drawing/2014/main" id="{1397575C-E217-4EB7-AC1F-7D7461269257}"/>
              </a:ext>
            </a:extLst>
          </p:cNvPr>
          <p:cNvSpPr>
            <a:spLocks noGrp="1"/>
          </p:cNvSpPr>
          <p:nvPr/>
        </p:nvSpPr>
        <p:spPr>
          <a:xfrm>
            <a:off x="3327082" y="3214688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9" name="anim_o2708_2">
            <a:extLst>
              <a:ext uri="{FF2B5EF4-FFF2-40B4-BE49-F238E27FC236}">
                <a16:creationId xmlns:a16="http://schemas.microsoft.com/office/drawing/2014/main" id="{53594A8D-6F47-4271-8CD8-93160C5EA8EB}"/>
              </a:ext>
            </a:extLst>
          </p:cNvPr>
          <p:cNvSpPr>
            <a:spLocks noGrp="1"/>
          </p:cNvSpPr>
          <p:nvPr/>
        </p:nvSpPr>
        <p:spPr>
          <a:xfrm>
            <a:off x="3712845" y="3214688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0" name="anim_o2709_2">
            <a:extLst>
              <a:ext uri="{FF2B5EF4-FFF2-40B4-BE49-F238E27FC236}">
                <a16:creationId xmlns:a16="http://schemas.microsoft.com/office/drawing/2014/main" id="{E036CCD2-842E-418C-9E87-E5B7FC7C72D7}"/>
              </a:ext>
            </a:extLst>
          </p:cNvPr>
          <p:cNvSpPr>
            <a:spLocks noGrp="1"/>
          </p:cNvSpPr>
          <p:nvPr/>
        </p:nvSpPr>
        <p:spPr>
          <a:xfrm>
            <a:off x="1784032" y="3600450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1" name="anim_o2710_2">
            <a:extLst>
              <a:ext uri="{FF2B5EF4-FFF2-40B4-BE49-F238E27FC236}">
                <a16:creationId xmlns:a16="http://schemas.microsoft.com/office/drawing/2014/main" id="{D5C8C2F2-1AD3-416A-A70F-809E9379DF82}"/>
              </a:ext>
            </a:extLst>
          </p:cNvPr>
          <p:cNvSpPr>
            <a:spLocks noGrp="1"/>
          </p:cNvSpPr>
          <p:nvPr/>
        </p:nvSpPr>
        <p:spPr>
          <a:xfrm>
            <a:off x="2169795" y="3600450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2" name="anim_o2711_2">
            <a:extLst>
              <a:ext uri="{FF2B5EF4-FFF2-40B4-BE49-F238E27FC236}">
                <a16:creationId xmlns:a16="http://schemas.microsoft.com/office/drawing/2014/main" id="{0ACB019C-7E09-4850-8022-DC694EBBCC7A}"/>
              </a:ext>
            </a:extLst>
          </p:cNvPr>
          <p:cNvSpPr>
            <a:spLocks noGrp="1"/>
          </p:cNvSpPr>
          <p:nvPr/>
        </p:nvSpPr>
        <p:spPr>
          <a:xfrm>
            <a:off x="2555558" y="3600450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3" name="anim_o2712_2">
            <a:extLst>
              <a:ext uri="{FF2B5EF4-FFF2-40B4-BE49-F238E27FC236}">
                <a16:creationId xmlns:a16="http://schemas.microsoft.com/office/drawing/2014/main" id="{238F35AC-A60B-4B18-8B1F-F491E76D99E2}"/>
              </a:ext>
            </a:extLst>
          </p:cNvPr>
          <p:cNvSpPr>
            <a:spLocks noGrp="1"/>
          </p:cNvSpPr>
          <p:nvPr/>
        </p:nvSpPr>
        <p:spPr>
          <a:xfrm>
            <a:off x="2941320" y="3600450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4" name="anim_o2713_2">
            <a:extLst>
              <a:ext uri="{FF2B5EF4-FFF2-40B4-BE49-F238E27FC236}">
                <a16:creationId xmlns:a16="http://schemas.microsoft.com/office/drawing/2014/main" id="{5D937562-961D-4AEE-ADC4-D86649C0FA9C}"/>
              </a:ext>
            </a:extLst>
          </p:cNvPr>
          <p:cNvSpPr>
            <a:spLocks noGrp="1"/>
          </p:cNvSpPr>
          <p:nvPr/>
        </p:nvSpPr>
        <p:spPr>
          <a:xfrm>
            <a:off x="3327082" y="3600450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5" name="anim_o2714_2">
            <a:extLst>
              <a:ext uri="{FF2B5EF4-FFF2-40B4-BE49-F238E27FC236}">
                <a16:creationId xmlns:a16="http://schemas.microsoft.com/office/drawing/2014/main" id="{EF59F5F0-97A9-4D3C-9AD3-C24B7161DE95}"/>
              </a:ext>
            </a:extLst>
          </p:cNvPr>
          <p:cNvSpPr>
            <a:spLocks noGrp="1"/>
          </p:cNvSpPr>
          <p:nvPr/>
        </p:nvSpPr>
        <p:spPr>
          <a:xfrm>
            <a:off x="3712845" y="3600450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6" name="anim_o2715_2">
            <a:extLst>
              <a:ext uri="{FF2B5EF4-FFF2-40B4-BE49-F238E27FC236}">
                <a16:creationId xmlns:a16="http://schemas.microsoft.com/office/drawing/2014/main" id="{AB21CECF-40D8-461F-8E55-DAD6E567175A}"/>
              </a:ext>
            </a:extLst>
          </p:cNvPr>
          <p:cNvSpPr>
            <a:spLocks noGrp="1"/>
          </p:cNvSpPr>
          <p:nvPr/>
        </p:nvSpPr>
        <p:spPr>
          <a:xfrm>
            <a:off x="1784032" y="3986213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7" name="anim_o2716_2">
            <a:extLst>
              <a:ext uri="{FF2B5EF4-FFF2-40B4-BE49-F238E27FC236}">
                <a16:creationId xmlns:a16="http://schemas.microsoft.com/office/drawing/2014/main" id="{807E3CF2-574A-44FF-81F5-32B0502CF3DE}"/>
              </a:ext>
            </a:extLst>
          </p:cNvPr>
          <p:cNvSpPr>
            <a:spLocks noGrp="1"/>
          </p:cNvSpPr>
          <p:nvPr/>
        </p:nvSpPr>
        <p:spPr>
          <a:xfrm>
            <a:off x="2169795" y="3986213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8" name="anim_o2717_2">
            <a:extLst>
              <a:ext uri="{FF2B5EF4-FFF2-40B4-BE49-F238E27FC236}">
                <a16:creationId xmlns:a16="http://schemas.microsoft.com/office/drawing/2014/main" id="{DB2D34C8-720E-4CC7-990A-59C85F3FAAAC}"/>
              </a:ext>
            </a:extLst>
          </p:cNvPr>
          <p:cNvSpPr>
            <a:spLocks noGrp="1"/>
          </p:cNvSpPr>
          <p:nvPr/>
        </p:nvSpPr>
        <p:spPr>
          <a:xfrm>
            <a:off x="2555558" y="3986213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9" name="anim_o2718_2">
            <a:extLst>
              <a:ext uri="{FF2B5EF4-FFF2-40B4-BE49-F238E27FC236}">
                <a16:creationId xmlns:a16="http://schemas.microsoft.com/office/drawing/2014/main" id="{B89B6F44-CCC5-441E-8266-EFC60AD8B579}"/>
              </a:ext>
            </a:extLst>
          </p:cNvPr>
          <p:cNvSpPr>
            <a:spLocks noGrp="1"/>
          </p:cNvSpPr>
          <p:nvPr/>
        </p:nvSpPr>
        <p:spPr>
          <a:xfrm>
            <a:off x="2941320" y="3986213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0" name="anim_o2719_2">
            <a:extLst>
              <a:ext uri="{FF2B5EF4-FFF2-40B4-BE49-F238E27FC236}">
                <a16:creationId xmlns:a16="http://schemas.microsoft.com/office/drawing/2014/main" id="{4483FB3A-B3EA-4760-BA48-79C0F0E02D42}"/>
              </a:ext>
            </a:extLst>
          </p:cNvPr>
          <p:cNvSpPr>
            <a:spLocks noGrp="1"/>
          </p:cNvSpPr>
          <p:nvPr/>
        </p:nvSpPr>
        <p:spPr>
          <a:xfrm>
            <a:off x="3327082" y="3986213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1" name="anim_o2720_2">
            <a:extLst>
              <a:ext uri="{FF2B5EF4-FFF2-40B4-BE49-F238E27FC236}">
                <a16:creationId xmlns:a16="http://schemas.microsoft.com/office/drawing/2014/main" id="{5AB97635-BB52-4864-A038-187EC5042104}"/>
              </a:ext>
            </a:extLst>
          </p:cNvPr>
          <p:cNvSpPr>
            <a:spLocks noGrp="1"/>
          </p:cNvSpPr>
          <p:nvPr/>
        </p:nvSpPr>
        <p:spPr>
          <a:xfrm>
            <a:off x="3712845" y="3986213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2" name="anim_o2721_2">
            <a:extLst>
              <a:ext uri="{FF2B5EF4-FFF2-40B4-BE49-F238E27FC236}">
                <a16:creationId xmlns:a16="http://schemas.microsoft.com/office/drawing/2014/main" id="{C1212978-3E40-4191-9148-80748469A986}"/>
              </a:ext>
            </a:extLst>
          </p:cNvPr>
          <p:cNvSpPr>
            <a:spLocks noGrp="1"/>
          </p:cNvSpPr>
          <p:nvPr/>
        </p:nvSpPr>
        <p:spPr>
          <a:xfrm>
            <a:off x="1784032" y="4371975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3" name="anim_o2722_2">
            <a:extLst>
              <a:ext uri="{FF2B5EF4-FFF2-40B4-BE49-F238E27FC236}">
                <a16:creationId xmlns:a16="http://schemas.microsoft.com/office/drawing/2014/main" id="{5EC935E2-13D2-4174-A9BE-51A81AB9F3BD}"/>
              </a:ext>
            </a:extLst>
          </p:cNvPr>
          <p:cNvSpPr>
            <a:spLocks noGrp="1"/>
          </p:cNvSpPr>
          <p:nvPr/>
        </p:nvSpPr>
        <p:spPr>
          <a:xfrm>
            <a:off x="2169795" y="4371975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4" name="anim_o2723_2">
            <a:extLst>
              <a:ext uri="{FF2B5EF4-FFF2-40B4-BE49-F238E27FC236}">
                <a16:creationId xmlns:a16="http://schemas.microsoft.com/office/drawing/2014/main" id="{B577B145-3546-4B91-9541-CA0F16EA1B3D}"/>
              </a:ext>
            </a:extLst>
          </p:cNvPr>
          <p:cNvSpPr>
            <a:spLocks noGrp="1"/>
          </p:cNvSpPr>
          <p:nvPr/>
        </p:nvSpPr>
        <p:spPr>
          <a:xfrm>
            <a:off x="2555558" y="4371975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5" name="anim_o2724_2">
            <a:extLst>
              <a:ext uri="{FF2B5EF4-FFF2-40B4-BE49-F238E27FC236}">
                <a16:creationId xmlns:a16="http://schemas.microsoft.com/office/drawing/2014/main" id="{FAA8F62A-745A-4D7B-B04E-E8ACF5C06DCF}"/>
              </a:ext>
            </a:extLst>
          </p:cNvPr>
          <p:cNvSpPr>
            <a:spLocks noGrp="1"/>
          </p:cNvSpPr>
          <p:nvPr/>
        </p:nvSpPr>
        <p:spPr>
          <a:xfrm>
            <a:off x="2941320" y="4371975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6" name="anim_o2725_2">
            <a:extLst>
              <a:ext uri="{FF2B5EF4-FFF2-40B4-BE49-F238E27FC236}">
                <a16:creationId xmlns:a16="http://schemas.microsoft.com/office/drawing/2014/main" id="{45D032F7-F7FF-457C-8F85-BF2ED0AD87A6}"/>
              </a:ext>
            </a:extLst>
          </p:cNvPr>
          <p:cNvSpPr>
            <a:spLocks noGrp="1"/>
          </p:cNvSpPr>
          <p:nvPr/>
        </p:nvSpPr>
        <p:spPr>
          <a:xfrm>
            <a:off x="3327082" y="4371975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7" name="anim_o2726_2">
            <a:extLst>
              <a:ext uri="{FF2B5EF4-FFF2-40B4-BE49-F238E27FC236}">
                <a16:creationId xmlns:a16="http://schemas.microsoft.com/office/drawing/2014/main" id="{203DBDB1-BE2E-4248-B237-D59C46CA1DEF}"/>
              </a:ext>
            </a:extLst>
          </p:cNvPr>
          <p:cNvSpPr>
            <a:spLocks noGrp="1"/>
          </p:cNvSpPr>
          <p:nvPr/>
        </p:nvSpPr>
        <p:spPr>
          <a:xfrm>
            <a:off x="3712845" y="4371975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8" name="anim_o2654_2">
            <a:extLst>
              <a:ext uri="{FF2B5EF4-FFF2-40B4-BE49-F238E27FC236}">
                <a16:creationId xmlns:a16="http://schemas.microsoft.com/office/drawing/2014/main" id="{3E3304D3-1E07-4257-A4F2-03084094C34C}"/>
              </a:ext>
            </a:extLst>
          </p:cNvPr>
          <p:cNvSpPr>
            <a:spLocks noGrp="1"/>
          </p:cNvSpPr>
          <p:nvPr/>
        </p:nvSpPr>
        <p:spPr>
          <a:xfrm>
            <a:off x="1998345" y="2228850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9" name="anim_o2655_2">
            <a:extLst>
              <a:ext uri="{FF2B5EF4-FFF2-40B4-BE49-F238E27FC236}">
                <a16:creationId xmlns:a16="http://schemas.microsoft.com/office/drawing/2014/main" id="{5D7C3933-8A0E-42EC-8A78-A2F71BAF60C7}"/>
              </a:ext>
            </a:extLst>
          </p:cNvPr>
          <p:cNvSpPr>
            <a:spLocks noGrp="1"/>
          </p:cNvSpPr>
          <p:nvPr/>
        </p:nvSpPr>
        <p:spPr>
          <a:xfrm>
            <a:off x="2384108" y="2228850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0" name="anim_o2656_2">
            <a:extLst>
              <a:ext uri="{FF2B5EF4-FFF2-40B4-BE49-F238E27FC236}">
                <a16:creationId xmlns:a16="http://schemas.microsoft.com/office/drawing/2014/main" id="{DB8ECFC6-E186-428E-B183-157139F013AD}"/>
              </a:ext>
            </a:extLst>
          </p:cNvPr>
          <p:cNvSpPr>
            <a:spLocks noGrp="1"/>
          </p:cNvSpPr>
          <p:nvPr/>
        </p:nvSpPr>
        <p:spPr>
          <a:xfrm>
            <a:off x="2769870" y="2228850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1" name="anim_o2657_2">
            <a:extLst>
              <a:ext uri="{FF2B5EF4-FFF2-40B4-BE49-F238E27FC236}">
                <a16:creationId xmlns:a16="http://schemas.microsoft.com/office/drawing/2014/main" id="{E2748EA9-570F-4834-B7B1-9227F288A4E4}"/>
              </a:ext>
            </a:extLst>
          </p:cNvPr>
          <p:cNvSpPr>
            <a:spLocks noGrp="1"/>
          </p:cNvSpPr>
          <p:nvPr/>
        </p:nvSpPr>
        <p:spPr>
          <a:xfrm>
            <a:off x="3155633" y="2228850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2" name="anim_o2658_2">
            <a:extLst>
              <a:ext uri="{FF2B5EF4-FFF2-40B4-BE49-F238E27FC236}">
                <a16:creationId xmlns:a16="http://schemas.microsoft.com/office/drawing/2014/main" id="{CEA71604-982F-43F8-BF22-01B00277B8B3}"/>
              </a:ext>
            </a:extLst>
          </p:cNvPr>
          <p:cNvSpPr>
            <a:spLocks noGrp="1"/>
          </p:cNvSpPr>
          <p:nvPr/>
        </p:nvSpPr>
        <p:spPr>
          <a:xfrm>
            <a:off x="3541395" y="2228850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3" name="anim_o2659_2">
            <a:extLst>
              <a:ext uri="{FF2B5EF4-FFF2-40B4-BE49-F238E27FC236}">
                <a16:creationId xmlns:a16="http://schemas.microsoft.com/office/drawing/2014/main" id="{BAB185F4-6523-4D57-8D6B-C1438016110E}"/>
              </a:ext>
            </a:extLst>
          </p:cNvPr>
          <p:cNvSpPr>
            <a:spLocks noGrp="1"/>
          </p:cNvSpPr>
          <p:nvPr/>
        </p:nvSpPr>
        <p:spPr>
          <a:xfrm>
            <a:off x="3927158" y="2228850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4" name="anim_o2660_2">
            <a:extLst>
              <a:ext uri="{FF2B5EF4-FFF2-40B4-BE49-F238E27FC236}">
                <a16:creationId xmlns:a16="http://schemas.microsoft.com/office/drawing/2014/main" id="{90F0D54B-FE2D-4FB5-B52D-5F99C8656E7D}"/>
              </a:ext>
            </a:extLst>
          </p:cNvPr>
          <p:cNvSpPr>
            <a:spLocks noGrp="1"/>
          </p:cNvSpPr>
          <p:nvPr/>
        </p:nvSpPr>
        <p:spPr>
          <a:xfrm>
            <a:off x="1998345" y="2614613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5" name="anim_o2661_2">
            <a:extLst>
              <a:ext uri="{FF2B5EF4-FFF2-40B4-BE49-F238E27FC236}">
                <a16:creationId xmlns:a16="http://schemas.microsoft.com/office/drawing/2014/main" id="{82E79E5A-5171-4795-9E51-188EC124B730}"/>
              </a:ext>
            </a:extLst>
          </p:cNvPr>
          <p:cNvSpPr>
            <a:spLocks noGrp="1"/>
          </p:cNvSpPr>
          <p:nvPr/>
        </p:nvSpPr>
        <p:spPr>
          <a:xfrm>
            <a:off x="2384108" y="2614613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6" name="anim_o2662_2">
            <a:extLst>
              <a:ext uri="{FF2B5EF4-FFF2-40B4-BE49-F238E27FC236}">
                <a16:creationId xmlns:a16="http://schemas.microsoft.com/office/drawing/2014/main" id="{BFC85E1D-65A3-4DD1-BC4E-46E0B3EC443B}"/>
              </a:ext>
            </a:extLst>
          </p:cNvPr>
          <p:cNvSpPr>
            <a:spLocks noGrp="1"/>
          </p:cNvSpPr>
          <p:nvPr/>
        </p:nvSpPr>
        <p:spPr>
          <a:xfrm>
            <a:off x="2769870" y="2614613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7" name="anim_o2663_2">
            <a:extLst>
              <a:ext uri="{FF2B5EF4-FFF2-40B4-BE49-F238E27FC236}">
                <a16:creationId xmlns:a16="http://schemas.microsoft.com/office/drawing/2014/main" id="{8255D1A9-BE5A-401B-B480-0E2CFE6B9F2D}"/>
              </a:ext>
            </a:extLst>
          </p:cNvPr>
          <p:cNvSpPr>
            <a:spLocks noGrp="1"/>
          </p:cNvSpPr>
          <p:nvPr/>
        </p:nvSpPr>
        <p:spPr>
          <a:xfrm>
            <a:off x="3155633" y="2614613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8" name="anim_o2664_2">
            <a:extLst>
              <a:ext uri="{FF2B5EF4-FFF2-40B4-BE49-F238E27FC236}">
                <a16:creationId xmlns:a16="http://schemas.microsoft.com/office/drawing/2014/main" id="{93DA0E6B-0B84-483D-BD49-0547BD544AC0}"/>
              </a:ext>
            </a:extLst>
          </p:cNvPr>
          <p:cNvSpPr>
            <a:spLocks noGrp="1"/>
          </p:cNvSpPr>
          <p:nvPr/>
        </p:nvSpPr>
        <p:spPr>
          <a:xfrm>
            <a:off x="3541395" y="2614613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9" name="anim_o2665_2">
            <a:extLst>
              <a:ext uri="{FF2B5EF4-FFF2-40B4-BE49-F238E27FC236}">
                <a16:creationId xmlns:a16="http://schemas.microsoft.com/office/drawing/2014/main" id="{72E363CC-32B8-4EFE-A663-2415D0D937C1}"/>
              </a:ext>
            </a:extLst>
          </p:cNvPr>
          <p:cNvSpPr>
            <a:spLocks noGrp="1"/>
          </p:cNvSpPr>
          <p:nvPr/>
        </p:nvSpPr>
        <p:spPr>
          <a:xfrm>
            <a:off x="3927158" y="2614613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0" name="anim_o2666_2">
            <a:extLst>
              <a:ext uri="{FF2B5EF4-FFF2-40B4-BE49-F238E27FC236}">
                <a16:creationId xmlns:a16="http://schemas.microsoft.com/office/drawing/2014/main" id="{01F58731-B7B2-4421-A554-64131FF50EAB}"/>
              </a:ext>
            </a:extLst>
          </p:cNvPr>
          <p:cNvSpPr>
            <a:spLocks noGrp="1"/>
          </p:cNvSpPr>
          <p:nvPr/>
        </p:nvSpPr>
        <p:spPr>
          <a:xfrm>
            <a:off x="1998345" y="3000375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1" name="anim_o2667_2">
            <a:extLst>
              <a:ext uri="{FF2B5EF4-FFF2-40B4-BE49-F238E27FC236}">
                <a16:creationId xmlns:a16="http://schemas.microsoft.com/office/drawing/2014/main" id="{98A6BAB1-2F14-4A67-A345-EE393AD23C7E}"/>
              </a:ext>
            </a:extLst>
          </p:cNvPr>
          <p:cNvSpPr>
            <a:spLocks noGrp="1"/>
          </p:cNvSpPr>
          <p:nvPr/>
        </p:nvSpPr>
        <p:spPr>
          <a:xfrm>
            <a:off x="2384108" y="3000375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2" name="anim_o2668_2">
            <a:extLst>
              <a:ext uri="{FF2B5EF4-FFF2-40B4-BE49-F238E27FC236}">
                <a16:creationId xmlns:a16="http://schemas.microsoft.com/office/drawing/2014/main" id="{59C017C9-677B-47DF-A8CF-8735CC04FAFF}"/>
              </a:ext>
            </a:extLst>
          </p:cNvPr>
          <p:cNvSpPr>
            <a:spLocks noGrp="1"/>
          </p:cNvSpPr>
          <p:nvPr/>
        </p:nvSpPr>
        <p:spPr>
          <a:xfrm>
            <a:off x="2769870" y="3000375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3" name="anim_o2669_2">
            <a:extLst>
              <a:ext uri="{FF2B5EF4-FFF2-40B4-BE49-F238E27FC236}">
                <a16:creationId xmlns:a16="http://schemas.microsoft.com/office/drawing/2014/main" id="{2E8DDDC5-E315-44AC-AF6C-0B6BCF14C8DC}"/>
              </a:ext>
            </a:extLst>
          </p:cNvPr>
          <p:cNvSpPr>
            <a:spLocks noGrp="1"/>
          </p:cNvSpPr>
          <p:nvPr/>
        </p:nvSpPr>
        <p:spPr>
          <a:xfrm>
            <a:off x="3155633" y="3000375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4" name="anim_o2670_2">
            <a:extLst>
              <a:ext uri="{FF2B5EF4-FFF2-40B4-BE49-F238E27FC236}">
                <a16:creationId xmlns:a16="http://schemas.microsoft.com/office/drawing/2014/main" id="{F8CAB359-50FF-4B16-A050-A6BDD44F7D0E}"/>
              </a:ext>
            </a:extLst>
          </p:cNvPr>
          <p:cNvSpPr>
            <a:spLocks noGrp="1"/>
          </p:cNvSpPr>
          <p:nvPr/>
        </p:nvSpPr>
        <p:spPr>
          <a:xfrm>
            <a:off x="3541395" y="3000375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5" name="anim_o2671_2">
            <a:extLst>
              <a:ext uri="{FF2B5EF4-FFF2-40B4-BE49-F238E27FC236}">
                <a16:creationId xmlns:a16="http://schemas.microsoft.com/office/drawing/2014/main" id="{A28B7F21-C0F0-4AC4-89A9-3472937AAE89}"/>
              </a:ext>
            </a:extLst>
          </p:cNvPr>
          <p:cNvSpPr>
            <a:spLocks noGrp="1"/>
          </p:cNvSpPr>
          <p:nvPr/>
        </p:nvSpPr>
        <p:spPr>
          <a:xfrm>
            <a:off x="3927158" y="3000375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6" name="anim_o2672_2">
            <a:extLst>
              <a:ext uri="{FF2B5EF4-FFF2-40B4-BE49-F238E27FC236}">
                <a16:creationId xmlns:a16="http://schemas.microsoft.com/office/drawing/2014/main" id="{077A8516-C4DA-4E24-9002-B0C037E9FF78}"/>
              </a:ext>
            </a:extLst>
          </p:cNvPr>
          <p:cNvSpPr>
            <a:spLocks noGrp="1"/>
          </p:cNvSpPr>
          <p:nvPr/>
        </p:nvSpPr>
        <p:spPr>
          <a:xfrm>
            <a:off x="1998345" y="3386138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7" name="anim_o2673_2">
            <a:extLst>
              <a:ext uri="{FF2B5EF4-FFF2-40B4-BE49-F238E27FC236}">
                <a16:creationId xmlns:a16="http://schemas.microsoft.com/office/drawing/2014/main" id="{6548F070-673D-418D-AB9B-6FF925FD3952}"/>
              </a:ext>
            </a:extLst>
          </p:cNvPr>
          <p:cNvSpPr>
            <a:spLocks noGrp="1"/>
          </p:cNvSpPr>
          <p:nvPr/>
        </p:nvSpPr>
        <p:spPr>
          <a:xfrm>
            <a:off x="2384108" y="3386138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8" name="anim_o2674_2">
            <a:extLst>
              <a:ext uri="{FF2B5EF4-FFF2-40B4-BE49-F238E27FC236}">
                <a16:creationId xmlns:a16="http://schemas.microsoft.com/office/drawing/2014/main" id="{F1419550-3662-4871-B1BC-AB2240E9252C}"/>
              </a:ext>
            </a:extLst>
          </p:cNvPr>
          <p:cNvSpPr>
            <a:spLocks noGrp="1"/>
          </p:cNvSpPr>
          <p:nvPr/>
        </p:nvSpPr>
        <p:spPr>
          <a:xfrm>
            <a:off x="2769870" y="3386138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9" name="anim_o2675_2">
            <a:extLst>
              <a:ext uri="{FF2B5EF4-FFF2-40B4-BE49-F238E27FC236}">
                <a16:creationId xmlns:a16="http://schemas.microsoft.com/office/drawing/2014/main" id="{189B078D-7763-427C-A157-F1C2738B0E66}"/>
              </a:ext>
            </a:extLst>
          </p:cNvPr>
          <p:cNvSpPr>
            <a:spLocks noGrp="1"/>
          </p:cNvSpPr>
          <p:nvPr/>
        </p:nvSpPr>
        <p:spPr>
          <a:xfrm>
            <a:off x="3155633" y="3386138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0" name="anim_o2676_2">
            <a:extLst>
              <a:ext uri="{FF2B5EF4-FFF2-40B4-BE49-F238E27FC236}">
                <a16:creationId xmlns:a16="http://schemas.microsoft.com/office/drawing/2014/main" id="{0CF63B49-ABE5-4DA0-8DCC-DDBBA749E19E}"/>
              </a:ext>
            </a:extLst>
          </p:cNvPr>
          <p:cNvSpPr>
            <a:spLocks noGrp="1"/>
          </p:cNvSpPr>
          <p:nvPr/>
        </p:nvSpPr>
        <p:spPr>
          <a:xfrm>
            <a:off x="3541395" y="3386138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1" name="anim_o2677_2">
            <a:extLst>
              <a:ext uri="{FF2B5EF4-FFF2-40B4-BE49-F238E27FC236}">
                <a16:creationId xmlns:a16="http://schemas.microsoft.com/office/drawing/2014/main" id="{DF9E2F30-BB93-4306-8719-DAF11C004E99}"/>
              </a:ext>
            </a:extLst>
          </p:cNvPr>
          <p:cNvSpPr>
            <a:spLocks noGrp="1"/>
          </p:cNvSpPr>
          <p:nvPr/>
        </p:nvSpPr>
        <p:spPr>
          <a:xfrm>
            <a:off x="3927158" y="3386138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2" name="anim_o2678_2">
            <a:extLst>
              <a:ext uri="{FF2B5EF4-FFF2-40B4-BE49-F238E27FC236}">
                <a16:creationId xmlns:a16="http://schemas.microsoft.com/office/drawing/2014/main" id="{54B94214-EF34-4C23-9CE3-CE579210F216}"/>
              </a:ext>
            </a:extLst>
          </p:cNvPr>
          <p:cNvSpPr>
            <a:spLocks noGrp="1"/>
          </p:cNvSpPr>
          <p:nvPr/>
        </p:nvSpPr>
        <p:spPr>
          <a:xfrm>
            <a:off x="1998345" y="3771900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3" name="anim_o2679_2">
            <a:extLst>
              <a:ext uri="{FF2B5EF4-FFF2-40B4-BE49-F238E27FC236}">
                <a16:creationId xmlns:a16="http://schemas.microsoft.com/office/drawing/2014/main" id="{9A89F8FB-2B79-4A95-BF1A-4254AEBC951A}"/>
              </a:ext>
            </a:extLst>
          </p:cNvPr>
          <p:cNvSpPr>
            <a:spLocks noGrp="1"/>
          </p:cNvSpPr>
          <p:nvPr/>
        </p:nvSpPr>
        <p:spPr>
          <a:xfrm>
            <a:off x="2384108" y="3771900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4" name="anim_o2680_2">
            <a:extLst>
              <a:ext uri="{FF2B5EF4-FFF2-40B4-BE49-F238E27FC236}">
                <a16:creationId xmlns:a16="http://schemas.microsoft.com/office/drawing/2014/main" id="{C2DF8E44-7DD1-45BC-85E0-E9E8D48B5515}"/>
              </a:ext>
            </a:extLst>
          </p:cNvPr>
          <p:cNvSpPr>
            <a:spLocks noGrp="1"/>
          </p:cNvSpPr>
          <p:nvPr/>
        </p:nvSpPr>
        <p:spPr>
          <a:xfrm>
            <a:off x="2769870" y="3771900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5" name="anim_o2681_2">
            <a:extLst>
              <a:ext uri="{FF2B5EF4-FFF2-40B4-BE49-F238E27FC236}">
                <a16:creationId xmlns:a16="http://schemas.microsoft.com/office/drawing/2014/main" id="{7292BA7B-77F9-4BEE-A2CD-9355B74435C1}"/>
              </a:ext>
            </a:extLst>
          </p:cNvPr>
          <p:cNvSpPr>
            <a:spLocks noGrp="1"/>
          </p:cNvSpPr>
          <p:nvPr/>
        </p:nvSpPr>
        <p:spPr>
          <a:xfrm>
            <a:off x="3155633" y="3771900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6" name="anim_o2682_2">
            <a:extLst>
              <a:ext uri="{FF2B5EF4-FFF2-40B4-BE49-F238E27FC236}">
                <a16:creationId xmlns:a16="http://schemas.microsoft.com/office/drawing/2014/main" id="{9584C205-3209-40E0-A646-5F1A12DAC666}"/>
              </a:ext>
            </a:extLst>
          </p:cNvPr>
          <p:cNvSpPr>
            <a:spLocks noGrp="1"/>
          </p:cNvSpPr>
          <p:nvPr/>
        </p:nvSpPr>
        <p:spPr>
          <a:xfrm>
            <a:off x="3541395" y="3771900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7" name="anim_o2683_2">
            <a:extLst>
              <a:ext uri="{FF2B5EF4-FFF2-40B4-BE49-F238E27FC236}">
                <a16:creationId xmlns:a16="http://schemas.microsoft.com/office/drawing/2014/main" id="{807E9397-0801-40EA-A28D-43C7B324E38B}"/>
              </a:ext>
            </a:extLst>
          </p:cNvPr>
          <p:cNvSpPr>
            <a:spLocks noGrp="1"/>
          </p:cNvSpPr>
          <p:nvPr/>
        </p:nvSpPr>
        <p:spPr>
          <a:xfrm>
            <a:off x="3927158" y="3771900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8" name="anim_o2684_2">
            <a:extLst>
              <a:ext uri="{FF2B5EF4-FFF2-40B4-BE49-F238E27FC236}">
                <a16:creationId xmlns:a16="http://schemas.microsoft.com/office/drawing/2014/main" id="{657178FE-D58A-43E3-B20C-ACA1BF86FD0A}"/>
              </a:ext>
            </a:extLst>
          </p:cNvPr>
          <p:cNvSpPr>
            <a:spLocks noGrp="1"/>
          </p:cNvSpPr>
          <p:nvPr/>
        </p:nvSpPr>
        <p:spPr>
          <a:xfrm>
            <a:off x="1998345" y="4157663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9" name="anim_o2685_2">
            <a:extLst>
              <a:ext uri="{FF2B5EF4-FFF2-40B4-BE49-F238E27FC236}">
                <a16:creationId xmlns:a16="http://schemas.microsoft.com/office/drawing/2014/main" id="{C73065FF-4A31-44A0-925E-91757B64330E}"/>
              </a:ext>
            </a:extLst>
          </p:cNvPr>
          <p:cNvSpPr>
            <a:spLocks noGrp="1"/>
          </p:cNvSpPr>
          <p:nvPr/>
        </p:nvSpPr>
        <p:spPr>
          <a:xfrm>
            <a:off x="2384108" y="4157663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0" name="anim_o2686_2">
            <a:extLst>
              <a:ext uri="{FF2B5EF4-FFF2-40B4-BE49-F238E27FC236}">
                <a16:creationId xmlns:a16="http://schemas.microsoft.com/office/drawing/2014/main" id="{FA6491AF-24C5-4423-80BE-97C00CBCE6F2}"/>
              </a:ext>
            </a:extLst>
          </p:cNvPr>
          <p:cNvSpPr>
            <a:spLocks noGrp="1"/>
          </p:cNvSpPr>
          <p:nvPr/>
        </p:nvSpPr>
        <p:spPr>
          <a:xfrm>
            <a:off x="2769870" y="4157663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1" name="anim_o2687_2">
            <a:extLst>
              <a:ext uri="{FF2B5EF4-FFF2-40B4-BE49-F238E27FC236}">
                <a16:creationId xmlns:a16="http://schemas.microsoft.com/office/drawing/2014/main" id="{15C6E9CD-8EA8-4AFC-9790-0E3323267890}"/>
              </a:ext>
            </a:extLst>
          </p:cNvPr>
          <p:cNvSpPr>
            <a:spLocks noGrp="1"/>
          </p:cNvSpPr>
          <p:nvPr/>
        </p:nvSpPr>
        <p:spPr>
          <a:xfrm>
            <a:off x="3155633" y="4157663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2" name="anim_o2688_2">
            <a:extLst>
              <a:ext uri="{FF2B5EF4-FFF2-40B4-BE49-F238E27FC236}">
                <a16:creationId xmlns:a16="http://schemas.microsoft.com/office/drawing/2014/main" id="{3A7D52E4-3540-4B4B-94A2-464457030BD1}"/>
              </a:ext>
            </a:extLst>
          </p:cNvPr>
          <p:cNvSpPr>
            <a:spLocks noGrp="1"/>
          </p:cNvSpPr>
          <p:nvPr/>
        </p:nvSpPr>
        <p:spPr>
          <a:xfrm>
            <a:off x="3541395" y="4157663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3" name="anim_o2689_2">
            <a:extLst>
              <a:ext uri="{FF2B5EF4-FFF2-40B4-BE49-F238E27FC236}">
                <a16:creationId xmlns:a16="http://schemas.microsoft.com/office/drawing/2014/main" id="{E0BDEB8F-71A5-4749-A761-7A35DC283249}"/>
              </a:ext>
            </a:extLst>
          </p:cNvPr>
          <p:cNvSpPr>
            <a:spLocks noGrp="1"/>
          </p:cNvSpPr>
          <p:nvPr/>
        </p:nvSpPr>
        <p:spPr>
          <a:xfrm>
            <a:off x="3927158" y="4157663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4" name="anim_o2808_2">
            <a:extLst>
              <a:ext uri="{FF2B5EF4-FFF2-40B4-BE49-F238E27FC236}">
                <a16:creationId xmlns:a16="http://schemas.microsoft.com/office/drawing/2014/main" id="{E80F906C-6749-4B9C-84DD-54AACB2461B7}"/>
              </a:ext>
            </a:extLst>
          </p:cNvPr>
          <p:cNvSpPr>
            <a:spLocks noGrp="1"/>
          </p:cNvSpPr>
          <p:nvPr/>
        </p:nvSpPr>
        <p:spPr>
          <a:xfrm>
            <a:off x="5647015" y="3236119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5" name="anim_o2809_2">
            <a:extLst>
              <a:ext uri="{FF2B5EF4-FFF2-40B4-BE49-F238E27FC236}">
                <a16:creationId xmlns:a16="http://schemas.microsoft.com/office/drawing/2014/main" id="{AF849208-2BC2-4299-88AA-FBD251684263}"/>
              </a:ext>
            </a:extLst>
          </p:cNvPr>
          <p:cNvSpPr>
            <a:spLocks noGrp="1"/>
          </p:cNvSpPr>
          <p:nvPr/>
        </p:nvSpPr>
        <p:spPr>
          <a:xfrm>
            <a:off x="6032778" y="3236119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6" name="anim_o2810_2">
            <a:extLst>
              <a:ext uri="{FF2B5EF4-FFF2-40B4-BE49-F238E27FC236}">
                <a16:creationId xmlns:a16="http://schemas.microsoft.com/office/drawing/2014/main" id="{54E9ADA2-CF26-48A5-9AB8-3B25FD5F62C8}"/>
              </a:ext>
            </a:extLst>
          </p:cNvPr>
          <p:cNvSpPr>
            <a:spLocks noGrp="1"/>
          </p:cNvSpPr>
          <p:nvPr/>
        </p:nvSpPr>
        <p:spPr>
          <a:xfrm>
            <a:off x="6418540" y="3236119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7" name="anim_o2811_2">
            <a:extLst>
              <a:ext uri="{FF2B5EF4-FFF2-40B4-BE49-F238E27FC236}">
                <a16:creationId xmlns:a16="http://schemas.microsoft.com/office/drawing/2014/main" id="{43F503D7-FF50-4B35-80E3-52EF58E92E14}"/>
              </a:ext>
            </a:extLst>
          </p:cNvPr>
          <p:cNvSpPr>
            <a:spLocks noGrp="1"/>
          </p:cNvSpPr>
          <p:nvPr/>
        </p:nvSpPr>
        <p:spPr>
          <a:xfrm>
            <a:off x="5647015" y="3621881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8" name="anim_o2812_2">
            <a:extLst>
              <a:ext uri="{FF2B5EF4-FFF2-40B4-BE49-F238E27FC236}">
                <a16:creationId xmlns:a16="http://schemas.microsoft.com/office/drawing/2014/main" id="{56686B63-8D92-4F11-8C3A-A6FD6973BA3A}"/>
              </a:ext>
            </a:extLst>
          </p:cNvPr>
          <p:cNvSpPr>
            <a:spLocks noGrp="1"/>
          </p:cNvSpPr>
          <p:nvPr/>
        </p:nvSpPr>
        <p:spPr>
          <a:xfrm>
            <a:off x="6032778" y="3621881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9" name="anim_o2813_2">
            <a:extLst>
              <a:ext uri="{FF2B5EF4-FFF2-40B4-BE49-F238E27FC236}">
                <a16:creationId xmlns:a16="http://schemas.microsoft.com/office/drawing/2014/main" id="{765EFF34-5AEF-4C5D-84E1-42A0411915A2}"/>
              </a:ext>
            </a:extLst>
          </p:cNvPr>
          <p:cNvSpPr>
            <a:spLocks noGrp="1"/>
          </p:cNvSpPr>
          <p:nvPr/>
        </p:nvSpPr>
        <p:spPr>
          <a:xfrm>
            <a:off x="6418540" y="3621881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0" name="anim_o2814_2">
            <a:extLst>
              <a:ext uri="{FF2B5EF4-FFF2-40B4-BE49-F238E27FC236}">
                <a16:creationId xmlns:a16="http://schemas.microsoft.com/office/drawing/2014/main" id="{11AE8A9D-C86F-4BF2-B3A7-E9B4B8EB9958}"/>
              </a:ext>
            </a:extLst>
          </p:cNvPr>
          <p:cNvSpPr>
            <a:spLocks noGrp="1"/>
          </p:cNvSpPr>
          <p:nvPr/>
        </p:nvSpPr>
        <p:spPr>
          <a:xfrm>
            <a:off x="5647015" y="4007644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1" name="anim_o2815_2">
            <a:extLst>
              <a:ext uri="{FF2B5EF4-FFF2-40B4-BE49-F238E27FC236}">
                <a16:creationId xmlns:a16="http://schemas.microsoft.com/office/drawing/2014/main" id="{69F85D1E-6B2F-4A25-8027-807E0F21A8F5}"/>
              </a:ext>
            </a:extLst>
          </p:cNvPr>
          <p:cNvSpPr>
            <a:spLocks noGrp="1"/>
          </p:cNvSpPr>
          <p:nvPr/>
        </p:nvSpPr>
        <p:spPr>
          <a:xfrm>
            <a:off x="6032778" y="4007644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2" name="anim_o2816_2">
            <a:extLst>
              <a:ext uri="{FF2B5EF4-FFF2-40B4-BE49-F238E27FC236}">
                <a16:creationId xmlns:a16="http://schemas.microsoft.com/office/drawing/2014/main" id="{8AA2EB6B-495A-48BA-9FA7-F701BE50AF5C}"/>
              </a:ext>
            </a:extLst>
          </p:cNvPr>
          <p:cNvSpPr>
            <a:spLocks noGrp="1"/>
          </p:cNvSpPr>
          <p:nvPr/>
        </p:nvSpPr>
        <p:spPr>
          <a:xfrm>
            <a:off x="6418540" y="4007644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3" name="anim_o2798_2">
            <a:extLst>
              <a:ext uri="{FF2B5EF4-FFF2-40B4-BE49-F238E27FC236}">
                <a16:creationId xmlns:a16="http://schemas.microsoft.com/office/drawing/2014/main" id="{96DF5CCA-4E33-4499-9FB5-B3D66C6EC07B}"/>
              </a:ext>
            </a:extLst>
          </p:cNvPr>
          <p:cNvSpPr>
            <a:spLocks noGrp="1"/>
          </p:cNvSpPr>
          <p:nvPr/>
        </p:nvSpPr>
        <p:spPr>
          <a:xfrm>
            <a:off x="5861328" y="3021806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4" name="anim_o2799_2">
            <a:extLst>
              <a:ext uri="{FF2B5EF4-FFF2-40B4-BE49-F238E27FC236}">
                <a16:creationId xmlns:a16="http://schemas.microsoft.com/office/drawing/2014/main" id="{E74B80C7-50F3-4386-908A-FFF000EC1992}"/>
              </a:ext>
            </a:extLst>
          </p:cNvPr>
          <p:cNvSpPr>
            <a:spLocks noGrp="1"/>
          </p:cNvSpPr>
          <p:nvPr/>
        </p:nvSpPr>
        <p:spPr>
          <a:xfrm>
            <a:off x="6247090" y="3021806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5" name="anim_o2800_2">
            <a:extLst>
              <a:ext uri="{FF2B5EF4-FFF2-40B4-BE49-F238E27FC236}">
                <a16:creationId xmlns:a16="http://schemas.microsoft.com/office/drawing/2014/main" id="{55D291A4-E91A-4E93-8AC5-10C50023F0E9}"/>
              </a:ext>
            </a:extLst>
          </p:cNvPr>
          <p:cNvSpPr>
            <a:spLocks noGrp="1"/>
          </p:cNvSpPr>
          <p:nvPr/>
        </p:nvSpPr>
        <p:spPr>
          <a:xfrm>
            <a:off x="6632853" y="3021806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6" name="anim_o2801_2">
            <a:extLst>
              <a:ext uri="{FF2B5EF4-FFF2-40B4-BE49-F238E27FC236}">
                <a16:creationId xmlns:a16="http://schemas.microsoft.com/office/drawing/2014/main" id="{8DF627D4-2931-4B88-9EBC-AD33C3A1C39B}"/>
              </a:ext>
            </a:extLst>
          </p:cNvPr>
          <p:cNvSpPr>
            <a:spLocks noGrp="1"/>
          </p:cNvSpPr>
          <p:nvPr/>
        </p:nvSpPr>
        <p:spPr>
          <a:xfrm>
            <a:off x="5861328" y="3407569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7" name="anim_o2802_2">
            <a:extLst>
              <a:ext uri="{FF2B5EF4-FFF2-40B4-BE49-F238E27FC236}">
                <a16:creationId xmlns:a16="http://schemas.microsoft.com/office/drawing/2014/main" id="{B909995E-D1CA-49EF-9C2F-C43989E1EBF0}"/>
              </a:ext>
            </a:extLst>
          </p:cNvPr>
          <p:cNvSpPr>
            <a:spLocks noGrp="1"/>
          </p:cNvSpPr>
          <p:nvPr/>
        </p:nvSpPr>
        <p:spPr>
          <a:xfrm>
            <a:off x="6247090" y="3407569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8" name="anim_o2803_2">
            <a:extLst>
              <a:ext uri="{FF2B5EF4-FFF2-40B4-BE49-F238E27FC236}">
                <a16:creationId xmlns:a16="http://schemas.microsoft.com/office/drawing/2014/main" id="{E565CECC-9FAB-4792-A2C1-827A54E88A6C}"/>
              </a:ext>
            </a:extLst>
          </p:cNvPr>
          <p:cNvSpPr>
            <a:spLocks noGrp="1"/>
          </p:cNvSpPr>
          <p:nvPr/>
        </p:nvSpPr>
        <p:spPr>
          <a:xfrm>
            <a:off x="6632853" y="3407569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9" name="anim_o2804_2">
            <a:extLst>
              <a:ext uri="{FF2B5EF4-FFF2-40B4-BE49-F238E27FC236}">
                <a16:creationId xmlns:a16="http://schemas.microsoft.com/office/drawing/2014/main" id="{4B3CB694-FC02-46FD-9000-585BBABC1E50}"/>
              </a:ext>
            </a:extLst>
          </p:cNvPr>
          <p:cNvSpPr>
            <a:spLocks noGrp="1"/>
          </p:cNvSpPr>
          <p:nvPr/>
        </p:nvSpPr>
        <p:spPr>
          <a:xfrm>
            <a:off x="5861328" y="3793331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0" name="anim_o2805_2">
            <a:extLst>
              <a:ext uri="{FF2B5EF4-FFF2-40B4-BE49-F238E27FC236}">
                <a16:creationId xmlns:a16="http://schemas.microsoft.com/office/drawing/2014/main" id="{B1366E2C-9CAE-41B1-8A27-7413F53066AA}"/>
              </a:ext>
            </a:extLst>
          </p:cNvPr>
          <p:cNvSpPr>
            <a:spLocks noGrp="1"/>
          </p:cNvSpPr>
          <p:nvPr/>
        </p:nvSpPr>
        <p:spPr>
          <a:xfrm>
            <a:off x="6247090" y="3793331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1" name="anim_o2806_2">
            <a:extLst>
              <a:ext uri="{FF2B5EF4-FFF2-40B4-BE49-F238E27FC236}">
                <a16:creationId xmlns:a16="http://schemas.microsoft.com/office/drawing/2014/main" id="{DC38973A-1307-4445-83D3-E1FF527E6353}"/>
              </a:ext>
            </a:extLst>
          </p:cNvPr>
          <p:cNvSpPr>
            <a:spLocks noGrp="1"/>
          </p:cNvSpPr>
          <p:nvPr/>
        </p:nvSpPr>
        <p:spPr>
          <a:xfrm>
            <a:off x="6632853" y="3793331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2" name="anim_o2788_2">
            <a:extLst>
              <a:ext uri="{FF2B5EF4-FFF2-40B4-BE49-F238E27FC236}">
                <a16:creationId xmlns:a16="http://schemas.microsoft.com/office/drawing/2014/main" id="{373F488D-62E1-466D-9F30-66F92D305086}"/>
              </a:ext>
            </a:extLst>
          </p:cNvPr>
          <p:cNvSpPr>
            <a:spLocks noGrp="1"/>
          </p:cNvSpPr>
          <p:nvPr/>
        </p:nvSpPr>
        <p:spPr>
          <a:xfrm>
            <a:off x="6075640" y="2807494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3" name="anim_o2789_2">
            <a:extLst>
              <a:ext uri="{FF2B5EF4-FFF2-40B4-BE49-F238E27FC236}">
                <a16:creationId xmlns:a16="http://schemas.microsoft.com/office/drawing/2014/main" id="{8A23CA4A-7084-4830-9814-D1B8A742390D}"/>
              </a:ext>
            </a:extLst>
          </p:cNvPr>
          <p:cNvSpPr>
            <a:spLocks noGrp="1"/>
          </p:cNvSpPr>
          <p:nvPr/>
        </p:nvSpPr>
        <p:spPr>
          <a:xfrm>
            <a:off x="6461403" y="2807494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4" name="anim_o2790_2">
            <a:extLst>
              <a:ext uri="{FF2B5EF4-FFF2-40B4-BE49-F238E27FC236}">
                <a16:creationId xmlns:a16="http://schemas.microsoft.com/office/drawing/2014/main" id="{879265B1-D553-4454-8229-4306B7D4F296}"/>
              </a:ext>
            </a:extLst>
          </p:cNvPr>
          <p:cNvSpPr>
            <a:spLocks noGrp="1"/>
          </p:cNvSpPr>
          <p:nvPr/>
        </p:nvSpPr>
        <p:spPr>
          <a:xfrm>
            <a:off x="6847165" y="2807494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5" name="anim_o2791_2">
            <a:extLst>
              <a:ext uri="{FF2B5EF4-FFF2-40B4-BE49-F238E27FC236}">
                <a16:creationId xmlns:a16="http://schemas.microsoft.com/office/drawing/2014/main" id="{D7709C21-8FF9-43CA-A107-1328BB1E14EF}"/>
              </a:ext>
            </a:extLst>
          </p:cNvPr>
          <p:cNvSpPr>
            <a:spLocks noGrp="1"/>
          </p:cNvSpPr>
          <p:nvPr/>
        </p:nvSpPr>
        <p:spPr>
          <a:xfrm>
            <a:off x="6075640" y="3193256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6" name="anim_o2792_2">
            <a:extLst>
              <a:ext uri="{FF2B5EF4-FFF2-40B4-BE49-F238E27FC236}">
                <a16:creationId xmlns:a16="http://schemas.microsoft.com/office/drawing/2014/main" id="{77E2FE96-8472-418A-9F19-FE04A3E9E3A3}"/>
              </a:ext>
            </a:extLst>
          </p:cNvPr>
          <p:cNvSpPr>
            <a:spLocks noGrp="1"/>
          </p:cNvSpPr>
          <p:nvPr/>
        </p:nvSpPr>
        <p:spPr>
          <a:xfrm>
            <a:off x="6461403" y="3193256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7" name="anim_o2793_2">
            <a:extLst>
              <a:ext uri="{FF2B5EF4-FFF2-40B4-BE49-F238E27FC236}">
                <a16:creationId xmlns:a16="http://schemas.microsoft.com/office/drawing/2014/main" id="{3AB092CE-76E4-4114-897D-5C0D10F9A222}"/>
              </a:ext>
            </a:extLst>
          </p:cNvPr>
          <p:cNvSpPr>
            <a:spLocks noGrp="1"/>
          </p:cNvSpPr>
          <p:nvPr/>
        </p:nvSpPr>
        <p:spPr>
          <a:xfrm>
            <a:off x="6847165" y="3193256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8" name="anim_o2794_2">
            <a:extLst>
              <a:ext uri="{FF2B5EF4-FFF2-40B4-BE49-F238E27FC236}">
                <a16:creationId xmlns:a16="http://schemas.microsoft.com/office/drawing/2014/main" id="{73C3BC6A-1279-4451-A507-9A0E5FC9D1D9}"/>
              </a:ext>
            </a:extLst>
          </p:cNvPr>
          <p:cNvSpPr>
            <a:spLocks noGrp="1"/>
          </p:cNvSpPr>
          <p:nvPr/>
        </p:nvSpPr>
        <p:spPr>
          <a:xfrm>
            <a:off x="6075640" y="3579019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9" name="anim_o2795_2">
            <a:extLst>
              <a:ext uri="{FF2B5EF4-FFF2-40B4-BE49-F238E27FC236}">
                <a16:creationId xmlns:a16="http://schemas.microsoft.com/office/drawing/2014/main" id="{A9A24F18-A6AF-4147-BC41-33566412857E}"/>
              </a:ext>
            </a:extLst>
          </p:cNvPr>
          <p:cNvSpPr>
            <a:spLocks noGrp="1"/>
          </p:cNvSpPr>
          <p:nvPr/>
        </p:nvSpPr>
        <p:spPr>
          <a:xfrm>
            <a:off x="6461403" y="3579019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0" name="anim_o2796_2">
            <a:extLst>
              <a:ext uri="{FF2B5EF4-FFF2-40B4-BE49-F238E27FC236}">
                <a16:creationId xmlns:a16="http://schemas.microsoft.com/office/drawing/2014/main" id="{22D1492B-E760-4952-B1AF-DC4C782B1317}"/>
              </a:ext>
            </a:extLst>
          </p:cNvPr>
          <p:cNvSpPr>
            <a:spLocks noGrp="1"/>
          </p:cNvSpPr>
          <p:nvPr/>
        </p:nvSpPr>
        <p:spPr>
          <a:xfrm>
            <a:off x="6847165" y="3579019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1" name="anim_to2870_0_1">
            <a:extLst>
              <a:ext uri="{FF2B5EF4-FFF2-40B4-BE49-F238E27FC236}">
                <a16:creationId xmlns:a16="http://schemas.microsoft.com/office/drawing/2014/main" id="{8667AD97-28DB-4E83-8752-26403BA7736B}"/>
              </a:ext>
            </a:extLst>
          </p:cNvPr>
          <p:cNvSpPr>
            <a:spLocks noGrp="1"/>
          </p:cNvSpPr>
          <p:nvPr/>
        </p:nvSpPr>
        <p:spPr>
          <a:xfrm>
            <a:off x="4683800" y="3206493"/>
            <a:ext cx="305991" cy="78791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*</a:t>
            </a:r>
          </a:p>
        </p:txBody>
      </p:sp>
      <p:sp>
        <p:nvSpPr>
          <p:cNvPr id="292" name="anim_to2874_0_1">
            <a:extLst>
              <a:ext uri="{FF2B5EF4-FFF2-40B4-BE49-F238E27FC236}">
                <a16:creationId xmlns:a16="http://schemas.microsoft.com/office/drawing/2014/main" id="{0FE60457-E7BF-4CEC-BBD2-6D8FFA6B8A38}"/>
              </a:ext>
            </a:extLst>
          </p:cNvPr>
          <p:cNvSpPr>
            <a:spLocks noGrp="1"/>
          </p:cNvSpPr>
          <p:nvPr/>
        </p:nvSpPr>
        <p:spPr>
          <a:xfrm>
            <a:off x="7924646" y="3206493"/>
            <a:ext cx="510848" cy="78791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293" name="anim_to2818_0_1">
            <a:extLst>
              <a:ext uri="{FF2B5EF4-FFF2-40B4-BE49-F238E27FC236}">
                <a16:creationId xmlns:a16="http://schemas.microsoft.com/office/drawing/2014/main" id="{5E1DD29E-400B-496F-8E8F-4203AA5B605D}"/>
              </a:ext>
            </a:extLst>
          </p:cNvPr>
          <p:cNvSpPr>
            <a:spLocks noGrp="1"/>
          </p:cNvSpPr>
          <p:nvPr/>
        </p:nvSpPr>
        <p:spPr>
          <a:xfrm>
            <a:off x="5511602" y="1324494"/>
            <a:ext cx="2165111" cy="5371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383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383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pPr>
            <a:r>
              <a:rPr sz="3383" b="1">
                <a:solidFill>
                  <a:srgbClr val="FFFF00"/>
                </a:solidFill>
                <a:latin typeface="Consolas"/>
                <a:ea typeface="Consolas"/>
                <a:cs typeface="Consolas"/>
              </a:rPr>
              <a:t>3 x 3 x 3</a:t>
            </a:r>
          </a:p>
        </p:txBody>
      </p:sp>
      <p:sp>
        <p:nvSpPr>
          <p:cNvPr id="294" name="anim_to2828_0_1">
            <a:extLst>
              <a:ext uri="{FF2B5EF4-FFF2-40B4-BE49-F238E27FC236}">
                <a16:creationId xmlns:a16="http://schemas.microsoft.com/office/drawing/2014/main" id="{838468D7-D213-4391-8260-0F8EA9EF8FE4}"/>
              </a:ext>
            </a:extLst>
          </p:cNvPr>
          <p:cNvSpPr>
            <a:spLocks noGrp="1"/>
          </p:cNvSpPr>
          <p:nvPr/>
        </p:nvSpPr>
        <p:spPr>
          <a:xfrm>
            <a:off x="5860733" y="1985638"/>
            <a:ext cx="1466850" cy="4058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57" b="0">
                <a:solidFill>
                  <a:srgbClr val="FFF1B6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57" b="0">
                <a:solidFill>
                  <a:srgbClr val="FFF1B6"/>
                </a:solidFill>
                <a:latin typeface="Consolas"/>
                <a:ea typeface="Consolas"/>
                <a:cs typeface="Consolas"/>
              </a:defRPr>
            </a:pPr>
            <a:r>
              <a:rPr sz="2557" b="0">
                <a:solidFill>
                  <a:srgbClr val="FFF1B6"/>
                </a:solidFill>
                <a:latin typeface="Consolas"/>
                <a:ea typeface="Consolas"/>
                <a:cs typeface="Consolas"/>
              </a:rPr>
              <a:t>(Filter)</a:t>
            </a:r>
          </a:p>
        </p:txBody>
      </p:sp>
      <p:sp>
        <p:nvSpPr>
          <p:cNvPr id="295" name="anim_to2878_0_1">
            <a:extLst>
              <a:ext uri="{FF2B5EF4-FFF2-40B4-BE49-F238E27FC236}">
                <a16:creationId xmlns:a16="http://schemas.microsoft.com/office/drawing/2014/main" id="{AB57212D-EED8-4D1F-A04B-C91B400B2EC7}"/>
              </a:ext>
            </a:extLst>
          </p:cNvPr>
          <p:cNvSpPr>
            <a:spLocks noGrp="1"/>
          </p:cNvSpPr>
          <p:nvPr/>
        </p:nvSpPr>
        <p:spPr>
          <a:xfrm>
            <a:off x="747849" y="5334931"/>
            <a:ext cx="11263993" cy="6714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229" b="1">
                <a:solidFill>
                  <a:srgbClr val="76DDC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229" b="1">
                <a:solidFill>
                  <a:srgbClr val="76DDC0"/>
                </a:solidFill>
                <a:latin typeface="Consolas"/>
                <a:ea typeface="Consolas"/>
                <a:cs typeface="Consolas"/>
              </a:defRPr>
            </a:pPr>
            <a:r>
              <a:rPr sz="4229" b="1">
                <a:solidFill>
                  <a:srgbClr val="76DDC0"/>
                </a:solidFill>
                <a:latin typeface="Consolas"/>
                <a:ea typeface="Consolas"/>
                <a:cs typeface="Consolas"/>
              </a:rPr>
              <a:t>3D Filter collapses volume → 2D Output</a:t>
            </a:r>
          </a:p>
        </p:txBody>
      </p:sp>
      <p:sp>
        <p:nvSpPr>
          <p:cNvPr id="296" name="anim_o2938_1">
            <a:extLst>
              <a:ext uri="{FF2B5EF4-FFF2-40B4-BE49-F238E27FC236}">
                <a16:creationId xmlns:a16="http://schemas.microsoft.com/office/drawing/2014/main" id="{F559F3FD-0042-4212-9B80-B44A94BE7FB8}"/>
              </a:ext>
            </a:extLst>
          </p:cNvPr>
          <p:cNvSpPr>
            <a:spLocks noGrp="1"/>
          </p:cNvSpPr>
          <p:nvPr/>
        </p:nvSpPr>
        <p:spPr>
          <a:xfrm>
            <a:off x="5647015" y="955834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7" name="anim_o2939_1">
            <a:extLst>
              <a:ext uri="{FF2B5EF4-FFF2-40B4-BE49-F238E27FC236}">
                <a16:creationId xmlns:a16="http://schemas.microsoft.com/office/drawing/2014/main" id="{AE364915-D37F-4F2E-999B-DD090CA74C16}"/>
              </a:ext>
            </a:extLst>
          </p:cNvPr>
          <p:cNvSpPr>
            <a:spLocks noGrp="1"/>
          </p:cNvSpPr>
          <p:nvPr/>
        </p:nvSpPr>
        <p:spPr>
          <a:xfrm>
            <a:off x="6032778" y="955834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8" name="anim_o2940_1">
            <a:extLst>
              <a:ext uri="{FF2B5EF4-FFF2-40B4-BE49-F238E27FC236}">
                <a16:creationId xmlns:a16="http://schemas.microsoft.com/office/drawing/2014/main" id="{158944D3-3BF3-4EFD-BD0B-701EEC85A1D3}"/>
              </a:ext>
            </a:extLst>
          </p:cNvPr>
          <p:cNvSpPr>
            <a:spLocks noGrp="1"/>
          </p:cNvSpPr>
          <p:nvPr/>
        </p:nvSpPr>
        <p:spPr>
          <a:xfrm>
            <a:off x="6418540" y="955834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9" name="anim_o2941_1">
            <a:extLst>
              <a:ext uri="{FF2B5EF4-FFF2-40B4-BE49-F238E27FC236}">
                <a16:creationId xmlns:a16="http://schemas.microsoft.com/office/drawing/2014/main" id="{2DA0CF93-C80E-490C-878A-199F44463B19}"/>
              </a:ext>
            </a:extLst>
          </p:cNvPr>
          <p:cNvSpPr>
            <a:spLocks noGrp="1"/>
          </p:cNvSpPr>
          <p:nvPr/>
        </p:nvSpPr>
        <p:spPr>
          <a:xfrm>
            <a:off x="5647015" y="1341596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0" name="anim_o2942_1">
            <a:extLst>
              <a:ext uri="{FF2B5EF4-FFF2-40B4-BE49-F238E27FC236}">
                <a16:creationId xmlns:a16="http://schemas.microsoft.com/office/drawing/2014/main" id="{80FFC9B3-D186-4F52-B826-A22424A32C0E}"/>
              </a:ext>
            </a:extLst>
          </p:cNvPr>
          <p:cNvSpPr>
            <a:spLocks noGrp="1"/>
          </p:cNvSpPr>
          <p:nvPr/>
        </p:nvSpPr>
        <p:spPr>
          <a:xfrm>
            <a:off x="6032778" y="1341596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1" name="anim_o2943_1">
            <a:extLst>
              <a:ext uri="{FF2B5EF4-FFF2-40B4-BE49-F238E27FC236}">
                <a16:creationId xmlns:a16="http://schemas.microsoft.com/office/drawing/2014/main" id="{08A08D11-16A8-4E68-A282-65D20B2DCF5B}"/>
              </a:ext>
            </a:extLst>
          </p:cNvPr>
          <p:cNvSpPr>
            <a:spLocks noGrp="1"/>
          </p:cNvSpPr>
          <p:nvPr/>
        </p:nvSpPr>
        <p:spPr>
          <a:xfrm>
            <a:off x="6418540" y="1341596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2" name="anim_o2944_1">
            <a:extLst>
              <a:ext uri="{FF2B5EF4-FFF2-40B4-BE49-F238E27FC236}">
                <a16:creationId xmlns:a16="http://schemas.microsoft.com/office/drawing/2014/main" id="{2F2048B6-DCA5-4220-8CF8-F2E3A090F230}"/>
              </a:ext>
            </a:extLst>
          </p:cNvPr>
          <p:cNvSpPr>
            <a:spLocks noGrp="1"/>
          </p:cNvSpPr>
          <p:nvPr/>
        </p:nvSpPr>
        <p:spPr>
          <a:xfrm>
            <a:off x="5647015" y="1727359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3" name="anim_o2945_1">
            <a:extLst>
              <a:ext uri="{FF2B5EF4-FFF2-40B4-BE49-F238E27FC236}">
                <a16:creationId xmlns:a16="http://schemas.microsoft.com/office/drawing/2014/main" id="{0B6BA963-2BC2-4676-AD13-3113A9B747CB}"/>
              </a:ext>
            </a:extLst>
          </p:cNvPr>
          <p:cNvSpPr>
            <a:spLocks noGrp="1"/>
          </p:cNvSpPr>
          <p:nvPr/>
        </p:nvSpPr>
        <p:spPr>
          <a:xfrm>
            <a:off x="6032778" y="1727359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4" name="anim_o2946_1">
            <a:extLst>
              <a:ext uri="{FF2B5EF4-FFF2-40B4-BE49-F238E27FC236}">
                <a16:creationId xmlns:a16="http://schemas.microsoft.com/office/drawing/2014/main" id="{0D3466CF-6C5B-404B-8D93-748C9521560F}"/>
              </a:ext>
            </a:extLst>
          </p:cNvPr>
          <p:cNvSpPr>
            <a:spLocks noGrp="1"/>
          </p:cNvSpPr>
          <p:nvPr/>
        </p:nvSpPr>
        <p:spPr>
          <a:xfrm>
            <a:off x="6418540" y="1727359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5" name="anim_o2928_1">
            <a:extLst>
              <a:ext uri="{FF2B5EF4-FFF2-40B4-BE49-F238E27FC236}">
                <a16:creationId xmlns:a16="http://schemas.microsoft.com/office/drawing/2014/main" id="{B870A1BA-A4F7-44AB-900E-4D246C14DDD3}"/>
              </a:ext>
            </a:extLst>
          </p:cNvPr>
          <p:cNvSpPr>
            <a:spLocks noGrp="1"/>
          </p:cNvSpPr>
          <p:nvPr/>
        </p:nvSpPr>
        <p:spPr>
          <a:xfrm>
            <a:off x="5861328" y="741521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6" name="anim_o2929_1">
            <a:extLst>
              <a:ext uri="{FF2B5EF4-FFF2-40B4-BE49-F238E27FC236}">
                <a16:creationId xmlns:a16="http://schemas.microsoft.com/office/drawing/2014/main" id="{2615549C-B48A-4E72-B8F9-8688AFE3E5AA}"/>
              </a:ext>
            </a:extLst>
          </p:cNvPr>
          <p:cNvSpPr>
            <a:spLocks noGrp="1"/>
          </p:cNvSpPr>
          <p:nvPr/>
        </p:nvSpPr>
        <p:spPr>
          <a:xfrm>
            <a:off x="6247090" y="741521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7" name="anim_o2930_1">
            <a:extLst>
              <a:ext uri="{FF2B5EF4-FFF2-40B4-BE49-F238E27FC236}">
                <a16:creationId xmlns:a16="http://schemas.microsoft.com/office/drawing/2014/main" id="{3B4E3D9F-A111-404D-93AC-1B930FC83A0A}"/>
              </a:ext>
            </a:extLst>
          </p:cNvPr>
          <p:cNvSpPr>
            <a:spLocks noGrp="1"/>
          </p:cNvSpPr>
          <p:nvPr/>
        </p:nvSpPr>
        <p:spPr>
          <a:xfrm>
            <a:off x="6632853" y="741521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8" name="anim_o2931_1">
            <a:extLst>
              <a:ext uri="{FF2B5EF4-FFF2-40B4-BE49-F238E27FC236}">
                <a16:creationId xmlns:a16="http://schemas.microsoft.com/office/drawing/2014/main" id="{72330FD4-ACF2-431D-B09E-7F9F17D297E7}"/>
              </a:ext>
            </a:extLst>
          </p:cNvPr>
          <p:cNvSpPr>
            <a:spLocks noGrp="1"/>
          </p:cNvSpPr>
          <p:nvPr/>
        </p:nvSpPr>
        <p:spPr>
          <a:xfrm>
            <a:off x="5861328" y="1127284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9" name="anim_o2932_1">
            <a:extLst>
              <a:ext uri="{FF2B5EF4-FFF2-40B4-BE49-F238E27FC236}">
                <a16:creationId xmlns:a16="http://schemas.microsoft.com/office/drawing/2014/main" id="{23C968BB-099B-4EAE-A0A4-095881906104}"/>
              </a:ext>
            </a:extLst>
          </p:cNvPr>
          <p:cNvSpPr>
            <a:spLocks noGrp="1"/>
          </p:cNvSpPr>
          <p:nvPr/>
        </p:nvSpPr>
        <p:spPr>
          <a:xfrm>
            <a:off x="6247090" y="1127284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0" name="anim_o2933_1">
            <a:extLst>
              <a:ext uri="{FF2B5EF4-FFF2-40B4-BE49-F238E27FC236}">
                <a16:creationId xmlns:a16="http://schemas.microsoft.com/office/drawing/2014/main" id="{3C294B3F-022B-44D1-86E1-F0E23DFF72BD}"/>
              </a:ext>
            </a:extLst>
          </p:cNvPr>
          <p:cNvSpPr>
            <a:spLocks noGrp="1"/>
          </p:cNvSpPr>
          <p:nvPr/>
        </p:nvSpPr>
        <p:spPr>
          <a:xfrm>
            <a:off x="6632853" y="1127284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1" name="anim_o2934_1">
            <a:extLst>
              <a:ext uri="{FF2B5EF4-FFF2-40B4-BE49-F238E27FC236}">
                <a16:creationId xmlns:a16="http://schemas.microsoft.com/office/drawing/2014/main" id="{A3C83675-AB57-48D4-8D63-D0C024395F06}"/>
              </a:ext>
            </a:extLst>
          </p:cNvPr>
          <p:cNvSpPr>
            <a:spLocks noGrp="1"/>
          </p:cNvSpPr>
          <p:nvPr/>
        </p:nvSpPr>
        <p:spPr>
          <a:xfrm>
            <a:off x="5861328" y="1513046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2" name="anim_o2935_1">
            <a:extLst>
              <a:ext uri="{FF2B5EF4-FFF2-40B4-BE49-F238E27FC236}">
                <a16:creationId xmlns:a16="http://schemas.microsoft.com/office/drawing/2014/main" id="{5B88CC5E-6C58-4AA0-A56B-D28F8F172CBB}"/>
              </a:ext>
            </a:extLst>
          </p:cNvPr>
          <p:cNvSpPr>
            <a:spLocks noGrp="1"/>
          </p:cNvSpPr>
          <p:nvPr/>
        </p:nvSpPr>
        <p:spPr>
          <a:xfrm>
            <a:off x="6247090" y="1513046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3" name="anim_o2936_1">
            <a:extLst>
              <a:ext uri="{FF2B5EF4-FFF2-40B4-BE49-F238E27FC236}">
                <a16:creationId xmlns:a16="http://schemas.microsoft.com/office/drawing/2014/main" id="{F7043961-40AD-4519-AB52-50FF5A650EE3}"/>
              </a:ext>
            </a:extLst>
          </p:cNvPr>
          <p:cNvSpPr>
            <a:spLocks noGrp="1"/>
          </p:cNvSpPr>
          <p:nvPr/>
        </p:nvSpPr>
        <p:spPr>
          <a:xfrm>
            <a:off x="6632853" y="1513046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4" name="anim_o2918_1">
            <a:extLst>
              <a:ext uri="{FF2B5EF4-FFF2-40B4-BE49-F238E27FC236}">
                <a16:creationId xmlns:a16="http://schemas.microsoft.com/office/drawing/2014/main" id="{7F9ECAA4-C289-41B6-88F7-BE4DA3A24E05}"/>
              </a:ext>
            </a:extLst>
          </p:cNvPr>
          <p:cNvSpPr>
            <a:spLocks noGrp="1"/>
          </p:cNvSpPr>
          <p:nvPr/>
        </p:nvSpPr>
        <p:spPr>
          <a:xfrm>
            <a:off x="6075640" y="527209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5" name="anim_o2919_1">
            <a:extLst>
              <a:ext uri="{FF2B5EF4-FFF2-40B4-BE49-F238E27FC236}">
                <a16:creationId xmlns:a16="http://schemas.microsoft.com/office/drawing/2014/main" id="{A2E88108-B53D-46DA-AED1-AB599C631B47}"/>
              </a:ext>
            </a:extLst>
          </p:cNvPr>
          <p:cNvSpPr>
            <a:spLocks noGrp="1"/>
          </p:cNvSpPr>
          <p:nvPr/>
        </p:nvSpPr>
        <p:spPr>
          <a:xfrm>
            <a:off x="6461403" y="527209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6" name="anim_o2920_1">
            <a:extLst>
              <a:ext uri="{FF2B5EF4-FFF2-40B4-BE49-F238E27FC236}">
                <a16:creationId xmlns:a16="http://schemas.microsoft.com/office/drawing/2014/main" id="{C15B2810-8148-4AE6-993E-9F3E686C21CE}"/>
              </a:ext>
            </a:extLst>
          </p:cNvPr>
          <p:cNvSpPr>
            <a:spLocks noGrp="1"/>
          </p:cNvSpPr>
          <p:nvPr/>
        </p:nvSpPr>
        <p:spPr>
          <a:xfrm>
            <a:off x="6847165" y="527209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7" name="anim_o2921_1">
            <a:extLst>
              <a:ext uri="{FF2B5EF4-FFF2-40B4-BE49-F238E27FC236}">
                <a16:creationId xmlns:a16="http://schemas.microsoft.com/office/drawing/2014/main" id="{3B176D5A-7DDC-4012-8826-323244BF32C8}"/>
              </a:ext>
            </a:extLst>
          </p:cNvPr>
          <p:cNvSpPr>
            <a:spLocks noGrp="1"/>
          </p:cNvSpPr>
          <p:nvPr/>
        </p:nvSpPr>
        <p:spPr>
          <a:xfrm>
            <a:off x="6075640" y="912971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8" name="anim_o2922_1">
            <a:extLst>
              <a:ext uri="{FF2B5EF4-FFF2-40B4-BE49-F238E27FC236}">
                <a16:creationId xmlns:a16="http://schemas.microsoft.com/office/drawing/2014/main" id="{730D2138-D5D9-4685-8924-7F2573F6D28C}"/>
              </a:ext>
            </a:extLst>
          </p:cNvPr>
          <p:cNvSpPr>
            <a:spLocks noGrp="1"/>
          </p:cNvSpPr>
          <p:nvPr/>
        </p:nvSpPr>
        <p:spPr>
          <a:xfrm>
            <a:off x="6461403" y="912971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9" name="anim_o2923_1">
            <a:extLst>
              <a:ext uri="{FF2B5EF4-FFF2-40B4-BE49-F238E27FC236}">
                <a16:creationId xmlns:a16="http://schemas.microsoft.com/office/drawing/2014/main" id="{A9A50B59-DFD0-47BC-9A92-C50E61AF5A0A}"/>
              </a:ext>
            </a:extLst>
          </p:cNvPr>
          <p:cNvSpPr>
            <a:spLocks noGrp="1"/>
          </p:cNvSpPr>
          <p:nvPr/>
        </p:nvSpPr>
        <p:spPr>
          <a:xfrm>
            <a:off x="6847165" y="912971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0" name="anim_o2924_1">
            <a:extLst>
              <a:ext uri="{FF2B5EF4-FFF2-40B4-BE49-F238E27FC236}">
                <a16:creationId xmlns:a16="http://schemas.microsoft.com/office/drawing/2014/main" id="{6CAA89F8-3066-44DC-8126-230D40084C7A}"/>
              </a:ext>
            </a:extLst>
          </p:cNvPr>
          <p:cNvSpPr>
            <a:spLocks noGrp="1"/>
          </p:cNvSpPr>
          <p:nvPr/>
        </p:nvSpPr>
        <p:spPr>
          <a:xfrm>
            <a:off x="6075640" y="1298734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1" name="anim_o2925_1">
            <a:extLst>
              <a:ext uri="{FF2B5EF4-FFF2-40B4-BE49-F238E27FC236}">
                <a16:creationId xmlns:a16="http://schemas.microsoft.com/office/drawing/2014/main" id="{28CF3CDC-A508-4438-B93E-69FAE24B4B58}"/>
              </a:ext>
            </a:extLst>
          </p:cNvPr>
          <p:cNvSpPr>
            <a:spLocks noGrp="1"/>
          </p:cNvSpPr>
          <p:nvPr/>
        </p:nvSpPr>
        <p:spPr>
          <a:xfrm>
            <a:off x="6461403" y="1298734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2" name="anim_o2926_1">
            <a:extLst>
              <a:ext uri="{FF2B5EF4-FFF2-40B4-BE49-F238E27FC236}">
                <a16:creationId xmlns:a16="http://schemas.microsoft.com/office/drawing/2014/main" id="{0C355FAA-AA2E-468F-8417-4C65CF2E679E}"/>
              </a:ext>
            </a:extLst>
          </p:cNvPr>
          <p:cNvSpPr>
            <a:spLocks noGrp="1"/>
          </p:cNvSpPr>
          <p:nvPr/>
        </p:nvSpPr>
        <p:spPr>
          <a:xfrm>
            <a:off x="6847165" y="1298734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3" name="anim_o2981_1">
            <a:extLst>
              <a:ext uri="{FF2B5EF4-FFF2-40B4-BE49-F238E27FC236}">
                <a16:creationId xmlns:a16="http://schemas.microsoft.com/office/drawing/2014/main" id="{088EE004-1943-459C-A72D-DFB34BB9617A}"/>
              </a:ext>
            </a:extLst>
          </p:cNvPr>
          <p:cNvSpPr>
            <a:spLocks noGrp="1"/>
          </p:cNvSpPr>
          <p:nvPr/>
        </p:nvSpPr>
        <p:spPr>
          <a:xfrm>
            <a:off x="9027795" y="428625"/>
            <a:ext cx="385763" cy="385763"/>
          </a:xfrm>
          <a:prstGeom prst="rect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4" name="anim_o2982_1">
            <a:extLst>
              <a:ext uri="{FF2B5EF4-FFF2-40B4-BE49-F238E27FC236}">
                <a16:creationId xmlns:a16="http://schemas.microsoft.com/office/drawing/2014/main" id="{6C8A6970-C1FE-4730-807C-D4871A30CEAD}"/>
              </a:ext>
            </a:extLst>
          </p:cNvPr>
          <p:cNvSpPr>
            <a:spLocks noGrp="1"/>
          </p:cNvSpPr>
          <p:nvPr/>
        </p:nvSpPr>
        <p:spPr>
          <a:xfrm>
            <a:off x="9413558" y="428625"/>
            <a:ext cx="385763" cy="385763"/>
          </a:xfrm>
          <a:prstGeom prst="rect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5" name="anim_o2983_1">
            <a:extLst>
              <a:ext uri="{FF2B5EF4-FFF2-40B4-BE49-F238E27FC236}">
                <a16:creationId xmlns:a16="http://schemas.microsoft.com/office/drawing/2014/main" id="{979450BD-E345-45DA-8C25-B66460D583CF}"/>
              </a:ext>
            </a:extLst>
          </p:cNvPr>
          <p:cNvSpPr>
            <a:spLocks noGrp="1"/>
          </p:cNvSpPr>
          <p:nvPr/>
        </p:nvSpPr>
        <p:spPr>
          <a:xfrm>
            <a:off x="9799320" y="428625"/>
            <a:ext cx="385763" cy="385763"/>
          </a:xfrm>
          <a:prstGeom prst="rect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6" name="anim_o2984_1">
            <a:extLst>
              <a:ext uri="{FF2B5EF4-FFF2-40B4-BE49-F238E27FC236}">
                <a16:creationId xmlns:a16="http://schemas.microsoft.com/office/drawing/2014/main" id="{C019911B-2C10-4760-9E07-15E8E28CB1CC}"/>
              </a:ext>
            </a:extLst>
          </p:cNvPr>
          <p:cNvSpPr>
            <a:spLocks noGrp="1"/>
          </p:cNvSpPr>
          <p:nvPr/>
        </p:nvSpPr>
        <p:spPr>
          <a:xfrm>
            <a:off x="10185083" y="428625"/>
            <a:ext cx="385763" cy="385763"/>
          </a:xfrm>
          <a:prstGeom prst="rect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7" name="anim_o2985_1">
            <a:extLst>
              <a:ext uri="{FF2B5EF4-FFF2-40B4-BE49-F238E27FC236}">
                <a16:creationId xmlns:a16="http://schemas.microsoft.com/office/drawing/2014/main" id="{971F0A85-66E6-4FD3-8E72-A924457BEBA6}"/>
              </a:ext>
            </a:extLst>
          </p:cNvPr>
          <p:cNvSpPr>
            <a:spLocks noGrp="1"/>
          </p:cNvSpPr>
          <p:nvPr/>
        </p:nvSpPr>
        <p:spPr>
          <a:xfrm>
            <a:off x="9027795" y="814388"/>
            <a:ext cx="385763" cy="385763"/>
          </a:xfrm>
          <a:prstGeom prst="rect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8" name="anim_o2986_1">
            <a:extLst>
              <a:ext uri="{FF2B5EF4-FFF2-40B4-BE49-F238E27FC236}">
                <a16:creationId xmlns:a16="http://schemas.microsoft.com/office/drawing/2014/main" id="{A18443AE-0CCA-4EB8-8780-83394A4D272F}"/>
              </a:ext>
            </a:extLst>
          </p:cNvPr>
          <p:cNvSpPr>
            <a:spLocks noGrp="1"/>
          </p:cNvSpPr>
          <p:nvPr/>
        </p:nvSpPr>
        <p:spPr>
          <a:xfrm>
            <a:off x="9413558" y="814388"/>
            <a:ext cx="385763" cy="385763"/>
          </a:xfrm>
          <a:prstGeom prst="rect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9" name="anim_o2987_1">
            <a:extLst>
              <a:ext uri="{FF2B5EF4-FFF2-40B4-BE49-F238E27FC236}">
                <a16:creationId xmlns:a16="http://schemas.microsoft.com/office/drawing/2014/main" id="{93012811-8AF4-4D60-98CB-696E177E242C}"/>
              </a:ext>
            </a:extLst>
          </p:cNvPr>
          <p:cNvSpPr>
            <a:spLocks noGrp="1"/>
          </p:cNvSpPr>
          <p:nvPr/>
        </p:nvSpPr>
        <p:spPr>
          <a:xfrm>
            <a:off x="9799320" y="814388"/>
            <a:ext cx="385763" cy="385763"/>
          </a:xfrm>
          <a:prstGeom prst="rect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0" name="anim_o2988_1">
            <a:extLst>
              <a:ext uri="{FF2B5EF4-FFF2-40B4-BE49-F238E27FC236}">
                <a16:creationId xmlns:a16="http://schemas.microsoft.com/office/drawing/2014/main" id="{D591474C-0AAA-4685-BC99-F64749473EC1}"/>
              </a:ext>
            </a:extLst>
          </p:cNvPr>
          <p:cNvSpPr>
            <a:spLocks noGrp="1"/>
          </p:cNvSpPr>
          <p:nvPr/>
        </p:nvSpPr>
        <p:spPr>
          <a:xfrm>
            <a:off x="10185083" y="814388"/>
            <a:ext cx="385763" cy="385763"/>
          </a:xfrm>
          <a:prstGeom prst="rect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1" name="anim_o2989_1">
            <a:extLst>
              <a:ext uri="{FF2B5EF4-FFF2-40B4-BE49-F238E27FC236}">
                <a16:creationId xmlns:a16="http://schemas.microsoft.com/office/drawing/2014/main" id="{3E7408B9-26DA-4E03-917A-355E7B9D1B3D}"/>
              </a:ext>
            </a:extLst>
          </p:cNvPr>
          <p:cNvSpPr>
            <a:spLocks noGrp="1"/>
          </p:cNvSpPr>
          <p:nvPr/>
        </p:nvSpPr>
        <p:spPr>
          <a:xfrm>
            <a:off x="9027795" y="1200150"/>
            <a:ext cx="385763" cy="385763"/>
          </a:xfrm>
          <a:prstGeom prst="rect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2" name="anim_o2990_1">
            <a:extLst>
              <a:ext uri="{FF2B5EF4-FFF2-40B4-BE49-F238E27FC236}">
                <a16:creationId xmlns:a16="http://schemas.microsoft.com/office/drawing/2014/main" id="{92A991C2-06F4-44C2-A020-C5C2252BE720}"/>
              </a:ext>
            </a:extLst>
          </p:cNvPr>
          <p:cNvSpPr>
            <a:spLocks noGrp="1"/>
          </p:cNvSpPr>
          <p:nvPr/>
        </p:nvSpPr>
        <p:spPr>
          <a:xfrm>
            <a:off x="9413558" y="1200150"/>
            <a:ext cx="385763" cy="385763"/>
          </a:xfrm>
          <a:prstGeom prst="rect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3" name="anim_o2991_1">
            <a:extLst>
              <a:ext uri="{FF2B5EF4-FFF2-40B4-BE49-F238E27FC236}">
                <a16:creationId xmlns:a16="http://schemas.microsoft.com/office/drawing/2014/main" id="{165B6D6A-AFC8-4481-AD91-504B7B02C2CC}"/>
              </a:ext>
            </a:extLst>
          </p:cNvPr>
          <p:cNvSpPr>
            <a:spLocks noGrp="1"/>
          </p:cNvSpPr>
          <p:nvPr/>
        </p:nvSpPr>
        <p:spPr>
          <a:xfrm>
            <a:off x="9799320" y="1200150"/>
            <a:ext cx="385763" cy="385763"/>
          </a:xfrm>
          <a:prstGeom prst="rect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4" name="anim_o2992_1">
            <a:extLst>
              <a:ext uri="{FF2B5EF4-FFF2-40B4-BE49-F238E27FC236}">
                <a16:creationId xmlns:a16="http://schemas.microsoft.com/office/drawing/2014/main" id="{7F3E0604-956C-4EA3-8B40-6F79F1660266}"/>
              </a:ext>
            </a:extLst>
          </p:cNvPr>
          <p:cNvSpPr>
            <a:spLocks noGrp="1"/>
          </p:cNvSpPr>
          <p:nvPr/>
        </p:nvSpPr>
        <p:spPr>
          <a:xfrm>
            <a:off x="10185083" y="1200150"/>
            <a:ext cx="385763" cy="385763"/>
          </a:xfrm>
          <a:prstGeom prst="rect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5" name="anim_o2993_1">
            <a:extLst>
              <a:ext uri="{FF2B5EF4-FFF2-40B4-BE49-F238E27FC236}">
                <a16:creationId xmlns:a16="http://schemas.microsoft.com/office/drawing/2014/main" id="{E5DE9DB6-F70E-4EA8-A3E6-EBF6AB0CE70D}"/>
              </a:ext>
            </a:extLst>
          </p:cNvPr>
          <p:cNvSpPr>
            <a:spLocks noGrp="1"/>
          </p:cNvSpPr>
          <p:nvPr/>
        </p:nvSpPr>
        <p:spPr>
          <a:xfrm>
            <a:off x="9027795" y="1585913"/>
            <a:ext cx="385763" cy="385763"/>
          </a:xfrm>
          <a:prstGeom prst="rect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6" name="anim_o2994_1">
            <a:extLst>
              <a:ext uri="{FF2B5EF4-FFF2-40B4-BE49-F238E27FC236}">
                <a16:creationId xmlns:a16="http://schemas.microsoft.com/office/drawing/2014/main" id="{58B1BD7E-B0C0-4C84-B127-42CC6979B4BB}"/>
              </a:ext>
            </a:extLst>
          </p:cNvPr>
          <p:cNvSpPr>
            <a:spLocks noGrp="1"/>
          </p:cNvSpPr>
          <p:nvPr/>
        </p:nvSpPr>
        <p:spPr>
          <a:xfrm>
            <a:off x="9413558" y="1585913"/>
            <a:ext cx="385763" cy="385763"/>
          </a:xfrm>
          <a:prstGeom prst="rect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7" name="anim_o2995_1">
            <a:extLst>
              <a:ext uri="{FF2B5EF4-FFF2-40B4-BE49-F238E27FC236}">
                <a16:creationId xmlns:a16="http://schemas.microsoft.com/office/drawing/2014/main" id="{B61360D6-9B25-4EED-AE18-3894C89FDC47}"/>
              </a:ext>
            </a:extLst>
          </p:cNvPr>
          <p:cNvSpPr>
            <a:spLocks noGrp="1"/>
          </p:cNvSpPr>
          <p:nvPr/>
        </p:nvSpPr>
        <p:spPr>
          <a:xfrm>
            <a:off x="9799320" y="1585913"/>
            <a:ext cx="385763" cy="385763"/>
          </a:xfrm>
          <a:prstGeom prst="rect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8" name="anim_o2996_1">
            <a:extLst>
              <a:ext uri="{FF2B5EF4-FFF2-40B4-BE49-F238E27FC236}">
                <a16:creationId xmlns:a16="http://schemas.microsoft.com/office/drawing/2014/main" id="{1F917693-1A55-450B-BF33-179A954A72BE}"/>
              </a:ext>
            </a:extLst>
          </p:cNvPr>
          <p:cNvSpPr>
            <a:spLocks noGrp="1"/>
          </p:cNvSpPr>
          <p:nvPr/>
        </p:nvSpPr>
        <p:spPr>
          <a:xfrm>
            <a:off x="10185083" y="1585913"/>
            <a:ext cx="385763" cy="385763"/>
          </a:xfrm>
          <a:prstGeom prst="rect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9" name="anim_o2969_1">
            <a:extLst>
              <a:ext uri="{FF2B5EF4-FFF2-40B4-BE49-F238E27FC236}">
                <a16:creationId xmlns:a16="http://schemas.microsoft.com/office/drawing/2014/main" id="{24871620-6560-4B32-A58B-5DDEB52539C8}"/>
              </a:ext>
            </a:extLst>
          </p:cNvPr>
          <p:cNvSpPr>
            <a:spLocks noGrp="1"/>
          </p:cNvSpPr>
          <p:nvPr/>
        </p:nvSpPr>
        <p:spPr>
          <a:xfrm>
            <a:off x="5647015" y="4659154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0" name="anim_o2970_1">
            <a:extLst>
              <a:ext uri="{FF2B5EF4-FFF2-40B4-BE49-F238E27FC236}">
                <a16:creationId xmlns:a16="http://schemas.microsoft.com/office/drawing/2014/main" id="{26889E62-F1C6-4D53-B093-C38C93F88B6F}"/>
              </a:ext>
            </a:extLst>
          </p:cNvPr>
          <p:cNvSpPr>
            <a:spLocks noGrp="1"/>
          </p:cNvSpPr>
          <p:nvPr/>
        </p:nvSpPr>
        <p:spPr>
          <a:xfrm>
            <a:off x="6032778" y="4659154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1" name="anim_o2971_1">
            <a:extLst>
              <a:ext uri="{FF2B5EF4-FFF2-40B4-BE49-F238E27FC236}">
                <a16:creationId xmlns:a16="http://schemas.microsoft.com/office/drawing/2014/main" id="{E3251919-6FBF-4E23-9635-AD597724D88D}"/>
              </a:ext>
            </a:extLst>
          </p:cNvPr>
          <p:cNvSpPr>
            <a:spLocks noGrp="1"/>
          </p:cNvSpPr>
          <p:nvPr/>
        </p:nvSpPr>
        <p:spPr>
          <a:xfrm>
            <a:off x="6418540" y="4659154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2" name="anim_o2972_1">
            <a:extLst>
              <a:ext uri="{FF2B5EF4-FFF2-40B4-BE49-F238E27FC236}">
                <a16:creationId xmlns:a16="http://schemas.microsoft.com/office/drawing/2014/main" id="{13F22EAD-BEDC-451B-8B55-DFE26847A389}"/>
              </a:ext>
            </a:extLst>
          </p:cNvPr>
          <p:cNvSpPr>
            <a:spLocks noGrp="1"/>
          </p:cNvSpPr>
          <p:nvPr/>
        </p:nvSpPr>
        <p:spPr>
          <a:xfrm>
            <a:off x="5647015" y="5044916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3" name="anim_o2973_1">
            <a:extLst>
              <a:ext uri="{FF2B5EF4-FFF2-40B4-BE49-F238E27FC236}">
                <a16:creationId xmlns:a16="http://schemas.microsoft.com/office/drawing/2014/main" id="{09376511-1F07-4583-96A6-C1490CC9858B}"/>
              </a:ext>
            </a:extLst>
          </p:cNvPr>
          <p:cNvSpPr>
            <a:spLocks noGrp="1"/>
          </p:cNvSpPr>
          <p:nvPr/>
        </p:nvSpPr>
        <p:spPr>
          <a:xfrm>
            <a:off x="6032778" y="5044916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4" name="anim_o2974_1">
            <a:extLst>
              <a:ext uri="{FF2B5EF4-FFF2-40B4-BE49-F238E27FC236}">
                <a16:creationId xmlns:a16="http://schemas.microsoft.com/office/drawing/2014/main" id="{D395AAE5-086F-45B6-A765-054F7991B52E}"/>
              </a:ext>
            </a:extLst>
          </p:cNvPr>
          <p:cNvSpPr>
            <a:spLocks noGrp="1"/>
          </p:cNvSpPr>
          <p:nvPr/>
        </p:nvSpPr>
        <p:spPr>
          <a:xfrm>
            <a:off x="6418540" y="5044916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5" name="anim_o2975_1">
            <a:extLst>
              <a:ext uri="{FF2B5EF4-FFF2-40B4-BE49-F238E27FC236}">
                <a16:creationId xmlns:a16="http://schemas.microsoft.com/office/drawing/2014/main" id="{DD3B8646-022E-48B0-AB5A-CDA94A0D2B3E}"/>
              </a:ext>
            </a:extLst>
          </p:cNvPr>
          <p:cNvSpPr>
            <a:spLocks noGrp="1"/>
          </p:cNvSpPr>
          <p:nvPr/>
        </p:nvSpPr>
        <p:spPr>
          <a:xfrm>
            <a:off x="5647015" y="5430679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6" name="anim_o2976_1">
            <a:extLst>
              <a:ext uri="{FF2B5EF4-FFF2-40B4-BE49-F238E27FC236}">
                <a16:creationId xmlns:a16="http://schemas.microsoft.com/office/drawing/2014/main" id="{089A5B17-BB66-4937-967B-5D226D22E1FE}"/>
              </a:ext>
            </a:extLst>
          </p:cNvPr>
          <p:cNvSpPr>
            <a:spLocks noGrp="1"/>
          </p:cNvSpPr>
          <p:nvPr/>
        </p:nvSpPr>
        <p:spPr>
          <a:xfrm>
            <a:off x="6032778" y="5430679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7" name="anim_o2977_1">
            <a:extLst>
              <a:ext uri="{FF2B5EF4-FFF2-40B4-BE49-F238E27FC236}">
                <a16:creationId xmlns:a16="http://schemas.microsoft.com/office/drawing/2014/main" id="{BED89A77-B9BA-4883-AF68-397ED909FC5F}"/>
              </a:ext>
            </a:extLst>
          </p:cNvPr>
          <p:cNvSpPr>
            <a:spLocks noGrp="1"/>
          </p:cNvSpPr>
          <p:nvPr/>
        </p:nvSpPr>
        <p:spPr>
          <a:xfrm>
            <a:off x="6418540" y="5430679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8" name="anim_o2998_1">
            <a:extLst>
              <a:ext uri="{FF2B5EF4-FFF2-40B4-BE49-F238E27FC236}">
                <a16:creationId xmlns:a16="http://schemas.microsoft.com/office/drawing/2014/main" id="{083F33FE-C5AE-4152-A575-BD7F1CEEA71C}"/>
              </a:ext>
            </a:extLst>
          </p:cNvPr>
          <p:cNvSpPr>
            <a:spLocks noGrp="1"/>
          </p:cNvSpPr>
          <p:nvPr/>
        </p:nvSpPr>
        <p:spPr>
          <a:xfrm>
            <a:off x="9027795" y="4371975"/>
            <a:ext cx="385763" cy="385763"/>
          </a:xfrm>
          <a:prstGeom prst="rect">
            <a:avLst/>
          </a:prstGeom>
          <a:solidFill>
            <a:srgbClr val="C55F73">
              <a:alpha val="90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9" name="anim_o2999_1">
            <a:extLst>
              <a:ext uri="{FF2B5EF4-FFF2-40B4-BE49-F238E27FC236}">
                <a16:creationId xmlns:a16="http://schemas.microsoft.com/office/drawing/2014/main" id="{8012D427-E28C-43AD-8931-D7A41E049065}"/>
              </a:ext>
            </a:extLst>
          </p:cNvPr>
          <p:cNvSpPr>
            <a:spLocks noGrp="1"/>
          </p:cNvSpPr>
          <p:nvPr/>
        </p:nvSpPr>
        <p:spPr>
          <a:xfrm>
            <a:off x="9413558" y="4371975"/>
            <a:ext cx="385763" cy="385763"/>
          </a:xfrm>
          <a:prstGeom prst="rect">
            <a:avLst/>
          </a:prstGeom>
          <a:solidFill>
            <a:srgbClr val="C55F73">
              <a:alpha val="90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0" name="anim_o3000_1">
            <a:extLst>
              <a:ext uri="{FF2B5EF4-FFF2-40B4-BE49-F238E27FC236}">
                <a16:creationId xmlns:a16="http://schemas.microsoft.com/office/drawing/2014/main" id="{46C92735-7508-49CE-88D8-2916725FEDD1}"/>
              </a:ext>
            </a:extLst>
          </p:cNvPr>
          <p:cNvSpPr>
            <a:spLocks noGrp="1"/>
          </p:cNvSpPr>
          <p:nvPr/>
        </p:nvSpPr>
        <p:spPr>
          <a:xfrm>
            <a:off x="9799320" y="4371975"/>
            <a:ext cx="385763" cy="385763"/>
          </a:xfrm>
          <a:prstGeom prst="rect">
            <a:avLst/>
          </a:prstGeom>
          <a:solidFill>
            <a:srgbClr val="C55F73">
              <a:alpha val="90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1" name="anim_o3001_1">
            <a:extLst>
              <a:ext uri="{FF2B5EF4-FFF2-40B4-BE49-F238E27FC236}">
                <a16:creationId xmlns:a16="http://schemas.microsoft.com/office/drawing/2014/main" id="{CBF6708A-8887-4C51-AD73-F0D1072166C4}"/>
              </a:ext>
            </a:extLst>
          </p:cNvPr>
          <p:cNvSpPr>
            <a:spLocks noGrp="1"/>
          </p:cNvSpPr>
          <p:nvPr/>
        </p:nvSpPr>
        <p:spPr>
          <a:xfrm>
            <a:off x="10185083" y="4371975"/>
            <a:ext cx="385763" cy="385763"/>
          </a:xfrm>
          <a:prstGeom prst="rect">
            <a:avLst/>
          </a:prstGeom>
          <a:solidFill>
            <a:srgbClr val="C55F73">
              <a:alpha val="90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2" name="anim_o3002_1">
            <a:extLst>
              <a:ext uri="{FF2B5EF4-FFF2-40B4-BE49-F238E27FC236}">
                <a16:creationId xmlns:a16="http://schemas.microsoft.com/office/drawing/2014/main" id="{5E37F1A8-BA38-4552-AD3E-B15E93B991C5}"/>
              </a:ext>
            </a:extLst>
          </p:cNvPr>
          <p:cNvSpPr>
            <a:spLocks noGrp="1"/>
          </p:cNvSpPr>
          <p:nvPr/>
        </p:nvSpPr>
        <p:spPr>
          <a:xfrm>
            <a:off x="9027795" y="4757738"/>
            <a:ext cx="385763" cy="385763"/>
          </a:xfrm>
          <a:prstGeom prst="rect">
            <a:avLst/>
          </a:prstGeom>
          <a:solidFill>
            <a:srgbClr val="C55F73">
              <a:alpha val="90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3" name="anim_o3003_1">
            <a:extLst>
              <a:ext uri="{FF2B5EF4-FFF2-40B4-BE49-F238E27FC236}">
                <a16:creationId xmlns:a16="http://schemas.microsoft.com/office/drawing/2014/main" id="{2C7B2D0A-18F6-4045-ADA1-790443C37ED2}"/>
              </a:ext>
            </a:extLst>
          </p:cNvPr>
          <p:cNvSpPr>
            <a:spLocks noGrp="1"/>
          </p:cNvSpPr>
          <p:nvPr/>
        </p:nvSpPr>
        <p:spPr>
          <a:xfrm>
            <a:off x="9413558" y="4757738"/>
            <a:ext cx="385763" cy="385763"/>
          </a:xfrm>
          <a:prstGeom prst="rect">
            <a:avLst/>
          </a:prstGeom>
          <a:solidFill>
            <a:srgbClr val="C55F73">
              <a:alpha val="90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4" name="anim_o3004_1">
            <a:extLst>
              <a:ext uri="{FF2B5EF4-FFF2-40B4-BE49-F238E27FC236}">
                <a16:creationId xmlns:a16="http://schemas.microsoft.com/office/drawing/2014/main" id="{D350BD52-8EB9-49F6-B4D7-B371DFBE1D05}"/>
              </a:ext>
            </a:extLst>
          </p:cNvPr>
          <p:cNvSpPr>
            <a:spLocks noGrp="1"/>
          </p:cNvSpPr>
          <p:nvPr/>
        </p:nvSpPr>
        <p:spPr>
          <a:xfrm>
            <a:off x="9799320" y="4757738"/>
            <a:ext cx="385763" cy="385763"/>
          </a:xfrm>
          <a:prstGeom prst="rect">
            <a:avLst/>
          </a:prstGeom>
          <a:solidFill>
            <a:srgbClr val="C55F73">
              <a:alpha val="90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5" name="anim_o3005_1">
            <a:extLst>
              <a:ext uri="{FF2B5EF4-FFF2-40B4-BE49-F238E27FC236}">
                <a16:creationId xmlns:a16="http://schemas.microsoft.com/office/drawing/2014/main" id="{F794FE6A-9946-43CE-A2FD-520081BAE203}"/>
              </a:ext>
            </a:extLst>
          </p:cNvPr>
          <p:cNvSpPr>
            <a:spLocks noGrp="1"/>
          </p:cNvSpPr>
          <p:nvPr/>
        </p:nvSpPr>
        <p:spPr>
          <a:xfrm>
            <a:off x="10185083" y="4757738"/>
            <a:ext cx="385763" cy="385763"/>
          </a:xfrm>
          <a:prstGeom prst="rect">
            <a:avLst/>
          </a:prstGeom>
          <a:solidFill>
            <a:srgbClr val="C55F73">
              <a:alpha val="90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6" name="anim_o3006_1">
            <a:extLst>
              <a:ext uri="{FF2B5EF4-FFF2-40B4-BE49-F238E27FC236}">
                <a16:creationId xmlns:a16="http://schemas.microsoft.com/office/drawing/2014/main" id="{1DE41DD6-9AF5-4479-BAB7-39A70B6663E7}"/>
              </a:ext>
            </a:extLst>
          </p:cNvPr>
          <p:cNvSpPr>
            <a:spLocks noGrp="1"/>
          </p:cNvSpPr>
          <p:nvPr/>
        </p:nvSpPr>
        <p:spPr>
          <a:xfrm>
            <a:off x="9027795" y="5143500"/>
            <a:ext cx="385763" cy="385763"/>
          </a:xfrm>
          <a:prstGeom prst="rect">
            <a:avLst/>
          </a:prstGeom>
          <a:solidFill>
            <a:srgbClr val="C55F73">
              <a:alpha val="90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7" name="anim_o3007_1">
            <a:extLst>
              <a:ext uri="{FF2B5EF4-FFF2-40B4-BE49-F238E27FC236}">
                <a16:creationId xmlns:a16="http://schemas.microsoft.com/office/drawing/2014/main" id="{01BAD56B-2B97-4DD4-BAC7-94FDB9666639}"/>
              </a:ext>
            </a:extLst>
          </p:cNvPr>
          <p:cNvSpPr>
            <a:spLocks noGrp="1"/>
          </p:cNvSpPr>
          <p:nvPr/>
        </p:nvSpPr>
        <p:spPr>
          <a:xfrm>
            <a:off x="9413558" y="5143500"/>
            <a:ext cx="385763" cy="385763"/>
          </a:xfrm>
          <a:prstGeom prst="rect">
            <a:avLst/>
          </a:prstGeom>
          <a:solidFill>
            <a:srgbClr val="C55F73">
              <a:alpha val="90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8" name="anim_o3008_1">
            <a:extLst>
              <a:ext uri="{FF2B5EF4-FFF2-40B4-BE49-F238E27FC236}">
                <a16:creationId xmlns:a16="http://schemas.microsoft.com/office/drawing/2014/main" id="{16AE149B-F22D-4E68-9B73-91EBD85909B4}"/>
              </a:ext>
            </a:extLst>
          </p:cNvPr>
          <p:cNvSpPr>
            <a:spLocks noGrp="1"/>
          </p:cNvSpPr>
          <p:nvPr/>
        </p:nvSpPr>
        <p:spPr>
          <a:xfrm>
            <a:off x="9799320" y="5143500"/>
            <a:ext cx="385763" cy="385763"/>
          </a:xfrm>
          <a:prstGeom prst="rect">
            <a:avLst/>
          </a:prstGeom>
          <a:solidFill>
            <a:srgbClr val="C55F73">
              <a:alpha val="90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9" name="anim_o3009_1">
            <a:extLst>
              <a:ext uri="{FF2B5EF4-FFF2-40B4-BE49-F238E27FC236}">
                <a16:creationId xmlns:a16="http://schemas.microsoft.com/office/drawing/2014/main" id="{23029118-21FF-4288-9A98-F6BB82E8F1CD}"/>
              </a:ext>
            </a:extLst>
          </p:cNvPr>
          <p:cNvSpPr>
            <a:spLocks noGrp="1"/>
          </p:cNvSpPr>
          <p:nvPr/>
        </p:nvSpPr>
        <p:spPr>
          <a:xfrm>
            <a:off x="10185083" y="5143500"/>
            <a:ext cx="385763" cy="385763"/>
          </a:xfrm>
          <a:prstGeom prst="rect">
            <a:avLst/>
          </a:prstGeom>
          <a:solidFill>
            <a:srgbClr val="C55F73">
              <a:alpha val="90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0" name="anim_o3010_1">
            <a:extLst>
              <a:ext uri="{FF2B5EF4-FFF2-40B4-BE49-F238E27FC236}">
                <a16:creationId xmlns:a16="http://schemas.microsoft.com/office/drawing/2014/main" id="{9844C06C-2054-47EA-AAAE-912F28A7C27F}"/>
              </a:ext>
            </a:extLst>
          </p:cNvPr>
          <p:cNvSpPr>
            <a:spLocks noGrp="1"/>
          </p:cNvSpPr>
          <p:nvPr/>
        </p:nvSpPr>
        <p:spPr>
          <a:xfrm>
            <a:off x="9027795" y="5529263"/>
            <a:ext cx="385763" cy="385763"/>
          </a:xfrm>
          <a:prstGeom prst="rect">
            <a:avLst/>
          </a:prstGeom>
          <a:solidFill>
            <a:srgbClr val="C55F73">
              <a:alpha val="90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1" name="anim_o3011_1">
            <a:extLst>
              <a:ext uri="{FF2B5EF4-FFF2-40B4-BE49-F238E27FC236}">
                <a16:creationId xmlns:a16="http://schemas.microsoft.com/office/drawing/2014/main" id="{C6BD7D89-9BE0-4938-ADDD-F7589C05F2F5}"/>
              </a:ext>
            </a:extLst>
          </p:cNvPr>
          <p:cNvSpPr>
            <a:spLocks noGrp="1"/>
          </p:cNvSpPr>
          <p:nvPr/>
        </p:nvSpPr>
        <p:spPr>
          <a:xfrm>
            <a:off x="9413558" y="5529263"/>
            <a:ext cx="385763" cy="385763"/>
          </a:xfrm>
          <a:prstGeom prst="rect">
            <a:avLst/>
          </a:prstGeom>
          <a:solidFill>
            <a:srgbClr val="C55F73">
              <a:alpha val="90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2" name="anim_o3012_1">
            <a:extLst>
              <a:ext uri="{FF2B5EF4-FFF2-40B4-BE49-F238E27FC236}">
                <a16:creationId xmlns:a16="http://schemas.microsoft.com/office/drawing/2014/main" id="{2B5F2D38-D2A5-4290-BB42-9C3928DFDBCC}"/>
              </a:ext>
            </a:extLst>
          </p:cNvPr>
          <p:cNvSpPr>
            <a:spLocks noGrp="1"/>
          </p:cNvSpPr>
          <p:nvPr/>
        </p:nvSpPr>
        <p:spPr>
          <a:xfrm>
            <a:off x="9799320" y="5529263"/>
            <a:ext cx="385763" cy="385763"/>
          </a:xfrm>
          <a:prstGeom prst="rect">
            <a:avLst/>
          </a:prstGeom>
          <a:solidFill>
            <a:srgbClr val="C55F73">
              <a:alpha val="90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3" name="anim_o3013_1">
            <a:extLst>
              <a:ext uri="{FF2B5EF4-FFF2-40B4-BE49-F238E27FC236}">
                <a16:creationId xmlns:a16="http://schemas.microsoft.com/office/drawing/2014/main" id="{292D722A-FE9F-47F9-BC4E-9E19A557C2AE}"/>
              </a:ext>
            </a:extLst>
          </p:cNvPr>
          <p:cNvSpPr>
            <a:spLocks noGrp="1"/>
          </p:cNvSpPr>
          <p:nvPr/>
        </p:nvSpPr>
        <p:spPr>
          <a:xfrm>
            <a:off x="10185083" y="5529263"/>
            <a:ext cx="385763" cy="385763"/>
          </a:xfrm>
          <a:prstGeom prst="rect">
            <a:avLst/>
          </a:prstGeom>
          <a:solidFill>
            <a:srgbClr val="C55F73">
              <a:alpha val="90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4" name="anim_o2959_1">
            <a:extLst>
              <a:ext uri="{FF2B5EF4-FFF2-40B4-BE49-F238E27FC236}">
                <a16:creationId xmlns:a16="http://schemas.microsoft.com/office/drawing/2014/main" id="{B2B7C4ED-72F9-47B6-9EF4-0EBDE66093CB}"/>
              </a:ext>
            </a:extLst>
          </p:cNvPr>
          <p:cNvSpPr>
            <a:spLocks noGrp="1"/>
          </p:cNvSpPr>
          <p:nvPr/>
        </p:nvSpPr>
        <p:spPr>
          <a:xfrm>
            <a:off x="5861328" y="4444841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5" name="anim_o2960_1">
            <a:extLst>
              <a:ext uri="{FF2B5EF4-FFF2-40B4-BE49-F238E27FC236}">
                <a16:creationId xmlns:a16="http://schemas.microsoft.com/office/drawing/2014/main" id="{DAA28170-C0AA-4E77-9C01-88DC4C178083}"/>
              </a:ext>
            </a:extLst>
          </p:cNvPr>
          <p:cNvSpPr>
            <a:spLocks noGrp="1"/>
          </p:cNvSpPr>
          <p:nvPr/>
        </p:nvSpPr>
        <p:spPr>
          <a:xfrm>
            <a:off x="6247090" y="4444841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6" name="anim_o2961_1">
            <a:extLst>
              <a:ext uri="{FF2B5EF4-FFF2-40B4-BE49-F238E27FC236}">
                <a16:creationId xmlns:a16="http://schemas.microsoft.com/office/drawing/2014/main" id="{E5E27372-67AB-4716-B973-A41A9E36EEEB}"/>
              </a:ext>
            </a:extLst>
          </p:cNvPr>
          <p:cNvSpPr>
            <a:spLocks noGrp="1"/>
          </p:cNvSpPr>
          <p:nvPr/>
        </p:nvSpPr>
        <p:spPr>
          <a:xfrm>
            <a:off x="6632853" y="4444841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7" name="anim_o2962_1">
            <a:extLst>
              <a:ext uri="{FF2B5EF4-FFF2-40B4-BE49-F238E27FC236}">
                <a16:creationId xmlns:a16="http://schemas.microsoft.com/office/drawing/2014/main" id="{99D1108E-528C-4F71-921C-331925939F4D}"/>
              </a:ext>
            </a:extLst>
          </p:cNvPr>
          <p:cNvSpPr>
            <a:spLocks noGrp="1"/>
          </p:cNvSpPr>
          <p:nvPr/>
        </p:nvSpPr>
        <p:spPr>
          <a:xfrm>
            <a:off x="5861328" y="4830604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8" name="anim_o2963_1">
            <a:extLst>
              <a:ext uri="{FF2B5EF4-FFF2-40B4-BE49-F238E27FC236}">
                <a16:creationId xmlns:a16="http://schemas.microsoft.com/office/drawing/2014/main" id="{7BC35C68-4301-4830-A14F-CFC1BCF01BCE}"/>
              </a:ext>
            </a:extLst>
          </p:cNvPr>
          <p:cNvSpPr>
            <a:spLocks noGrp="1"/>
          </p:cNvSpPr>
          <p:nvPr/>
        </p:nvSpPr>
        <p:spPr>
          <a:xfrm>
            <a:off x="6247090" y="4830604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9" name="anim_o2964_1">
            <a:extLst>
              <a:ext uri="{FF2B5EF4-FFF2-40B4-BE49-F238E27FC236}">
                <a16:creationId xmlns:a16="http://schemas.microsoft.com/office/drawing/2014/main" id="{D77563E2-E306-44B9-9FFA-6DBFBDFFA365}"/>
              </a:ext>
            </a:extLst>
          </p:cNvPr>
          <p:cNvSpPr>
            <a:spLocks noGrp="1"/>
          </p:cNvSpPr>
          <p:nvPr/>
        </p:nvSpPr>
        <p:spPr>
          <a:xfrm>
            <a:off x="6632853" y="4830604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0" name="anim_o2965_1">
            <a:extLst>
              <a:ext uri="{FF2B5EF4-FFF2-40B4-BE49-F238E27FC236}">
                <a16:creationId xmlns:a16="http://schemas.microsoft.com/office/drawing/2014/main" id="{39146243-528C-4862-A3F4-17E7C220D9FC}"/>
              </a:ext>
            </a:extLst>
          </p:cNvPr>
          <p:cNvSpPr>
            <a:spLocks noGrp="1"/>
          </p:cNvSpPr>
          <p:nvPr/>
        </p:nvSpPr>
        <p:spPr>
          <a:xfrm>
            <a:off x="5861328" y="5216366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1" name="anim_o2966_1">
            <a:extLst>
              <a:ext uri="{FF2B5EF4-FFF2-40B4-BE49-F238E27FC236}">
                <a16:creationId xmlns:a16="http://schemas.microsoft.com/office/drawing/2014/main" id="{DCE44F6A-BF3D-41EA-8B3A-24B158A1C7B1}"/>
              </a:ext>
            </a:extLst>
          </p:cNvPr>
          <p:cNvSpPr>
            <a:spLocks noGrp="1"/>
          </p:cNvSpPr>
          <p:nvPr/>
        </p:nvSpPr>
        <p:spPr>
          <a:xfrm>
            <a:off x="6247090" y="5216366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2" name="anim_o2967_1">
            <a:extLst>
              <a:ext uri="{FF2B5EF4-FFF2-40B4-BE49-F238E27FC236}">
                <a16:creationId xmlns:a16="http://schemas.microsoft.com/office/drawing/2014/main" id="{4E03F7CF-1701-4648-A141-15B991D684B6}"/>
              </a:ext>
            </a:extLst>
          </p:cNvPr>
          <p:cNvSpPr>
            <a:spLocks noGrp="1"/>
          </p:cNvSpPr>
          <p:nvPr/>
        </p:nvSpPr>
        <p:spPr>
          <a:xfrm>
            <a:off x="6632853" y="5216366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3" name="anim_o2949_1">
            <a:extLst>
              <a:ext uri="{FF2B5EF4-FFF2-40B4-BE49-F238E27FC236}">
                <a16:creationId xmlns:a16="http://schemas.microsoft.com/office/drawing/2014/main" id="{8625305C-9249-4E24-83DC-9F11D05315D9}"/>
              </a:ext>
            </a:extLst>
          </p:cNvPr>
          <p:cNvSpPr>
            <a:spLocks noGrp="1"/>
          </p:cNvSpPr>
          <p:nvPr/>
        </p:nvSpPr>
        <p:spPr>
          <a:xfrm>
            <a:off x="6075640" y="4230529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4" name="anim_o2950_1">
            <a:extLst>
              <a:ext uri="{FF2B5EF4-FFF2-40B4-BE49-F238E27FC236}">
                <a16:creationId xmlns:a16="http://schemas.microsoft.com/office/drawing/2014/main" id="{929A9232-322F-4C5A-8F28-90C0B327C87B}"/>
              </a:ext>
            </a:extLst>
          </p:cNvPr>
          <p:cNvSpPr>
            <a:spLocks noGrp="1"/>
          </p:cNvSpPr>
          <p:nvPr/>
        </p:nvSpPr>
        <p:spPr>
          <a:xfrm>
            <a:off x="6461403" y="4230529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5" name="anim_o2951_1">
            <a:extLst>
              <a:ext uri="{FF2B5EF4-FFF2-40B4-BE49-F238E27FC236}">
                <a16:creationId xmlns:a16="http://schemas.microsoft.com/office/drawing/2014/main" id="{07D707AB-6613-4EA2-A2AC-9DD75E12711A}"/>
              </a:ext>
            </a:extLst>
          </p:cNvPr>
          <p:cNvSpPr>
            <a:spLocks noGrp="1"/>
          </p:cNvSpPr>
          <p:nvPr/>
        </p:nvSpPr>
        <p:spPr>
          <a:xfrm>
            <a:off x="6847165" y="4230529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6" name="anim_o2952_1">
            <a:extLst>
              <a:ext uri="{FF2B5EF4-FFF2-40B4-BE49-F238E27FC236}">
                <a16:creationId xmlns:a16="http://schemas.microsoft.com/office/drawing/2014/main" id="{BC068F46-405D-40D5-B7DF-83D94C9D3380}"/>
              </a:ext>
            </a:extLst>
          </p:cNvPr>
          <p:cNvSpPr>
            <a:spLocks noGrp="1"/>
          </p:cNvSpPr>
          <p:nvPr/>
        </p:nvSpPr>
        <p:spPr>
          <a:xfrm>
            <a:off x="6075640" y="4616291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7" name="anim_o2953_1">
            <a:extLst>
              <a:ext uri="{FF2B5EF4-FFF2-40B4-BE49-F238E27FC236}">
                <a16:creationId xmlns:a16="http://schemas.microsoft.com/office/drawing/2014/main" id="{8E25324A-C7A7-47F4-8A81-EB76D11FBEDB}"/>
              </a:ext>
            </a:extLst>
          </p:cNvPr>
          <p:cNvSpPr>
            <a:spLocks noGrp="1"/>
          </p:cNvSpPr>
          <p:nvPr/>
        </p:nvSpPr>
        <p:spPr>
          <a:xfrm>
            <a:off x="6461403" y="4616291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8" name="anim_o2954_1">
            <a:extLst>
              <a:ext uri="{FF2B5EF4-FFF2-40B4-BE49-F238E27FC236}">
                <a16:creationId xmlns:a16="http://schemas.microsoft.com/office/drawing/2014/main" id="{434BBF34-D727-4479-8712-07830BD35C3D}"/>
              </a:ext>
            </a:extLst>
          </p:cNvPr>
          <p:cNvSpPr>
            <a:spLocks noGrp="1"/>
          </p:cNvSpPr>
          <p:nvPr/>
        </p:nvSpPr>
        <p:spPr>
          <a:xfrm>
            <a:off x="6847165" y="4616291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9" name="anim_o2955_1">
            <a:extLst>
              <a:ext uri="{FF2B5EF4-FFF2-40B4-BE49-F238E27FC236}">
                <a16:creationId xmlns:a16="http://schemas.microsoft.com/office/drawing/2014/main" id="{6CD8BE5E-B720-49BA-874F-3012834B399A}"/>
              </a:ext>
            </a:extLst>
          </p:cNvPr>
          <p:cNvSpPr>
            <a:spLocks noGrp="1"/>
          </p:cNvSpPr>
          <p:nvPr/>
        </p:nvSpPr>
        <p:spPr>
          <a:xfrm>
            <a:off x="6075640" y="5002054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0" name="anim_o2956_1">
            <a:extLst>
              <a:ext uri="{FF2B5EF4-FFF2-40B4-BE49-F238E27FC236}">
                <a16:creationId xmlns:a16="http://schemas.microsoft.com/office/drawing/2014/main" id="{8C9533AB-7C7A-42CE-81A1-A68C2F3F6085}"/>
              </a:ext>
            </a:extLst>
          </p:cNvPr>
          <p:cNvSpPr>
            <a:spLocks noGrp="1"/>
          </p:cNvSpPr>
          <p:nvPr/>
        </p:nvSpPr>
        <p:spPr>
          <a:xfrm>
            <a:off x="6461403" y="5002054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1" name="anim_o2957_1">
            <a:extLst>
              <a:ext uri="{FF2B5EF4-FFF2-40B4-BE49-F238E27FC236}">
                <a16:creationId xmlns:a16="http://schemas.microsoft.com/office/drawing/2014/main" id="{6D1EE448-ED9C-4853-A3C8-A478941FB649}"/>
              </a:ext>
            </a:extLst>
          </p:cNvPr>
          <p:cNvSpPr>
            <a:spLocks noGrp="1"/>
          </p:cNvSpPr>
          <p:nvPr/>
        </p:nvSpPr>
        <p:spPr>
          <a:xfrm>
            <a:off x="6847165" y="5002054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483661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6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0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6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2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8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0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6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39502 -0.084375 E" pathEditMode="relative" ptsTypes="">
                                      <p:cBhvr>
                                        <p:cTn id="22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39502 -0.084375 E" pathEditMode="relative" ptsTypes="">
                                      <p:cBhvr>
                                        <p:cTn id="224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39502 -0.084375 E" pathEditMode="relative" ptsTypes="">
                                      <p:cBhvr>
                                        <p:cTn id="226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39502 -0.084375 E" pathEditMode="relative" ptsTypes="">
                                      <p:cBhvr>
                                        <p:cTn id="22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39502 -0.084375 E" pathEditMode="relative" ptsTypes="">
                                      <p:cBhvr>
                                        <p:cTn id="230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39502 -0.084375 E" pathEditMode="relative" ptsTypes="">
                                      <p:cBhvr>
                                        <p:cTn id="23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39502 -0.084375 E" pathEditMode="relative" ptsTypes="">
                                      <p:cBhvr>
                                        <p:cTn id="234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39502 -0.084375 E" pathEditMode="relative" ptsTypes="">
                                      <p:cBhvr>
                                        <p:cTn id="236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39502 -0.084375 E" pathEditMode="relative" ptsTypes="">
                                      <p:cBhvr>
                                        <p:cTn id="238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0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6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0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2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8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8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4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0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2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6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8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2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4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8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4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6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0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2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8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2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4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8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0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4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6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0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6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8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2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4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8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0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4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6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0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2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6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8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2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4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8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0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4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6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0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6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8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2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4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8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0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4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0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2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6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8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2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4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8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0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4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39502 -0.084375 E" pathEditMode="relative" ptsTypes="">
                                      <p:cBhvr>
                                        <p:cTn id="456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39502 -0.084375 E" pathEditMode="relative" ptsTypes="">
                                      <p:cBhvr>
                                        <p:cTn id="458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39502 -0.084375 E" pathEditMode="relative" ptsTypes="">
                                      <p:cBhvr>
                                        <p:cTn id="460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39502 -0.084375 E" pathEditMode="relative" ptsTypes="">
                                      <p:cBhvr>
                                        <p:cTn id="462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39502 -0.084375 E" pathEditMode="relative" ptsTypes="">
                                      <p:cBhvr>
                                        <p:cTn id="464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39502 -0.084375 E" pathEditMode="relative" ptsTypes="">
                                      <p:cBhvr>
                                        <p:cTn id="466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39502 -0.084375 E" pathEditMode="relative" ptsTypes="">
                                      <p:cBhvr>
                                        <p:cTn id="468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39502 -0.084375 E" pathEditMode="relative" ptsTypes="">
                                      <p:cBhvr>
                                        <p:cTn id="470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39502 -0.084375 E" pathEditMode="relative" ptsTypes="">
                                      <p:cBhvr>
                                        <p:cTn id="472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4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8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0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4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6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0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2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6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8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2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4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8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0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4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6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0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2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6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8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2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4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8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0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4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6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0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2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6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8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2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4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8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0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4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6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0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2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6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8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2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4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8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0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4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6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0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2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6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8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2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4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8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0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4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6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0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2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6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8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2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4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8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0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4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6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0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2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6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8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2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4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8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39502 -0.084375 E" pathEditMode="relative" ptsTypes="">
                                      <p:cBhvr>
                                        <p:cTn id="690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39502 -0.084375 E" pathEditMode="relative" ptsTypes="">
                                      <p:cBhvr>
                                        <p:cTn id="692" dur="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39502 -0.084375 E" pathEditMode="relative" ptsTypes="">
                                      <p:cBhvr>
                                        <p:cTn id="694" dur="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39502 -0.084375 E" pathEditMode="relative" ptsTypes="">
                                      <p:cBhvr>
                                        <p:cTn id="696" dur="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39502 -0.084375 E" pathEditMode="relative" ptsTypes="">
                                      <p:cBhvr>
                                        <p:cTn id="698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39502 -0.084375 E" pathEditMode="relative" ptsTypes="">
                                      <p:cBhvr>
                                        <p:cTn id="700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39502 -0.084375 E" pathEditMode="relative" ptsTypes="">
                                      <p:cBhvr>
                                        <p:cTn id="702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39502 -0.084375 E" pathEditMode="relative" ptsTypes="">
                                      <p:cBhvr>
                                        <p:cTn id="704" dur="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39502 -0.084375 E" pathEditMode="relative" ptsTypes="">
                                      <p:cBhvr>
                                        <p:cTn id="706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7" fill="hold">
                            <p:stCondLst>
                              <p:cond delay="500"/>
                            </p:stCondLst>
                            <p:childTnLst>
                              <p:par>
                                <p:cTn id="708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9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3" dur="10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5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9" dur="10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1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5" dur="10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7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1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3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7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9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3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5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9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1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5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7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1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3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7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9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3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5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9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1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5" dur="10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7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1" dur="10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3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7" dur="10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9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3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5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9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1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5" dur="10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7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1" dur="10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3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7" dur="10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9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3" dur="10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5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9" dur="10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1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5" dur="10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7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1" dur="10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3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7" dur="10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9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3" dur="10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65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9" dur="10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0" fill="hold">
                            <p:stCondLst>
                              <p:cond delay="1500"/>
                            </p:stCondLst>
                            <p:childTnLst>
                              <p:par>
                                <p:cTn id="8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3" dur="8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6" dur="8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9" dur="8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2" dur="8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3" fill="hold">
                      <p:stCondLst>
                        <p:cond delay="indefinite"/>
                      </p:stCondLst>
                      <p:childTnLst>
                        <p:par>
                          <p:cTn id="884" fill="hold">
                            <p:stCondLst>
                              <p:cond delay="0"/>
                            </p:stCondLst>
                            <p:childTnLst>
                              <p:par>
                                <p:cTn id="885" presetID="63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886" dur="1500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888" dur="1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890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892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894" dur="1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896" dur="1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898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00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02" dur="1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04" dur="1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06" dur="1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08" dur="1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10" dur="1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12" dur="1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14" dur="1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16" dur="1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18" dur="1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20" dur="1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22" dur="1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24" dur="1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26" dur="1500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28" dur="1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30" dur="150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32" dur="15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5" dur="1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37" dur="1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39" dur="1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41" dur="1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43" dur="1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45" dur="1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47" dur="15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49" dur="1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51" dur="1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53" dur="15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55" dur="15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57" dur="1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59" dur="15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61" dur="1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63" dur="1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65" dur="1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67" dur="1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69" dur="1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71" dur="1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73" dur="1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75" dur="1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77" dur="1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79" dur="15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81" dur="15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83" dur="15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85" dur="15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87" dur="1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89" dur="15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91" dur="1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93" dur="15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95" dur="15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97" dur="15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999" dur="15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01" dur="1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03" dur="1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05" dur="1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07" dur="1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09" dur="150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11" dur="150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13" dur="150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15" dur="150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17" dur="1500" fill="hold"/>
                                        <p:tgtEl>
                                          <p:spTgt spid="2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19" dur="1500" fill="hold"/>
                                        <p:tgtEl>
                                          <p:spTgt spid="2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2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21" dur="1500" fill="hold"/>
                                        <p:tgtEl>
                                          <p:spTgt spid="2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2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23" dur="1500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2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25" dur="1500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2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27" dur="1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2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29" dur="1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31" dur="1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33" dur="15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35" dur="1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37" dur="15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39" dur="15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4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41" dur="15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4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43" dur="1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4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45" dur="1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4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47" dur="1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4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49" dur="1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51" dur="1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53" dur="1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55" dur="1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57" dur="1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59" dur="1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6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61" dur="15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6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63" dur="15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6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65" dur="15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6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67" dur="15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6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69" dur="15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71" dur="15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73" dur="15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75" dur="15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77" dur="1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79" dur="15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8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81" dur="15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8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83" dur="1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8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85" dur="15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8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87" dur="15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8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89" dur="1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91" dur="15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93" dur="15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95" dur="15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97" dur="15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099" dur="1500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0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01" dur="1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0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03" dur="15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0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05" dur="1500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0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07" dur="15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0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09" dur="1500" fill="hold"/>
                                        <p:tgtEl>
                                          <p:spTgt spid="2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1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11" dur="1500" fill="hold"/>
                                        <p:tgtEl>
                                          <p:spTgt spid="2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1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13" dur="15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1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15" dur="1500" fill="hold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1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17" dur="15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1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19" dur="15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2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21" dur="15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2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23" dur="1500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2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25" dur="15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2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27" dur="1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2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29" dur="1500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3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31" dur="15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3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33" dur="15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3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35" dur="1500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3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37" dur="15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3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39" dur="1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4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41" dur="150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4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43" dur="15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4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45" dur="15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4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47" dur="15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4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49" dur="15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5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51" dur="1500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5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53" dur="1500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5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55" dur="150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5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57" dur="1500" fill="hold"/>
                                        <p:tgtEl>
                                          <p:spTgt spid="2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5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59" dur="1500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6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61" dur="150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6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63" dur="1500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6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65" dur="15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6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67" dur="1500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6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69" dur="1500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71" dur="15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73" dur="15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75" dur="15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77" dur="15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79" dur="1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81" dur="1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83" dur="1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85" dur="1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87" dur="1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89" dur="1500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91" dur="1500" fill="hold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93" dur="150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95" dur="1500" fill="hold"/>
                                        <p:tgtEl>
                                          <p:spTgt spid="2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97" dur="150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199" dur="150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0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201" dur="1500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0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203" dur="150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0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25 E" pathEditMode="relative" ptsTypes="">
                                      <p:cBhvr>
                                        <p:cTn id="1205" dur="15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6" fill="hold">
                      <p:stCondLst>
                        <p:cond delay="indefinite"/>
                      </p:stCondLst>
                      <p:childTnLst>
                        <p:par>
                          <p:cTn id="1207" fill="hold">
                            <p:stCondLst>
                              <p:cond delay="0"/>
                            </p:stCondLst>
                            <p:childTnLst>
                              <p:par>
                                <p:cTn id="120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9" dur="10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12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1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18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4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30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3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36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39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42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45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48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5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54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57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0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3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6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9" dur="10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72" dur="10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75" dur="10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7" fill="hold">
                            <p:stCondLst>
                              <p:cond delay="1000"/>
                            </p:stCondLst>
                            <p:childTnLst>
                              <p:par>
                                <p:cTn id="127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0" dur="1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3" dur="1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6" dur="1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9" dur="1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2" dur="1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5" dur="1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8" dur="1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1" dur="1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4" dur="1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7" dur="1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0" dur="1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3" dur="1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6" dur="1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9" dur="1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2" dur="1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5" dur="1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8" dur="1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1" dur="1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4" dur="1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7" dur="1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0" dur="1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3" dur="1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6" dur="1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9" dur="1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2" dur="1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5" dur="1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8" dur="1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1" dur="1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4" dur="15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7" dur="1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0" dur="15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3" dur="1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6" dur="1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9" dur="1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2" dur="1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5" dur="1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8" dur="1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1" dur="1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4" dur="1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7" dur="1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0" dur="1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3" dur="1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6" dur="1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7" fill="hold">
                      <p:stCondLst>
                        <p:cond delay="indefinite"/>
                      </p:stCondLst>
                      <p:childTnLst>
                        <p:par>
                          <p:cTn id="1408" fill="hold">
                            <p:stCondLst>
                              <p:cond delay="0"/>
                            </p:stCondLst>
                            <p:childTnLst>
                              <p:par>
                                <p:cTn id="14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1" dur="1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4" dur="15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7" dur="1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0" dur="15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3" dur="15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6" dur="1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9" dur="1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2" dur="1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5" dur="1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8" dur="1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1" dur="1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4" dur="1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7" dur="1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0" dur="1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3" dur="1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6" dur="1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9" dur="1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2" dur="1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5" dur="1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8" dur="1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1" dur="1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4" dur="1500"/>
                                        <p:tgtEl>
                                          <p:spTgt spid="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7" dur="1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0" dur="15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3" dur="1500"/>
                                        <p:tgtEl>
                                          <p:spTgt spid="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6" dur="15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9" dur="1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2" dur="1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5" dur="1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8" dur="1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1" dur="1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4" dur="1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7" dur="1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0" dur="1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3" dur="1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6" dur="1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9" dur="1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2" dur="1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5" dur="1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8" dur="15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1" dur="1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4" dur="1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7" dur="1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2" grpId="0" animBg="1"/>
      <p:bldP spid="382" grpId="1" animBg="1"/>
      <p:bldP spid="2" grpId="0" animBg="1"/>
      <p:bldP spid="2" grpId="1" animBg="1"/>
      <p:bldP spid="3" grpId="0" animBg="1"/>
      <p:bldP spid="3" grpId="1" animBg="1"/>
      <p:bldP spid="4" grpId="0" animBg="1"/>
      <p:bldP spid="4" grpId="1" animBg="1"/>
      <p:bldP spid="5" grpId="0" animBg="1"/>
      <p:bldP spid="5" grpId="1" animBg="1"/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9" grpId="0" animBg="1"/>
      <p:bldP spid="9" grpId="1" animBg="1"/>
      <p:bldP spid="10" grpId="0" animBg="1"/>
      <p:bldP spid="10" grpId="1" animBg="1"/>
      <p:bldP spid="11" grpId="0" animBg="1"/>
      <p:bldP spid="11" grpId="1" animBg="1"/>
      <p:bldP spid="12" grpId="0" animBg="1"/>
      <p:bldP spid="12" grpId="1" animBg="1"/>
      <p:bldP spid="13" grpId="0" animBg="1"/>
      <p:bldP spid="13" grpId="1" animBg="1"/>
      <p:bldP spid="14" grpId="0" animBg="1"/>
      <p:bldP spid="14" grpId="1" animBg="1"/>
      <p:bldP spid="15" grpId="0" animBg="1"/>
      <p:bldP spid="15" grpId="1" animBg="1"/>
      <p:bldP spid="16" grpId="0" animBg="1"/>
      <p:bldP spid="16" grpId="1" animBg="1"/>
      <p:bldP spid="17" grpId="0"/>
      <p:bldP spid="17" grpId="1"/>
      <p:bldP spid="18" grpId="0"/>
      <p:bldP spid="18" grpId="1"/>
      <p:bldP spid="19" grpId="0"/>
      <p:bldP spid="19" grpId="1"/>
      <p:bldP spid="20" grpId="0"/>
      <p:bldP spid="20" grpId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7" grpId="1" animBg="1"/>
      <p:bldP spid="58" grpId="0" animBg="1"/>
      <p:bldP spid="58" grpId="1" animBg="1"/>
      <p:bldP spid="59" grpId="0" animBg="1"/>
      <p:bldP spid="59" grpId="1" animBg="1"/>
      <p:bldP spid="60" grpId="0" animBg="1"/>
      <p:bldP spid="60" grpId="1" animBg="1"/>
      <p:bldP spid="61" grpId="0" animBg="1"/>
      <p:bldP spid="61" grpId="1" animBg="1"/>
      <p:bldP spid="62" grpId="0" animBg="1"/>
      <p:bldP spid="62" grpId="1" animBg="1"/>
      <p:bldP spid="63" grpId="0" animBg="1"/>
      <p:bldP spid="63" grpId="1" animBg="1"/>
      <p:bldP spid="64" grpId="0" animBg="1"/>
      <p:bldP spid="64" grpId="1" animBg="1"/>
      <p:bldP spid="65" grpId="0" animBg="1"/>
      <p:bldP spid="65" grpId="1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2" grpId="1" animBg="1"/>
      <p:bldP spid="103" grpId="0" animBg="1"/>
      <p:bldP spid="103" grpId="1" animBg="1"/>
      <p:bldP spid="104" grpId="0" animBg="1"/>
      <p:bldP spid="104" grpId="1" animBg="1"/>
      <p:bldP spid="105" grpId="0" animBg="1"/>
      <p:bldP spid="105" grpId="1" animBg="1"/>
      <p:bldP spid="106" grpId="0" animBg="1"/>
      <p:bldP spid="106" grpId="1" animBg="1"/>
      <p:bldP spid="107" grpId="0" animBg="1"/>
      <p:bldP spid="107" grpId="1" animBg="1"/>
      <p:bldP spid="108" grpId="0" animBg="1"/>
      <p:bldP spid="108" grpId="1" animBg="1"/>
      <p:bldP spid="109" grpId="0" animBg="1"/>
      <p:bldP spid="109" grpId="1" animBg="1"/>
      <p:bldP spid="110" grpId="0" animBg="1"/>
      <p:bldP spid="110" grpId="1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7" grpId="1" animBg="1"/>
      <p:bldP spid="148" grpId="0" animBg="1"/>
      <p:bldP spid="148" grpId="1" animBg="1"/>
      <p:bldP spid="149" grpId="0" animBg="1"/>
      <p:bldP spid="149" grpId="1" animBg="1"/>
      <p:bldP spid="150" grpId="0" animBg="1"/>
      <p:bldP spid="150" grpId="1" animBg="1"/>
      <p:bldP spid="151" grpId="0" animBg="1"/>
      <p:bldP spid="151" grpId="1" animBg="1"/>
      <p:bldP spid="152" grpId="0" animBg="1"/>
      <p:bldP spid="152" grpId="1" animBg="1"/>
      <p:bldP spid="153" grpId="0" animBg="1"/>
      <p:bldP spid="153" grpId="1" animBg="1"/>
      <p:bldP spid="154" grpId="0" animBg="1"/>
      <p:bldP spid="154" grpId="1" animBg="1"/>
      <p:bldP spid="155" grpId="0" animBg="1"/>
      <p:bldP spid="155" grpId="1" animBg="1"/>
      <p:bldP spid="156" grpId="0" animBg="1"/>
      <p:bldP spid="156" grpId="1" animBg="1"/>
      <p:bldP spid="157" grpId="0" animBg="1"/>
      <p:bldP spid="157" grpId="1" animBg="1"/>
      <p:bldP spid="158" grpId="0" animBg="1"/>
      <p:bldP spid="158" grpId="1" animBg="1"/>
      <p:bldP spid="159" grpId="0" animBg="1"/>
      <p:bldP spid="159" grpId="1" animBg="1"/>
      <p:bldP spid="160" grpId="0" animBg="1"/>
      <p:bldP spid="160" grpId="1" animBg="1"/>
      <p:bldP spid="161" grpId="0" animBg="1"/>
      <p:bldP spid="161" grpId="1" animBg="1"/>
      <p:bldP spid="162" grpId="0" animBg="1"/>
      <p:bldP spid="162" grpId="1" animBg="1"/>
      <p:bldP spid="163" grpId="0" animBg="1"/>
      <p:bldP spid="163" grpId="1" animBg="1"/>
      <p:bldP spid="164" grpId="0" animBg="1"/>
      <p:bldP spid="164" grpId="1" animBg="1"/>
      <p:bldP spid="165" grpId="0" animBg="1"/>
      <p:bldP spid="165" grpId="1" animBg="1"/>
      <p:bldP spid="166" grpId="0" animBg="1"/>
      <p:bldP spid="166" grpId="1" animBg="1"/>
      <p:bldP spid="167" grpId="0" animBg="1"/>
      <p:bldP spid="167" grpId="1" animBg="1"/>
      <p:bldP spid="168" grpId="0" animBg="1"/>
      <p:bldP spid="168" grpId="1" animBg="1"/>
      <p:bldP spid="169" grpId="0" animBg="1"/>
      <p:bldP spid="169" grpId="1" animBg="1"/>
      <p:bldP spid="170" grpId="0" animBg="1"/>
      <p:bldP spid="170" grpId="1" animBg="1"/>
      <p:bldP spid="171" grpId="0" animBg="1"/>
      <p:bldP spid="171" grpId="1" animBg="1"/>
      <p:bldP spid="172" grpId="0" animBg="1"/>
      <p:bldP spid="172" grpId="1" animBg="1"/>
      <p:bldP spid="173" grpId="0" animBg="1"/>
      <p:bldP spid="173" grpId="1" animBg="1"/>
      <p:bldP spid="174" grpId="0" animBg="1"/>
      <p:bldP spid="174" grpId="1" animBg="1"/>
      <p:bldP spid="175" grpId="0" animBg="1"/>
      <p:bldP spid="175" grpId="1" animBg="1"/>
      <p:bldP spid="176" grpId="0" animBg="1"/>
      <p:bldP spid="176" grpId="1" animBg="1"/>
      <p:bldP spid="177" grpId="0" animBg="1"/>
      <p:bldP spid="177" grpId="1" animBg="1"/>
      <p:bldP spid="178" grpId="0" animBg="1"/>
      <p:bldP spid="178" grpId="1" animBg="1"/>
      <p:bldP spid="179" grpId="0" animBg="1"/>
      <p:bldP spid="179" grpId="1" animBg="1"/>
      <p:bldP spid="180" grpId="0" animBg="1"/>
      <p:bldP spid="180" grpId="1" animBg="1"/>
      <p:bldP spid="181" grpId="0" animBg="1"/>
      <p:bldP spid="181" grpId="1" animBg="1"/>
      <p:bldP spid="182" grpId="0" animBg="1"/>
      <p:bldP spid="182" grpId="1" animBg="1"/>
      <p:bldP spid="183" grpId="0" animBg="1"/>
      <p:bldP spid="183" grpId="1" animBg="1"/>
      <p:bldP spid="184" grpId="0" animBg="1"/>
      <p:bldP spid="184" grpId="1" animBg="1"/>
      <p:bldP spid="185" grpId="0" animBg="1"/>
      <p:bldP spid="185" grpId="1" animBg="1"/>
      <p:bldP spid="186" grpId="0" animBg="1"/>
      <p:bldP spid="186" grpId="1" animBg="1"/>
      <p:bldP spid="187" grpId="0" animBg="1"/>
      <p:bldP spid="187" grpId="1" animBg="1"/>
      <p:bldP spid="188" grpId="0" animBg="1"/>
      <p:bldP spid="188" grpId="1" animBg="1"/>
      <p:bldP spid="189" grpId="0" animBg="1"/>
      <p:bldP spid="189" grpId="1" animBg="1"/>
      <p:bldP spid="190" grpId="0" animBg="1"/>
      <p:bldP spid="190" grpId="1" animBg="1"/>
      <p:bldP spid="191" grpId="0" animBg="1"/>
      <p:bldP spid="191" grpId="1" animBg="1"/>
      <p:bldP spid="192" grpId="0" animBg="1"/>
      <p:bldP spid="192" grpId="1" animBg="1"/>
      <p:bldP spid="193" grpId="0" animBg="1"/>
      <p:bldP spid="193" grpId="1" animBg="1"/>
      <p:bldP spid="194" grpId="0" animBg="1"/>
      <p:bldP spid="194" grpId="1" animBg="1"/>
      <p:bldP spid="195" grpId="0" animBg="1"/>
      <p:bldP spid="195" grpId="1" animBg="1"/>
      <p:bldP spid="196" grpId="0" animBg="1"/>
      <p:bldP spid="196" grpId="1" animBg="1"/>
      <p:bldP spid="197" grpId="0" animBg="1"/>
      <p:bldP spid="197" grpId="1" animBg="1"/>
      <p:bldP spid="198" grpId="0" animBg="1"/>
      <p:bldP spid="198" grpId="1" animBg="1"/>
      <p:bldP spid="199" grpId="0" animBg="1"/>
      <p:bldP spid="199" grpId="1" animBg="1"/>
      <p:bldP spid="200" grpId="0" animBg="1"/>
      <p:bldP spid="200" grpId="1" animBg="1"/>
      <p:bldP spid="201" grpId="0" animBg="1"/>
      <p:bldP spid="201" grpId="1" animBg="1"/>
      <p:bldP spid="202" grpId="0" animBg="1"/>
      <p:bldP spid="202" grpId="1" animBg="1"/>
      <p:bldP spid="203" grpId="0" animBg="1"/>
      <p:bldP spid="203" grpId="1" animBg="1"/>
      <p:bldP spid="204" grpId="0" animBg="1"/>
      <p:bldP spid="204" grpId="1" animBg="1"/>
      <p:bldP spid="205" grpId="0" animBg="1"/>
      <p:bldP spid="205" grpId="1" animBg="1"/>
      <p:bldP spid="206" grpId="0" animBg="1"/>
      <p:bldP spid="206" grpId="1" animBg="1"/>
      <p:bldP spid="207" grpId="0" animBg="1"/>
      <p:bldP spid="207" grpId="1" animBg="1"/>
      <p:bldP spid="208" grpId="0" animBg="1"/>
      <p:bldP spid="208" grpId="1" animBg="1"/>
      <p:bldP spid="209" grpId="0" animBg="1"/>
      <p:bldP spid="209" grpId="1" animBg="1"/>
      <p:bldP spid="210" grpId="0" animBg="1"/>
      <p:bldP spid="210" grpId="1" animBg="1"/>
      <p:bldP spid="211" grpId="0" animBg="1"/>
      <p:bldP spid="211" grpId="1" animBg="1"/>
      <p:bldP spid="212" grpId="0" animBg="1"/>
      <p:bldP spid="212" grpId="1" animBg="1"/>
      <p:bldP spid="213" grpId="0" animBg="1"/>
      <p:bldP spid="213" grpId="1" animBg="1"/>
      <p:bldP spid="214" grpId="0" animBg="1"/>
      <p:bldP spid="214" grpId="1" animBg="1"/>
      <p:bldP spid="215" grpId="0" animBg="1"/>
      <p:bldP spid="215" grpId="1" animBg="1"/>
      <p:bldP spid="216" grpId="0" animBg="1"/>
      <p:bldP spid="216" grpId="1" animBg="1"/>
      <p:bldP spid="217" grpId="0" animBg="1"/>
      <p:bldP spid="217" grpId="1" animBg="1"/>
      <p:bldP spid="218" grpId="0" animBg="1"/>
      <p:bldP spid="218" grpId="1" animBg="1"/>
      <p:bldP spid="219" grpId="0" animBg="1"/>
      <p:bldP spid="219" grpId="1" animBg="1"/>
      <p:bldP spid="220" grpId="0" animBg="1"/>
      <p:bldP spid="220" grpId="1" animBg="1"/>
      <p:bldP spid="221" grpId="0" animBg="1"/>
      <p:bldP spid="221" grpId="1" animBg="1"/>
      <p:bldP spid="222" grpId="0" animBg="1"/>
      <p:bldP spid="222" grpId="1" animBg="1"/>
      <p:bldP spid="223" grpId="0" animBg="1"/>
      <p:bldP spid="223" grpId="1" animBg="1"/>
      <p:bldP spid="224" grpId="0" animBg="1"/>
      <p:bldP spid="224" grpId="1" animBg="1"/>
      <p:bldP spid="225" grpId="0" animBg="1"/>
      <p:bldP spid="225" grpId="1" animBg="1"/>
      <p:bldP spid="226" grpId="0" animBg="1"/>
      <p:bldP spid="226" grpId="1" animBg="1"/>
      <p:bldP spid="227" grpId="0" animBg="1"/>
      <p:bldP spid="227" grpId="1" animBg="1"/>
      <p:bldP spid="228" grpId="0" animBg="1"/>
      <p:bldP spid="228" grpId="1" animBg="1"/>
      <p:bldP spid="229" grpId="0" animBg="1"/>
      <p:bldP spid="229" grpId="1" animBg="1"/>
      <p:bldP spid="230" grpId="0" animBg="1"/>
      <p:bldP spid="230" grpId="1" animBg="1"/>
      <p:bldP spid="231" grpId="0" animBg="1"/>
      <p:bldP spid="231" grpId="1" animBg="1"/>
      <p:bldP spid="232" grpId="0" animBg="1"/>
      <p:bldP spid="232" grpId="1" animBg="1"/>
      <p:bldP spid="233" grpId="0" animBg="1"/>
      <p:bldP spid="233" grpId="1" animBg="1"/>
      <p:bldP spid="234" grpId="0" animBg="1"/>
      <p:bldP spid="234" grpId="1" animBg="1"/>
      <p:bldP spid="235" grpId="0" animBg="1"/>
      <p:bldP spid="235" grpId="1" animBg="1"/>
      <p:bldP spid="236" grpId="0" animBg="1"/>
      <p:bldP spid="236" grpId="1" animBg="1"/>
      <p:bldP spid="237" grpId="0" animBg="1"/>
      <p:bldP spid="237" grpId="1" animBg="1"/>
      <p:bldP spid="238" grpId="0" animBg="1"/>
      <p:bldP spid="238" grpId="1" animBg="1"/>
      <p:bldP spid="239" grpId="0" animBg="1"/>
      <p:bldP spid="239" grpId="1" animBg="1"/>
      <p:bldP spid="240" grpId="0" animBg="1"/>
      <p:bldP spid="240" grpId="1" animBg="1"/>
      <p:bldP spid="241" grpId="0" animBg="1"/>
      <p:bldP spid="241" grpId="1" animBg="1"/>
      <p:bldP spid="242" grpId="0" animBg="1"/>
      <p:bldP spid="242" grpId="1" animBg="1"/>
      <p:bldP spid="243" grpId="0" animBg="1"/>
      <p:bldP spid="243" grpId="1" animBg="1"/>
      <p:bldP spid="244" grpId="0" animBg="1"/>
      <p:bldP spid="244" grpId="1" animBg="1"/>
      <p:bldP spid="245" grpId="0" animBg="1"/>
      <p:bldP spid="245" grpId="1" animBg="1"/>
      <p:bldP spid="246" grpId="0" animBg="1"/>
      <p:bldP spid="246" grpId="1" animBg="1"/>
      <p:bldP spid="247" grpId="0" animBg="1"/>
      <p:bldP spid="247" grpId="1" animBg="1"/>
      <p:bldP spid="248" grpId="0" animBg="1"/>
      <p:bldP spid="248" grpId="1" animBg="1"/>
      <p:bldP spid="249" grpId="0" animBg="1"/>
      <p:bldP spid="249" grpId="1" animBg="1"/>
      <p:bldP spid="250" grpId="0" animBg="1"/>
      <p:bldP spid="250" grpId="1" animBg="1"/>
      <p:bldP spid="251" grpId="0" animBg="1"/>
      <p:bldP spid="251" grpId="1" animBg="1"/>
      <p:bldP spid="252" grpId="0" animBg="1"/>
      <p:bldP spid="252" grpId="1" animBg="1"/>
      <p:bldP spid="253" grpId="0" animBg="1"/>
      <p:bldP spid="253" grpId="1" animBg="1"/>
      <p:bldP spid="254" grpId="0" animBg="1"/>
      <p:bldP spid="254" grpId="1" animBg="1"/>
      <p:bldP spid="255" grpId="0" animBg="1"/>
      <p:bldP spid="255" grpId="1" animBg="1"/>
      <p:bldP spid="256" grpId="0" animBg="1"/>
      <p:bldP spid="256" grpId="1" animBg="1"/>
      <p:bldP spid="257" grpId="0" animBg="1"/>
      <p:bldP spid="257" grpId="1" animBg="1"/>
      <p:bldP spid="258" grpId="0" animBg="1"/>
      <p:bldP spid="258" grpId="1" animBg="1"/>
      <p:bldP spid="259" grpId="0" animBg="1"/>
      <p:bldP spid="259" grpId="1" animBg="1"/>
      <p:bldP spid="260" grpId="0" animBg="1"/>
      <p:bldP spid="260" grpId="1" animBg="1"/>
      <p:bldP spid="261" grpId="0" animBg="1"/>
      <p:bldP spid="261" grpId="1" animBg="1"/>
      <p:bldP spid="262" grpId="0" animBg="1"/>
      <p:bldP spid="262" grpId="1" animBg="1"/>
      <p:bldP spid="263" grpId="0" animBg="1"/>
      <p:bldP spid="263" grpId="1" animBg="1"/>
      <p:bldP spid="264" grpId="0" animBg="1"/>
      <p:bldP spid="264" grpId="1" animBg="1"/>
      <p:bldP spid="265" grpId="0" animBg="1"/>
      <p:bldP spid="265" grpId="1" animBg="1"/>
      <p:bldP spid="266" grpId="0" animBg="1"/>
      <p:bldP spid="266" grpId="1" animBg="1"/>
      <p:bldP spid="267" grpId="0" animBg="1"/>
      <p:bldP spid="267" grpId="1" animBg="1"/>
      <p:bldP spid="268" grpId="0" animBg="1"/>
      <p:bldP spid="268" grpId="1" animBg="1"/>
      <p:bldP spid="269" grpId="0" animBg="1"/>
      <p:bldP spid="269" grpId="1" animBg="1"/>
      <p:bldP spid="270" grpId="0" animBg="1"/>
      <p:bldP spid="270" grpId="1" animBg="1"/>
      <p:bldP spid="271" grpId="0" animBg="1"/>
      <p:bldP spid="271" grpId="1" animBg="1"/>
      <p:bldP spid="272" grpId="0" animBg="1"/>
      <p:bldP spid="272" grpId="1" animBg="1"/>
      <p:bldP spid="273" grpId="0" animBg="1"/>
      <p:bldP spid="273" grpId="1" animBg="1"/>
      <p:bldP spid="274" grpId="0" animBg="1"/>
      <p:bldP spid="274" grpId="1" animBg="1"/>
      <p:bldP spid="275" grpId="0" animBg="1"/>
      <p:bldP spid="275" grpId="1" animBg="1"/>
      <p:bldP spid="276" grpId="0" animBg="1"/>
      <p:bldP spid="276" grpId="1" animBg="1"/>
      <p:bldP spid="277" grpId="0" animBg="1"/>
      <p:bldP spid="277" grpId="1" animBg="1"/>
      <p:bldP spid="278" grpId="0" animBg="1"/>
      <p:bldP spid="278" grpId="1" animBg="1"/>
      <p:bldP spid="279" grpId="0" animBg="1"/>
      <p:bldP spid="279" grpId="1" animBg="1"/>
      <p:bldP spid="280" grpId="0" animBg="1"/>
      <p:bldP spid="280" grpId="1" animBg="1"/>
      <p:bldP spid="281" grpId="0" animBg="1"/>
      <p:bldP spid="281" grpId="1" animBg="1"/>
      <p:bldP spid="282" grpId="0" animBg="1"/>
      <p:bldP spid="282" grpId="1" animBg="1"/>
      <p:bldP spid="283" grpId="0" animBg="1"/>
      <p:bldP spid="283" grpId="1" animBg="1"/>
      <p:bldP spid="284" grpId="0" animBg="1"/>
      <p:bldP spid="284" grpId="1" animBg="1"/>
      <p:bldP spid="285" grpId="0" animBg="1"/>
      <p:bldP spid="285" grpId="1" animBg="1"/>
      <p:bldP spid="286" grpId="0" animBg="1"/>
      <p:bldP spid="286" grpId="1" animBg="1"/>
      <p:bldP spid="287" grpId="0" animBg="1"/>
      <p:bldP spid="287" grpId="1" animBg="1"/>
      <p:bldP spid="288" grpId="0" animBg="1"/>
      <p:bldP spid="288" grpId="1" animBg="1"/>
      <p:bldP spid="289" grpId="0" animBg="1"/>
      <p:bldP spid="289" grpId="1" animBg="1"/>
      <p:bldP spid="290" grpId="0" animBg="1"/>
      <p:bldP spid="290" grpId="1" animBg="1"/>
      <p:bldP spid="291" grpId="0"/>
      <p:bldP spid="291" grpId="1"/>
      <p:bldP spid="292" grpId="0"/>
      <p:bldP spid="292" grpId="1"/>
      <p:bldP spid="293" grpId="0"/>
      <p:bldP spid="293" grpId="1"/>
      <p:bldP spid="293" grpId="2"/>
      <p:bldP spid="294" grpId="0"/>
      <p:bldP spid="294" grpId="1"/>
      <p:bldP spid="294" grpId="2"/>
      <p:bldP spid="295" grpId="0"/>
      <p:bldP spid="295" grpId="1"/>
      <p:bldP spid="296" grpId="0" animBg="1"/>
      <p:bldP spid="297" grpId="0" animBg="1"/>
      <p:bldP spid="298" grpId="0" animBg="1"/>
      <p:bldP spid="299" grpId="0" animBg="1"/>
      <p:bldP spid="300" grpId="0" animBg="1"/>
      <p:bldP spid="301" grpId="0" animBg="1"/>
      <p:bldP spid="302" grpId="0" animBg="1"/>
      <p:bldP spid="303" grpId="0" animBg="1"/>
      <p:bldP spid="304" grpId="0" animBg="1"/>
      <p:bldP spid="305" grpId="0" animBg="1"/>
      <p:bldP spid="306" grpId="0" animBg="1"/>
      <p:bldP spid="307" grpId="0" animBg="1"/>
      <p:bldP spid="308" grpId="0" animBg="1"/>
      <p:bldP spid="309" grpId="0" animBg="1"/>
      <p:bldP spid="310" grpId="0" animBg="1"/>
      <p:bldP spid="311" grpId="0" animBg="1"/>
      <p:bldP spid="312" grpId="0" animBg="1"/>
      <p:bldP spid="313" grpId="0" animBg="1"/>
      <p:bldP spid="314" grpId="0" animBg="1"/>
      <p:bldP spid="315" grpId="0" animBg="1"/>
      <p:bldP spid="316" grpId="0" animBg="1"/>
      <p:bldP spid="317" grpId="0" animBg="1"/>
      <p:bldP spid="318" grpId="0" animBg="1"/>
      <p:bldP spid="319" grpId="0" animBg="1"/>
      <p:bldP spid="320" grpId="0" animBg="1"/>
      <p:bldP spid="321" grpId="0" animBg="1"/>
      <p:bldP spid="322" grpId="0" animBg="1"/>
      <p:bldP spid="323" grpId="0" animBg="1"/>
      <p:bldP spid="324" grpId="0" animBg="1"/>
      <p:bldP spid="325" grpId="0" animBg="1"/>
      <p:bldP spid="326" grpId="0" animBg="1"/>
      <p:bldP spid="327" grpId="0" animBg="1"/>
      <p:bldP spid="328" grpId="0" animBg="1"/>
      <p:bldP spid="329" grpId="0" animBg="1"/>
      <p:bldP spid="330" grpId="0" animBg="1"/>
      <p:bldP spid="331" grpId="0" animBg="1"/>
      <p:bldP spid="332" grpId="0" animBg="1"/>
      <p:bldP spid="333" grpId="0" animBg="1"/>
      <p:bldP spid="334" grpId="0" animBg="1"/>
      <p:bldP spid="335" grpId="0" animBg="1"/>
      <p:bldP spid="336" grpId="0" animBg="1"/>
      <p:bldP spid="337" grpId="0" animBg="1"/>
      <p:bldP spid="338" grpId="0" animBg="1"/>
      <p:bldP spid="339" grpId="0" animBg="1"/>
      <p:bldP spid="340" grpId="0" animBg="1"/>
      <p:bldP spid="341" grpId="0" animBg="1"/>
      <p:bldP spid="342" grpId="0" animBg="1"/>
      <p:bldP spid="343" grpId="0" animBg="1"/>
      <p:bldP spid="344" grpId="0" animBg="1"/>
      <p:bldP spid="345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  <p:bldP spid="356" grpId="0" animBg="1"/>
      <p:bldP spid="357" grpId="0" animBg="1"/>
      <p:bldP spid="358" grpId="0" animBg="1"/>
      <p:bldP spid="359" grpId="0" animBg="1"/>
      <p:bldP spid="360" grpId="0" animBg="1"/>
      <p:bldP spid="361" grpId="0" animBg="1"/>
      <p:bldP spid="362" grpId="0" animBg="1"/>
      <p:bldP spid="363" grpId="0" animBg="1"/>
      <p:bldP spid="364" grpId="0" animBg="1"/>
      <p:bldP spid="365" grpId="0" animBg="1"/>
      <p:bldP spid="366" grpId="0" animBg="1"/>
      <p:bldP spid="367" grpId="0" animBg="1"/>
      <p:bldP spid="368" grpId="0" animBg="1"/>
      <p:bldP spid="369" grpId="0" animBg="1"/>
      <p:bldP spid="370" grpId="0" animBg="1"/>
      <p:bldP spid="371" grpId="0" animBg="1"/>
      <p:bldP spid="372" grpId="0" animBg="1"/>
      <p:bldP spid="373" grpId="0" animBg="1"/>
      <p:bldP spid="374" grpId="0" animBg="1"/>
      <p:bldP spid="375" grpId="0" animBg="1"/>
      <p:bldP spid="376" grpId="0" animBg="1"/>
      <p:bldP spid="377" grpId="0" animBg="1"/>
      <p:bldP spid="378" grpId="0" animBg="1"/>
      <p:bldP spid="379" grpId="0" animBg="1"/>
      <p:bldP spid="380" grpId="0" animBg="1"/>
      <p:bldP spid="381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" name="anim_o2969_1">
            <a:extLst>
              <a:ext uri="{FF2B5EF4-FFF2-40B4-BE49-F238E27FC236}">
                <a16:creationId xmlns:a16="http://schemas.microsoft.com/office/drawing/2014/main" id="{EDEB5008-56DF-4D27-9891-8C8FC7893C32}"/>
              </a:ext>
            </a:extLst>
          </p:cNvPr>
          <p:cNvSpPr>
            <a:spLocks noGrp="1"/>
          </p:cNvSpPr>
          <p:nvPr/>
        </p:nvSpPr>
        <p:spPr>
          <a:xfrm>
            <a:off x="5647015" y="4659154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2970_1">
            <a:extLst>
              <a:ext uri="{FF2B5EF4-FFF2-40B4-BE49-F238E27FC236}">
                <a16:creationId xmlns:a16="http://schemas.microsoft.com/office/drawing/2014/main" id="{0E8E0866-13A6-4F03-B069-F022775E8A3A}"/>
              </a:ext>
            </a:extLst>
          </p:cNvPr>
          <p:cNvSpPr>
            <a:spLocks noGrp="1"/>
          </p:cNvSpPr>
          <p:nvPr/>
        </p:nvSpPr>
        <p:spPr>
          <a:xfrm>
            <a:off x="6032778" y="4659154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2971_1">
            <a:extLst>
              <a:ext uri="{FF2B5EF4-FFF2-40B4-BE49-F238E27FC236}">
                <a16:creationId xmlns:a16="http://schemas.microsoft.com/office/drawing/2014/main" id="{102D77DA-7844-4395-B187-EEE3F91C6063}"/>
              </a:ext>
            </a:extLst>
          </p:cNvPr>
          <p:cNvSpPr>
            <a:spLocks noGrp="1"/>
          </p:cNvSpPr>
          <p:nvPr/>
        </p:nvSpPr>
        <p:spPr>
          <a:xfrm>
            <a:off x="6418540" y="4659154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2972_1">
            <a:extLst>
              <a:ext uri="{FF2B5EF4-FFF2-40B4-BE49-F238E27FC236}">
                <a16:creationId xmlns:a16="http://schemas.microsoft.com/office/drawing/2014/main" id="{575BF807-9C0E-4A95-B2AC-2FD78E345085}"/>
              </a:ext>
            </a:extLst>
          </p:cNvPr>
          <p:cNvSpPr>
            <a:spLocks noGrp="1"/>
          </p:cNvSpPr>
          <p:nvPr/>
        </p:nvSpPr>
        <p:spPr>
          <a:xfrm>
            <a:off x="5647015" y="5044916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2973_1">
            <a:extLst>
              <a:ext uri="{FF2B5EF4-FFF2-40B4-BE49-F238E27FC236}">
                <a16:creationId xmlns:a16="http://schemas.microsoft.com/office/drawing/2014/main" id="{7F9CCB66-4223-4CB6-85AD-DFDA7B7581F7}"/>
              </a:ext>
            </a:extLst>
          </p:cNvPr>
          <p:cNvSpPr>
            <a:spLocks noGrp="1"/>
          </p:cNvSpPr>
          <p:nvPr/>
        </p:nvSpPr>
        <p:spPr>
          <a:xfrm>
            <a:off x="6032778" y="5044916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2974_1">
            <a:extLst>
              <a:ext uri="{FF2B5EF4-FFF2-40B4-BE49-F238E27FC236}">
                <a16:creationId xmlns:a16="http://schemas.microsoft.com/office/drawing/2014/main" id="{728D94C0-9A17-4636-BA3C-E2021FF81177}"/>
              </a:ext>
            </a:extLst>
          </p:cNvPr>
          <p:cNvSpPr>
            <a:spLocks noGrp="1"/>
          </p:cNvSpPr>
          <p:nvPr/>
        </p:nvSpPr>
        <p:spPr>
          <a:xfrm>
            <a:off x="6418540" y="5044916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2975_1">
            <a:extLst>
              <a:ext uri="{FF2B5EF4-FFF2-40B4-BE49-F238E27FC236}">
                <a16:creationId xmlns:a16="http://schemas.microsoft.com/office/drawing/2014/main" id="{BC9A22C4-FA0E-4B4D-A815-2E996C910B62}"/>
              </a:ext>
            </a:extLst>
          </p:cNvPr>
          <p:cNvSpPr>
            <a:spLocks noGrp="1"/>
          </p:cNvSpPr>
          <p:nvPr/>
        </p:nvSpPr>
        <p:spPr>
          <a:xfrm>
            <a:off x="5647015" y="5430679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2976_1">
            <a:extLst>
              <a:ext uri="{FF2B5EF4-FFF2-40B4-BE49-F238E27FC236}">
                <a16:creationId xmlns:a16="http://schemas.microsoft.com/office/drawing/2014/main" id="{34ACBAC4-03BF-41E1-9B54-020C75AF2649}"/>
              </a:ext>
            </a:extLst>
          </p:cNvPr>
          <p:cNvSpPr>
            <a:spLocks noGrp="1"/>
          </p:cNvSpPr>
          <p:nvPr/>
        </p:nvSpPr>
        <p:spPr>
          <a:xfrm>
            <a:off x="6032778" y="5430679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2977_1">
            <a:extLst>
              <a:ext uri="{FF2B5EF4-FFF2-40B4-BE49-F238E27FC236}">
                <a16:creationId xmlns:a16="http://schemas.microsoft.com/office/drawing/2014/main" id="{EEB898B1-CEC1-4679-8843-7D33478B073F}"/>
              </a:ext>
            </a:extLst>
          </p:cNvPr>
          <p:cNvSpPr>
            <a:spLocks noGrp="1"/>
          </p:cNvSpPr>
          <p:nvPr/>
        </p:nvSpPr>
        <p:spPr>
          <a:xfrm>
            <a:off x="6418540" y="5430679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2998_1">
            <a:extLst>
              <a:ext uri="{FF2B5EF4-FFF2-40B4-BE49-F238E27FC236}">
                <a16:creationId xmlns:a16="http://schemas.microsoft.com/office/drawing/2014/main" id="{35C27484-95CC-490C-9A54-4FCE0AB82F52}"/>
              </a:ext>
            </a:extLst>
          </p:cNvPr>
          <p:cNvSpPr>
            <a:spLocks noGrp="1"/>
          </p:cNvSpPr>
          <p:nvPr/>
        </p:nvSpPr>
        <p:spPr>
          <a:xfrm>
            <a:off x="9027795" y="4371975"/>
            <a:ext cx="385763" cy="385763"/>
          </a:xfrm>
          <a:prstGeom prst="rect">
            <a:avLst/>
          </a:prstGeom>
          <a:solidFill>
            <a:srgbClr val="C55F73">
              <a:alpha val="90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2999_1">
            <a:extLst>
              <a:ext uri="{FF2B5EF4-FFF2-40B4-BE49-F238E27FC236}">
                <a16:creationId xmlns:a16="http://schemas.microsoft.com/office/drawing/2014/main" id="{4783D234-D02F-48CC-B6F7-7CF11E8EFA3E}"/>
              </a:ext>
            </a:extLst>
          </p:cNvPr>
          <p:cNvSpPr>
            <a:spLocks noGrp="1"/>
          </p:cNvSpPr>
          <p:nvPr/>
        </p:nvSpPr>
        <p:spPr>
          <a:xfrm>
            <a:off x="9413558" y="4371975"/>
            <a:ext cx="385763" cy="385763"/>
          </a:xfrm>
          <a:prstGeom prst="rect">
            <a:avLst/>
          </a:prstGeom>
          <a:solidFill>
            <a:srgbClr val="C55F73">
              <a:alpha val="90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3000_1">
            <a:extLst>
              <a:ext uri="{FF2B5EF4-FFF2-40B4-BE49-F238E27FC236}">
                <a16:creationId xmlns:a16="http://schemas.microsoft.com/office/drawing/2014/main" id="{2D236275-AAE8-4B1D-AF19-E797C2A31494}"/>
              </a:ext>
            </a:extLst>
          </p:cNvPr>
          <p:cNvSpPr>
            <a:spLocks noGrp="1"/>
          </p:cNvSpPr>
          <p:nvPr/>
        </p:nvSpPr>
        <p:spPr>
          <a:xfrm>
            <a:off x="9799320" y="4371975"/>
            <a:ext cx="385763" cy="385763"/>
          </a:xfrm>
          <a:prstGeom prst="rect">
            <a:avLst/>
          </a:prstGeom>
          <a:solidFill>
            <a:srgbClr val="C55F73">
              <a:alpha val="90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3001_1">
            <a:extLst>
              <a:ext uri="{FF2B5EF4-FFF2-40B4-BE49-F238E27FC236}">
                <a16:creationId xmlns:a16="http://schemas.microsoft.com/office/drawing/2014/main" id="{31DEA558-93A0-4DDD-8EE6-9092DD952CAA}"/>
              </a:ext>
            </a:extLst>
          </p:cNvPr>
          <p:cNvSpPr>
            <a:spLocks noGrp="1"/>
          </p:cNvSpPr>
          <p:nvPr/>
        </p:nvSpPr>
        <p:spPr>
          <a:xfrm>
            <a:off x="10185083" y="4371975"/>
            <a:ext cx="385763" cy="385763"/>
          </a:xfrm>
          <a:prstGeom prst="rect">
            <a:avLst/>
          </a:prstGeom>
          <a:solidFill>
            <a:srgbClr val="C55F73">
              <a:alpha val="90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3002_1">
            <a:extLst>
              <a:ext uri="{FF2B5EF4-FFF2-40B4-BE49-F238E27FC236}">
                <a16:creationId xmlns:a16="http://schemas.microsoft.com/office/drawing/2014/main" id="{50059186-85EF-4E5B-952B-E867BFE04F20}"/>
              </a:ext>
            </a:extLst>
          </p:cNvPr>
          <p:cNvSpPr>
            <a:spLocks noGrp="1"/>
          </p:cNvSpPr>
          <p:nvPr/>
        </p:nvSpPr>
        <p:spPr>
          <a:xfrm>
            <a:off x="9027795" y="4757738"/>
            <a:ext cx="385763" cy="385763"/>
          </a:xfrm>
          <a:prstGeom prst="rect">
            <a:avLst/>
          </a:prstGeom>
          <a:solidFill>
            <a:srgbClr val="C55F73">
              <a:alpha val="90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3003_1">
            <a:extLst>
              <a:ext uri="{FF2B5EF4-FFF2-40B4-BE49-F238E27FC236}">
                <a16:creationId xmlns:a16="http://schemas.microsoft.com/office/drawing/2014/main" id="{6B360E61-A1DE-4897-9C20-694B9D3E0D4D}"/>
              </a:ext>
            </a:extLst>
          </p:cNvPr>
          <p:cNvSpPr>
            <a:spLocks noGrp="1"/>
          </p:cNvSpPr>
          <p:nvPr/>
        </p:nvSpPr>
        <p:spPr>
          <a:xfrm>
            <a:off x="9413558" y="4757738"/>
            <a:ext cx="385763" cy="385763"/>
          </a:xfrm>
          <a:prstGeom prst="rect">
            <a:avLst/>
          </a:prstGeom>
          <a:solidFill>
            <a:srgbClr val="C55F73">
              <a:alpha val="90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3004_1">
            <a:extLst>
              <a:ext uri="{FF2B5EF4-FFF2-40B4-BE49-F238E27FC236}">
                <a16:creationId xmlns:a16="http://schemas.microsoft.com/office/drawing/2014/main" id="{E80751A1-C455-4BC9-ACBD-CCFE3E4D3315}"/>
              </a:ext>
            </a:extLst>
          </p:cNvPr>
          <p:cNvSpPr>
            <a:spLocks noGrp="1"/>
          </p:cNvSpPr>
          <p:nvPr/>
        </p:nvSpPr>
        <p:spPr>
          <a:xfrm>
            <a:off x="9799320" y="4757738"/>
            <a:ext cx="385763" cy="385763"/>
          </a:xfrm>
          <a:prstGeom prst="rect">
            <a:avLst/>
          </a:prstGeom>
          <a:solidFill>
            <a:srgbClr val="C55F73">
              <a:alpha val="90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3005_1">
            <a:extLst>
              <a:ext uri="{FF2B5EF4-FFF2-40B4-BE49-F238E27FC236}">
                <a16:creationId xmlns:a16="http://schemas.microsoft.com/office/drawing/2014/main" id="{1000B324-76A8-45A1-91A7-85190177C755}"/>
              </a:ext>
            </a:extLst>
          </p:cNvPr>
          <p:cNvSpPr>
            <a:spLocks noGrp="1"/>
          </p:cNvSpPr>
          <p:nvPr/>
        </p:nvSpPr>
        <p:spPr>
          <a:xfrm>
            <a:off x="10185083" y="4757738"/>
            <a:ext cx="385763" cy="385763"/>
          </a:xfrm>
          <a:prstGeom prst="rect">
            <a:avLst/>
          </a:prstGeom>
          <a:solidFill>
            <a:srgbClr val="C55F73">
              <a:alpha val="90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3006_1">
            <a:extLst>
              <a:ext uri="{FF2B5EF4-FFF2-40B4-BE49-F238E27FC236}">
                <a16:creationId xmlns:a16="http://schemas.microsoft.com/office/drawing/2014/main" id="{1C914013-029C-4160-88AD-927183281ED7}"/>
              </a:ext>
            </a:extLst>
          </p:cNvPr>
          <p:cNvSpPr>
            <a:spLocks noGrp="1"/>
          </p:cNvSpPr>
          <p:nvPr/>
        </p:nvSpPr>
        <p:spPr>
          <a:xfrm>
            <a:off x="9027795" y="5143500"/>
            <a:ext cx="385763" cy="385763"/>
          </a:xfrm>
          <a:prstGeom prst="rect">
            <a:avLst/>
          </a:prstGeom>
          <a:solidFill>
            <a:srgbClr val="C55F73">
              <a:alpha val="90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3007_1">
            <a:extLst>
              <a:ext uri="{FF2B5EF4-FFF2-40B4-BE49-F238E27FC236}">
                <a16:creationId xmlns:a16="http://schemas.microsoft.com/office/drawing/2014/main" id="{2C4216E3-EE36-4C05-83CB-898530D645DB}"/>
              </a:ext>
            </a:extLst>
          </p:cNvPr>
          <p:cNvSpPr>
            <a:spLocks noGrp="1"/>
          </p:cNvSpPr>
          <p:nvPr/>
        </p:nvSpPr>
        <p:spPr>
          <a:xfrm>
            <a:off x="9413558" y="5143500"/>
            <a:ext cx="385763" cy="385763"/>
          </a:xfrm>
          <a:prstGeom prst="rect">
            <a:avLst/>
          </a:prstGeom>
          <a:solidFill>
            <a:srgbClr val="C55F73">
              <a:alpha val="90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3008_1">
            <a:extLst>
              <a:ext uri="{FF2B5EF4-FFF2-40B4-BE49-F238E27FC236}">
                <a16:creationId xmlns:a16="http://schemas.microsoft.com/office/drawing/2014/main" id="{2BFA3F73-5CF0-4D1F-8183-C855A82CEF35}"/>
              </a:ext>
            </a:extLst>
          </p:cNvPr>
          <p:cNvSpPr>
            <a:spLocks noGrp="1"/>
          </p:cNvSpPr>
          <p:nvPr/>
        </p:nvSpPr>
        <p:spPr>
          <a:xfrm>
            <a:off x="9799320" y="5143500"/>
            <a:ext cx="385763" cy="385763"/>
          </a:xfrm>
          <a:prstGeom prst="rect">
            <a:avLst/>
          </a:prstGeom>
          <a:solidFill>
            <a:srgbClr val="C55F73">
              <a:alpha val="90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3009_1">
            <a:extLst>
              <a:ext uri="{FF2B5EF4-FFF2-40B4-BE49-F238E27FC236}">
                <a16:creationId xmlns:a16="http://schemas.microsoft.com/office/drawing/2014/main" id="{1BB7840C-9DD3-4C4E-AE75-447B079ED7D6}"/>
              </a:ext>
            </a:extLst>
          </p:cNvPr>
          <p:cNvSpPr>
            <a:spLocks noGrp="1"/>
          </p:cNvSpPr>
          <p:nvPr/>
        </p:nvSpPr>
        <p:spPr>
          <a:xfrm>
            <a:off x="10185083" y="5143500"/>
            <a:ext cx="385763" cy="385763"/>
          </a:xfrm>
          <a:prstGeom prst="rect">
            <a:avLst/>
          </a:prstGeom>
          <a:solidFill>
            <a:srgbClr val="C55F73">
              <a:alpha val="90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3010_1">
            <a:extLst>
              <a:ext uri="{FF2B5EF4-FFF2-40B4-BE49-F238E27FC236}">
                <a16:creationId xmlns:a16="http://schemas.microsoft.com/office/drawing/2014/main" id="{0D8872C9-B90C-473F-AABB-0116C82B95CE}"/>
              </a:ext>
            </a:extLst>
          </p:cNvPr>
          <p:cNvSpPr>
            <a:spLocks noGrp="1"/>
          </p:cNvSpPr>
          <p:nvPr/>
        </p:nvSpPr>
        <p:spPr>
          <a:xfrm>
            <a:off x="9027795" y="5529263"/>
            <a:ext cx="385763" cy="385763"/>
          </a:xfrm>
          <a:prstGeom prst="rect">
            <a:avLst/>
          </a:prstGeom>
          <a:solidFill>
            <a:srgbClr val="C55F73">
              <a:alpha val="90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3011_1">
            <a:extLst>
              <a:ext uri="{FF2B5EF4-FFF2-40B4-BE49-F238E27FC236}">
                <a16:creationId xmlns:a16="http://schemas.microsoft.com/office/drawing/2014/main" id="{DCD1D69C-5C9F-49B7-9D97-AABA254A723A}"/>
              </a:ext>
            </a:extLst>
          </p:cNvPr>
          <p:cNvSpPr>
            <a:spLocks noGrp="1"/>
          </p:cNvSpPr>
          <p:nvPr/>
        </p:nvSpPr>
        <p:spPr>
          <a:xfrm>
            <a:off x="9413558" y="5529263"/>
            <a:ext cx="385763" cy="385763"/>
          </a:xfrm>
          <a:prstGeom prst="rect">
            <a:avLst/>
          </a:prstGeom>
          <a:solidFill>
            <a:srgbClr val="C55F73">
              <a:alpha val="90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3012_1">
            <a:extLst>
              <a:ext uri="{FF2B5EF4-FFF2-40B4-BE49-F238E27FC236}">
                <a16:creationId xmlns:a16="http://schemas.microsoft.com/office/drawing/2014/main" id="{AFD12AB0-2F20-4B40-9D28-BAADF3FC01B0}"/>
              </a:ext>
            </a:extLst>
          </p:cNvPr>
          <p:cNvSpPr>
            <a:spLocks noGrp="1"/>
          </p:cNvSpPr>
          <p:nvPr/>
        </p:nvSpPr>
        <p:spPr>
          <a:xfrm>
            <a:off x="9799320" y="5529263"/>
            <a:ext cx="385763" cy="385763"/>
          </a:xfrm>
          <a:prstGeom prst="rect">
            <a:avLst/>
          </a:prstGeom>
          <a:solidFill>
            <a:srgbClr val="C55F73">
              <a:alpha val="90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3013_1">
            <a:extLst>
              <a:ext uri="{FF2B5EF4-FFF2-40B4-BE49-F238E27FC236}">
                <a16:creationId xmlns:a16="http://schemas.microsoft.com/office/drawing/2014/main" id="{D0A35360-C216-4A1B-B91A-1446AE26F025}"/>
              </a:ext>
            </a:extLst>
          </p:cNvPr>
          <p:cNvSpPr>
            <a:spLocks noGrp="1"/>
          </p:cNvSpPr>
          <p:nvPr/>
        </p:nvSpPr>
        <p:spPr>
          <a:xfrm>
            <a:off x="10185083" y="5529263"/>
            <a:ext cx="385763" cy="385763"/>
          </a:xfrm>
          <a:prstGeom prst="rect">
            <a:avLst/>
          </a:prstGeom>
          <a:solidFill>
            <a:srgbClr val="C55F73">
              <a:alpha val="90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2959_1">
            <a:extLst>
              <a:ext uri="{FF2B5EF4-FFF2-40B4-BE49-F238E27FC236}">
                <a16:creationId xmlns:a16="http://schemas.microsoft.com/office/drawing/2014/main" id="{A1908A83-214A-4B03-993A-7F13C9F9452D}"/>
              </a:ext>
            </a:extLst>
          </p:cNvPr>
          <p:cNvSpPr>
            <a:spLocks noGrp="1"/>
          </p:cNvSpPr>
          <p:nvPr/>
        </p:nvSpPr>
        <p:spPr>
          <a:xfrm>
            <a:off x="5861328" y="4444841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2960_1">
            <a:extLst>
              <a:ext uri="{FF2B5EF4-FFF2-40B4-BE49-F238E27FC236}">
                <a16:creationId xmlns:a16="http://schemas.microsoft.com/office/drawing/2014/main" id="{B5DF0C56-D89D-4136-914F-65D06CD26156}"/>
              </a:ext>
            </a:extLst>
          </p:cNvPr>
          <p:cNvSpPr>
            <a:spLocks noGrp="1"/>
          </p:cNvSpPr>
          <p:nvPr/>
        </p:nvSpPr>
        <p:spPr>
          <a:xfrm>
            <a:off x="6247090" y="4444841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2961_1">
            <a:extLst>
              <a:ext uri="{FF2B5EF4-FFF2-40B4-BE49-F238E27FC236}">
                <a16:creationId xmlns:a16="http://schemas.microsoft.com/office/drawing/2014/main" id="{C1C866EC-020A-42FD-85FC-7FADB934FB2A}"/>
              </a:ext>
            </a:extLst>
          </p:cNvPr>
          <p:cNvSpPr>
            <a:spLocks noGrp="1"/>
          </p:cNvSpPr>
          <p:nvPr/>
        </p:nvSpPr>
        <p:spPr>
          <a:xfrm>
            <a:off x="6632853" y="4444841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2962_1">
            <a:extLst>
              <a:ext uri="{FF2B5EF4-FFF2-40B4-BE49-F238E27FC236}">
                <a16:creationId xmlns:a16="http://schemas.microsoft.com/office/drawing/2014/main" id="{43F0FD90-2D8A-4D2B-87F6-61E05DACF6E8}"/>
              </a:ext>
            </a:extLst>
          </p:cNvPr>
          <p:cNvSpPr>
            <a:spLocks noGrp="1"/>
          </p:cNvSpPr>
          <p:nvPr/>
        </p:nvSpPr>
        <p:spPr>
          <a:xfrm>
            <a:off x="5861328" y="4830604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2963_1">
            <a:extLst>
              <a:ext uri="{FF2B5EF4-FFF2-40B4-BE49-F238E27FC236}">
                <a16:creationId xmlns:a16="http://schemas.microsoft.com/office/drawing/2014/main" id="{786F0C34-1907-46AD-9BB8-9F899AA5EB81}"/>
              </a:ext>
            </a:extLst>
          </p:cNvPr>
          <p:cNvSpPr>
            <a:spLocks noGrp="1"/>
          </p:cNvSpPr>
          <p:nvPr/>
        </p:nvSpPr>
        <p:spPr>
          <a:xfrm>
            <a:off x="6247090" y="4830604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2964_1">
            <a:extLst>
              <a:ext uri="{FF2B5EF4-FFF2-40B4-BE49-F238E27FC236}">
                <a16:creationId xmlns:a16="http://schemas.microsoft.com/office/drawing/2014/main" id="{EF9BCA69-5097-4EDA-B7C3-317B916F2E9A}"/>
              </a:ext>
            </a:extLst>
          </p:cNvPr>
          <p:cNvSpPr>
            <a:spLocks noGrp="1"/>
          </p:cNvSpPr>
          <p:nvPr/>
        </p:nvSpPr>
        <p:spPr>
          <a:xfrm>
            <a:off x="6632853" y="4830604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2965_1">
            <a:extLst>
              <a:ext uri="{FF2B5EF4-FFF2-40B4-BE49-F238E27FC236}">
                <a16:creationId xmlns:a16="http://schemas.microsoft.com/office/drawing/2014/main" id="{F5F0F4F0-99AA-4CB7-B83D-2CC001D082C7}"/>
              </a:ext>
            </a:extLst>
          </p:cNvPr>
          <p:cNvSpPr>
            <a:spLocks noGrp="1"/>
          </p:cNvSpPr>
          <p:nvPr/>
        </p:nvSpPr>
        <p:spPr>
          <a:xfrm>
            <a:off x="5861328" y="5216366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2966_1">
            <a:extLst>
              <a:ext uri="{FF2B5EF4-FFF2-40B4-BE49-F238E27FC236}">
                <a16:creationId xmlns:a16="http://schemas.microsoft.com/office/drawing/2014/main" id="{3993010E-7ECE-4780-971B-61A53D7F5571}"/>
              </a:ext>
            </a:extLst>
          </p:cNvPr>
          <p:cNvSpPr>
            <a:spLocks noGrp="1"/>
          </p:cNvSpPr>
          <p:nvPr/>
        </p:nvSpPr>
        <p:spPr>
          <a:xfrm>
            <a:off x="6247090" y="5216366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2967_1">
            <a:extLst>
              <a:ext uri="{FF2B5EF4-FFF2-40B4-BE49-F238E27FC236}">
                <a16:creationId xmlns:a16="http://schemas.microsoft.com/office/drawing/2014/main" id="{6AC13E47-E872-4494-B7AD-4C10181FFC24}"/>
              </a:ext>
            </a:extLst>
          </p:cNvPr>
          <p:cNvSpPr>
            <a:spLocks noGrp="1"/>
          </p:cNvSpPr>
          <p:nvPr/>
        </p:nvSpPr>
        <p:spPr>
          <a:xfrm>
            <a:off x="6632853" y="5216366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to2870_0_1">
            <a:extLst>
              <a:ext uri="{FF2B5EF4-FFF2-40B4-BE49-F238E27FC236}">
                <a16:creationId xmlns:a16="http://schemas.microsoft.com/office/drawing/2014/main" id="{53F42E45-8FFC-4EE3-8F42-DD797F622A10}"/>
              </a:ext>
            </a:extLst>
          </p:cNvPr>
          <p:cNvSpPr>
            <a:spLocks noGrp="1"/>
          </p:cNvSpPr>
          <p:nvPr/>
        </p:nvSpPr>
        <p:spPr>
          <a:xfrm>
            <a:off x="4683800" y="2777868"/>
            <a:ext cx="305991" cy="78791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*</a:t>
            </a:r>
          </a:p>
        </p:txBody>
      </p:sp>
      <p:sp>
        <p:nvSpPr>
          <p:cNvPr id="36" name="anim_to2874_0_1">
            <a:extLst>
              <a:ext uri="{FF2B5EF4-FFF2-40B4-BE49-F238E27FC236}">
                <a16:creationId xmlns:a16="http://schemas.microsoft.com/office/drawing/2014/main" id="{81FBAAD2-CDD3-4890-A408-FDB98EC7F85F}"/>
              </a:ext>
            </a:extLst>
          </p:cNvPr>
          <p:cNvSpPr>
            <a:spLocks noGrp="1"/>
          </p:cNvSpPr>
          <p:nvPr/>
        </p:nvSpPr>
        <p:spPr>
          <a:xfrm>
            <a:off x="7924646" y="2777868"/>
            <a:ext cx="510848" cy="78791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96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37" name="anim_o2728_1">
            <a:extLst>
              <a:ext uri="{FF2B5EF4-FFF2-40B4-BE49-F238E27FC236}">
                <a16:creationId xmlns:a16="http://schemas.microsoft.com/office/drawing/2014/main" id="{1E447F3B-CBF9-4DEE-856E-1F6E4DB6ADE2}"/>
              </a:ext>
            </a:extLst>
          </p:cNvPr>
          <p:cNvSpPr>
            <a:spLocks noGrp="1"/>
          </p:cNvSpPr>
          <p:nvPr/>
        </p:nvSpPr>
        <p:spPr>
          <a:xfrm>
            <a:off x="1569720" y="2228850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2729_1">
            <a:extLst>
              <a:ext uri="{FF2B5EF4-FFF2-40B4-BE49-F238E27FC236}">
                <a16:creationId xmlns:a16="http://schemas.microsoft.com/office/drawing/2014/main" id="{95167AFD-1FF8-475F-9BA8-DD6C550B0F64}"/>
              </a:ext>
            </a:extLst>
          </p:cNvPr>
          <p:cNvSpPr>
            <a:spLocks noGrp="1"/>
          </p:cNvSpPr>
          <p:nvPr/>
        </p:nvSpPr>
        <p:spPr>
          <a:xfrm>
            <a:off x="1955483" y="2228850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2730_1">
            <a:extLst>
              <a:ext uri="{FF2B5EF4-FFF2-40B4-BE49-F238E27FC236}">
                <a16:creationId xmlns:a16="http://schemas.microsoft.com/office/drawing/2014/main" id="{9D1D7033-AB84-4FE2-BAFB-22E3AC817A87}"/>
              </a:ext>
            </a:extLst>
          </p:cNvPr>
          <p:cNvSpPr>
            <a:spLocks noGrp="1"/>
          </p:cNvSpPr>
          <p:nvPr/>
        </p:nvSpPr>
        <p:spPr>
          <a:xfrm>
            <a:off x="2341245" y="2228850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2731_1">
            <a:extLst>
              <a:ext uri="{FF2B5EF4-FFF2-40B4-BE49-F238E27FC236}">
                <a16:creationId xmlns:a16="http://schemas.microsoft.com/office/drawing/2014/main" id="{35D1F6E9-25E0-4F0B-BBEF-B0476831D753}"/>
              </a:ext>
            </a:extLst>
          </p:cNvPr>
          <p:cNvSpPr>
            <a:spLocks noGrp="1"/>
          </p:cNvSpPr>
          <p:nvPr/>
        </p:nvSpPr>
        <p:spPr>
          <a:xfrm>
            <a:off x="2727007" y="2228850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2732_1">
            <a:extLst>
              <a:ext uri="{FF2B5EF4-FFF2-40B4-BE49-F238E27FC236}">
                <a16:creationId xmlns:a16="http://schemas.microsoft.com/office/drawing/2014/main" id="{5B9A7681-D5BE-4214-94E9-AA1C42CBE7DE}"/>
              </a:ext>
            </a:extLst>
          </p:cNvPr>
          <p:cNvSpPr>
            <a:spLocks noGrp="1"/>
          </p:cNvSpPr>
          <p:nvPr/>
        </p:nvSpPr>
        <p:spPr>
          <a:xfrm>
            <a:off x="3112770" y="2228850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2733_1">
            <a:extLst>
              <a:ext uri="{FF2B5EF4-FFF2-40B4-BE49-F238E27FC236}">
                <a16:creationId xmlns:a16="http://schemas.microsoft.com/office/drawing/2014/main" id="{F9363978-C51D-4C4D-961C-1E8265F44782}"/>
              </a:ext>
            </a:extLst>
          </p:cNvPr>
          <p:cNvSpPr>
            <a:spLocks noGrp="1"/>
          </p:cNvSpPr>
          <p:nvPr/>
        </p:nvSpPr>
        <p:spPr>
          <a:xfrm>
            <a:off x="3498533" y="2228850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2734_1">
            <a:extLst>
              <a:ext uri="{FF2B5EF4-FFF2-40B4-BE49-F238E27FC236}">
                <a16:creationId xmlns:a16="http://schemas.microsoft.com/office/drawing/2014/main" id="{D853EF21-A7D0-4F57-A727-375A6D63B4B8}"/>
              </a:ext>
            </a:extLst>
          </p:cNvPr>
          <p:cNvSpPr>
            <a:spLocks noGrp="1"/>
          </p:cNvSpPr>
          <p:nvPr/>
        </p:nvSpPr>
        <p:spPr>
          <a:xfrm>
            <a:off x="1569720" y="2614613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2735_1">
            <a:extLst>
              <a:ext uri="{FF2B5EF4-FFF2-40B4-BE49-F238E27FC236}">
                <a16:creationId xmlns:a16="http://schemas.microsoft.com/office/drawing/2014/main" id="{BA05D8D7-F32A-4723-B191-DB8E2F47A3D9}"/>
              </a:ext>
            </a:extLst>
          </p:cNvPr>
          <p:cNvSpPr>
            <a:spLocks noGrp="1"/>
          </p:cNvSpPr>
          <p:nvPr/>
        </p:nvSpPr>
        <p:spPr>
          <a:xfrm>
            <a:off x="1955483" y="2614613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2736_1">
            <a:extLst>
              <a:ext uri="{FF2B5EF4-FFF2-40B4-BE49-F238E27FC236}">
                <a16:creationId xmlns:a16="http://schemas.microsoft.com/office/drawing/2014/main" id="{C8CCF777-2F0E-4B40-94DB-5947FF0AC114}"/>
              </a:ext>
            </a:extLst>
          </p:cNvPr>
          <p:cNvSpPr>
            <a:spLocks noGrp="1"/>
          </p:cNvSpPr>
          <p:nvPr/>
        </p:nvSpPr>
        <p:spPr>
          <a:xfrm>
            <a:off x="2341245" y="2614613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2737_1">
            <a:extLst>
              <a:ext uri="{FF2B5EF4-FFF2-40B4-BE49-F238E27FC236}">
                <a16:creationId xmlns:a16="http://schemas.microsoft.com/office/drawing/2014/main" id="{103B7672-FC4D-4E57-AF00-43C3FA1949FF}"/>
              </a:ext>
            </a:extLst>
          </p:cNvPr>
          <p:cNvSpPr>
            <a:spLocks noGrp="1"/>
          </p:cNvSpPr>
          <p:nvPr/>
        </p:nvSpPr>
        <p:spPr>
          <a:xfrm>
            <a:off x="2727007" y="2614613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2738_1">
            <a:extLst>
              <a:ext uri="{FF2B5EF4-FFF2-40B4-BE49-F238E27FC236}">
                <a16:creationId xmlns:a16="http://schemas.microsoft.com/office/drawing/2014/main" id="{19089464-8474-4D93-B6BC-DC8AD454B8B5}"/>
              </a:ext>
            </a:extLst>
          </p:cNvPr>
          <p:cNvSpPr>
            <a:spLocks noGrp="1"/>
          </p:cNvSpPr>
          <p:nvPr/>
        </p:nvSpPr>
        <p:spPr>
          <a:xfrm>
            <a:off x="3112770" y="2614613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2739_1">
            <a:extLst>
              <a:ext uri="{FF2B5EF4-FFF2-40B4-BE49-F238E27FC236}">
                <a16:creationId xmlns:a16="http://schemas.microsoft.com/office/drawing/2014/main" id="{F72C89BF-FD90-47A3-AE39-9499383EB3D6}"/>
              </a:ext>
            </a:extLst>
          </p:cNvPr>
          <p:cNvSpPr>
            <a:spLocks noGrp="1"/>
          </p:cNvSpPr>
          <p:nvPr/>
        </p:nvSpPr>
        <p:spPr>
          <a:xfrm>
            <a:off x="3498533" y="2614613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2740_1">
            <a:extLst>
              <a:ext uri="{FF2B5EF4-FFF2-40B4-BE49-F238E27FC236}">
                <a16:creationId xmlns:a16="http://schemas.microsoft.com/office/drawing/2014/main" id="{7925B980-2AD8-44C4-A9F6-ED4887326BCC}"/>
              </a:ext>
            </a:extLst>
          </p:cNvPr>
          <p:cNvSpPr>
            <a:spLocks noGrp="1"/>
          </p:cNvSpPr>
          <p:nvPr/>
        </p:nvSpPr>
        <p:spPr>
          <a:xfrm>
            <a:off x="1569720" y="3000375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2741_1">
            <a:extLst>
              <a:ext uri="{FF2B5EF4-FFF2-40B4-BE49-F238E27FC236}">
                <a16:creationId xmlns:a16="http://schemas.microsoft.com/office/drawing/2014/main" id="{A0F6CB2A-AC32-46CE-9822-42A250EB0B43}"/>
              </a:ext>
            </a:extLst>
          </p:cNvPr>
          <p:cNvSpPr>
            <a:spLocks noGrp="1"/>
          </p:cNvSpPr>
          <p:nvPr/>
        </p:nvSpPr>
        <p:spPr>
          <a:xfrm>
            <a:off x="1955483" y="3000375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2742_1">
            <a:extLst>
              <a:ext uri="{FF2B5EF4-FFF2-40B4-BE49-F238E27FC236}">
                <a16:creationId xmlns:a16="http://schemas.microsoft.com/office/drawing/2014/main" id="{A8F7312C-2E9D-484B-B836-A138D26E75F6}"/>
              </a:ext>
            </a:extLst>
          </p:cNvPr>
          <p:cNvSpPr>
            <a:spLocks noGrp="1"/>
          </p:cNvSpPr>
          <p:nvPr/>
        </p:nvSpPr>
        <p:spPr>
          <a:xfrm>
            <a:off x="2341245" y="3000375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2743_1">
            <a:extLst>
              <a:ext uri="{FF2B5EF4-FFF2-40B4-BE49-F238E27FC236}">
                <a16:creationId xmlns:a16="http://schemas.microsoft.com/office/drawing/2014/main" id="{4416F344-7F21-4984-99FF-0BD9EBEFED4A}"/>
              </a:ext>
            </a:extLst>
          </p:cNvPr>
          <p:cNvSpPr>
            <a:spLocks noGrp="1"/>
          </p:cNvSpPr>
          <p:nvPr/>
        </p:nvSpPr>
        <p:spPr>
          <a:xfrm>
            <a:off x="2727007" y="3000375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o2744_1">
            <a:extLst>
              <a:ext uri="{FF2B5EF4-FFF2-40B4-BE49-F238E27FC236}">
                <a16:creationId xmlns:a16="http://schemas.microsoft.com/office/drawing/2014/main" id="{1351A826-EE0C-4D3F-9165-8B1550674A4F}"/>
              </a:ext>
            </a:extLst>
          </p:cNvPr>
          <p:cNvSpPr>
            <a:spLocks noGrp="1"/>
          </p:cNvSpPr>
          <p:nvPr/>
        </p:nvSpPr>
        <p:spPr>
          <a:xfrm>
            <a:off x="3112770" y="3000375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4" name="anim_o2745_1">
            <a:extLst>
              <a:ext uri="{FF2B5EF4-FFF2-40B4-BE49-F238E27FC236}">
                <a16:creationId xmlns:a16="http://schemas.microsoft.com/office/drawing/2014/main" id="{D2DABFD2-5F32-41EC-B2D1-12CF3B555AEC}"/>
              </a:ext>
            </a:extLst>
          </p:cNvPr>
          <p:cNvSpPr>
            <a:spLocks noGrp="1"/>
          </p:cNvSpPr>
          <p:nvPr/>
        </p:nvSpPr>
        <p:spPr>
          <a:xfrm>
            <a:off x="3498533" y="3000375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5" name="anim_o2746_1">
            <a:extLst>
              <a:ext uri="{FF2B5EF4-FFF2-40B4-BE49-F238E27FC236}">
                <a16:creationId xmlns:a16="http://schemas.microsoft.com/office/drawing/2014/main" id="{68D5B614-FFD5-4C84-8D09-0EF8A4BF0697}"/>
              </a:ext>
            </a:extLst>
          </p:cNvPr>
          <p:cNvSpPr>
            <a:spLocks noGrp="1"/>
          </p:cNvSpPr>
          <p:nvPr/>
        </p:nvSpPr>
        <p:spPr>
          <a:xfrm>
            <a:off x="1569720" y="3386138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6" name="anim_o2747_1">
            <a:extLst>
              <a:ext uri="{FF2B5EF4-FFF2-40B4-BE49-F238E27FC236}">
                <a16:creationId xmlns:a16="http://schemas.microsoft.com/office/drawing/2014/main" id="{849AD62F-3C2A-4FF0-A570-056536677F23}"/>
              </a:ext>
            </a:extLst>
          </p:cNvPr>
          <p:cNvSpPr>
            <a:spLocks noGrp="1"/>
          </p:cNvSpPr>
          <p:nvPr/>
        </p:nvSpPr>
        <p:spPr>
          <a:xfrm>
            <a:off x="1955483" y="3386138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7" name="anim_o2748_1">
            <a:extLst>
              <a:ext uri="{FF2B5EF4-FFF2-40B4-BE49-F238E27FC236}">
                <a16:creationId xmlns:a16="http://schemas.microsoft.com/office/drawing/2014/main" id="{351E2F60-8B77-4744-9EA2-6162E42F27A3}"/>
              </a:ext>
            </a:extLst>
          </p:cNvPr>
          <p:cNvSpPr>
            <a:spLocks noGrp="1"/>
          </p:cNvSpPr>
          <p:nvPr/>
        </p:nvSpPr>
        <p:spPr>
          <a:xfrm>
            <a:off x="2341245" y="3386138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" name="anim_o2749_1">
            <a:extLst>
              <a:ext uri="{FF2B5EF4-FFF2-40B4-BE49-F238E27FC236}">
                <a16:creationId xmlns:a16="http://schemas.microsoft.com/office/drawing/2014/main" id="{C0F57ADB-B7DE-4844-9CCE-4924F51087D5}"/>
              </a:ext>
            </a:extLst>
          </p:cNvPr>
          <p:cNvSpPr>
            <a:spLocks noGrp="1"/>
          </p:cNvSpPr>
          <p:nvPr/>
        </p:nvSpPr>
        <p:spPr>
          <a:xfrm>
            <a:off x="2727007" y="3386138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o2750_1">
            <a:extLst>
              <a:ext uri="{FF2B5EF4-FFF2-40B4-BE49-F238E27FC236}">
                <a16:creationId xmlns:a16="http://schemas.microsoft.com/office/drawing/2014/main" id="{56342344-FA5C-438B-98A0-BA3447BDA0C7}"/>
              </a:ext>
            </a:extLst>
          </p:cNvPr>
          <p:cNvSpPr>
            <a:spLocks noGrp="1"/>
          </p:cNvSpPr>
          <p:nvPr/>
        </p:nvSpPr>
        <p:spPr>
          <a:xfrm>
            <a:off x="3112770" y="3386138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0" name="anim_o2751_1">
            <a:extLst>
              <a:ext uri="{FF2B5EF4-FFF2-40B4-BE49-F238E27FC236}">
                <a16:creationId xmlns:a16="http://schemas.microsoft.com/office/drawing/2014/main" id="{2C8E97C5-C093-4166-A21F-5932CE543A75}"/>
              </a:ext>
            </a:extLst>
          </p:cNvPr>
          <p:cNvSpPr>
            <a:spLocks noGrp="1"/>
          </p:cNvSpPr>
          <p:nvPr/>
        </p:nvSpPr>
        <p:spPr>
          <a:xfrm>
            <a:off x="3498533" y="3386138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" name="anim_o2752_1">
            <a:extLst>
              <a:ext uri="{FF2B5EF4-FFF2-40B4-BE49-F238E27FC236}">
                <a16:creationId xmlns:a16="http://schemas.microsoft.com/office/drawing/2014/main" id="{A44B88E9-D6D3-4884-B0B7-F23E971E9B08}"/>
              </a:ext>
            </a:extLst>
          </p:cNvPr>
          <p:cNvSpPr>
            <a:spLocks noGrp="1"/>
          </p:cNvSpPr>
          <p:nvPr/>
        </p:nvSpPr>
        <p:spPr>
          <a:xfrm>
            <a:off x="1569720" y="3771900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2" name="anim_o2753_1">
            <a:extLst>
              <a:ext uri="{FF2B5EF4-FFF2-40B4-BE49-F238E27FC236}">
                <a16:creationId xmlns:a16="http://schemas.microsoft.com/office/drawing/2014/main" id="{CDDEA83F-A1AB-4CC8-A1F5-BB89C90B36F8}"/>
              </a:ext>
            </a:extLst>
          </p:cNvPr>
          <p:cNvSpPr>
            <a:spLocks noGrp="1"/>
          </p:cNvSpPr>
          <p:nvPr/>
        </p:nvSpPr>
        <p:spPr>
          <a:xfrm>
            <a:off x="1955483" y="3771900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3" name="anim_o2754_1">
            <a:extLst>
              <a:ext uri="{FF2B5EF4-FFF2-40B4-BE49-F238E27FC236}">
                <a16:creationId xmlns:a16="http://schemas.microsoft.com/office/drawing/2014/main" id="{7B153253-CF01-46D0-B845-0BEFB99AB1FD}"/>
              </a:ext>
            </a:extLst>
          </p:cNvPr>
          <p:cNvSpPr>
            <a:spLocks noGrp="1"/>
          </p:cNvSpPr>
          <p:nvPr/>
        </p:nvSpPr>
        <p:spPr>
          <a:xfrm>
            <a:off x="2341245" y="3771900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4" name="anim_o2755_1">
            <a:extLst>
              <a:ext uri="{FF2B5EF4-FFF2-40B4-BE49-F238E27FC236}">
                <a16:creationId xmlns:a16="http://schemas.microsoft.com/office/drawing/2014/main" id="{38A4A25E-D57C-433A-90F8-ACC36FF979D7}"/>
              </a:ext>
            </a:extLst>
          </p:cNvPr>
          <p:cNvSpPr>
            <a:spLocks noGrp="1"/>
          </p:cNvSpPr>
          <p:nvPr/>
        </p:nvSpPr>
        <p:spPr>
          <a:xfrm>
            <a:off x="2727007" y="3771900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5" name="anim_o2756_1">
            <a:extLst>
              <a:ext uri="{FF2B5EF4-FFF2-40B4-BE49-F238E27FC236}">
                <a16:creationId xmlns:a16="http://schemas.microsoft.com/office/drawing/2014/main" id="{7345EA91-03FA-478D-831F-B719B5FF052A}"/>
              </a:ext>
            </a:extLst>
          </p:cNvPr>
          <p:cNvSpPr>
            <a:spLocks noGrp="1"/>
          </p:cNvSpPr>
          <p:nvPr/>
        </p:nvSpPr>
        <p:spPr>
          <a:xfrm>
            <a:off x="3112770" y="3771900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6" name="anim_o2757_1">
            <a:extLst>
              <a:ext uri="{FF2B5EF4-FFF2-40B4-BE49-F238E27FC236}">
                <a16:creationId xmlns:a16="http://schemas.microsoft.com/office/drawing/2014/main" id="{1608F087-6907-4A1B-88A2-3BA2B5372962}"/>
              </a:ext>
            </a:extLst>
          </p:cNvPr>
          <p:cNvSpPr>
            <a:spLocks noGrp="1"/>
          </p:cNvSpPr>
          <p:nvPr/>
        </p:nvSpPr>
        <p:spPr>
          <a:xfrm>
            <a:off x="3498533" y="3771900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7" name="anim_o2758_1">
            <a:extLst>
              <a:ext uri="{FF2B5EF4-FFF2-40B4-BE49-F238E27FC236}">
                <a16:creationId xmlns:a16="http://schemas.microsoft.com/office/drawing/2014/main" id="{937DDCB1-3855-494C-B98B-4F0E334CFA4D}"/>
              </a:ext>
            </a:extLst>
          </p:cNvPr>
          <p:cNvSpPr>
            <a:spLocks noGrp="1"/>
          </p:cNvSpPr>
          <p:nvPr/>
        </p:nvSpPr>
        <p:spPr>
          <a:xfrm>
            <a:off x="1569720" y="4157663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8" name="anim_o2759_1">
            <a:extLst>
              <a:ext uri="{FF2B5EF4-FFF2-40B4-BE49-F238E27FC236}">
                <a16:creationId xmlns:a16="http://schemas.microsoft.com/office/drawing/2014/main" id="{7A3ADEAE-E98C-4F68-9AC5-A1B5D6C5F12E}"/>
              </a:ext>
            </a:extLst>
          </p:cNvPr>
          <p:cNvSpPr>
            <a:spLocks noGrp="1"/>
          </p:cNvSpPr>
          <p:nvPr/>
        </p:nvSpPr>
        <p:spPr>
          <a:xfrm>
            <a:off x="1955483" y="4157663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9" name="anim_o2760_1">
            <a:extLst>
              <a:ext uri="{FF2B5EF4-FFF2-40B4-BE49-F238E27FC236}">
                <a16:creationId xmlns:a16="http://schemas.microsoft.com/office/drawing/2014/main" id="{125FF25A-D7FD-4EB7-9A9F-363025E1713B}"/>
              </a:ext>
            </a:extLst>
          </p:cNvPr>
          <p:cNvSpPr>
            <a:spLocks noGrp="1"/>
          </p:cNvSpPr>
          <p:nvPr/>
        </p:nvSpPr>
        <p:spPr>
          <a:xfrm>
            <a:off x="2341245" y="4157663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0" name="anim_o2761_1">
            <a:extLst>
              <a:ext uri="{FF2B5EF4-FFF2-40B4-BE49-F238E27FC236}">
                <a16:creationId xmlns:a16="http://schemas.microsoft.com/office/drawing/2014/main" id="{411705CE-1058-45EF-98C2-1EF4C4AFB99F}"/>
              </a:ext>
            </a:extLst>
          </p:cNvPr>
          <p:cNvSpPr>
            <a:spLocks noGrp="1"/>
          </p:cNvSpPr>
          <p:nvPr/>
        </p:nvSpPr>
        <p:spPr>
          <a:xfrm>
            <a:off x="2727007" y="4157663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1" name="anim_o2762_1">
            <a:extLst>
              <a:ext uri="{FF2B5EF4-FFF2-40B4-BE49-F238E27FC236}">
                <a16:creationId xmlns:a16="http://schemas.microsoft.com/office/drawing/2014/main" id="{6A8DDAA8-B8FD-4373-A61F-4B204E48776E}"/>
              </a:ext>
            </a:extLst>
          </p:cNvPr>
          <p:cNvSpPr>
            <a:spLocks noGrp="1"/>
          </p:cNvSpPr>
          <p:nvPr/>
        </p:nvSpPr>
        <p:spPr>
          <a:xfrm>
            <a:off x="3112770" y="4157663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2" name="anim_o2763_1">
            <a:extLst>
              <a:ext uri="{FF2B5EF4-FFF2-40B4-BE49-F238E27FC236}">
                <a16:creationId xmlns:a16="http://schemas.microsoft.com/office/drawing/2014/main" id="{7E313D81-EA89-43B7-8097-28B0C37E2D17}"/>
              </a:ext>
            </a:extLst>
          </p:cNvPr>
          <p:cNvSpPr>
            <a:spLocks noGrp="1"/>
          </p:cNvSpPr>
          <p:nvPr/>
        </p:nvSpPr>
        <p:spPr>
          <a:xfrm>
            <a:off x="3498533" y="4157663"/>
            <a:ext cx="385763" cy="385763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3" name="anim_o2949_1">
            <a:extLst>
              <a:ext uri="{FF2B5EF4-FFF2-40B4-BE49-F238E27FC236}">
                <a16:creationId xmlns:a16="http://schemas.microsoft.com/office/drawing/2014/main" id="{DD6ABF94-8DDD-41B7-95B0-08ED3284EFC8}"/>
              </a:ext>
            </a:extLst>
          </p:cNvPr>
          <p:cNvSpPr>
            <a:spLocks noGrp="1"/>
          </p:cNvSpPr>
          <p:nvPr/>
        </p:nvSpPr>
        <p:spPr>
          <a:xfrm>
            <a:off x="6075640" y="4230529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4" name="anim_o2950_1">
            <a:extLst>
              <a:ext uri="{FF2B5EF4-FFF2-40B4-BE49-F238E27FC236}">
                <a16:creationId xmlns:a16="http://schemas.microsoft.com/office/drawing/2014/main" id="{63729268-2256-4E45-9154-E7F9C875152B}"/>
              </a:ext>
            </a:extLst>
          </p:cNvPr>
          <p:cNvSpPr>
            <a:spLocks noGrp="1"/>
          </p:cNvSpPr>
          <p:nvPr/>
        </p:nvSpPr>
        <p:spPr>
          <a:xfrm>
            <a:off x="6461403" y="4230529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5" name="anim_o2951_1">
            <a:extLst>
              <a:ext uri="{FF2B5EF4-FFF2-40B4-BE49-F238E27FC236}">
                <a16:creationId xmlns:a16="http://schemas.microsoft.com/office/drawing/2014/main" id="{D2C1D7DE-E22D-4D57-8C08-2C7017720D4A}"/>
              </a:ext>
            </a:extLst>
          </p:cNvPr>
          <p:cNvSpPr>
            <a:spLocks noGrp="1"/>
          </p:cNvSpPr>
          <p:nvPr/>
        </p:nvSpPr>
        <p:spPr>
          <a:xfrm>
            <a:off x="6847165" y="4230529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6" name="anim_o2952_1">
            <a:extLst>
              <a:ext uri="{FF2B5EF4-FFF2-40B4-BE49-F238E27FC236}">
                <a16:creationId xmlns:a16="http://schemas.microsoft.com/office/drawing/2014/main" id="{020EF822-1019-43C0-A078-918B1602FC10}"/>
              </a:ext>
            </a:extLst>
          </p:cNvPr>
          <p:cNvSpPr>
            <a:spLocks noGrp="1"/>
          </p:cNvSpPr>
          <p:nvPr/>
        </p:nvSpPr>
        <p:spPr>
          <a:xfrm>
            <a:off x="6075640" y="4616291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7" name="anim_o2953_1">
            <a:extLst>
              <a:ext uri="{FF2B5EF4-FFF2-40B4-BE49-F238E27FC236}">
                <a16:creationId xmlns:a16="http://schemas.microsoft.com/office/drawing/2014/main" id="{C27B3589-E9FB-4A59-87E2-153D7E9025AE}"/>
              </a:ext>
            </a:extLst>
          </p:cNvPr>
          <p:cNvSpPr>
            <a:spLocks noGrp="1"/>
          </p:cNvSpPr>
          <p:nvPr/>
        </p:nvSpPr>
        <p:spPr>
          <a:xfrm>
            <a:off x="6461403" y="4616291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8" name="anim_o2954_1">
            <a:extLst>
              <a:ext uri="{FF2B5EF4-FFF2-40B4-BE49-F238E27FC236}">
                <a16:creationId xmlns:a16="http://schemas.microsoft.com/office/drawing/2014/main" id="{26FF1670-9274-48E8-AB20-D3C8140CBA99}"/>
              </a:ext>
            </a:extLst>
          </p:cNvPr>
          <p:cNvSpPr>
            <a:spLocks noGrp="1"/>
          </p:cNvSpPr>
          <p:nvPr/>
        </p:nvSpPr>
        <p:spPr>
          <a:xfrm>
            <a:off x="6847165" y="4616291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9" name="anim_o2955_1">
            <a:extLst>
              <a:ext uri="{FF2B5EF4-FFF2-40B4-BE49-F238E27FC236}">
                <a16:creationId xmlns:a16="http://schemas.microsoft.com/office/drawing/2014/main" id="{E2FD28C7-CFD4-452A-A742-C79FC6C6D66B}"/>
              </a:ext>
            </a:extLst>
          </p:cNvPr>
          <p:cNvSpPr>
            <a:spLocks noGrp="1"/>
          </p:cNvSpPr>
          <p:nvPr/>
        </p:nvSpPr>
        <p:spPr>
          <a:xfrm>
            <a:off x="6075640" y="5002054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0" name="anim_o2956_1">
            <a:extLst>
              <a:ext uri="{FF2B5EF4-FFF2-40B4-BE49-F238E27FC236}">
                <a16:creationId xmlns:a16="http://schemas.microsoft.com/office/drawing/2014/main" id="{40A6AFF5-09A9-49DC-B5E7-E09BA5E90AB4}"/>
              </a:ext>
            </a:extLst>
          </p:cNvPr>
          <p:cNvSpPr>
            <a:spLocks noGrp="1"/>
          </p:cNvSpPr>
          <p:nvPr/>
        </p:nvSpPr>
        <p:spPr>
          <a:xfrm>
            <a:off x="6461403" y="5002054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1" name="anim_o2957_1">
            <a:extLst>
              <a:ext uri="{FF2B5EF4-FFF2-40B4-BE49-F238E27FC236}">
                <a16:creationId xmlns:a16="http://schemas.microsoft.com/office/drawing/2014/main" id="{157EC56A-AF0C-4DAD-A9A7-22F7BDFE6271}"/>
              </a:ext>
            </a:extLst>
          </p:cNvPr>
          <p:cNvSpPr>
            <a:spLocks noGrp="1"/>
          </p:cNvSpPr>
          <p:nvPr/>
        </p:nvSpPr>
        <p:spPr>
          <a:xfrm>
            <a:off x="6847165" y="5002054"/>
            <a:ext cx="385763" cy="385763"/>
          </a:xfrm>
          <a:prstGeom prst="rect">
            <a:avLst/>
          </a:prstGeom>
          <a:solidFill>
            <a:srgbClr val="C55F73">
              <a:alpha val="85000"/>
            </a:srgbClr>
          </a:solidFill>
          <a:ln w="12700">
            <a:solidFill>
              <a:srgbClr val="8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2" name="anim_o2808_1">
            <a:extLst>
              <a:ext uri="{FF2B5EF4-FFF2-40B4-BE49-F238E27FC236}">
                <a16:creationId xmlns:a16="http://schemas.microsoft.com/office/drawing/2014/main" id="{FA723893-D911-4B6E-86F2-8C0435FEF027}"/>
              </a:ext>
            </a:extLst>
          </p:cNvPr>
          <p:cNvSpPr>
            <a:spLocks noGrp="1"/>
          </p:cNvSpPr>
          <p:nvPr/>
        </p:nvSpPr>
        <p:spPr>
          <a:xfrm>
            <a:off x="5647015" y="2807494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3" name="anim_o2809_1">
            <a:extLst>
              <a:ext uri="{FF2B5EF4-FFF2-40B4-BE49-F238E27FC236}">
                <a16:creationId xmlns:a16="http://schemas.microsoft.com/office/drawing/2014/main" id="{C579AF2A-479B-486B-AF43-96BE83A24051}"/>
              </a:ext>
            </a:extLst>
          </p:cNvPr>
          <p:cNvSpPr>
            <a:spLocks noGrp="1"/>
          </p:cNvSpPr>
          <p:nvPr/>
        </p:nvSpPr>
        <p:spPr>
          <a:xfrm>
            <a:off x="6032778" y="2807494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4" name="anim_o2810_1">
            <a:extLst>
              <a:ext uri="{FF2B5EF4-FFF2-40B4-BE49-F238E27FC236}">
                <a16:creationId xmlns:a16="http://schemas.microsoft.com/office/drawing/2014/main" id="{511C04B1-DBED-4E90-AE8F-0C95C2A613B1}"/>
              </a:ext>
            </a:extLst>
          </p:cNvPr>
          <p:cNvSpPr>
            <a:spLocks noGrp="1"/>
          </p:cNvSpPr>
          <p:nvPr/>
        </p:nvSpPr>
        <p:spPr>
          <a:xfrm>
            <a:off x="6418540" y="2807494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5" name="anim_o2811_1">
            <a:extLst>
              <a:ext uri="{FF2B5EF4-FFF2-40B4-BE49-F238E27FC236}">
                <a16:creationId xmlns:a16="http://schemas.microsoft.com/office/drawing/2014/main" id="{802C7997-EF2E-4A01-B418-5CD4A554DC29}"/>
              </a:ext>
            </a:extLst>
          </p:cNvPr>
          <p:cNvSpPr>
            <a:spLocks noGrp="1"/>
          </p:cNvSpPr>
          <p:nvPr/>
        </p:nvSpPr>
        <p:spPr>
          <a:xfrm>
            <a:off x="5647015" y="3193256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6" name="anim_o2812_1">
            <a:extLst>
              <a:ext uri="{FF2B5EF4-FFF2-40B4-BE49-F238E27FC236}">
                <a16:creationId xmlns:a16="http://schemas.microsoft.com/office/drawing/2014/main" id="{CB815C76-73F5-4B6E-B7F3-EB3ACDB06445}"/>
              </a:ext>
            </a:extLst>
          </p:cNvPr>
          <p:cNvSpPr>
            <a:spLocks noGrp="1"/>
          </p:cNvSpPr>
          <p:nvPr/>
        </p:nvSpPr>
        <p:spPr>
          <a:xfrm>
            <a:off x="6032778" y="3193256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7" name="anim_o2813_1">
            <a:extLst>
              <a:ext uri="{FF2B5EF4-FFF2-40B4-BE49-F238E27FC236}">
                <a16:creationId xmlns:a16="http://schemas.microsoft.com/office/drawing/2014/main" id="{7D1BB23C-248F-47DA-A2C2-6A07065DAF06}"/>
              </a:ext>
            </a:extLst>
          </p:cNvPr>
          <p:cNvSpPr>
            <a:spLocks noGrp="1"/>
          </p:cNvSpPr>
          <p:nvPr/>
        </p:nvSpPr>
        <p:spPr>
          <a:xfrm>
            <a:off x="6418540" y="3193256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8" name="anim_o2814_1">
            <a:extLst>
              <a:ext uri="{FF2B5EF4-FFF2-40B4-BE49-F238E27FC236}">
                <a16:creationId xmlns:a16="http://schemas.microsoft.com/office/drawing/2014/main" id="{5057CCE9-A5EE-4275-B9EA-044045DC5DE2}"/>
              </a:ext>
            </a:extLst>
          </p:cNvPr>
          <p:cNvSpPr>
            <a:spLocks noGrp="1"/>
          </p:cNvSpPr>
          <p:nvPr/>
        </p:nvSpPr>
        <p:spPr>
          <a:xfrm>
            <a:off x="5647015" y="3579019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9" name="anim_o2815_1">
            <a:extLst>
              <a:ext uri="{FF2B5EF4-FFF2-40B4-BE49-F238E27FC236}">
                <a16:creationId xmlns:a16="http://schemas.microsoft.com/office/drawing/2014/main" id="{67B87F4B-A324-421E-91E3-30D4B6C4D9B0}"/>
              </a:ext>
            </a:extLst>
          </p:cNvPr>
          <p:cNvSpPr>
            <a:spLocks noGrp="1"/>
          </p:cNvSpPr>
          <p:nvPr/>
        </p:nvSpPr>
        <p:spPr>
          <a:xfrm>
            <a:off x="6032778" y="3579019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0" name="anim_o2816_1">
            <a:extLst>
              <a:ext uri="{FF2B5EF4-FFF2-40B4-BE49-F238E27FC236}">
                <a16:creationId xmlns:a16="http://schemas.microsoft.com/office/drawing/2014/main" id="{C55EB4BD-5E76-4CD1-A553-4F1931229BE3}"/>
              </a:ext>
            </a:extLst>
          </p:cNvPr>
          <p:cNvSpPr>
            <a:spLocks noGrp="1"/>
          </p:cNvSpPr>
          <p:nvPr/>
        </p:nvSpPr>
        <p:spPr>
          <a:xfrm>
            <a:off x="6418540" y="3579019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1" name="anim_o2691_1">
            <a:extLst>
              <a:ext uri="{FF2B5EF4-FFF2-40B4-BE49-F238E27FC236}">
                <a16:creationId xmlns:a16="http://schemas.microsoft.com/office/drawing/2014/main" id="{08E83EB7-4C06-4BC5-9DBA-E798C7398126}"/>
              </a:ext>
            </a:extLst>
          </p:cNvPr>
          <p:cNvSpPr>
            <a:spLocks noGrp="1"/>
          </p:cNvSpPr>
          <p:nvPr/>
        </p:nvSpPr>
        <p:spPr>
          <a:xfrm>
            <a:off x="1784032" y="2014538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2" name="anim_o2692_1">
            <a:extLst>
              <a:ext uri="{FF2B5EF4-FFF2-40B4-BE49-F238E27FC236}">
                <a16:creationId xmlns:a16="http://schemas.microsoft.com/office/drawing/2014/main" id="{D2E26B8E-EC85-4024-9317-F268841E4F79}"/>
              </a:ext>
            </a:extLst>
          </p:cNvPr>
          <p:cNvSpPr>
            <a:spLocks noGrp="1"/>
          </p:cNvSpPr>
          <p:nvPr/>
        </p:nvSpPr>
        <p:spPr>
          <a:xfrm>
            <a:off x="2169795" y="2014538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3" name="anim_o2693_1">
            <a:extLst>
              <a:ext uri="{FF2B5EF4-FFF2-40B4-BE49-F238E27FC236}">
                <a16:creationId xmlns:a16="http://schemas.microsoft.com/office/drawing/2014/main" id="{5180DECA-20AE-4036-B588-2FB20E7F3C66}"/>
              </a:ext>
            </a:extLst>
          </p:cNvPr>
          <p:cNvSpPr>
            <a:spLocks noGrp="1"/>
          </p:cNvSpPr>
          <p:nvPr/>
        </p:nvSpPr>
        <p:spPr>
          <a:xfrm>
            <a:off x="2555558" y="2014538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4" name="anim_o2694_1">
            <a:extLst>
              <a:ext uri="{FF2B5EF4-FFF2-40B4-BE49-F238E27FC236}">
                <a16:creationId xmlns:a16="http://schemas.microsoft.com/office/drawing/2014/main" id="{9BB0CD57-4731-4A9D-ABBC-1C307B8AC6B3}"/>
              </a:ext>
            </a:extLst>
          </p:cNvPr>
          <p:cNvSpPr>
            <a:spLocks noGrp="1"/>
          </p:cNvSpPr>
          <p:nvPr/>
        </p:nvSpPr>
        <p:spPr>
          <a:xfrm>
            <a:off x="2941320" y="2014538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5" name="anim_o2695_1">
            <a:extLst>
              <a:ext uri="{FF2B5EF4-FFF2-40B4-BE49-F238E27FC236}">
                <a16:creationId xmlns:a16="http://schemas.microsoft.com/office/drawing/2014/main" id="{3E5B2011-9B22-4FB8-AEAE-EB896AB5BA45}"/>
              </a:ext>
            </a:extLst>
          </p:cNvPr>
          <p:cNvSpPr>
            <a:spLocks noGrp="1"/>
          </p:cNvSpPr>
          <p:nvPr/>
        </p:nvSpPr>
        <p:spPr>
          <a:xfrm>
            <a:off x="3327082" y="2014538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6" name="anim_o2696_1">
            <a:extLst>
              <a:ext uri="{FF2B5EF4-FFF2-40B4-BE49-F238E27FC236}">
                <a16:creationId xmlns:a16="http://schemas.microsoft.com/office/drawing/2014/main" id="{DB2D83FA-47A3-4CF5-AF7D-71E175C19D6F}"/>
              </a:ext>
            </a:extLst>
          </p:cNvPr>
          <p:cNvSpPr>
            <a:spLocks noGrp="1"/>
          </p:cNvSpPr>
          <p:nvPr/>
        </p:nvSpPr>
        <p:spPr>
          <a:xfrm>
            <a:off x="3712845" y="2014538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7" name="anim_o2697_1">
            <a:extLst>
              <a:ext uri="{FF2B5EF4-FFF2-40B4-BE49-F238E27FC236}">
                <a16:creationId xmlns:a16="http://schemas.microsoft.com/office/drawing/2014/main" id="{243B242B-6F2F-4B48-9A77-ED887380F9B6}"/>
              </a:ext>
            </a:extLst>
          </p:cNvPr>
          <p:cNvSpPr>
            <a:spLocks noGrp="1"/>
          </p:cNvSpPr>
          <p:nvPr/>
        </p:nvSpPr>
        <p:spPr>
          <a:xfrm>
            <a:off x="1784032" y="2400300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8" name="anim_o2698_1">
            <a:extLst>
              <a:ext uri="{FF2B5EF4-FFF2-40B4-BE49-F238E27FC236}">
                <a16:creationId xmlns:a16="http://schemas.microsoft.com/office/drawing/2014/main" id="{787ECA2F-3968-4091-924F-C301CFEFEABE}"/>
              </a:ext>
            </a:extLst>
          </p:cNvPr>
          <p:cNvSpPr>
            <a:spLocks noGrp="1"/>
          </p:cNvSpPr>
          <p:nvPr/>
        </p:nvSpPr>
        <p:spPr>
          <a:xfrm>
            <a:off x="2169795" y="2400300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9" name="anim_o2699_1">
            <a:extLst>
              <a:ext uri="{FF2B5EF4-FFF2-40B4-BE49-F238E27FC236}">
                <a16:creationId xmlns:a16="http://schemas.microsoft.com/office/drawing/2014/main" id="{11993F3A-31EC-4D5D-9D93-3A6064242030}"/>
              </a:ext>
            </a:extLst>
          </p:cNvPr>
          <p:cNvSpPr>
            <a:spLocks noGrp="1"/>
          </p:cNvSpPr>
          <p:nvPr/>
        </p:nvSpPr>
        <p:spPr>
          <a:xfrm>
            <a:off x="2555558" y="2400300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0" name="anim_o2700_1">
            <a:extLst>
              <a:ext uri="{FF2B5EF4-FFF2-40B4-BE49-F238E27FC236}">
                <a16:creationId xmlns:a16="http://schemas.microsoft.com/office/drawing/2014/main" id="{B3029218-4B41-417E-B13A-3CC52167F3AE}"/>
              </a:ext>
            </a:extLst>
          </p:cNvPr>
          <p:cNvSpPr>
            <a:spLocks noGrp="1"/>
          </p:cNvSpPr>
          <p:nvPr/>
        </p:nvSpPr>
        <p:spPr>
          <a:xfrm>
            <a:off x="2941320" y="2400300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1" name="anim_o2701_1">
            <a:extLst>
              <a:ext uri="{FF2B5EF4-FFF2-40B4-BE49-F238E27FC236}">
                <a16:creationId xmlns:a16="http://schemas.microsoft.com/office/drawing/2014/main" id="{EFD18663-F5D2-4C75-9C79-AF940148D6A5}"/>
              </a:ext>
            </a:extLst>
          </p:cNvPr>
          <p:cNvSpPr>
            <a:spLocks noGrp="1"/>
          </p:cNvSpPr>
          <p:nvPr/>
        </p:nvSpPr>
        <p:spPr>
          <a:xfrm>
            <a:off x="3327082" y="2400300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2" name="anim_o2702_1">
            <a:extLst>
              <a:ext uri="{FF2B5EF4-FFF2-40B4-BE49-F238E27FC236}">
                <a16:creationId xmlns:a16="http://schemas.microsoft.com/office/drawing/2014/main" id="{3479A948-CED2-402D-A570-4A9D794A2B62}"/>
              </a:ext>
            </a:extLst>
          </p:cNvPr>
          <p:cNvSpPr>
            <a:spLocks noGrp="1"/>
          </p:cNvSpPr>
          <p:nvPr/>
        </p:nvSpPr>
        <p:spPr>
          <a:xfrm>
            <a:off x="3712845" y="2400300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3" name="anim_o2703_1">
            <a:extLst>
              <a:ext uri="{FF2B5EF4-FFF2-40B4-BE49-F238E27FC236}">
                <a16:creationId xmlns:a16="http://schemas.microsoft.com/office/drawing/2014/main" id="{65B14E88-EB9E-4667-9FAD-13F0891908E4}"/>
              </a:ext>
            </a:extLst>
          </p:cNvPr>
          <p:cNvSpPr>
            <a:spLocks noGrp="1"/>
          </p:cNvSpPr>
          <p:nvPr/>
        </p:nvSpPr>
        <p:spPr>
          <a:xfrm>
            <a:off x="1784032" y="2786063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4" name="anim_o2704_1">
            <a:extLst>
              <a:ext uri="{FF2B5EF4-FFF2-40B4-BE49-F238E27FC236}">
                <a16:creationId xmlns:a16="http://schemas.microsoft.com/office/drawing/2014/main" id="{5458EB60-42CE-4E88-B364-44B244E59AFB}"/>
              </a:ext>
            </a:extLst>
          </p:cNvPr>
          <p:cNvSpPr>
            <a:spLocks noGrp="1"/>
          </p:cNvSpPr>
          <p:nvPr/>
        </p:nvSpPr>
        <p:spPr>
          <a:xfrm>
            <a:off x="2169795" y="2786063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5" name="anim_o2705_1">
            <a:extLst>
              <a:ext uri="{FF2B5EF4-FFF2-40B4-BE49-F238E27FC236}">
                <a16:creationId xmlns:a16="http://schemas.microsoft.com/office/drawing/2014/main" id="{1C60FB86-B550-46FB-B1F9-60990C97FA1E}"/>
              </a:ext>
            </a:extLst>
          </p:cNvPr>
          <p:cNvSpPr>
            <a:spLocks noGrp="1"/>
          </p:cNvSpPr>
          <p:nvPr/>
        </p:nvSpPr>
        <p:spPr>
          <a:xfrm>
            <a:off x="2555558" y="2786063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6" name="anim_o2706_1">
            <a:extLst>
              <a:ext uri="{FF2B5EF4-FFF2-40B4-BE49-F238E27FC236}">
                <a16:creationId xmlns:a16="http://schemas.microsoft.com/office/drawing/2014/main" id="{6B0A909B-41BD-423D-8AB5-E41BFA565B43}"/>
              </a:ext>
            </a:extLst>
          </p:cNvPr>
          <p:cNvSpPr>
            <a:spLocks noGrp="1"/>
          </p:cNvSpPr>
          <p:nvPr/>
        </p:nvSpPr>
        <p:spPr>
          <a:xfrm>
            <a:off x="2941320" y="2786063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7" name="anim_o2707_1">
            <a:extLst>
              <a:ext uri="{FF2B5EF4-FFF2-40B4-BE49-F238E27FC236}">
                <a16:creationId xmlns:a16="http://schemas.microsoft.com/office/drawing/2014/main" id="{26AF8EE4-51E0-4E55-8A33-4A9DA8033882}"/>
              </a:ext>
            </a:extLst>
          </p:cNvPr>
          <p:cNvSpPr>
            <a:spLocks noGrp="1"/>
          </p:cNvSpPr>
          <p:nvPr/>
        </p:nvSpPr>
        <p:spPr>
          <a:xfrm>
            <a:off x="3327082" y="2786063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8" name="anim_o2708_1">
            <a:extLst>
              <a:ext uri="{FF2B5EF4-FFF2-40B4-BE49-F238E27FC236}">
                <a16:creationId xmlns:a16="http://schemas.microsoft.com/office/drawing/2014/main" id="{710275D7-ACBA-45F7-933D-82C30B3EE746}"/>
              </a:ext>
            </a:extLst>
          </p:cNvPr>
          <p:cNvSpPr>
            <a:spLocks noGrp="1"/>
          </p:cNvSpPr>
          <p:nvPr/>
        </p:nvSpPr>
        <p:spPr>
          <a:xfrm>
            <a:off x="3712845" y="2786063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9" name="anim_o2709_1">
            <a:extLst>
              <a:ext uri="{FF2B5EF4-FFF2-40B4-BE49-F238E27FC236}">
                <a16:creationId xmlns:a16="http://schemas.microsoft.com/office/drawing/2014/main" id="{EEE25A9C-79C6-4947-9919-2FF4248E0F25}"/>
              </a:ext>
            </a:extLst>
          </p:cNvPr>
          <p:cNvSpPr>
            <a:spLocks noGrp="1"/>
          </p:cNvSpPr>
          <p:nvPr/>
        </p:nvSpPr>
        <p:spPr>
          <a:xfrm>
            <a:off x="1784032" y="3171825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0" name="anim_o2710_1">
            <a:extLst>
              <a:ext uri="{FF2B5EF4-FFF2-40B4-BE49-F238E27FC236}">
                <a16:creationId xmlns:a16="http://schemas.microsoft.com/office/drawing/2014/main" id="{0B4668EC-EDA7-4BC6-B5A3-A2AEC1067353}"/>
              </a:ext>
            </a:extLst>
          </p:cNvPr>
          <p:cNvSpPr>
            <a:spLocks noGrp="1"/>
          </p:cNvSpPr>
          <p:nvPr/>
        </p:nvSpPr>
        <p:spPr>
          <a:xfrm>
            <a:off x="2169795" y="3171825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1" name="anim_o2711_1">
            <a:extLst>
              <a:ext uri="{FF2B5EF4-FFF2-40B4-BE49-F238E27FC236}">
                <a16:creationId xmlns:a16="http://schemas.microsoft.com/office/drawing/2014/main" id="{57A91B4A-D9F4-457E-83EA-031F7DDD0B4C}"/>
              </a:ext>
            </a:extLst>
          </p:cNvPr>
          <p:cNvSpPr>
            <a:spLocks noGrp="1"/>
          </p:cNvSpPr>
          <p:nvPr/>
        </p:nvSpPr>
        <p:spPr>
          <a:xfrm>
            <a:off x="2555558" y="3171825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2" name="anim_o2712_1">
            <a:extLst>
              <a:ext uri="{FF2B5EF4-FFF2-40B4-BE49-F238E27FC236}">
                <a16:creationId xmlns:a16="http://schemas.microsoft.com/office/drawing/2014/main" id="{79CF8878-FD6C-45FD-871C-1A908A12C31A}"/>
              </a:ext>
            </a:extLst>
          </p:cNvPr>
          <p:cNvSpPr>
            <a:spLocks noGrp="1"/>
          </p:cNvSpPr>
          <p:nvPr/>
        </p:nvSpPr>
        <p:spPr>
          <a:xfrm>
            <a:off x="2941320" y="3171825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3" name="anim_o2713_1">
            <a:extLst>
              <a:ext uri="{FF2B5EF4-FFF2-40B4-BE49-F238E27FC236}">
                <a16:creationId xmlns:a16="http://schemas.microsoft.com/office/drawing/2014/main" id="{E1EEB10C-65EE-4763-ACF9-25E2146050D2}"/>
              </a:ext>
            </a:extLst>
          </p:cNvPr>
          <p:cNvSpPr>
            <a:spLocks noGrp="1"/>
          </p:cNvSpPr>
          <p:nvPr/>
        </p:nvSpPr>
        <p:spPr>
          <a:xfrm>
            <a:off x="3327082" y="3171825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4" name="anim_o2714_1">
            <a:extLst>
              <a:ext uri="{FF2B5EF4-FFF2-40B4-BE49-F238E27FC236}">
                <a16:creationId xmlns:a16="http://schemas.microsoft.com/office/drawing/2014/main" id="{00C8D4C3-7D63-49B3-887E-4D0038940533}"/>
              </a:ext>
            </a:extLst>
          </p:cNvPr>
          <p:cNvSpPr>
            <a:spLocks noGrp="1"/>
          </p:cNvSpPr>
          <p:nvPr/>
        </p:nvSpPr>
        <p:spPr>
          <a:xfrm>
            <a:off x="3712845" y="3171825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5" name="anim_o2715_1">
            <a:extLst>
              <a:ext uri="{FF2B5EF4-FFF2-40B4-BE49-F238E27FC236}">
                <a16:creationId xmlns:a16="http://schemas.microsoft.com/office/drawing/2014/main" id="{D11747E3-4F01-4075-9339-1DF6F00AA7AB}"/>
              </a:ext>
            </a:extLst>
          </p:cNvPr>
          <p:cNvSpPr>
            <a:spLocks noGrp="1"/>
          </p:cNvSpPr>
          <p:nvPr/>
        </p:nvSpPr>
        <p:spPr>
          <a:xfrm>
            <a:off x="1784032" y="3557588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6" name="anim_o2716_1">
            <a:extLst>
              <a:ext uri="{FF2B5EF4-FFF2-40B4-BE49-F238E27FC236}">
                <a16:creationId xmlns:a16="http://schemas.microsoft.com/office/drawing/2014/main" id="{0B51E99B-439B-4BA1-8970-F6C677B9D9AB}"/>
              </a:ext>
            </a:extLst>
          </p:cNvPr>
          <p:cNvSpPr>
            <a:spLocks noGrp="1"/>
          </p:cNvSpPr>
          <p:nvPr/>
        </p:nvSpPr>
        <p:spPr>
          <a:xfrm>
            <a:off x="2169795" y="3557588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7" name="anim_o2717_1">
            <a:extLst>
              <a:ext uri="{FF2B5EF4-FFF2-40B4-BE49-F238E27FC236}">
                <a16:creationId xmlns:a16="http://schemas.microsoft.com/office/drawing/2014/main" id="{74065257-C1A7-4AC8-8212-1624E7BD8F27}"/>
              </a:ext>
            </a:extLst>
          </p:cNvPr>
          <p:cNvSpPr>
            <a:spLocks noGrp="1"/>
          </p:cNvSpPr>
          <p:nvPr/>
        </p:nvSpPr>
        <p:spPr>
          <a:xfrm>
            <a:off x="2555558" y="3557588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8" name="anim_o2718_1">
            <a:extLst>
              <a:ext uri="{FF2B5EF4-FFF2-40B4-BE49-F238E27FC236}">
                <a16:creationId xmlns:a16="http://schemas.microsoft.com/office/drawing/2014/main" id="{2F56E668-E459-4406-A05E-F2911A32F7D4}"/>
              </a:ext>
            </a:extLst>
          </p:cNvPr>
          <p:cNvSpPr>
            <a:spLocks noGrp="1"/>
          </p:cNvSpPr>
          <p:nvPr/>
        </p:nvSpPr>
        <p:spPr>
          <a:xfrm>
            <a:off x="2941320" y="3557588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9" name="anim_o2719_1">
            <a:extLst>
              <a:ext uri="{FF2B5EF4-FFF2-40B4-BE49-F238E27FC236}">
                <a16:creationId xmlns:a16="http://schemas.microsoft.com/office/drawing/2014/main" id="{BF03A63A-D3E1-4D40-A46A-A6C65B7FD643}"/>
              </a:ext>
            </a:extLst>
          </p:cNvPr>
          <p:cNvSpPr>
            <a:spLocks noGrp="1"/>
          </p:cNvSpPr>
          <p:nvPr/>
        </p:nvSpPr>
        <p:spPr>
          <a:xfrm>
            <a:off x="3327082" y="3557588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0" name="anim_o2720_1">
            <a:extLst>
              <a:ext uri="{FF2B5EF4-FFF2-40B4-BE49-F238E27FC236}">
                <a16:creationId xmlns:a16="http://schemas.microsoft.com/office/drawing/2014/main" id="{DEFD3A12-3672-4B06-BA22-E06326DE6019}"/>
              </a:ext>
            </a:extLst>
          </p:cNvPr>
          <p:cNvSpPr>
            <a:spLocks noGrp="1"/>
          </p:cNvSpPr>
          <p:nvPr/>
        </p:nvSpPr>
        <p:spPr>
          <a:xfrm>
            <a:off x="3712845" y="3557588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1" name="anim_o2721_1">
            <a:extLst>
              <a:ext uri="{FF2B5EF4-FFF2-40B4-BE49-F238E27FC236}">
                <a16:creationId xmlns:a16="http://schemas.microsoft.com/office/drawing/2014/main" id="{2F1B513C-DE01-4B95-9A22-21D75C1C2A07}"/>
              </a:ext>
            </a:extLst>
          </p:cNvPr>
          <p:cNvSpPr>
            <a:spLocks noGrp="1"/>
          </p:cNvSpPr>
          <p:nvPr/>
        </p:nvSpPr>
        <p:spPr>
          <a:xfrm>
            <a:off x="1784032" y="3943350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2" name="anim_o2722_1">
            <a:extLst>
              <a:ext uri="{FF2B5EF4-FFF2-40B4-BE49-F238E27FC236}">
                <a16:creationId xmlns:a16="http://schemas.microsoft.com/office/drawing/2014/main" id="{F8126533-911E-4CBB-B071-75DE08102E31}"/>
              </a:ext>
            </a:extLst>
          </p:cNvPr>
          <p:cNvSpPr>
            <a:spLocks noGrp="1"/>
          </p:cNvSpPr>
          <p:nvPr/>
        </p:nvSpPr>
        <p:spPr>
          <a:xfrm>
            <a:off x="2169795" y="3943350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3" name="anim_o2723_1">
            <a:extLst>
              <a:ext uri="{FF2B5EF4-FFF2-40B4-BE49-F238E27FC236}">
                <a16:creationId xmlns:a16="http://schemas.microsoft.com/office/drawing/2014/main" id="{1FC561D4-5CB1-4051-824C-40B490FF30F0}"/>
              </a:ext>
            </a:extLst>
          </p:cNvPr>
          <p:cNvSpPr>
            <a:spLocks noGrp="1"/>
          </p:cNvSpPr>
          <p:nvPr/>
        </p:nvSpPr>
        <p:spPr>
          <a:xfrm>
            <a:off x="2555558" y="3943350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4" name="anim_o2724_1">
            <a:extLst>
              <a:ext uri="{FF2B5EF4-FFF2-40B4-BE49-F238E27FC236}">
                <a16:creationId xmlns:a16="http://schemas.microsoft.com/office/drawing/2014/main" id="{46D8D2C7-E351-4D3B-A616-B60825E4AE1D}"/>
              </a:ext>
            </a:extLst>
          </p:cNvPr>
          <p:cNvSpPr>
            <a:spLocks noGrp="1"/>
          </p:cNvSpPr>
          <p:nvPr/>
        </p:nvSpPr>
        <p:spPr>
          <a:xfrm>
            <a:off x="2941320" y="3943350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5" name="anim_o2725_1">
            <a:extLst>
              <a:ext uri="{FF2B5EF4-FFF2-40B4-BE49-F238E27FC236}">
                <a16:creationId xmlns:a16="http://schemas.microsoft.com/office/drawing/2014/main" id="{A59DE653-A735-4F7C-A2C2-09E50A3F7D85}"/>
              </a:ext>
            </a:extLst>
          </p:cNvPr>
          <p:cNvSpPr>
            <a:spLocks noGrp="1"/>
          </p:cNvSpPr>
          <p:nvPr/>
        </p:nvSpPr>
        <p:spPr>
          <a:xfrm>
            <a:off x="3327082" y="3943350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6" name="anim_o2726_1">
            <a:extLst>
              <a:ext uri="{FF2B5EF4-FFF2-40B4-BE49-F238E27FC236}">
                <a16:creationId xmlns:a16="http://schemas.microsoft.com/office/drawing/2014/main" id="{FF5F14F2-7743-4B40-BA0A-150BF074F853}"/>
              </a:ext>
            </a:extLst>
          </p:cNvPr>
          <p:cNvSpPr>
            <a:spLocks noGrp="1"/>
          </p:cNvSpPr>
          <p:nvPr/>
        </p:nvSpPr>
        <p:spPr>
          <a:xfrm>
            <a:off x="3712845" y="3943350"/>
            <a:ext cx="385763" cy="385763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7" name="anim_o2798_1">
            <a:extLst>
              <a:ext uri="{FF2B5EF4-FFF2-40B4-BE49-F238E27FC236}">
                <a16:creationId xmlns:a16="http://schemas.microsoft.com/office/drawing/2014/main" id="{9D773590-2A2E-43AF-BB98-5EA703C73C95}"/>
              </a:ext>
            </a:extLst>
          </p:cNvPr>
          <p:cNvSpPr>
            <a:spLocks noGrp="1"/>
          </p:cNvSpPr>
          <p:nvPr/>
        </p:nvSpPr>
        <p:spPr>
          <a:xfrm>
            <a:off x="5861328" y="2593181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8" name="anim_o2799_1">
            <a:extLst>
              <a:ext uri="{FF2B5EF4-FFF2-40B4-BE49-F238E27FC236}">
                <a16:creationId xmlns:a16="http://schemas.microsoft.com/office/drawing/2014/main" id="{46A51876-3094-4FDB-9864-B009E601DF45}"/>
              </a:ext>
            </a:extLst>
          </p:cNvPr>
          <p:cNvSpPr>
            <a:spLocks noGrp="1"/>
          </p:cNvSpPr>
          <p:nvPr/>
        </p:nvSpPr>
        <p:spPr>
          <a:xfrm>
            <a:off x="6247090" y="2593181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9" name="anim_o2800_1">
            <a:extLst>
              <a:ext uri="{FF2B5EF4-FFF2-40B4-BE49-F238E27FC236}">
                <a16:creationId xmlns:a16="http://schemas.microsoft.com/office/drawing/2014/main" id="{0D25E1A7-9363-4363-B5FC-A12A7699D814}"/>
              </a:ext>
            </a:extLst>
          </p:cNvPr>
          <p:cNvSpPr>
            <a:spLocks noGrp="1"/>
          </p:cNvSpPr>
          <p:nvPr/>
        </p:nvSpPr>
        <p:spPr>
          <a:xfrm>
            <a:off x="6632853" y="2593181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0" name="anim_o2801_1">
            <a:extLst>
              <a:ext uri="{FF2B5EF4-FFF2-40B4-BE49-F238E27FC236}">
                <a16:creationId xmlns:a16="http://schemas.microsoft.com/office/drawing/2014/main" id="{3B12BC58-02F4-4DB1-9228-CEA15F1BE9D1}"/>
              </a:ext>
            </a:extLst>
          </p:cNvPr>
          <p:cNvSpPr>
            <a:spLocks noGrp="1"/>
          </p:cNvSpPr>
          <p:nvPr/>
        </p:nvSpPr>
        <p:spPr>
          <a:xfrm>
            <a:off x="5861328" y="2978944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1" name="anim_o2802_1">
            <a:extLst>
              <a:ext uri="{FF2B5EF4-FFF2-40B4-BE49-F238E27FC236}">
                <a16:creationId xmlns:a16="http://schemas.microsoft.com/office/drawing/2014/main" id="{1D3636A0-9E05-4EC8-90EC-2476E69C8147}"/>
              </a:ext>
            </a:extLst>
          </p:cNvPr>
          <p:cNvSpPr>
            <a:spLocks noGrp="1"/>
          </p:cNvSpPr>
          <p:nvPr/>
        </p:nvSpPr>
        <p:spPr>
          <a:xfrm>
            <a:off x="6247090" y="2978944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2" name="anim_o2803_1">
            <a:extLst>
              <a:ext uri="{FF2B5EF4-FFF2-40B4-BE49-F238E27FC236}">
                <a16:creationId xmlns:a16="http://schemas.microsoft.com/office/drawing/2014/main" id="{E3B6936E-9CA9-4802-A607-D9B81B3D6C76}"/>
              </a:ext>
            </a:extLst>
          </p:cNvPr>
          <p:cNvSpPr>
            <a:spLocks noGrp="1"/>
          </p:cNvSpPr>
          <p:nvPr/>
        </p:nvSpPr>
        <p:spPr>
          <a:xfrm>
            <a:off x="6632853" y="2978944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3" name="anim_o2804_1">
            <a:extLst>
              <a:ext uri="{FF2B5EF4-FFF2-40B4-BE49-F238E27FC236}">
                <a16:creationId xmlns:a16="http://schemas.microsoft.com/office/drawing/2014/main" id="{1BB1E46A-498C-4FAA-B20D-B7454E16DF11}"/>
              </a:ext>
            </a:extLst>
          </p:cNvPr>
          <p:cNvSpPr>
            <a:spLocks noGrp="1"/>
          </p:cNvSpPr>
          <p:nvPr/>
        </p:nvSpPr>
        <p:spPr>
          <a:xfrm>
            <a:off x="5861328" y="3364706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4" name="anim_o2805_1">
            <a:extLst>
              <a:ext uri="{FF2B5EF4-FFF2-40B4-BE49-F238E27FC236}">
                <a16:creationId xmlns:a16="http://schemas.microsoft.com/office/drawing/2014/main" id="{3728DF6E-5CB6-46CA-A057-7DA3CD9FD539}"/>
              </a:ext>
            </a:extLst>
          </p:cNvPr>
          <p:cNvSpPr>
            <a:spLocks noGrp="1"/>
          </p:cNvSpPr>
          <p:nvPr/>
        </p:nvSpPr>
        <p:spPr>
          <a:xfrm>
            <a:off x="6247090" y="3364706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5" name="anim_o2806_1">
            <a:extLst>
              <a:ext uri="{FF2B5EF4-FFF2-40B4-BE49-F238E27FC236}">
                <a16:creationId xmlns:a16="http://schemas.microsoft.com/office/drawing/2014/main" id="{5A1FBEF4-3E00-44B9-84AE-78BE0660F0C4}"/>
              </a:ext>
            </a:extLst>
          </p:cNvPr>
          <p:cNvSpPr>
            <a:spLocks noGrp="1"/>
          </p:cNvSpPr>
          <p:nvPr/>
        </p:nvSpPr>
        <p:spPr>
          <a:xfrm>
            <a:off x="6632853" y="3364706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6" name="anim_o2938_1">
            <a:extLst>
              <a:ext uri="{FF2B5EF4-FFF2-40B4-BE49-F238E27FC236}">
                <a16:creationId xmlns:a16="http://schemas.microsoft.com/office/drawing/2014/main" id="{1E7F50D4-C32D-41AD-8B9D-F01954EDB492}"/>
              </a:ext>
            </a:extLst>
          </p:cNvPr>
          <p:cNvSpPr>
            <a:spLocks noGrp="1"/>
          </p:cNvSpPr>
          <p:nvPr/>
        </p:nvSpPr>
        <p:spPr>
          <a:xfrm>
            <a:off x="5647015" y="955834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7" name="anim_o2939_1">
            <a:extLst>
              <a:ext uri="{FF2B5EF4-FFF2-40B4-BE49-F238E27FC236}">
                <a16:creationId xmlns:a16="http://schemas.microsoft.com/office/drawing/2014/main" id="{26769E37-C4E6-4E7D-A02C-8AA5EA7F9FB8}"/>
              </a:ext>
            </a:extLst>
          </p:cNvPr>
          <p:cNvSpPr>
            <a:spLocks noGrp="1"/>
          </p:cNvSpPr>
          <p:nvPr/>
        </p:nvSpPr>
        <p:spPr>
          <a:xfrm>
            <a:off x="6032778" y="955834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8" name="anim_o2940_1">
            <a:extLst>
              <a:ext uri="{FF2B5EF4-FFF2-40B4-BE49-F238E27FC236}">
                <a16:creationId xmlns:a16="http://schemas.microsoft.com/office/drawing/2014/main" id="{5B7827D5-DC93-4B69-9AED-BF264BB4FA1A}"/>
              </a:ext>
            </a:extLst>
          </p:cNvPr>
          <p:cNvSpPr>
            <a:spLocks noGrp="1"/>
          </p:cNvSpPr>
          <p:nvPr/>
        </p:nvSpPr>
        <p:spPr>
          <a:xfrm>
            <a:off x="6418540" y="955834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9" name="anim_o2941_1">
            <a:extLst>
              <a:ext uri="{FF2B5EF4-FFF2-40B4-BE49-F238E27FC236}">
                <a16:creationId xmlns:a16="http://schemas.microsoft.com/office/drawing/2014/main" id="{18EC575E-DF11-4C72-AD13-1D1E6956E0CE}"/>
              </a:ext>
            </a:extLst>
          </p:cNvPr>
          <p:cNvSpPr>
            <a:spLocks noGrp="1"/>
          </p:cNvSpPr>
          <p:nvPr/>
        </p:nvSpPr>
        <p:spPr>
          <a:xfrm>
            <a:off x="5647015" y="1341596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0" name="anim_o2942_1">
            <a:extLst>
              <a:ext uri="{FF2B5EF4-FFF2-40B4-BE49-F238E27FC236}">
                <a16:creationId xmlns:a16="http://schemas.microsoft.com/office/drawing/2014/main" id="{E38FC6CE-44BB-4503-B398-475CAD2C3552}"/>
              </a:ext>
            </a:extLst>
          </p:cNvPr>
          <p:cNvSpPr>
            <a:spLocks noGrp="1"/>
          </p:cNvSpPr>
          <p:nvPr/>
        </p:nvSpPr>
        <p:spPr>
          <a:xfrm>
            <a:off x="6032778" y="1341596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1" name="anim_o2943_1">
            <a:extLst>
              <a:ext uri="{FF2B5EF4-FFF2-40B4-BE49-F238E27FC236}">
                <a16:creationId xmlns:a16="http://schemas.microsoft.com/office/drawing/2014/main" id="{297EC59A-703D-4D19-A58E-A0216AFC8ECC}"/>
              </a:ext>
            </a:extLst>
          </p:cNvPr>
          <p:cNvSpPr>
            <a:spLocks noGrp="1"/>
          </p:cNvSpPr>
          <p:nvPr/>
        </p:nvSpPr>
        <p:spPr>
          <a:xfrm>
            <a:off x="6418540" y="1341596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2" name="anim_o2944_1">
            <a:extLst>
              <a:ext uri="{FF2B5EF4-FFF2-40B4-BE49-F238E27FC236}">
                <a16:creationId xmlns:a16="http://schemas.microsoft.com/office/drawing/2014/main" id="{F2206F00-BE6D-4562-BFF5-162AEE506F1E}"/>
              </a:ext>
            </a:extLst>
          </p:cNvPr>
          <p:cNvSpPr>
            <a:spLocks noGrp="1"/>
          </p:cNvSpPr>
          <p:nvPr/>
        </p:nvSpPr>
        <p:spPr>
          <a:xfrm>
            <a:off x="5647015" y="1727359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3" name="anim_o2945_1">
            <a:extLst>
              <a:ext uri="{FF2B5EF4-FFF2-40B4-BE49-F238E27FC236}">
                <a16:creationId xmlns:a16="http://schemas.microsoft.com/office/drawing/2014/main" id="{A34D4791-024E-4080-89EF-05162510BAAC}"/>
              </a:ext>
            </a:extLst>
          </p:cNvPr>
          <p:cNvSpPr>
            <a:spLocks noGrp="1"/>
          </p:cNvSpPr>
          <p:nvPr/>
        </p:nvSpPr>
        <p:spPr>
          <a:xfrm>
            <a:off x="6032778" y="1727359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4" name="anim_o2946_1">
            <a:extLst>
              <a:ext uri="{FF2B5EF4-FFF2-40B4-BE49-F238E27FC236}">
                <a16:creationId xmlns:a16="http://schemas.microsoft.com/office/drawing/2014/main" id="{85EC486A-99F6-4FFF-BD00-62644B2962A6}"/>
              </a:ext>
            </a:extLst>
          </p:cNvPr>
          <p:cNvSpPr>
            <a:spLocks noGrp="1"/>
          </p:cNvSpPr>
          <p:nvPr/>
        </p:nvSpPr>
        <p:spPr>
          <a:xfrm>
            <a:off x="6418540" y="1727359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5" name="anim_o2654_1">
            <a:extLst>
              <a:ext uri="{FF2B5EF4-FFF2-40B4-BE49-F238E27FC236}">
                <a16:creationId xmlns:a16="http://schemas.microsoft.com/office/drawing/2014/main" id="{E514220E-0EF2-4153-8BDF-946CB3738C7F}"/>
              </a:ext>
            </a:extLst>
          </p:cNvPr>
          <p:cNvSpPr>
            <a:spLocks noGrp="1"/>
          </p:cNvSpPr>
          <p:nvPr/>
        </p:nvSpPr>
        <p:spPr>
          <a:xfrm>
            <a:off x="1998345" y="1800225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6" name="anim_o2655_1">
            <a:extLst>
              <a:ext uri="{FF2B5EF4-FFF2-40B4-BE49-F238E27FC236}">
                <a16:creationId xmlns:a16="http://schemas.microsoft.com/office/drawing/2014/main" id="{81156D7E-2C17-4A42-84CA-3C4701BC1D19}"/>
              </a:ext>
            </a:extLst>
          </p:cNvPr>
          <p:cNvSpPr>
            <a:spLocks noGrp="1"/>
          </p:cNvSpPr>
          <p:nvPr/>
        </p:nvSpPr>
        <p:spPr>
          <a:xfrm>
            <a:off x="2384108" y="1800225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7" name="anim_o2656_1">
            <a:extLst>
              <a:ext uri="{FF2B5EF4-FFF2-40B4-BE49-F238E27FC236}">
                <a16:creationId xmlns:a16="http://schemas.microsoft.com/office/drawing/2014/main" id="{74F5EDBC-D469-4203-89AF-FB5B9FDBA013}"/>
              </a:ext>
            </a:extLst>
          </p:cNvPr>
          <p:cNvSpPr>
            <a:spLocks noGrp="1"/>
          </p:cNvSpPr>
          <p:nvPr/>
        </p:nvSpPr>
        <p:spPr>
          <a:xfrm>
            <a:off x="2769870" y="1800225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8" name="anim_o2657_1">
            <a:extLst>
              <a:ext uri="{FF2B5EF4-FFF2-40B4-BE49-F238E27FC236}">
                <a16:creationId xmlns:a16="http://schemas.microsoft.com/office/drawing/2014/main" id="{7CE6C2BE-F526-4A6D-9FC2-8509B78D893B}"/>
              </a:ext>
            </a:extLst>
          </p:cNvPr>
          <p:cNvSpPr>
            <a:spLocks noGrp="1"/>
          </p:cNvSpPr>
          <p:nvPr/>
        </p:nvSpPr>
        <p:spPr>
          <a:xfrm>
            <a:off x="3155633" y="1800225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9" name="anim_o2658_1">
            <a:extLst>
              <a:ext uri="{FF2B5EF4-FFF2-40B4-BE49-F238E27FC236}">
                <a16:creationId xmlns:a16="http://schemas.microsoft.com/office/drawing/2014/main" id="{2202837B-E65C-4AE2-A6E0-DF803D7D4374}"/>
              </a:ext>
            </a:extLst>
          </p:cNvPr>
          <p:cNvSpPr>
            <a:spLocks noGrp="1"/>
          </p:cNvSpPr>
          <p:nvPr/>
        </p:nvSpPr>
        <p:spPr>
          <a:xfrm>
            <a:off x="3541395" y="1800225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0" name="anim_o2659_1">
            <a:extLst>
              <a:ext uri="{FF2B5EF4-FFF2-40B4-BE49-F238E27FC236}">
                <a16:creationId xmlns:a16="http://schemas.microsoft.com/office/drawing/2014/main" id="{338E2748-861A-4848-9FFC-B23C8219C138}"/>
              </a:ext>
            </a:extLst>
          </p:cNvPr>
          <p:cNvSpPr>
            <a:spLocks noGrp="1"/>
          </p:cNvSpPr>
          <p:nvPr/>
        </p:nvSpPr>
        <p:spPr>
          <a:xfrm>
            <a:off x="3927158" y="1800225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1" name="anim_o2660_1">
            <a:extLst>
              <a:ext uri="{FF2B5EF4-FFF2-40B4-BE49-F238E27FC236}">
                <a16:creationId xmlns:a16="http://schemas.microsoft.com/office/drawing/2014/main" id="{E314F9A2-AB93-4AEF-92C5-0B8B7D56A4F0}"/>
              </a:ext>
            </a:extLst>
          </p:cNvPr>
          <p:cNvSpPr>
            <a:spLocks noGrp="1"/>
          </p:cNvSpPr>
          <p:nvPr/>
        </p:nvSpPr>
        <p:spPr>
          <a:xfrm>
            <a:off x="1998345" y="2185988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2" name="anim_o2661_1">
            <a:extLst>
              <a:ext uri="{FF2B5EF4-FFF2-40B4-BE49-F238E27FC236}">
                <a16:creationId xmlns:a16="http://schemas.microsoft.com/office/drawing/2014/main" id="{9F4AD0A9-A003-497F-8C33-207E0200092C}"/>
              </a:ext>
            </a:extLst>
          </p:cNvPr>
          <p:cNvSpPr>
            <a:spLocks noGrp="1"/>
          </p:cNvSpPr>
          <p:nvPr/>
        </p:nvSpPr>
        <p:spPr>
          <a:xfrm>
            <a:off x="2384108" y="2185988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3" name="anim_o2662_1">
            <a:extLst>
              <a:ext uri="{FF2B5EF4-FFF2-40B4-BE49-F238E27FC236}">
                <a16:creationId xmlns:a16="http://schemas.microsoft.com/office/drawing/2014/main" id="{13AF5424-B3F5-4407-8430-D12DA953A620}"/>
              </a:ext>
            </a:extLst>
          </p:cNvPr>
          <p:cNvSpPr>
            <a:spLocks noGrp="1"/>
          </p:cNvSpPr>
          <p:nvPr/>
        </p:nvSpPr>
        <p:spPr>
          <a:xfrm>
            <a:off x="2769870" y="2185988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4" name="anim_o2663_1">
            <a:extLst>
              <a:ext uri="{FF2B5EF4-FFF2-40B4-BE49-F238E27FC236}">
                <a16:creationId xmlns:a16="http://schemas.microsoft.com/office/drawing/2014/main" id="{8DED3FC2-2FD0-40A6-8B55-1EC905CB0289}"/>
              </a:ext>
            </a:extLst>
          </p:cNvPr>
          <p:cNvSpPr>
            <a:spLocks noGrp="1"/>
          </p:cNvSpPr>
          <p:nvPr/>
        </p:nvSpPr>
        <p:spPr>
          <a:xfrm>
            <a:off x="3155633" y="2185988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5" name="anim_o2664_1">
            <a:extLst>
              <a:ext uri="{FF2B5EF4-FFF2-40B4-BE49-F238E27FC236}">
                <a16:creationId xmlns:a16="http://schemas.microsoft.com/office/drawing/2014/main" id="{69621BCF-6486-451E-BFA4-97ADEB8C2F52}"/>
              </a:ext>
            </a:extLst>
          </p:cNvPr>
          <p:cNvSpPr>
            <a:spLocks noGrp="1"/>
          </p:cNvSpPr>
          <p:nvPr/>
        </p:nvSpPr>
        <p:spPr>
          <a:xfrm>
            <a:off x="3541395" y="2185988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6" name="anim_o2665_1">
            <a:extLst>
              <a:ext uri="{FF2B5EF4-FFF2-40B4-BE49-F238E27FC236}">
                <a16:creationId xmlns:a16="http://schemas.microsoft.com/office/drawing/2014/main" id="{3A58E292-1752-4228-95F5-EBE5AC290E89}"/>
              </a:ext>
            </a:extLst>
          </p:cNvPr>
          <p:cNvSpPr>
            <a:spLocks noGrp="1"/>
          </p:cNvSpPr>
          <p:nvPr/>
        </p:nvSpPr>
        <p:spPr>
          <a:xfrm>
            <a:off x="3927158" y="2185988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7" name="anim_o2666_1">
            <a:extLst>
              <a:ext uri="{FF2B5EF4-FFF2-40B4-BE49-F238E27FC236}">
                <a16:creationId xmlns:a16="http://schemas.microsoft.com/office/drawing/2014/main" id="{2FFCA4FE-B914-4373-8B96-8C3026C4A5C4}"/>
              </a:ext>
            </a:extLst>
          </p:cNvPr>
          <p:cNvSpPr>
            <a:spLocks noGrp="1"/>
          </p:cNvSpPr>
          <p:nvPr/>
        </p:nvSpPr>
        <p:spPr>
          <a:xfrm>
            <a:off x="1998345" y="2571750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8" name="anim_o2667_1">
            <a:extLst>
              <a:ext uri="{FF2B5EF4-FFF2-40B4-BE49-F238E27FC236}">
                <a16:creationId xmlns:a16="http://schemas.microsoft.com/office/drawing/2014/main" id="{40317A81-461A-4031-B1CD-EC4AD845D1D4}"/>
              </a:ext>
            </a:extLst>
          </p:cNvPr>
          <p:cNvSpPr>
            <a:spLocks noGrp="1"/>
          </p:cNvSpPr>
          <p:nvPr/>
        </p:nvSpPr>
        <p:spPr>
          <a:xfrm>
            <a:off x="2384108" y="2571750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9" name="anim_o2668_1">
            <a:extLst>
              <a:ext uri="{FF2B5EF4-FFF2-40B4-BE49-F238E27FC236}">
                <a16:creationId xmlns:a16="http://schemas.microsoft.com/office/drawing/2014/main" id="{B66FB70B-DFB5-4BCA-8271-922E8138F700}"/>
              </a:ext>
            </a:extLst>
          </p:cNvPr>
          <p:cNvSpPr>
            <a:spLocks noGrp="1"/>
          </p:cNvSpPr>
          <p:nvPr/>
        </p:nvSpPr>
        <p:spPr>
          <a:xfrm>
            <a:off x="2769870" y="2571750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0" name="anim_o2669_1">
            <a:extLst>
              <a:ext uri="{FF2B5EF4-FFF2-40B4-BE49-F238E27FC236}">
                <a16:creationId xmlns:a16="http://schemas.microsoft.com/office/drawing/2014/main" id="{D892A00F-1949-4141-A398-A16325644CBB}"/>
              </a:ext>
            </a:extLst>
          </p:cNvPr>
          <p:cNvSpPr>
            <a:spLocks noGrp="1"/>
          </p:cNvSpPr>
          <p:nvPr/>
        </p:nvSpPr>
        <p:spPr>
          <a:xfrm>
            <a:off x="3155633" y="2571750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1" name="anim_o2670_1">
            <a:extLst>
              <a:ext uri="{FF2B5EF4-FFF2-40B4-BE49-F238E27FC236}">
                <a16:creationId xmlns:a16="http://schemas.microsoft.com/office/drawing/2014/main" id="{52832A7D-B8AD-41AC-A8B1-D769905A18FA}"/>
              </a:ext>
            </a:extLst>
          </p:cNvPr>
          <p:cNvSpPr>
            <a:spLocks noGrp="1"/>
          </p:cNvSpPr>
          <p:nvPr/>
        </p:nvSpPr>
        <p:spPr>
          <a:xfrm>
            <a:off x="3541395" y="2571750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2" name="anim_o2671_1">
            <a:extLst>
              <a:ext uri="{FF2B5EF4-FFF2-40B4-BE49-F238E27FC236}">
                <a16:creationId xmlns:a16="http://schemas.microsoft.com/office/drawing/2014/main" id="{476969E9-FF34-4E47-BF18-A86967E5552A}"/>
              </a:ext>
            </a:extLst>
          </p:cNvPr>
          <p:cNvSpPr>
            <a:spLocks noGrp="1"/>
          </p:cNvSpPr>
          <p:nvPr/>
        </p:nvSpPr>
        <p:spPr>
          <a:xfrm>
            <a:off x="3927158" y="2571750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3" name="anim_o2672_1">
            <a:extLst>
              <a:ext uri="{FF2B5EF4-FFF2-40B4-BE49-F238E27FC236}">
                <a16:creationId xmlns:a16="http://schemas.microsoft.com/office/drawing/2014/main" id="{F7A9F3FF-B1A7-4E3A-AC5C-6DAEE28C6EE3}"/>
              </a:ext>
            </a:extLst>
          </p:cNvPr>
          <p:cNvSpPr>
            <a:spLocks noGrp="1"/>
          </p:cNvSpPr>
          <p:nvPr/>
        </p:nvSpPr>
        <p:spPr>
          <a:xfrm>
            <a:off x="1998345" y="2957513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4" name="anim_o2673_1">
            <a:extLst>
              <a:ext uri="{FF2B5EF4-FFF2-40B4-BE49-F238E27FC236}">
                <a16:creationId xmlns:a16="http://schemas.microsoft.com/office/drawing/2014/main" id="{B2AFB652-009B-4EB9-9808-C0C73D7CC62C}"/>
              </a:ext>
            </a:extLst>
          </p:cNvPr>
          <p:cNvSpPr>
            <a:spLocks noGrp="1"/>
          </p:cNvSpPr>
          <p:nvPr/>
        </p:nvSpPr>
        <p:spPr>
          <a:xfrm>
            <a:off x="2384108" y="2957513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5" name="anim_o2674_1">
            <a:extLst>
              <a:ext uri="{FF2B5EF4-FFF2-40B4-BE49-F238E27FC236}">
                <a16:creationId xmlns:a16="http://schemas.microsoft.com/office/drawing/2014/main" id="{95D271B2-D564-49F3-A9FE-7FCBAFE6D791}"/>
              </a:ext>
            </a:extLst>
          </p:cNvPr>
          <p:cNvSpPr>
            <a:spLocks noGrp="1"/>
          </p:cNvSpPr>
          <p:nvPr/>
        </p:nvSpPr>
        <p:spPr>
          <a:xfrm>
            <a:off x="2769870" y="2957513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6" name="anim_o2675_1">
            <a:extLst>
              <a:ext uri="{FF2B5EF4-FFF2-40B4-BE49-F238E27FC236}">
                <a16:creationId xmlns:a16="http://schemas.microsoft.com/office/drawing/2014/main" id="{CA41734D-9BE5-4FA8-8591-BD422A639CC0}"/>
              </a:ext>
            </a:extLst>
          </p:cNvPr>
          <p:cNvSpPr>
            <a:spLocks noGrp="1"/>
          </p:cNvSpPr>
          <p:nvPr/>
        </p:nvSpPr>
        <p:spPr>
          <a:xfrm>
            <a:off x="3155633" y="2957513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7" name="anim_o2676_1">
            <a:extLst>
              <a:ext uri="{FF2B5EF4-FFF2-40B4-BE49-F238E27FC236}">
                <a16:creationId xmlns:a16="http://schemas.microsoft.com/office/drawing/2014/main" id="{4BD72CEB-806C-48EB-9098-033F814287CE}"/>
              </a:ext>
            </a:extLst>
          </p:cNvPr>
          <p:cNvSpPr>
            <a:spLocks noGrp="1"/>
          </p:cNvSpPr>
          <p:nvPr/>
        </p:nvSpPr>
        <p:spPr>
          <a:xfrm>
            <a:off x="3541395" y="2957513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8" name="anim_o2677_1">
            <a:extLst>
              <a:ext uri="{FF2B5EF4-FFF2-40B4-BE49-F238E27FC236}">
                <a16:creationId xmlns:a16="http://schemas.microsoft.com/office/drawing/2014/main" id="{B5393CE7-307A-458C-B544-0AC52C4998A9}"/>
              </a:ext>
            </a:extLst>
          </p:cNvPr>
          <p:cNvSpPr>
            <a:spLocks noGrp="1"/>
          </p:cNvSpPr>
          <p:nvPr/>
        </p:nvSpPr>
        <p:spPr>
          <a:xfrm>
            <a:off x="3927158" y="2957513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9" name="anim_o2678_1">
            <a:extLst>
              <a:ext uri="{FF2B5EF4-FFF2-40B4-BE49-F238E27FC236}">
                <a16:creationId xmlns:a16="http://schemas.microsoft.com/office/drawing/2014/main" id="{6C672DF0-5490-4C5E-BA2A-CDC76B41494E}"/>
              </a:ext>
            </a:extLst>
          </p:cNvPr>
          <p:cNvSpPr>
            <a:spLocks noGrp="1"/>
          </p:cNvSpPr>
          <p:nvPr/>
        </p:nvSpPr>
        <p:spPr>
          <a:xfrm>
            <a:off x="1998345" y="3343275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0" name="anim_o2679_1">
            <a:extLst>
              <a:ext uri="{FF2B5EF4-FFF2-40B4-BE49-F238E27FC236}">
                <a16:creationId xmlns:a16="http://schemas.microsoft.com/office/drawing/2014/main" id="{4252FC95-265E-4317-9C6C-FCE62BB37774}"/>
              </a:ext>
            </a:extLst>
          </p:cNvPr>
          <p:cNvSpPr>
            <a:spLocks noGrp="1"/>
          </p:cNvSpPr>
          <p:nvPr/>
        </p:nvSpPr>
        <p:spPr>
          <a:xfrm>
            <a:off x="2384108" y="3343275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1" name="anim_o2680_1">
            <a:extLst>
              <a:ext uri="{FF2B5EF4-FFF2-40B4-BE49-F238E27FC236}">
                <a16:creationId xmlns:a16="http://schemas.microsoft.com/office/drawing/2014/main" id="{B775155C-6E62-49C8-800C-537D51236AD6}"/>
              </a:ext>
            </a:extLst>
          </p:cNvPr>
          <p:cNvSpPr>
            <a:spLocks noGrp="1"/>
          </p:cNvSpPr>
          <p:nvPr/>
        </p:nvSpPr>
        <p:spPr>
          <a:xfrm>
            <a:off x="2769870" y="3343275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2" name="anim_o2681_1">
            <a:extLst>
              <a:ext uri="{FF2B5EF4-FFF2-40B4-BE49-F238E27FC236}">
                <a16:creationId xmlns:a16="http://schemas.microsoft.com/office/drawing/2014/main" id="{3D7E1ABB-762F-4F96-A733-DE0823262546}"/>
              </a:ext>
            </a:extLst>
          </p:cNvPr>
          <p:cNvSpPr>
            <a:spLocks noGrp="1"/>
          </p:cNvSpPr>
          <p:nvPr/>
        </p:nvSpPr>
        <p:spPr>
          <a:xfrm>
            <a:off x="3155633" y="3343275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3" name="anim_o2682_1">
            <a:extLst>
              <a:ext uri="{FF2B5EF4-FFF2-40B4-BE49-F238E27FC236}">
                <a16:creationId xmlns:a16="http://schemas.microsoft.com/office/drawing/2014/main" id="{89E821BF-3D76-47F5-979F-59D3A35DBDB5}"/>
              </a:ext>
            </a:extLst>
          </p:cNvPr>
          <p:cNvSpPr>
            <a:spLocks noGrp="1"/>
          </p:cNvSpPr>
          <p:nvPr/>
        </p:nvSpPr>
        <p:spPr>
          <a:xfrm>
            <a:off x="3541395" y="3343275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4" name="anim_o2683_1">
            <a:extLst>
              <a:ext uri="{FF2B5EF4-FFF2-40B4-BE49-F238E27FC236}">
                <a16:creationId xmlns:a16="http://schemas.microsoft.com/office/drawing/2014/main" id="{53685F85-F2E5-4FBE-B73C-9BA917D07AD5}"/>
              </a:ext>
            </a:extLst>
          </p:cNvPr>
          <p:cNvSpPr>
            <a:spLocks noGrp="1"/>
          </p:cNvSpPr>
          <p:nvPr/>
        </p:nvSpPr>
        <p:spPr>
          <a:xfrm>
            <a:off x="3927158" y="3343275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5" name="anim_o2684_1">
            <a:extLst>
              <a:ext uri="{FF2B5EF4-FFF2-40B4-BE49-F238E27FC236}">
                <a16:creationId xmlns:a16="http://schemas.microsoft.com/office/drawing/2014/main" id="{413F58F6-D419-4798-9D8B-272A85A11FB5}"/>
              </a:ext>
            </a:extLst>
          </p:cNvPr>
          <p:cNvSpPr>
            <a:spLocks noGrp="1"/>
          </p:cNvSpPr>
          <p:nvPr/>
        </p:nvSpPr>
        <p:spPr>
          <a:xfrm>
            <a:off x="1998345" y="3729038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6" name="anim_o2685_1">
            <a:extLst>
              <a:ext uri="{FF2B5EF4-FFF2-40B4-BE49-F238E27FC236}">
                <a16:creationId xmlns:a16="http://schemas.microsoft.com/office/drawing/2014/main" id="{FF171F94-D43C-4156-8F90-385C33D56836}"/>
              </a:ext>
            </a:extLst>
          </p:cNvPr>
          <p:cNvSpPr>
            <a:spLocks noGrp="1"/>
          </p:cNvSpPr>
          <p:nvPr/>
        </p:nvSpPr>
        <p:spPr>
          <a:xfrm>
            <a:off x="2384108" y="3729038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7" name="anim_o2686_1">
            <a:extLst>
              <a:ext uri="{FF2B5EF4-FFF2-40B4-BE49-F238E27FC236}">
                <a16:creationId xmlns:a16="http://schemas.microsoft.com/office/drawing/2014/main" id="{CD4C697E-21DC-4E36-923B-28BAE923A2D0}"/>
              </a:ext>
            </a:extLst>
          </p:cNvPr>
          <p:cNvSpPr>
            <a:spLocks noGrp="1"/>
          </p:cNvSpPr>
          <p:nvPr/>
        </p:nvSpPr>
        <p:spPr>
          <a:xfrm>
            <a:off x="2769870" y="3729038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8" name="anim_o2687_1">
            <a:extLst>
              <a:ext uri="{FF2B5EF4-FFF2-40B4-BE49-F238E27FC236}">
                <a16:creationId xmlns:a16="http://schemas.microsoft.com/office/drawing/2014/main" id="{6D4F42EE-9564-4A57-ABC1-55D9D3B795DA}"/>
              </a:ext>
            </a:extLst>
          </p:cNvPr>
          <p:cNvSpPr>
            <a:spLocks noGrp="1"/>
          </p:cNvSpPr>
          <p:nvPr/>
        </p:nvSpPr>
        <p:spPr>
          <a:xfrm>
            <a:off x="3155633" y="3729038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9" name="anim_o2688_1">
            <a:extLst>
              <a:ext uri="{FF2B5EF4-FFF2-40B4-BE49-F238E27FC236}">
                <a16:creationId xmlns:a16="http://schemas.microsoft.com/office/drawing/2014/main" id="{511CF6FF-4291-4B21-8A9D-82C689A99F5E}"/>
              </a:ext>
            </a:extLst>
          </p:cNvPr>
          <p:cNvSpPr>
            <a:spLocks noGrp="1"/>
          </p:cNvSpPr>
          <p:nvPr/>
        </p:nvSpPr>
        <p:spPr>
          <a:xfrm>
            <a:off x="3541395" y="3729038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0" name="anim_o2689_1">
            <a:extLst>
              <a:ext uri="{FF2B5EF4-FFF2-40B4-BE49-F238E27FC236}">
                <a16:creationId xmlns:a16="http://schemas.microsoft.com/office/drawing/2014/main" id="{F5295FD9-2D9A-4901-ABE9-88ACFD843CF8}"/>
              </a:ext>
            </a:extLst>
          </p:cNvPr>
          <p:cNvSpPr>
            <a:spLocks noGrp="1"/>
          </p:cNvSpPr>
          <p:nvPr/>
        </p:nvSpPr>
        <p:spPr>
          <a:xfrm>
            <a:off x="3927158" y="3729038"/>
            <a:ext cx="385763" cy="385763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1" name="anim_o2788_1">
            <a:extLst>
              <a:ext uri="{FF2B5EF4-FFF2-40B4-BE49-F238E27FC236}">
                <a16:creationId xmlns:a16="http://schemas.microsoft.com/office/drawing/2014/main" id="{AB0DE581-49DD-417B-B724-2C289F0FBEFD}"/>
              </a:ext>
            </a:extLst>
          </p:cNvPr>
          <p:cNvSpPr>
            <a:spLocks noGrp="1"/>
          </p:cNvSpPr>
          <p:nvPr/>
        </p:nvSpPr>
        <p:spPr>
          <a:xfrm>
            <a:off x="6075640" y="2378869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2" name="anim_o2789_1">
            <a:extLst>
              <a:ext uri="{FF2B5EF4-FFF2-40B4-BE49-F238E27FC236}">
                <a16:creationId xmlns:a16="http://schemas.microsoft.com/office/drawing/2014/main" id="{79782C46-51A1-4931-B2B3-A86A9B193E58}"/>
              </a:ext>
            </a:extLst>
          </p:cNvPr>
          <p:cNvSpPr>
            <a:spLocks noGrp="1"/>
          </p:cNvSpPr>
          <p:nvPr/>
        </p:nvSpPr>
        <p:spPr>
          <a:xfrm>
            <a:off x="6461403" y="2378869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3" name="anim_o2790_1">
            <a:extLst>
              <a:ext uri="{FF2B5EF4-FFF2-40B4-BE49-F238E27FC236}">
                <a16:creationId xmlns:a16="http://schemas.microsoft.com/office/drawing/2014/main" id="{6080F3F6-F675-43A9-9B69-9ADC37C6BF79}"/>
              </a:ext>
            </a:extLst>
          </p:cNvPr>
          <p:cNvSpPr>
            <a:spLocks noGrp="1"/>
          </p:cNvSpPr>
          <p:nvPr/>
        </p:nvSpPr>
        <p:spPr>
          <a:xfrm>
            <a:off x="6847165" y="2378869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4" name="anim_o2791_1">
            <a:extLst>
              <a:ext uri="{FF2B5EF4-FFF2-40B4-BE49-F238E27FC236}">
                <a16:creationId xmlns:a16="http://schemas.microsoft.com/office/drawing/2014/main" id="{1CABEEF9-7DFF-460F-815A-3DCD60B113E4}"/>
              </a:ext>
            </a:extLst>
          </p:cNvPr>
          <p:cNvSpPr>
            <a:spLocks noGrp="1"/>
          </p:cNvSpPr>
          <p:nvPr/>
        </p:nvSpPr>
        <p:spPr>
          <a:xfrm>
            <a:off x="6075640" y="2764631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5" name="anim_o2792_1">
            <a:extLst>
              <a:ext uri="{FF2B5EF4-FFF2-40B4-BE49-F238E27FC236}">
                <a16:creationId xmlns:a16="http://schemas.microsoft.com/office/drawing/2014/main" id="{46D5F636-0CD0-4735-877A-B5325945CB6D}"/>
              </a:ext>
            </a:extLst>
          </p:cNvPr>
          <p:cNvSpPr>
            <a:spLocks noGrp="1"/>
          </p:cNvSpPr>
          <p:nvPr/>
        </p:nvSpPr>
        <p:spPr>
          <a:xfrm>
            <a:off x="6461403" y="2764631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6" name="anim_o2793_1">
            <a:extLst>
              <a:ext uri="{FF2B5EF4-FFF2-40B4-BE49-F238E27FC236}">
                <a16:creationId xmlns:a16="http://schemas.microsoft.com/office/drawing/2014/main" id="{CBAFD4C8-70E9-4075-9B1B-64ADF6B8C810}"/>
              </a:ext>
            </a:extLst>
          </p:cNvPr>
          <p:cNvSpPr>
            <a:spLocks noGrp="1"/>
          </p:cNvSpPr>
          <p:nvPr/>
        </p:nvSpPr>
        <p:spPr>
          <a:xfrm>
            <a:off x="6847165" y="2764631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7" name="anim_o2794_1">
            <a:extLst>
              <a:ext uri="{FF2B5EF4-FFF2-40B4-BE49-F238E27FC236}">
                <a16:creationId xmlns:a16="http://schemas.microsoft.com/office/drawing/2014/main" id="{D7497CEC-D3BD-46CB-B545-5077703DF4E6}"/>
              </a:ext>
            </a:extLst>
          </p:cNvPr>
          <p:cNvSpPr>
            <a:spLocks noGrp="1"/>
          </p:cNvSpPr>
          <p:nvPr/>
        </p:nvSpPr>
        <p:spPr>
          <a:xfrm>
            <a:off x="6075640" y="3150394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8" name="anim_o2795_1">
            <a:extLst>
              <a:ext uri="{FF2B5EF4-FFF2-40B4-BE49-F238E27FC236}">
                <a16:creationId xmlns:a16="http://schemas.microsoft.com/office/drawing/2014/main" id="{03DDDBC3-FEE2-4100-A06B-5157AFFE035C}"/>
              </a:ext>
            </a:extLst>
          </p:cNvPr>
          <p:cNvSpPr>
            <a:spLocks noGrp="1"/>
          </p:cNvSpPr>
          <p:nvPr/>
        </p:nvSpPr>
        <p:spPr>
          <a:xfrm>
            <a:off x="6461403" y="3150394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9" name="anim_o2796_1">
            <a:extLst>
              <a:ext uri="{FF2B5EF4-FFF2-40B4-BE49-F238E27FC236}">
                <a16:creationId xmlns:a16="http://schemas.microsoft.com/office/drawing/2014/main" id="{CB39FF27-662D-40CE-835B-EA391F2944BA}"/>
              </a:ext>
            </a:extLst>
          </p:cNvPr>
          <p:cNvSpPr>
            <a:spLocks noGrp="1"/>
          </p:cNvSpPr>
          <p:nvPr/>
        </p:nvSpPr>
        <p:spPr>
          <a:xfrm>
            <a:off x="6847165" y="3150394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0" name="anim_o2928_1">
            <a:extLst>
              <a:ext uri="{FF2B5EF4-FFF2-40B4-BE49-F238E27FC236}">
                <a16:creationId xmlns:a16="http://schemas.microsoft.com/office/drawing/2014/main" id="{1E89B51C-3085-45A4-91DE-484642CC2765}"/>
              </a:ext>
            </a:extLst>
          </p:cNvPr>
          <p:cNvSpPr>
            <a:spLocks noGrp="1"/>
          </p:cNvSpPr>
          <p:nvPr/>
        </p:nvSpPr>
        <p:spPr>
          <a:xfrm>
            <a:off x="5861328" y="741521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1" name="anim_o2929_1">
            <a:extLst>
              <a:ext uri="{FF2B5EF4-FFF2-40B4-BE49-F238E27FC236}">
                <a16:creationId xmlns:a16="http://schemas.microsoft.com/office/drawing/2014/main" id="{7CC1A21A-9E58-407D-A8A5-B9631432C7FB}"/>
              </a:ext>
            </a:extLst>
          </p:cNvPr>
          <p:cNvSpPr>
            <a:spLocks noGrp="1"/>
          </p:cNvSpPr>
          <p:nvPr/>
        </p:nvSpPr>
        <p:spPr>
          <a:xfrm>
            <a:off x="6247090" y="741521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2" name="anim_o2930_1">
            <a:extLst>
              <a:ext uri="{FF2B5EF4-FFF2-40B4-BE49-F238E27FC236}">
                <a16:creationId xmlns:a16="http://schemas.microsoft.com/office/drawing/2014/main" id="{0E86BFFA-3158-4224-81BA-FB19C8C31263}"/>
              </a:ext>
            </a:extLst>
          </p:cNvPr>
          <p:cNvSpPr>
            <a:spLocks noGrp="1"/>
          </p:cNvSpPr>
          <p:nvPr/>
        </p:nvSpPr>
        <p:spPr>
          <a:xfrm>
            <a:off x="6632853" y="741521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3" name="anim_o2931_1">
            <a:extLst>
              <a:ext uri="{FF2B5EF4-FFF2-40B4-BE49-F238E27FC236}">
                <a16:creationId xmlns:a16="http://schemas.microsoft.com/office/drawing/2014/main" id="{04DB60ED-1FFD-4FBC-B2F6-8A95F2B3738D}"/>
              </a:ext>
            </a:extLst>
          </p:cNvPr>
          <p:cNvSpPr>
            <a:spLocks noGrp="1"/>
          </p:cNvSpPr>
          <p:nvPr/>
        </p:nvSpPr>
        <p:spPr>
          <a:xfrm>
            <a:off x="5861328" y="1127284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4" name="anim_o2932_1">
            <a:extLst>
              <a:ext uri="{FF2B5EF4-FFF2-40B4-BE49-F238E27FC236}">
                <a16:creationId xmlns:a16="http://schemas.microsoft.com/office/drawing/2014/main" id="{6C80C190-0632-4BD7-BFC3-AAEDADC6875D}"/>
              </a:ext>
            </a:extLst>
          </p:cNvPr>
          <p:cNvSpPr>
            <a:spLocks noGrp="1"/>
          </p:cNvSpPr>
          <p:nvPr/>
        </p:nvSpPr>
        <p:spPr>
          <a:xfrm>
            <a:off x="6247090" y="1127284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5" name="anim_o2933_1">
            <a:extLst>
              <a:ext uri="{FF2B5EF4-FFF2-40B4-BE49-F238E27FC236}">
                <a16:creationId xmlns:a16="http://schemas.microsoft.com/office/drawing/2014/main" id="{BD3F7F1E-D43C-4805-8231-9F74E9745214}"/>
              </a:ext>
            </a:extLst>
          </p:cNvPr>
          <p:cNvSpPr>
            <a:spLocks noGrp="1"/>
          </p:cNvSpPr>
          <p:nvPr/>
        </p:nvSpPr>
        <p:spPr>
          <a:xfrm>
            <a:off x="6632853" y="1127284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6" name="anim_o2934_1">
            <a:extLst>
              <a:ext uri="{FF2B5EF4-FFF2-40B4-BE49-F238E27FC236}">
                <a16:creationId xmlns:a16="http://schemas.microsoft.com/office/drawing/2014/main" id="{9539FBA6-544B-4CDB-B386-16CF1BD3A912}"/>
              </a:ext>
            </a:extLst>
          </p:cNvPr>
          <p:cNvSpPr>
            <a:spLocks noGrp="1"/>
          </p:cNvSpPr>
          <p:nvPr/>
        </p:nvSpPr>
        <p:spPr>
          <a:xfrm>
            <a:off x="5861328" y="1513046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7" name="anim_o2935_1">
            <a:extLst>
              <a:ext uri="{FF2B5EF4-FFF2-40B4-BE49-F238E27FC236}">
                <a16:creationId xmlns:a16="http://schemas.microsoft.com/office/drawing/2014/main" id="{3449132D-4A19-4282-A893-B07B25A2517E}"/>
              </a:ext>
            </a:extLst>
          </p:cNvPr>
          <p:cNvSpPr>
            <a:spLocks noGrp="1"/>
          </p:cNvSpPr>
          <p:nvPr/>
        </p:nvSpPr>
        <p:spPr>
          <a:xfrm>
            <a:off x="6247090" y="1513046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8" name="anim_o2936_1">
            <a:extLst>
              <a:ext uri="{FF2B5EF4-FFF2-40B4-BE49-F238E27FC236}">
                <a16:creationId xmlns:a16="http://schemas.microsoft.com/office/drawing/2014/main" id="{0DBE4A21-F408-48F7-A636-66F3F1087089}"/>
              </a:ext>
            </a:extLst>
          </p:cNvPr>
          <p:cNvSpPr>
            <a:spLocks noGrp="1"/>
          </p:cNvSpPr>
          <p:nvPr/>
        </p:nvSpPr>
        <p:spPr>
          <a:xfrm>
            <a:off x="6632853" y="1513046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9" name="anim_o2918_1">
            <a:extLst>
              <a:ext uri="{FF2B5EF4-FFF2-40B4-BE49-F238E27FC236}">
                <a16:creationId xmlns:a16="http://schemas.microsoft.com/office/drawing/2014/main" id="{23A2A8CC-30D4-4422-9099-3ED3536CC271}"/>
              </a:ext>
            </a:extLst>
          </p:cNvPr>
          <p:cNvSpPr>
            <a:spLocks noGrp="1"/>
          </p:cNvSpPr>
          <p:nvPr/>
        </p:nvSpPr>
        <p:spPr>
          <a:xfrm>
            <a:off x="6075640" y="527209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0" name="anim_o2919_1">
            <a:extLst>
              <a:ext uri="{FF2B5EF4-FFF2-40B4-BE49-F238E27FC236}">
                <a16:creationId xmlns:a16="http://schemas.microsoft.com/office/drawing/2014/main" id="{41043035-5E1A-4BEE-9669-60B150AC85A9}"/>
              </a:ext>
            </a:extLst>
          </p:cNvPr>
          <p:cNvSpPr>
            <a:spLocks noGrp="1"/>
          </p:cNvSpPr>
          <p:nvPr/>
        </p:nvSpPr>
        <p:spPr>
          <a:xfrm>
            <a:off x="6461403" y="527209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1" name="anim_o2920_1">
            <a:extLst>
              <a:ext uri="{FF2B5EF4-FFF2-40B4-BE49-F238E27FC236}">
                <a16:creationId xmlns:a16="http://schemas.microsoft.com/office/drawing/2014/main" id="{D63F5D94-452C-48B9-B400-D96729D00B0C}"/>
              </a:ext>
            </a:extLst>
          </p:cNvPr>
          <p:cNvSpPr>
            <a:spLocks noGrp="1"/>
          </p:cNvSpPr>
          <p:nvPr/>
        </p:nvSpPr>
        <p:spPr>
          <a:xfrm>
            <a:off x="6847165" y="527209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2" name="anim_o2921_1">
            <a:extLst>
              <a:ext uri="{FF2B5EF4-FFF2-40B4-BE49-F238E27FC236}">
                <a16:creationId xmlns:a16="http://schemas.microsoft.com/office/drawing/2014/main" id="{5CCFA8D7-74ED-45F8-9C9E-A03B8BD914B1}"/>
              </a:ext>
            </a:extLst>
          </p:cNvPr>
          <p:cNvSpPr>
            <a:spLocks noGrp="1"/>
          </p:cNvSpPr>
          <p:nvPr/>
        </p:nvSpPr>
        <p:spPr>
          <a:xfrm>
            <a:off x="6075640" y="912971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3" name="anim_o2922_1">
            <a:extLst>
              <a:ext uri="{FF2B5EF4-FFF2-40B4-BE49-F238E27FC236}">
                <a16:creationId xmlns:a16="http://schemas.microsoft.com/office/drawing/2014/main" id="{C6DD7713-BA42-468A-8A07-6483BEDD035C}"/>
              </a:ext>
            </a:extLst>
          </p:cNvPr>
          <p:cNvSpPr>
            <a:spLocks noGrp="1"/>
          </p:cNvSpPr>
          <p:nvPr/>
        </p:nvSpPr>
        <p:spPr>
          <a:xfrm>
            <a:off x="6461403" y="912971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4" name="anim_o2923_1">
            <a:extLst>
              <a:ext uri="{FF2B5EF4-FFF2-40B4-BE49-F238E27FC236}">
                <a16:creationId xmlns:a16="http://schemas.microsoft.com/office/drawing/2014/main" id="{B896AA2A-7202-4CBF-B570-0CB812023353}"/>
              </a:ext>
            </a:extLst>
          </p:cNvPr>
          <p:cNvSpPr>
            <a:spLocks noGrp="1"/>
          </p:cNvSpPr>
          <p:nvPr/>
        </p:nvSpPr>
        <p:spPr>
          <a:xfrm>
            <a:off x="6847165" y="912971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5" name="anim_o2924_1">
            <a:extLst>
              <a:ext uri="{FF2B5EF4-FFF2-40B4-BE49-F238E27FC236}">
                <a16:creationId xmlns:a16="http://schemas.microsoft.com/office/drawing/2014/main" id="{2522A23D-987D-4D34-8295-CB757CA9DA2A}"/>
              </a:ext>
            </a:extLst>
          </p:cNvPr>
          <p:cNvSpPr>
            <a:spLocks noGrp="1"/>
          </p:cNvSpPr>
          <p:nvPr/>
        </p:nvSpPr>
        <p:spPr>
          <a:xfrm>
            <a:off x="6075640" y="1298734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6" name="anim_o2925_1">
            <a:extLst>
              <a:ext uri="{FF2B5EF4-FFF2-40B4-BE49-F238E27FC236}">
                <a16:creationId xmlns:a16="http://schemas.microsoft.com/office/drawing/2014/main" id="{207B0B5E-063E-446E-ABCC-D610B53E6159}"/>
              </a:ext>
            </a:extLst>
          </p:cNvPr>
          <p:cNvSpPr>
            <a:spLocks noGrp="1"/>
          </p:cNvSpPr>
          <p:nvPr/>
        </p:nvSpPr>
        <p:spPr>
          <a:xfrm>
            <a:off x="6461403" y="1298734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7" name="anim_o2926_1">
            <a:extLst>
              <a:ext uri="{FF2B5EF4-FFF2-40B4-BE49-F238E27FC236}">
                <a16:creationId xmlns:a16="http://schemas.microsoft.com/office/drawing/2014/main" id="{57B517BB-5E7A-4387-80A9-3DC330C35A02}"/>
              </a:ext>
            </a:extLst>
          </p:cNvPr>
          <p:cNvSpPr>
            <a:spLocks noGrp="1"/>
          </p:cNvSpPr>
          <p:nvPr/>
        </p:nvSpPr>
        <p:spPr>
          <a:xfrm>
            <a:off x="6847165" y="1298734"/>
            <a:ext cx="385763" cy="385763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8" name="anim_o2981_1">
            <a:extLst>
              <a:ext uri="{FF2B5EF4-FFF2-40B4-BE49-F238E27FC236}">
                <a16:creationId xmlns:a16="http://schemas.microsoft.com/office/drawing/2014/main" id="{8F60FCD8-96F3-468C-AFB5-4C88C5CD2917}"/>
              </a:ext>
            </a:extLst>
          </p:cNvPr>
          <p:cNvSpPr>
            <a:spLocks noGrp="1"/>
          </p:cNvSpPr>
          <p:nvPr/>
        </p:nvSpPr>
        <p:spPr>
          <a:xfrm>
            <a:off x="9027795" y="428625"/>
            <a:ext cx="385763" cy="385763"/>
          </a:xfrm>
          <a:prstGeom prst="rect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9" name="anim_o2982_1">
            <a:extLst>
              <a:ext uri="{FF2B5EF4-FFF2-40B4-BE49-F238E27FC236}">
                <a16:creationId xmlns:a16="http://schemas.microsoft.com/office/drawing/2014/main" id="{7655FAE7-B68A-410D-B6D8-68423D359D72}"/>
              </a:ext>
            </a:extLst>
          </p:cNvPr>
          <p:cNvSpPr>
            <a:spLocks noGrp="1"/>
          </p:cNvSpPr>
          <p:nvPr/>
        </p:nvSpPr>
        <p:spPr>
          <a:xfrm>
            <a:off x="9413558" y="428625"/>
            <a:ext cx="385763" cy="385763"/>
          </a:xfrm>
          <a:prstGeom prst="rect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0" name="anim_o2983_1">
            <a:extLst>
              <a:ext uri="{FF2B5EF4-FFF2-40B4-BE49-F238E27FC236}">
                <a16:creationId xmlns:a16="http://schemas.microsoft.com/office/drawing/2014/main" id="{E728DE36-24AE-49F6-A04A-ACFF04DC58CA}"/>
              </a:ext>
            </a:extLst>
          </p:cNvPr>
          <p:cNvSpPr>
            <a:spLocks noGrp="1"/>
          </p:cNvSpPr>
          <p:nvPr/>
        </p:nvSpPr>
        <p:spPr>
          <a:xfrm>
            <a:off x="9799320" y="428625"/>
            <a:ext cx="385763" cy="385763"/>
          </a:xfrm>
          <a:prstGeom prst="rect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1" name="anim_o2984_1">
            <a:extLst>
              <a:ext uri="{FF2B5EF4-FFF2-40B4-BE49-F238E27FC236}">
                <a16:creationId xmlns:a16="http://schemas.microsoft.com/office/drawing/2014/main" id="{74F2D822-302D-422B-A889-6D65D09645EF}"/>
              </a:ext>
            </a:extLst>
          </p:cNvPr>
          <p:cNvSpPr>
            <a:spLocks noGrp="1"/>
          </p:cNvSpPr>
          <p:nvPr/>
        </p:nvSpPr>
        <p:spPr>
          <a:xfrm>
            <a:off x="10185083" y="428625"/>
            <a:ext cx="385763" cy="385763"/>
          </a:xfrm>
          <a:prstGeom prst="rect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2" name="anim_o2985_1">
            <a:extLst>
              <a:ext uri="{FF2B5EF4-FFF2-40B4-BE49-F238E27FC236}">
                <a16:creationId xmlns:a16="http://schemas.microsoft.com/office/drawing/2014/main" id="{A134BA6A-6D3C-4B71-BC87-7D3B70E43280}"/>
              </a:ext>
            </a:extLst>
          </p:cNvPr>
          <p:cNvSpPr>
            <a:spLocks noGrp="1"/>
          </p:cNvSpPr>
          <p:nvPr/>
        </p:nvSpPr>
        <p:spPr>
          <a:xfrm>
            <a:off x="9027795" y="814388"/>
            <a:ext cx="385763" cy="385763"/>
          </a:xfrm>
          <a:prstGeom prst="rect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3" name="anim_o2986_1">
            <a:extLst>
              <a:ext uri="{FF2B5EF4-FFF2-40B4-BE49-F238E27FC236}">
                <a16:creationId xmlns:a16="http://schemas.microsoft.com/office/drawing/2014/main" id="{C286DCEB-6D2A-4827-B637-A4728318A7DD}"/>
              </a:ext>
            </a:extLst>
          </p:cNvPr>
          <p:cNvSpPr>
            <a:spLocks noGrp="1"/>
          </p:cNvSpPr>
          <p:nvPr/>
        </p:nvSpPr>
        <p:spPr>
          <a:xfrm>
            <a:off x="9413558" y="814388"/>
            <a:ext cx="385763" cy="385763"/>
          </a:xfrm>
          <a:prstGeom prst="rect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4" name="anim_o2987_1">
            <a:extLst>
              <a:ext uri="{FF2B5EF4-FFF2-40B4-BE49-F238E27FC236}">
                <a16:creationId xmlns:a16="http://schemas.microsoft.com/office/drawing/2014/main" id="{6F947EA3-54C3-4A6D-80BC-BEBC93F2FB3C}"/>
              </a:ext>
            </a:extLst>
          </p:cNvPr>
          <p:cNvSpPr>
            <a:spLocks noGrp="1"/>
          </p:cNvSpPr>
          <p:nvPr/>
        </p:nvSpPr>
        <p:spPr>
          <a:xfrm>
            <a:off x="9799320" y="814388"/>
            <a:ext cx="385763" cy="385763"/>
          </a:xfrm>
          <a:prstGeom prst="rect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5" name="anim_o2988_1">
            <a:extLst>
              <a:ext uri="{FF2B5EF4-FFF2-40B4-BE49-F238E27FC236}">
                <a16:creationId xmlns:a16="http://schemas.microsoft.com/office/drawing/2014/main" id="{EBE405AE-0610-4D93-93DF-ED22DF871CA2}"/>
              </a:ext>
            </a:extLst>
          </p:cNvPr>
          <p:cNvSpPr>
            <a:spLocks noGrp="1"/>
          </p:cNvSpPr>
          <p:nvPr/>
        </p:nvSpPr>
        <p:spPr>
          <a:xfrm>
            <a:off x="10185083" y="814388"/>
            <a:ext cx="385763" cy="385763"/>
          </a:xfrm>
          <a:prstGeom prst="rect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6" name="anim_o2989_1">
            <a:extLst>
              <a:ext uri="{FF2B5EF4-FFF2-40B4-BE49-F238E27FC236}">
                <a16:creationId xmlns:a16="http://schemas.microsoft.com/office/drawing/2014/main" id="{00FDD614-603A-41E1-9781-0711B8E5EAB1}"/>
              </a:ext>
            </a:extLst>
          </p:cNvPr>
          <p:cNvSpPr>
            <a:spLocks noGrp="1"/>
          </p:cNvSpPr>
          <p:nvPr/>
        </p:nvSpPr>
        <p:spPr>
          <a:xfrm>
            <a:off x="9027795" y="1200150"/>
            <a:ext cx="385763" cy="385763"/>
          </a:xfrm>
          <a:prstGeom prst="rect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7" name="anim_o2990_1">
            <a:extLst>
              <a:ext uri="{FF2B5EF4-FFF2-40B4-BE49-F238E27FC236}">
                <a16:creationId xmlns:a16="http://schemas.microsoft.com/office/drawing/2014/main" id="{DF84A4A7-48A1-4D70-A059-5B8D5325D13E}"/>
              </a:ext>
            </a:extLst>
          </p:cNvPr>
          <p:cNvSpPr>
            <a:spLocks noGrp="1"/>
          </p:cNvSpPr>
          <p:nvPr/>
        </p:nvSpPr>
        <p:spPr>
          <a:xfrm>
            <a:off x="9413558" y="1200150"/>
            <a:ext cx="385763" cy="385763"/>
          </a:xfrm>
          <a:prstGeom prst="rect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8" name="anim_o2991_1">
            <a:extLst>
              <a:ext uri="{FF2B5EF4-FFF2-40B4-BE49-F238E27FC236}">
                <a16:creationId xmlns:a16="http://schemas.microsoft.com/office/drawing/2014/main" id="{49649F30-C7A5-42EE-96ED-44DA78E60801}"/>
              </a:ext>
            </a:extLst>
          </p:cNvPr>
          <p:cNvSpPr>
            <a:spLocks noGrp="1"/>
          </p:cNvSpPr>
          <p:nvPr/>
        </p:nvSpPr>
        <p:spPr>
          <a:xfrm>
            <a:off x="9799320" y="1200150"/>
            <a:ext cx="385763" cy="385763"/>
          </a:xfrm>
          <a:prstGeom prst="rect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9" name="anim_o2992_1">
            <a:extLst>
              <a:ext uri="{FF2B5EF4-FFF2-40B4-BE49-F238E27FC236}">
                <a16:creationId xmlns:a16="http://schemas.microsoft.com/office/drawing/2014/main" id="{892C26EE-AB97-45A6-90D5-DCEC5DA5B71A}"/>
              </a:ext>
            </a:extLst>
          </p:cNvPr>
          <p:cNvSpPr>
            <a:spLocks noGrp="1"/>
          </p:cNvSpPr>
          <p:nvPr/>
        </p:nvSpPr>
        <p:spPr>
          <a:xfrm>
            <a:off x="10185083" y="1200150"/>
            <a:ext cx="385763" cy="385763"/>
          </a:xfrm>
          <a:prstGeom prst="rect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0" name="anim_o2993_1">
            <a:extLst>
              <a:ext uri="{FF2B5EF4-FFF2-40B4-BE49-F238E27FC236}">
                <a16:creationId xmlns:a16="http://schemas.microsoft.com/office/drawing/2014/main" id="{FA9739D8-8170-4FFB-9A5A-3B3D79C9B6B3}"/>
              </a:ext>
            </a:extLst>
          </p:cNvPr>
          <p:cNvSpPr>
            <a:spLocks noGrp="1"/>
          </p:cNvSpPr>
          <p:nvPr/>
        </p:nvSpPr>
        <p:spPr>
          <a:xfrm>
            <a:off x="9027795" y="1585913"/>
            <a:ext cx="385763" cy="385763"/>
          </a:xfrm>
          <a:prstGeom prst="rect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1" name="anim_o2994_1">
            <a:extLst>
              <a:ext uri="{FF2B5EF4-FFF2-40B4-BE49-F238E27FC236}">
                <a16:creationId xmlns:a16="http://schemas.microsoft.com/office/drawing/2014/main" id="{51A6594E-F15E-4A78-A340-A5354025D56E}"/>
              </a:ext>
            </a:extLst>
          </p:cNvPr>
          <p:cNvSpPr>
            <a:spLocks noGrp="1"/>
          </p:cNvSpPr>
          <p:nvPr/>
        </p:nvSpPr>
        <p:spPr>
          <a:xfrm>
            <a:off x="9413558" y="1585913"/>
            <a:ext cx="385763" cy="385763"/>
          </a:xfrm>
          <a:prstGeom prst="rect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2" name="anim_o2995_1">
            <a:extLst>
              <a:ext uri="{FF2B5EF4-FFF2-40B4-BE49-F238E27FC236}">
                <a16:creationId xmlns:a16="http://schemas.microsoft.com/office/drawing/2014/main" id="{1197D41D-3ECF-458A-B5F1-FF22524CEF0F}"/>
              </a:ext>
            </a:extLst>
          </p:cNvPr>
          <p:cNvSpPr>
            <a:spLocks noGrp="1"/>
          </p:cNvSpPr>
          <p:nvPr/>
        </p:nvSpPr>
        <p:spPr>
          <a:xfrm>
            <a:off x="9799320" y="1585913"/>
            <a:ext cx="385763" cy="385763"/>
          </a:xfrm>
          <a:prstGeom prst="rect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3" name="anim_o2996_1">
            <a:extLst>
              <a:ext uri="{FF2B5EF4-FFF2-40B4-BE49-F238E27FC236}">
                <a16:creationId xmlns:a16="http://schemas.microsoft.com/office/drawing/2014/main" id="{15FD0BCB-2DAA-4424-B79B-B7B4D6CB0986}"/>
              </a:ext>
            </a:extLst>
          </p:cNvPr>
          <p:cNvSpPr>
            <a:spLocks noGrp="1"/>
          </p:cNvSpPr>
          <p:nvPr/>
        </p:nvSpPr>
        <p:spPr>
          <a:xfrm>
            <a:off x="10185083" y="1585913"/>
            <a:ext cx="385763" cy="385763"/>
          </a:xfrm>
          <a:prstGeom prst="rect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9370D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4" name="anim_o3015_1">
            <a:extLst>
              <a:ext uri="{FF2B5EF4-FFF2-40B4-BE49-F238E27FC236}">
                <a16:creationId xmlns:a16="http://schemas.microsoft.com/office/drawing/2014/main" id="{3FED61CD-FBCD-41C7-B23F-C2F7A05E7D7B}"/>
              </a:ext>
            </a:extLst>
          </p:cNvPr>
          <p:cNvSpPr>
            <a:spLocks noGrp="1"/>
          </p:cNvSpPr>
          <p:nvPr/>
        </p:nvSpPr>
        <p:spPr>
          <a:xfrm>
            <a:off x="9027795" y="2400300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5" name="anim_o3016_1">
            <a:extLst>
              <a:ext uri="{FF2B5EF4-FFF2-40B4-BE49-F238E27FC236}">
                <a16:creationId xmlns:a16="http://schemas.microsoft.com/office/drawing/2014/main" id="{5CD48620-4BC6-46BF-85FE-359898B862A3}"/>
              </a:ext>
            </a:extLst>
          </p:cNvPr>
          <p:cNvSpPr>
            <a:spLocks noGrp="1"/>
          </p:cNvSpPr>
          <p:nvPr/>
        </p:nvSpPr>
        <p:spPr>
          <a:xfrm>
            <a:off x="9413558" y="2400300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6" name="anim_o3017_1">
            <a:extLst>
              <a:ext uri="{FF2B5EF4-FFF2-40B4-BE49-F238E27FC236}">
                <a16:creationId xmlns:a16="http://schemas.microsoft.com/office/drawing/2014/main" id="{20F4B5A9-31C3-45D7-A9EF-2428901C52B4}"/>
              </a:ext>
            </a:extLst>
          </p:cNvPr>
          <p:cNvSpPr>
            <a:spLocks noGrp="1"/>
          </p:cNvSpPr>
          <p:nvPr/>
        </p:nvSpPr>
        <p:spPr>
          <a:xfrm>
            <a:off x="9799320" y="2400300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7" name="anim_o3018_1">
            <a:extLst>
              <a:ext uri="{FF2B5EF4-FFF2-40B4-BE49-F238E27FC236}">
                <a16:creationId xmlns:a16="http://schemas.microsoft.com/office/drawing/2014/main" id="{AFB48DE0-A34E-4C2A-94EB-008A521A7F66}"/>
              </a:ext>
            </a:extLst>
          </p:cNvPr>
          <p:cNvSpPr>
            <a:spLocks noGrp="1"/>
          </p:cNvSpPr>
          <p:nvPr/>
        </p:nvSpPr>
        <p:spPr>
          <a:xfrm>
            <a:off x="10185083" y="2400300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8" name="anim_o3019_1">
            <a:extLst>
              <a:ext uri="{FF2B5EF4-FFF2-40B4-BE49-F238E27FC236}">
                <a16:creationId xmlns:a16="http://schemas.microsoft.com/office/drawing/2014/main" id="{C4240433-7F8C-4F0E-80B2-EB50D202DF30}"/>
              </a:ext>
            </a:extLst>
          </p:cNvPr>
          <p:cNvSpPr>
            <a:spLocks noGrp="1"/>
          </p:cNvSpPr>
          <p:nvPr/>
        </p:nvSpPr>
        <p:spPr>
          <a:xfrm>
            <a:off x="9027795" y="2786063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9" name="anim_o3020_1">
            <a:extLst>
              <a:ext uri="{FF2B5EF4-FFF2-40B4-BE49-F238E27FC236}">
                <a16:creationId xmlns:a16="http://schemas.microsoft.com/office/drawing/2014/main" id="{B65994F2-DA28-46D2-B93A-3423D430BD5F}"/>
              </a:ext>
            </a:extLst>
          </p:cNvPr>
          <p:cNvSpPr>
            <a:spLocks noGrp="1"/>
          </p:cNvSpPr>
          <p:nvPr/>
        </p:nvSpPr>
        <p:spPr>
          <a:xfrm>
            <a:off x="9413558" y="2786063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0" name="anim_o3021_1">
            <a:extLst>
              <a:ext uri="{FF2B5EF4-FFF2-40B4-BE49-F238E27FC236}">
                <a16:creationId xmlns:a16="http://schemas.microsoft.com/office/drawing/2014/main" id="{947C3BB6-C540-46EC-AF55-BF3763A9CCF3}"/>
              </a:ext>
            </a:extLst>
          </p:cNvPr>
          <p:cNvSpPr>
            <a:spLocks noGrp="1"/>
          </p:cNvSpPr>
          <p:nvPr/>
        </p:nvSpPr>
        <p:spPr>
          <a:xfrm>
            <a:off x="9799320" y="2786063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1" name="anim_o3022_1">
            <a:extLst>
              <a:ext uri="{FF2B5EF4-FFF2-40B4-BE49-F238E27FC236}">
                <a16:creationId xmlns:a16="http://schemas.microsoft.com/office/drawing/2014/main" id="{7391E26E-8C9A-440E-A7EB-6149FFFB70C8}"/>
              </a:ext>
            </a:extLst>
          </p:cNvPr>
          <p:cNvSpPr>
            <a:spLocks noGrp="1"/>
          </p:cNvSpPr>
          <p:nvPr/>
        </p:nvSpPr>
        <p:spPr>
          <a:xfrm>
            <a:off x="10185083" y="2786063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2" name="anim_o3023_1">
            <a:extLst>
              <a:ext uri="{FF2B5EF4-FFF2-40B4-BE49-F238E27FC236}">
                <a16:creationId xmlns:a16="http://schemas.microsoft.com/office/drawing/2014/main" id="{84FEF900-2977-48C5-920D-7EF81D5E9092}"/>
              </a:ext>
            </a:extLst>
          </p:cNvPr>
          <p:cNvSpPr>
            <a:spLocks noGrp="1"/>
          </p:cNvSpPr>
          <p:nvPr/>
        </p:nvSpPr>
        <p:spPr>
          <a:xfrm>
            <a:off x="9027795" y="3171825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3" name="anim_o3024_1">
            <a:extLst>
              <a:ext uri="{FF2B5EF4-FFF2-40B4-BE49-F238E27FC236}">
                <a16:creationId xmlns:a16="http://schemas.microsoft.com/office/drawing/2014/main" id="{123BEE2B-E8BB-4A2D-AC37-0C89E073CFCE}"/>
              </a:ext>
            </a:extLst>
          </p:cNvPr>
          <p:cNvSpPr>
            <a:spLocks noGrp="1"/>
          </p:cNvSpPr>
          <p:nvPr/>
        </p:nvSpPr>
        <p:spPr>
          <a:xfrm>
            <a:off x="9413558" y="3171825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4" name="anim_o3025_1">
            <a:extLst>
              <a:ext uri="{FF2B5EF4-FFF2-40B4-BE49-F238E27FC236}">
                <a16:creationId xmlns:a16="http://schemas.microsoft.com/office/drawing/2014/main" id="{F5BD5593-DCBD-4DD1-8909-72F4A4FCA998}"/>
              </a:ext>
            </a:extLst>
          </p:cNvPr>
          <p:cNvSpPr>
            <a:spLocks noGrp="1"/>
          </p:cNvSpPr>
          <p:nvPr/>
        </p:nvSpPr>
        <p:spPr>
          <a:xfrm>
            <a:off x="9799320" y="3171825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5" name="anim_o3026_1">
            <a:extLst>
              <a:ext uri="{FF2B5EF4-FFF2-40B4-BE49-F238E27FC236}">
                <a16:creationId xmlns:a16="http://schemas.microsoft.com/office/drawing/2014/main" id="{31CB1678-9FEC-41BC-B7C2-0A32BBF89256}"/>
              </a:ext>
            </a:extLst>
          </p:cNvPr>
          <p:cNvSpPr>
            <a:spLocks noGrp="1"/>
          </p:cNvSpPr>
          <p:nvPr/>
        </p:nvSpPr>
        <p:spPr>
          <a:xfrm>
            <a:off x="10185083" y="3171825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6" name="anim_o3027_1">
            <a:extLst>
              <a:ext uri="{FF2B5EF4-FFF2-40B4-BE49-F238E27FC236}">
                <a16:creationId xmlns:a16="http://schemas.microsoft.com/office/drawing/2014/main" id="{98C6884B-3C22-4676-BA98-953E1D6F0A14}"/>
              </a:ext>
            </a:extLst>
          </p:cNvPr>
          <p:cNvSpPr>
            <a:spLocks noGrp="1"/>
          </p:cNvSpPr>
          <p:nvPr/>
        </p:nvSpPr>
        <p:spPr>
          <a:xfrm>
            <a:off x="9027795" y="3557588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7" name="anim_o3028_1">
            <a:extLst>
              <a:ext uri="{FF2B5EF4-FFF2-40B4-BE49-F238E27FC236}">
                <a16:creationId xmlns:a16="http://schemas.microsoft.com/office/drawing/2014/main" id="{3B59F3D6-74FA-400A-ACA1-B57C3E065CBD}"/>
              </a:ext>
            </a:extLst>
          </p:cNvPr>
          <p:cNvSpPr>
            <a:spLocks noGrp="1"/>
          </p:cNvSpPr>
          <p:nvPr/>
        </p:nvSpPr>
        <p:spPr>
          <a:xfrm>
            <a:off x="9413558" y="3557588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8" name="anim_o3029_1">
            <a:extLst>
              <a:ext uri="{FF2B5EF4-FFF2-40B4-BE49-F238E27FC236}">
                <a16:creationId xmlns:a16="http://schemas.microsoft.com/office/drawing/2014/main" id="{B6253029-A05E-4B9A-B383-3EAB2D0504DD}"/>
              </a:ext>
            </a:extLst>
          </p:cNvPr>
          <p:cNvSpPr>
            <a:spLocks noGrp="1"/>
          </p:cNvSpPr>
          <p:nvPr/>
        </p:nvSpPr>
        <p:spPr>
          <a:xfrm>
            <a:off x="9799320" y="3557588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9" name="anim_o3030_1">
            <a:extLst>
              <a:ext uri="{FF2B5EF4-FFF2-40B4-BE49-F238E27FC236}">
                <a16:creationId xmlns:a16="http://schemas.microsoft.com/office/drawing/2014/main" id="{802846D3-7869-48DF-B913-CE1FE6A0410F}"/>
              </a:ext>
            </a:extLst>
          </p:cNvPr>
          <p:cNvSpPr>
            <a:spLocks noGrp="1"/>
          </p:cNvSpPr>
          <p:nvPr/>
        </p:nvSpPr>
        <p:spPr>
          <a:xfrm>
            <a:off x="10185083" y="3557588"/>
            <a:ext cx="385763" cy="385763"/>
          </a:xfrm>
          <a:prstGeom prst="rect">
            <a:avLst/>
          </a:prstGeom>
          <a:solidFill>
            <a:srgbClr val="FFFF00">
              <a:alpha val="9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0" name="anim_to3031_0_1">
            <a:extLst>
              <a:ext uri="{FF2B5EF4-FFF2-40B4-BE49-F238E27FC236}">
                <a16:creationId xmlns:a16="http://schemas.microsoft.com/office/drawing/2014/main" id="{52CEC37B-CD84-42A1-A03A-F5D688A7C004}"/>
              </a:ext>
            </a:extLst>
          </p:cNvPr>
          <p:cNvSpPr>
            <a:spLocks noGrp="1"/>
          </p:cNvSpPr>
          <p:nvPr/>
        </p:nvSpPr>
        <p:spPr>
          <a:xfrm>
            <a:off x="696054" y="5595094"/>
            <a:ext cx="11317705" cy="6408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037" b="1">
                <a:solidFill>
                  <a:srgbClr val="76DDC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037" b="1">
                <a:solidFill>
                  <a:srgbClr val="76DDC0"/>
                </a:solidFill>
                <a:latin typeface="Consolas"/>
                <a:ea typeface="Consolas"/>
                <a:cs typeface="Consolas"/>
              </a:defRPr>
            </a:pPr>
            <a:r>
              <a:rPr sz="4037" b="1">
                <a:solidFill>
                  <a:srgbClr val="76DDC0"/>
                </a:solidFill>
                <a:latin typeface="Consolas"/>
                <a:ea typeface="Consolas"/>
                <a:cs typeface="Consolas"/>
              </a:rPr>
              <a:t>Multiple Filters → Multiple Feature Maps</a:t>
            </a:r>
          </a:p>
        </p:txBody>
      </p:sp>
    </p:spTree>
    <p:extLst>
      <p:ext uri="{BB962C8B-B14F-4D97-AF65-F5344CB8AC3E}">
        <p14:creationId xmlns:p14="http://schemas.microsoft.com/office/powerpoint/2010/main" val="1132440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63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125 -0.2375 E" pathEditMode="relative" ptsTypes="">
                                      <p:cBhvr>
                                        <p:cTn id="56" dur="1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125 -0.2375 E" pathEditMode="relative" ptsTypes="">
                                      <p:cBhvr>
                                        <p:cTn id="58" dur="1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125 -0.2375 E" pathEditMode="relative" ptsTypes="">
                                      <p:cBhvr>
                                        <p:cTn id="60" dur="1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125 -0.2375 E" pathEditMode="relative" ptsTypes="">
                                      <p:cBhvr>
                                        <p:cTn id="62" dur="1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125 -0.2375 E" pathEditMode="relative" ptsTypes="">
                                      <p:cBhvr>
                                        <p:cTn id="64" dur="1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125 -0.2375 E" pathEditMode="relative" ptsTypes="">
                                      <p:cBhvr>
                                        <p:cTn id="66" dur="1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125 -0.2375 E" pathEditMode="relative" ptsTypes="">
                                      <p:cBhvr>
                                        <p:cTn id="68" dur="1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125 -0.2375 E" pathEditMode="relative" ptsTypes="">
                                      <p:cBhvr>
                                        <p:cTn id="70" dur="1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125 -0.2375 E" pathEditMode="relative" ptsTypes="">
                                      <p:cBhvr>
                                        <p:cTn id="72" dur="1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125 -0.2375 E" pathEditMode="relative" ptsTypes="">
                                      <p:cBhvr>
                                        <p:cTn id="74" dur="1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125 -0.2375 E" pathEditMode="relative" ptsTypes="">
                                      <p:cBhvr>
                                        <p:cTn id="76" dur="1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125 -0.2375 E" pathEditMode="relative" ptsTypes="">
                                      <p:cBhvr>
                                        <p:cTn id="78" dur="1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125 -0.2375 E" pathEditMode="relative" ptsTypes="">
                                      <p:cBhvr>
                                        <p:cTn id="80" dur="1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125 -0.2375 E" pathEditMode="relative" ptsTypes="">
                                      <p:cBhvr>
                                        <p:cTn id="82" dur="1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125 -0.2375 E" pathEditMode="relative" ptsTypes="">
                                      <p:cBhvr>
                                        <p:cTn id="84" dur="1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125 -0.2375 E" pathEditMode="relative" ptsTypes="">
                                      <p:cBhvr>
                                        <p:cTn id="86" dur="1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8125 0.2375 E" pathEditMode="relative" ptsTypes="">
                                      <p:cBhvr>
                                        <p:cTn id="88" dur="1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8125 0.2375 E" pathEditMode="relative" ptsTypes="">
                                      <p:cBhvr>
                                        <p:cTn id="90" dur="15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8125 0.2375 E" pathEditMode="relative" ptsTypes="">
                                      <p:cBhvr>
                                        <p:cTn id="92" dur="15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8125 0.2375 E" pathEditMode="relative" ptsTypes="">
                                      <p:cBhvr>
                                        <p:cTn id="94" dur="15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8125 0.2375 E" pathEditMode="relative" ptsTypes="">
                                      <p:cBhvr>
                                        <p:cTn id="96" dur="15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8125 0.2375 E" pathEditMode="relative" ptsTypes="">
                                      <p:cBhvr>
                                        <p:cTn id="98" dur="15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8125 0.2375 E" pathEditMode="relative" ptsTypes="">
                                      <p:cBhvr>
                                        <p:cTn id="100" dur="15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8125 0.2375 E" pathEditMode="relative" ptsTypes="">
                                      <p:cBhvr>
                                        <p:cTn id="102" dur="15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8125 0.2375 E" pathEditMode="relative" ptsTypes="">
                                      <p:cBhvr>
                                        <p:cTn id="104" dur="15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8125 0.2375 E" pathEditMode="relative" ptsTypes="">
                                      <p:cBhvr>
                                        <p:cTn id="106" dur="1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8125 0.2375 E" pathEditMode="relative" ptsTypes="">
                                      <p:cBhvr>
                                        <p:cTn id="108" dur="15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8125 0.2375 E" pathEditMode="relative" ptsTypes="">
                                      <p:cBhvr>
                                        <p:cTn id="110" dur="15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8125 0.2375 E" pathEditMode="relative" ptsTypes="">
                                      <p:cBhvr>
                                        <p:cTn id="112" dur="1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8125 0.2375 E" pathEditMode="relative" ptsTypes="">
                                      <p:cBhvr>
                                        <p:cTn id="114" dur="15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8125 0.2375 E" pathEditMode="relative" ptsTypes="">
                                      <p:cBhvr>
                                        <p:cTn id="116" dur="15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8125 0.2375 E" pathEditMode="relative" ptsTypes="">
                                      <p:cBhvr>
                                        <p:cTn id="118" dur="1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63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19096 -0.0643182 E" pathEditMode="relative" ptsTypes="">
                                      <p:cBhvr>
                                        <p:cTn id="122" dur="15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4" dur="1500" fill="hold"/>
                                        <p:tgtEl>
                                          <p:spTgt spid="24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09668 -0.0643182 E" pathEditMode="relative" ptsTypes="">
                                      <p:cBhvr>
                                        <p:cTn id="126" dur="1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8" dur="15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2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38432 -0.0643182 E" pathEditMode="relative" ptsTypes="">
                                      <p:cBhvr>
                                        <p:cTn id="130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2" dur="1500" fill="hold"/>
                                        <p:tgtEl>
                                          <p:spTgt spid="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3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19096 -0.0694318 E" pathEditMode="relative" ptsTypes="">
                                      <p:cBhvr>
                                        <p:cTn id="134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6" dur="1500" fill="hold"/>
                                        <p:tgtEl>
                                          <p:spTgt spid="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3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09668 -0.0694318 E" pathEditMode="relative" ptsTypes="">
                                      <p:cBhvr>
                                        <p:cTn id="138" dur="1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0" dur="1500" fill="hold"/>
                                        <p:tgtEl>
                                          <p:spTgt spid="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4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38432 -0.0694318 E" pathEditMode="relative" ptsTypes="">
                                      <p:cBhvr>
                                        <p:cTn id="142" dur="1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4" dur="1500" fill="hold"/>
                                        <p:tgtEl>
                                          <p:spTgt spid="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4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19096 -0.0745455 E" pathEditMode="relative" ptsTypes="">
                                      <p:cBhvr>
                                        <p:cTn id="146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8" dur="1500" fill="hold"/>
                                        <p:tgtEl>
                                          <p:spTgt spid="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4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09668 -0.0745455 E" pathEditMode="relative" ptsTypes="">
                                      <p:cBhvr>
                                        <p:cTn id="150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2" dur="1500" fill="hold"/>
                                        <p:tgtEl>
                                          <p:spTgt spid="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5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38432 -0.0745455 E" pathEditMode="relative" ptsTypes="">
                                      <p:cBhvr>
                                        <p:cTn id="154" dur="1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6" dur="1500" fill="hold"/>
                                        <p:tgtEl>
                                          <p:spTgt spid="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5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8125 -0.2375 L -0.0488672 -0.2764205 E" pathEditMode="relative" ptsTypes="">
                                      <p:cBhvr>
                                        <p:cTn id="158" dur="1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9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0" dur="1500" fill="hold"/>
                                        <p:tgtEl>
                                          <p:spTgt spid="1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6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8125 -0.2375 L -0.0517436 -0.2764205 E" pathEditMode="relative" ptsTypes="">
                                      <p:cBhvr>
                                        <p:cTn id="162" dur="1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3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4" dur="1500" fill="hold"/>
                                        <p:tgtEl>
                                          <p:spTgt spid="1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6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8125 -0.2375 L -0.05462 -0.2764205 E" pathEditMode="relative" ptsTypes="">
                                      <p:cBhvr>
                                        <p:cTn id="166" dur="1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7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8" dur="1500" fill="hold"/>
                                        <p:tgtEl>
                                          <p:spTgt spid="1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6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8125 -0.2375 L -0.0574964 -0.2764205 E" pathEditMode="relative" ptsTypes="">
                                      <p:cBhvr>
                                        <p:cTn id="170" dur="1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1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2" dur="1500" fill="hold"/>
                                        <p:tgtEl>
                                          <p:spTgt spid="1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7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8125 -0.2375 L -0.0488672 -0.2815341 E" pathEditMode="relative" ptsTypes="">
                                      <p:cBhvr>
                                        <p:cTn id="174" dur="1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5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6" dur="1500" fill="hold"/>
                                        <p:tgtEl>
                                          <p:spTgt spid="1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7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8125 -0.2375 L -0.0517436 -0.2815341 E" pathEditMode="relative" ptsTypes="">
                                      <p:cBhvr>
                                        <p:cTn id="178" dur="1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9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0" dur="1500" fill="hold"/>
                                        <p:tgtEl>
                                          <p:spTgt spid="1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8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8125 -0.2375 L -0.05462 -0.2815341 E" pathEditMode="relative" ptsTypes="">
                                      <p:cBhvr>
                                        <p:cTn id="182" dur="1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3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4" dur="1500" fill="hold"/>
                                        <p:tgtEl>
                                          <p:spTgt spid="1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8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8125 -0.2375 L -0.0574964 -0.2815341 E" pathEditMode="relative" ptsTypes="">
                                      <p:cBhvr>
                                        <p:cTn id="186" dur="1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7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8" dur="1500" fill="hold"/>
                                        <p:tgtEl>
                                          <p:spTgt spid="1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8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8125 -0.2375 L -0.0488672 -0.2866477 E" pathEditMode="relative" ptsTypes="">
                                      <p:cBhvr>
                                        <p:cTn id="190" dur="1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1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2" dur="1500" fill="hold"/>
                                        <p:tgtEl>
                                          <p:spTgt spid="1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9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8125 -0.2375 L -0.0517436 -0.2866477 E" pathEditMode="relative" ptsTypes="">
                                      <p:cBhvr>
                                        <p:cTn id="194" dur="1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5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6" dur="1500" fill="hold"/>
                                        <p:tgtEl>
                                          <p:spTgt spid="1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9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8125 -0.2375 L -0.05462 -0.2866477 E" pathEditMode="relative" ptsTypes="">
                                      <p:cBhvr>
                                        <p:cTn id="198" dur="1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9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0" dur="1500" fill="hold"/>
                                        <p:tgtEl>
                                          <p:spTgt spid="2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0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8125 -0.2375 L -0.0574964 -0.2866477 E" pathEditMode="relative" ptsTypes="">
                                      <p:cBhvr>
                                        <p:cTn id="202" dur="1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3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4" dur="1500" fill="hold"/>
                                        <p:tgtEl>
                                          <p:spTgt spid="2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0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8125 -0.2375 L -0.0488672 -0.2917614 E" pathEditMode="relative" ptsTypes="">
                                      <p:cBhvr>
                                        <p:cTn id="206" dur="1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7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8" dur="1500" fill="hold"/>
                                        <p:tgtEl>
                                          <p:spTgt spid="2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0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8125 -0.2375 L -0.0517436 -0.2917614 E" pathEditMode="relative" ptsTypes="">
                                      <p:cBhvr>
                                        <p:cTn id="210" dur="1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1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2" dur="1500" fill="hold"/>
                                        <p:tgtEl>
                                          <p:spTgt spid="2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1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8125 -0.2375 L -0.05462 -0.2917614 E" pathEditMode="relative" ptsTypes="">
                                      <p:cBhvr>
                                        <p:cTn id="214" dur="1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5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6" dur="1500" fill="hold"/>
                                        <p:tgtEl>
                                          <p:spTgt spid="2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1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8125 -0.2375 L -0.0574964 -0.2917614 E" pathEditMode="relative" ptsTypes="">
                                      <p:cBhvr>
                                        <p:cTn id="218" dur="1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9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0" dur="1500" fill="hold"/>
                                        <p:tgtEl>
                                          <p:spTgt spid="2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2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03116 -0.0614773 E" pathEditMode="relative" ptsTypes="">
                                      <p:cBhvr>
                                        <p:cTn id="222" dur="1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4" dur="1500" fill="hold"/>
                                        <p:tgtEl>
                                          <p:spTgt spid="2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25648 -0.0614773 E" pathEditMode="relative" ptsTypes="">
                                      <p:cBhvr>
                                        <p:cTn id="226" dur="1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8" dur="1500" fill="hold"/>
                                        <p:tgtEl>
                                          <p:spTgt spid="2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2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54412 -0.0614773 E" pathEditMode="relative" ptsTypes="">
                                      <p:cBhvr>
                                        <p:cTn id="230" dur="1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2" dur="1500" fill="hold"/>
                                        <p:tgtEl>
                                          <p:spTgt spid="2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3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03116 -0.0665909 E" pathEditMode="relative" ptsTypes="">
                                      <p:cBhvr>
                                        <p:cTn id="234" dur="1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6" dur="1500" fill="hold"/>
                                        <p:tgtEl>
                                          <p:spTgt spid="2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3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25648 -0.0665909 E" pathEditMode="relative" ptsTypes="">
                                      <p:cBhvr>
                                        <p:cTn id="238" dur="1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0" dur="15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4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54412 -0.0665909 E" pathEditMode="relative" ptsTypes="">
                                      <p:cBhvr>
                                        <p:cTn id="242" dur="1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4" dur="1500" fill="hold"/>
                                        <p:tgtEl>
                                          <p:spTgt spid="3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4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03116 -0.0717045 E" pathEditMode="relative" ptsTypes="">
                                      <p:cBhvr>
                                        <p:cTn id="246" dur="1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8" dur="1500" fill="hold"/>
                                        <p:tgtEl>
                                          <p:spTgt spid="3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4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25648 -0.0717045 E" pathEditMode="relative" ptsTypes="">
                                      <p:cBhvr>
                                        <p:cTn id="250" dur="1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2" dur="15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5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54412 -0.0717045 E" pathEditMode="relative" ptsTypes="">
                                      <p:cBhvr>
                                        <p:cTn id="254" dur="1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6" dur="1500" fill="hold"/>
                                        <p:tgtEl>
                                          <p:spTgt spid="3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5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94602 -0.0420455 E" pathEditMode="relative" ptsTypes="">
                                      <p:cBhvr>
                                        <p:cTn id="258" dur="1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0" dur="1500" fill="hold"/>
                                        <p:tgtEl>
                                          <p:spTgt spid="3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54687 -0.0420455 E" pathEditMode="relative" ptsTypes="">
                                      <p:cBhvr>
                                        <p:cTn id="262" dur="1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4" dur="1500" fill="hold"/>
                                        <p:tgtEl>
                                          <p:spTgt spid="3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" dur="1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23118 -0.0321023 E" pathEditMode="relative" ptsTypes="">
                                      <p:cBhvr>
                                        <p:cTn id="269" dur="1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1" dur="1500" fill="hold"/>
                                        <p:tgtEl>
                                          <p:spTgt spid="3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94354 -0.0321023 E" pathEditMode="relative" ptsTypes="">
                                      <p:cBhvr>
                                        <p:cTn id="273" dur="1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5" dur="1500" fill="hold"/>
                                        <p:tgtEl>
                                          <p:spTgt spid="3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5589 -0.0321023 E" pathEditMode="relative" ptsTypes="">
                                      <p:cBhvr>
                                        <p:cTn id="277" dur="1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9" dur="1500" fill="hold"/>
                                        <p:tgtEl>
                                          <p:spTgt spid="3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36825 -0.0321023 E" pathEditMode="relative" ptsTypes="">
                                      <p:cBhvr>
                                        <p:cTn id="281" dur="1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3" dur="1500" fill="hold"/>
                                        <p:tgtEl>
                                          <p:spTgt spid="4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08061 -0.0321023 E" pathEditMode="relative" ptsTypes="">
                                      <p:cBhvr>
                                        <p:cTn id="285" dur="1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7" dur="1500" fill="hold"/>
                                        <p:tgtEl>
                                          <p:spTgt spid="4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79297 -0.0321023 E" pathEditMode="relative" ptsTypes="">
                                      <p:cBhvr>
                                        <p:cTn id="289" dur="1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1" dur="1500" fill="hold"/>
                                        <p:tgtEl>
                                          <p:spTgt spid="4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23118 -0.0372159 E" pathEditMode="relative" ptsTypes="">
                                      <p:cBhvr>
                                        <p:cTn id="293" dur="1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5" dur="1500" fill="hold"/>
                                        <p:tgtEl>
                                          <p:spTgt spid="4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2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94354 -0.0372159 E" pathEditMode="relative" ptsTypes="">
                                      <p:cBhvr>
                                        <p:cTn id="297" dur="1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9" dur="15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5589 -0.0372159 E" pathEditMode="relative" ptsTypes="">
                                      <p:cBhvr>
                                        <p:cTn id="301" dur="1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3" dur="1500" fill="hold"/>
                                        <p:tgtEl>
                                          <p:spTgt spid="4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36825 -0.0372159 E" pathEditMode="relative" ptsTypes="">
                                      <p:cBhvr>
                                        <p:cTn id="305" dur="1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7" dur="1500" fill="hold"/>
                                        <p:tgtEl>
                                          <p:spTgt spid="4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08061 -0.0372159 E" pathEditMode="relative" ptsTypes="">
                                      <p:cBhvr>
                                        <p:cTn id="309" dur="1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1" dur="15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79297 -0.0372159 E" pathEditMode="relative" ptsTypes="">
                                      <p:cBhvr>
                                        <p:cTn id="313" dur="1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5" dur="15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23118 -0.0423295 E" pathEditMode="relative" ptsTypes="">
                                      <p:cBhvr>
                                        <p:cTn id="317" dur="1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9" dur="15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94354 -0.0423295 E" pathEditMode="relative" ptsTypes="">
                                      <p:cBhvr>
                                        <p:cTn id="321" dur="1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3" dur="1500" fill="hold"/>
                                        <p:tgtEl>
                                          <p:spTgt spid="5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5589 -0.0423295 E" pathEditMode="relative" ptsTypes="">
                                      <p:cBhvr>
                                        <p:cTn id="325" dur="1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7" dur="1500" fill="hold"/>
                                        <p:tgtEl>
                                          <p:spTgt spid="5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36825 -0.0423295 E" pathEditMode="relative" ptsTypes="">
                                      <p:cBhvr>
                                        <p:cTn id="329" dur="1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1" dur="1500" fill="hold"/>
                                        <p:tgtEl>
                                          <p:spTgt spid="5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08061 -0.0423295 E" pathEditMode="relative" ptsTypes="">
                                      <p:cBhvr>
                                        <p:cTn id="333" dur="1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5" dur="1500" fill="hold"/>
                                        <p:tgtEl>
                                          <p:spTgt spid="5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79297 -0.0423295 E" pathEditMode="relative" ptsTypes="">
                                      <p:cBhvr>
                                        <p:cTn id="337" dur="1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9" dur="1500" fill="hold"/>
                                        <p:tgtEl>
                                          <p:spTgt spid="5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23118 -0.0474432 E" pathEditMode="relative" ptsTypes="">
                                      <p:cBhvr>
                                        <p:cTn id="341" dur="1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3" dur="1500" fill="hold"/>
                                        <p:tgtEl>
                                          <p:spTgt spid="5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94354 -0.0474432 E" pathEditMode="relative" ptsTypes="">
                                      <p:cBhvr>
                                        <p:cTn id="345" dur="1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7" dur="1500" fill="hold"/>
                                        <p:tgtEl>
                                          <p:spTgt spid="5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5589 -0.0474432 E" pathEditMode="relative" ptsTypes="">
                                      <p:cBhvr>
                                        <p:cTn id="349" dur="1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1" dur="1500" fill="hold"/>
                                        <p:tgtEl>
                                          <p:spTgt spid="5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36825 -0.0474432 E" pathEditMode="relative" ptsTypes="">
                                      <p:cBhvr>
                                        <p:cTn id="353" dur="1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5" dur="1500" fill="hold"/>
                                        <p:tgtEl>
                                          <p:spTgt spid="5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08061 -0.0474432 E" pathEditMode="relative" ptsTypes="">
                                      <p:cBhvr>
                                        <p:cTn id="357" dur="1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9" dur="1500" fill="hold"/>
                                        <p:tgtEl>
                                          <p:spTgt spid="5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79297 -0.0474432 E" pathEditMode="relative" ptsTypes="">
                                      <p:cBhvr>
                                        <p:cTn id="361" dur="1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3" dur="1500" fill="hold"/>
                                        <p:tgtEl>
                                          <p:spTgt spid="6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23118 -0.0525568 E" pathEditMode="relative" ptsTypes="">
                                      <p:cBhvr>
                                        <p:cTn id="365" dur="1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7" dur="1500" fill="hold"/>
                                        <p:tgtEl>
                                          <p:spTgt spid="6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94354 -0.0525568 E" pathEditMode="relative" ptsTypes="">
                                      <p:cBhvr>
                                        <p:cTn id="369" dur="1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1" dur="1500" fill="hold"/>
                                        <p:tgtEl>
                                          <p:spTgt spid="6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5589 -0.0525568 E" pathEditMode="relative" ptsTypes="">
                                      <p:cBhvr>
                                        <p:cTn id="373" dur="1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5" dur="1500" fill="hold"/>
                                        <p:tgtEl>
                                          <p:spTgt spid="6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36825 -0.0525568 E" pathEditMode="relative" ptsTypes="">
                                      <p:cBhvr>
                                        <p:cTn id="377" dur="1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9" dur="1500" fill="hold"/>
                                        <p:tgtEl>
                                          <p:spTgt spid="6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08061 -0.0525568 E" pathEditMode="relative" ptsTypes="">
                                      <p:cBhvr>
                                        <p:cTn id="381" dur="1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3" dur="1500" fill="hold"/>
                                        <p:tgtEl>
                                          <p:spTgt spid="6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79297 -0.0525568 E" pathEditMode="relative" ptsTypes="">
                                      <p:cBhvr>
                                        <p:cTn id="385" dur="1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7" dur="1500" fill="hold"/>
                                        <p:tgtEl>
                                          <p:spTgt spid="6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23118 -0.0576705 E" pathEditMode="relative" ptsTypes="">
                                      <p:cBhvr>
                                        <p:cTn id="389" dur="1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1" dur="1500" fill="hold"/>
                                        <p:tgtEl>
                                          <p:spTgt spid="6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94354 -0.0576705 E" pathEditMode="relative" ptsTypes="">
                                      <p:cBhvr>
                                        <p:cTn id="393" dur="1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5" dur="1500" fill="hold"/>
                                        <p:tgtEl>
                                          <p:spTgt spid="6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3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5589 -0.0576705 E" pathEditMode="relative" ptsTypes="">
                                      <p:cBhvr>
                                        <p:cTn id="397" dur="1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9" dur="1500" fill="hold"/>
                                        <p:tgtEl>
                                          <p:spTgt spid="6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36825 -0.0576705 E" pathEditMode="relative" ptsTypes="">
                                      <p:cBhvr>
                                        <p:cTn id="401" dur="1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3" dur="1500" fill="hold"/>
                                        <p:tgtEl>
                                          <p:spTgt spid="7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08061 -0.0576705 E" pathEditMode="relative" ptsTypes="">
                                      <p:cBhvr>
                                        <p:cTn id="405" dur="1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7" dur="1500" fill="hold"/>
                                        <p:tgtEl>
                                          <p:spTgt spid="7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79297 -0.0576705 E" pathEditMode="relative" ptsTypes="">
                                      <p:cBhvr>
                                        <p:cTn id="409" dur="1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1" dur="1500" fill="hold"/>
                                        <p:tgtEl>
                                          <p:spTgt spid="7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12864 -0.0586364 E" pathEditMode="relative" ptsTypes="">
                                      <p:cBhvr>
                                        <p:cTn id="413" dur="1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5" dur="1500" fill="hold"/>
                                        <p:tgtEl>
                                          <p:spTgt spid="7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41628 -0.0586364 E" pathEditMode="relative" ptsTypes="">
                                      <p:cBhvr>
                                        <p:cTn id="417" dur="1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9" dur="1500" fill="hold"/>
                                        <p:tgtEl>
                                          <p:spTgt spid="7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70392 -0.0586364 E" pathEditMode="relative" ptsTypes="">
                                      <p:cBhvr>
                                        <p:cTn id="421" dur="1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3" dur="1500" fill="hold"/>
                                        <p:tgtEl>
                                          <p:spTgt spid="7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12864 -0.06375 E" pathEditMode="relative" ptsTypes="">
                                      <p:cBhvr>
                                        <p:cTn id="425" dur="1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7" dur="1500" fill="hold"/>
                                        <p:tgtEl>
                                          <p:spTgt spid="7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41628 -0.06375 E" pathEditMode="relative" ptsTypes="">
                                      <p:cBhvr>
                                        <p:cTn id="429" dur="1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1" dur="1500" fill="hold"/>
                                        <p:tgtEl>
                                          <p:spTgt spid="7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70392 -0.06375 E" pathEditMode="relative" ptsTypes="">
                                      <p:cBhvr>
                                        <p:cTn id="433" dur="1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5" dur="1500" fill="hold"/>
                                        <p:tgtEl>
                                          <p:spTgt spid="7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12864 -0.0688636 E" pathEditMode="relative" ptsTypes="">
                                      <p:cBhvr>
                                        <p:cTn id="437" dur="1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9" dur="1500" fill="hold"/>
                                        <p:tgtEl>
                                          <p:spTgt spid="7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41628 -0.0688636 E" pathEditMode="relative" ptsTypes="">
                                      <p:cBhvr>
                                        <p:cTn id="441" dur="1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3" dur="1500" fill="hold"/>
                                        <p:tgtEl>
                                          <p:spTgt spid="8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70392 -0.0688636 E" pathEditMode="relative" ptsTypes="">
                                      <p:cBhvr>
                                        <p:cTn id="445" dur="1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7" dur="1500" fill="hold"/>
                                        <p:tgtEl>
                                          <p:spTgt spid="8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19096 -0.0397727 E" pathEditMode="relative" ptsTypes="">
                                      <p:cBhvr>
                                        <p:cTn id="449" dur="1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1" dur="1500" fill="hold"/>
                                        <p:tgtEl>
                                          <p:spTgt spid="8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09668 -0.0397727 E" pathEditMode="relative" ptsTypes="">
                                      <p:cBhvr>
                                        <p:cTn id="453" dur="1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5" dur="1500" fill="hold"/>
                                        <p:tgtEl>
                                          <p:spTgt spid="8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38432 -0.0397727 E" pathEditMode="relative" ptsTypes="">
                                      <p:cBhvr>
                                        <p:cTn id="457" dur="1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9" dur="1500" fill="hold"/>
                                        <p:tgtEl>
                                          <p:spTgt spid="8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19096 -0.0448864 E" pathEditMode="relative" ptsTypes="">
                                      <p:cBhvr>
                                        <p:cTn id="461" dur="1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3" dur="1500" fill="hold"/>
                                        <p:tgtEl>
                                          <p:spTgt spid="8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09668 -0.0448864 E" pathEditMode="relative" ptsTypes="">
                                      <p:cBhvr>
                                        <p:cTn id="465" dur="1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7" dur="1500" fill="hold"/>
                                        <p:tgtEl>
                                          <p:spTgt spid="8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38432 -0.0448864 E" pathEditMode="relative" ptsTypes="">
                                      <p:cBhvr>
                                        <p:cTn id="469" dur="1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1" dur="1500" fill="hold"/>
                                        <p:tgtEl>
                                          <p:spTgt spid="8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19096 -0.05 E" pathEditMode="relative" ptsTypes="">
                                      <p:cBhvr>
                                        <p:cTn id="473" dur="1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5" dur="1500" fill="hold"/>
                                        <p:tgtEl>
                                          <p:spTgt spid="8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09668 -0.05 E" pathEditMode="relative" ptsTypes="">
                                      <p:cBhvr>
                                        <p:cTn id="477" dur="1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9" dur="1500" fill="hold"/>
                                        <p:tgtEl>
                                          <p:spTgt spid="8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38432 -0.05 E" pathEditMode="relative" ptsTypes="">
                                      <p:cBhvr>
                                        <p:cTn id="481" dur="1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3" dur="1500" fill="hold"/>
                                        <p:tgtEl>
                                          <p:spTgt spid="9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07138 -0.0292614 E" pathEditMode="relative" ptsTypes="">
                                      <p:cBhvr>
                                        <p:cTn id="485" dur="1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7" dur="1500" fill="hold"/>
                                        <p:tgtEl>
                                          <p:spTgt spid="9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8374 -0.0292614 E" pathEditMode="relative" ptsTypes="">
                                      <p:cBhvr>
                                        <p:cTn id="489" dur="1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1" dur="1500" fill="hold"/>
                                        <p:tgtEl>
                                          <p:spTgt spid="9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49609 -0.0292614 E" pathEditMode="relative" ptsTypes="">
                                      <p:cBhvr>
                                        <p:cTn id="493" dur="1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5" dur="1500" fill="hold"/>
                                        <p:tgtEl>
                                          <p:spTgt spid="9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4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20845 -0.0292614 E" pathEditMode="relative" ptsTypes="">
                                      <p:cBhvr>
                                        <p:cTn id="497" dur="1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9" dur="1500" fill="hold"/>
                                        <p:tgtEl>
                                          <p:spTgt spid="9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92081 -0.0292614 E" pathEditMode="relative" ptsTypes="">
                                      <p:cBhvr>
                                        <p:cTn id="501" dur="1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3" dur="1500" fill="hold"/>
                                        <p:tgtEl>
                                          <p:spTgt spid="9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63317 -0.0292614 E" pathEditMode="relative" ptsTypes="">
                                      <p:cBhvr>
                                        <p:cTn id="505" dur="1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7" dur="15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07138 -0.034375 E" pathEditMode="relative" ptsTypes="">
                                      <p:cBhvr>
                                        <p:cTn id="509" dur="1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1" dur="1500" fill="hold"/>
                                        <p:tgtEl>
                                          <p:spTgt spid="9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8374 -0.034375 E" pathEditMode="relative" ptsTypes="">
                                      <p:cBhvr>
                                        <p:cTn id="513" dur="1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5" dur="1500" fill="hold"/>
                                        <p:tgtEl>
                                          <p:spTgt spid="9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49609 -0.034375 E" pathEditMode="relative" ptsTypes="">
                                      <p:cBhvr>
                                        <p:cTn id="517" dur="1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9" dur="1500" fill="hold"/>
                                        <p:tgtEl>
                                          <p:spTgt spid="9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20845 -0.034375 E" pathEditMode="relative" ptsTypes="">
                                      <p:cBhvr>
                                        <p:cTn id="521" dur="1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3" dur="15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92081 -0.034375 E" pathEditMode="relative" ptsTypes="">
                                      <p:cBhvr>
                                        <p:cTn id="525" dur="1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7" dur="1500" fill="hold"/>
                                        <p:tgtEl>
                                          <p:spTgt spid="10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63317 -0.034375 E" pathEditMode="relative" ptsTypes="">
                                      <p:cBhvr>
                                        <p:cTn id="529" dur="1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31" dur="1500" fill="hold"/>
                                        <p:tgtEl>
                                          <p:spTgt spid="10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07138 -0.0394886 E" pathEditMode="relative" ptsTypes="">
                                      <p:cBhvr>
                                        <p:cTn id="533" dur="1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35" dur="15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8374 -0.0394886 E" pathEditMode="relative" ptsTypes="">
                                      <p:cBhvr>
                                        <p:cTn id="537" dur="1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39" dur="1500" fill="hold"/>
                                        <p:tgtEl>
                                          <p:spTgt spid="10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49609 -0.0394886 E" pathEditMode="relative" ptsTypes="">
                                      <p:cBhvr>
                                        <p:cTn id="541" dur="1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3" dur="1500" fill="hold"/>
                                        <p:tgtEl>
                                          <p:spTgt spid="10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20845 -0.0394886 E" pathEditMode="relative" ptsTypes="">
                                      <p:cBhvr>
                                        <p:cTn id="545" dur="1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7" dur="1500" fill="hold"/>
                                        <p:tgtEl>
                                          <p:spTgt spid="10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92081 -0.0394886 E" pathEditMode="relative" ptsTypes="">
                                      <p:cBhvr>
                                        <p:cTn id="549" dur="1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51" dur="1500" fill="hold"/>
                                        <p:tgtEl>
                                          <p:spTgt spid="10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63317 -0.0394886 E" pathEditMode="relative" ptsTypes="">
                                      <p:cBhvr>
                                        <p:cTn id="553" dur="1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55" dur="1500" fill="hold"/>
                                        <p:tgtEl>
                                          <p:spTgt spid="10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07138 -0.0446023 E" pathEditMode="relative" ptsTypes="">
                                      <p:cBhvr>
                                        <p:cTn id="557" dur="1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59" dur="1500" fill="hold"/>
                                        <p:tgtEl>
                                          <p:spTgt spid="10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8374 -0.0446023 E" pathEditMode="relative" ptsTypes="">
                                      <p:cBhvr>
                                        <p:cTn id="561" dur="1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63" dur="1500" fill="hold"/>
                                        <p:tgtEl>
                                          <p:spTgt spid="11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49609 -0.0446023 E" pathEditMode="relative" ptsTypes="">
                                      <p:cBhvr>
                                        <p:cTn id="565" dur="1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67" dur="1500" fill="hold"/>
                                        <p:tgtEl>
                                          <p:spTgt spid="11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20845 -0.0446023 E" pathEditMode="relative" ptsTypes="">
                                      <p:cBhvr>
                                        <p:cTn id="569" dur="1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71" dur="1500" fill="hold"/>
                                        <p:tgtEl>
                                          <p:spTgt spid="11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92081 -0.0446023 E" pathEditMode="relative" ptsTypes="">
                                      <p:cBhvr>
                                        <p:cTn id="573" dur="1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75" dur="1500" fill="hold"/>
                                        <p:tgtEl>
                                          <p:spTgt spid="11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63317 -0.0446023 E" pathEditMode="relative" ptsTypes="">
                                      <p:cBhvr>
                                        <p:cTn id="577" dur="1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79" dur="15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07138 -0.0497159 E" pathEditMode="relative" ptsTypes="">
                                      <p:cBhvr>
                                        <p:cTn id="581" dur="1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83" dur="1500" fill="hold"/>
                                        <p:tgtEl>
                                          <p:spTgt spid="11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8374 -0.0497159 E" pathEditMode="relative" ptsTypes="">
                                      <p:cBhvr>
                                        <p:cTn id="585" dur="1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87" dur="1500" fill="hold"/>
                                        <p:tgtEl>
                                          <p:spTgt spid="11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49609 -0.0497159 E" pathEditMode="relative" ptsTypes="">
                                      <p:cBhvr>
                                        <p:cTn id="589" dur="1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91" dur="15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20845 -0.0497159 E" pathEditMode="relative" ptsTypes="">
                                      <p:cBhvr>
                                        <p:cTn id="593" dur="1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95" dur="15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5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92081 -0.0497159 E" pathEditMode="relative" ptsTypes="">
                                      <p:cBhvr>
                                        <p:cTn id="597" dur="1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99" dur="15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6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63317 -0.0497159 E" pathEditMode="relative" ptsTypes="">
                                      <p:cBhvr>
                                        <p:cTn id="601" dur="1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3" dur="15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6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07138 -0.0548295 E" pathEditMode="relative" ptsTypes="">
                                      <p:cBhvr>
                                        <p:cTn id="605" dur="1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7" dur="1500" fill="hold"/>
                                        <p:tgtEl>
                                          <p:spTgt spid="12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6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8374 -0.0548295 E" pathEditMode="relative" ptsTypes="">
                                      <p:cBhvr>
                                        <p:cTn id="609" dur="1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11" dur="1500" fill="hold"/>
                                        <p:tgtEl>
                                          <p:spTgt spid="12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6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49609 -0.0548295 E" pathEditMode="relative" ptsTypes="">
                                      <p:cBhvr>
                                        <p:cTn id="613" dur="1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15" dur="1500" fill="hold"/>
                                        <p:tgtEl>
                                          <p:spTgt spid="12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6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20845 -0.0548295 E" pathEditMode="relative" ptsTypes="">
                                      <p:cBhvr>
                                        <p:cTn id="617" dur="1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19" dur="1500" fill="hold"/>
                                        <p:tgtEl>
                                          <p:spTgt spid="12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6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92081 -0.0548295 E" pathEditMode="relative" ptsTypes="">
                                      <p:cBhvr>
                                        <p:cTn id="621" dur="1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23" dur="1500" fill="hold"/>
                                        <p:tgtEl>
                                          <p:spTgt spid="12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6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63317 -0.0548295 E" pathEditMode="relative" ptsTypes="">
                                      <p:cBhvr>
                                        <p:cTn id="625" dur="1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27" dur="1500" fill="hold"/>
                                        <p:tgtEl>
                                          <p:spTgt spid="12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6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03116 -0.0369318 E" pathEditMode="relative" ptsTypes="">
                                      <p:cBhvr>
                                        <p:cTn id="629" dur="1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31" dur="1500" fill="hold"/>
                                        <p:tgtEl>
                                          <p:spTgt spid="12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6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25648 -0.0369318 E" pathEditMode="relative" ptsTypes="">
                                      <p:cBhvr>
                                        <p:cTn id="633" dur="1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35" dur="1500" fill="hold"/>
                                        <p:tgtEl>
                                          <p:spTgt spid="12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6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54412 -0.0369318 E" pathEditMode="relative" ptsTypes="">
                                      <p:cBhvr>
                                        <p:cTn id="637" dur="1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39" dur="1500" fill="hold"/>
                                        <p:tgtEl>
                                          <p:spTgt spid="12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6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03116 -0.0420455 E" pathEditMode="relative" ptsTypes="">
                                      <p:cBhvr>
                                        <p:cTn id="641" dur="1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43" dur="1500" fill="hold"/>
                                        <p:tgtEl>
                                          <p:spTgt spid="13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6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25648 -0.0420455 E" pathEditMode="relative" ptsTypes="">
                                      <p:cBhvr>
                                        <p:cTn id="645" dur="1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47" dur="1500" fill="hold"/>
                                        <p:tgtEl>
                                          <p:spTgt spid="13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6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54412 -0.0420455 E" pathEditMode="relative" ptsTypes="">
                                      <p:cBhvr>
                                        <p:cTn id="649" dur="1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51" dur="1500" fill="hold"/>
                                        <p:tgtEl>
                                          <p:spTgt spid="13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6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03116 -0.0471591 E" pathEditMode="relative" ptsTypes="">
                                      <p:cBhvr>
                                        <p:cTn id="653" dur="1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55" dur="1500" fill="hold"/>
                                        <p:tgtEl>
                                          <p:spTgt spid="13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6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25648 -0.0471591 E" pathEditMode="relative" ptsTypes="">
                                      <p:cBhvr>
                                        <p:cTn id="657" dur="1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59" dur="1500" fill="hold"/>
                                        <p:tgtEl>
                                          <p:spTgt spid="13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6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54412 -0.0471591 E" pathEditMode="relative" ptsTypes="">
                                      <p:cBhvr>
                                        <p:cTn id="661" dur="1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63" dur="1500" fill="hold"/>
                                        <p:tgtEl>
                                          <p:spTgt spid="13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6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19096 -0.0152273 E" pathEditMode="relative" ptsTypes="">
                                      <p:cBhvr>
                                        <p:cTn id="665" dur="1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67" dur="1500" fill="hold"/>
                                        <p:tgtEl>
                                          <p:spTgt spid="13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6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09668 -0.0152273 E" pathEditMode="relative" ptsTypes="">
                                      <p:cBhvr>
                                        <p:cTn id="669" dur="1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71" dur="1500" fill="hold"/>
                                        <p:tgtEl>
                                          <p:spTgt spid="13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6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38432 -0.0152273 E" pathEditMode="relative" ptsTypes="">
                                      <p:cBhvr>
                                        <p:cTn id="673" dur="1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75" dur="1500" fill="hold"/>
                                        <p:tgtEl>
                                          <p:spTgt spid="13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6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19096 -0.0203409 E" pathEditMode="relative" ptsTypes="">
                                      <p:cBhvr>
                                        <p:cTn id="677" dur="1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79" dur="1500" fill="hold"/>
                                        <p:tgtEl>
                                          <p:spTgt spid="13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6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09668 -0.0203409 E" pathEditMode="relative" ptsTypes="">
                                      <p:cBhvr>
                                        <p:cTn id="681" dur="1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83" dur="1500" fill="hold"/>
                                        <p:tgtEl>
                                          <p:spTgt spid="14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6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38432 -0.0203409 E" pathEditMode="relative" ptsTypes="">
                                      <p:cBhvr>
                                        <p:cTn id="685" dur="1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87" dur="1500" fill="hold"/>
                                        <p:tgtEl>
                                          <p:spTgt spid="14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6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19096 -0.0254545 E" pathEditMode="relative" ptsTypes="">
                                      <p:cBhvr>
                                        <p:cTn id="689" dur="1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91" dur="1500" fill="hold"/>
                                        <p:tgtEl>
                                          <p:spTgt spid="14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6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09668 -0.0254545 E" pathEditMode="relative" ptsTypes="">
                                      <p:cBhvr>
                                        <p:cTn id="693" dur="1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95" dur="1500" fill="hold"/>
                                        <p:tgtEl>
                                          <p:spTgt spid="14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6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38432 -0.0254545 E" pathEditMode="relative" ptsTypes="">
                                      <p:cBhvr>
                                        <p:cTn id="697" dur="1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99" dur="1500" fill="hold"/>
                                        <p:tgtEl>
                                          <p:spTgt spid="14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7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91158 -0.0264205 E" pathEditMode="relative" ptsTypes="">
                                      <p:cBhvr>
                                        <p:cTn id="701" dur="1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03" dur="1500" fill="hold"/>
                                        <p:tgtEl>
                                          <p:spTgt spid="14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7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2393 -0.0264205 E" pathEditMode="relative" ptsTypes="">
                                      <p:cBhvr>
                                        <p:cTn id="705" dur="1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07" dur="1500" fill="hold"/>
                                        <p:tgtEl>
                                          <p:spTgt spid="14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7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33629 -0.0264205 E" pathEditMode="relative" ptsTypes="">
                                      <p:cBhvr>
                                        <p:cTn id="709" dur="1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11" dur="1500" fill="hold"/>
                                        <p:tgtEl>
                                          <p:spTgt spid="14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7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04865 -0.0264205 E" pathEditMode="relative" ptsTypes="">
                                      <p:cBhvr>
                                        <p:cTn id="713" dur="1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15" dur="1500" fill="hold"/>
                                        <p:tgtEl>
                                          <p:spTgt spid="14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7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76101 -0.0264205 E" pathEditMode="relative" ptsTypes="">
                                      <p:cBhvr>
                                        <p:cTn id="717" dur="1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19" dur="1500" fill="hold"/>
                                        <p:tgtEl>
                                          <p:spTgt spid="14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7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47337 -0.0264205 E" pathEditMode="relative" ptsTypes="">
                                      <p:cBhvr>
                                        <p:cTn id="721" dur="1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23" dur="1500" fill="hold"/>
                                        <p:tgtEl>
                                          <p:spTgt spid="15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7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91158 -0.0315341 E" pathEditMode="relative" ptsTypes="">
                                      <p:cBhvr>
                                        <p:cTn id="725" dur="1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27" dur="1500" fill="hold"/>
                                        <p:tgtEl>
                                          <p:spTgt spid="15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7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2393 -0.0315341 E" pathEditMode="relative" ptsTypes="">
                                      <p:cBhvr>
                                        <p:cTn id="729" dur="1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31" dur="1500" fill="hold"/>
                                        <p:tgtEl>
                                          <p:spTgt spid="15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7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33629 -0.0315341 E" pathEditMode="relative" ptsTypes="">
                                      <p:cBhvr>
                                        <p:cTn id="733" dur="1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35" dur="1500" fill="hold"/>
                                        <p:tgtEl>
                                          <p:spTgt spid="15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7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04865 -0.0315341 E" pathEditMode="relative" ptsTypes="">
                                      <p:cBhvr>
                                        <p:cTn id="737" dur="1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39" dur="1500" fill="hold"/>
                                        <p:tgtEl>
                                          <p:spTgt spid="15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7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76101 -0.0315341 E" pathEditMode="relative" ptsTypes="">
                                      <p:cBhvr>
                                        <p:cTn id="741" dur="1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43" dur="1500" fill="hold"/>
                                        <p:tgtEl>
                                          <p:spTgt spid="15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7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47337 -0.0315341 E" pathEditMode="relative" ptsTypes="">
                                      <p:cBhvr>
                                        <p:cTn id="745" dur="1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47" dur="1500" fill="hold"/>
                                        <p:tgtEl>
                                          <p:spTgt spid="15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7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91158 -0.0366477 E" pathEditMode="relative" ptsTypes="">
                                      <p:cBhvr>
                                        <p:cTn id="749" dur="1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51" dur="1500" fill="hold"/>
                                        <p:tgtEl>
                                          <p:spTgt spid="15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7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2393 -0.0366477 E" pathEditMode="relative" ptsTypes="">
                                      <p:cBhvr>
                                        <p:cTn id="753" dur="1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55" dur="1500" fill="hold"/>
                                        <p:tgtEl>
                                          <p:spTgt spid="15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7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33629 -0.0366477 E" pathEditMode="relative" ptsTypes="">
                                      <p:cBhvr>
                                        <p:cTn id="757" dur="1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59" dur="1500" fill="hold"/>
                                        <p:tgtEl>
                                          <p:spTgt spid="15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7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04865 -0.0366477 E" pathEditMode="relative" ptsTypes="">
                                      <p:cBhvr>
                                        <p:cTn id="761" dur="1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63" dur="1500" fill="hold"/>
                                        <p:tgtEl>
                                          <p:spTgt spid="16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7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76101 -0.0366477 E" pathEditMode="relative" ptsTypes="">
                                      <p:cBhvr>
                                        <p:cTn id="765" dur="15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67" dur="1500" fill="hold"/>
                                        <p:tgtEl>
                                          <p:spTgt spid="16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7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47337 -0.0366477 E" pathEditMode="relative" ptsTypes="">
                                      <p:cBhvr>
                                        <p:cTn id="769" dur="1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71" dur="1500" fill="hold"/>
                                        <p:tgtEl>
                                          <p:spTgt spid="16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7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91158 -0.0417614 E" pathEditMode="relative" ptsTypes="">
                                      <p:cBhvr>
                                        <p:cTn id="773" dur="1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75" dur="1500" fill="hold"/>
                                        <p:tgtEl>
                                          <p:spTgt spid="16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7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2393 -0.0417614 E" pathEditMode="relative" ptsTypes="">
                                      <p:cBhvr>
                                        <p:cTn id="777" dur="15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79" dur="1500" fill="hold"/>
                                        <p:tgtEl>
                                          <p:spTgt spid="16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7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33629 -0.0417614 E" pathEditMode="relative" ptsTypes="">
                                      <p:cBhvr>
                                        <p:cTn id="781" dur="15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83" dur="1500" fill="hold"/>
                                        <p:tgtEl>
                                          <p:spTgt spid="16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7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04865 -0.0417614 E" pathEditMode="relative" ptsTypes="">
                                      <p:cBhvr>
                                        <p:cTn id="785" dur="1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87" dur="1500" fill="hold"/>
                                        <p:tgtEl>
                                          <p:spTgt spid="16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7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76101 -0.0417614 E" pathEditMode="relative" ptsTypes="">
                                      <p:cBhvr>
                                        <p:cTn id="789" dur="15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91" dur="1500" fill="hold"/>
                                        <p:tgtEl>
                                          <p:spTgt spid="16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7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47337 -0.0417614 E" pathEditMode="relative" ptsTypes="">
                                      <p:cBhvr>
                                        <p:cTn id="793" dur="1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95" dur="1500" fill="hold"/>
                                        <p:tgtEl>
                                          <p:spTgt spid="16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7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91158 -0.046875 E" pathEditMode="relative" ptsTypes="">
                                      <p:cBhvr>
                                        <p:cTn id="797" dur="1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99" dur="1500" fill="hold"/>
                                        <p:tgtEl>
                                          <p:spTgt spid="16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8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2393 -0.046875 E" pathEditMode="relative" ptsTypes="">
                                      <p:cBhvr>
                                        <p:cTn id="801" dur="1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03" dur="1500" fill="hold"/>
                                        <p:tgtEl>
                                          <p:spTgt spid="17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8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33629 -0.046875 E" pathEditMode="relative" ptsTypes="">
                                      <p:cBhvr>
                                        <p:cTn id="805" dur="1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07" dur="1500" fill="hold"/>
                                        <p:tgtEl>
                                          <p:spTgt spid="17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8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04865 -0.046875 E" pathEditMode="relative" ptsTypes="">
                                      <p:cBhvr>
                                        <p:cTn id="809" dur="1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11" dur="1500" fill="hold"/>
                                        <p:tgtEl>
                                          <p:spTgt spid="17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8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76101 -0.046875 E" pathEditMode="relative" ptsTypes="">
                                      <p:cBhvr>
                                        <p:cTn id="813" dur="1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15" dur="1500" fill="hold"/>
                                        <p:tgtEl>
                                          <p:spTgt spid="17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8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47337 -0.046875 E" pathEditMode="relative" ptsTypes="">
                                      <p:cBhvr>
                                        <p:cTn id="817" dur="1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19" dur="1500" fill="hold"/>
                                        <p:tgtEl>
                                          <p:spTgt spid="17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8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91158 -0.0519886 E" pathEditMode="relative" ptsTypes="">
                                      <p:cBhvr>
                                        <p:cTn id="821" dur="1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23" dur="1500" fill="hold"/>
                                        <p:tgtEl>
                                          <p:spTgt spid="17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8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2393 -0.0519886 E" pathEditMode="relative" ptsTypes="">
                                      <p:cBhvr>
                                        <p:cTn id="825" dur="1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27" dur="1500" fill="hold"/>
                                        <p:tgtEl>
                                          <p:spTgt spid="17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8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33629 -0.0519886 E" pathEditMode="relative" ptsTypes="">
                                      <p:cBhvr>
                                        <p:cTn id="829" dur="15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31" dur="1500" fill="hold"/>
                                        <p:tgtEl>
                                          <p:spTgt spid="17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8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04865 -0.0519886 E" pathEditMode="relative" ptsTypes="">
                                      <p:cBhvr>
                                        <p:cTn id="833" dur="15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35" dur="1500" fill="hold"/>
                                        <p:tgtEl>
                                          <p:spTgt spid="17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8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76101 -0.0519886 E" pathEditMode="relative" ptsTypes="">
                                      <p:cBhvr>
                                        <p:cTn id="837" dur="15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39" dur="1500" fill="hold"/>
                                        <p:tgtEl>
                                          <p:spTgt spid="17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8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47337 -0.0519886 E" pathEditMode="relative" ptsTypes="">
                                      <p:cBhvr>
                                        <p:cTn id="841" dur="15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43" dur="1500" fill="hold"/>
                                        <p:tgtEl>
                                          <p:spTgt spid="18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8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12864 -0.0340909 E" pathEditMode="relative" ptsTypes="">
                                      <p:cBhvr>
                                        <p:cTn id="845" dur="1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47" dur="1500" fill="hold"/>
                                        <p:tgtEl>
                                          <p:spTgt spid="18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8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41628 -0.0340909 E" pathEditMode="relative" ptsTypes="">
                                      <p:cBhvr>
                                        <p:cTn id="849" dur="15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51" dur="1500" fill="hold"/>
                                        <p:tgtEl>
                                          <p:spTgt spid="18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8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70392 -0.0340909 E" pathEditMode="relative" ptsTypes="">
                                      <p:cBhvr>
                                        <p:cTn id="853" dur="1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55" dur="1500" fill="hold"/>
                                        <p:tgtEl>
                                          <p:spTgt spid="18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8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12864 -0.0392045 E" pathEditMode="relative" ptsTypes="">
                                      <p:cBhvr>
                                        <p:cTn id="857" dur="15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59" dur="1500" fill="hold"/>
                                        <p:tgtEl>
                                          <p:spTgt spid="18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8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41628 -0.0392045 E" pathEditMode="relative" ptsTypes="">
                                      <p:cBhvr>
                                        <p:cTn id="861" dur="15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63" dur="1500" fill="hold"/>
                                        <p:tgtEl>
                                          <p:spTgt spid="18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8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70392 -0.0392045 E" pathEditMode="relative" ptsTypes="">
                                      <p:cBhvr>
                                        <p:cTn id="865" dur="15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67" dur="1500" fill="hold"/>
                                        <p:tgtEl>
                                          <p:spTgt spid="18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8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12864 -0.0443182 E" pathEditMode="relative" ptsTypes="">
                                      <p:cBhvr>
                                        <p:cTn id="869" dur="15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71" dur="1500" fill="hold"/>
                                        <p:tgtEl>
                                          <p:spTgt spid="18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8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41628 -0.0443182 E" pathEditMode="relative" ptsTypes="">
                                      <p:cBhvr>
                                        <p:cTn id="873" dur="1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75" dur="1500" fill="hold"/>
                                        <p:tgtEl>
                                          <p:spTgt spid="18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8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70392 -0.0443182 E" pathEditMode="relative" ptsTypes="">
                                      <p:cBhvr>
                                        <p:cTn id="877" dur="1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79" dur="1500" fill="hold"/>
                                        <p:tgtEl>
                                          <p:spTgt spid="18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8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03116 -0.0123864 E" pathEditMode="relative" ptsTypes="">
                                      <p:cBhvr>
                                        <p:cTn id="881" dur="1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83" dur="1500" fill="hold"/>
                                        <p:tgtEl>
                                          <p:spTgt spid="19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8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25648 -0.0123864 E" pathEditMode="relative" ptsTypes="">
                                      <p:cBhvr>
                                        <p:cTn id="885" dur="1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87" dur="1500" fill="hold"/>
                                        <p:tgtEl>
                                          <p:spTgt spid="19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8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54412 -0.0123864 E" pathEditMode="relative" ptsTypes="">
                                      <p:cBhvr>
                                        <p:cTn id="889" dur="1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91" dur="1500" fill="hold"/>
                                        <p:tgtEl>
                                          <p:spTgt spid="19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8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03116 -0.0175 E" pathEditMode="relative" ptsTypes="">
                                      <p:cBhvr>
                                        <p:cTn id="893" dur="1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95" dur="1500" fill="hold"/>
                                        <p:tgtEl>
                                          <p:spTgt spid="19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8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25648 -0.0175 E" pathEditMode="relative" ptsTypes="">
                                      <p:cBhvr>
                                        <p:cTn id="897" dur="1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99" dur="1500" fill="hold"/>
                                        <p:tgtEl>
                                          <p:spTgt spid="19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9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54412 -0.0175 E" pathEditMode="relative" ptsTypes="">
                                      <p:cBhvr>
                                        <p:cTn id="901" dur="15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03" dur="1500" fill="hold"/>
                                        <p:tgtEl>
                                          <p:spTgt spid="19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9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03116 -0.0226136 E" pathEditMode="relative" ptsTypes="">
                                      <p:cBhvr>
                                        <p:cTn id="905" dur="1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07" dur="1500" fill="hold"/>
                                        <p:tgtEl>
                                          <p:spTgt spid="19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9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25648 -0.0226136 E" pathEditMode="relative" ptsTypes="">
                                      <p:cBhvr>
                                        <p:cTn id="909" dur="15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11" dur="1500" fill="hold"/>
                                        <p:tgtEl>
                                          <p:spTgt spid="19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9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54412 -0.0226136 E" pathEditMode="relative" ptsTypes="">
                                      <p:cBhvr>
                                        <p:cTn id="913" dur="15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15" dur="1500" fill="hold"/>
                                        <p:tgtEl>
                                          <p:spTgt spid="19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91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3299 -0.034375 E" pathEditMode="relative" ptsTypes="">
                                      <p:cBhvr>
                                        <p:cTn id="917" dur="15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19" dur="1500" fill="hold"/>
                                        <p:tgtEl>
                                          <p:spTgt spid="22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92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61754 -0.034375 E" pathEditMode="relative" ptsTypes="">
                                      <p:cBhvr>
                                        <p:cTn id="921" dur="15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23" dur="1500" fill="hold"/>
                                        <p:tgtEl>
                                          <p:spTgt spid="22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92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90518 -0.034375 E" pathEditMode="relative" ptsTypes="">
                                      <p:cBhvr>
                                        <p:cTn id="925" dur="15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27" dur="1500" fill="hold"/>
                                        <p:tgtEl>
                                          <p:spTgt spid="22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92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19283 -0.034375 E" pathEditMode="relative" ptsTypes="">
                                      <p:cBhvr>
                                        <p:cTn id="929" dur="15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31" dur="1500" fill="hold"/>
                                        <p:tgtEl>
                                          <p:spTgt spid="22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93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3299 -0.0394886 E" pathEditMode="relative" ptsTypes="">
                                      <p:cBhvr>
                                        <p:cTn id="933" dur="15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35" dur="1500" fill="hold"/>
                                        <p:tgtEl>
                                          <p:spTgt spid="22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93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61754 -0.0394886 E" pathEditMode="relative" ptsTypes="">
                                      <p:cBhvr>
                                        <p:cTn id="937" dur="15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39" dur="1500" fill="hold"/>
                                        <p:tgtEl>
                                          <p:spTgt spid="22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94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90518 -0.0394886 E" pathEditMode="relative" ptsTypes="">
                                      <p:cBhvr>
                                        <p:cTn id="941" dur="15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43" dur="1500" fill="hold"/>
                                        <p:tgtEl>
                                          <p:spTgt spid="23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94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19283 -0.0394886 E" pathEditMode="relative" ptsTypes="">
                                      <p:cBhvr>
                                        <p:cTn id="945" dur="1500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47" dur="1500" fill="hold"/>
                                        <p:tgtEl>
                                          <p:spTgt spid="23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94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3299 -0.0446023 E" pathEditMode="relative" ptsTypes="">
                                      <p:cBhvr>
                                        <p:cTn id="949" dur="15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51" dur="1500" fill="hold"/>
                                        <p:tgtEl>
                                          <p:spTgt spid="23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95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61754 -0.0446023 E" pathEditMode="relative" ptsTypes="">
                                      <p:cBhvr>
                                        <p:cTn id="953" dur="1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55" dur="1500" fill="hold"/>
                                        <p:tgtEl>
                                          <p:spTgt spid="23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95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90518 -0.0446023 E" pathEditMode="relative" ptsTypes="">
                                      <p:cBhvr>
                                        <p:cTn id="957" dur="1500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59" dur="1500" fill="hold"/>
                                        <p:tgtEl>
                                          <p:spTgt spid="23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96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19283 -0.0446023 E" pathEditMode="relative" ptsTypes="">
                                      <p:cBhvr>
                                        <p:cTn id="961" dur="15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63" dur="1500" fill="hold"/>
                                        <p:tgtEl>
                                          <p:spTgt spid="23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96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3299 -0.0497159 E" pathEditMode="relative" ptsTypes="">
                                      <p:cBhvr>
                                        <p:cTn id="965" dur="15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67" dur="1500" fill="hold"/>
                                        <p:tgtEl>
                                          <p:spTgt spid="23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96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61754 -0.0497159 E" pathEditMode="relative" ptsTypes="">
                                      <p:cBhvr>
                                        <p:cTn id="969" dur="1500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71" dur="1500" fill="hold"/>
                                        <p:tgtEl>
                                          <p:spTgt spid="23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97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90518 -0.0497159 E" pathEditMode="relative" ptsTypes="">
                                      <p:cBhvr>
                                        <p:cTn id="973" dur="15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75" dur="1500" fill="hold"/>
                                        <p:tgtEl>
                                          <p:spTgt spid="23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97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19283 -0.0497159 E" pathEditMode="relative" ptsTypes="">
                                      <p:cBhvr>
                                        <p:cTn id="977" dur="1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79" dur="1500" fill="hold"/>
                                        <p:tgtEl>
                                          <p:spTgt spid="23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9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12864 -0.0095455 E" pathEditMode="relative" ptsTypes="">
                                      <p:cBhvr>
                                        <p:cTn id="981" dur="15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83" dur="1500" fill="hold"/>
                                        <p:tgtEl>
                                          <p:spTgt spid="19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9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41628 -0.0095455 E" pathEditMode="relative" ptsTypes="">
                                      <p:cBhvr>
                                        <p:cTn id="985" dur="1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87" dur="1500" fill="hold"/>
                                        <p:tgtEl>
                                          <p:spTgt spid="20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9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70392 -0.0095455 E" pathEditMode="relative" ptsTypes="">
                                      <p:cBhvr>
                                        <p:cTn id="989" dur="1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91" dur="1500" fill="hold"/>
                                        <p:tgtEl>
                                          <p:spTgt spid="20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9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12864 -0.0146591 E" pathEditMode="relative" ptsTypes="">
                                      <p:cBhvr>
                                        <p:cTn id="993" dur="1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95" dur="15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9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41628 -0.0146591 E" pathEditMode="relative" ptsTypes="">
                                      <p:cBhvr>
                                        <p:cTn id="997" dur="1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99" dur="1500" fill="hold"/>
                                        <p:tgtEl>
                                          <p:spTgt spid="20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0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70392 -0.0146591 E" pathEditMode="relative" ptsTypes="">
                                      <p:cBhvr>
                                        <p:cTn id="1001" dur="1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03" dur="1500" fill="hold"/>
                                        <p:tgtEl>
                                          <p:spTgt spid="20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0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12864 -0.0197727 E" pathEditMode="relative" ptsTypes="">
                                      <p:cBhvr>
                                        <p:cTn id="1005" dur="1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07" dur="15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0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41628 -0.0197727 E" pathEditMode="relative" ptsTypes="">
                                      <p:cBhvr>
                                        <p:cTn id="1009" dur="1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11" dur="1500" fill="hold"/>
                                        <p:tgtEl>
                                          <p:spTgt spid="20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0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70392 -0.0197727 E" pathEditMode="relative" ptsTypes="">
                                      <p:cBhvr>
                                        <p:cTn id="1013" dur="1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15" dur="1500" fill="hold"/>
                                        <p:tgtEl>
                                          <p:spTgt spid="20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01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125 0.2375 L 0.0022692 0.2076705 E" pathEditMode="relative" ptsTypes="">
                                      <p:cBhvr>
                                        <p:cTn id="1017" dur="1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19" dur="1500" fill="hold"/>
                                        <p:tgtEl>
                                          <p:spTgt spid="20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02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125 0.2375 L -0.0006072 0.2076705 E" pathEditMode="relative" ptsTypes="">
                                      <p:cBhvr>
                                        <p:cTn id="1021" dur="15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2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23" dur="1500" fill="hold"/>
                                        <p:tgtEl>
                                          <p:spTgt spid="20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02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125 0.2375 L -0.0034837 0.2076705 E" pathEditMode="relative" ptsTypes="">
                                      <p:cBhvr>
                                        <p:cTn id="1025" dur="15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2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27" dur="1500" fill="hold"/>
                                        <p:tgtEl>
                                          <p:spTgt spid="21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02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125 0.2375 L -0.0063601 0.2076705 E" pathEditMode="relative" ptsTypes="">
                                      <p:cBhvr>
                                        <p:cTn id="1029" dur="15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31" dur="1500" fill="hold"/>
                                        <p:tgtEl>
                                          <p:spTgt spid="21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03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125 0.2375 L 0.0022692 0.2025568 E" pathEditMode="relative" ptsTypes="">
                                      <p:cBhvr>
                                        <p:cTn id="1033" dur="15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35" dur="1500" fill="hold"/>
                                        <p:tgtEl>
                                          <p:spTgt spid="21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03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125 0.2375 L -0.0006072 0.2025568 E" pathEditMode="relative" ptsTypes="">
                                      <p:cBhvr>
                                        <p:cTn id="1037" dur="15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39" dur="1500" fill="hold"/>
                                        <p:tgtEl>
                                          <p:spTgt spid="21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04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125 0.2375 L -0.0034837 0.2025568 E" pathEditMode="relative" ptsTypes="">
                                      <p:cBhvr>
                                        <p:cTn id="1041" dur="15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4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43" dur="1500" fill="hold"/>
                                        <p:tgtEl>
                                          <p:spTgt spid="21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04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125 0.2375 L -0.0063601 0.2025568 E" pathEditMode="relative" ptsTypes="">
                                      <p:cBhvr>
                                        <p:cTn id="1045" dur="15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4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47" dur="1500" fill="hold"/>
                                        <p:tgtEl>
                                          <p:spTgt spid="21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04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125 0.2375 L 0.0022692 0.1974432 E" pathEditMode="relative" ptsTypes="">
                                      <p:cBhvr>
                                        <p:cTn id="1049" dur="15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51" dur="15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05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125 0.2375 L -0.0006072 0.1974432 E" pathEditMode="relative" ptsTypes="">
                                      <p:cBhvr>
                                        <p:cTn id="1053" dur="1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55" dur="1500" fill="hold"/>
                                        <p:tgtEl>
                                          <p:spTgt spid="21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05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125 0.2375 L -0.0034837 0.1974432 E" pathEditMode="relative" ptsTypes="">
                                      <p:cBhvr>
                                        <p:cTn id="1057" dur="15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59" dur="1500" fill="hold"/>
                                        <p:tgtEl>
                                          <p:spTgt spid="21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06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125 0.2375 L -0.0063601 0.1974432 E" pathEditMode="relative" ptsTypes="">
                                      <p:cBhvr>
                                        <p:cTn id="1061" dur="15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6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63" dur="15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06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125 0.2375 L 0.0022692 0.1923295 E" pathEditMode="relative" ptsTypes="">
                                      <p:cBhvr>
                                        <p:cTn id="1065" dur="1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6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67" dur="15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06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125 0.2375 L -0.0006072 0.1923295 E" pathEditMode="relative" ptsTypes="">
                                      <p:cBhvr>
                                        <p:cTn id="1069" dur="15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71" dur="15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07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125 0.2375 L -0.0034837 0.1923295 E" pathEditMode="relative" ptsTypes="">
                                      <p:cBhvr>
                                        <p:cTn id="1073" dur="15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75" dur="1500" fill="hold"/>
                                        <p:tgtEl>
                                          <p:spTgt spid="22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  <p:par>
                                <p:cTn id="107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125 0.2375 L -0.0063601 0.1923295 E" pathEditMode="relative" ptsTypes="">
                                      <p:cBhvr>
                                        <p:cTn id="1077" dur="1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79" dur="1500" fill="hold"/>
                                        <p:tgtEl>
                                          <p:spTgt spid="22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0909" y="90909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1" grpId="0" animBg="1"/>
      <p:bldP spid="241" grpId="1" animBg="1"/>
      <p:bldP spid="2" grpId="0" animBg="1"/>
      <p:bldP spid="2" grpId="1" animBg="1"/>
      <p:bldP spid="3" grpId="0" animBg="1"/>
      <p:bldP spid="3" grpId="1" animBg="1"/>
      <p:bldP spid="4" grpId="0" animBg="1"/>
      <p:bldP spid="4" grpId="1" animBg="1"/>
      <p:bldP spid="5" grpId="0" animBg="1"/>
      <p:bldP spid="5" grpId="1" animBg="1"/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9" grpId="0" animBg="1"/>
      <p:bldP spid="9" grpId="1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  <p:bldP spid="33" grpId="0" animBg="1"/>
      <p:bldP spid="33" grpId="1" animBg="1"/>
      <p:bldP spid="34" grpId="0" animBg="1"/>
      <p:bldP spid="34" grpId="1" animBg="1"/>
      <p:bldP spid="35" grpId="0"/>
      <p:bldP spid="35" grpId="1"/>
      <p:bldP spid="36" grpId="0"/>
      <p:bldP spid="36" grpId="1"/>
      <p:bldP spid="37" grpId="0" animBg="1"/>
      <p:bldP spid="37" grpId="1" animBg="1"/>
      <p:bldP spid="38" grpId="0" animBg="1"/>
      <p:bldP spid="38" grpId="1" animBg="1"/>
      <p:bldP spid="39" grpId="0" animBg="1"/>
      <p:bldP spid="39" grpId="1" animBg="1"/>
      <p:bldP spid="40" grpId="0" animBg="1"/>
      <p:bldP spid="40" grpId="1" animBg="1"/>
      <p:bldP spid="41" grpId="0" animBg="1"/>
      <p:bldP spid="41" grpId="1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  <p:bldP spid="51" grpId="0" animBg="1"/>
      <p:bldP spid="51" grpId="1" animBg="1"/>
      <p:bldP spid="52" grpId="0" animBg="1"/>
      <p:bldP spid="52" grpId="1" animBg="1"/>
      <p:bldP spid="53" grpId="0" animBg="1"/>
      <p:bldP spid="53" grpId="1" animBg="1"/>
      <p:bldP spid="54" grpId="0" animBg="1"/>
      <p:bldP spid="54" grpId="1" animBg="1"/>
      <p:bldP spid="55" grpId="0" animBg="1"/>
      <p:bldP spid="55" grpId="1" animBg="1"/>
      <p:bldP spid="56" grpId="0" animBg="1"/>
      <p:bldP spid="56" grpId="1" animBg="1"/>
      <p:bldP spid="57" grpId="0" animBg="1"/>
      <p:bldP spid="57" grpId="1" animBg="1"/>
      <p:bldP spid="58" grpId="0" animBg="1"/>
      <p:bldP spid="58" grpId="1" animBg="1"/>
      <p:bldP spid="59" grpId="0" animBg="1"/>
      <p:bldP spid="59" grpId="1" animBg="1"/>
      <p:bldP spid="60" grpId="0" animBg="1"/>
      <p:bldP spid="60" grpId="1" animBg="1"/>
      <p:bldP spid="61" grpId="0" animBg="1"/>
      <p:bldP spid="61" grpId="1" animBg="1"/>
      <p:bldP spid="62" grpId="0" animBg="1"/>
      <p:bldP spid="62" grpId="1" animBg="1"/>
      <p:bldP spid="63" grpId="0" animBg="1"/>
      <p:bldP spid="63" grpId="1" animBg="1"/>
      <p:bldP spid="64" grpId="0" animBg="1"/>
      <p:bldP spid="64" grpId="1" animBg="1"/>
      <p:bldP spid="65" grpId="0" animBg="1"/>
      <p:bldP spid="65" grpId="1" animBg="1"/>
      <p:bldP spid="66" grpId="0" animBg="1"/>
      <p:bldP spid="66" grpId="1" animBg="1"/>
      <p:bldP spid="67" grpId="0" animBg="1"/>
      <p:bldP spid="67" grpId="1" animBg="1"/>
      <p:bldP spid="68" grpId="0" animBg="1"/>
      <p:bldP spid="68" grpId="1" animBg="1"/>
      <p:bldP spid="69" grpId="0" animBg="1"/>
      <p:bldP spid="69" grpId="1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  <p:bldP spid="79" grpId="0" animBg="1"/>
      <p:bldP spid="79" grpId="1" animBg="1"/>
      <p:bldP spid="80" grpId="0" animBg="1"/>
      <p:bldP spid="80" grpId="1" animBg="1"/>
      <p:bldP spid="81" grpId="0" animBg="1"/>
      <p:bldP spid="81" grpId="1" animBg="1"/>
      <p:bldP spid="82" grpId="0" animBg="1"/>
      <p:bldP spid="82" grpId="1" animBg="1"/>
      <p:bldP spid="83" grpId="0" animBg="1"/>
      <p:bldP spid="83" grpId="1" animBg="1"/>
      <p:bldP spid="84" grpId="0" animBg="1"/>
      <p:bldP spid="84" grpId="1" animBg="1"/>
      <p:bldP spid="85" grpId="0" animBg="1"/>
      <p:bldP spid="85" grpId="1" animBg="1"/>
      <p:bldP spid="86" grpId="0" animBg="1"/>
      <p:bldP spid="86" grpId="1" animBg="1"/>
      <p:bldP spid="87" grpId="0" animBg="1"/>
      <p:bldP spid="87" grpId="1" animBg="1"/>
      <p:bldP spid="88" grpId="0" animBg="1"/>
      <p:bldP spid="88" grpId="1" animBg="1"/>
      <p:bldP spid="89" grpId="0" animBg="1"/>
      <p:bldP spid="89" grpId="1" animBg="1"/>
      <p:bldP spid="90" grpId="0" animBg="1"/>
      <p:bldP spid="90" grpId="1" animBg="1"/>
      <p:bldP spid="91" grpId="0" animBg="1"/>
      <p:bldP spid="91" grpId="1" animBg="1"/>
      <p:bldP spid="92" grpId="0" animBg="1"/>
      <p:bldP spid="92" grpId="1" animBg="1"/>
      <p:bldP spid="93" grpId="0" animBg="1"/>
      <p:bldP spid="93" grpId="1" animBg="1"/>
      <p:bldP spid="94" grpId="0" animBg="1"/>
      <p:bldP spid="94" grpId="1" animBg="1"/>
      <p:bldP spid="95" grpId="0" animBg="1"/>
      <p:bldP spid="95" grpId="1" animBg="1"/>
      <p:bldP spid="96" grpId="0" animBg="1"/>
      <p:bldP spid="96" grpId="1" animBg="1"/>
      <p:bldP spid="97" grpId="0" animBg="1"/>
      <p:bldP spid="97" grpId="1" animBg="1"/>
      <p:bldP spid="98" grpId="0" animBg="1"/>
      <p:bldP spid="98" grpId="1" animBg="1"/>
      <p:bldP spid="99" grpId="0" animBg="1"/>
      <p:bldP spid="99" grpId="1" animBg="1"/>
      <p:bldP spid="100" grpId="0" animBg="1"/>
      <p:bldP spid="100" grpId="1" animBg="1"/>
      <p:bldP spid="101" grpId="0" animBg="1"/>
      <p:bldP spid="101" grpId="1" animBg="1"/>
      <p:bldP spid="102" grpId="0" animBg="1"/>
      <p:bldP spid="102" grpId="1" animBg="1"/>
      <p:bldP spid="103" grpId="0" animBg="1"/>
      <p:bldP spid="103" grpId="1" animBg="1"/>
      <p:bldP spid="104" grpId="0" animBg="1"/>
      <p:bldP spid="104" grpId="1" animBg="1"/>
      <p:bldP spid="105" grpId="0" animBg="1"/>
      <p:bldP spid="105" grpId="1" animBg="1"/>
      <p:bldP spid="106" grpId="0" animBg="1"/>
      <p:bldP spid="106" grpId="1" animBg="1"/>
      <p:bldP spid="107" grpId="0" animBg="1"/>
      <p:bldP spid="107" grpId="1" animBg="1"/>
      <p:bldP spid="108" grpId="0" animBg="1"/>
      <p:bldP spid="108" grpId="1" animBg="1"/>
      <p:bldP spid="109" grpId="0" animBg="1"/>
      <p:bldP spid="109" grpId="1" animBg="1"/>
      <p:bldP spid="110" grpId="0" animBg="1"/>
      <p:bldP spid="110" grpId="1" animBg="1"/>
      <p:bldP spid="111" grpId="0" animBg="1"/>
      <p:bldP spid="111" grpId="1" animBg="1"/>
      <p:bldP spid="112" grpId="0" animBg="1"/>
      <p:bldP spid="112" grpId="1" animBg="1"/>
      <p:bldP spid="113" grpId="0" animBg="1"/>
      <p:bldP spid="113" grpId="1" animBg="1"/>
      <p:bldP spid="114" grpId="0" animBg="1"/>
      <p:bldP spid="114" grpId="1" animBg="1"/>
      <p:bldP spid="115" grpId="0" animBg="1"/>
      <p:bldP spid="115" grpId="1" animBg="1"/>
      <p:bldP spid="116" grpId="0" animBg="1"/>
      <p:bldP spid="116" grpId="1" animBg="1"/>
      <p:bldP spid="117" grpId="0" animBg="1"/>
      <p:bldP spid="117" grpId="1" animBg="1"/>
      <p:bldP spid="118" grpId="0" animBg="1"/>
      <p:bldP spid="118" grpId="1" animBg="1"/>
      <p:bldP spid="119" grpId="0" animBg="1"/>
      <p:bldP spid="119" grpId="1" animBg="1"/>
      <p:bldP spid="120" grpId="0" animBg="1"/>
      <p:bldP spid="120" grpId="1" animBg="1"/>
      <p:bldP spid="121" grpId="0" animBg="1"/>
      <p:bldP spid="121" grpId="1" animBg="1"/>
      <p:bldP spid="122" grpId="0" animBg="1"/>
      <p:bldP spid="122" grpId="1" animBg="1"/>
      <p:bldP spid="123" grpId="0" animBg="1"/>
      <p:bldP spid="123" grpId="1" animBg="1"/>
      <p:bldP spid="124" grpId="0" animBg="1"/>
      <p:bldP spid="124" grpId="1" animBg="1"/>
      <p:bldP spid="125" grpId="0" animBg="1"/>
      <p:bldP spid="125" grpId="1" animBg="1"/>
      <p:bldP spid="126" grpId="0" animBg="1"/>
      <p:bldP spid="126" grpId="1" animBg="1"/>
      <p:bldP spid="127" grpId="0" animBg="1"/>
      <p:bldP spid="127" grpId="1" animBg="1"/>
      <p:bldP spid="128" grpId="0" animBg="1"/>
      <p:bldP spid="128" grpId="1" animBg="1"/>
      <p:bldP spid="129" grpId="0" animBg="1"/>
      <p:bldP spid="129" grpId="1" animBg="1"/>
      <p:bldP spid="130" grpId="0" animBg="1"/>
      <p:bldP spid="130" grpId="1" animBg="1"/>
      <p:bldP spid="131" grpId="0" animBg="1"/>
      <p:bldP spid="131" grpId="1" animBg="1"/>
      <p:bldP spid="132" grpId="0" animBg="1"/>
      <p:bldP spid="132" grpId="1" animBg="1"/>
      <p:bldP spid="133" grpId="0" animBg="1"/>
      <p:bldP spid="133" grpId="1" animBg="1"/>
      <p:bldP spid="134" grpId="0" animBg="1"/>
      <p:bldP spid="134" grpId="1" animBg="1"/>
      <p:bldP spid="135" grpId="0" animBg="1"/>
      <p:bldP spid="135" grpId="1" animBg="1"/>
      <p:bldP spid="136" grpId="0" animBg="1"/>
      <p:bldP spid="136" grpId="1" animBg="1"/>
      <p:bldP spid="137" grpId="0" animBg="1"/>
      <p:bldP spid="137" grpId="1" animBg="1"/>
      <p:bldP spid="138" grpId="0" animBg="1"/>
      <p:bldP spid="138" grpId="1" animBg="1"/>
      <p:bldP spid="139" grpId="0" animBg="1"/>
      <p:bldP spid="139" grpId="1" animBg="1"/>
      <p:bldP spid="140" grpId="0" animBg="1"/>
      <p:bldP spid="140" grpId="1" animBg="1"/>
      <p:bldP spid="141" grpId="0" animBg="1"/>
      <p:bldP spid="141" grpId="1" animBg="1"/>
      <p:bldP spid="142" grpId="0" animBg="1"/>
      <p:bldP spid="142" grpId="1" animBg="1"/>
      <p:bldP spid="143" grpId="0" animBg="1"/>
      <p:bldP spid="143" grpId="1" animBg="1"/>
      <p:bldP spid="144" grpId="0" animBg="1"/>
      <p:bldP spid="144" grpId="1" animBg="1"/>
      <p:bldP spid="145" grpId="0" animBg="1"/>
      <p:bldP spid="145" grpId="1" animBg="1"/>
      <p:bldP spid="146" grpId="0" animBg="1"/>
      <p:bldP spid="146" grpId="1" animBg="1"/>
      <p:bldP spid="147" grpId="0" animBg="1"/>
      <p:bldP spid="147" grpId="1" animBg="1"/>
      <p:bldP spid="148" grpId="0" animBg="1"/>
      <p:bldP spid="148" grpId="1" animBg="1"/>
      <p:bldP spid="149" grpId="0" animBg="1"/>
      <p:bldP spid="149" grpId="1" animBg="1"/>
      <p:bldP spid="150" grpId="0" animBg="1"/>
      <p:bldP spid="150" grpId="1" animBg="1"/>
      <p:bldP spid="151" grpId="0" animBg="1"/>
      <p:bldP spid="151" grpId="1" animBg="1"/>
      <p:bldP spid="152" grpId="0" animBg="1"/>
      <p:bldP spid="152" grpId="1" animBg="1"/>
      <p:bldP spid="153" grpId="0" animBg="1"/>
      <p:bldP spid="153" grpId="1" animBg="1"/>
      <p:bldP spid="154" grpId="0" animBg="1"/>
      <p:bldP spid="154" grpId="1" animBg="1"/>
      <p:bldP spid="155" grpId="0" animBg="1"/>
      <p:bldP spid="155" grpId="1" animBg="1"/>
      <p:bldP spid="156" grpId="0" animBg="1"/>
      <p:bldP spid="156" grpId="1" animBg="1"/>
      <p:bldP spid="157" grpId="0" animBg="1"/>
      <p:bldP spid="157" grpId="1" animBg="1"/>
      <p:bldP spid="158" grpId="0" animBg="1"/>
      <p:bldP spid="158" grpId="1" animBg="1"/>
      <p:bldP spid="159" grpId="0" animBg="1"/>
      <p:bldP spid="159" grpId="1" animBg="1"/>
      <p:bldP spid="160" grpId="0" animBg="1"/>
      <p:bldP spid="160" grpId="1" animBg="1"/>
      <p:bldP spid="161" grpId="0" animBg="1"/>
      <p:bldP spid="161" grpId="1" animBg="1"/>
      <p:bldP spid="162" grpId="0" animBg="1"/>
      <p:bldP spid="162" grpId="1" animBg="1"/>
      <p:bldP spid="163" grpId="0" animBg="1"/>
      <p:bldP spid="163" grpId="1" animBg="1"/>
      <p:bldP spid="164" grpId="0" animBg="1"/>
      <p:bldP spid="164" grpId="1" animBg="1"/>
      <p:bldP spid="165" grpId="0" animBg="1"/>
      <p:bldP spid="165" grpId="1" animBg="1"/>
      <p:bldP spid="166" grpId="0" animBg="1"/>
      <p:bldP spid="166" grpId="1" animBg="1"/>
      <p:bldP spid="167" grpId="0" animBg="1"/>
      <p:bldP spid="167" grpId="1" animBg="1"/>
      <p:bldP spid="168" grpId="0" animBg="1"/>
      <p:bldP spid="168" grpId="1" animBg="1"/>
      <p:bldP spid="169" grpId="0" animBg="1"/>
      <p:bldP spid="169" grpId="1" animBg="1"/>
      <p:bldP spid="170" grpId="0" animBg="1"/>
      <p:bldP spid="170" grpId="1" animBg="1"/>
      <p:bldP spid="171" grpId="0" animBg="1"/>
      <p:bldP spid="171" grpId="1" animBg="1"/>
      <p:bldP spid="172" grpId="0" animBg="1"/>
      <p:bldP spid="172" grpId="1" animBg="1"/>
      <p:bldP spid="173" grpId="0" animBg="1"/>
      <p:bldP spid="173" grpId="1" animBg="1"/>
      <p:bldP spid="174" grpId="0" animBg="1"/>
      <p:bldP spid="174" grpId="1" animBg="1"/>
      <p:bldP spid="175" grpId="0" animBg="1"/>
      <p:bldP spid="175" grpId="1" animBg="1"/>
      <p:bldP spid="176" grpId="0" animBg="1"/>
      <p:bldP spid="176" grpId="1" animBg="1"/>
      <p:bldP spid="177" grpId="0" animBg="1"/>
      <p:bldP spid="177" grpId="1" animBg="1"/>
      <p:bldP spid="178" grpId="0" animBg="1"/>
      <p:bldP spid="178" grpId="1" animBg="1"/>
      <p:bldP spid="179" grpId="0" animBg="1"/>
      <p:bldP spid="179" grpId="1" animBg="1"/>
      <p:bldP spid="180" grpId="0" animBg="1"/>
      <p:bldP spid="180" grpId="1" animBg="1"/>
      <p:bldP spid="181" grpId="0" animBg="1"/>
      <p:bldP spid="181" grpId="1" animBg="1"/>
      <p:bldP spid="182" grpId="0" animBg="1"/>
      <p:bldP spid="182" grpId="1" animBg="1"/>
      <p:bldP spid="183" grpId="0" animBg="1"/>
      <p:bldP spid="183" grpId="1" animBg="1"/>
      <p:bldP spid="184" grpId="0" animBg="1"/>
      <p:bldP spid="184" grpId="1" animBg="1"/>
      <p:bldP spid="185" grpId="0" animBg="1"/>
      <p:bldP spid="185" grpId="1" animBg="1"/>
      <p:bldP spid="186" grpId="0" animBg="1"/>
      <p:bldP spid="186" grpId="1" animBg="1"/>
      <p:bldP spid="187" grpId="0" animBg="1"/>
      <p:bldP spid="187" grpId="1" animBg="1"/>
      <p:bldP spid="188" grpId="0" animBg="1"/>
      <p:bldP spid="188" grpId="1" animBg="1"/>
      <p:bldP spid="189" grpId="0" animBg="1"/>
      <p:bldP spid="189" grpId="1" animBg="1"/>
      <p:bldP spid="190" grpId="0" animBg="1"/>
      <p:bldP spid="190" grpId="1" animBg="1"/>
      <p:bldP spid="191" grpId="0" animBg="1"/>
      <p:bldP spid="191" grpId="1" animBg="1"/>
      <p:bldP spid="192" grpId="0" animBg="1"/>
      <p:bldP spid="192" grpId="1" animBg="1"/>
      <p:bldP spid="193" grpId="0" animBg="1"/>
      <p:bldP spid="193" grpId="1" animBg="1"/>
      <p:bldP spid="194" grpId="0" animBg="1"/>
      <p:bldP spid="194" grpId="1" animBg="1"/>
      <p:bldP spid="195" grpId="0" animBg="1"/>
      <p:bldP spid="195" grpId="1" animBg="1"/>
      <p:bldP spid="196" grpId="0" animBg="1"/>
      <p:bldP spid="196" grpId="1" animBg="1"/>
      <p:bldP spid="197" grpId="0" animBg="1"/>
      <p:bldP spid="197" grpId="1" animBg="1"/>
      <p:bldP spid="198" grpId="0" animBg="1"/>
      <p:bldP spid="198" grpId="1" animBg="1"/>
      <p:bldP spid="199" grpId="0" animBg="1"/>
      <p:bldP spid="199" grpId="1" animBg="1"/>
      <p:bldP spid="200" grpId="0" animBg="1"/>
      <p:bldP spid="200" grpId="1" animBg="1"/>
      <p:bldP spid="201" grpId="0" animBg="1"/>
      <p:bldP spid="201" grpId="1" animBg="1"/>
      <p:bldP spid="202" grpId="0" animBg="1"/>
      <p:bldP spid="202" grpId="1" animBg="1"/>
      <p:bldP spid="203" grpId="0" animBg="1"/>
      <p:bldP spid="203" grpId="1" animBg="1"/>
      <p:bldP spid="204" grpId="0" animBg="1"/>
      <p:bldP spid="204" grpId="1" animBg="1"/>
      <p:bldP spid="205" grpId="0" animBg="1"/>
      <p:bldP spid="205" grpId="1" animBg="1"/>
      <p:bldP spid="206" grpId="0" animBg="1"/>
      <p:bldP spid="206" grpId="1" animBg="1"/>
      <p:bldP spid="207" grpId="0" animBg="1"/>
      <p:bldP spid="207" grpId="1" animBg="1"/>
      <p:bldP spid="208" grpId="0" animBg="1"/>
      <p:bldP spid="208" grpId="1" animBg="1"/>
      <p:bldP spid="208" grpId="2" animBg="1"/>
      <p:bldP spid="209" grpId="0" animBg="1"/>
      <p:bldP spid="209" grpId="1" animBg="1"/>
      <p:bldP spid="209" grpId="2" animBg="1"/>
      <p:bldP spid="210" grpId="0" animBg="1"/>
      <p:bldP spid="210" grpId="1" animBg="1"/>
      <p:bldP spid="210" grpId="2" animBg="1"/>
      <p:bldP spid="211" grpId="0" animBg="1"/>
      <p:bldP spid="211" grpId="1" animBg="1"/>
      <p:bldP spid="211" grpId="2" animBg="1"/>
      <p:bldP spid="212" grpId="0" animBg="1"/>
      <p:bldP spid="212" grpId="1" animBg="1"/>
      <p:bldP spid="212" grpId="2" animBg="1"/>
      <p:bldP spid="213" grpId="0" animBg="1"/>
      <p:bldP spid="213" grpId="1" animBg="1"/>
      <p:bldP spid="213" grpId="2" animBg="1"/>
      <p:bldP spid="214" grpId="0" animBg="1"/>
      <p:bldP spid="214" grpId="1" animBg="1"/>
      <p:bldP spid="214" grpId="2" animBg="1"/>
      <p:bldP spid="215" grpId="0" animBg="1"/>
      <p:bldP spid="215" grpId="1" animBg="1"/>
      <p:bldP spid="215" grpId="2" animBg="1"/>
      <p:bldP spid="216" grpId="0" animBg="1"/>
      <p:bldP spid="216" grpId="1" animBg="1"/>
      <p:bldP spid="216" grpId="2" animBg="1"/>
      <p:bldP spid="217" grpId="0" animBg="1"/>
      <p:bldP spid="217" grpId="1" animBg="1"/>
      <p:bldP spid="217" grpId="2" animBg="1"/>
      <p:bldP spid="218" grpId="0" animBg="1"/>
      <p:bldP spid="218" grpId="1" animBg="1"/>
      <p:bldP spid="218" grpId="2" animBg="1"/>
      <p:bldP spid="219" grpId="0" animBg="1"/>
      <p:bldP spid="219" grpId="1" animBg="1"/>
      <p:bldP spid="219" grpId="2" animBg="1"/>
      <p:bldP spid="220" grpId="0" animBg="1"/>
      <p:bldP spid="220" grpId="1" animBg="1"/>
      <p:bldP spid="220" grpId="2" animBg="1"/>
      <p:bldP spid="221" grpId="0" animBg="1"/>
      <p:bldP spid="221" grpId="1" animBg="1"/>
      <p:bldP spid="221" grpId="2" animBg="1"/>
      <p:bldP spid="222" grpId="0" animBg="1"/>
      <p:bldP spid="222" grpId="1" animBg="1"/>
      <p:bldP spid="222" grpId="2" animBg="1"/>
      <p:bldP spid="223" grpId="0" animBg="1"/>
      <p:bldP spid="223" grpId="1" animBg="1"/>
      <p:bldP spid="223" grpId="2" animBg="1"/>
      <p:bldP spid="224" grpId="0" animBg="1"/>
      <p:bldP spid="224" grpId="1" animBg="1"/>
      <p:bldP spid="224" grpId="2" animBg="1"/>
      <p:bldP spid="225" grpId="0" animBg="1"/>
      <p:bldP spid="225" grpId="1" animBg="1"/>
      <p:bldP spid="225" grpId="2" animBg="1"/>
      <p:bldP spid="226" grpId="0" animBg="1"/>
      <p:bldP spid="226" grpId="1" animBg="1"/>
      <p:bldP spid="226" grpId="2" animBg="1"/>
      <p:bldP spid="227" grpId="0" animBg="1"/>
      <p:bldP spid="227" grpId="1" animBg="1"/>
      <p:bldP spid="227" grpId="2" animBg="1"/>
      <p:bldP spid="228" grpId="0" animBg="1"/>
      <p:bldP spid="228" grpId="1" animBg="1"/>
      <p:bldP spid="228" grpId="2" animBg="1"/>
      <p:bldP spid="229" grpId="0" animBg="1"/>
      <p:bldP spid="229" grpId="1" animBg="1"/>
      <p:bldP spid="229" grpId="2" animBg="1"/>
      <p:bldP spid="230" grpId="0" animBg="1"/>
      <p:bldP spid="230" grpId="1" animBg="1"/>
      <p:bldP spid="230" grpId="2" animBg="1"/>
      <p:bldP spid="231" grpId="0" animBg="1"/>
      <p:bldP spid="231" grpId="1" animBg="1"/>
      <p:bldP spid="231" grpId="2" animBg="1"/>
      <p:bldP spid="232" grpId="0" animBg="1"/>
      <p:bldP spid="232" grpId="1" animBg="1"/>
      <p:bldP spid="232" grpId="2" animBg="1"/>
      <p:bldP spid="233" grpId="0" animBg="1"/>
      <p:bldP spid="233" grpId="1" animBg="1"/>
      <p:bldP spid="233" grpId="2" animBg="1"/>
      <p:bldP spid="234" grpId="0" animBg="1"/>
      <p:bldP spid="234" grpId="1" animBg="1"/>
      <p:bldP spid="234" grpId="2" animBg="1"/>
      <p:bldP spid="235" grpId="0" animBg="1"/>
      <p:bldP spid="235" grpId="1" animBg="1"/>
      <p:bldP spid="235" grpId="2" animBg="1"/>
      <p:bldP spid="236" grpId="0" animBg="1"/>
      <p:bldP spid="236" grpId="1" animBg="1"/>
      <p:bldP spid="236" grpId="2" animBg="1"/>
      <p:bldP spid="237" grpId="0" animBg="1"/>
      <p:bldP spid="237" grpId="1" animBg="1"/>
      <p:bldP spid="237" grpId="2" animBg="1"/>
      <p:bldP spid="238" grpId="0" animBg="1"/>
      <p:bldP spid="238" grpId="1" animBg="1"/>
      <p:bldP spid="238" grpId="2" animBg="1"/>
      <p:bldP spid="239" grpId="0" animBg="1"/>
      <p:bldP spid="239" grpId="1" animBg="1"/>
      <p:bldP spid="239" grpId="2" animBg="1"/>
      <p:bldP spid="240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" name="anim_o3074_1">
            <a:extLst>
              <a:ext uri="{FF2B5EF4-FFF2-40B4-BE49-F238E27FC236}">
                <a16:creationId xmlns:a16="http://schemas.microsoft.com/office/drawing/2014/main" id="{61E30B5C-9084-4585-99B0-A46901986E53}"/>
              </a:ext>
            </a:extLst>
          </p:cNvPr>
          <p:cNvSpPr>
            <a:spLocks noGrp="1"/>
          </p:cNvSpPr>
          <p:nvPr/>
        </p:nvSpPr>
        <p:spPr>
          <a:xfrm>
            <a:off x="1101378" y="198824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3079_1">
            <a:extLst>
              <a:ext uri="{FF2B5EF4-FFF2-40B4-BE49-F238E27FC236}">
                <a16:creationId xmlns:a16="http://schemas.microsoft.com/office/drawing/2014/main" id="{BA7EA68B-2BEE-4C18-BE70-2D70178B5F4B}"/>
              </a:ext>
            </a:extLst>
          </p:cNvPr>
          <p:cNvSpPr>
            <a:spLocks noGrp="1"/>
          </p:cNvSpPr>
          <p:nvPr/>
        </p:nvSpPr>
        <p:spPr>
          <a:xfrm>
            <a:off x="1677681" y="198824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3084_1">
            <a:extLst>
              <a:ext uri="{FF2B5EF4-FFF2-40B4-BE49-F238E27FC236}">
                <a16:creationId xmlns:a16="http://schemas.microsoft.com/office/drawing/2014/main" id="{0D13AA2E-F400-42A4-AAFB-07C5D1526B72}"/>
              </a:ext>
            </a:extLst>
          </p:cNvPr>
          <p:cNvSpPr>
            <a:spLocks noGrp="1"/>
          </p:cNvSpPr>
          <p:nvPr/>
        </p:nvSpPr>
        <p:spPr>
          <a:xfrm>
            <a:off x="2253983" y="198824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3089_1">
            <a:extLst>
              <a:ext uri="{FF2B5EF4-FFF2-40B4-BE49-F238E27FC236}">
                <a16:creationId xmlns:a16="http://schemas.microsoft.com/office/drawing/2014/main" id="{59184460-1A84-4B7A-9F8F-7CE74948A047}"/>
              </a:ext>
            </a:extLst>
          </p:cNvPr>
          <p:cNvSpPr>
            <a:spLocks noGrp="1"/>
          </p:cNvSpPr>
          <p:nvPr/>
        </p:nvSpPr>
        <p:spPr>
          <a:xfrm>
            <a:off x="2830286" y="198824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3095_1">
            <a:extLst>
              <a:ext uri="{FF2B5EF4-FFF2-40B4-BE49-F238E27FC236}">
                <a16:creationId xmlns:a16="http://schemas.microsoft.com/office/drawing/2014/main" id="{66D0ECE8-6D65-4083-A2EC-FB32F1BE756C}"/>
              </a:ext>
            </a:extLst>
          </p:cNvPr>
          <p:cNvSpPr>
            <a:spLocks noGrp="1"/>
          </p:cNvSpPr>
          <p:nvPr/>
        </p:nvSpPr>
        <p:spPr>
          <a:xfrm>
            <a:off x="3406588" y="198824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3101_1">
            <a:extLst>
              <a:ext uri="{FF2B5EF4-FFF2-40B4-BE49-F238E27FC236}">
                <a16:creationId xmlns:a16="http://schemas.microsoft.com/office/drawing/2014/main" id="{393665AF-8B87-4881-B9AA-300DC679750D}"/>
              </a:ext>
            </a:extLst>
          </p:cNvPr>
          <p:cNvSpPr>
            <a:spLocks noGrp="1"/>
          </p:cNvSpPr>
          <p:nvPr/>
        </p:nvSpPr>
        <p:spPr>
          <a:xfrm>
            <a:off x="3982891" y="198824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3107_1">
            <a:extLst>
              <a:ext uri="{FF2B5EF4-FFF2-40B4-BE49-F238E27FC236}">
                <a16:creationId xmlns:a16="http://schemas.microsoft.com/office/drawing/2014/main" id="{6E719F3C-4150-4AFE-B65E-F1B006CBA668}"/>
              </a:ext>
            </a:extLst>
          </p:cNvPr>
          <p:cNvSpPr>
            <a:spLocks noGrp="1"/>
          </p:cNvSpPr>
          <p:nvPr/>
        </p:nvSpPr>
        <p:spPr>
          <a:xfrm>
            <a:off x="1101378" y="256454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3112_1">
            <a:extLst>
              <a:ext uri="{FF2B5EF4-FFF2-40B4-BE49-F238E27FC236}">
                <a16:creationId xmlns:a16="http://schemas.microsoft.com/office/drawing/2014/main" id="{D11CABF8-EC1A-498A-ADC3-BDF94AD10DF7}"/>
              </a:ext>
            </a:extLst>
          </p:cNvPr>
          <p:cNvSpPr>
            <a:spLocks noGrp="1"/>
          </p:cNvSpPr>
          <p:nvPr/>
        </p:nvSpPr>
        <p:spPr>
          <a:xfrm>
            <a:off x="1677681" y="256454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3117_1">
            <a:extLst>
              <a:ext uri="{FF2B5EF4-FFF2-40B4-BE49-F238E27FC236}">
                <a16:creationId xmlns:a16="http://schemas.microsoft.com/office/drawing/2014/main" id="{1842A649-B28F-4A1C-9858-E6DA3FD817E5}"/>
              </a:ext>
            </a:extLst>
          </p:cNvPr>
          <p:cNvSpPr>
            <a:spLocks noGrp="1"/>
          </p:cNvSpPr>
          <p:nvPr/>
        </p:nvSpPr>
        <p:spPr>
          <a:xfrm>
            <a:off x="2253983" y="256454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3122_1">
            <a:extLst>
              <a:ext uri="{FF2B5EF4-FFF2-40B4-BE49-F238E27FC236}">
                <a16:creationId xmlns:a16="http://schemas.microsoft.com/office/drawing/2014/main" id="{C6C63800-C397-453C-AD80-A917C14B760E}"/>
              </a:ext>
            </a:extLst>
          </p:cNvPr>
          <p:cNvSpPr>
            <a:spLocks noGrp="1"/>
          </p:cNvSpPr>
          <p:nvPr/>
        </p:nvSpPr>
        <p:spPr>
          <a:xfrm>
            <a:off x="2830286" y="256454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3128_1">
            <a:extLst>
              <a:ext uri="{FF2B5EF4-FFF2-40B4-BE49-F238E27FC236}">
                <a16:creationId xmlns:a16="http://schemas.microsoft.com/office/drawing/2014/main" id="{DD15852F-2CDF-4DB9-AD69-0F3B2EC89E31}"/>
              </a:ext>
            </a:extLst>
          </p:cNvPr>
          <p:cNvSpPr>
            <a:spLocks noGrp="1"/>
          </p:cNvSpPr>
          <p:nvPr/>
        </p:nvSpPr>
        <p:spPr>
          <a:xfrm>
            <a:off x="3406588" y="256454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3134_1">
            <a:extLst>
              <a:ext uri="{FF2B5EF4-FFF2-40B4-BE49-F238E27FC236}">
                <a16:creationId xmlns:a16="http://schemas.microsoft.com/office/drawing/2014/main" id="{40B48328-CE11-41FD-9A25-0224F4C8568F}"/>
              </a:ext>
            </a:extLst>
          </p:cNvPr>
          <p:cNvSpPr>
            <a:spLocks noGrp="1"/>
          </p:cNvSpPr>
          <p:nvPr/>
        </p:nvSpPr>
        <p:spPr>
          <a:xfrm>
            <a:off x="3982891" y="256454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3140_1">
            <a:extLst>
              <a:ext uri="{FF2B5EF4-FFF2-40B4-BE49-F238E27FC236}">
                <a16:creationId xmlns:a16="http://schemas.microsoft.com/office/drawing/2014/main" id="{D675C58B-1D49-4EF3-AD23-300AB93E16F6}"/>
              </a:ext>
            </a:extLst>
          </p:cNvPr>
          <p:cNvSpPr>
            <a:spLocks noGrp="1"/>
          </p:cNvSpPr>
          <p:nvPr/>
        </p:nvSpPr>
        <p:spPr>
          <a:xfrm>
            <a:off x="1101378" y="314084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3145_1">
            <a:extLst>
              <a:ext uri="{FF2B5EF4-FFF2-40B4-BE49-F238E27FC236}">
                <a16:creationId xmlns:a16="http://schemas.microsoft.com/office/drawing/2014/main" id="{039332E8-A7E3-44E9-BA0B-1A262785EA08}"/>
              </a:ext>
            </a:extLst>
          </p:cNvPr>
          <p:cNvSpPr>
            <a:spLocks noGrp="1"/>
          </p:cNvSpPr>
          <p:nvPr/>
        </p:nvSpPr>
        <p:spPr>
          <a:xfrm>
            <a:off x="1677681" y="314084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3150_1">
            <a:extLst>
              <a:ext uri="{FF2B5EF4-FFF2-40B4-BE49-F238E27FC236}">
                <a16:creationId xmlns:a16="http://schemas.microsoft.com/office/drawing/2014/main" id="{CDF38986-2C24-496C-A7F0-D84BAAA492C0}"/>
              </a:ext>
            </a:extLst>
          </p:cNvPr>
          <p:cNvSpPr>
            <a:spLocks noGrp="1"/>
          </p:cNvSpPr>
          <p:nvPr/>
        </p:nvSpPr>
        <p:spPr>
          <a:xfrm>
            <a:off x="2253983" y="314084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3155_1">
            <a:extLst>
              <a:ext uri="{FF2B5EF4-FFF2-40B4-BE49-F238E27FC236}">
                <a16:creationId xmlns:a16="http://schemas.microsoft.com/office/drawing/2014/main" id="{6F7C1FD2-5BBD-44E2-8D35-757A6549F925}"/>
              </a:ext>
            </a:extLst>
          </p:cNvPr>
          <p:cNvSpPr>
            <a:spLocks noGrp="1"/>
          </p:cNvSpPr>
          <p:nvPr/>
        </p:nvSpPr>
        <p:spPr>
          <a:xfrm>
            <a:off x="2830286" y="314084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3161_1">
            <a:extLst>
              <a:ext uri="{FF2B5EF4-FFF2-40B4-BE49-F238E27FC236}">
                <a16:creationId xmlns:a16="http://schemas.microsoft.com/office/drawing/2014/main" id="{3F25AEC6-1115-4C3B-A583-AC3738F49FF5}"/>
              </a:ext>
            </a:extLst>
          </p:cNvPr>
          <p:cNvSpPr>
            <a:spLocks noGrp="1"/>
          </p:cNvSpPr>
          <p:nvPr/>
        </p:nvSpPr>
        <p:spPr>
          <a:xfrm>
            <a:off x="3406588" y="314084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3167_1">
            <a:extLst>
              <a:ext uri="{FF2B5EF4-FFF2-40B4-BE49-F238E27FC236}">
                <a16:creationId xmlns:a16="http://schemas.microsoft.com/office/drawing/2014/main" id="{230FCF6F-E85D-4D51-97FE-D69B7316B30B}"/>
              </a:ext>
            </a:extLst>
          </p:cNvPr>
          <p:cNvSpPr>
            <a:spLocks noGrp="1"/>
          </p:cNvSpPr>
          <p:nvPr/>
        </p:nvSpPr>
        <p:spPr>
          <a:xfrm>
            <a:off x="3982891" y="314084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3173_1">
            <a:extLst>
              <a:ext uri="{FF2B5EF4-FFF2-40B4-BE49-F238E27FC236}">
                <a16:creationId xmlns:a16="http://schemas.microsoft.com/office/drawing/2014/main" id="{982A98BE-BADD-4E8E-BDB8-5BD53F955BD3}"/>
              </a:ext>
            </a:extLst>
          </p:cNvPr>
          <p:cNvSpPr>
            <a:spLocks noGrp="1"/>
          </p:cNvSpPr>
          <p:nvPr/>
        </p:nvSpPr>
        <p:spPr>
          <a:xfrm>
            <a:off x="1101378" y="3717151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3178_1">
            <a:extLst>
              <a:ext uri="{FF2B5EF4-FFF2-40B4-BE49-F238E27FC236}">
                <a16:creationId xmlns:a16="http://schemas.microsoft.com/office/drawing/2014/main" id="{47D9591F-DC86-4DB5-8B18-C5ED7B509263}"/>
              </a:ext>
            </a:extLst>
          </p:cNvPr>
          <p:cNvSpPr>
            <a:spLocks noGrp="1"/>
          </p:cNvSpPr>
          <p:nvPr/>
        </p:nvSpPr>
        <p:spPr>
          <a:xfrm>
            <a:off x="1677681" y="3717151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3183_1">
            <a:extLst>
              <a:ext uri="{FF2B5EF4-FFF2-40B4-BE49-F238E27FC236}">
                <a16:creationId xmlns:a16="http://schemas.microsoft.com/office/drawing/2014/main" id="{229D1C7C-5DD7-4E95-BCDE-DCE54245F700}"/>
              </a:ext>
            </a:extLst>
          </p:cNvPr>
          <p:cNvSpPr>
            <a:spLocks noGrp="1"/>
          </p:cNvSpPr>
          <p:nvPr/>
        </p:nvSpPr>
        <p:spPr>
          <a:xfrm>
            <a:off x="2253983" y="3717151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3188_1">
            <a:extLst>
              <a:ext uri="{FF2B5EF4-FFF2-40B4-BE49-F238E27FC236}">
                <a16:creationId xmlns:a16="http://schemas.microsoft.com/office/drawing/2014/main" id="{8EBD72E5-1F45-45E1-AA92-CBE63C88F858}"/>
              </a:ext>
            </a:extLst>
          </p:cNvPr>
          <p:cNvSpPr>
            <a:spLocks noGrp="1"/>
          </p:cNvSpPr>
          <p:nvPr/>
        </p:nvSpPr>
        <p:spPr>
          <a:xfrm>
            <a:off x="2830286" y="3717151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3194_1">
            <a:extLst>
              <a:ext uri="{FF2B5EF4-FFF2-40B4-BE49-F238E27FC236}">
                <a16:creationId xmlns:a16="http://schemas.microsoft.com/office/drawing/2014/main" id="{8A19BFCE-91DB-48DA-94F5-03140876BD84}"/>
              </a:ext>
            </a:extLst>
          </p:cNvPr>
          <p:cNvSpPr>
            <a:spLocks noGrp="1"/>
          </p:cNvSpPr>
          <p:nvPr/>
        </p:nvSpPr>
        <p:spPr>
          <a:xfrm>
            <a:off x="3406588" y="3717151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3200_1">
            <a:extLst>
              <a:ext uri="{FF2B5EF4-FFF2-40B4-BE49-F238E27FC236}">
                <a16:creationId xmlns:a16="http://schemas.microsoft.com/office/drawing/2014/main" id="{D89112F5-8C8F-44BC-B6AA-BBDDD7683CB0}"/>
              </a:ext>
            </a:extLst>
          </p:cNvPr>
          <p:cNvSpPr>
            <a:spLocks noGrp="1"/>
          </p:cNvSpPr>
          <p:nvPr/>
        </p:nvSpPr>
        <p:spPr>
          <a:xfrm>
            <a:off x="3982891" y="3717151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3206_1">
            <a:extLst>
              <a:ext uri="{FF2B5EF4-FFF2-40B4-BE49-F238E27FC236}">
                <a16:creationId xmlns:a16="http://schemas.microsoft.com/office/drawing/2014/main" id="{D0173E0F-8367-433F-ACF1-AC2824EBCE80}"/>
              </a:ext>
            </a:extLst>
          </p:cNvPr>
          <p:cNvSpPr>
            <a:spLocks noGrp="1"/>
          </p:cNvSpPr>
          <p:nvPr/>
        </p:nvSpPr>
        <p:spPr>
          <a:xfrm>
            <a:off x="1101378" y="429345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3211_1">
            <a:extLst>
              <a:ext uri="{FF2B5EF4-FFF2-40B4-BE49-F238E27FC236}">
                <a16:creationId xmlns:a16="http://schemas.microsoft.com/office/drawing/2014/main" id="{C044E8B2-B9F7-40BB-970E-8F91F09F7EBF}"/>
              </a:ext>
            </a:extLst>
          </p:cNvPr>
          <p:cNvSpPr>
            <a:spLocks noGrp="1"/>
          </p:cNvSpPr>
          <p:nvPr/>
        </p:nvSpPr>
        <p:spPr>
          <a:xfrm>
            <a:off x="1677681" y="429345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3216_1">
            <a:extLst>
              <a:ext uri="{FF2B5EF4-FFF2-40B4-BE49-F238E27FC236}">
                <a16:creationId xmlns:a16="http://schemas.microsoft.com/office/drawing/2014/main" id="{D8BE8938-98DC-4C0A-BC68-A4353E39759C}"/>
              </a:ext>
            </a:extLst>
          </p:cNvPr>
          <p:cNvSpPr>
            <a:spLocks noGrp="1"/>
          </p:cNvSpPr>
          <p:nvPr/>
        </p:nvSpPr>
        <p:spPr>
          <a:xfrm>
            <a:off x="2253983" y="429345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3221_1">
            <a:extLst>
              <a:ext uri="{FF2B5EF4-FFF2-40B4-BE49-F238E27FC236}">
                <a16:creationId xmlns:a16="http://schemas.microsoft.com/office/drawing/2014/main" id="{40FE8E94-00F8-41BB-9939-7C338BBD351C}"/>
              </a:ext>
            </a:extLst>
          </p:cNvPr>
          <p:cNvSpPr>
            <a:spLocks noGrp="1"/>
          </p:cNvSpPr>
          <p:nvPr/>
        </p:nvSpPr>
        <p:spPr>
          <a:xfrm>
            <a:off x="2830286" y="429345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3227_1">
            <a:extLst>
              <a:ext uri="{FF2B5EF4-FFF2-40B4-BE49-F238E27FC236}">
                <a16:creationId xmlns:a16="http://schemas.microsoft.com/office/drawing/2014/main" id="{0192A0CB-FB30-488A-A66E-5A527FC44A01}"/>
              </a:ext>
            </a:extLst>
          </p:cNvPr>
          <p:cNvSpPr>
            <a:spLocks noGrp="1"/>
          </p:cNvSpPr>
          <p:nvPr/>
        </p:nvSpPr>
        <p:spPr>
          <a:xfrm>
            <a:off x="3406588" y="429345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3233_1">
            <a:extLst>
              <a:ext uri="{FF2B5EF4-FFF2-40B4-BE49-F238E27FC236}">
                <a16:creationId xmlns:a16="http://schemas.microsoft.com/office/drawing/2014/main" id="{A3FA5DC3-11A3-40A2-ACA1-E39F54CFED84}"/>
              </a:ext>
            </a:extLst>
          </p:cNvPr>
          <p:cNvSpPr>
            <a:spLocks noGrp="1"/>
          </p:cNvSpPr>
          <p:nvPr/>
        </p:nvSpPr>
        <p:spPr>
          <a:xfrm>
            <a:off x="3982891" y="429345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3239_1">
            <a:extLst>
              <a:ext uri="{FF2B5EF4-FFF2-40B4-BE49-F238E27FC236}">
                <a16:creationId xmlns:a16="http://schemas.microsoft.com/office/drawing/2014/main" id="{BCD66A66-1D08-4FEE-9088-560112DF4F62}"/>
              </a:ext>
            </a:extLst>
          </p:cNvPr>
          <p:cNvSpPr>
            <a:spLocks noGrp="1"/>
          </p:cNvSpPr>
          <p:nvPr/>
        </p:nvSpPr>
        <p:spPr>
          <a:xfrm>
            <a:off x="1101378" y="486975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3244_1">
            <a:extLst>
              <a:ext uri="{FF2B5EF4-FFF2-40B4-BE49-F238E27FC236}">
                <a16:creationId xmlns:a16="http://schemas.microsoft.com/office/drawing/2014/main" id="{822B0683-0752-40AC-AB7E-DED5B30506FC}"/>
              </a:ext>
            </a:extLst>
          </p:cNvPr>
          <p:cNvSpPr>
            <a:spLocks noGrp="1"/>
          </p:cNvSpPr>
          <p:nvPr/>
        </p:nvSpPr>
        <p:spPr>
          <a:xfrm>
            <a:off x="1677681" y="486975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3249_1">
            <a:extLst>
              <a:ext uri="{FF2B5EF4-FFF2-40B4-BE49-F238E27FC236}">
                <a16:creationId xmlns:a16="http://schemas.microsoft.com/office/drawing/2014/main" id="{659F4E91-89AE-42CE-B9D2-E4C739DBE032}"/>
              </a:ext>
            </a:extLst>
          </p:cNvPr>
          <p:cNvSpPr>
            <a:spLocks noGrp="1"/>
          </p:cNvSpPr>
          <p:nvPr/>
        </p:nvSpPr>
        <p:spPr>
          <a:xfrm>
            <a:off x="2253983" y="486975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3254_1">
            <a:extLst>
              <a:ext uri="{FF2B5EF4-FFF2-40B4-BE49-F238E27FC236}">
                <a16:creationId xmlns:a16="http://schemas.microsoft.com/office/drawing/2014/main" id="{B28E889B-63BB-41EA-A881-AAE1FCDA1148}"/>
              </a:ext>
            </a:extLst>
          </p:cNvPr>
          <p:cNvSpPr>
            <a:spLocks noGrp="1"/>
          </p:cNvSpPr>
          <p:nvPr/>
        </p:nvSpPr>
        <p:spPr>
          <a:xfrm>
            <a:off x="2830286" y="486975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3260_1">
            <a:extLst>
              <a:ext uri="{FF2B5EF4-FFF2-40B4-BE49-F238E27FC236}">
                <a16:creationId xmlns:a16="http://schemas.microsoft.com/office/drawing/2014/main" id="{2EFF5A12-A44B-45C5-B8FB-EB159972AE55}"/>
              </a:ext>
            </a:extLst>
          </p:cNvPr>
          <p:cNvSpPr>
            <a:spLocks noGrp="1"/>
          </p:cNvSpPr>
          <p:nvPr/>
        </p:nvSpPr>
        <p:spPr>
          <a:xfrm>
            <a:off x="3406588" y="486975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3266_1">
            <a:extLst>
              <a:ext uri="{FF2B5EF4-FFF2-40B4-BE49-F238E27FC236}">
                <a16:creationId xmlns:a16="http://schemas.microsoft.com/office/drawing/2014/main" id="{2EFCB328-84C2-40B7-8BAA-AED5345CF490}"/>
              </a:ext>
            </a:extLst>
          </p:cNvPr>
          <p:cNvSpPr>
            <a:spLocks noGrp="1"/>
          </p:cNvSpPr>
          <p:nvPr/>
        </p:nvSpPr>
        <p:spPr>
          <a:xfrm>
            <a:off x="3982891" y="486975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to3075_0_1">
            <a:extLst>
              <a:ext uri="{FF2B5EF4-FFF2-40B4-BE49-F238E27FC236}">
                <a16:creationId xmlns:a16="http://schemas.microsoft.com/office/drawing/2014/main" id="{1D6F335C-392F-499C-A94B-883724DE5619}"/>
              </a:ext>
            </a:extLst>
          </p:cNvPr>
          <p:cNvSpPr>
            <a:spLocks noGrp="1"/>
          </p:cNvSpPr>
          <p:nvPr/>
        </p:nvSpPr>
        <p:spPr>
          <a:xfrm>
            <a:off x="1231054" y="2107133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38" name="anim_to3080_0_1">
            <a:extLst>
              <a:ext uri="{FF2B5EF4-FFF2-40B4-BE49-F238E27FC236}">
                <a16:creationId xmlns:a16="http://schemas.microsoft.com/office/drawing/2014/main" id="{342158E3-5171-4F53-92CA-97B3A04B1D09}"/>
              </a:ext>
            </a:extLst>
          </p:cNvPr>
          <p:cNvSpPr>
            <a:spLocks noGrp="1"/>
          </p:cNvSpPr>
          <p:nvPr/>
        </p:nvSpPr>
        <p:spPr>
          <a:xfrm>
            <a:off x="1807357" y="2107133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39" name="anim_to3085_0_1">
            <a:extLst>
              <a:ext uri="{FF2B5EF4-FFF2-40B4-BE49-F238E27FC236}">
                <a16:creationId xmlns:a16="http://schemas.microsoft.com/office/drawing/2014/main" id="{AA757993-78E1-44DF-806D-DC75E8A4C826}"/>
              </a:ext>
            </a:extLst>
          </p:cNvPr>
          <p:cNvSpPr>
            <a:spLocks noGrp="1"/>
          </p:cNvSpPr>
          <p:nvPr/>
        </p:nvSpPr>
        <p:spPr>
          <a:xfrm>
            <a:off x="2383659" y="2107133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40" name="anim_to3090_0_1">
            <a:extLst>
              <a:ext uri="{FF2B5EF4-FFF2-40B4-BE49-F238E27FC236}">
                <a16:creationId xmlns:a16="http://schemas.microsoft.com/office/drawing/2014/main" id="{39BFACDD-D0C0-484A-8328-F94F8316A0EA}"/>
              </a:ext>
            </a:extLst>
          </p:cNvPr>
          <p:cNvSpPr>
            <a:spLocks noGrp="1"/>
          </p:cNvSpPr>
          <p:nvPr/>
        </p:nvSpPr>
        <p:spPr>
          <a:xfrm>
            <a:off x="2885486" y="2107133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41" name="anim_to3096_0_1">
            <a:extLst>
              <a:ext uri="{FF2B5EF4-FFF2-40B4-BE49-F238E27FC236}">
                <a16:creationId xmlns:a16="http://schemas.microsoft.com/office/drawing/2014/main" id="{F08ED23D-8E6B-4BA8-9100-6AC9DAE2442C}"/>
              </a:ext>
            </a:extLst>
          </p:cNvPr>
          <p:cNvSpPr>
            <a:spLocks noGrp="1"/>
          </p:cNvSpPr>
          <p:nvPr/>
        </p:nvSpPr>
        <p:spPr>
          <a:xfrm>
            <a:off x="3461789" y="2107133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42" name="anim_to3102_0_1">
            <a:extLst>
              <a:ext uri="{FF2B5EF4-FFF2-40B4-BE49-F238E27FC236}">
                <a16:creationId xmlns:a16="http://schemas.microsoft.com/office/drawing/2014/main" id="{C56BAE1C-9DC4-4B9F-B9E6-19E0F2322495}"/>
              </a:ext>
            </a:extLst>
          </p:cNvPr>
          <p:cNvSpPr>
            <a:spLocks noGrp="1"/>
          </p:cNvSpPr>
          <p:nvPr/>
        </p:nvSpPr>
        <p:spPr>
          <a:xfrm>
            <a:off x="4038091" y="2107133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43" name="anim_to3108_0_1">
            <a:extLst>
              <a:ext uri="{FF2B5EF4-FFF2-40B4-BE49-F238E27FC236}">
                <a16:creationId xmlns:a16="http://schemas.microsoft.com/office/drawing/2014/main" id="{03716BF0-9B40-457B-AC3F-40FCBB7A6E32}"/>
              </a:ext>
            </a:extLst>
          </p:cNvPr>
          <p:cNvSpPr>
            <a:spLocks noGrp="1"/>
          </p:cNvSpPr>
          <p:nvPr/>
        </p:nvSpPr>
        <p:spPr>
          <a:xfrm>
            <a:off x="1231054" y="2683436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44" name="anim_to3113_0_1">
            <a:extLst>
              <a:ext uri="{FF2B5EF4-FFF2-40B4-BE49-F238E27FC236}">
                <a16:creationId xmlns:a16="http://schemas.microsoft.com/office/drawing/2014/main" id="{45193536-2D1D-4146-8873-CC162DB8A2FE}"/>
              </a:ext>
            </a:extLst>
          </p:cNvPr>
          <p:cNvSpPr>
            <a:spLocks noGrp="1"/>
          </p:cNvSpPr>
          <p:nvPr/>
        </p:nvSpPr>
        <p:spPr>
          <a:xfrm>
            <a:off x="1807357" y="2683436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45" name="anim_to3118_0_1">
            <a:extLst>
              <a:ext uri="{FF2B5EF4-FFF2-40B4-BE49-F238E27FC236}">
                <a16:creationId xmlns:a16="http://schemas.microsoft.com/office/drawing/2014/main" id="{1AE097AD-B326-462E-ACA5-BA55C3CAD720}"/>
              </a:ext>
            </a:extLst>
          </p:cNvPr>
          <p:cNvSpPr>
            <a:spLocks noGrp="1"/>
          </p:cNvSpPr>
          <p:nvPr/>
        </p:nvSpPr>
        <p:spPr>
          <a:xfrm>
            <a:off x="2383659" y="2683436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46" name="anim_to3123_0_1">
            <a:extLst>
              <a:ext uri="{FF2B5EF4-FFF2-40B4-BE49-F238E27FC236}">
                <a16:creationId xmlns:a16="http://schemas.microsoft.com/office/drawing/2014/main" id="{6B5F46FF-029C-4361-B6AF-AE380A3F14FD}"/>
              </a:ext>
            </a:extLst>
          </p:cNvPr>
          <p:cNvSpPr>
            <a:spLocks noGrp="1"/>
          </p:cNvSpPr>
          <p:nvPr/>
        </p:nvSpPr>
        <p:spPr>
          <a:xfrm>
            <a:off x="2885486" y="2683436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47" name="anim_to3129_0_1">
            <a:extLst>
              <a:ext uri="{FF2B5EF4-FFF2-40B4-BE49-F238E27FC236}">
                <a16:creationId xmlns:a16="http://schemas.microsoft.com/office/drawing/2014/main" id="{2D90E42C-937C-469A-9B28-310521678BB9}"/>
              </a:ext>
            </a:extLst>
          </p:cNvPr>
          <p:cNvSpPr>
            <a:spLocks noGrp="1"/>
          </p:cNvSpPr>
          <p:nvPr/>
        </p:nvSpPr>
        <p:spPr>
          <a:xfrm>
            <a:off x="3461789" y="2683436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48" name="anim_to3135_0_1">
            <a:extLst>
              <a:ext uri="{FF2B5EF4-FFF2-40B4-BE49-F238E27FC236}">
                <a16:creationId xmlns:a16="http://schemas.microsoft.com/office/drawing/2014/main" id="{3AD583E8-AFCD-4CD8-92DA-5928F5DDDF74}"/>
              </a:ext>
            </a:extLst>
          </p:cNvPr>
          <p:cNvSpPr>
            <a:spLocks noGrp="1"/>
          </p:cNvSpPr>
          <p:nvPr/>
        </p:nvSpPr>
        <p:spPr>
          <a:xfrm>
            <a:off x="4038091" y="2683436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49" name="anim_to3141_0_1">
            <a:extLst>
              <a:ext uri="{FF2B5EF4-FFF2-40B4-BE49-F238E27FC236}">
                <a16:creationId xmlns:a16="http://schemas.microsoft.com/office/drawing/2014/main" id="{1924B370-77C3-4AFD-A669-3D7CEF446195}"/>
              </a:ext>
            </a:extLst>
          </p:cNvPr>
          <p:cNvSpPr>
            <a:spLocks noGrp="1"/>
          </p:cNvSpPr>
          <p:nvPr/>
        </p:nvSpPr>
        <p:spPr>
          <a:xfrm>
            <a:off x="1231054" y="3259738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50" name="anim_to3146_0_1">
            <a:extLst>
              <a:ext uri="{FF2B5EF4-FFF2-40B4-BE49-F238E27FC236}">
                <a16:creationId xmlns:a16="http://schemas.microsoft.com/office/drawing/2014/main" id="{6C41327A-5F8A-44E4-AD1F-6EC5B6ABED53}"/>
              </a:ext>
            </a:extLst>
          </p:cNvPr>
          <p:cNvSpPr>
            <a:spLocks noGrp="1"/>
          </p:cNvSpPr>
          <p:nvPr/>
        </p:nvSpPr>
        <p:spPr>
          <a:xfrm>
            <a:off x="1807357" y="3259738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51" name="anim_to3151_0_1">
            <a:extLst>
              <a:ext uri="{FF2B5EF4-FFF2-40B4-BE49-F238E27FC236}">
                <a16:creationId xmlns:a16="http://schemas.microsoft.com/office/drawing/2014/main" id="{34A68A8E-3669-4898-AE9A-3791A8070EDA}"/>
              </a:ext>
            </a:extLst>
          </p:cNvPr>
          <p:cNvSpPr>
            <a:spLocks noGrp="1"/>
          </p:cNvSpPr>
          <p:nvPr/>
        </p:nvSpPr>
        <p:spPr>
          <a:xfrm>
            <a:off x="2383659" y="3259738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52" name="anim_to3156_0_1">
            <a:extLst>
              <a:ext uri="{FF2B5EF4-FFF2-40B4-BE49-F238E27FC236}">
                <a16:creationId xmlns:a16="http://schemas.microsoft.com/office/drawing/2014/main" id="{8E868735-BBB5-49BF-B192-8C15B300D200}"/>
              </a:ext>
            </a:extLst>
          </p:cNvPr>
          <p:cNvSpPr>
            <a:spLocks noGrp="1"/>
          </p:cNvSpPr>
          <p:nvPr/>
        </p:nvSpPr>
        <p:spPr>
          <a:xfrm>
            <a:off x="2885486" y="3259738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53" name="anim_to3162_0_1">
            <a:extLst>
              <a:ext uri="{FF2B5EF4-FFF2-40B4-BE49-F238E27FC236}">
                <a16:creationId xmlns:a16="http://schemas.microsoft.com/office/drawing/2014/main" id="{459DF45C-4ECE-4AAC-8F71-A8CFD0D9BA92}"/>
              </a:ext>
            </a:extLst>
          </p:cNvPr>
          <p:cNvSpPr>
            <a:spLocks noGrp="1"/>
          </p:cNvSpPr>
          <p:nvPr/>
        </p:nvSpPr>
        <p:spPr>
          <a:xfrm>
            <a:off x="3461789" y="3259738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54" name="anim_to3168_0_1">
            <a:extLst>
              <a:ext uri="{FF2B5EF4-FFF2-40B4-BE49-F238E27FC236}">
                <a16:creationId xmlns:a16="http://schemas.microsoft.com/office/drawing/2014/main" id="{D79593C2-DD5A-48AF-8F98-ABAFBB9D30E7}"/>
              </a:ext>
            </a:extLst>
          </p:cNvPr>
          <p:cNvSpPr>
            <a:spLocks noGrp="1"/>
          </p:cNvSpPr>
          <p:nvPr/>
        </p:nvSpPr>
        <p:spPr>
          <a:xfrm>
            <a:off x="4038091" y="3259738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55" name="anim_to3174_0_1">
            <a:extLst>
              <a:ext uri="{FF2B5EF4-FFF2-40B4-BE49-F238E27FC236}">
                <a16:creationId xmlns:a16="http://schemas.microsoft.com/office/drawing/2014/main" id="{3C1B54A0-B371-48F3-8CFB-9B2AB4776770}"/>
              </a:ext>
            </a:extLst>
          </p:cNvPr>
          <p:cNvSpPr>
            <a:spLocks noGrp="1"/>
          </p:cNvSpPr>
          <p:nvPr/>
        </p:nvSpPr>
        <p:spPr>
          <a:xfrm>
            <a:off x="1231054" y="3836041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56" name="anim_to3179_0_1">
            <a:extLst>
              <a:ext uri="{FF2B5EF4-FFF2-40B4-BE49-F238E27FC236}">
                <a16:creationId xmlns:a16="http://schemas.microsoft.com/office/drawing/2014/main" id="{6155E612-269B-4C4A-B75B-0EE41AD4AB5D}"/>
              </a:ext>
            </a:extLst>
          </p:cNvPr>
          <p:cNvSpPr>
            <a:spLocks noGrp="1"/>
          </p:cNvSpPr>
          <p:nvPr/>
        </p:nvSpPr>
        <p:spPr>
          <a:xfrm>
            <a:off x="1807357" y="3836041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57" name="anim_to3184_0_1">
            <a:extLst>
              <a:ext uri="{FF2B5EF4-FFF2-40B4-BE49-F238E27FC236}">
                <a16:creationId xmlns:a16="http://schemas.microsoft.com/office/drawing/2014/main" id="{EF680861-81E0-4540-BBFB-809AF829E75D}"/>
              </a:ext>
            </a:extLst>
          </p:cNvPr>
          <p:cNvSpPr>
            <a:spLocks noGrp="1"/>
          </p:cNvSpPr>
          <p:nvPr/>
        </p:nvSpPr>
        <p:spPr>
          <a:xfrm>
            <a:off x="2383659" y="3836041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58" name="anim_to3189_0_1">
            <a:extLst>
              <a:ext uri="{FF2B5EF4-FFF2-40B4-BE49-F238E27FC236}">
                <a16:creationId xmlns:a16="http://schemas.microsoft.com/office/drawing/2014/main" id="{C2B507A1-0515-48E8-8D9C-20B80DC05F6F}"/>
              </a:ext>
            </a:extLst>
          </p:cNvPr>
          <p:cNvSpPr>
            <a:spLocks noGrp="1"/>
          </p:cNvSpPr>
          <p:nvPr/>
        </p:nvSpPr>
        <p:spPr>
          <a:xfrm>
            <a:off x="2885486" y="3836041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59" name="anim_to3195_0_1">
            <a:extLst>
              <a:ext uri="{FF2B5EF4-FFF2-40B4-BE49-F238E27FC236}">
                <a16:creationId xmlns:a16="http://schemas.microsoft.com/office/drawing/2014/main" id="{5D34DA19-5E1C-4DDC-BAC1-22CFF4A58751}"/>
              </a:ext>
            </a:extLst>
          </p:cNvPr>
          <p:cNvSpPr>
            <a:spLocks noGrp="1"/>
          </p:cNvSpPr>
          <p:nvPr/>
        </p:nvSpPr>
        <p:spPr>
          <a:xfrm>
            <a:off x="3461789" y="3836041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60" name="anim_to3201_0_1">
            <a:extLst>
              <a:ext uri="{FF2B5EF4-FFF2-40B4-BE49-F238E27FC236}">
                <a16:creationId xmlns:a16="http://schemas.microsoft.com/office/drawing/2014/main" id="{2D3FFFAD-9B97-4F68-95F4-ED4C69E48A7E}"/>
              </a:ext>
            </a:extLst>
          </p:cNvPr>
          <p:cNvSpPr>
            <a:spLocks noGrp="1"/>
          </p:cNvSpPr>
          <p:nvPr/>
        </p:nvSpPr>
        <p:spPr>
          <a:xfrm>
            <a:off x="4038091" y="3836041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61" name="anim_to3207_0_1">
            <a:extLst>
              <a:ext uri="{FF2B5EF4-FFF2-40B4-BE49-F238E27FC236}">
                <a16:creationId xmlns:a16="http://schemas.microsoft.com/office/drawing/2014/main" id="{892E5095-BAE1-4957-A145-4B5C630BA2B1}"/>
              </a:ext>
            </a:extLst>
          </p:cNvPr>
          <p:cNvSpPr>
            <a:spLocks noGrp="1"/>
          </p:cNvSpPr>
          <p:nvPr/>
        </p:nvSpPr>
        <p:spPr>
          <a:xfrm>
            <a:off x="1231054" y="4412343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2" name="anim_to3212_0_1">
            <a:extLst>
              <a:ext uri="{FF2B5EF4-FFF2-40B4-BE49-F238E27FC236}">
                <a16:creationId xmlns:a16="http://schemas.microsoft.com/office/drawing/2014/main" id="{0734BED1-F6AE-472E-AEE0-4F453A56FB56}"/>
              </a:ext>
            </a:extLst>
          </p:cNvPr>
          <p:cNvSpPr>
            <a:spLocks noGrp="1"/>
          </p:cNvSpPr>
          <p:nvPr/>
        </p:nvSpPr>
        <p:spPr>
          <a:xfrm>
            <a:off x="1807357" y="4412343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3" name="anim_to3217_0_1">
            <a:extLst>
              <a:ext uri="{FF2B5EF4-FFF2-40B4-BE49-F238E27FC236}">
                <a16:creationId xmlns:a16="http://schemas.microsoft.com/office/drawing/2014/main" id="{5CF3E77E-27CF-474E-A06B-C385FA59A4D1}"/>
              </a:ext>
            </a:extLst>
          </p:cNvPr>
          <p:cNvSpPr>
            <a:spLocks noGrp="1"/>
          </p:cNvSpPr>
          <p:nvPr/>
        </p:nvSpPr>
        <p:spPr>
          <a:xfrm>
            <a:off x="2383659" y="4412343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4" name="anim_to3222_0_1">
            <a:extLst>
              <a:ext uri="{FF2B5EF4-FFF2-40B4-BE49-F238E27FC236}">
                <a16:creationId xmlns:a16="http://schemas.microsoft.com/office/drawing/2014/main" id="{DFEDD245-49BE-40EF-9093-A1D5DEC450C4}"/>
              </a:ext>
            </a:extLst>
          </p:cNvPr>
          <p:cNvSpPr>
            <a:spLocks noGrp="1"/>
          </p:cNvSpPr>
          <p:nvPr/>
        </p:nvSpPr>
        <p:spPr>
          <a:xfrm>
            <a:off x="2885486" y="4412343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65" name="anim_to3228_0_1">
            <a:extLst>
              <a:ext uri="{FF2B5EF4-FFF2-40B4-BE49-F238E27FC236}">
                <a16:creationId xmlns:a16="http://schemas.microsoft.com/office/drawing/2014/main" id="{BC95B24F-9016-4BA2-A225-6FFFA8E5282E}"/>
              </a:ext>
            </a:extLst>
          </p:cNvPr>
          <p:cNvSpPr>
            <a:spLocks noGrp="1"/>
          </p:cNvSpPr>
          <p:nvPr/>
        </p:nvSpPr>
        <p:spPr>
          <a:xfrm>
            <a:off x="3461789" y="4412343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66" name="anim_to3234_0_1">
            <a:extLst>
              <a:ext uri="{FF2B5EF4-FFF2-40B4-BE49-F238E27FC236}">
                <a16:creationId xmlns:a16="http://schemas.microsoft.com/office/drawing/2014/main" id="{19CAF709-0F70-4378-B3F8-9E7DC5C00918}"/>
              </a:ext>
            </a:extLst>
          </p:cNvPr>
          <p:cNvSpPr>
            <a:spLocks noGrp="1"/>
          </p:cNvSpPr>
          <p:nvPr/>
        </p:nvSpPr>
        <p:spPr>
          <a:xfrm>
            <a:off x="4038091" y="4412343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67" name="anim_to3240_0_1">
            <a:extLst>
              <a:ext uri="{FF2B5EF4-FFF2-40B4-BE49-F238E27FC236}">
                <a16:creationId xmlns:a16="http://schemas.microsoft.com/office/drawing/2014/main" id="{A8177E0A-ECC0-4CA0-834B-AA32992B0ED9}"/>
              </a:ext>
            </a:extLst>
          </p:cNvPr>
          <p:cNvSpPr>
            <a:spLocks noGrp="1"/>
          </p:cNvSpPr>
          <p:nvPr/>
        </p:nvSpPr>
        <p:spPr>
          <a:xfrm>
            <a:off x="1231054" y="4988646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8" name="anim_to3245_0_1">
            <a:extLst>
              <a:ext uri="{FF2B5EF4-FFF2-40B4-BE49-F238E27FC236}">
                <a16:creationId xmlns:a16="http://schemas.microsoft.com/office/drawing/2014/main" id="{50B74EA1-7A95-4DC4-91C8-2F922B4B5323}"/>
              </a:ext>
            </a:extLst>
          </p:cNvPr>
          <p:cNvSpPr>
            <a:spLocks noGrp="1"/>
          </p:cNvSpPr>
          <p:nvPr/>
        </p:nvSpPr>
        <p:spPr>
          <a:xfrm>
            <a:off x="1807357" y="4988646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9" name="anim_to3250_0_1">
            <a:extLst>
              <a:ext uri="{FF2B5EF4-FFF2-40B4-BE49-F238E27FC236}">
                <a16:creationId xmlns:a16="http://schemas.microsoft.com/office/drawing/2014/main" id="{FD8BB467-5BFD-4227-A75B-4947FE2A62A2}"/>
              </a:ext>
            </a:extLst>
          </p:cNvPr>
          <p:cNvSpPr>
            <a:spLocks noGrp="1"/>
          </p:cNvSpPr>
          <p:nvPr/>
        </p:nvSpPr>
        <p:spPr>
          <a:xfrm>
            <a:off x="2383659" y="4988646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70" name="anim_to3255_0_1">
            <a:extLst>
              <a:ext uri="{FF2B5EF4-FFF2-40B4-BE49-F238E27FC236}">
                <a16:creationId xmlns:a16="http://schemas.microsoft.com/office/drawing/2014/main" id="{3528E28E-AFC2-4E44-A1D6-EF116EF622BB}"/>
              </a:ext>
            </a:extLst>
          </p:cNvPr>
          <p:cNvSpPr>
            <a:spLocks noGrp="1"/>
          </p:cNvSpPr>
          <p:nvPr/>
        </p:nvSpPr>
        <p:spPr>
          <a:xfrm>
            <a:off x="2885486" y="4988646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71" name="anim_to3261_0_1">
            <a:extLst>
              <a:ext uri="{FF2B5EF4-FFF2-40B4-BE49-F238E27FC236}">
                <a16:creationId xmlns:a16="http://schemas.microsoft.com/office/drawing/2014/main" id="{A0DBB024-1333-47F1-B911-DF8895699702}"/>
              </a:ext>
            </a:extLst>
          </p:cNvPr>
          <p:cNvSpPr>
            <a:spLocks noGrp="1"/>
          </p:cNvSpPr>
          <p:nvPr/>
        </p:nvSpPr>
        <p:spPr>
          <a:xfrm>
            <a:off x="3461789" y="4988646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72" name="anim_to3267_0_1">
            <a:extLst>
              <a:ext uri="{FF2B5EF4-FFF2-40B4-BE49-F238E27FC236}">
                <a16:creationId xmlns:a16="http://schemas.microsoft.com/office/drawing/2014/main" id="{0E32BB10-9A71-4C12-A0E6-0C58BAD5EF7E}"/>
              </a:ext>
            </a:extLst>
          </p:cNvPr>
          <p:cNvSpPr>
            <a:spLocks noGrp="1"/>
          </p:cNvSpPr>
          <p:nvPr/>
        </p:nvSpPr>
        <p:spPr>
          <a:xfrm>
            <a:off x="4038091" y="4988646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73" name="anim_to3272_0_1">
            <a:extLst>
              <a:ext uri="{FF2B5EF4-FFF2-40B4-BE49-F238E27FC236}">
                <a16:creationId xmlns:a16="http://schemas.microsoft.com/office/drawing/2014/main" id="{C4B44F10-6386-45D3-A04C-96B3C3765801}"/>
              </a:ext>
            </a:extLst>
          </p:cNvPr>
          <p:cNvSpPr>
            <a:spLocks noGrp="1"/>
          </p:cNvSpPr>
          <p:nvPr/>
        </p:nvSpPr>
        <p:spPr>
          <a:xfrm>
            <a:off x="2158759" y="1193360"/>
            <a:ext cx="1362103" cy="6018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79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79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79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Input</a:t>
            </a:r>
          </a:p>
        </p:txBody>
      </p:sp>
      <p:sp>
        <p:nvSpPr>
          <p:cNvPr id="74" name="anim_to3319_0_1">
            <a:extLst>
              <a:ext uri="{FF2B5EF4-FFF2-40B4-BE49-F238E27FC236}">
                <a16:creationId xmlns:a16="http://schemas.microsoft.com/office/drawing/2014/main" id="{5363DBEB-22CE-43BE-99FD-F4F966D29A9B}"/>
              </a:ext>
            </a:extLst>
          </p:cNvPr>
          <p:cNvSpPr>
            <a:spLocks noGrp="1"/>
          </p:cNvSpPr>
          <p:nvPr/>
        </p:nvSpPr>
        <p:spPr>
          <a:xfrm>
            <a:off x="5029920" y="3349311"/>
            <a:ext cx="288231" cy="7356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*</a:t>
            </a:r>
          </a:p>
        </p:txBody>
      </p:sp>
      <p:sp>
        <p:nvSpPr>
          <p:cNvPr id="75" name="anim_to3322_0_1">
            <a:extLst>
              <a:ext uri="{FF2B5EF4-FFF2-40B4-BE49-F238E27FC236}">
                <a16:creationId xmlns:a16="http://schemas.microsoft.com/office/drawing/2014/main" id="{6636970E-BFA6-41A6-B228-64D8001B471C}"/>
              </a:ext>
            </a:extLst>
          </p:cNvPr>
          <p:cNvSpPr>
            <a:spLocks noGrp="1"/>
          </p:cNvSpPr>
          <p:nvPr/>
        </p:nvSpPr>
        <p:spPr>
          <a:xfrm>
            <a:off x="5764155" y="1727502"/>
            <a:ext cx="1759304" cy="4889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0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80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pPr>
            <a:r>
              <a:rPr sz="3080" b="1">
                <a:solidFill>
                  <a:srgbClr val="FFFF00"/>
                </a:solidFill>
                <a:latin typeface="Consolas"/>
                <a:ea typeface="Consolas"/>
                <a:cs typeface="Consolas"/>
              </a:rPr>
              <a:t>Vertical</a:t>
            </a:r>
          </a:p>
        </p:txBody>
      </p:sp>
      <p:sp>
        <p:nvSpPr>
          <p:cNvPr id="76" name="anim_to3322_1_1">
            <a:extLst>
              <a:ext uri="{FF2B5EF4-FFF2-40B4-BE49-F238E27FC236}">
                <a16:creationId xmlns:a16="http://schemas.microsoft.com/office/drawing/2014/main" id="{5F50A0F9-586C-425B-A329-E3EB2B81400F}"/>
              </a:ext>
            </a:extLst>
          </p:cNvPr>
          <p:cNvSpPr>
            <a:spLocks noGrp="1"/>
          </p:cNvSpPr>
          <p:nvPr/>
        </p:nvSpPr>
        <p:spPr>
          <a:xfrm>
            <a:off x="5979306" y="2177363"/>
            <a:ext cx="1329003" cy="4889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0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80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pPr>
            <a:r>
              <a:rPr sz="3080" b="1">
                <a:solidFill>
                  <a:srgbClr val="FFFF00"/>
                </a:solidFill>
                <a:latin typeface="Consolas"/>
                <a:ea typeface="Consolas"/>
                <a:cs typeface="Consolas"/>
              </a:rPr>
              <a:t>Filter</a:t>
            </a:r>
          </a:p>
        </p:txBody>
      </p:sp>
      <p:sp>
        <p:nvSpPr>
          <p:cNvPr id="77" name="anim_o3279_1">
            <a:extLst>
              <a:ext uri="{FF2B5EF4-FFF2-40B4-BE49-F238E27FC236}">
                <a16:creationId xmlns:a16="http://schemas.microsoft.com/office/drawing/2014/main" id="{4C4F17EE-E9BA-4329-808A-E4AE2C0A9EB2}"/>
              </a:ext>
            </a:extLst>
          </p:cNvPr>
          <p:cNvSpPr>
            <a:spLocks noGrp="1"/>
          </p:cNvSpPr>
          <p:nvPr/>
        </p:nvSpPr>
        <p:spPr>
          <a:xfrm>
            <a:off x="5769829" y="2852697"/>
            <a:ext cx="576303" cy="576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8" name="anim_o3284_1">
            <a:extLst>
              <a:ext uri="{FF2B5EF4-FFF2-40B4-BE49-F238E27FC236}">
                <a16:creationId xmlns:a16="http://schemas.microsoft.com/office/drawing/2014/main" id="{C21980C0-18BE-4CFD-8E8A-02DDBEDBB16A}"/>
              </a:ext>
            </a:extLst>
          </p:cNvPr>
          <p:cNvSpPr>
            <a:spLocks noGrp="1"/>
          </p:cNvSpPr>
          <p:nvPr/>
        </p:nvSpPr>
        <p:spPr>
          <a:xfrm>
            <a:off x="6346131" y="2852697"/>
            <a:ext cx="576303" cy="576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9" name="anim_o3288_1">
            <a:extLst>
              <a:ext uri="{FF2B5EF4-FFF2-40B4-BE49-F238E27FC236}">
                <a16:creationId xmlns:a16="http://schemas.microsoft.com/office/drawing/2014/main" id="{89097137-7E9F-4F44-896B-5E9CFDAB5AA0}"/>
              </a:ext>
            </a:extLst>
          </p:cNvPr>
          <p:cNvSpPr>
            <a:spLocks noGrp="1"/>
          </p:cNvSpPr>
          <p:nvPr/>
        </p:nvSpPr>
        <p:spPr>
          <a:xfrm>
            <a:off x="6922434" y="2852697"/>
            <a:ext cx="576303" cy="576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0" name="anim_o3292_1">
            <a:extLst>
              <a:ext uri="{FF2B5EF4-FFF2-40B4-BE49-F238E27FC236}">
                <a16:creationId xmlns:a16="http://schemas.microsoft.com/office/drawing/2014/main" id="{182A569D-235C-4940-86D9-7CEA2F80CE9D}"/>
              </a:ext>
            </a:extLst>
          </p:cNvPr>
          <p:cNvSpPr>
            <a:spLocks noGrp="1"/>
          </p:cNvSpPr>
          <p:nvPr/>
        </p:nvSpPr>
        <p:spPr>
          <a:xfrm>
            <a:off x="5769829" y="3429000"/>
            <a:ext cx="576303" cy="576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1" name="anim_o3297_1">
            <a:extLst>
              <a:ext uri="{FF2B5EF4-FFF2-40B4-BE49-F238E27FC236}">
                <a16:creationId xmlns:a16="http://schemas.microsoft.com/office/drawing/2014/main" id="{2FF86911-0E71-4607-96C8-F3AF7207BB3C}"/>
              </a:ext>
            </a:extLst>
          </p:cNvPr>
          <p:cNvSpPr>
            <a:spLocks noGrp="1"/>
          </p:cNvSpPr>
          <p:nvPr/>
        </p:nvSpPr>
        <p:spPr>
          <a:xfrm>
            <a:off x="6346131" y="3429000"/>
            <a:ext cx="576303" cy="576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2" name="anim_o3301_1">
            <a:extLst>
              <a:ext uri="{FF2B5EF4-FFF2-40B4-BE49-F238E27FC236}">
                <a16:creationId xmlns:a16="http://schemas.microsoft.com/office/drawing/2014/main" id="{B4840C91-B6A3-483C-B429-2A89951C4AC7}"/>
              </a:ext>
            </a:extLst>
          </p:cNvPr>
          <p:cNvSpPr>
            <a:spLocks noGrp="1"/>
          </p:cNvSpPr>
          <p:nvPr/>
        </p:nvSpPr>
        <p:spPr>
          <a:xfrm>
            <a:off x="6922434" y="3429000"/>
            <a:ext cx="576303" cy="576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3" name="anim_o3305_1">
            <a:extLst>
              <a:ext uri="{FF2B5EF4-FFF2-40B4-BE49-F238E27FC236}">
                <a16:creationId xmlns:a16="http://schemas.microsoft.com/office/drawing/2014/main" id="{587001CA-E116-4530-BEA8-54C88D0AB3F2}"/>
              </a:ext>
            </a:extLst>
          </p:cNvPr>
          <p:cNvSpPr>
            <a:spLocks noGrp="1"/>
          </p:cNvSpPr>
          <p:nvPr/>
        </p:nvSpPr>
        <p:spPr>
          <a:xfrm>
            <a:off x="5769829" y="4005303"/>
            <a:ext cx="576303" cy="576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4" name="anim_o3310_1">
            <a:extLst>
              <a:ext uri="{FF2B5EF4-FFF2-40B4-BE49-F238E27FC236}">
                <a16:creationId xmlns:a16="http://schemas.microsoft.com/office/drawing/2014/main" id="{721C7712-FEEC-47FB-9A1C-A4307511BEA2}"/>
              </a:ext>
            </a:extLst>
          </p:cNvPr>
          <p:cNvSpPr>
            <a:spLocks noGrp="1"/>
          </p:cNvSpPr>
          <p:nvPr/>
        </p:nvSpPr>
        <p:spPr>
          <a:xfrm>
            <a:off x="6346131" y="4005303"/>
            <a:ext cx="576303" cy="576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5" name="anim_o3314_1">
            <a:extLst>
              <a:ext uri="{FF2B5EF4-FFF2-40B4-BE49-F238E27FC236}">
                <a16:creationId xmlns:a16="http://schemas.microsoft.com/office/drawing/2014/main" id="{30D3DF34-4758-4F95-8579-A4F3BC00101D}"/>
              </a:ext>
            </a:extLst>
          </p:cNvPr>
          <p:cNvSpPr>
            <a:spLocks noGrp="1"/>
          </p:cNvSpPr>
          <p:nvPr/>
        </p:nvSpPr>
        <p:spPr>
          <a:xfrm>
            <a:off x="6922434" y="4005303"/>
            <a:ext cx="576303" cy="576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6" name="anim_to3280_0_1">
            <a:extLst>
              <a:ext uri="{FF2B5EF4-FFF2-40B4-BE49-F238E27FC236}">
                <a16:creationId xmlns:a16="http://schemas.microsoft.com/office/drawing/2014/main" id="{A5DD03C2-B27A-41C6-BF69-F2DB71E670BB}"/>
              </a:ext>
            </a:extLst>
          </p:cNvPr>
          <p:cNvSpPr>
            <a:spLocks noGrp="1"/>
          </p:cNvSpPr>
          <p:nvPr/>
        </p:nvSpPr>
        <p:spPr>
          <a:xfrm>
            <a:off x="5882955" y="2952780"/>
            <a:ext cx="369101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87" name="anim_to3285_0_1">
            <a:extLst>
              <a:ext uri="{FF2B5EF4-FFF2-40B4-BE49-F238E27FC236}">
                <a16:creationId xmlns:a16="http://schemas.microsoft.com/office/drawing/2014/main" id="{6B51A2B8-7143-4744-8E0C-1E2B0F3A6D8C}"/>
              </a:ext>
            </a:extLst>
          </p:cNvPr>
          <p:cNvSpPr>
            <a:spLocks noGrp="1"/>
          </p:cNvSpPr>
          <p:nvPr/>
        </p:nvSpPr>
        <p:spPr>
          <a:xfrm>
            <a:off x="6542007" y="2952780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88" name="anim_to3289_0_1">
            <a:extLst>
              <a:ext uri="{FF2B5EF4-FFF2-40B4-BE49-F238E27FC236}">
                <a16:creationId xmlns:a16="http://schemas.microsoft.com/office/drawing/2014/main" id="{DD35A4C1-87F0-4D9E-B857-5C0AD1313857}"/>
              </a:ext>
            </a:extLst>
          </p:cNvPr>
          <p:cNvSpPr>
            <a:spLocks noGrp="1"/>
          </p:cNvSpPr>
          <p:nvPr/>
        </p:nvSpPr>
        <p:spPr>
          <a:xfrm>
            <a:off x="7118310" y="2952780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89" name="anim_to3293_0_1">
            <a:extLst>
              <a:ext uri="{FF2B5EF4-FFF2-40B4-BE49-F238E27FC236}">
                <a16:creationId xmlns:a16="http://schemas.microsoft.com/office/drawing/2014/main" id="{9BEFFF25-D2DB-443D-AE09-3D51B1E5D350}"/>
              </a:ext>
            </a:extLst>
          </p:cNvPr>
          <p:cNvSpPr>
            <a:spLocks noGrp="1"/>
          </p:cNvSpPr>
          <p:nvPr/>
        </p:nvSpPr>
        <p:spPr>
          <a:xfrm>
            <a:off x="5882955" y="3529083"/>
            <a:ext cx="369101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90" name="anim_to3298_0_1">
            <a:extLst>
              <a:ext uri="{FF2B5EF4-FFF2-40B4-BE49-F238E27FC236}">
                <a16:creationId xmlns:a16="http://schemas.microsoft.com/office/drawing/2014/main" id="{31DCB7EE-3344-4A7A-8F19-F65793E91926}"/>
              </a:ext>
            </a:extLst>
          </p:cNvPr>
          <p:cNvSpPr>
            <a:spLocks noGrp="1"/>
          </p:cNvSpPr>
          <p:nvPr/>
        </p:nvSpPr>
        <p:spPr>
          <a:xfrm>
            <a:off x="6542007" y="3529083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91" name="anim_to3302_0_1">
            <a:extLst>
              <a:ext uri="{FF2B5EF4-FFF2-40B4-BE49-F238E27FC236}">
                <a16:creationId xmlns:a16="http://schemas.microsoft.com/office/drawing/2014/main" id="{1E59FB53-C284-404A-86CD-B9D3ACF58592}"/>
              </a:ext>
            </a:extLst>
          </p:cNvPr>
          <p:cNvSpPr>
            <a:spLocks noGrp="1"/>
          </p:cNvSpPr>
          <p:nvPr/>
        </p:nvSpPr>
        <p:spPr>
          <a:xfrm>
            <a:off x="7118310" y="3529083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92" name="anim_to3306_0_1">
            <a:extLst>
              <a:ext uri="{FF2B5EF4-FFF2-40B4-BE49-F238E27FC236}">
                <a16:creationId xmlns:a16="http://schemas.microsoft.com/office/drawing/2014/main" id="{A2EB62A2-4828-4E55-8272-094B43E2C4C3}"/>
              </a:ext>
            </a:extLst>
          </p:cNvPr>
          <p:cNvSpPr>
            <a:spLocks noGrp="1"/>
          </p:cNvSpPr>
          <p:nvPr/>
        </p:nvSpPr>
        <p:spPr>
          <a:xfrm>
            <a:off x="5882955" y="4105385"/>
            <a:ext cx="369101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93" name="anim_to3311_0_1">
            <a:extLst>
              <a:ext uri="{FF2B5EF4-FFF2-40B4-BE49-F238E27FC236}">
                <a16:creationId xmlns:a16="http://schemas.microsoft.com/office/drawing/2014/main" id="{BE7434FE-3D6F-434F-8AEC-42DC863A9AE0}"/>
              </a:ext>
            </a:extLst>
          </p:cNvPr>
          <p:cNvSpPr>
            <a:spLocks noGrp="1"/>
          </p:cNvSpPr>
          <p:nvPr/>
        </p:nvSpPr>
        <p:spPr>
          <a:xfrm>
            <a:off x="6542007" y="4105385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94" name="anim_to3315_0_1">
            <a:extLst>
              <a:ext uri="{FF2B5EF4-FFF2-40B4-BE49-F238E27FC236}">
                <a16:creationId xmlns:a16="http://schemas.microsoft.com/office/drawing/2014/main" id="{308DA711-709A-464B-85D2-86BE9046090B}"/>
              </a:ext>
            </a:extLst>
          </p:cNvPr>
          <p:cNvSpPr>
            <a:spLocks noGrp="1"/>
          </p:cNvSpPr>
          <p:nvPr/>
        </p:nvSpPr>
        <p:spPr>
          <a:xfrm>
            <a:off x="7118310" y="4105385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95" name="anim_to3388_0_1">
            <a:extLst>
              <a:ext uri="{FF2B5EF4-FFF2-40B4-BE49-F238E27FC236}">
                <a16:creationId xmlns:a16="http://schemas.microsoft.com/office/drawing/2014/main" id="{03C56AC0-4C0A-452D-916E-3448D299047A}"/>
              </a:ext>
            </a:extLst>
          </p:cNvPr>
          <p:cNvSpPr>
            <a:spLocks noGrp="1"/>
          </p:cNvSpPr>
          <p:nvPr/>
        </p:nvSpPr>
        <p:spPr>
          <a:xfrm>
            <a:off x="7969463" y="3349311"/>
            <a:ext cx="479508" cy="7356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96" name="anim_o3339_1">
            <a:extLst>
              <a:ext uri="{FF2B5EF4-FFF2-40B4-BE49-F238E27FC236}">
                <a16:creationId xmlns:a16="http://schemas.microsoft.com/office/drawing/2014/main" id="{F8DFBEC4-2051-4E8B-8C47-C9130D10D4B4}"/>
              </a:ext>
            </a:extLst>
          </p:cNvPr>
          <p:cNvSpPr>
            <a:spLocks noGrp="1"/>
          </p:cNvSpPr>
          <p:nvPr/>
        </p:nvSpPr>
        <p:spPr>
          <a:xfrm>
            <a:off x="8900649" y="256454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7" name="anim_o3342_1">
            <a:extLst>
              <a:ext uri="{FF2B5EF4-FFF2-40B4-BE49-F238E27FC236}">
                <a16:creationId xmlns:a16="http://schemas.microsoft.com/office/drawing/2014/main" id="{A878EDF8-7F62-48E9-B442-796AF5FE0174}"/>
              </a:ext>
            </a:extLst>
          </p:cNvPr>
          <p:cNvSpPr>
            <a:spLocks noGrp="1"/>
          </p:cNvSpPr>
          <p:nvPr/>
        </p:nvSpPr>
        <p:spPr>
          <a:xfrm>
            <a:off x="9476951" y="256454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8" name="anim_o3345_1">
            <a:extLst>
              <a:ext uri="{FF2B5EF4-FFF2-40B4-BE49-F238E27FC236}">
                <a16:creationId xmlns:a16="http://schemas.microsoft.com/office/drawing/2014/main" id="{5031725E-CDF3-42F3-AA7A-32D81A74EDF3}"/>
              </a:ext>
            </a:extLst>
          </p:cNvPr>
          <p:cNvSpPr>
            <a:spLocks noGrp="1"/>
          </p:cNvSpPr>
          <p:nvPr/>
        </p:nvSpPr>
        <p:spPr>
          <a:xfrm>
            <a:off x="10053254" y="256454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9" name="anim_o3348_1">
            <a:extLst>
              <a:ext uri="{FF2B5EF4-FFF2-40B4-BE49-F238E27FC236}">
                <a16:creationId xmlns:a16="http://schemas.microsoft.com/office/drawing/2014/main" id="{BE82E3D8-2BFB-48A2-B96F-7C2906B77782}"/>
              </a:ext>
            </a:extLst>
          </p:cNvPr>
          <p:cNvSpPr>
            <a:spLocks noGrp="1"/>
          </p:cNvSpPr>
          <p:nvPr/>
        </p:nvSpPr>
        <p:spPr>
          <a:xfrm>
            <a:off x="10629556" y="256454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0" name="anim_o3351_1">
            <a:extLst>
              <a:ext uri="{FF2B5EF4-FFF2-40B4-BE49-F238E27FC236}">
                <a16:creationId xmlns:a16="http://schemas.microsoft.com/office/drawing/2014/main" id="{53455C54-3874-4458-BFB2-A4DB12EF59FC}"/>
              </a:ext>
            </a:extLst>
          </p:cNvPr>
          <p:cNvSpPr>
            <a:spLocks noGrp="1"/>
          </p:cNvSpPr>
          <p:nvPr/>
        </p:nvSpPr>
        <p:spPr>
          <a:xfrm>
            <a:off x="8900649" y="314084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1" name="anim_o3354_1">
            <a:extLst>
              <a:ext uri="{FF2B5EF4-FFF2-40B4-BE49-F238E27FC236}">
                <a16:creationId xmlns:a16="http://schemas.microsoft.com/office/drawing/2014/main" id="{6CA386D3-8108-43FC-8151-AD53D9D41044}"/>
              </a:ext>
            </a:extLst>
          </p:cNvPr>
          <p:cNvSpPr>
            <a:spLocks noGrp="1"/>
          </p:cNvSpPr>
          <p:nvPr/>
        </p:nvSpPr>
        <p:spPr>
          <a:xfrm>
            <a:off x="9476951" y="314084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2" name="anim_o3357_1">
            <a:extLst>
              <a:ext uri="{FF2B5EF4-FFF2-40B4-BE49-F238E27FC236}">
                <a16:creationId xmlns:a16="http://schemas.microsoft.com/office/drawing/2014/main" id="{9D31211C-D41A-442F-B266-874ED3F24C3B}"/>
              </a:ext>
            </a:extLst>
          </p:cNvPr>
          <p:cNvSpPr>
            <a:spLocks noGrp="1"/>
          </p:cNvSpPr>
          <p:nvPr/>
        </p:nvSpPr>
        <p:spPr>
          <a:xfrm>
            <a:off x="10053254" y="314084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3" name="anim_o3360_1">
            <a:extLst>
              <a:ext uri="{FF2B5EF4-FFF2-40B4-BE49-F238E27FC236}">
                <a16:creationId xmlns:a16="http://schemas.microsoft.com/office/drawing/2014/main" id="{52729DE7-3136-42DE-95A9-1E239193664C}"/>
              </a:ext>
            </a:extLst>
          </p:cNvPr>
          <p:cNvSpPr>
            <a:spLocks noGrp="1"/>
          </p:cNvSpPr>
          <p:nvPr/>
        </p:nvSpPr>
        <p:spPr>
          <a:xfrm>
            <a:off x="10629556" y="314084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4" name="anim_o3363_1">
            <a:extLst>
              <a:ext uri="{FF2B5EF4-FFF2-40B4-BE49-F238E27FC236}">
                <a16:creationId xmlns:a16="http://schemas.microsoft.com/office/drawing/2014/main" id="{0B3FDD77-020C-4FE0-BCDE-23E53C984AC8}"/>
              </a:ext>
            </a:extLst>
          </p:cNvPr>
          <p:cNvSpPr>
            <a:spLocks noGrp="1"/>
          </p:cNvSpPr>
          <p:nvPr/>
        </p:nvSpPr>
        <p:spPr>
          <a:xfrm>
            <a:off x="8900649" y="3717151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5" name="anim_o3366_1">
            <a:extLst>
              <a:ext uri="{FF2B5EF4-FFF2-40B4-BE49-F238E27FC236}">
                <a16:creationId xmlns:a16="http://schemas.microsoft.com/office/drawing/2014/main" id="{AC8BCE7E-A3B1-42E0-B9C9-5654D8FD3738}"/>
              </a:ext>
            </a:extLst>
          </p:cNvPr>
          <p:cNvSpPr>
            <a:spLocks noGrp="1"/>
          </p:cNvSpPr>
          <p:nvPr/>
        </p:nvSpPr>
        <p:spPr>
          <a:xfrm>
            <a:off x="9476951" y="3717151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6" name="anim_o3369_1">
            <a:extLst>
              <a:ext uri="{FF2B5EF4-FFF2-40B4-BE49-F238E27FC236}">
                <a16:creationId xmlns:a16="http://schemas.microsoft.com/office/drawing/2014/main" id="{B193CD2A-0E54-4E62-9CE3-D4FFED971EE9}"/>
              </a:ext>
            </a:extLst>
          </p:cNvPr>
          <p:cNvSpPr>
            <a:spLocks noGrp="1"/>
          </p:cNvSpPr>
          <p:nvPr/>
        </p:nvSpPr>
        <p:spPr>
          <a:xfrm>
            <a:off x="10053254" y="3717151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7" name="anim_o3372_1">
            <a:extLst>
              <a:ext uri="{FF2B5EF4-FFF2-40B4-BE49-F238E27FC236}">
                <a16:creationId xmlns:a16="http://schemas.microsoft.com/office/drawing/2014/main" id="{33A8F98C-F600-40AC-B627-C7DE522D278C}"/>
              </a:ext>
            </a:extLst>
          </p:cNvPr>
          <p:cNvSpPr>
            <a:spLocks noGrp="1"/>
          </p:cNvSpPr>
          <p:nvPr/>
        </p:nvSpPr>
        <p:spPr>
          <a:xfrm>
            <a:off x="10629556" y="3717151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8" name="anim_o3375_1">
            <a:extLst>
              <a:ext uri="{FF2B5EF4-FFF2-40B4-BE49-F238E27FC236}">
                <a16:creationId xmlns:a16="http://schemas.microsoft.com/office/drawing/2014/main" id="{08B911DF-AE0C-4AEB-AEED-F7A52DB56191}"/>
              </a:ext>
            </a:extLst>
          </p:cNvPr>
          <p:cNvSpPr>
            <a:spLocks noGrp="1"/>
          </p:cNvSpPr>
          <p:nvPr/>
        </p:nvSpPr>
        <p:spPr>
          <a:xfrm>
            <a:off x="8900649" y="429345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9" name="anim_o3378_1">
            <a:extLst>
              <a:ext uri="{FF2B5EF4-FFF2-40B4-BE49-F238E27FC236}">
                <a16:creationId xmlns:a16="http://schemas.microsoft.com/office/drawing/2014/main" id="{7BC32958-07E6-44C8-AE26-037B7EC7F9F8}"/>
              </a:ext>
            </a:extLst>
          </p:cNvPr>
          <p:cNvSpPr>
            <a:spLocks noGrp="1"/>
          </p:cNvSpPr>
          <p:nvPr/>
        </p:nvSpPr>
        <p:spPr>
          <a:xfrm>
            <a:off x="9476951" y="429345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0" name="anim_o3381_1">
            <a:extLst>
              <a:ext uri="{FF2B5EF4-FFF2-40B4-BE49-F238E27FC236}">
                <a16:creationId xmlns:a16="http://schemas.microsoft.com/office/drawing/2014/main" id="{D1D3152E-73DB-4D68-BD16-126FEC281546}"/>
              </a:ext>
            </a:extLst>
          </p:cNvPr>
          <p:cNvSpPr>
            <a:spLocks noGrp="1"/>
          </p:cNvSpPr>
          <p:nvPr/>
        </p:nvSpPr>
        <p:spPr>
          <a:xfrm>
            <a:off x="10053254" y="429345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1" name="anim_o3384_1">
            <a:extLst>
              <a:ext uri="{FF2B5EF4-FFF2-40B4-BE49-F238E27FC236}">
                <a16:creationId xmlns:a16="http://schemas.microsoft.com/office/drawing/2014/main" id="{90DBDDF6-4E53-4DAA-B82A-15FDA624B620}"/>
              </a:ext>
            </a:extLst>
          </p:cNvPr>
          <p:cNvSpPr>
            <a:spLocks noGrp="1"/>
          </p:cNvSpPr>
          <p:nvPr/>
        </p:nvSpPr>
        <p:spPr>
          <a:xfrm>
            <a:off x="10629556" y="429345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2" name="anim_to3340_0_1">
            <a:extLst>
              <a:ext uri="{FF2B5EF4-FFF2-40B4-BE49-F238E27FC236}">
                <a16:creationId xmlns:a16="http://schemas.microsoft.com/office/drawing/2014/main" id="{14BA2528-A363-4E6B-9D84-EEFB22FF1F79}"/>
              </a:ext>
            </a:extLst>
          </p:cNvPr>
          <p:cNvSpPr>
            <a:spLocks noGrp="1"/>
          </p:cNvSpPr>
          <p:nvPr/>
        </p:nvSpPr>
        <p:spPr>
          <a:xfrm>
            <a:off x="9096525" y="2664629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13" name="anim_to3343_0_1">
            <a:extLst>
              <a:ext uri="{FF2B5EF4-FFF2-40B4-BE49-F238E27FC236}">
                <a16:creationId xmlns:a16="http://schemas.microsoft.com/office/drawing/2014/main" id="{9F94C71F-5463-4D28-8791-57D77EDE1853}"/>
              </a:ext>
            </a:extLst>
          </p:cNvPr>
          <p:cNvSpPr>
            <a:spLocks noGrp="1"/>
          </p:cNvSpPr>
          <p:nvPr/>
        </p:nvSpPr>
        <p:spPr>
          <a:xfrm>
            <a:off x="9672827" y="2664629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14" name="anim_to3346_0_1">
            <a:extLst>
              <a:ext uri="{FF2B5EF4-FFF2-40B4-BE49-F238E27FC236}">
                <a16:creationId xmlns:a16="http://schemas.microsoft.com/office/drawing/2014/main" id="{8D3676D4-65E4-4FEF-A970-1E556EF25E13}"/>
              </a:ext>
            </a:extLst>
          </p:cNvPr>
          <p:cNvSpPr>
            <a:spLocks noGrp="1"/>
          </p:cNvSpPr>
          <p:nvPr/>
        </p:nvSpPr>
        <p:spPr>
          <a:xfrm>
            <a:off x="10249130" y="2664629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15" name="anim_to3349_0_1">
            <a:extLst>
              <a:ext uri="{FF2B5EF4-FFF2-40B4-BE49-F238E27FC236}">
                <a16:creationId xmlns:a16="http://schemas.microsoft.com/office/drawing/2014/main" id="{D5F1908C-9CAF-4FD8-B57E-FA7B9FB7B75B}"/>
              </a:ext>
            </a:extLst>
          </p:cNvPr>
          <p:cNvSpPr>
            <a:spLocks noGrp="1"/>
          </p:cNvSpPr>
          <p:nvPr/>
        </p:nvSpPr>
        <p:spPr>
          <a:xfrm>
            <a:off x="10825432" y="2664629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16" name="anim_to3352_0_1">
            <a:extLst>
              <a:ext uri="{FF2B5EF4-FFF2-40B4-BE49-F238E27FC236}">
                <a16:creationId xmlns:a16="http://schemas.microsoft.com/office/drawing/2014/main" id="{2450775C-B293-4513-BD54-58955CAD5AFE}"/>
              </a:ext>
            </a:extLst>
          </p:cNvPr>
          <p:cNvSpPr>
            <a:spLocks noGrp="1"/>
          </p:cNvSpPr>
          <p:nvPr/>
        </p:nvSpPr>
        <p:spPr>
          <a:xfrm>
            <a:off x="9096525" y="3240931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17" name="anim_to3355_0_1">
            <a:extLst>
              <a:ext uri="{FF2B5EF4-FFF2-40B4-BE49-F238E27FC236}">
                <a16:creationId xmlns:a16="http://schemas.microsoft.com/office/drawing/2014/main" id="{175726DF-0DF8-4EEB-90B3-EB77DAF7761A}"/>
              </a:ext>
            </a:extLst>
          </p:cNvPr>
          <p:cNvSpPr>
            <a:spLocks noGrp="1"/>
          </p:cNvSpPr>
          <p:nvPr/>
        </p:nvSpPr>
        <p:spPr>
          <a:xfrm>
            <a:off x="9672827" y="3240931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18" name="anim_to3358_0_1">
            <a:extLst>
              <a:ext uri="{FF2B5EF4-FFF2-40B4-BE49-F238E27FC236}">
                <a16:creationId xmlns:a16="http://schemas.microsoft.com/office/drawing/2014/main" id="{1CE7CCCE-F72E-41D2-974E-AB3E751C6AB0}"/>
              </a:ext>
            </a:extLst>
          </p:cNvPr>
          <p:cNvSpPr>
            <a:spLocks noGrp="1"/>
          </p:cNvSpPr>
          <p:nvPr/>
        </p:nvSpPr>
        <p:spPr>
          <a:xfrm>
            <a:off x="10249130" y="3240931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19" name="anim_to3361_0_1">
            <a:extLst>
              <a:ext uri="{FF2B5EF4-FFF2-40B4-BE49-F238E27FC236}">
                <a16:creationId xmlns:a16="http://schemas.microsoft.com/office/drawing/2014/main" id="{06C1CFB5-B323-4F62-8301-676D0D61CB3A}"/>
              </a:ext>
            </a:extLst>
          </p:cNvPr>
          <p:cNvSpPr>
            <a:spLocks noGrp="1"/>
          </p:cNvSpPr>
          <p:nvPr/>
        </p:nvSpPr>
        <p:spPr>
          <a:xfrm>
            <a:off x="10825432" y="3240931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20" name="anim_to3364_0_1">
            <a:extLst>
              <a:ext uri="{FF2B5EF4-FFF2-40B4-BE49-F238E27FC236}">
                <a16:creationId xmlns:a16="http://schemas.microsoft.com/office/drawing/2014/main" id="{D136992F-F38A-4F22-8CA3-353F09999F49}"/>
              </a:ext>
            </a:extLst>
          </p:cNvPr>
          <p:cNvSpPr>
            <a:spLocks noGrp="1"/>
          </p:cNvSpPr>
          <p:nvPr/>
        </p:nvSpPr>
        <p:spPr>
          <a:xfrm>
            <a:off x="9096525" y="3817234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21" name="anim_to3367_0_1">
            <a:extLst>
              <a:ext uri="{FF2B5EF4-FFF2-40B4-BE49-F238E27FC236}">
                <a16:creationId xmlns:a16="http://schemas.microsoft.com/office/drawing/2014/main" id="{25ECAD3E-7CAC-4386-BAC9-7CA7069414F3}"/>
              </a:ext>
            </a:extLst>
          </p:cNvPr>
          <p:cNvSpPr>
            <a:spLocks noGrp="1"/>
          </p:cNvSpPr>
          <p:nvPr/>
        </p:nvSpPr>
        <p:spPr>
          <a:xfrm>
            <a:off x="9672827" y="3817234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22" name="anim_to3370_0_1">
            <a:extLst>
              <a:ext uri="{FF2B5EF4-FFF2-40B4-BE49-F238E27FC236}">
                <a16:creationId xmlns:a16="http://schemas.microsoft.com/office/drawing/2014/main" id="{FD502BCD-1B72-4A2C-A1AC-CB4AA0B0A324}"/>
              </a:ext>
            </a:extLst>
          </p:cNvPr>
          <p:cNvSpPr>
            <a:spLocks noGrp="1"/>
          </p:cNvSpPr>
          <p:nvPr/>
        </p:nvSpPr>
        <p:spPr>
          <a:xfrm>
            <a:off x="10249130" y="3817234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23" name="anim_to3373_0_1">
            <a:extLst>
              <a:ext uri="{FF2B5EF4-FFF2-40B4-BE49-F238E27FC236}">
                <a16:creationId xmlns:a16="http://schemas.microsoft.com/office/drawing/2014/main" id="{3605C3A2-0438-42C2-B7F0-D49EFFF0C5AE}"/>
              </a:ext>
            </a:extLst>
          </p:cNvPr>
          <p:cNvSpPr>
            <a:spLocks noGrp="1"/>
          </p:cNvSpPr>
          <p:nvPr/>
        </p:nvSpPr>
        <p:spPr>
          <a:xfrm>
            <a:off x="10825432" y="3817234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24" name="anim_to3376_0_1">
            <a:extLst>
              <a:ext uri="{FF2B5EF4-FFF2-40B4-BE49-F238E27FC236}">
                <a16:creationId xmlns:a16="http://schemas.microsoft.com/office/drawing/2014/main" id="{3F5C2351-257C-4F7C-AF6D-AA5C6A577896}"/>
              </a:ext>
            </a:extLst>
          </p:cNvPr>
          <p:cNvSpPr>
            <a:spLocks noGrp="1"/>
          </p:cNvSpPr>
          <p:nvPr/>
        </p:nvSpPr>
        <p:spPr>
          <a:xfrm>
            <a:off x="9096525" y="4393536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25" name="anim_to3379_0_1">
            <a:extLst>
              <a:ext uri="{FF2B5EF4-FFF2-40B4-BE49-F238E27FC236}">
                <a16:creationId xmlns:a16="http://schemas.microsoft.com/office/drawing/2014/main" id="{A21B1071-DA03-470F-B812-63748D882203}"/>
              </a:ext>
            </a:extLst>
          </p:cNvPr>
          <p:cNvSpPr>
            <a:spLocks noGrp="1"/>
          </p:cNvSpPr>
          <p:nvPr/>
        </p:nvSpPr>
        <p:spPr>
          <a:xfrm>
            <a:off x="9672827" y="4393536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26" name="anim_to3382_0_1">
            <a:extLst>
              <a:ext uri="{FF2B5EF4-FFF2-40B4-BE49-F238E27FC236}">
                <a16:creationId xmlns:a16="http://schemas.microsoft.com/office/drawing/2014/main" id="{45A2EA69-B6CF-43FF-BA7E-3F4B429220CC}"/>
              </a:ext>
            </a:extLst>
          </p:cNvPr>
          <p:cNvSpPr>
            <a:spLocks noGrp="1"/>
          </p:cNvSpPr>
          <p:nvPr/>
        </p:nvSpPr>
        <p:spPr>
          <a:xfrm>
            <a:off x="10249130" y="4393536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27" name="anim_to3385_0_1">
            <a:extLst>
              <a:ext uri="{FF2B5EF4-FFF2-40B4-BE49-F238E27FC236}">
                <a16:creationId xmlns:a16="http://schemas.microsoft.com/office/drawing/2014/main" id="{81BBACE5-F259-472B-A62B-DC75E0450558}"/>
              </a:ext>
            </a:extLst>
          </p:cNvPr>
          <p:cNvSpPr>
            <a:spLocks noGrp="1"/>
          </p:cNvSpPr>
          <p:nvPr/>
        </p:nvSpPr>
        <p:spPr>
          <a:xfrm>
            <a:off x="10825432" y="4393536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28" name="anim_to3391_0_1">
            <a:extLst>
              <a:ext uri="{FF2B5EF4-FFF2-40B4-BE49-F238E27FC236}">
                <a16:creationId xmlns:a16="http://schemas.microsoft.com/office/drawing/2014/main" id="{E50618A2-9271-4321-8865-EAAED360B558}"/>
              </a:ext>
            </a:extLst>
          </p:cNvPr>
          <p:cNvSpPr>
            <a:spLocks noGrp="1"/>
          </p:cNvSpPr>
          <p:nvPr/>
        </p:nvSpPr>
        <p:spPr>
          <a:xfrm>
            <a:off x="9249327" y="1769663"/>
            <a:ext cx="1626904" cy="6018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79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79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79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Output</a:t>
            </a:r>
          </a:p>
        </p:txBody>
      </p:sp>
    </p:spTree>
    <p:extLst>
      <p:ext uri="{BB962C8B-B14F-4D97-AF65-F5344CB8AC3E}">
        <p14:creationId xmlns:p14="http://schemas.microsoft.com/office/powerpoint/2010/main" val="5935756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2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2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2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2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2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2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2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2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2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2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2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2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2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2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2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2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2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12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2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12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2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12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12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12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12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12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12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12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12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12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12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12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12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12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12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12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12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12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12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12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12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12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12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12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12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12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12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12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12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12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12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12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12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12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12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12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12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12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12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12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12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12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12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12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12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12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12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12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12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12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12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12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12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4" fill="hold">
                            <p:stCondLst>
                              <p:cond delay="1200"/>
                            </p:stCondLst>
                            <p:childTnLst>
                              <p:par>
                                <p:cTn id="2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8" fill="hold">
                            <p:stCondLst>
                              <p:cond delay="1700"/>
                            </p:stCondLst>
                            <p:childTnLst>
                              <p:par>
                                <p:cTn id="2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4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0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6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2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8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4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0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6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2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8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9" fill="hold">
                            <p:stCondLst>
                              <p:cond delay="2700"/>
                            </p:stCondLst>
                            <p:childTnLst>
                              <p:par>
                                <p:cTn id="29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2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3" fill="hold">
                            <p:stCondLst>
                              <p:cond delay="3200"/>
                            </p:stCondLst>
                            <p:childTnLst>
                              <p:par>
                                <p:cTn id="29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6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9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2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5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8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1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4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7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0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3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6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9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2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5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8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1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4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0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3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6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9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2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5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8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1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4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7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0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3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6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9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2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9" grpId="0" animBg="1"/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/>
      <p:bldP spid="113" grpId="0"/>
      <p:bldP spid="114" grpId="0"/>
      <p:bldP spid="115" grpId="0"/>
      <p:bldP spid="116" grpId="0"/>
      <p:bldP spid="117" grpId="0"/>
      <p:bldP spid="118" grpId="0"/>
      <p:bldP spid="119" grpId="0"/>
      <p:bldP spid="120" grpId="0"/>
      <p:bldP spid="121" grpId="0"/>
      <p:bldP spid="122" grpId="0"/>
      <p:bldP spid="123" grpId="0"/>
      <p:bldP spid="124" grpId="0"/>
      <p:bldP spid="125" grpId="0"/>
      <p:bldP spid="126" grpId="0"/>
      <p:bldP spid="127" grpId="0"/>
      <p:bldP spid="128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" name="anim_o3074_1">
            <a:extLst>
              <a:ext uri="{FF2B5EF4-FFF2-40B4-BE49-F238E27FC236}">
                <a16:creationId xmlns:a16="http://schemas.microsoft.com/office/drawing/2014/main" id="{8896A03F-F129-4441-9ED3-873480091F42}"/>
              </a:ext>
            </a:extLst>
          </p:cNvPr>
          <p:cNvSpPr>
            <a:spLocks noGrp="1"/>
          </p:cNvSpPr>
          <p:nvPr/>
        </p:nvSpPr>
        <p:spPr>
          <a:xfrm>
            <a:off x="1101378" y="198824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3079_1">
            <a:extLst>
              <a:ext uri="{FF2B5EF4-FFF2-40B4-BE49-F238E27FC236}">
                <a16:creationId xmlns:a16="http://schemas.microsoft.com/office/drawing/2014/main" id="{5A8E2578-DA74-4F4B-AA7D-C423B6F61F47}"/>
              </a:ext>
            </a:extLst>
          </p:cNvPr>
          <p:cNvSpPr>
            <a:spLocks noGrp="1"/>
          </p:cNvSpPr>
          <p:nvPr/>
        </p:nvSpPr>
        <p:spPr>
          <a:xfrm>
            <a:off x="1677681" y="198824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3084_1">
            <a:extLst>
              <a:ext uri="{FF2B5EF4-FFF2-40B4-BE49-F238E27FC236}">
                <a16:creationId xmlns:a16="http://schemas.microsoft.com/office/drawing/2014/main" id="{BE9934AA-3694-4B92-96D7-918AF342B0A9}"/>
              </a:ext>
            </a:extLst>
          </p:cNvPr>
          <p:cNvSpPr>
            <a:spLocks noGrp="1"/>
          </p:cNvSpPr>
          <p:nvPr/>
        </p:nvSpPr>
        <p:spPr>
          <a:xfrm>
            <a:off x="2253983" y="198824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3089_1">
            <a:extLst>
              <a:ext uri="{FF2B5EF4-FFF2-40B4-BE49-F238E27FC236}">
                <a16:creationId xmlns:a16="http://schemas.microsoft.com/office/drawing/2014/main" id="{BBA457B3-1D52-4391-8018-2687D362B514}"/>
              </a:ext>
            </a:extLst>
          </p:cNvPr>
          <p:cNvSpPr>
            <a:spLocks noGrp="1"/>
          </p:cNvSpPr>
          <p:nvPr/>
        </p:nvSpPr>
        <p:spPr>
          <a:xfrm>
            <a:off x="2830286" y="198824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3095_1">
            <a:extLst>
              <a:ext uri="{FF2B5EF4-FFF2-40B4-BE49-F238E27FC236}">
                <a16:creationId xmlns:a16="http://schemas.microsoft.com/office/drawing/2014/main" id="{A6BEEAC1-2A46-4AA9-9794-A3CFCD3AA12F}"/>
              </a:ext>
            </a:extLst>
          </p:cNvPr>
          <p:cNvSpPr>
            <a:spLocks noGrp="1"/>
          </p:cNvSpPr>
          <p:nvPr/>
        </p:nvSpPr>
        <p:spPr>
          <a:xfrm>
            <a:off x="3406588" y="198824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3101_1">
            <a:extLst>
              <a:ext uri="{FF2B5EF4-FFF2-40B4-BE49-F238E27FC236}">
                <a16:creationId xmlns:a16="http://schemas.microsoft.com/office/drawing/2014/main" id="{6807E6C1-C753-47D2-8AD4-8449E19BB3BE}"/>
              </a:ext>
            </a:extLst>
          </p:cNvPr>
          <p:cNvSpPr>
            <a:spLocks noGrp="1"/>
          </p:cNvSpPr>
          <p:nvPr/>
        </p:nvSpPr>
        <p:spPr>
          <a:xfrm>
            <a:off x="3982891" y="198824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3107_1">
            <a:extLst>
              <a:ext uri="{FF2B5EF4-FFF2-40B4-BE49-F238E27FC236}">
                <a16:creationId xmlns:a16="http://schemas.microsoft.com/office/drawing/2014/main" id="{AB837E01-BD59-4193-86E9-12B2FDE474DB}"/>
              </a:ext>
            </a:extLst>
          </p:cNvPr>
          <p:cNvSpPr>
            <a:spLocks noGrp="1"/>
          </p:cNvSpPr>
          <p:nvPr/>
        </p:nvSpPr>
        <p:spPr>
          <a:xfrm>
            <a:off x="1101378" y="256454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3112_1">
            <a:extLst>
              <a:ext uri="{FF2B5EF4-FFF2-40B4-BE49-F238E27FC236}">
                <a16:creationId xmlns:a16="http://schemas.microsoft.com/office/drawing/2014/main" id="{A6D97C94-00CB-452D-A5CC-99C1D899EEDB}"/>
              </a:ext>
            </a:extLst>
          </p:cNvPr>
          <p:cNvSpPr>
            <a:spLocks noGrp="1"/>
          </p:cNvSpPr>
          <p:nvPr/>
        </p:nvSpPr>
        <p:spPr>
          <a:xfrm>
            <a:off x="1677681" y="256454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3117_1">
            <a:extLst>
              <a:ext uri="{FF2B5EF4-FFF2-40B4-BE49-F238E27FC236}">
                <a16:creationId xmlns:a16="http://schemas.microsoft.com/office/drawing/2014/main" id="{57C234C9-845C-4698-BCB7-6BCE0487572B}"/>
              </a:ext>
            </a:extLst>
          </p:cNvPr>
          <p:cNvSpPr>
            <a:spLocks noGrp="1"/>
          </p:cNvSpPr>
          <p:nvPr/>
        </p:nvSpPr>
        <p:spPr>
          <a:xfrm>
            <a:off x="2253983" y="256454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3122_1">
            <a:extLst>
              <a:ext uri="{FF2B5EF4-FFF2-40B4-BE49-F238E27FC236}">
                <a16:creationId xmlns:a16="http://schemas.microsoft.com/office/drawing/2014/main" id="{71B77309-51F1-4C64-8615-D92E922F2AD8}"/>
              </a:ext>
            </a:extLst>
          </p:cNvPr>
          <p:cNvSpPr>
            <a:spLocks noGrp="1"/>
          </p:cNvSpPr>
          <p:nvPr/>
        </p:nvSpPr>
        <p:spPr>
          <a:xfrm>
            <a:off x="2830286" y="256454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3128_1">
            <a:extLst>
              <a:ext uri="{FF2B5EF4-FFF2-40B4-BE49-F238E27FC236}">
                <a16:creationId xmlns:a16="http://schemas.microsoft.com/office/drawing/2014/main" id="{706FFC78-B51F-44F3-82E2-C8168520DF23}"/>
              </a:ext>
            </a:extLst>
          </p:cNvPr>
          <p:cNvSpPr>
            <a:spLocks noGrp="1"/>
          </p:cNvSpPr>
          <p:nvPr/>
        </p:nvSpPr>
        <p:spPr>
          <a:xfrm>
            <a:off x="3406588" y="256454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3134_1">
            <a:extLst>
              <a:ext uri="{FF2B5EF4-FFF2-40B4-BE49-F238E27FC236}">
                <a16:creationId xmlns:a16="http://schemas.microsoft.com/office/drawing/2014/main" id="{7AECE41A-C7E1-4483-BEBF-EBDEED17B4D3}"/>
              </a:ext>
            </a:extLst>
          </p:cNvPr>
          <p:cNvSpPr>
            <a:spLocks noGrp="1"/>
          </p:cNvSpPr>
          <p:nvPr/>
        </p:nvSpPr>
        <p:spPr>
          <a:xfrm>
            <a:off x="3982891" y="256454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3140_1">
            <a:extLst>
              <a:ext uri="{FF2B5EF4-FFF2-40B4-BE49-F238E27FC236}">
                <a16:creationId xmlns:a16="http://schemas.microsoft.com/office/drawing/2014/main" id="{911A4EE3-22B9-4F28-B16A-DD49364DC244}"/>
              </a:ext>
            </a:extLst>
          </p:cNvPr>
          <p:cNvSpPr>
            <a:spLocks noGrp="1"/>
          </p:cNvSpPr>
          <p:nvPr/>
        </p:nvSpPr>
        <p:spPr>
          <a:xfrm>
            <a:off x="1101378" y="314084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3145_1">
            <a:extLst>
              <a:ext uri="{FF2B5EF4-FFF2-40B4-BE49-F238E27FC236}">
                <a16:creationId xmlns:a16="http://schemas.microsoft.com/office/drawing/2014/main" id="{FA0A6E2C-E2D4-4D50-90C3-A4FA44612899}"/>
              </a:ext>
            </a:extLst>
          </p:cNvPr>
          <p:cNvSpPr>
            <a:spLocks noGrp="1"/>
          </p:cNvSpPr>
          <p:nvPr/>
        </p:nvSpPr>
        <p:spPr>
          <a:xfrm>
            <a:off x="1677681" y="314084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3150_1">
            <a:extLst>
              <a:ext uri="{FF2B5EF4-FFF2-40B4-BE49-F238E27FC236}">
                <a16:creationId xmlns:a16="http://schemas.microsoft.com/office/drawing/2014/main" id="{7784F2B2-3A2C-494D-BF1D-909E147B4084}"/>
              </a:ext>
            </a:extLst>
          </p:cNvPr>
          <p:cNvSpPr>
            <a:spLocks noGrp="1"/>
          </p:cNvSpPr>
          <p:nvPr/>
        </p:nvSpPr>
        <p:spPr>
          <a:xfrm>
            <a:off x="2253983" y="314084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3155_1">
            <a:extLst>
              <a:ext uri="{FF2B5EF4-FFF2-40B4-BE49-F238E27FC236}">
                <a16:creationId xmlns:a16="http://schemas.microsoft.com/office/drawing/2014/main" id="{567383C7-4965-4085-84DD-3838B750B6C2}"/>
              </a:ext>
            </a:extLst>
          </p:cNvPr>
          <p:cNvSpPr>
            <a:spLocks noGrp="1"/>
          </p:cNvSpPr>
          <p:nvPr/>
        </p:nvSpPr>
        <p:spPr>
          <a:xfrm>
            <a:off x="2830286" y="314084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3161_1">
            <a:extLst>
              <a:ext uri="{FF2B5EF4-FFF2-40B4-BE49-F238E27FC236}">
                <a16:creationId xmlns:a16="http://schemas.microsoft.com/office/drawing/2014/main" id="{523FEB4C-CC8D-4C54-9C64-82AB32836038}"/>
              </a:ext>
            </a:extLst>
          </p:cNvPr>
          <p:cNvSpPr>
            <a:spLocks noGrp="1"/>
          </p:cNvSpPr>
          <p:nvPr/>
        </p:nvSpPr>
        <p:spPr>
          <a:xfrm>
            <a:off x="3406588" y="314084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3167_1">
            <a:extLst>
              <a:ext uri="{FF2B5EF4-FFF2-40B4-BE49-F238E27FC236}">
                <a16:creationId xmlns:a16="http://schemas.microsoft.com/office/drawing/2014/main" id="{A594DF98-FB88-4923-86C8-8E876FF896DB}"/>
              </a:ext>
            </a:extLst>
          </p:cNvPr>
          <p:cNvSpPr>
            <a:spLocks noGrp="1"/>
          </p:cNvSpPr>
          <p:nvPr/>
        </p:nvSpPr>
        <p:spPr>
          <a:xfrm>
            <a:off x="3982891" y="314084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3173_1">
            <a:extLst>
              <a:ext uri="{FF2B5EF4-FFF2-40B4-BE49-F238E27FC236}">
                <a16:creationId xmlns:a16="http://schemas.microsoft.com/office/drawing/2014/main" id="{061E706F-6AF4-41DC-910F-F93D7CC19871}"/>
              </a:ext>
            </a:extLst>
          </p:cNvPr>
          <p:cNvSpPr>
            <a:spLocks noGrp="1"/>
          </p:cNvSpPr>
          <p:nvPr/>
        </p:nvSpPr>
        <p:spPr>
          <a:xfrm>
            <a:off x="1101378" y="3717151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3178_1">
            <a:extLst>
              <a:ext uri="{FF2B5EF4-FFF2-40B4-BE49-F238E27FC236}">
                <a16:creationId xmlns:a16="http://schemas.microsoft.com/office/drawing/2014/main" id="{9E6C4DBD-EF65-42E1-BFB8-F39DC8075625}"/>
              </a:ext>
            </a:extLst>
          </p:cNvPr>
          <p:cNvSpPr>
            <a:spLocks noGrp="1"/>
          </p:cNvSpPr>
          <p:nvPr/>
        </p:nvSpPr>
        <p:spPr>
          <a:xfrm>
            <a:off x="1677681" y="3717151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3183_1">
            <a:extLst>
              <a:ext uri="{FF2B5EF4-FFF2-40B4-BE49-F238E27FC236}">
                <a16:creationId xmlns:a16="http://schemas.microsoft.com/office/drawing/2014/main" id="{F979C534-7717-44C4-80B6-70E0B9F2BA5D}"/>
              </a:ext>
            </a:extLst>
          </p:cNvPr>
          <p:cNvSpPr>
            <a:spLocks noGrp="1"/>
          </p:cNvSpPr>
          <p:nvPr/>
        </p:nvSpPr>
        <p:spPr>
          <a:xfrm>
            <a:off x="2253983" y="3717151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3188_1">
            <a:extLst>
              <a:ext uri="{FF2B5EF4-FFF2-40B4-BE49-F238E27FC236}">
                <a16:creationId xmlns:a16="http://schemas.microsoft.com/office/drawing/2014/main" id="{3BA998F7-FAAD-417C-8A69-72C896281F6A}"/>
              </a:ext>
            </a:extLst>
          </p:cNvPr>
          <p:cNvSpPr>
            <a:spLocks noGrp="1"/>
          </p:cNvSpPr>
          <p:nvPr/>
        </p:nvSpPr>
        <p:spPr>
          <a:xfrm>
            <a:off x="2830286" y="3717151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3194_1">
            <a:extLst>
              <a:ext uri="{FF2B5EF4-FFF2-40B4-BE49-F238E27FC236}">
                <a16:creationId xmlns:a16="http://schemas.microsoft.com/office/drawing/2014/main" id="{1AA64E49-8F38-4D9D-95D6-B9430EDBAFD6}"/>
              </a:ext>
            </a:extLst>
          </p:cNvPr>
          <p:cNvSpPr>
            <a:spLocks noGrp="1"/>
          </p:cNvSpPr>
          <p:nvPr/>
        </p:nvSpPr>
        <p:spPr>
          <a:xfrm>
            <a:off x="3406588" y="3717151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3200_1">
            <a:extLst>
              <a:ext uri="{FF2B5EF4-FFF2-40B4-BE49-F238E27FC236}">
                <a16:creationId xmlns:a16="http://schemas.microsoft.com/office/drawing/2014/main" id="{181E5924-0441-41C0-A5E4-F430ADAF548D}"/>
              </a:ext>
            </a:extLst>
          </p:cNvPr>
          <p:cNvSpPr>
            <a:spLocks noGrp="1"/>
          </p:cNvSpPr>
          <p:nvPr/>
        </p:nvSpPr>
        <p:spPr>
          <a:xfrm>
            <a:off x="3982891" y="3717151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3206_1">
            <a:extLst>
              <a:ext uri="{FF2B5EF4-FFF2-40B4-BE49-F238E27FC236}">
                <a16:creationId xmlns:a16="http://schemas.microsoft.com/office/drawing/2014/main" id="{3FD01CE3-2A55-40DC-BBCB-A11D97CB31C8}"/>
              </a:ext>
            </a:extLst>
          </p:cNvPr>
          <p:cNvSpPr>
            <a:spLocks noGrp="1"/>
          </p:cNvSpPr>
          <p:nvPr/>
        </p:nvSpPr>
        <p:spPr>
          <a:xfrm>
            <a:off x="1101378" y="429345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3211_1">
            <a:extLst>
              <a:ext uri="{FF2B5EF4-FFF2-40B4-BE49-F238E27FC236}">
                <a16:creationId xmlns:a16="http://schemas.microsoft.com/office/drawing/2014/main" id="{7CA9E91B-59F2-4203-A453-C283F3B033B6}"/>
              </a:ext>
            </a:extLst>
          </p:cNvPr>
          <p:cNvSpPr>
            <a:spLocks noGrp="1"/>
          </p:cNvSpPr>
          <p:nvPr/>
        </p:nvSpPr>
        <p:spPr>
          <a:xfrm>
            <a:off x="1677681" y="429345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3216_1">
            <a:extLst>
              <a:ext uri="{FF2B5EF4-FFF2-40B4-BE49-F238E27FC236}">
                <a16:creationId xmlns:a16="http://schemas.microsoft.com/office/drawing/2014/main" id="{0C556D9F-29FF-4029-B0E9-0BBA74376A30}"/>
              </a:ext>
            </a:extLst>
          </p:cNvPr>
          <p:cNvSpPr>
            <a:spLocks noGrp="1"/>
          </p:cNvSpPr>
          <p:nvPr/>
        </p:nvSpPr>
        <p:spPr>
          <a:xfrm>
            <a:off x="2253983" y="429345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3221_1">
            <a:extLst>
              <a:ext uri="{FF2B5EF4-FFF2-40B4-BE49-F238E27FC236}">
                <a16:creationId xmlns:a16="http://schemas.microsoft.com/office/drawing/2014/main" id="{0309080E-DADF-44DE-8714-3C9E9273B643}"/>
              </a:ext>
            </a:extLst>
          </p:cNvPr>
          <p:cNvSpPr>
            <a:spLocks noGrp="1"/>
          </p:cNvSpPr>
          <p:nvPr/>
        </p:nvSpPr>
        <p:spPr>
          <a:xfrm>
            <a:off x="2830286" y="429345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3227_1">
            <a:extLst>
              <a:ext uri="{FF2B5EF4-FFF2-40B4-BE49-F238E27FC236}">
                <a16:creationId xmlns:a16="http://schemas.microsoft.com/office/drawing/2014/main" id="{B11886E0-6CA9-4BFF-B7DA-1BF365D52185}"/>
              </a:ext>
            </a:extLst>
          </p:cNvPr>
          <p:cNvSpPr>
            <a:spLocks noGrp="1"/>
          </p:cNvSpPr>
          <p:nvPr/>
        </p:nvSpPr>
        <p:spPr>
          <a:xfrm>
            <a:off x="3406588" y="429345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3233_1">
            <a:extLst>
              <a:ext uri="{FF2B5EF4-FFF2-40B4-BE49-F238E27FC236}">
                <a16:creationId xmlns:a16="http://schemas.microsoft.com/office/drawing/2014/main" id="{8CD7E223-F84F-4C1B-AB5D-39C1EABB15B7}"/>
              </a:ext>
            </a:extLst>
          </p:cNvPr>
          <p:cNvSpPr>
            <a:spLocks noGrp="1"/>
          </p:cNvSpPr>
          <p:nvPr/>
        </p:nvSpPr>
        <p:spPr>
          <a:xfrm>
            <a:off x="3982891" y="429345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3239_1">
            <a:extLst>
              <a:ext uri="{FF2B5EF4-FFF2-40B4-BE49-F238E27FC236}">
                <a16:creationId xmlns:a16="http://schemas.microsoft.com/office/drawing/2014/main" id="{7B92D7B6-C76D-47C9-98B3-A77C8855FDF1}"/>
              </a:ext>
            </a:extLst>
          </p:cNvPr>
          <p:cNvSpPr>
            <a:spLocks noGrp="1"/>
          </p:cNvSpPr>
          <p:nvPr/>
        </p:nvSpPr>
        <p:spPr>
          <a:xfrm>
            <a:off x="1101378" y="486975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3244_1">
            <a:extLst>
              <a:ext uri="{FF2B5EF4-FFF2-40B4-BE49-F238E27FC236}">
                <a16:creationId xmlns:a16="http://schemas.microsoft.com/office/drawing/2014/main" id="{51CE9DDA-18BB-4F3E-B08D-860884FCA76D}"/>
              </a:ext>
            </a:extLst>
          </p:cNvPr>
          <p:cNvSpPr>
            <a:spLocks noGrp="1"/>
          </p:cNvSpPr>
          <p:nvPr/>
        </p:nvSpPr>
        <p:spPr>
          <a:xfrm>
            <a:off x="1677681" y="486975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3249_1">
            <a:extLst>
              <a:ext uri="{FF2B5EF4-FFF2-40B4-BE49-F238E27FC236}">
                <a16:creationId xmlns:a16="http://schemas.microsoft.com/office/drawing/2014/main" id="{3E5C10DC-6D60-4A5D-B388-0BEE45B4DD9C}"/>
              </a:ext>
            </a:extLst>
          </p:cNvPr>
          <p:cNvSpPr>
            <a:spLocks noGrp="1"/>
          </p:cNvSpPr>
          <p:nvPr/>
        </p:nvSpPr>
        <p:spPr>
          <a:xfrm>
            <a:off x="2253983" y="486975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3254_1">
            <a:extLst>
              <a:ext uri="{FF2B5EF4-FFF2-40B4-BE49-F238E27FC236}">
                <a16:creationId xmlns:a16="http://schemas.microsoft.com/office/drawing/2014/main" id="{81F79C4C-0537-44B4-BEB1-4FAEF42B4AC6}"/>
              </a:ext>
            </a:extLst>
          </p:cNvPr>
          <p:cNvSpPr>
            <a:spLocks noGrp="1"/>
          </p:cNvSpPr>
          <p:nvPr/>
        </p:nvSpPr>
        <p:spPr>
          <a:xfrm>
            <a:off x="2830286" y="486975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3260_1">
            <a:extLst>
              <a:ext uri="{FF2B5EF4-FFF2-40B4-BE49-F238E27FC236}">
                <a16:creationId xmlns:a16="http://schemas.microsoft.com/office/drawing/2014/main" id="{461A10D2-988B-49A1-94BD-F7E77FC23836}"/>
              </a:ext>
            </a:extLst>
          </p:cNvPr>
          <p:cNvSpPr>
            <a:spLocks noGrp="1"/>
          </p:cNvSpPr>
          <p:nvPr/>
        </p:nvSpPr>
        <p:spPr>
          <a:xfrm>
            <a:off x="3406588" y="486975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3266_1">
            <a:extLst>
              <a:ext uri="{FF2B5EF4-FFF2-40B4-BE49-F238E27FC236}">
                <a16:creationId xmlns:a16="http://schemas.microsoft.com/office/drawing/2014/main" id="{96E7EAC2-1323-44BD-A97D-766016D4EEA3}"/>
              </a:ext>
            </a:extLst>
          </p:cNvPr>
          <p:cNvSpPr>
            <a:spLocks noGrp="1"/>
          </p:cNvSpPr>
          <p:nvPr/>
        </p:nvSpPr>
        <p:spPr>
          <a:xfrm>
            <a:off x="3982891" y="486975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3339_1">
            <a:extLst>
              <a:ext uri="{FF2B5EF4-FFF2-40B4-BE49-F238E27FC236}">
                <a16:creationId xmlns:a16="http://schemas.microsoft.com/office/drawing/2014/main" id="{1509DC18-6A9C-4E1A-8D1E-221FF0EF9646}"/>
              </a:ext>
            </a:extLst>
          </p:cNvPr>
          <p:cNvSpPr>
            <a:spLocks noGrp="1"/>
          </p:cNvSpPr>
          <p:nvPr/>
        </p:nvSpPr>
        <p:spPr>
          <a:xfrm>
            <a:off x="8900649" y="256454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3342_1">
            <a:extLst>
              <a:ext uri="{FF2B5EF4-FFF2-40B4-BE49-F238E27FC236}">
                <a16:creationId xmlns:a16="http://schemas.microsoft.com/office/drawing/2014/main" id="{E2786B89-11E3-4745-9797-544AAB962CC6}"/>
              </a:ext>
            </a:extLst>
          </p:cNvPr>
          <p:cNvSpPr>
            <a:spLocks noGrp="1"/>
          </p:cNvSpPr>
          <p:nvPr/>
        </p:nvSpPr>
        <p:spPr>
          <a:xfrm>
            <a:off x="9476951" y="256454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3345_1">
            <a:extLst>
              <a:ext uri="{FF2B5EF4-FFF2-40B4-BE49-F238E27FC236}">
                <a16:creationId xmlns:a16="http://schemas.microsoft.com/office/drawing/2014/main" id="{8DCD9536-B351-421C-9A0B-29F8C873F6D2}"/>
              </a:ext>
            </a:extLst>
          </p:cNvPr>
          <p:cNvSpPr>
            <a:spLocks noGrp="1"/>
          </p:cNvSpPr>
          <p:nvPr/>
        </p:nvSpPr>
        <p:spPr>
          <a:xfrm>
            <a:off x="10053254" y="256454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3348_1">
            <a:extLst>
              <a:ext uri="{FF2B5EF4-FFF2-40B4-BE49-F238E27FC236}">
                <a16:creationId xmlns:a16="http://schemas.microsoft.com/office/drawing/2014/main" id="{9732DAE5-34A8-4370-842F-F0481B1D031A}"/>
              </a:ext>
            </a:extLst>
          </p:cNvPr>
          <p:cNvSpPr>
            <a:spLocks noGrp="1"/>
          </p:cNvSpPr>
          <p:nvPr/>
        </p:nvSpPr>
        <p:spPr>
          <a:xfrm>
            <a:off x="10629556" y="256454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3351_1">
            <a:extLst>
              <a:ext uri="{FF2B5EF4-FFF2-40B4-BE49-F238E27FC236}">
                <a16:creationId xmlns:a16="http://schemas.microsoft.com/office/drawing/2014/main" id="{B92F9A7E-3FB7-4C53-A79A-5B8C84DB4EA4}"/>
              </a:ext>
            </a:extLst>
          </p:cNvPr>
          <p:cNvSpPr>
            <a:spLocks noGrp="1"/>
          </p:cNvSpPr>
          <p:nvPr/>
        </p:nvSpPr>
        <p:spPr>
          <a:xfrm>
            <a:off x="8900649" y="314084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3354_1">
            <a:extLst>
              <a:ext uri="{FF2B5EF4-FFF2-40B4-BE49-F238E27FC236}">
                <a16:creationId xmlns:a16="http://schemas.microsoft.com/office/drawing/2014/main" id="{5C2E62FF-4F3D-40F8-8036-5306DAA5837F}"/>
              </a:ext>
            </a:extLst>
          </p:cNvPr>
          <p:cNvSpPr>
            <a:spLocks noGrp="1"/>
          </p:cNvSpPr>
          <p:nvPr/>
        </p:nvSpPr>
        <p:spPr>
          <a:xfrm>
            <a:off x="9476951" y="314084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3357_1">
            <a:extLst>
              <a:ext uri="{FF2B5EF4-FFF2-40B4-BE49-F238E27FC236}">
                <a16:creationId xmlns:a16="http://schemas.microsoft.com/office/drawing/2014/main" id="{ECE52373-2AEE-4F74-AE77-C6E5FA21C24A}"/>
              </a:ext>
            </a:extLst>
          </p:cNvPr>
          <p:cNvSpPr>
            <a:spLocks noGrp="1"/>
          </p:cNvSpPr>
          <p:nvPr/>
        </p:nvSpPr>
        <p:spPr>
          <a:xfrm>
            <a:off x="10053254" y="314084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3360_1">
            <a:extLst>
              <a:ext uri="{FF2B5EF4-FFF2-40B4-BE49-F238E27FC236}">
                <a16:creationId xmlns:a16="http://schemas.microsoft.com/office/drawing/2014/main" id="{3B49699F-A678-47E6-B081-31846C2A13FA}"/>
              </a:ext>
            </a:extLst>
          </p:cNvPr>
          <p:cNvSpPr>
            <a:spLocks noGrp="1"/>
          </p:cNvSpPr>
          <p:nvPr/>
        </p:nvSpPr>
        <p:spPr>
          <a:xfrm>
            <a:off x="10629556" y="314084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3363_1">
            <a:extLst>
              <a:ext uri="{FF2B5EF4-FFF2-40B4-BE49-F238E27FC236}">
                <a16:creationId xmlns:a16="http://schemas.microsoft.com/office/drawing/2014/main" id="{C88F3959-FB2D-47AB-BAFB-55C8C1BB9576}"/>
              </a:ext>
            </a:extLst>
          </p:cNvPr>
          <p:cNvSpPr>
            <a:spLocks noGrp="1"/>
          </p:cNvSpPr>
          <p:nvPr/>
        </p:nvSpPr>
        <p:spPr>
          <a:xfrm>
            <a:off x="8900649" y="3717151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3366_1">
            <a:extLst>
              <a:ext uri="{FF2B5EF4-FFF2-40B4-BE49-F238E27FC236}">
                <a16:creationId xmlns:a16="http://schemas.microsoft.com/office/drawing/2014/main" id="{BAB21904-6547-4454-B67D-4D49AB8D2FCF}"/>
              </a:ext>
            </a:extLst>
          </p:cNvPr>
          <p:cNvSpPr>
            <a:spLocks noGrp="1"/>
          </p:cNvSpPr>
          <p:nvPr/>
        </p:nvSpPr>
        <p:spPr>
          <a:xfrm>
            <a:off x="9476951" y="3717151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3369_1">
            <a:extLst>
              <a:ext uri="{FF2B5EF4-FFF2-40B4-BE49-F238E27FC236}">
                <a16:creationId xmlns:a16="http://schemas.microsoft.com/office/drawing/2014/main" id="{487E4C5E-667B-4D94-AF33-B4901AF2832D}"/>
              </a:ext>
            </a:extLst>
          </p:cNvPr>
          <p:cNvSpPr>
            <a:spLocks noGrp="1"/>
          </p:cNvSpPr>
          <p:nvPr/>
        </p:nvSpPr>
        <p:spPr>
          <a:xfrm>
            <a:off x="10053254" y="3717151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3372_1">
            <a:extLst>
              <a:ext uri="{FF2B5EF4-FFF2-40B4-BE49-F238E27FC236}">
                <a16:creationId xmlns:a16="http://schemas.microsoft.com/office/drawing/2014/main" id="{2C8753FE-707D-438D-9FE1-9481F939E6AC}"/>
              </a:ext>
            </a:extLst>
          </p:cNvPr>
          <p:cNvSpPr>
            <a:spLocks noGrp="1"/>
          </p:cNvSpPr>
          <p:nvPr/>
        </p:nvSpPr>
        <p:spPr>
          <a:xfrm>
            <a:off x="10629556" y="3717151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3375_1">
            <a:extLst>
              <a:ext uri="{FF2B5EF4-FFF2-40B4-BE49-F238E27FC236}">
                <a16:creationId xmlns:a16="http://schemas.microsoft.com/office/drawing/2014/main" id="{C8AD0E37-7651-4133-92FB-A464F2FF9F74}"/>
              </a:ext>
            </a:extLst>
          </p:cNvPr>
          <p:cNvSpPr>
            <a:spLocks noGrp="1"/>
          </p:cNvSpPr>
          <p:nvPr/>
        </p:nvSpPr>
        <p:spPr>
          <a:xfrm>
            <a:off x="8900649" y="429345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3378_1">
            <a:extLst>
              <a:ext uri="{FF2B5EF4-FFF2-40B4-BE49-F238E27FC236}">
                <a16:creationId xmlns:a16="http://schemas.microsoft.com/office/drawing/2014/main" id="{43FAB4CE-CD7F-4C0A-92C3-83B5892E0ECD}"/>
              </a:ext>
            </a:extLst>
          </p:cNvPr>
          <p:cNvSpPr>
            <a:spLocks noGrp="1"/>
          </p:cNvSpPr>
          <p:nvPr/>
        </p:nvSpPr>
        <p:spPr>
          <a:xfrm>
            <a:off x="9476951" y="429345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3381_1">
            <a:extLst>
              <a:ext uri="{FF2B5EF4-FFF2-40B4-BE49-F238E27FC236}">
                <a16:creationId xmlns:a16="http://schemas.microsoft.com/office/drawing/2014/main" id="{7EFD90BA-A57E-44B6-84BC-9677F1D44D3E}"/>
              </a:ext>
            </a:extLst>
          </p:cNvPr>
          <p:cNvSpPr>
            <a:spLocks noGrp="1"/>
          </p:cNvSpPr>
          <p:nvPr/>
        </p:nvSpPr>
        <p:spPr>
          <a:xfrm>
            <a:off x="10053254" y="429345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3384_1">
            <a:extLst>
              <a:ext uri="{FF2B5EF4-FFF2-40B4-BE49-F238E27FC236}">
                <a16:creationId xmlns:a16="http://schemas.microsoft.com/office/drawing/2014/main" id="{FC6E2FA8-6F8F-483B-9DB5-31C5A563CC1F}"/>
              </a:ext>
            </a:extLst>
          </p:cNvPr>
          <p:cNvSpPr>
            <a:spLocks noGrp="1"/>
          </p:cNvSpPr>
          <p:nvPr/>
        </p:nvSpPr>
        <p:spPr>
          <a:xfrm>
            <a:off x="10629556" y="429345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to3075_0_1">
            <a:extLst>
              <a:ext uri="{FF2B5EF4-FFF2-40B4-BE49-F238E27FC236}">
                <a16:creationId xmlns:a16="http://schemas.microsoft.com/office/drawing/2014/main" id="{8B29FBB5-2444-4559-85BA-2B8115C63002}"/>
              </a:ext>
            </a:extLst>
          </p:cNvPr>
          <p:cNvSpPr>
            <a:spLocks noGrp="1"/>
          </p:cNvSpPr>
          <p:nvPr/>
        </p:nvSpPr>
        <p:spPr>
          <a:xfrm>
            <a:off x="1231054" y="2107133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54" name="anim_to3080_0_1">
            <a:extLst>
              <a:ext uri="{FF2B5EF4-FFF2-40B4-BE49-F238E27FC236}">
                <a16:creationId xmlns:a16="http://schemas.microsoft.com/office/drawing/2014/main" id="{4AFBD229-CA0A-402E-9FAA-0DEB0006D880}"/>
              </a:ext>
            </a:extLst>
          </p:cNvPr>
          <p:cNvSpPr>
            <a:spLocks noGrp="1"/>
          </p:cNvSpPr>
          <p:nvPr/>
        </p:nvSpPr>
        <p:spPr>
          <a:xfrm>
            <a:off x="1807357" y="2107133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55" name="anim_to3085_0_1">
            <a:extLst>
              <a:ext uri="{FF2B5EF4-FFF2-40B4-BE49-F238E27FC236}">
                <a16:creationId xmlns:a16="http://schemas.microsoft.com/office/drawing/2014/main" id="{215134C8-02AF-4648-8713-5F51910FD3CC}"/>
              </a:ext>
            </a:extLst>
          </p:cNvPr>
          <p:cNvSpPr>
            <a:spLocks noGrp="1"/>
          </p:cNvSpPr>
          <p:nvPr/>
        </p:nvSpPr>
        <p:spPr>
          <a:xfrm>
            <a:off x="2383659" y="2107133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56" name="anim_to3090_0_1">
            <a:extLst>
              <a:ext uri="{FF2B5EF4-FFF2-40B4-BE49-F238E27FC236}">
                <a16:creationId xmlns:a16="http://schemas.microsoft.com/office/drawing/2014/main" id="{9E76FD0C-CA2D-4410-A87B-186CDFACC981}"/>
              </a:ext>
            </a:extLst>
          </p:cNvPr>
          <p:cNvSpPr>
            <a:spLocks noGrp="1"/>
          </p:cNvSpPr>
          <p:nvPr/>
        </p:nvSpPr>
        <p:spPr>
          <a:xfrm>
            <a:off x="2885486" y="2107133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57" name="anim_to3096_0_1">
            <a:extLst>
              <a:ext uri="{FF2B5EF4-FFF2-40B4-BE49-F238E27FC236}">
                <a16:creationId xmlns:a16="http://schemas.microsoft.com/office/drawing/2014/main" id="{207CA6CD-E152-41CB-AE9E-1E5F47304039}"/>
              </a:ext>
            </a:extLst>
          </p:cNvPr>
          <p:cNvSpPr>
            <a:spLocks noGrp="1"/>
          </p:cNvSpPr>
          <p:nvPr/>
        </p:nvSpPr>
        <p:spPr>
          <a:xfrm>
            <a:off x="3461789" y="2107133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58" name="anim_to3102_0_1">
            <a:extLst>
              <a:ext uri="{FF2B5EF4-FFF2-40B4-BE49-F238E27FC236}">
                <a16:creationId xmlns:a16="http://schemas.microsoft.com/office/drawing/2014/main" id="{659ABC96-3361-4FB4-ADBB-041BA658B91B}"/>
              </a:ext>
            </a:extLst>
          </p:cNvPr>
          <p:cNvSpPr>
            <a:spLocks noGrp="1"/>
          </p:cNvSpPr>
          <p:nvPr/>
        </p:nvSpPr>
        <p:spPr>
          <a:xfrm>
            <a:off x="4038091" y="2107133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59" name="anim_to3108_0_1">
            <a:extLst>
              <a:ext uri="{FF2B5EF4-FFF2-40B4-BE49-F238E27FC236}">
                <a16:creationId xmlns:a16="http://schemas.microsoft.com/office/drawing/2014/main" id="{9FF2641A-51C1-46B9-AA67-5416E637C022}"/>
              </a:ext>
            </a:extLst>
          </p:cNvPr>
          <p:cNvSpPr>
            <a:spLocks noGrp="1"/>
          </p:cNvSpPr>
          <p:nvPr/>
        </p:nvSpPr>
        <p:spPr>
          <a:xfrm>
            <a:off x="1231054" y="2683436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0" name="anim_to3113_0_1">
            <a:extLst>
              <a:ext uri="{FF2B5EF4-FFF2-40B4-BE49-F238E27FC236}">
                <a16:creationId xmlns:a16="http://schemas.microsoft.com/office/drawing/2014/main" id="{7BF0C3B2-0427-42E1-B7A4-90DFC777E53E}"/>
              </a:ext>
            </a:extLst>
          </p:cNvPr>
          <p:cNvSpPr>
            <a:spLocks noGrp="1"/>
          </p:cNvSpPr>
          <p:nvPr/>
        </p:nvSpPr>
        <p:spPr>
          <a:xfrm>
            <a:off x="1807357" y="2683436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1" name="anim_to3118_0_1">
            <a:extLst>
              <a:ext uri="{FF2B5EF4-FFF2-40B4-BE49-F238E27FC236}">
                <a16:creationId xmlns:a16="http://schemas.microsoft.com/office/drawing/2014/main" id="{2E371843-EC50-4437-B912-70BAF57EA088}"/>
              </a:ext>
            </a:extLst>
          </p:cNvPr>
          <p:cNvSpPr>
            <a:spLocks noGrp="1"/>
          </p:cNvSpPr>
          <p:nvPr/>
        </p:nvSpPr>
        <p:spPr>
          <a:xfrm>
            <a:off x="2383659" y="2683436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2" name="anim_to3123_0_1">
            <a:extLst>
              <a:ext uri="{FF2B5EF4-FFF2-40B4-BE49-F238E27FC236}">
                <a16:creationId xmlns:a16="http://schemas.microsoft.com/office/drawing/2014/main" id="{B9081E46-A830-4603-8F9D-D9642BD310D0}"/>
              </a:ext>
            </a:extLst>
          </p:cNvPr>
          <p:cNvSpPr>
            <a:spLocks noGrp="1"/>
          </p:cNvSpPr>
          <p:nvPr/>
        </p:nvSpPr>
        <p:spPr>
          <a:xfrm>
            <a:off x="2885486" y="2683436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63" name="anim_to3129_0_1">
            <a:extLst>
              <a:ext uri="{FF2B5EF4-FFF2-40B4-BE49-F238E27FC236}">
                <a16:creationId xmlns:a16="http://schemas.microsoft.com/office/drawing/2014/main" id="{8E452543-EDCB-4514-ACD2-D39C5F1A97AD}"/>
              </a:ext>
            </a:extLst>
          </p:cNvPr>
          <p:cNvSpPr>
            <a:spLocks noGrp="1"/>
          </p:cNvSpPr>
          <p:nvPr/>
        </p:nvSpPr>
        <p:spPr>
          <a:xfrm>
            <a:off x="3461789" y="2683436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64" name="anim_to3135_0_1">
            <a:extLst>
              <a:ext uri="{FF2B5EF4-FFF2-40B4-BE49-F238E27FC236}">
                <a16:creationId xmlns:a16="http://schemas.microsoft.com/office/drawing/2014/main" id="{EC7FBF29-E439-4BFD-82B1-576AFDB5CE2E}"/>
              </a:ext>
            </a:extLst>
          </p:cNvPr>
          <p:cNvSpPr>
            <a:spLocks noGrp="1"/>
          </p:cNvSpPr>
          <p:nvPr/>
        </p:nvSpPr>
        <p:spPr>
          <a:xfrm>
            <a:off x="4038091" y="2683436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65" name="anim_to3141_0_1">
            <a:extLst>
              <a:ext uri="{FF2B5EF4-FFF2-40B4-BE49-F238E27FC236}">
                <a16:creationId xmlns:a16="http://schemas.microsoft.com/office/drawing/2014/main" id="{11AAEB84-638F-4086-9089-BE2C742C91FA}"/>
              </a:ext>
            </a:extLst>
          </p:cNvPr>
          <p:cNvSpPr>
            <a:spLocks noGrp="1"/>
          </p:cNvSpPr>
          <p:nvPr/>
        </p:nvSpPr>
        <p:spPr>
          <a:xfrm>
            <a:off x="1231054" y="3259738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6" name="anim_to3146_0_1">
            <a:extLst>
              <a:ext uri="{FF2B5EF4-FFF2-40B4-BE49-F238E27FC236}">
                <a16:creationId xmlns:a16="http://schemas.microsoft.com/office/drawing/2014/main" id="{1376491E-FF40-4659-917E-EE84D1FFD13D}"/>
              </a:ext>
            </a:extLst>
          </p:cNvPr>
          <p:cNvSpPr>
            <a:spLocks noGrp="1"/>
          </p:cNvSpPr>
          <p:nvPr/>
        </p:nvSpPr>
        <p:spPr>
          <a:xfrm>
            <a:off x="1807357" y="3259738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7" name="anim_to3151_0_1">
            <a:extLst>
              <a:ext uri="{FF2B5EF4-FFF2-40B4-BE49-F238E27FC236}">
                <a16:creationId xmlns:a16="http://schemas.microsoft.com/office/drawing/2014/main" id="{764EFE04-B83C-434E-9CCB-68629DC658F1}"/>
              </a:ext>
            </a:extLst>
          </p:cNvPr>
          <p:cNvSpPr>
            <a:spLocks noGrp="1"/>
          </p:cNvSpPr>
          <p:nvPr/>
        </p:nvSpPr>
        <p:spPr>
          <a:xfrm>
            <a:off x="2383659" y="3259738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8" name="anim_to3156_0_1">
            <a:extLst>
              <a:ext uri="{FF2B5EF4-FFF2-40B4-BE49-F238E27FC236}">
                <a16:creationId xmlns:a16="http://schemas.microsoft.com/office/drawing/2014/main" id="{795B7047-64EE-4B11-9C08-8E6B9C3D992C}"/>
              </a:ext>
            </a:extLst>
          </p:cNvPr>
          <p:cNvSpPr>
            <a:spLocks noGrp="1"/>
          </p:cNvSpPr>
          <p:nvPr/>
        </p:nvSpPr>
        <p:spPr>
          <a:xfrm>
            <a:off x="2885486" y="3259738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69" name="anim_to3162_0_1">
            <a:extLst>
              <a:ext uri="{FF2B5EF4-FFF2-40B4-BE49-F238E27FC236}">
                <a16:creationId xmlns:a16="http://schemas.microsoft.com/office/drawing/2014/main" id="{750000C1-0051-4F4C-B07C-2BB4A410AFB2}"/>
              </a:ext>
            </a:extLst>
          </p:cNvPr>
          <p:cNvSpPr>
            <a:spLocks noGrp="1"/>
          </p:cNvSpPr>
          <p:nvPr/>
        </p:nvSpPr>
        <p:spPr>
          <a:xfrm>
            <a:off x="3461789" y="3259738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70" name="anim_to3168_0_1">
            <a:extLst>
              <a:ext uri="{FF2B5EF4-FFF2-40B4-BE49-F238E27FC236}">
                <a16:creationId xmlns:a16="http://schemas.microsoft.com/office/drawing/2014/main" id="{8B77EEDB-34C5-4A6B-9620-5C6AB30F038D}"/>
              </a:ext>
            </a:extLst>
          </p:cNvPr>
          <p:cNvSpPr>
            <a:spLocks noGrp="1"/>
          </p:cNvSpPr>
          <p:nvPr/>
        </p:nvSpPr>
        <p:spPr>
          <a:xfrm>
            <a:off x="4038091" y="3259738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71" name="anim_to3174_0_1">
            <a:extLst>
              <a:ext uri="{FF2B5EF4-FFF2-40B4-BE49-F238E27FC236}">
                <a16:creationId xmlns:a16="http://schemas.microsoft.com/office/drawing/2014/main" id="{C2DC15DB-DE14-4F16-9B04-94763BBBAF28}"/>
              </a:ext>
            </a:extLst>
          </p:cNvPr>
          <p:cNvSpPr>
            <a:spLocks noGrp="1"/>
          </p:cNvSpPr>
          <p:nvPr/>
        </p:nvSpPr>
        <p:spPr>
          <a:xfrm>
            <a:off x="1231054" y="3836041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72" name="anim_to3179_0_1">
            <a:extLst>
              <a:ext uri="{FF2B5EF4-FFF2-40B4-BE49-F238E27FC236}">
                <a16:creationId xmlns:a16="http://schemas.microsoft.com/office/drawing/2014/main" id="{F3887E6E-C4FA-4E8B-925A-92D87B5D5DF2}"/>
              </a:ext>
            </a:extLst>
          </p:cNvPr>
          <p:cNvSpPr>
            <a:spLocks noGrp="1"/>
          </p:cNvSpPr>
          <p:nvPr/>
        </p:nvSpPr>
        <p:spPr>
          <a:xfrm>
            <a:off x="1807357" y="3836041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73" name="anim_to3184_0_1">
            <a:extLst>
              <a:ext uri="{FF2B5EF4-FFF2-40B4-BE49-F238E27FC236}">
                <a16:creationId xmlns:a16="http://schemas.microsoft.com/office/drawing/2014/main" id="{0002224D-419A-4B97-A30D-F0A368C637D9}"/>
              </a:ext>
            </a:extLst>
          </p:cNvPr>
          <p:cNvSpPr>
            <a:spLocks noGrp="1"/>
          </p:cNvSpPr>
          <p:nvPr/>
        </p:nvSpPr>
        <p:spPr>
          <a:xfrm>
            <a:off x="2383659" y="3836041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74" name="anim_to3189_0_1">
            <a:extLst>
              <a:ext uri="{FF2B5EF4-FFF2-40B4-BE49-F238E27FC236}">
                <a16:creationId xmlns:a16="http://schemas.microsoft.com/office/drawing/2014/main" id="{1C5334C3-39BC-4030-A821-F515C52DB9CE}"/>
              </a:ext>
            </a:extLst>
          </p:cNvPr>
          <p:cNvSpPr>
            <a:spLocks noGrp="1"/>
          </p:cNvSpPr>
          <p:nvPr/>
        </p:nvSpPr>
        <p:spPr>
          <a:xfrm>
            <a:off x="2885486" y="3836041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75" name="anim_to3195_0_1">
            <a:extLst>
              <a:ext uri="{FF2B5EF4-FFF2-40B4-BE49-F238E27FC236}">
                <a16:creationId xmlns:a16="http://schemas.microsoft.com/office/drawing/2014/main" id="{CBB4C757-6389-4459-A568-15B78D5A63A7}"/>
              </a:ext>
            </a:extLst>
          </p:cNvPr>
          <p:cNvSpPr>
            <a:spLocks noGrp="1"/>
          </p:cNvSpPr>
          <p:nvPr/>
        </p:nvSpPr>
        <p:spPr>
          <a:xfrm>
            <a:off x="3461789" y="3836041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76" name="anim_to3201_0_1">
            <a:extLst>
              <a:ext uri="{FF2B5EF4-FFF2-40B4-BE49-F238E27FC236}">
                <a16:creationId xmlns:a16="http://schemas.microsoft.com/office/drawing/2014/main" id="{B8A3DF5E-48C1-4521-9DE3-8934F2FB86FE}"/>
              </a:ext>
            </a:extLst>
          </p:cNvPr>
          <p:cNvSpPr>
            <a:spLocks noGrp="1"/>
          </p:cNvSpPr>
          <p:nvPr/>
        </p:nvSpPr>
        <p:spPr>
          <a:xfrm>
            <a:off x="4038091" y="3836041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77" name="anim_to3207_0_1">
            <a:extLst>
              <a:ext uri="{FF2B5EF4-FFF2-40B4-BE49-F238E27FC236}">
                <a16:creationId xmlns:a16="http://schemas.microsoft.com/office/drawing/2014/main" id="{11AA0671-268B-4C48-9822-7AA5BBF86CA2}"/>
              </a:ext>
            </a:extLst>
          </p:cNvPr>
          <p:cNvSpPr>
            <a:spLocks noGrp="1"/>
          </p:cNvSpPr>
          <p:nvPr/>
        </p:nvSpPr>
        <p:spPr>
          <a:xfrm>
            <a:off x="1231054" y="4412343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78" name="anim_to3212_0_1">
            <a:extLst>
              <a:ext uri="{FF2B5EF4-FFF2-40B4-BE49-F238E27FC236}">
                <a16:creationId xmlns:a16="http://schemas.microsoft.com/office/drawing/2014/main" id="{6EE7FDD6-7308-406B-8CC7-5B1CFECA35EC}"/>
              </a:ext>
            </a:extLst>
          </p:cNvPr>
          <p:cNvSpPr>
            <a:spLocks noGrp="1"/>
          </p:cNvSpPr>
          <p:nvPr/>
        </p:nvSpPr>
        <p:spPr>
          <a:xfrm>
            <a:off x="1807357" y="4412343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79" name="anim_to3217_0_1">
            <a:extLst>
              <a:ext uri="{FF2B5EF4-FFF2-40B4-BE49-F238E27FC236}">
                <a16:creationId xmlns:a16="http://schemas.microsoft.com/office/drawing/2014/main" id="{FE420DF5-B176-4501-BDFE-8A8AEA967ED1}"/>
              </a:ext>
            </a:extLst>
          </p:cNvPr>
          <p:cNvSpPr>
            <a:spLocks noGrp="1"/>
          </p:cNvSpPr>
          <p:nvPr/>
        </p:nvSpPr>
        <p:spPr>
          <a:xfrm>
            <a:off x="2383659" y="4412343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80" name="anim_to3222_0_1">
            <a:extLst>
              <a:ext uri="{FF2B5EF4-FFF2-40B4-BE49-F238E27FC236}">
                <a16:creationId xmlns:a16="http://schemas.microsoft.com/office/drawing/2014/main" id="{3C6BE885-29E1-4247-820B-1F8EB48783AA}"/>
              </a:ext>
            </a:extLst>
          </p:cNvPr>
          <p:cNvSpPr>
            <a:spLocks noGrp="1"/>
          </p:cNvSpPr>
          <p:nvPr/>
        </p:nvSpPr>
        <p:spPr>
          <a:xfrm>
            <a:off x="2885486" y="4412343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81" name="anim_to3228_0_1">
            <a:extLst>
              <a:ext uri="{FF2B5EF4-FFF2-40B4-BE49-F238E27FC236}">
                <a16:creationId xmlns:a16="http://schemas.microsoft.com/office/drawing/2014/main" id="{EED28327-BC9B-4896-AADD-B894E82B4C79}"/>
              </a:ext>
            </a:extLst>
          </p:cNvPr>
          <p:cNvSpPr>
            <a:spLocks noGrp="1"/>
          </p:cNvSpPr>
          <p:nvPr/>
        </p:nvSpPr>
        <p:spPr>
          <a:xfrm>
            <a:off x="3461789" y="4412343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82" name="anim_to3234_0_1">
            <a:extLst>
              <a:ext uri="{FF2B5EF4-FFF2-40B4-BE49-F238E27FC236}">
                <a16:creationId xmlns:a16="http://schemas.microsoft.com/office/drawing/2014/main" id="{B5A4FDC0-E05D-417C-A18E-785E67C4FB16}"/>
              </a:ext>
            </a:extLst>
          </p:cNvPr>
          <p:cNvSpPr>
            <a:spLocks noGrp="1"/>
          </p:cNvSpPr>
          <p:nvPr/>
        </p:nvSpPr>
        <p:spPr>
          <a:xfrm>
            <a:off x="4038091" y="4412343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83" name="anim_to3240_0_1">
            <a:extLst>
              <a:ext uri="{FF2B5EF4-FFF2-40B4-BE49-F238E27FC236}">
                <a16:creationId xmlns:a16="http://schemas.microsoft.com/office/drawing/2014/main" id="{9D0ED01D-3C00-4EB6-9C64-CD7A464FE03E}"/>
              </a:ext>
            </a:extLst>
          </p:cNvPr>
          <p:cNvSpPr>
            <a:spLocks noGrp="1"/>
          </p:cNvSpPr>
          <p:nvPr/>
        </p:nvSpPr>
        <p:spPr>
          <a:xfrm>
            <a:off x="1231054" y="4988646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84" name="anim_to3245_0_1">
            <a:extLst>
              <a:ext uri="{FF2B5EF4-FFF2-40B4-BE49-F238E27FC236}">
                <a16:creationId xmlns:a16="http://schemas.microsoft.com/office/drawing/2014/main" id="{0113F2C3-65E1-4AF7-ACB3-FEAC2BA365DB}"/>
              </a:ext>
            </a:extLst>
          </p:cNvPr>
          <p:cNvSpPr>
            <a:spLocks noGrp="1"/>
          </p:cNvSpPr>
          <p:nvPr/>
        </p:nvSpPr>
        <p:spPr>
          <a:xfrm>
            <a:off x="1807357" y="4988646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85" name="anim_to3250_0_1">
            <a:extLst>
              <a:ext uri="{FF2B5EF4-FFF2-40B4-BE49-F238E27FC236}">
                <a16:creationId xmlns:a16="http://schemas.microsoft.com/office/drawing/2014/main" id="{C5931D52-7D22-45FF-9A7E-31D750E14929}"/>
              </a:ext>
            </a:extLst>
          </p:cNvPr>
          <p:cNvSpPr>
            <a:spLocks noGrp="1"/>
          </p:cNvSpPr>
          <p:nvPr/>
        </p:nvSpPr>
        <p:spPr>
          <a:xfrm>
            <a:off x="2383659" y="4988646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86" name="anim_to3255_0_1">
            <a:extLst>
              <a:ext uri="{FF2B5EF4-FFF2-40B4-BE49-F238E27FC236}">
                <a16:creationId xmlns:a16="http://schemas.microsoft.com/office/drawing/2014/main" id="{68B11014-7256-475D-AC0E-946E3E2EF75D}"/>
              </a:ext>
            </a:extLst>
          </p:cNvPr>
          <p:cNvSpPr>
            <a:spLocks noGrp="1"/>
          </p:cNvSpPr>
          <p:nvPr/>
        </p:nvSpPr>
        <p:spPr>
          <a:xfrm>
            <a:off x="2885486" y="4988646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87" name="anim_to3261_0_1">
            <a:extLst>
              <a:ext uri="{FF2B5EF4-FFF2-40B4-BE49-F238E27FC236}">
                <a16:creationId xmlns:a16="http://schemas.microsoft.com/office/drawing/2014/main" id="{799F8085-75A3-4113-88EF-3CA95E30F877}"/>
              </a:ext>
            </a:extLst>
          </p:cNvPr>
          <p:cNvSpPr>
            <a:spLocks noGrp="1"/>
          </p:cNvSpPr>
          <p:nvPr/>
        </p:nvSpPr>
        <p:spPr>
          <a:xfrm>
            <a:off x="3461789" y="4988646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88" name="anim_to3267_0_1">
            <a:extLst>
              <a:ext uri="{FF2B5EF4-FFF2-40B4-BE49-F238E27FC236}">
                <a16:creationId xmlns:a16="http://schemas.microsoft.com/office/drawing/2014/main" id="{B4F2514F-A847-44A3-9691-3D73DECC4FD7}"/>
              </a:ext>
            </a:extLst>
          </p:cNvPr>
          <p:cNvSpPr>
            <a:spLocks noGrp="1"/>
          </p:cNvSpPr>
          <p:nvPr/>
        </p:nvSpPr>
        <p:spPr>
          <a:xfrm>
            <a:off x="4038091" y="4988646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89" name="anim_to3272_0_1">
            <a:extLst>
              <a:ext uri="{FF2B5EF4-FFF2-40B4-BE49-F238E27FC236}">
                <a16:creationId xmlns:a16="http://schemas.microsoft.com/office/drawing/2014/main" id="{3234B0ED-1D79-4309-AD76-439CAC98B033}"/>
              </a:ext>
            </a:extLst>
          </p:cNvPr>
          <p:cNvSpPr>
            <a:spLocks noGrp="1"/>
          </p:cNvSpPr>
          <p:nvPr/>
        </p:nvSpPr>
        <p:spPr>
          <a:xfrm>
            <a:off x="2158759" y="1193360"/>
            <a:ext cx="1362103" cy="6018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79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79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79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Input</a:t>
            </a:r>
          </a:p>
        </p:txBody>
      </p:sp>
      <p:sp>
        <p:nvSpPr>
          <p:cNvPr id="90" name="anim_to3319_0_1">
            <a:extLst>
              <a:ext uri="{FF2B5EF4-FFF2-40B4-BE49-F238E27FC236}">
                <a16:creationId xmlns:a16="http://schemas.microsoft.com/office/drawing/2014/main" id="{12ABBA19-603C-4F69-9035-55876F362193}"/>
              </a:ext>
            </a:extLst>
          </p:cNvPr>
          <p:cNvSpPr>
            <a:spLocks noGrp="1"/>
          </p:cNvSpPr>
          <p:nvPr/>
        </p:nvSpPr>
        <p:spPr>
          <a:xfrm>
            <a:off x="5029920" y="3349311"/>
            <a:ext cx="288231" cy="7356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*</a:t>
            </a:r>
          </a:p>
        </p:txBody>
      </p:sp>
      <p:sp>
        <p:nvSpPr>
          <p:cNvPr id="91" name="anim_to3322_0_1">
            <a:extLst>
              <a:ext uri="{FF2B5EF4-FFF2-40B4-BE49-F238E27FC236}">
                <a16:creationId xmlns:a16="http://schemas.microsoft.com/office/drawing/2014/main" id="{79D2F807-5DAF-407C-B772-45E0FDFB1404}"/>
              </a:ext>
            </a:extLst>
          </p:cNvPr>
          <p:cNvSpPr>
            <a:spLocks noGrp="1"/>
          </p:cNvSpPr>
          <p:nvPr/>
        </p:nvSpPr>
        <p:spPr>
          <a:xfrm>
            <a:off x="5764155" y="1727502"/>
            <a:ext cx="1759304" cy="4889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0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80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pPr>
            <a:r>
              <a:rPr sz="3080" b="1">
                <a:solidFill>
                  <a:srgbClr val="FFFF00"/>
                </a:solidFill>
                <a:latin typeface="Consolas"/>
                <a:ea typeface="Consolas"/>
                <a:cs typeface="Consolas"/>
              </a:rPr>
              <a:t>Vertical</a:t>
            </a:r>
          </a:p>
        </p:txBody>
      </p:sp>
      <p:sp>
        <p:nvSpPr>
          <p:cNvPr id="92" name="anim_to3322_1_1">
            <a:extLst>
              <a:ext uri="{FF2B5EF4-FFF2-40B4-BE49-F238E27FC236}">
                <a16:creationId xmlns:a16="http://schemas.microsoft.com/office/drawing/2014/main" id="{60291C67-928A-4C68-8D50-3FE60211E00C}"/>
              </a:ext>
            </a:extLst>
          </p:cNvPr>
          <p:cNvSpPr>
            <a:spLocks noGrp="1"/>
          </p:cNvSpPr>
          <p:nvPr/>
        </p:nvSpPr>
        <p:spPr>
          <a:xfrm>
            <a:off x="5979306" y="2177363"/>
            <a:ext cx="1329003" cy="4889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0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80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pPr>
            <a:r>
              <a:rPr sz="3080" b="1">
                <a:solidFill>
                  <a:srgbClr val="FFFF00"/>
                </a:solidFill>
                <a:latin typeface="Consolas"/>
                <a:ea typeface="Consolas"/>
                <a:cs typeface="Consolas"/>
              </a:rPr>
              <a:t>Filter</a:t>
            </a:r>
          </a:p>
        </p:txBody>
      </p:sp>
      <p:sp>
        <p:nvSpPr>
          <p:cNvPr id="93" name="anim_to3388_0_1">
            <a:extLst>
              <a:ext uri="{FF2B5EF4-FFF2-40B4-BE49-F238E27FC236}">
                <a16:creationId xmlns:a16="http://schemas.microsoft.com/office/drawing/2014/main" id="{F97D09B6-91EF-4BD0-890A-D5D7716951EB}"/>
              </a:ext>
            </a:extLst>
          </p:cNvPr>
          <p:cNvSpPr>
            <a:spLocks noGrp="1"/>
          </p:cNvSpPr>
          <p:nvPr/>
        </p:nvSpPr>
        <p:spPr>
          <a:xfrm>
            <a:off x="7969463" y="3349311"/>
            <a:ext cx="479508" cy="7356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94" name="anim_to3340_0_1">
            <a:extLst>
              <a:ext uri="{FF2B5EF4-FFF2-40B4-BE49-F238E27FC236}">
                <a16:creationId xmlns:a16="http://schemas.microsoft.com/office/drawing/2014/main" id="{B3A8C806-5F3B-4901-BF94-68895CE12658}"/>
              </a:ext>
            </a:extLst>
          </p:cNvPr>
          <p:cNvSpPr>
            <a:spLocks noGrp="1"/>
          </p:cNvSpPr>
          <p:nvPr/>
        </p:nvSpPr>
        <p:spPr>
          <a:xfrm>
            <a:off x="9096525" y="2664629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95" name="anim_to3343_0_1">
            <a:extLst>
              <a:ext uri="{FF2B5EF4-FFF2-40B4-BE49-F238E27FC236}">
                <a16:creationId xmlns:a16="http://schemas.microsoft.com/office/drawing/2014/main" id="{EF804ACA-87DF-41EE-A4A1-279B3366F087}"/>
              </a:ext>
            </a:extLst>
          </p:cNvPr>
          <p:cNvSpPr>
            <a:spLocks noGrp="1"/>
          </p:cNvSpPr>
          <p:nvPr/>
        </p:nvSpPr>
        <p:spPr>
          <a:xfrm>
            <a:off x="9672827" y="2664629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96" name="anim_to3346_0_1">
            <a:extLst>
              <a:ext uri="{FF2B5EF4-FFF2-40B4-BE49-F238E27FC236}">
                <a16:creationId xmlns:a16="http://schemas.microsoft.com/office/drawing/2014/main" id="{E5272850-F224-4B47-9DFD-530966248010}"/>
              </a:ext>
            </a:extLst>
          </p:cNvPr>
          <p:cNvSpPr>
            <a:spLocks noGrp="1"/>
          </p:cNvSpPr>
          <p:nvPr/>
        </p:nvSpPr>
        <p:spPr>
          <a:xfrm>
            <a:off x="10249130" y="2664629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97" name="anim_to3349_0_1">
            <a:extLst>
              <a:ext uri="{FF2B5EF4-FFF2-40B4-BE49-F238E27FC236}">
                <a16:creationId xmlns:a16="http://schemas.microsoft.com/office/drawing/2014/main" id="{CDE3DE4F-CD88-4261-A16D-00672ACF28D9}"/>
              </a:ext>
            </a:extLst>
          </p:cNvPr>
          <p:cNvSpPr>
            <a:spLocks noGrp="1"/>
          </p:cNvSpPr>
          <p:nvPr/>
        </p:nvSpPr>
        <p:spPr>
          <a:xfrm>
            <a:off x="10825432" y="2664629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98" name="anim_to3352_0_1">
            <a:extLst>
              <a:ext uri="{FF2B5EF4-FFF2-40B4-BE49-F238E27FC236}">
                <a16:creationId xmlns:a16="http://schemas.microsoft.com/office/drawing/2014/main" id="{CF3C020E-CA16-4288-8383-132B073EC71E}"/>
              </a:ext>
            </a:extLst>
          </p:cNvPr>
          <p:cNvSpPr>
            <a:spLocks noGrp="1"/>
          </p:cNvSpPr>
          <p:nvPr/>
        </p:nvSpPr>
        <p:spPr>
          <a:xfrm>
            <a:off x="9096525" y="3240931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99" name="anim_to3355_0_1">
            <a:extLst>
              <a:ext uri="{FF2B5EF4-FFF2-40B4-BE49-F238E27FC236}">
                <a16:creationId xmlns:a16="http://schemas.microsoft.com/office/drawing/2014/main" id="{AE8DC2AC-F192-4470-AD88-9912EB45FD9C}"/>
              </a:ext>
            </a:extLst>
          </p:cNvPr>
          <p:cNvSpPr>
            <a:spLocks noGrp="1"/>
          </p:cNvSpPr>
          <p:nvPr/>
        </p:nvSpPr>
        <p:spPr>
          <a:xfrm>
            <a:off x="9672827" y="3240931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0" name="anim_to3358_0_1">
            <a:extLst>
              <a:ext uri="{FF2B5EF4-FFF2-40B4-BE49-F238E27FC236}">
                <a16:creationId xmlns:a16="http://schemas.microsoft.com/office/drawing/2014/main" id="{CA9BA713-D01E-43A1-8A42-DA5A20DF6797}"/>
              </a:ext>
            </a:extLst>
          </p:cNvPr>
          <p:cNvSpPr>
            <a:spLocks noGrp="1"/>
          </p:cNvSpPr>
          <p:nvPr/>
        </p:nvSpPr>
        <p:spPr>
          <a:xfrm>
            <a:off x="10249130" y="3240931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1" name="anim_to3361_0_1">
            <a:extLst>
              <a:ext uri="{FF2B5EF4-FFF2-40B4-BE49-F238E27FC236}">
                <a16:creationId xmlns:a16="http://schemas.microsoft.com/office/drawing/2014/main" id="{179AD668-49A7-4DD8-BB65-9E2C4A68FC5C}"/>
              </a:ext>
            </a:extLst>
          </p:cNvPr>
          <p:cNvSpPr>
            <a:spLocks noGrp="1"/>
          </p:cNvSpPr>
          <p:nvPr/>
        </p:nvSpPr>
        <p:spPr>
          <a:xfrm>
            <a:off x="10825432" y="3240931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2" name="anim_to3364_0_1">
            <a:extLst>
              <a:ext uri="{FF2B5EF4-FFF2-40B4-BE49-F238E27FC236}">
                <a16:creationId xmlns:a16="http://schemas.microsoft.com/office/drawing/2014/main" id="{1DA59658-EECF-4B10-A358-69783665B48B}"/>
              </a:ext>
            </a:extLst>
          </p:cNvPr>
          <p:cNvSpPr>
            <a:spLocks noGrp="1"/>
          </p:cNvSpPr>
          <p:nvPr/>
        </p:nvSpPr>
        <p:spPr>
          <a:xfrm>
            <a:off x="9096525" y="3817234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3" name="anim_to3367_0_1">
            <a:extLst>
              <a:ext uri="{FF2B5EF4-FFF2-40B4-BE49-F238E27FC236}">
                <a16:creationId xmlns:a16="http://schemas.microsoft.com/office/drawing/2014/main" id="{C5CFBA92-B0B8-4285-9D70-24A3DA1025E4}"/>
              </a:ext>
            </a:extLst>
          </p:cNvPr>
          <p:cNvSpPr>
            <a:spLocks noGrp="1"/>
          </p:cNvSpPr>
          <p:nvPr/>
        </p:nvSpPr>
        <p:spPr>
          <a:xfrm>
            <a:off x="9672827" y="3817234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4" name="anim_to3370_0_1">
            <a:extLst>
              <a:ext uri="{FF2B5EF4-FFF2-40B4-BE49-F238E27FC236}">
                <a16:creationId xmlns:a16="http://schemas.microsoft.com/office/drawing/2014/main" id="{7922B3E1-6CC9-494E-895C-EAB6E0A8B8EF}"/>
              </a:ext>
            </a:extLst>
          </p:cNvPr>
          <p:cNvSpPr>
            <a:spLocks noGrp="1"/>
          </p:cNvSpPr>
          <p:nvPr/>
        </p:nvSpPr>
        <p:spPr>
          <a:xfrm>
            <a:off x="10249130" y="3817234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5" name="anim_to3373_0_1">
            <a:extLst>
              <a:ext uri="{FF2B5EF4-FFF2-40B4-BE49-F238E27FC236}">
                <a16:creationId xmlns:a16="http://schemas.microsoft.com/office/drawing/2014/main" id="{BFF8CEA7-BC9A-4688-9023-09FCE4726546}"/>
              </a:ext>
            </a:extLst>
          </p:cNvPr>
          <p:cNvSpPr>
            <a:spLocks noGrp="1"/>
          </p:cNvSpPr>
          <p:nvPr/>
        </p:nvSpPr>
        <p:spPr>
          <a:xfrm>
            <a:off x="10825432" y="3817234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6" name="anim_to3376_0_1">
            <a:extLst>
              <a:ext uri="{FF2B5EF4-FFF2-40B4-BE49-F238E27FC236}">
                <a16:creationId xmlns:a16="http://schemas.microsoft.com/office/drawing/2014/main" id="{C294C33D-1933-4FC3-BACB-481365DDC3FA}"/>
              </a:ext>
            </a:extLst>
          </p:cNvPr>
          <p:cNvSpPr>
            <a:spLocks noGrp="1"/>
          </p:cNvSpPr>
          <p:nvPr/>
        </p:nvSpPr>
        <p:spPr>
          <a:xfrm>
            <a:off x="9096525" y="4393536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7" name="anim_to3379_0_1">
            <a:extLst>
              <a:ext uri="{FF2B5EF4-FFF2-40B4-BE49-F238E27FC236}">
                <a16:creationId xmlns:a16="http://schemas.microsoft.com/office/drawing/2014/main" id="{B92E8385-9658-4C2A-8114-AD3D468D91EF}"/>
              </a:ext>
            </a:extLst>
          </p:cNvPr>
          <p:cNvSpPr>
            <a:spLocks noGrp="1"/>
          </p:cNvSpPr>
          <p:nvPr/>
        </p:nvSpPr>
        <p:spPr>
          <a:xfrm>
            <a:off x="9672827" y="4393536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8" name="anim_to3382_0_1">
            <a:extLst>
              <a:ext uri="{FF2B5EF4-FFF2-40B4-BE49-F238E27FC236}">
                <a16:creationId xmlns:a16="http://schemas.microsoft.com/office/drawing/2014/main" id="{00B63B51-5CE5-4E74-BA53-C018CE3DA1CA}"/>
              </a:ext>
            </a:extLst>
          </p:cNvPr>
          <p:cNvSpPr>
            <a:spLocks noGrp="1"/>
          </p:cNvSpPr>
          <p:nvPr/>
        </p:nvSpPr>
        <p:spPr>
          <a:xfrm>
            <a:off x="10249130" y="4393536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9" name="anim_to3385_0_1">
            <a:extLst>
              <a:ext uri="{FF2B5EF4-FFF2-40B4-BE49-F238E27FC236}">
                <a16:creationId xmlns:a16="http://schemas.microsoft.com/office/drawing/2014/main" id="{0293E92C-827A-4560-AAD8-27D7984CEF1E}"/>
              </a:ext>
            </a:extLst>
          </p:cNvPr>
          <p:cNvSpPr>
            <a:spLocks noGrp="1"/>
          </p:cNvSpPr>
          <p:nvPr/>
        </p:nvSpPr>
        <p:spPr>
          <a:xfrm>
            <a:off x="10825432" y="4393536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10" name="anim_to3391_0_1">
            <a:extLst>
              <a:ext uri="{FF2B5EF4-FFF2-40B4-BE49-F238E27FC236}">
                <a16:creationId xmlns:a16="http://schemas.microsoft.com/office/drawing/2014/main" id="{92040F4E-E058-4186-8333-12C30E2579EF}"/>
              </a:ext>
            </a:extLst>
          </p:cNvPr>
          <p:cNvSpPr>
            <a:spLocks noGrp="1"/>
          </p:cNvSpPr>
          <p:nvPr/>
        </p:nvSpPr>
        <p:spPr>
          <a:xfrm>
            <a:off x="9249327" y="1769663"/>
            <a:ext cx="1626904" cy="6018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79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79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79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Output</a:t>
            </a:r>
          </a:p>
        </p:txBody>
      </p:sp>
      <p:sp>
        <p:nvSpPr>
          <p:cNvPr id="111" name="anim_o3279_1">
            <a:extLst>
              <a:ext uri="{FF2B5EF4-FFF2-40B4-BE49-F238E27FC236}">
                <a16:creationId xmlns:a16="http://schemas.microsoft.com/office/drawing/2014/main" id="{735511D6-FC8F-4AFD-B697-C754ECB84ECE}"/>
              </a:ext>
            </a:extLst>
          </p:cNvPr>
          <p:cNvSpPr>
            <a:spLocks noGrp="1"/>
          </p:cNvSpPr>
          <p:nvPr/>
        </p:nvSpPr>
        <p:spPr>
          <a:xfrm>
            <a:off x="5769829" y="2852697"/>
            <a:ext cx="576303" cy="576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2" name="anim_o3284_1">
            <a:extLst>
              <a:ext uri="{FF2B5EF4-FFF2-40B4-BE49-F238E27FC236}">
                <a16:creationId xmlns:a16="http://schemas.microsoft.com/office/drawing/2014/main" id="{CCF36A91-F604-4AF4-9F04-3BE6179FBCE0}"/>
              </a:ext>
            </a:extLst>
          </p:cNvPr>
          <p:cNvSpPr>
            <a:spLocks noGrp="1"/>
          </p:cNvSpPr>
          <p:nvPr/>
        </p:nvSpPr>
        <p:spPr>
          <a:xfrm>
            <a:off x="6346131" y="2852697"/>
            <a:ext cx="576303" cy="576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3" name="anim_o3288_1">
            <a:extLst>
              <a:ext uri="{FF2B5EF4-FFF2-40B4-BE49-F238E27FC236}">
                <a16:creationId xmlns:a16="http://schemas.microsoft.com/office/drawing/2014/main" id="{6B2FAEDE-436E-40E5-A84F-860A818837BB}"/>
              </a:ext>
            </a:extLst>
          </p:cNvPr>
          <p:cNvSpPr>
            <a:spLocks noGrp="1"/>
          </p:cNvSpPr>
          <p:nvPr/>
        </p:nvSpPr>
        <p:spPr>
          <a:xfrm>
            <a:off x="6922434" y="2852697"/>
            <a:ext cx="576303" cy="576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4" name="anim_o3292_1">
            <a:extLst>
              <a:ext uri="{FF2B5EF4-FFF2-40B4-BE49-F238E27FC236}">
                <a16:creationId xmlns:a16="http://schemas.microsoft.com/office/drawing/2014/main" id="{06409CA5-FB34-41AC-9A0B-2FD9AF8C1B78}"/>
              </a:ext>
            </a:extLst>
          </p:cNvPr>
          <p:cNvSpPr>
            <a:spLocks noGrp="1"/>
          </p:cNvSpPr>
          <p:nvPr/>
        </p:nvSpPr>
        <p:spPr>
          <a:xfrm>
            <a:off x="5769829" y="3429000"/>
            <a:ext cx="576303" cy="576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5" name="anim_o3297_1">
            <a:extLst>
              <a:ext uri="{FF2B5EF4-FFF2-40B4-BE49-F238E27FC236}">
                <a16:creationId xmlns:a16="http://schemas.microsoft.com/office/drawing/2014/main" id="{29006D19-2DA0-4942-9184-1597737300FE}"/>
              </a:ext>
            </a:extLst>
          </p:cNvPr>
          <p:cNvSpPr>
            <a:spLocks noGrp="1"/>
          </p:cNvSpPr>
          <p:nvPr/>
        </p:nvSpPr>
        <p:spPr>
          <a:xfrm>
            <a:off x="6346131" y="3429000"/>
            <a:ext cx="576303" cy="576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6" name="anim_o3301_1">
            <a:extLst>
              <a:ext uri="{FF2B5EF4-FFF2-40B4-BE49-F238E27FC236}">
                <a16:creationId xmlns:a16="http://schemas.microsoft.com/office/drawing/2014/main" id="{39BBF72C-EC2D-4D75-A8C8-E4AE5F730711}"/>
              </a:ext>
            </a:extLst>
          </p:cNvPr>
          <p:cNvSpPr>
            <a:spLocks noGrp="1"/>
          </p:cNvSpPr>
          <p:nvPr/>
        </p:nvSpPr>
        <p:spPr>
          <a:xfrm>
            <a:off x="6922434" y="3429000"/>
            <a:ext cx="576303" cy="576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7" name="anim_o3305_1">
            <a:extLst>
              <a:ext uri="{FF2B5EF4-FFF2-40B4-BE49-F238E27FC236}">
                <a16:creationId xmlns:a16="http://schemas.microsoft.com/office/drawing/2014/main" id="{9DBF8CA8-7EBB-4BCC-BFB1-E24D32BF005C}"/>
              </a:ext>
            </a:extLst>
          </p:cNvPr>
          <p:cNvSpPr>
            <a:spLocks noGrp="1"/>
          </p:cNvSpPr>
          <p:nvPr/>
        </p:nvSpPr>
        <p:spPr>
          <a:xfrm>
            <a:off x="5769829" y="4005303"/>
            <a:ext cx="576303" cy="576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8" name="anim_o3310_1">
            <a:extLst>
              <a:ext uri="{FF2B5EF4-FFF2-40B4-BE49-F238E27FC236}">
                <a16:creationId xmlns:a16="http://schemas.microsoft.com/office/drawing/2014/main" id="{1DF3E302-4B92-4467-B71B-EA7A25F8274A}"/>
              </a:ext>
            </a:extLst>
          </p:cNvPr>
          <p:cNvSpPr>
            <a:spLocks noGrp="1"/>
          </p:cNvSpPr>
          <p:nvPr/>
        </p:nvSpPr>
        <p:spPr>
          <a:xfrm>
            <a:off x="6346131" y="4005303"/>
            <a:ext cx="576303" cy="576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9" name="anim_o3314_1">
            <a:extLst>
              <a:ext uri="{FF2B5EF4-FFF2-40B4-BE49-F238E27FC236}">
                <a16:creationId xmlns:a16="http://schemas.microsoft.com/office/drawing/2014/main" id="{8F0E409D-4E4C-471F-BC7B-F112464FE2C6}"/>
              </a:ext>
            </a:extLst>
          </p:cNvPr>
          <p:cNvSpPr>
            <a:spLocks noGrp="1"/>
          </p:cNvSpPr>
          <p:nvPr/>
        </p:nvSpPr>
        <p:spPr>
          <a:xfrm>
            <a:off x="6922434" y="4005303"/>
            <a:ext cx="576303" cy="576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0" name="anim_to3280_0_1">
            <a:extLst>
              <a:ext uri="{FF2B5EF4-FFF2-40B4-BE49-F238E27FC236}">
                <a16:creationId xmlns:a16="http://schemas.microsoft.com/office/drawing/2014/main" id="{6B896511-74EC-4C6A-9144-0BFF12FD9727}"/>
              </a:ext>
            </a:extLst>
          </p:cNvPr>
          <p:cNvSpPr>
            <a:spLocks noGrp="1"/>
          </p:cNvSpPr>
          <p:nvPr/>
        </p:nvSpPr>
        <p:spPr>
          <a:xfrm>
            <a:off x="5882955" y="2952780"/>
            <a:ext cx="369101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21" name="anim_to3285_0_1">
            <a:extLst>
              <a:ext uri="{FF2B5EF4-FFF2-40B4-BE49-F238E27FC236}">
                <a16:creationId xmlns:a16="http://schemas.microsoft.com/office/drawing/2014/main" id="{13C61568-59AB-46C5-B0DD-FCA087FB9F0F}"/>
              </a:ext>
            </a:extLst>
          </p:cNvPr>
          <p:cNvSpPr>
            <a:spLocks noGrp="1"/>
          </p:cNvSpPr>
          <p:nvPr/>
        </p:nvSpPr>
        <p:spPr>
          <a:xfrm>
            <a:off x="6542007" y="2952780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22" name="anim_to3289_0_1">
            <a:extLst>
              <a:ext uri="{FF2B5EF4-FFF2-40B4-BE49-F238E27FC236}">
                <a16:creationId xmlns:a16="http://schemas.microsoft.com/office/drawing/2014/main" id="{064108CF-E7EB-4930-BF9E-0C688650042F}"/>
              </a:ext>
            </a:extLst>
          </p:cNvPr>
          <p:cNvSpPr>
            <a:spLocks noGrp="1"/>
          </p:cNvSpPr>
          <p:nvPr/>
        </p:nvSpPr>
        <p:spPr>
          <a:xfrm>
            <a:off x="7118310" y="2952780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23" name="anim_to3293_0_1">
            <a:extLst>
              <a:ext uri="{FF2B5EF4-FFF2-40B4-BE49-F238E27FC236}">
                <a16:creationId xmlns:a16="http://schemas.microsoft.com/office/drawing/2014/main" id="{E60BD9F9-9FFF-4E45-9795-01BFB437E370}"/>
              </a:ext>
            </a:extLst>
          </p:cNvPr>
          <p:cNvSpPr>
            <a:spLocks noGrp="1"/>
          </p:cNvSpPr>
          <p:nvPr/>
        </p:nvSpPr>
        <p:spPr>
          <a:xfrm>
            <a:off x="5882955" y="3529083"/>
            <a:ext cx="369101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24" name="anim_to3298_0_1">
            <a:extLst>
              <a:ext uri="{FF2B5EF4-FFF2-40B4-BE49-F238E27FC236}">
                <a16:creationId xmlns:a16="http://schemas.microsoft.com/office/drawing/2014/main" id="{AE3D669E-7771-4155-86EC-DF98C87E8628}"/>
              </a:ext>
            </a:extLst>
          </p:cNvPr>
          <p:cNvSpPr>
            <a:spLocks noGrp="1"/>
          </p:cNvSpPr>
          <p:nvPr/>
        </p:nvSpPr>
        <p:spPr>
          <a:xfrm>
            <a:off x="6542007" y="3529083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25" name="anim_to3302_0_1">
            <a:extLst>
              <a:ext uri="{FF2B5EF4-FFF2-40B4-BE49-F238E27FC236}">
                <a16:creationId xmlns:a16="http://schemas.microsoft.com/office/drawing/2014/main" id="{FCB9781A-0514-40C8-ABCF-EF88D4B50332}"/>
              </a:ext>
            </a:extLst>
          </p:cNvPr>
          <p:cNvSpPr>
            <a:spLocks noGrp="1"/>
          </p:cNvSpPr>
          <p:nvPr/>
        </p:nvSpPr>
        <p:spPr>
          <a:xfrm>
            <a:off x="7118310" y="3529083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26" name="anim_to3306_0_1">
            <a:extLst>
              <a:ext uri="{FF2B5EF4-FFF2-40B4-BE49-F238E27FC236}">
                <a16:creationId xmlns:a16="http://schemas.microsoft.com/office/drawing/2014/main" id="{25B4FBCE-9732-43B1-8792-914C56A301DC}"/>
              </a:ext>
            </a:extLst>
          </p:cNvPr>
          <p:cNvSpPr>
            <a:spLocks noGrp="1"/>
          </p:cNvSpPr>
          <p:nvPr/>
        </p:nvSpPr>
        <p:spPr>
          <a:xfrm>
            <a:off x="5882955" y="4105385"/>
            <a:ext cx="369101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27" name="anim_to3311_0_1">
            <a:extLst>
              <a:ext uri="{FF2B5EF4-FFF2-40B4-BE49-F238E27FC236}">
                <a16:creationId xmlns:a16="http://schemas.microsoft.com/office/drawing/2014/main" id="{5EB28F1F-66CD-437C-A4D7-443B9C8DCF59}"/>
              </a:ext>
            </a:extLst>
          </p:cNvPr>
          <p:cNvSpPr>
            <a:spLocks noGrp="1"/>
          </p:cNvSpPr>
          <p:nvPr/>
        </p:nvSpPr>
        <p:spPr>
          <a:xfrm>
            <a:off x="6542007" y="4105385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28" name="anim_to3315_0_1">
            <a:extLst>
              <a:ext uri="{FF2B5EF4-FFF2-40B4-BE49-F238E27FC236}">
                <a16:creationId xmlns:a16="http://schemas.microsoft.com/office/drawing/2014/main" id="{A27CBCC8-2BEC-4694-9973-841C1AB042E3}"/>
              </a:ext>
            </a:extLst>
          </p:cNvPr>
          <p:cNvSpPr>
            <a:spLocks noGrp="1"/>
          </p:cNvSpPr>
          <p:nvPr/>
        </p:nvSpPr>
        <p:spPr>
          <a:xfrm>
            <a:off x="7118310" y="4105385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29" name="anim_o3279_2">
            <a:extLst>
              <a:ext uri="{FF2B5EF4-FFF2-40B4-BE49-F238E27FC236}">
                <a16:creationId xmlns:a16="http://schemas.microsoft.com/office/drawing/2014/main" id="{7BB6A234-F2F4-4A7F-AEF7-BC1547AB10D8}"/>
              </a:ext>
            </a:extLst>
          </p:cNvPr>
          <p:cNvSpPr>
            <a:spLocks noGrp="1"/>
          </p:cNvSpPr>
          <p:nvPr/>
        </p:nvSpPr>
        <p:spPr>
          <a:xfrm>
            <a:off x="5769829" y="2852697"/>
            <a:ext cx="576303" cy="57630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0" name="anim_o3284_2">
            <a:extLst>
              <a:ext uri="{FF2B5EF4-FFF2-40B4-BE49-F238E27FC236}">
                <a16:creationId xmlns:a16="http://schemas.microsoft.com/office/drawing/2014/main" id="{D0C01A88-5D36-4502-905E-EA45A5521540}"/>
              </a:ext>
            </a:extLst>
          </p:cNvPr>
          <p:cNvSpPr>
            <a:spLocks noGrp="1"/>
          </p:cNvSpPr>
          <p:nvPr/>
        </p:nvSpPr>
        <p:spPr>
          <a:xfrm>
            <a:off x="6346131" y="2852697"/>
            <a:ext cx="576303" cy="57630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1" name="anim_o3288_2">
            <a:extLst>
              <a:ext uri="{FF2B5EF4-FFF2-40B4-BE49-F238E27FC236}">
                <a16:creationId xmlns:a16="http://schemas.microsoft.com/office/drawing/2014/main" id="{2B25510F-B44F-46F7-83C7-2DA9EC3C3807}"/>
              </a:ext>
            </a:extLst>
          </p:cNvPr>
          <p:cNvSpPr>
            <a:spLocks noGrp="1"/>
          </p:cNvSpPr>
          <p:nvPr/>
        </p:nvSpPr>
        <p:spPr>
          <a:xfrm>
            <a:off x="6922434" y="2852697"/>
            <a:ext cx="576303" cy="57630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2" name="anim_o3292_2">
            <a:extLst>
              <a:ext uri="{FF2B5EF4-FFF2-40B4-BE49-F238E27FC236}">
                <a16:creationId xmlns:a16="http://schemas.microsoft.com/office/drawing/2014/main" id="{3992F8E6-6161-49E9-BDBB-574F084FF4E5}"/>
              </a:ext>
            </a:extLst>
          </p:cNvPr>
          <p:cNvSpPr>
            <a:spLocks noGrp="1"/>
          </p:cNvSpPr>
          <p:nvPr/>
        </p:nvSpPr>
        <p:spPr>
          <a:xfrm>
            <a:off x="5769829" y="3429000"/>
            <a:ext cx="576303" cy="57630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3" name="anim_o3297_2">
            <a:extLst>
              <a:ext uri="{FF2B5EF4-FFF2-40B4-BE49-F238E27FC236}">
                <a16:creationId xmlns:a16="http://schemas.microsoft.com/office/drawing/2014/main" id="{E441E278-6875-419A-BC28-65D48697B948}"/>
              </a:ext>
            </a:extLst>
          </p:cNvPr>
          <p:cNvSpPr>
            <a:spLocks noGrp="1"/>
          </p:cNvSpPr>
          <p:nvPr/>
        </p:nvSpPr>
        <p:spPr>
          <a:xfrm>
            <a:off x="6346131" y="3429000"/>
            <a:ext cx="576303" cy="57630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4" name="anim_o3301_2">
            <a:extLst>
              <a:ext uri="{FF2B5EF4-FFF2-40B4-BE49-F238E27FC236}">
                <a16:creationId xmlns:a16="http://schemas.microsoft.com/office/drawing/2014/main" id="{E81B86C9-4592-4597-818E-05AB46705CBF}"/>
              </a:ext>
            </a:extLst>
          </p:cNvPr>
          <p:cNvSpPr>
            <a:spLocks noGrp="1"/>
          </p:cNvSpPr>
          <p:nvPr/>
        </p:nvSpPr>
        <p:spPr>
          <a:xfrm>
            <a:off x="6922434" y="3429000"/>
            <a:ext cx="576303" cy="57630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5" name="anim_o3305_2">
            <a:extLst>
              <a:ext uri="{FF2B5EF4-FFF2-40B4-BE49-F238E27FC236}">
                <a16:creationId xmlns:a16="http://schemas.microsoft.com/office/drawing/2014/main" id="{F31314CE-DC84-4395-BC27-FB94E53BB969}"/>
              </a:ext>
            </a:extLst>
          </p:cNvPr>
          <p:cNvSpPr>
            <a:spLocks noGrp="1"/>
          </p:cNvSpPr>
          <p:nvPr/>
        </p:nvSpPr>
        <p:spPr>
          <a:xfrm>
            <a:off x="5769829" y="4005303"/>
            <a:ext cx="576303" cy="57630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6" name="anim_o3310_2">
            <a:extLst>
              <a:ext uri="{FF2B5EF4-FFF2-40B4-BE49-F238E27FC236}">
                <a16:creationId xmlns:a16="http://schemas.microsoft.com/office/drawing/2014/main" id="{39C8DC9E-6E2B-4248-A678-CFAE538A5756}"/>
              </a:ext>
            </a:extLst>
          </p:cNvPr>
          <p:cNvSpPr>
            <a:spLocks noGrp="1"/>
          </p:cNvSpPr>
          <p:nvPr/>
        </p:nvSpPr>
        <p:spPr>
          <a:xfrm>
            <a:off x="6346131" y="4005303"/>
            <a:ext cx="576303" cy="57630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7" name="anim_o3314_2">
            <a:extLst>
              <a:ext uri="{FF2B5EF4-FFF2-40B4-BE49-F238E27FC236}">
                <a16:creationId xmlns:a16="http://schemas.microsoft.com/office/drawing/2014/main" id="{2454B9A3-2A07-452C-91E9-3598A472D7B9}"/>
              </a:ext>
            </a:extLst>
          </p:cNvPr>
          <p:cNvSpPr>
            <a:spLocks noGrp="1"/>
          </p:cNvSpPr>
          <p:nvPr/>
        </p:nvSpPr>
        <p:spPr>
          <a:xfrm>
            <a:off x="6922434" y="4005303"/>
            <a:ext cx="576303" cy="57630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8" name="anim_to3399_0_1">
            <a:extLst>
              <a:ext uri="{FF2B5EF4-FFF2-40B4-BE49-F238E27FC236}">
                <a16:creationId xmlns:a16="http://schemas.microsoft.com/office/drawing/2014/main" id="{6E917FF4-9301-4F4E-B136-A9FD7339F1B4}"/>
              </a:ext>
            </a:extLst>
          </p:cNvPr>
          <p:cNvSpPr>
            <a:spLocks noGrp="1"/>
          </p:cNvSpPr>
          <p:nvPr/>
        </p:nvSpPr>
        <p:spPr>
          <a:xfrm>
            <a:off x="1881832" y="2683436"/>
            <a:ext cx="187050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39" name="anim_to3401_0_1">
            <a:extLst>
              <a:ext uri="{FF2B5EF4-FFF2-40B4-BE49-F238E27FC236}">
                <a16:creationId xmlns:a16="http://schemas.microsoft.com/office/drawing/2014/main" id="{9B2BC660-84A3-4004-BE29-6EB614227020}"/>
              </a:ext>
            </a:extLst>
          </p:cNvPr>
          <p:cNvSpPr>
            <a:spLocks noGrp="1"/>
          </p:cNvSpPr>
          <p:nvPr/>
        </p:nvSpPr>
        <p:spPr>
          <a:xfrm>
            <a:off x="2309184" y="2683436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480</a:t>
            </a:r>
          </a:p>
        </p:txBody>
      </p:sp>
      <p:sp>
        <p:nvSpPr>
          <p:cNvPr id="140" name="anim_to3405_0_1">
            <a:extLst>
              <a:ext uri="{FF2B5EF4-FFF2-40B4-BE49-F238E27FC236}">
                <a16:creationId xmlns:a16="http://schemas.microsoft.com/office/drawing/2014/main" id="{54B20F04-66E6-45A3-9574-759955A70FEE}"/>
              </a:ext>
            </a:extLst>
          </p:cNvPr>
          <p:cNvSpPr>
            <a:spLocks noGrp="1"/>
          </p:cNvSpPr>
          <p:nvPr/>
        </p:nvSpPr>
        <p:spPr>
          <a:xfrm>
            <a:off x="2885486" y="2683436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480</a:t>
            </a:r>
          </a:p>
        </p:txBody>
      </p:sp>
      <p:sp>
        <p:nvSpPr>
          <p:cNvPr id="141" name="anim_to3409_0_1">
            <a:extLst>
              <a:ext uri="{FF2B5EF4-FFF2-40B4-BE49-F238E27FC236}">
                <a16:creationId xmlns:a16="http://schemas.microsoft.com/office/drawing/2014/main" id="{89BC9B8F-ABF7-4CA3-AC82-8F3D38914032}"/>
              </a:ext>
            </a:extLst>
          </p:cNvPr>
          <p:cNvSpPr>
            <a:spLocks noGrp="1"/>
          </p:cNvSpPr>
          <p:nvPr/>
        </p:nvSpPr>
        <p:spPr>
          <a:xfrm>
            <a:off x="3610739" y="2683436"/>
            <a:ext cx="187050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42" name="anim_to3411_0_1">
            <a:extLst>
              <a:ext uri="{FF2B5EF4-FFF2-40B4-BE49-F238E27FC236}">
                <a16:creationId xmlns:a16="http://schemas.microsoft.com/office/drawing/2014/main" id="{645C0497-BA16-44ED-9196-8F85F961232E}"/>
              </a:ext>
            </a:extLst>
          </p:cNvPr>
          <p:cNvSpPr>
            <a:spLocks noGrp="1"/>
          </p:cNvSpPr>
          <p:nvPr/>
        </p:nvSpPr>
        <p:spPr>
          <a:xfrm>
            <a:off x="1881832" y="3259738"/>
            <a:ext cx="187050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43" name="anim_to3413_0_1">
            <a:extLst>
              <a:ext uri="{FF2B5EF4-FFF2-40B4-BE49-F238E27FC236}">
                <a16:creationId xmlns:a16="http://schemas.microsoft.com/office/drawing/2014/main" id="{A93FA1D8-E655-4B9E-A867-F62045D9ABA1}"/>
              </a:ext>
            </a:extLst>
          </p:cNvPr>
          <p:cNvSpPr>
            <a:spLocks noGrp="1"/>
          </p:cNvSpPr>
          <p:nvPr/>
        </p:nvSpPr>
        <p:spPr>
          <a:xfrm>
            <a:off x="2309184" y="3259738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480</a:t>
            </a:r>
          </a:p>
        </p:txBody>
      </p:sp>
      <p:sp>
        <p:nvSpPr>
          <p:cNvPr id="144" name="anim_to3417_0_1">
            <a:extLst>
              <a:ext uri="{FF2B5EF4-FFF2-40B4-BE49-F238E27FC236}">
                <a16:creationId xmlns:a16="http://schemas.microsoft.com/office/drawing/2014/main" id="{0F713172-EF2B-4E52-BF08-64AC34CC253B}"/>
              </a:ext>
            </a:extLst>
          </p:cNvPr>
          <p:cNvSpPr>
            <a:spLocks noGrp="1"/>
          </p:cNvSpPr>
          <p:nvPr/>
        </p:nvSpPr>
        <p:spPr>
          <a:xfrm>
            <a:off x="2885486" y="3259738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480</a:t>
            </a:r>
          </a:p>
        </p:txBody>
      </p:sp>
      <p:sp>
        <p:nvSpPr>
          <p:cNvPr id="145" name="anim_to3421_0_1">
            <a:extLst>
              <a:ext uri="{FF2B5EF4-FFF2-40B4-BE49-F238E27FC236}">
                <a16:creationId xmlns:a16="http://schemas.microsoft.com/office/drawing/2014/main" id="{0012B726-7C50-459B-818C-B7E9BAD67169}"/>
              </a:ext>
            </a:extLst>
          </p:cNvPr>
          <p:cNvSpPr>
            <a:spLocks noGrp="1"/>
          </p:cNvSpPr>
          <p:nvPr/>
        </p:nvSpPr>
        <p:spPr>
          <a:xfrm>
            <a:off x="3610739" y="3259738"/>
            <a:ext cx="187050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46" name="anim_to3423_0_1">
            <a:extLst>
              <a:ext uri="{FF2B5EF4-FFF2-40B4-BE49-F238E27FC236}">
                <a16:creationId xmlns:a16="http://schemas.microsoft.com/office/drawing/2014/main" id="{2DE08D9E-28DE-4407-9528-B03AABB29AB8}"/>
              </a:ext>
            </a:extLst>
          </p:cNvPr>
          <p:cNvSpPr>
            <a:spLocks noGrp="1"/>
          </p:cNvSpPr>
          <p:nvPr/>
        </p:nvSpPr>
        <p:spPr>
          <a:xfrm>
            <a:off x="1881832" y="3836041"/>
            <a:ext cx="187050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47" name="anim_to3425_0_1">
            <a:extLst>
              <a:ext uri="{FF2B5EF4-FFF2-40B4-BE49-F238E27FC236}">
                <a16:creationId xmlns:a16="http://schemas.microsoft.com/office/drawing/2014/main" id="{9CE1B83F-8EC3-4901-AACD-3E4E013FEF3B}"/>
              </a:ext>
            </a:extLst>
          </p:cNvPr>
          <p:cNvSpPr>
            <a:spLocks noGrp="1"/>
          </p:cNvSpPr>
          <p:nvPr/>
        </p:nvSpPr>
        <p:spPr>
          <a:xfrm>
            <a:off x="2309184" y="3836041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480</a:t>
            </a:r>
          </a:p>
        </p:txBody>
      </p:sp>
      <p:sp>
        <p:nvSpPr>
          <p:cNvPr id="148" name="anim_to3429_0_1">
            <a:extLst>
              <a:ext uri="{FF2B5EF4-FFF2-40B4-BE49-F238E27FC236}">
                <a16:creationId xmlns:a16="http://schemas.microsoft.com/office/drawing/2014/main" id="{8B72ECA0-E546-428E-92EF-4A24F18A1B1C}"/>
              </a:ext>
            </a:extLst>
          </p:cNvPr>
          <p:cNvSpPr>
            <a:spLocks noGrp="1"/>
          </p:cNvSpPr>
          <p:nvPr/>
        </p:nvSpPr>
        <p:spPr>
          <a:xfrm>
            <a:off x="2885486" y="3836041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480</a:t>
            </a:r>
          </a:p>
        </p:txBody>
      </p:sp>
      <p:sp>
        <p:nvSpPr>
          <p:cNvPr id="149" name="anim_to3433_0_1">
            <a:extLst>
              <a:ext uri="{FF2B5EF4-FFF2-40B4-BE49-F238E27FC236}">
                <a16:creationId xmlns:a16="http://schemas.microsoft.com/office/drawing/2014/main" id="{0F4851A9-C3F1-454A-9081-85DC4A8DA021}"/>
              </a:ext>
            </a:extLst>
          </p:cNvPr>
          <p:cNvSpPr>
            <a:spLocks noGrp="1"/>
          </p:cNvSpPr>
          <p:nvPr/>
        </p:nvSpPr>
        <p:spPr>
          <a:xfrm>
            <a:off x="3610739" y="3836041"/>
            <a:ext cx="187050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50" name="anim_to3435_0_1">
            <a:extLst>
              <a:ext uri="{FF2B5EF4-FFF2-40B4-BE49-F238E27FC236}">
                <a16:creationId xmlns:a16="http://schemas.microsoft.com/office/drawing/2014/main" id="{F17B8022-9AAB-4C1A-9603-34AA1B12548D}"/>
              </a:ext>
            </a:extLst>
          </p:cNvPr>
          <p:cNvSpPr>
            <a:spLocks noGrp="1"/>
          </p:cNvSpPr>
          <p:nvPr/>
        </p:nvSpPr>
        <p:spPr>
          <a:xfrm>
            <a:off x="1881832" y="4412343"/>
            <a:ext cx="187050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51" name="anim_to3437_0_1">
            <a:extLst>
              <a:ext uri="{FF2B5EF4-FFF2-40B4-BE49-F238E27FC236}">
                <a16:creationId xmlns:a16="http://schemas.microsoft.com/office/drawing/2014/main" id="{A8C269DF-EEF2-4341-8369-491988D4EC53}"/>
              </a:ext>
            </a:extLst>
          </p:cNvPr>
          <p:cNvSpPr>
            <a:spLocks noGrp="1"/>
          </p:cNvSpPr>
          <p:nvPr/>
        </p:nvSpPr>
        <p:spPr>
          <a:xfrm>
            <a:off x="2309184" y="4412343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480</a:t>
            </a:r>
          </a:p>
        </p:txBody>
      </p:sp>
      <p:sp>
        <p:nvSpPr>
          <p:cNvPr id="152" name="anim_to3441_0_1">
            <a:extLst>
              <a:ext uri="{FF2B5EF4-FFF2-40B4-BE49-F238E27FC236}">
                <a16:creationId xmlns:a16="http://schemas.microsoft.com/office/drawing/2014/main" id="{DB3C58B1-AA84-4AC6-BF80-BDC35089F356}"/>
              </a:ext>
            </a:extLst>
          </p:cNvPr>
          <p:cNvSpPr>
            <a:spLocks noGrp="1"/>
          </p:cNvSpPr>
          <p:nvPr/>
        </p:nvSpPr>
        <p:spPr>
          <a:xfrm>
            <a:off x="2885486" y="4412343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480</a:t>
            </a:r>
          </a:p>
        </p:txBody>
      </p:sp>
      <p:sp>
        <p:nvSpPr>
          <p:cNvPr id="153" name="anim_to3445_0_1">
            <a:extLst>
              <a:ext uri="{FF2B5EF4-FFF2-40B4-BE49-F238E27FC236}">
                <a16:creationId xmlns:a16="http://schemas.microsoft.com/office/drawing/2014/main" id="{5E4EFE23-E742-4D75-BC9D-EF0E9695E55A}"/>
              </a:ext>
            </a:extLst>
          </p:cNvPr>
          <p:cNvSpPr>
            <a:spLocks noGrp="1"/>
          </p:cNvSpPr>
          <p:nvPr/>
        </p:nvSpPr>
        <p:spPr>
          <a:xfrm>
            <a:off x="3610739" y="4412343"/>
            <a:ext cx="187050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</p:spTree>
    <p:extLst>
      <p:ext uri="{BB962C8B-B14F-4D97-AF65-F5344CB8AC3E}">
        <p14:creationId xmlns:p14="http://schemas.microsoft.com/office/powerpoint/2010/main" val="7229486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4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4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" dur="4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4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" dur="4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4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" dur="4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4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4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4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" dur="4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4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" dur="4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4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4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4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4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4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900"/>
                            </p:stCondLst>
                            <p:childTnLst>
                              <p:par>
                                <p:cTn id="73" presetID="63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74" dur="3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76" dur="3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78" dur="3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80" dur="3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82" dur="3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84" dur="3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86" dur="3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88" dur="3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90" dur="3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92" dur="3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94" dur="3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96" dur="3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98" dur="3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100" dur="3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102" dur="3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104" dur="3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106" dur="3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108" dur="3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1200"/>
                            </p:stCondLst>
                            <p:childTnLst>
                              <p:par>
                                <p:cTn id="110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" dur="3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3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92435 -0.0 E" pathEditMode="relative" ptsTypes="">
                                      <p:cBhvr>
                                        <p:cTn id="117" dur="3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19" presetID="63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20" dur="3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22" dur="3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24" dur="3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26" dur="3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28" dur="3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30" dur="3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32" dur="3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34" dur="3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36" dur="3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38" dur="3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40" dur="3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42" dur="3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44" dur="3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46" dur="3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48" dur="3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50" dur="3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52" dur="3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54" dur="3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5" fill="hold">
                            <p:stCondLst>
                              <p:cond delay="1800"/>
                            </p:stCondLst>
                            <p:childTnLst>
                              <p:par>
                                <p:cTn id="156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7" dur="3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3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92435 -0.0 E" pathEditMode="relative" ptsTypes="">
                                      <p:cBhvr>
                                        <p:cTn id="163" dur="3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2100"/>
                            </p:stCondLst>
                            <p:childTnLst>
                              <p:par>
                                <p:cTn id="165" presetID="63" presetClass="path" presetSubtype="0" accel="50000" decel="5000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166" dur="3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7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168" dur="3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9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170" dur="3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1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172" dur="3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3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174" dur="3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5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176" dur="3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7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178" dur="3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9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180" dur="3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1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182" dur="3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184" dur="3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186" dur="3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188" dur="3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190" dur="3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192" dur="3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194" dur="3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196" dur="3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198" dur="3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200" dur="3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1" fill="hold">
                            <p:stCondLst>
                              <p:cond delay="2400"/>
                            </p:stCondLst>
                            <p:childTnLst>
                              <p:par>
                                <p:cTn id="202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3" dur="3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" dur="3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92435 -0.0 E" pathEditMode="relative" ptsTypes="">
                                      <p:cBhvr>
                                        <p:cTn id="209" dur="3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2700"/>
                            </p:stCondLst>
                            <p:childTnLst>
                              <p:par>
                                <p:cTn id="211" presetID="63" presetClass="path" presetSubtype="0" accel="50000" decel="50000" fill="hold" grpId="4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12" dur="3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3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14" dur="3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5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16" dur="3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7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18" dur="3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9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20" dur="3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1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22" dur="3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3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24" dur="3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5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26" dur="3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7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28" dur="3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9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30" dur="3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1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32" dur="3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3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34" dur="3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5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36" dur="3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7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38" dur="3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9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40" dur="3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1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42" dur="3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3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44" dur="3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5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46" dur="3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7" fill="hold">
                            <p:stCondLst>
                              <p:cond delay="3000"/>
                            </p:stCondLst>
                            <p:childTnLst>
                              <p:par>
                                <p:cTn id="248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9" dur="3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3" dur="3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92435 -0.0 E" pathEditMode="relative" ptsTypes="">
                                      <p:cBhvr>
                                        <p:cTn id="255" dur="3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6" fill="hold">
                            <p:stCondLst>
                              <p:cond delay="3300"/>
                            </p:stCondLst>
                            <p:childTnLst>
                              <p:par>
                                <p:cTn id="257" presetID="63" presetClass="path" presetSubtype="0" accel="50000" decel="50000" fill="hold" grpId="5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58" dur="3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9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60" dur="3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1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62" dur="3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3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64" dur="3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5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66" dur="3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7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68" dur="3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9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70" dur="3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1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72" dur="3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3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74" dur="3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5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76" dur="3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7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78" dur="3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9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80" dur="3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1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82" dur="3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3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84" dur="3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5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86" dur="3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7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88" dur="3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9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90" dur="3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1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92" dur="3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3" fill="hold">
                            <p:stCondLst>
                              <p:cond delay="3600"/>
                            </p:stCondLst>
                            <p:childTnLst>
                              <p:par>
                                <p:cTn id="294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5" dur="3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9" dur="3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92435 0.0 E" pathEditMode="relative" ptsTypes="">
                                      <p:cBhvr>
                                        <p:cTn id="301" dur="3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2" fill="hold">
                            <p:stCondLst>
                              <p:cond delay="3900"/>
                            </p:stCondLst>
                            <p:childTnLst>
                              <p:par>
                                <p:cTn id="303" presetID="63" presetClass="path" presetSubtype="0" accel="50000" decel="50000" fill="hold" grpId="6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04" dur="3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5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06" dur="3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7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08" dur="3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9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10" dur="3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1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12" dur="3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3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14" dur="3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5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16" dur="3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7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18" dur="3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9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20" dur="3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1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22" dur="3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3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24" dur="3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5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26" dur="3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7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28" dur="3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9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30" dur="3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1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32" dur="3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3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34" dur="3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5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36" dur="3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7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38" dur="3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9" fill="hold">
                            <p:stCondLst>
                              <p:cond delay="4200"/>
                            </p:stCondLst>
                            <p:childTnLst>
                              <p:par>
                                <p:cTn id="340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1" dur="3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5" dur="3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92435 0.0 E" pathEditMode="relative" ptsTypes="">
                                      <p:cBhvr>
                                        <p:cTn id="347" dur="3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8" fill="hold">
                            <p:stCondLst>
                              <p:cond delay="4500"/>
                            </p:stCondLst>
                            <p:childTnLst>
                              <p:par>
                                <p:cTn id="349" presetID="63" presetClass="path" presetSubtype="0" accel="50000" decel="50000" fill="hold" grpId="7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50" dur="3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1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52" dur="3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3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54" dur="3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5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56" dur="3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7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58" dur="3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9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60" dur="3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1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62" dur="3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3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64" dur="3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5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66" dur="3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7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68" dur="3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9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70" dur="3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1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72" dur="3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3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74" dur="3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5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76" dur="3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7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78" dur="3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9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80" dur="3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1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82" dur="3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3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84" dur="3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5" fill="hold">
                            <p:stCondLst>
                              <p:cond delay="4800"/>
                            </p:stCondLst>
                            <p:childTnLst>
                              <p:par>
                                <p:cTn id="386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7" dur="3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1" dur="3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92435 0.0 E" pathEditMode="relative" ptsTypes="">
                                      <p:cBhvr>
                                        <p:cTn id="393" dur="3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4" fill="hold">
                            <p:stCondLst>
                              <p:cond delay="5100"/>
                            </p:stCondLst>
                            <p:childTnLst>
                              <p:par>
                                <p:cTn id="395" presetID="63" presetClass="path" presetSubtype="0" accel="50000" decel="50000" fill="hold" grpId="8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396" dur="3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7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398" dur="3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9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400" dur="3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1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402" dur="3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3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404" dur="3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5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406" dur="3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7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408" dur="3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9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410" dur="3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1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412" dur="3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3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414" dur="3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5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416" dur="3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7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418" dur="3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9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420" dur="3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1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422" dur="3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3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424" dur="3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5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426" dur="3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7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428" dur="3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9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430" dur="3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1" fill="hold">
                            <p:stCondLst>
                              <p:cond delay="5400"/>
                            </p:stCondLst>
                            <p:childTnLst>
                              <p:par>
                                <p:cTn id="432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3" dur="3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7" dur="3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92435 0.0 E" pathEditMode="relative" ptsTypes="">
                                      <p:cBhvr>
                                        <p:cTn id="439" dur="3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0" fill="hold">
                            <p:stCondLst>
                              <p:cond delay="5700"/>
                            </p:stCondLst>
                            <p:childTnLst>
                              <p:par>
                                <p:cTn id="441" presetID="63" presetClass="path" presetSubtype="0" accel="50000" decel="50000" fill="hold" grpId="9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42" dur="3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3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44" dur="3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5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46" dur="3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7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48" dur="3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9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50" dur="3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1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52" dur="3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3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54" dur="3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5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56" dur="3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7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58" dur="3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9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60" dur="3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1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62" dur="3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3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64" dur="3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5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66" dur="3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7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68" dur="3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9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70" dur="3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1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72" dur="3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3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74" dur="3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5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76" dur="3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7" fill="hold">
                            <p:stCondLst>
                              <p:cond delay="6000"/>
                            </p:stCondLst>
                            <p:childTnLst>
                              <p:par>
                                <p:cTn id="478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9" dur="3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3" dur="3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92435 0 E" pathEditMode="relative" ptsTypes="">
                                      <p:cBhvr>
                                        <p:cTn id="485" dur="3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6" fill="hold">
                            <p:stCondLst>
                              <p:cond delay="6300"/>
                            </p:stCondLst>
                            <p:childTnLst>
                              <p:par>
                                <p:cTn id="487" presetID="63" presetClass="path" presetSubtype="0" accel="50000" decel="50000" fill="hold" grpId="1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488" dur="3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9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490" dur="3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1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492" dur="3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3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494" dur="3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5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496" dur="3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7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498" dur="3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9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500" dur="3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1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502" dur="3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3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504" dur="3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5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506" dur="3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7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508" dur="3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9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510" dur="3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1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512" dur="3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3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514" dur="3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5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516" dur="3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7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518" dur="3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9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520" dur="3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1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522" dur="3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3" fill="hold">
                            <p:stCondLst>
                              <p:cond delay="6600"/>
                            </p:stCondLst>
                            <p:childTnLst>
                              <p:par>
                                <p:cTn id="524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5" dur="3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6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9" dur="3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92435 0 E" pathEditMode="relative" ptsTypes="">
                                      <p:cBhvr>
                                        <p:cTn id="531" dur="3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2" fill="hold">
                            <p:stCondLst>
                              <p:cond delay="6900"/>
                            </p:stCondLst>
                            <p:childTnLst>
                              <p:par>
                                <p:cTn id="533" presetID="63" presetClass="path" presetSubtype="0" accel="50000" decel="50000" fill="hold" grpId="1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34" dur="3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5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36" dur="3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7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38" dur="3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9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40" dur="3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1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42" dur="3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3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44" dur="3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5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46" dur="3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7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48" dur="3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9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50" dur="3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1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52" dur="3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3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54" dur="3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5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56" dur="3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7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58" dur="3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9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60" dur="3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1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62" dur="3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3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64" dur="3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5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66" dur="3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7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68" dur="3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9" fill="hold">
                            <p:stCondLst>
                              <p:cond delay="7200"/>
                            </p:stCondLst>
                            <p:childTnLst>
                              <p:par>
                                <p:cTn id="570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1" dur="3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5" dur="3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92435 0 E" pathEditMode="relative" ptsTypes="">
                                      <p:cBhvr>
                                        <p:cTn id="577" dur="3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8" fill="hold">
                            <p:stCondLst>
                              <p:cond delay="7500"/>
                            </p:stCondLst>
                            <p:childTnLst>
                              <p:par>
                                <p:cTn id="579" presetID="63" presetClass="path" presetSubtype="0" accel="50000" decel="50000" fill="hold" grpId="1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580" dur="3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1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582" dur="3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3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584" dur="3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5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586" dur="3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7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588" dur="3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9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590" dur="3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1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592" dur="3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3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594" dur="3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5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596" dur="3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7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598" dur="3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9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600" dur="3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1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602" dur="3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3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604" dur="3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5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606" dur="3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7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608" dur="3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9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610" dur="3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1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612" dur="3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3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614" dur="3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5" fill="hold">
                            <p:stCondLst>
                              <p:cond delay="7800"/>
                            </p:stCondLst>
                            <p:childTnLst>
                              <p:par>
                                <p:cTn id="616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7" dur="3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8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1" dur="3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92435 0 E" pathEditMode="relative" ptsTypes="">
                                      <p:cBhvr>
                                        <p:cTn id="623" dur="3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4" fill="hold">
                            <p:stCondLst>
                              <p:cond delay="8100"/>
                            </p:stCondLst>
                            <p:childTnLst>
                              <p:par>
                                <p:cTn id="625" presetID="63" presetClass="path" presetSubtype="0" accel="50000" decel="50000" fill="hold" grpId="1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26" dur="3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7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28" dur="3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9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30" dur="3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1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32" dur="3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3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34" dur="3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5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36" dur="3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7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38" dur="3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9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40" dur="3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1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42" dur="3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3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44" dur="3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5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46" dur="3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7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48" dur="3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9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50" dur="3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1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52" dur="3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3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54" dur="3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5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56" dur="3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7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58" dur="3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9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60" dur="3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1" fill="hold">
                            <p:stCondLst>
                              <p:cond delay="8400"/>
                            </p:stCondLst>
                            <p:childTnLst>
                              <p:par>
                                <p:cTn id="662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3" dur="3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7" dur="3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92435 0.0 E" pathEditMode="relative" ptsTypes="">
                                      <p:cBhvr>
                                        <p:cTn id="669" dur="3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0" fill="hold">
                            <p:stCondLst>
                              <p:cond delay="8700"/>
                            </p:stCondLst>
                            <p:childTnLst>
                              <p:par>
                                <p:cTn id="671" presetID="63" presetClass="path" presetSubtype="0" accel="50000" decel="50000" fill="hold" grpId="14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672" dur="3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3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674" dur="3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5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676" dur="3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7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678" dur="3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9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680" dur="3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1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682" dur="3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3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684" dur="3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5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686" dur="3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7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688" dur="3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9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690" dur="3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1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692" dur="3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3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694" dur="3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5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696" dur="3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7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698" dur="3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9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700" dur="3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1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702" dur="3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3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704" dur="3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5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706" dur="3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7" fill="hold">
                            <p:stCondLst>
                              <p:cond delay="9000"/>
                            </p:stCondLst>
                            <p:childTnLst>
                              <p:par>
                                <p:cTn id="708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9" dur="3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0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3" dur="3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92435 0.0 E" pathEditMode="relative" ptsTypes="">
                                      <p:cBhvr>
                                        <p:cTn id="715" dur="3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6" fill="hold">
                            <p:stCondLst>
                              <p:cond delay="9300"/>
                            </p:stCondLst>
                            <p:childTnLst>
                              <p:par>
                                <p:cTn id="717" presetID="63" presetClass="path" presetSubtype="0" accel="50000" decel="50000" fill="hold" grpId="15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18" dur="3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9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20" dur="3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1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22" dur="3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3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24" dur="3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5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26" dur="3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7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28" dur="3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9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30" dur="3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1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32" dur="3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3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34" dur="3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5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36" dur="3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7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38" dur="3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9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40" dur="3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1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42" dur="3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3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44" dur="3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5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46" dur="3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7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48" dur="3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9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50" dur="3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1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52" dur="3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3" fill="hold">
                            <p:stCondLst>
                              <p:cond delay="9600"/>
                            </p:stCondLst>
                            <p:childTnLst>
                              <p:par>
                                <p:cTn id="754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5" dur="3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9" dur="3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92435 0.0 E" pathEditMode="relative" ptsTypes="">
                                      <p:cBhvr>
                                        <p:cTn id="761" dur="3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2" fill="hold">
                            <p:stCondLst>
                              <p:cond delay="9900"/>
                            </p:stCondLst>
                            <p:childTnLst>
                              <p:par>
                                <p:cTn id="763" presetID="63" presetClass="path" presetSubtype="0" accel="50000" decel="50000" fill="hold" grpId="16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64" dur="3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5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66" dur="3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7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68" dur="3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9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70" dur="3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1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72" dur="3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3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74" dur="3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5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76" dur="3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7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78" dur="3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9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80" dur="3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1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82" dur="3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3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84" dur="3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5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86" dur="3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7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88" dur="3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9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90" dur="3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1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92" dur="3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3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94" dur="3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5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96" dur="3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7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98" dur="3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9" fill="hold">
                            <p:stCondLst>
                              <p:cond delay="10200"/>
                            </p:stCondLst>
                            <p:childTnLst>
                              <p:par>
                                <p:cTn id="800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1" dur="3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2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5" dur="3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92435 0.0 E" pathEditMode="relative" ptsTypes="">
                                      <p:cBhvr>
                                        <p:cTn id="807" dur="3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  <p:bldP spid="109" grpId="0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/>
      <p:bldP spid="120" grpId="1"/>
      <p:bldP spid="120" grpId="2"/>
      <p:bldP spid="120" grpId="3"/>
      <p:bldP spid="120" grpId="4"/>
      <p:bldP spid="120" grpId="5"/>
      <p:bldP spid="120" grpId="6"/>
      <p:bldP spid="120" grpId="7"/>
      <p:bldP spid="120" grpId="8"/>
      <p:bldP spid="120" grpId="9"/>
      <p:bldP spid="120" grpId="10"/>
      <p:bldP spid="120" grpId="11"/>
      <p:bldP spid="120" grpId="12"/>
      <p:bldP spid="120" grpId="13"/>
      <p:bldP spid="120" grpId="14"/>
      <p:bldP spid="120" grpId="15"/>
      <p:bldP spid="121" grpId="0"/>
      <p:bldP spid="121" grpId="1"/>
      <p:bldP spid="121" grpId="2"/>
      <p:bldP spid="121" grpId="3"/>
      <p:bldP spid="121" grpId="4"/>
      <p:bldP spid="121" grpId="5"/>
      <p:bldP spid="121" grpId="6"/>
      <p:bldP spid="121" grpId="7"/>
      <p:bldP spid="121" grpId="8"/>
      <p:bldP spid="121" grpId="9"/>
      <p:bldP spid="121" grpId="10"/>
      <p:bldP spid="121" grpId="11"/>
      <p:bldP spid="121" grpId="12"/>
      <p:bldP spid="121" grpId="13"/>
      <p:bldP spid="121" grpId="14"/>
      <p:bldP spid="121" grpId="15"/>
      <p:bldP spid="122" grpId="0"/>
      <p:bldP spid="122" grpId="1"/>
      <p:bldP spid="122" grpId="2"/>
      <p:bldP spid="122" grpId="3"/>
      <p:bldP spid="122" grpId="4"/>
      <p:bldP spid="122" grpId="5"/>
      <p:bldP spid="122" grpId="6"/>
      <p:bldP spid="122" grpId="7"/>
      <p:bldP spid="122" grpId="8"/>
      <p:bldP spid="122" grpId="9"/>
      <p:bldP spid="122" grpId="10"/>
      <p:bldP spid="122" grpId="11"/>
      <p:bldP spid="122" grpId="12"/>
      <p:bldP spid="122" grpId="13"/>
      <p:bldP spid="122" grpId="14"/>
      <p:bldP spid="122" grpId="15"/>
      <p:bldP spid="123" grpId="0"/>
      <p:bldP spid="123" grpId="1"/>
      <p:bldP spid="123" grpId="2"/>
      <p:bldP spid="123" grpId="3"/>
      <p:bldP spid="123" grpId="4"/>
      <p:bldP spid="123" grpId="5"/>
      <p:bldP spid="123" grpId="6"/>
      <p:bldP spid="123" grpId="7"/>
      <p:bldP spid="123" grpId="8"/>
      <p:bldP spid="123" grpId="9"/>
      <p:bldP spid="123" grpId="10"/>
      <p:bldP spid="123" grpId="11"/>
      <p:bldP spid="123" grpId="12"/>
      <p:bldP spid="123" grpId="13"/>
      <p:bldP spid="123" grpId="14"/>
      <p:bldP spid="123" grpId="15"/>
      <p:bldP spid="124" grpId="0"/>
      <p:bldP spid="124" grpId="1"/>
      <p:bldP spid="124" grpId="2"/>
      <p:bldP spid="124" grpId="3"/>
      <p:bldP spid="124" grpId="4"/>
      <p:bldP spid="124" grpId="5"/>
      <p:bldP spid="124" grpId="6"/>
      <p:bldP spid="124" grpId="7"/>
      <p:bldP spid="124" grpId="8"/>
      <p:bldP spid="124" grpId="9"/>
      <p:bldP spid="124" grpId="10"/>
      <p:bldP spid="124" grpId="11"/>
      <p:bldP spid="124" grpId="12"/>
      <p:bldP spid="124" grpId="13"/>
      <p:bldP spid="124" grpId="14"/>
      <p:bldP spid="124" grpId="15"/>
      <p:bldP spid="125" grpId="0"/>
      <p:bldP spid="125" grpId="1"/>
      <p:bldP spid="125" grpId="2"/>
      <p:bldP spid="125" grpId="3"/>
      <p:bldP spid="125" grpId="4"/>
      <p:bldP spid="125" grpId="5"/>
      <p:bldP spid="125" grpId="6"/>
      <p:bldP spid="125" grpId="7"/>
      <p:bldP spid="125" grpId="8"/>
      <p:bldP spid="125" grpId="9"/>
      <p:bldP spid="125" grpId="10"/>
      <p:bldP spid="125" grpId="11"/>
      <p:bldP spid="125" grpId="12"/>
      <p:bldP spid="125" grpId="13"/>
      <p:bldP spid="125" grpId="14"/>
      <p:bldP spid="125" grpId="15"/>
      <p:bldP spid="126" grpId="0"/>
      <p:bldP spid="126" grpId="1"/>
      <p:bldP spid="126" grpId="2"/>
      <p:bldP spid="126" grpId="3"/>
      <p:bldP spid="126" grpId="4"/>
      <p:bldP spid="126" grpId="5"/>
      <p:bldP spid="126" grpId="6"/>
      <p:bldP spid="126" grpId="7"/>
      <p:bldP spid="126" grpId="8"/>
      <p:bldP spid="126" grpId="9"/>
      <p:bldP spid="126" grpId="10"/>
      <p:bldP spid="126" grpId="11"/>
      <p:bldP spid="126" grpId="12"/>
      <p:bldP spid="126" grpId="13"/>
      <p:bldP spid="126" grpId="14"/>
      <p:bldP spid="126" grpId="15"/>
      <p:bldP spid="127" grpId="0"/>
      <p:bldP spid="127" grpId="1"/>
      <p:bldP spid="127" grpId="2"/>
      <p:bldP spid="127" grpId="3"/>
      <p:bldP spid="127" grpId="4"/>
      <p:bldP spid="127" grpId="5"/>
      <p:bldP spid="127" grpId="6"/>
      <p:bldP spid="127" grpId="7"/>
      <p:bldP spid="127" grpId="8"/>
      <p:bldP spid="127" grpId="9"/>
      <p:bldP spid="127" grpId="10"/>
      <p:bldP spid="127" grpId="11"/>
      <p:bldP spid="127" grpId="12"/>
      <p:bldP spid="127" grpId="13"/>
      <p:bldP spid="127" grpId="14"/>
      <p:bldP spid="127" grpId="15"/>
      <p:bldP spid="128" grpId="0"/>
      <p:bldP spid="128" grpId="1"/>
      <p:bldP spid="128" grpId="2"/>
      <p:bldP spid="128" grpId="3"/>
      <p:bldP spid="128" grpId="4"/>
      <p:bldP spid="128" grpId="5"/>
      <p:bldP spid="128" grpId="6"/>
      <p:bldP spid="128" grpId="7"/>
      <p:bldP spid="128" grpId="8"/>
      <p:bldP spid="128" grpId="9"/>
      <p:bldP spid="128" grpId="10"/>
      <p:bldP spid="128" grpId="11"/>
      <p:bldP spid="128" grpId="12"/>
      <p:bldP spid="128" grpId="13"/>
      <p:bldP spid="128" grpId="14"/>
      <p:bldP spid="128" grpId="15"/>
      <p:bldP spid="129" grpId="0" animBg="1"/>
      <p:bldP spid="129" grpId="1" animBg="1"/>
      <p:bldP spid="129" grpId="2" animBg="1"/>
      <p:bldP spid="129" grpId="3" animBg="1"/>
      <p:bldP spid="129" grpId="4" animBg="1"/>
      <p:bldP spid="129" grpId="5" animBg="1"/>
      <p:bldP spid="129" grpId="6" animBg="1"/>
      <p:bldP spid="129" grpId="7" animBg="1"/>
      <p:bldP spid="129" grpId="8" animBg="1"/>
      <p:bldP spid="129" grpId="9" animBg="1"/>
      <p:bldP spid="129" grpId="10" animBg="1"/>
      <p:bldP spid="129" grpId="11" animBg="1"/>
      <p:bldP spid="129" grpId="12" animBg="1"/>
      <p:bldP spid="129" grpId="13" animBg="1"/>
      <p:bldP spid="129" grpId="14" animBg="1"/>
      <p:bldP spid="129" grpId="15" animBg="1"/>
      <p:bldP spid="129" grpId="16" animBg="1"/>
      <p:bldP spid="130" grpId="0" animBg="1"/>
      <p:bldP spid="130" grpId="1" animBg="1"/>
      <p:bldP spid="130" grpId="2" animBg="1"/>
      <p:bldP spid="130" grpId="3" animBg="1"/>
      <p:bldP spid="130" grpId="4" animBg="1"/>
      <p:bldP spid="130" grpId="5" animBg="1"/>
      <p:bldP spid="130" grpId="6" animBg="1"/>
      <p:bldP spid="130" grpId="7" animBg="1"/>
      <p:bldP spid="130" grpId="8" animBg="1"/>
      <p:bldP spid="130" grpId="9" animBg="1"/>
      <p:bldP spid="130" grpId="10" animBg="1"/>
      <p:bldP spid="130" grpId="11" animBg="1"/>
      <p:bldP spid="130" grpId="12" animBg="1"/>
      <p:bldP spid="130" grpId="13" animBg="1"/>
      <p:bldP spid="130" grpId="14" animBg="1"/>
      <p:bldP spid="130" grpId="15" animBg="1"/>
      <p:bldP spid="130" grpId="16" animBg="1"/>
      <p:bldP spid="131" grpId="0" animBg="1"/>
      <p:bldP spid="131" grpId="1" animBg="1"/>
      <p:bldP spid="131" grpId="2" animBg="1"/>
      <p:bldP spid="131" grpId="3" animBg="1"/>
      <p:bldP spid="131" grpId="4" animBg="1"/>
      <p:bldP spid="131" grpId="5" animBg="1"/>
      <p:bldP spid="131" grpId="6" animBg="1"/>
      <p:bldP spid="131" grpId="7" animBg="1"/>
      <p:bldP spid="131" grpId="8" animBg="1"/>
      <p:bldP spid="131" grpId="9" animBg="1"/>
      <p:bldP spid="131" grpId="10" animBg="1"/>
      <p:bldP spid="131" grpId="11" animBg="1"/>
      <p:bldP spid="131" grpId="12" animBg="1"/>
      <p:bldP spid="131" grpId="13" animBg="1"/>
      <p:bldP spid="131" grpId="14" animBg="1"/>
      <p:bldP spid="131" grpId="15" animBg="1"/>
      <p:bldP spid="131" grpId="16" animBg="1"/>
      <p:bldP spid="132" grpId="0" animBg="1"/>
      <p:bldP spid="132" grpId="1" animBg="1"/>
      <p:bldP spid="132" grpId="2" animBg="1"/>
      <p:bldP spid="132" grpId="3" animBg="1"/>
      <p:bldP spid="132" grpId="4" animBg="1"/>
      <p:bldP spid="132" grpId="5" animBg="1"/>
      <p:bldP spid="132" grpId="6" animBg="1"/>
      <p:bldP spid="132" grpId="7" animBg="1"/>
      <p:bldP spid="132" grpId="8" animBg="1"/>
      <p:bldP spid="132" grpId="9" animBg="1"/>
      <p:bldP spid="132" grpId="10" animBg="1"/>
      <p:bldP spid="132" grpId="11" animBg="1"/>
      <p:bldP spid="132" grpId="12" animBg="1"/>
      <p:bldP spid="132" grpId="13" animBg="1"/>
      <p:bldP spid="132" grpId="14" animBg="1"/>
      <p:bldP spid="132" grpId="15" animBg="1"/>
      <p:bldP spid="132" grpId="16" animBg="1"/>
      <p:bldP spid="133" grpId="0" animBg="1"/>
      <p:bldP spid="133" grpId="1" animBg="1"/>
      <p:bldP spid="133" grpId="2" animBg="1"/>
      <p:bldP spid="133" grpId="3" animBg="1"/>
      <p:bldP spid="133" grpId="4" animBg="1"/>
      <p:bldP spid="133" grpId="5" animBg="1"/>
      <p:bldP spid="133" grpId="6" animBg="1"/>
      <p:bldP spid="133" grpId="7" animBg="1"/>
      <p:bldP spid="133" grpId="8" animBg="1"/>
      <p:bldP spid="133" grpId="9" animBg="1"/>
      <p:bldP spid="133" grpId="10" animBg="1"/>
      <p:bldP spid="133" grpId="11" animBg="1"/>
      <p:bldP spid="133" grpId="12" animBg="1"/>
      <p:bldP spid="133" grpId="13" animBg="1"/>
      <p:bldP spid="133" grpId="14" animBg="1"/>
      <p:bldP spid="133" grpId="15" animBg="1"/>
      <p:bldP spid="133" grpId="16" animBg="1"/>
      <p:bldP spid="134" grpId="0" animBg="1"/>
      <p:bldP spid="134" grpId="1" animBg="1"/>
      <p:bldP spid="134" grpId="2" animBg="1"/>
      <p:bldP spid="134" grpId="3" animBg="1"/>
      <p:bldP spid="134" grpId="4" animBg="1"/>
      <p:bldP spid="134" grpId="5" animBg="1"/>
      <p:bldP spid="134" grpId="6" animBg="1"/>
      <p:bldP spid="134" grpId="7" animBg="1"/>
      <p:bldP spid="134" grpId="8" animBg="1"/>
      <p:bldP spid="134" grpId="9" animBg="1"/>
      <p:bldP spid="134" grpId="10" animBg="1"/>
      <p:bldP spid="134" grpId="11" animBg="1"/>
      <p:bldP spid="134" grpId="12" animBg="1"/>
      <p:bldP spid="134" grpId="13" animBg="1"/>
      <p:bldP spid="134" grpId="14" animBg="1"/>
      <p:bldP spid="134" grpId="15" animBg="1"/>
      <p:bldP spid="134" grpId="16" animBg="1"/>
      <p:bldP spid="135" grpId="0" animBg="1"/>
      <p:bldP spid="135" grpId="1" animBg="1"/>
      <p:bldP spid="135" grpId="2" animBg="1"/>
      <p:bldP spid="135" grpId="3" animBg="1"/>
      <p:bldP spid="135" grpId="4" animBg="1"/>
      <p:bldP spid="135" grpId="5" animBg="1"/>
      <p:bldP spid="135" grpId="6" animBg="1"/>
      <p:bldP spid="135" grpId="7" animBg="1"/>
      <p:bldP spid="135" grpId="8" animBg="1"/>
      <p:bldP spid="135" grpId="9" animBg="1"/>
      <p:bldP spid="135" grpId="10" animBg="1"/>
      <p:bldP spid="135" grpId="11" animBg="1"/>
      <p:bldP spid="135" grpId="12" animBg="1"/>
      <p:bldP spid="135" grpId="13" animBg="1"/>
      <p:bldP spid="135" grpId="14" animBg="1"/>
      <p:bldP spid="135" grpId="15" animBg="1"/>
      <p:bldP spid="135" grpId="16" animBg="1"/>
      <p:bldP spid="136" grpId="0" animBg="1"/>
      <p:bldP spid="136" grpId="1" animBg="1"/>
      <p:bldP spid="136" grpId="2" animBg="1"/>
      <p:bldP spid="136" grpId="3" animBg="1"/>
      <p:bldP spid="136" grpId="4" animBg="1"/>
      <p:bldP spid="136" grpId="5" animBg="1"/>
      <p:bldP spid="136" grpId="6" animBg="1"/>
      <p:bldP spid="136" grpId="7" animBg="1"/>
      <p:bldP spid="136" grpId="8" animBg="1"/>
      <p:bldP spid="136" grpId="9" animBg="1"/>
      <p:bldP spid="136" grpId="10" animBg="1"/>
      <p:bldP spid="136" grpId="11" animBg="1"/>
      <p:bldP spid="136" grpId="12" animBg="1"/>
      <p:bldP spid="136" grpId="13" animBg="1"/>
      <p:bldP spid="136" grpId="14" animBg="1"/>
      <p:bldP spid="136" grpId="15" animBg="1"/>
      <p:bldP spid="136" grpId="16" animBg="1"/>
      <p:bldP spid="137" grpId="0" animBg="1"/>
      <p:bldP spid="137" grpId="1" animBg="1"/>
      <p:bldP spid="137" grpId="2" animBg="1"/>
      <p:bldP spid="137" grpId="3" animBg="1"/>
      <p:bldP spid="137" grpId="4" animBg="1"/>
      <p:bldP spid="137" grpId="5" animBg="1"/>
      <p:bldP spid="137" grpId="6" animBg="1"/>
      <p:bldP spid="137" grpId="7" animBg="1"/>
      <p:bldP spid="137" grpId="8" animBg="1"/>
      <p:bldP spid="137" grpId="9" animBg="1"/>
      <p:bldP spid="137" grpId="10" animBg="1"/>
      <p:bldP spid="137" grpId="11" animBg="1"/>
      <p:bldP spid="137" grpId="12" animBg="1"/>
      <p:bldP spid="137" grpId="13" animBg="1"/>
      <p:bldP spid="137" grpId="14" animBg="1"/>
      <p:bldP spid="137" grpId="15" animBg="1"/>
      <p:bldP spid="137" grpId="16" animBg="1"/>
      <p:bldP spid="138" grpId="0"/>
      <p:bldP spid="138" grpId="1"/>
      <p:bldP spid="139" grpId="0"/>
      <p:bldP spid="139" grpId="1"/>
      <p:bldP spid="140" grpId="0"/>
      <p:bldP spid="140" grpId="1"/>
      <p:bldP spid="141" grpId="0"/>
      <p:bldP spid="141" grpId="1"/>
      <p:bldP spid="142" grpId="0"/>
      <p:bldP spid="142" grpId="1"/>
      <p:bldP spid="143" grpId="0"/>
      <p:bldP spid="143" grpId="1"/>
      <p:bldP spid="144" grpId="0"/>
      <p:bldP spid="144" grpId="1"/>
      <p:bldP spid="145" grpId="0"/>
      <p:bldP spid="145" grpId="1"/>
      <p:bldP spid="146" grpId="0"/>
      <p:bldP spid="146" grpId="1"/>
      <p:bldP spid="147" grpId="0"/>
      <p:bldP spid="147" grpId="1"/>
      <p:bldP spid="148" grpId="0"/>
      <p:bldP spid="148" grpId="1"/>
      <p:bldP spid="149" grpId="0"/>
      <p:bldP spid="149" grpId="1"/>
      <p:bldP spid="150" grpId="0"/>
      <p:bldP spid="150" grpId="1"/>
      <p:bldP spid="151" grpId="0"/>
      <p:bldP spid="151" grpId="1"/>
      <p:bldP spid="152" grpId="0"/>
      <p:bldP spid="152" grpId="1"/>
      <p:bldP spid="153" grpId="0"/>
      <p:bldP spid="153" grpId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" name="anim_o3074_1">
            <a:extLst>
              <a:ext uri="{FF2B5EF4-FFF2-40B4-BE49-F238E27FC236}">
                <a16:creationId xmlns:a16="http://schemas.microsoft.com/office/drawing/2014/main" id="{2907DBF8-D6F8-4284-A7E1-24F75C26AE9F}"/>
              </a:ext>
            </a:extLst>
          </p:cNvPr>
          <p:cNvSpPr>
            <a:spLocks noGrp="1"/>
          </p:cNvSpPr>
          <p:nvPr/>
        </p:nvSpPr>
        <p:spPr>
          <a:xfrm>
            <a:off x="1101378" y="198824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3079_1">
            <a:extLst>
              <a:ext uri="{FF2B5EF4-FFF2-40B4-BE49-F238E27FC236}">
                <a16:creationId xmlns:a16="http://schemas.microsoft.com/office/drawing/2014/main" id="{C90CFFF7-4FB0-40A2-8F78-306E813DFECB}"/>
              </a:ext>
            </a:extLst>
          </p:cNvPr>
          <p:cNvSpPr>
            <a:spLocks noGrp="1"/>
          </p:cNvSpPr>
          <p:nvPr/>
        </p:nvSpPr>
        <p:spPr>
          <a:xfrm>
            <a:off x="1677681" y="198824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3084_1">
            <a:extLst>
              <a:ext uri="{FF2B5EF4-FFF2-40B4-BE49-F238E27FC236}">
                <a16:creationId xmlns:a16="http://schemas.microsoft.com/office/drawing/2014/main" id="{A15D131C-CC18-48E9-9E70-A5C20C505E97}"/>
              </a:ext>
            </a:extLst>
          </p:cNvPr>
          <p:cNvSpPr>
            <a:spLocks noGrp="1"/>
          </p:cNvSpPr>
          <p:nvPr/>
        </p:nvSpPr>
        <p:spPr>
          <a:xfrm>
            <a:off x="2253983" y="198824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3089_1">
            <a:extLst>
              <a:ext uri="{FF2B5EF4-FFF2-40B4-BE49-F238E27FC236}">
                <a16:creationId xmlns:a16="http://schemas.microsoft.com/office/drawing/2014/main" id="{08286099-CB55-49D5-B081-5C0E2C074CA4}"/>
              </a:ext>
            </a:extLst>
          </p:cNvPr>
          <p:cNvSpPr>
            <a:spLocks noGrp="1"/>
          </p:cNvSpPr>
          <p:nvPr/>
        </p:nvSpPr>
        <p:spPr>
          <a:xfrm>
            <a:off x="2830286" y="198824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3095_1">
            <a:extLst>
              <a:ext uri="{FF2B5EF4-FFF2-40B4-BE49-F238E27FC236}">
                <a16:creationId xmlns:a16="http://schemas.microsoft.com/office/drawing/2014/main" id="{3CE10FF3-707B-4525-B4DF-D01D9F1E8EC3}"/>
              </a:ext>
            </a:extLst>
          </p:cNvPr>
          <p:cNvSpPr>
            <a:spLocks noGrp="1"/>
          </p:cNvSpPr>
          <p:nvPr/>
        </p:nvSpPr>
        <p:spPr>
          <a:xfrm>
            <a:off x="3406588" y="198824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3101_1">
            <a:extLst>
              <a:ext uri="{FF2B5EF4-FFF2-40B4-BE49-F238E27FC236}">
                <a16:creationId xmlns:a16="http://schemas.microsoft.com/office/drawing/2014/main" id="{47DB7D1F-0DAD-45B6-BF0E-DE35D8BD78EE}"/>
              </a:ext>
            </a:extLst>
          </p:cNvPr>
          <p:cNvSpPr>
            <a:spLocks noGrp="1"/>
          </p:cNvSpPr>
          <p:nvPr/>
        </p:nvSpPr>
        <p:spPr>
          <a:xfrm>
            <a:off x="3982891" y="198824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3107_1">
            <a:extLst>
              <a:ext uri="{FF2B5EF4-FFF2-40B4-BE49-F238E27FC236}">
                <a16:creationId xmlns:a16="http://schemas.microsoft.com/office/drawing/2014/main" id="{8DA4B46D-27D1-493C-AAC1-DBBC6E053EC2}"/>
              </a:ext>
            </a:extLst>
          </p:cNvPr>
          <p:cNvSpPr>
            <a:spLocks noGrp="1"/>
          </p:cNvSpPr>
          <p:nvPr/>
        </p:nvSpPr>
        <p:spPr>
          <a:xfrm>
            <a:off x="1101378" y="256454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3112_1">
            <a:extLst>
              <a:ext uri="{FF2B5EF4-FFF2-40B4-BE49-F238E27FC236}">
                <a16:creationId xmlns:a16="http://schemas.microsoft.com/office/drawing/2014/main" id="{06C8B155-99D5-48E4-A08F-BD4B53440B54}"/>
              </a:ext>
            </a:extLst>
          </p:cNvPr>
          <p:cNvSpPr>
            <a:spLocks noGrp="1"/>
          </p:cNvSpPr>
          <p:nvPr/>
        </p:nvSpPr>
        <p:spPr>
          <a:xfrm>
            <a:off x="1677681" y="256454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3117_1">
            <a:extLst>
              <a:ext uri="{FF2B5EF4-FFF2-40B4-BE49-F238E27FC236}">
                <a16:creationId xmlns:a16="http://schemas.microsoft.com/office/drawing/2014/main" id="{78E5B10E-83C8-43A6-9152-A05FB37CD040}"/>
              </a:ext>
            </a:extLst>
          </p:cNvPr>
          <p:cNvSpPr>
            <a:spLocks noGrp="1"/>
          </p:cNvSpPr>
          <p:nvPr/>
        </p:nvSpPr>
        <p:spPr>
          <a:xfrm>
            <a:off x="2253983" y="256454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3122_1">
            <a:extLst>
              <a:ext uri="{FF2B5EF4-FFF2-40B4-BE49-F238E27FC236}">
                <a16:creationId xmlns:a16="http://schemas.microsoft.com/office/drawing/2014/main" id="{97996D63-7829-443B-8343-8D72E2FC6EB2}"/>
              </a:ext>
            </a:extLst>
          </p:cNvPr>
          <p:cNvSpPr>
            <a:spLocks noGrp="1"/>
          </p:cNvSpPr>
          <p:nvPr/>
        </p:nvSpPr>
        <p:spPr>
          <a:xfrm>
            <a:off x="2830286" y="256454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3128_1">
            <a:extLst>
              <a:ext uri="{FF2B5EF4-FFF2-40B4-BE49-F238E27FC236}">
                <a16:creationId xmlns:a16="http://schemas.microsoft.com/office/drawing/2014/main" id="{97E957F0-3E5E-4634-85A2-BF9FBA5BA4C5}"/>
              </a:ext>
            </a:extLst>
          </p:cNvPr>
          <p:cNvSpPr>
            <a:spLocks noGrp="1"/>
          </p:cNvSpPr>
          <p:nvPr/>
        </p:nvSpPr>
        <p:spPr>
          <a:xfrm>
            <a:off x="3406588" y="256454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3134_1">
            <a:extLst>
              <a:ext uri="{FF2B5EF4-FFF2-40B4-BE49-F238E27FC236}">
                <a16:creationId xmlns:a16="http://schemas.microsoft.com/office/drawing/2014/main" id="{8891A173-F747-495B-80DB-1D6E66151C4C}"/>
              </a:ext>
            </a:extLst>
          </p:cNvPr>
          <p:cNvSpPr>
            <a:spLocks noGrp="1"/>
          </p:cNvSpPr>
          <p:nvPr/>
        </p:nvSpPr>
        <p:spPr>
          <a:xfrm>
            <a:off x="3982891" y="256454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3140_1">
            <a:extLst>
              <a:ext uri="{FF2B5EF4-FFF2-40B4-BE49-F238E27FC236}">
                <a16:creationId xmlns:a16="http://schemas.microsoft.com/office/drawing/2014/main" id="{78393E74-FF7B-4FF7-929E-46C8702B999B}"/>
              </a:ext>
            </a:extLst>
          </p:cNvPr>
          <p:cNvSpPr>
            <a:spLocks noGrp="1"/>
          </p:cNvSpPr>
          <p:nvPr/>
        </p:nvSpPr>
        <p:spPr>
          <a:xfrm>
            <a:off x="1101378" y="314084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3145_1">
            <a:extLst>
              <a:ext uri="{FF2B5EF4-FFF2-40B4-BE49-F238E27FC236}">
                <a16:creationId xmlns:a16="http://schemas.microsoft.com/office/drawing/2014/main" id="{AB9AE06F-6F25-4997-B218-B6CD42AA6B59}"/>
              </a:ext>
            </a:extLst>
          </p:cNvPr>
          <p:cNvSpPr>
            <a:spLocks noGrp="1"/>
          </p:cNvSpPr>
          <p:nvPr/>
        </p:nvSpPr>
        <p:spPr>
          <a:xfrm>
            <a:off x="1677681" y="314084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3150_1">
            <a:extLst>
              <a:ext uri="{FF2B5EF4-FFF2-40B4-BE49-F238E27FC236}">
                <a16:creationId xmlns:a16="http://schemas.microsoft.com/office/drawing/2014/main" id="{B3C56BF3-8428-4EF9-9063-63A0A34E85AB}"/>
              </a:ext>
            </a:extLst>
          </p:cNvPr>
          <p:cNvSpPr>
            <a:spLocks noGrp="1"/>
          </p:cNvSpPr>
          <p:nvPr/>
        </p:nvSpPr>
        <p:spPr>
          <a:xfrm>
            <a:off x="2253983" y="314084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3155_1">
            <a:extLst>
              <a:ext uri="{FF2B5EF4-FFF2-40B4-BE49-F238E27FC236}">
                <a16:creationId xmlns:a16="http://schemas.microsoft.com/office/drawing/2014/main" id="{D8205452-0504-4D3A-AD5A-FE967882E4B9}"/>
              </a:ext>
            </a:extLst>
          </p:cNvPr>
          <p:cNvSpPr>
            <a:spLocks noGrp="1"/>
          </p:cNvSpPr>
          <p:nvPr/>
        </p:nvSpPr>
        <p:spPr>
          <a:xfrm>
            <a:off x="2830286" y="314084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3161_1">
            <a:extLst>
              <a:ext uri="{FF2B5EF4-FFF2-40B4-BE49-F238E27FC236}">
                <a16:creationId xmlns:a16="http://schemas.microsoft.com/office/drawing/2014/main" id="{060EF926-5CC9-423D-9C42-16C6A3331D04}"/>
              </a:ext>
            </a:extLst>
          </p:cNvPr>
          <p:cNvSpPr>
            <a:spLocks noGrp="1"/>
          </p:cNvSpPr>
          <p:nvPr/>
        </p:nvSpPr>
        <p:spPr>
          <a:xfrm>
            <a:off x="3406588" y="314084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3167_1">
            <a:extLst>
              <a:ext uri="{FF2B5EF4-FFF2-40B4-BE49-F238E27FC236}">
                <a16:creationId xmlns:a16="http://schemas.microsoft.com/office/drawing/2014/main" id="{D6873FC2-657C-458C-B3CC-55F418B02285}"/>
              </a:ext>
            </a:extLst>
          </p:cNvPr>
          <p:cNvSpPr>
            <a:spLocks noGrp="1"/>
          </p:cNvSpPr>
          <p:nvPr/>
        </p:nvSpPr>
        <p:spPr>
          <a:xfrm>
            <a:off x="3982891" y="314084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3173_1">
            <a:extLst>
              <a:ext uri="{FF2B5EF4-FFF2-40B4-BE49-F238E27FC236}">
                <a16:creationId xmlns:a16="http://schemas.microsoft.com/office/drawing/2014/main" id="{C3D86DB7-C3D9-4B15-9FE4-68D0197FF738}"/>
              </a:ext>
            </a:extLst>
          </p:cNvPr>
          <p:cNvSpPr>
            <a:spLocks noGrp="1"/>
          </p:cNvSpPr>
          <p:nvPr/>
        </p:nvSpPr>
        <p:spPr>
          <a:xfrm>
            <a:off x="1101378" y="3717151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3178_1">
            <a:extLst>
              <a:ext uri="{FF2B5EF4-FFF2-40B4-BE49-F238E27FC236}">
                <a16:creationId xmlns:a16="http://schemas.microsoft.com/office/drawing/2014/main" id="{59D058B1-59FC-4366-A318-A8481A360A66}"/>
              </a:ext>
            </a:extLst>
          </p:cNvPr>
          <p:cNvSpPr>
            <a:spLocks noGrp="1"/>
          </p:cNvSpPr>
          <p:nvPr/>
        </p:nvSpPr>
        <p:spPr>
          <a:xfrm>
            <a:off x="1677681" y="3717151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3183_1">
            <a:extLst>
              <a:ext uri="{FF2B5EF4-FFF2-40B4-BE49-F238E27FC236}">
                <a16:creationId xmlns:a16="http://schemas.microsoft.com/office/drawing/2014/main" id="{050C3444-4E61-47E2-9D43-1E8CBE829169}"/>
              </a:ext>
            </a:extLst>
          </p:cNvPr>
          <p:cNvSpPr>
            <a:spLocks noGrp="1"/>
          </p:cNvSpPr>
          <p:nvPr/>
        </p:nvSpPr>
        <p:spPr>
          <a:xfrm>
            <a:off x="2253983" y="3717151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3188_1">
            <a:extLst>
              <a:ext uri="{FF2B5EF4-FFF2-40B4-BE49-F238E27FC236}">
                <a16:creationId xmlns:a16="http://schemas.microsoft.com/office/drawing/2014/main" id="{90C5FDF8-9008-42FF-A325-2B0F5DEB0501}"/>
              </a:ext>
            </a:extLst>
          </p:cNvPr>
          <p:cNvSpPr>
            <a:spLocks noGrp="1"/>
          </p:cNvSpPr>
          <p:nvPr/>
        </p:nvSpPr>
        <p:spPr>
          <a:xfrm>
            <a:off x="2830286" y="3717151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3194_1">
            <a:extLst>
              <a:ext uri="{FF2B5EF4-FFF2-40B4-BE49-F238E27FC236}">
                <a16:creationId xmlns:a16="http://schemas.microsoft.com/office/drawing/2014/main" id="{3A6F4A99-114A-423C-9B4D-EEE375FBE518}"/>
              </a:ext>
            </a:extLst>
          </p:cNvPr>
          <p:cNvSpPr>
            <a:spLocks noGrp="1"/>
          </p:cNvSpPr>
          <p:nvPr/>
        </p:nvSpPr>
        <p:spPr>
          <a:xfrm>
            <a:off x="3406588" y="3717151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3200_1">
            <a:extLst>
              <a:ext uri="{FF2B5EF4-FFF2-40B4-BE49-F238E27FC236}">
                <a16:creationId xmlns:a16="http://schemas.microsoft.com/office/drawing/2014/main" id="{02ED800F-3A09-44CC-A178-0F58F9DEDC5C}"/>
              </a:ext>
            </a:extLst>
          </p:cNvPr>
          <p:cNvSpPr>
            <a:spLocks noGrp="1"/>
          </p:cNvSpPr>
          <p:nvPr/>
        </p:nvSpPr>
        <p:spPr>
          <a:xfrm>
            <a:off x="3982891" y="3717151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3206_1">
            <a:extLst>
              <a:ext uri="{FF2B5EF4-FFF2-40B4-BE49-F238E27FC236}">
                <a16:creationId xmlns:a16="http://schemas.microsoft.com/office/drawing/2014/main" id="{3D5C3677-BFD0-458F-80EF-079C8DD4991E}"/>
              </a:ext>
            </a:extLst>
          </p:cNvPr>
          <p:cNvSpPr>
            <a:spLocks noGrp="1"/>
          </p:cNvSpPr>
          <p:nvPr/>
        </p:nvSpPr>
        <p:spPr>
          <a:xfrm>
            <a:off x="1101378" y="429345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3211_1">
            <a:extLst>
              <a:ext uri="{FF2B5EF4-FFF2-40B4-BE49-F238E27FC236}">
                <a16:creationId xmlns:a16="http://schemas.microsoft.com/office/drawing/2014/main" id="{2AAF2493-6A9B-48B8-8D12-6F6A7A432BBB}"/>
              </a:ext>
            </a:extLst>
          </p:cNvPr>
          <p:cNvSpPr>
            <a:spLocks noGrp="1"/>
          </p:cNvSpPr>
          <p:nvPr/>
        </p:nvSpPr>
        <p:spPr>
          <a:xfrm>
            <a:off x="1677681" y="429345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3216_1">
            <a:extLst>
              <a:ext uri="{FF2B5EF4-FFF2-40B4-BE49-F238E27FC236}">
                <a16:creationId xmlns:a16="http://schemas.microsoft.com/office/drawing/2014/main" id="{047BCB3F-7F09-4221-A5AB-6DA220BFA9D4}"/>
              </a:ext>
            </a:extLst>
          </p:cNvPr>
          <p:cNvSpPr>
            <a:spLocks noGrp="1"/>
          </p:cNvSpPr>
          <p:nvPr/>
        </p:nvSpPr>
        <p:spPr>
          <a:xfrm>
            <a:off x="2253983" y="429345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3221_1">
            <a:extLst>
              <a:ext uri="{FF2B5EF4-FFF2-40B4-BE49-F238E27FC236}">
                <a16:creationId xmlns:a16="http://schemas.microsoft.com/office/drawing/2014/main" id="{70A730F7-9C86-41DA-812F-2F698BCB4C60}"/>
              </a:ext>
            </a:extLst>
          </p:cNvPr>
          <p:cNvSpPr>
            <a:spLocks noGrp="1"/>
          </p:cNvSpPr>
          <p:nvPr/>
        </p:nvSpPr>
        <p:spPr>
          <a:xfrm>
            <a:off x="2830286" y="429345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3227_1">
            <a:extLst>
              <a:ext uri="{FF2B5EF4-FFF2-40B4-BE49-F238E27FC236}">
                <a16:creationId xmlns:a16="http://schemas.microsoft.com/office/drawing/2014/main" id="{4B28A0D8-B201-4C5D-85C6-FC0BC3017297}"/>
              </a:ext>
            </a:extLst>
          </p:cNvPr>
          <p:cNvSpPr>
            <a:spLocks noGrp="1"/>
          </p:cNvSpPr>
          <p:nvPr/>
        </p:nvSpPr>
        <p:spPr>
          <a:xfrm>
            <a:off x="3406588" y="429345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3233_1">
            <a:extLst>
              <a:ext uri="{FF2B5EF4-FFF2-40B4-BE49-F238E27FC236}">
                <a16:creationId xmlns:a16="http://schemas.microsoft.com/office/drawing/2014/main" id="{33A2E8AE-B3F7-432F-B118-DF0FE3C6D37B}"/>
              </a:ext>
            </a:extLst>
          </p:cNvPr>
          <p:cNvSpPr>
            <a:spLocks noGrp="1"/>
          </p:cNvSpPr>
          <p:nvPr/>
        </p:nvSpPr>
        <p:spPr>
          <a:xfrm>
            <a:off x="3982891" y="429345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3239_1">
            <a:extLst>
              <a:ext uri="{FF2B5EF4-FFF2-40B4-BE49-F238E27FC236}">
                <a16:creationId xmlns:a16="http://schemas.microsoft.com/office/drawing/2014/main" id="{79CE643F-F9FB-4FC5-A0E5-C28388771DC2}"/>
              </a:ext>
            </a:extLst>
          </p:cNvPr>
          <p:cNvSpPr>
            <a:spLocks noGrp="1"/>
          </p:cNvSpPr>
          <p:nvPr/>
        </p:nvSpPr>
        <p:spPr>
          <a:xfrm>
            <a:off x="1101378" y="486975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3244_1">
            <a:extLst>
              <a:ext uri="{FF2B5EF4-FFF2-40B4-BE49-F238E27FC236}">
                <a16:creationId xmlns:a16="http://schemas.microsoft.com/office/drawing/2014/main" id="{D7CFB5D1-9AD4-4E2C-ADD6-6C51F285A1E3}"/>
              </a:ext>
            </a:extLst>
          </p:cNvPr>
          <p:cNvSpPr>
            <a:spLocks noGrp="1"/>
          </p:cNvSpPr>
          <p:nvPr/>
        </p:nvSpPr>
        <p:spPr>
          <a:xfrm>
            <a:off x="1677681" y="486975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3249_1">
            <a:extLst>
              <a:ext uri="{FF2B5EF4-FFF2-40B4-BE49-F238E27FC236}">
                <a16:creationId xmlns:a16="http://schemas.microsoft.com/office/drawing/2014/main" id="{B08C6F94-3FC9-4857-A35D-97FA16DD0E2F}"/>
              </a:ext>
            </a:extLst>
          </p:cNvPr>
          <p:cNvSpPr>
            <a:spLocks noGrp="1"/>
          </p:cNvSpPr>
          <p:nvPr/>
        </p:nvSpPr>
        <p:spPr>
          <a:xfrm>
            <a:off x="2253983" y="486975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3254_1">
            <a:extLst>
              <a:ext uri="{FF2B5EF4-FFF2-40B4-BE49-F238E27FC236}">
                <a16:creationId xmlns:a16="http://schemas.microsoft.com/office/drawing/2014/main" id="{9AC78F84-E59C-4EDE-BD16-0264416E1A75}"/>
              </a:ext>
            </a:extLst>
          </p:cNvPr>
          <p:cNvSpPr>
            <a:spLocks noGrp="1"/>
          </p:cNvSpPr>
          <p:nvPr/>
        </p:nvSpPr>
        <p:spPr>
          <a:xfrm>
            <a:off x="2830286" y="486975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3260_1">
            <a:extLst>
              <a:ext uri="{FF2B5EF4-FFF2-40B4-BE49-F238E27FC236}">
                <a16:creationId xmlns:a16="http://schemas.microsoft.com/office/drawing/2014/main" id="{2B65CF9D-08D2-4B69-9930-80EB06C06B4A}"/>
              </a:ext>
            </a:extLst>
          </p:cNvPr>
          <p:cNvSpPr>
            <a:spLocks noGrp="1"/>
          </p:cNvSpPr>
          <p:nvPr/>
        </p:nvSpPr>
        <p:spPr>
          <a:xfrm>
            <a:off x="3406588" y="486975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3266_1">
            <a:extLst>
              <a:ext uri="{FF2B5EF4-FFF2-40B4-BE49-F238E27FC236}">
                <a16:creationId xmlns:a16="http://schemas.microsoft.com/office/drawing/2014/main" id="{AFC71FA9-1EB3-4AFC-904B-39279A4D7FC2}"/>
              </a:ext>
            </a:extLst>
          </p:cNvPr>
          <p:cNvSpPr>
            <a:spLocks noGrp="1"/>
          </p:cNvSpPr>
          <p:nvPr/>
        </p:nvSpPr>
        <p:spPr>
          <a:xfrm>
            <a:off x="3982891" y="486975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3339_1">
            <a:extLst>
              <a:ext uri="{FF2B5EF4-FFF2-40B4-BE49-F238E27FC236}">
                <a16:creationId xmlns:a16="http://schemas.microsoft.com/office/drawing/2014/main" id="{80729488-4175-4AF9-A42C-2C85CB2A2F13}"/>
              </a:ext>
            </a:extLst>
          </p:cNvPr>
          <p:cNvSpPr>
            <a:spLocks noGrp="1"/>
          </p:cNvSpPr>
          <p:nvPr/>
        </p:nvSpPr>
        <p:spPr>
          <a:xfrm>
            <a:off x="8900649" y="256454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3342_1">
            <a:extLst>
              <a:ext uri="{FF2B5EF4-FFF2-40B4-BE49-F238E27FC236}">
                <a16:creationId xmlns:a16="http://schemas.microsoft.com/office/drawing/2014/main" id="{01AFB724-58BA-41FD-BF02-3064291E1898}"/>
              </a:ext>
            </a:extLst>
          </p:cNvPr>
          <p:cNvSpPr>
            <a:spLocks noGrp="1"/>
          </p:cNvSpPr>
          <p:nvPr/>
        </p:nvSpPr>
        <p:spPr>
          <a:xfrm>
            <a:off x="9476951" y="256454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3345_1">
            <a:extLst>
              <a:ext uri="{FF2B5EF4-FFF2-40B4-BE49-F238E27FC236}">
                <a16:creationId xmlns:a16="http://schemas.microsoft.com/office/drawing/2014/main" id="{E236004C-5A32-47BE-8293-7C8916A69EF2}"/>
              </a:ext>
            </a:extLst>
          </p:cNvPr>
          <p:cNvSpPr>
            <a:spLocks noGrp="1"/>
          </p:cNvSpPr>
          <p:nvPr/>
        </p:nvSpPr>
        <p:spPr>
          <a:xfrm>
            <a:off x="10053254" y="256454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3348_1">
            <a:extLst>
              <a:ext uri="{FF2B5EF4-FFF2-40B4-BE49-F238E27FC236}">
                <a16:creationId xmlns:a16="http://schemas.microsoft.com/office/drawing/2014/main" id="{8A950448-0373-45EE-8064-B65600CB7F91}"/>
              </a:ext>
            </a:extLst>
          </p:cNvPr>
          <p:cNvSpPr>
            <a:spLocks noGrp="1"/>
          </p:cNvSpPr>
          <p:nvPr/>
        </p:nvSpPr>
        <p:spPr>
          <a:xfrm>
            <a:off x="10629556" y="2564546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3351_1">
            <a:extLst>
              <a:ext uri="{FF2B5EF4-FFF2-40B4-BE49-F238E27FC236}">
                <a16:creationId xmlns:a16="http://schemas.microsoft.com/office/drawing/2014/main" id="{BB117F9F-EE54-407C-AC82-4653694B1E3E}"/>
              </a:ext>
            </a:extLst>
          </p:cNvPr>
          <p:cNvSpPr>
            <a:spLocks noGrp="1"/>
          </p:cNvSpPr>
          <p:nvPr/>
        </p:nvSpPr>
        <p:spPr>
          <a:xfrm>
            <a:off x="8900649" y="314084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3354_1">
            <a:extLst>
              <a:ext uri="{FF2B5EF4-FFF2-40B4-BE49-F238E27FC236}">
                <a16:creationId xmlns:a16="http://schemas.microsoft.com/office/drawing/2014/main" id="{CCE74FD4-61C5-4B2B-910C-6A3427F89E67}"/>
              </a:ext>
            </a:extLst>
          </p:cNvPr>
          <p:cNvSpPr>
            <a:spLocks noGrp="1"/>
          </p:cNvSpPr>
          <p:nvPr/>
        </p:nvSpPr>
        <p:spPr>
          <a:xfrm>
            <a:off x="9476951" y="314084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3357_1">
            <a:extLst>
              <a:ext uri="{FF2B5EF4-FFF2-40B4-BE49-F238E27FC236}">
                <a16:creationId xmlns:a16="http://schemas.microsoft.com/office/drawing/2014/main" id="{CA05D0A7-8D8F-4F8D-A6C0-137B4A0FA9DC}"/>
              </a:ext>
            </a:extLst>
          </p:cNvPr>
          <p:cNvSpPr>
            <a:spLocks noGrp="1"/>
          </p:cNvSpPr>
          <p:nvPr/>
        </p:nvSpPr>
        <p:spPr>
          <a:xfrm>
            <a:off x="10053254" y="314084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3360_1">
            <a:extLst>
              <a:ext uri="{FF2B5EF4-FFF2-40B4-BE49-F238E27FC236}">
                <a16:creationId xmlns:a16="http://schemas.microsoft.com/office/drawing/2014/main" id="{ED7D2404-3C1B-4712-BE61-B009518B7567}"/>
              </a:ext>
            </a:extLst>
          </p:cNvPr>
          <p:cNvSpPr>
            <a:spLocks noGrp="1"/>
          </p:cNvSpPr>
          <p:nvPr/>
        </p:nvSpPr>
        <p:spPr>
          <a:xfrm>
            <a:off x="10629556" y="314084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3363_1">
            <a:extLst>
              <a:ext uri="{FF2B5EF4-FFF2-40B4-BE49-F238E27FC236}">
                <a16:creationId xmlns:a16="http://schemas.microsoft.com/office/drawing/2014/main" id="{69BA8907-6004-48D5-9203-7C2B6B688A96}"/>
              </a:ext>
            </a:extLst>
          </p:cNvPr>
          <p:cNvSpPr>
            <a:spLocks noGrp="1"/>
          </p:cNvSpPr>
          <p:nvPr/>
        </p:nvSpPr>
        <p:spPr>
          <a:xfrm>
            <a:off x="8900649" y="3717151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3366_1">
            <a:extLst>
              <a:ext uri="{FF2B5EF4-FFF2-40B4-BE49-F238E27FC236}">
                <a16:creationId xmlns:a16="http://schemas.microsoft.com/office/drawing/2014/main" id="{AE1810EA-EB18-47DF-9A14-A3800D027B03}"/>
              </a:ext>
            </a:extLst>
          </p:cNvPr>
          <p:cNvSpPr>
            <a:spLocks noGrp="1"/>
          </p:cNvSpPr>
          <p:nvPr/>
        </p:nvSpPr>
        <p:spPr>
          <a:xfrm>
            <a:off x="9476951" y="3717151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3369_1">
            <a:extLst>
              <a:ext uri="{FF2B5EF4-FFF2-40B4-BE49-F238E27FC236}">
                <a16:creationId xmlns:a16="http://schemas.microsoft.com/office/drawing/2014/main" id="{24C76977-2ABD-45C2-82EE-BA8CA99CB1E3}"/>
              </a:ext>
            </a:extLst>
          </p:cNvPr>
          <p:cNvSpPr>
            <a:spLocks noGrp="1"/>
          </p:cNvSpPr>
          <p:nvPr/>
        </p:nvSpPr>
        <p:spPr>
          <a:xfrm>
            <a:off x="10053254" y="3717151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3372_1">
            <a:extLst>
              <a:ext uri="{FF2B5EF4-FFF2-40B4-BE49-F238E27FC236}">
                <a16:creationId xmlns:a16="http://schemas.microsoft.com/office/drawing/2014/main" id="{10E6AB5C-0748-492D-8685-971E05A5618F}"/>
              </a:ext>
            </a:extLst>
          </p:cNvPr>
          <p:cNvSpPr>
            <a:spLocks noGrp="1"/>
          </p:cNvSpPr>
          <p:nvPr/>
        </p:nvSpPr>
        <p:spPr>
          <a:xfrm>
            <a:off x="10629556" y="3717151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3375_1">
            <a:extLst>
              <a:ext uri="{FF2B5EF4-FFF2-40B4-BE49-F238E27FC236}">
                <a16:creationId xmlns:a16="http://schemas.microsoft.com/office/drawing/2014/main" id="{2723893C-3C39-4963-8BD1-6186A081585A}"/>
              </a:ext>
            </a:extLst>
          </p:cNvPr>
          <p:cNvSpPr>
            <a:spLocks noGrp="1"/>
          </p:cNvSpPr>
          <p:nvPr/>
        </p:nvSpPr>
        <p:spPr>
          <a:xfrm>
            <a:off x="8900649" y="429345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3378_1">
            <a:extLst>
              <a:ext uri="{FF2B5EF4-FFF2-40B4-BE49-F238E27FC236}">
                <a16:creationId xmlns:a16="http://schemas.microsoft.com/office/drawing/2014/main" id="{E206D267-36DF-4D36-AA0B-FAEF5D93258D}"/>
              </a:ext>
            </a:extLst>
          </p:cNvPr>
          <p:cNvSpPr>
            <a:spLocks noGrp="1"/>
          </p:cNvSpPr>
          <p:nvPr/>
        </p:nvSpPr>
        <p:spPr>
          <a:xfrm>
            <a:off x="9476951" y="429345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3381_1">
            <a:extLst>
              <a:ext uri="{FF2B5EF4-FFF2-40B4-BE49-F238E27FC236}">
                <a16:creationId xmlns:a16="http://schemas.microsoft.com/office/drawing/2014/main" id="{34C53D1B-842E-4B39-B6BA-7D1536FC9EA3}"/>
              </a:ext>
            </a:extLst>
          </p:cNvPr>
          <p:cNvSpPr>
            <a:spLocks noGrp="1"/>
          </p:cNvSpPr>
          <p:nvPr/>
        </p:nvSpPr>
        <p:spPr>
          <a:xfrm>
            <a:off x="10053254" y="429345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3384_1">
            <a:extLst>
              <a:ext uri="{FF2B5EF4-FFF2-40B4-BE49-F238E27FC236}">
                <a16:creationId xmlns:a16="http://schemas.microsoft.com/office/drawing/2014/main" id="{E4F9E37E-4B91-4330-9E2E-087E3F327E43}"/>
              </a:ext>
            </a:extLst>
          </p:cNvPr>
          <p:cNvSpPr>
            <a:spLocks noGrp="1"/>
          </p:cNvSpPr>
          <p:nvPr/>
        </p:nvSpPr>
        <p:spPr>
          <a:xfrm>
            <a:off x="10629556" y="4293454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to3075_0_1">
            <a:extLst>
              <a:ext uri="{FF2B5EF4-FFF2-40B4-BE49-F238E27FC236}">
                <a16:creationId xmlns:a16="http://schemas.microsoft.com/office/drawing/2014/main" id="{71278764-5546-49DD-B0F2-59BF2EAD04C1}"/>
              </a:ext>
            </a:extLst>
          </p:cNvPr>
          <p:cNvSpPr>
            <a:spLocks noGrp="1"/>
          </p:cNvSpPr>
          <p:nvPr/>
        </p:nvSpPr>
        <p:spPr>
          <a:xfrm>
            <a:off x="1231054" y="2107133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54" name="anim_to3080_0_1">
            <a:extLst>
              <a:ext uri="{FF2B5EF4-FFF2-40B4-BE49-F238E27FC236}">
                <a16:creationId xmlns:a16="http://schemas.microsoft.com/office/drawing/2014/main" id="{DB142E56-ABCE-4DA9-9058-7EB373B0CED8}"/>
              </a:ext>
            </a:extLst>
          </p:cNvPr>
          <p:cNvSpPr>
            <a:spLocks noGrp="1"/>
          </p:cNvSpPr>
          <p:nvPr/>
        </p:nvSpPr>
        <p:spPr>
          <a:xfrm>
            <a:off x="1807357" y="2107133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55" name="anim_to3085_0_1">
            <a:extLst>
              <a:ext uri="{FF2B5EF4-FFF2-40B4-BE49-F238E27FC236}">
                <a16:creationId xmlns:a16="http://schemas.microsoft.com/office/drawing/2014/main" id="{F85B26E7-40FA-4CB2-8A9E-1CB3A41C09CC}"/>
              </a:ext>
            </a:extLst>
          </p:cNvPr>
          <p:cNvSpPr>
            <a:spLocks noGrp="1"/>
          </p:cNvSpPr>
          <p:nvPr/>
        </p:nvSpPr>
        <p:spPr>
          <a:xfrm>
            <a:off x="2383659" y="2107133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56" name="anim_to3090_0_1">
            <a:extLst>
              <a:ext uri="{FF2B5EF4-FFF2-40B4-BE49-F238E27FC236}">
                <a16:creationId xmlns:a16="http://schemas.microsoft.com/office/drawing/2014/main" id="{02435005-3B0A-453F-8953-30B42B54A138}"/>
              </a:ext>
            </a:extLst>
          </p:cNvPr>
          <p:cNvSpPr>
            <a:spLocks noGrp="1"/>
          </p:cNvSpPr>
          <p:nvPr/>
        </p:nvSpPr>
        <p:spPr>
          <a:xfrm>
            <a:off x="2885486" y="2107133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57" name="anim_to3096_0_1">
            <a:extLst>
              <a:ext uri="{FF2B5EF4-FFF2-40B4-BE49-F238E27FC236}">
                <a16:creationId xmlns:a16="http://schemas.microsoft.com/office/drawing/2014/main" id="{9C4A2F71-100C-4A5F-83D2-AD9019AE13F9}"/>
              </a:ext>
            </a:extLst>
          </p:cNvPr>
          <p:cNvSpPr>
            <a:spLocks noGrp="1"/>
          </p:cNvSpPr>
          <p:nvPr/>
        </p:nvSpPr>
        <p:spPr>
          <a:xfrm>
            <a:off x="3461789" y="2107133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58" name="anim_to3102_0_1">
            <a:extLst>
              <a:ext uri="{FF2B5EF4-FFF2-40B4-BE49-F238E27FC236}">
                <a16:creationId xmlns:a16="http://schemas.microsoft.com/office/drawing/2014/main" id="{D476874A-59FC-41D8-8E55-A1E9A5B2131F}"/>
              </a:ext>
            </a:extLst>
          </p:cNvPr>
          <p:cNvSpPr>
            <a:spLocks noGrp="1"/>
          </p:cNvSpPr>
          <p:nvPr/>
        </p:nvSpPr>
        <p:spPr>
          <a:xfrm>
            <a:off x="4038091" y="2107133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59" name="anim_to3108_0_1">
            <a:extLst>
              <a:ext uri="{FF2B5EF4-FFF2-40B4-BE49-F238E27FC236}">
                <a16:creationId xmlns:a16="http://schemas.microsoft.com/office/drawing/2014/main" id="{0DB1B0DE-EADF-4C74-BA64-399153FAB158}"/>
              </a:ext>
            </a:extLst>
          </p:cNvPr>
          <p:cNvSpPr>
            <a:spLocks noGrp="1"/>
          </p:cNvSpPr>
          <p:nvPr/>
        </p:nvSpPr>
        <p:spPr>
          <a:xfrm>
            <a:off x="1231054" y="2683436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0" name="anim_to3113_0_1">
            <a:extLst>
              <a:ext uri="{FF2B5EF4-FFF2-40B4-BE49-F238E27FC236}">
                <a16:creationId xmlns:a16="http://schemas.microsoft.com/office/drawing/2014/main" id="{7E0EB9F5-954A-4724-9C71-AB60C541380C}"/>
              </a:ext>
            </a:extLst>
          </p:cNvPr>
          <p:cNvSpPr>
            <a:spLocks noGrp="1"/>
          </p:cNvSpPr>
          <p:nvPr/>
        </p:nvSpPr>
        <p:spPr>
          <a:xfrm>
            <a:off x="1807357" y="2683436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1" name="anim_to3118_0_1">
            <a:extLst>
              <a:ext uri="{FF2B5EF4-FFF2-40B4-BE49-F238E27FC236}">
                <a16:creationId xmlns:a16="http://schemas.microsoft.com/office/drawing/2014/main" id="{98AE433C-D6C5-4962-A8AA-F249B6827ECC}"/>
              </a:ext>
            </a:extLst>
          </p:cNvPr>
          <p:cNvSpPr>
            <a:spLocks noGrp="1"/>
          </p:cNvSpPr>
          <p:nvPr/>
        </p:nvSpPr>
        <p:spPr>
          <a:xfrm>
            <a:off x="2383659" y="2683436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2" name="anim_to3123_0_1">
            <a:extLst>
              <a:ext uri="{FF2B5EF4-FFF2-40B4-BE49-F238E27FC236}">
                <a16:creationId xmlns:a16="http://schemas.microsoft.com/office/drawing/2014/main" id="{AE008D21-558A-4423-BBAE-2D3E19FB43BE}"/>
              </a:ext>
            </a:extLst>
          </p:cNvPr>
          <p:cNvSpPr>
            <a:spLocks noGrp="1"/>
          </p:cNvSpPr>
          <p:nvPr/>
        </p:nvSpPr>
        <p:spPr>
          <a:xfrm>
            <a:off x="2885486" y="2683436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63" name="anim_to3129_0_1">
            <a:extLst>
              <a:ext uri="{FF2B5EF4-FFF2-40B4-BE49-F238E27FC236}">
                <a16:creationId xmlns:a16="http://schemas.microsoft.com/office/drawing/2014/main" id="{9D60A00E-32BE-4467-8212-E1117A6BCDE8}"/>
              </a:ext>
            </a:extLst>
          </p:cNvPr>
          <p:cNvSpPr>
            <a:spLocks noGrp="1"/>
          </p:cNvSpPr>
          <p:nvPr/>
        </p:nvSpPr>
        <p:spPr>
          <a:xfrm>
            <a:off x="3461789" y="2683436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64" name="anim_to3135_0_1">
            <a:extLst>
              <a:ext uri="{FF2B5EF4-FFF2-40B4-BE49-F238E27FC236}">
                <a16:creationId xmlns:a16="http://schemas.microsoft.com/office/drawing/2014/main" id="{03EE1CBC-70A2-4C1F-8E72-22FAF12F1F9D}"/>
              </a:ext>
            </a:extLst>
          </p:cNvPr>
          <p:cNvSpPr>
            <a:spLocks noGrp="1"/>
          </p:cNvSpPr>
          <p:nvPr/>
        </p:nvSpPr>
        <p:spPr>
          <a:xfrm>
            <a:off x="4038091" y="2683436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65" name="anim_to3141_0_1">
            <a:extLst>
              <a:ext uri="{FF2B5EF4-FFF2-40B4-BE49-F238E27FC236}">
                <a16:creationId xmlns:a16="http://schemas.microsoft.com/office/drawing/2014/main" id="{43F86160-1ACB-4DCB-B950-59EBE7A5F3DB}"/>
              </a:ext>
            </a:extLst>
          </p:cNvPr>
          <p:cNvSpPr>
            <a:spLocks noGrp="1"/>
          </p:cNvSpPr>
          <p:nvPr/>
        </p:nvSpPr>
        <p:spPr>
          <a:xfrm>
            <a:off x="1231054" y="3259738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6" name="anim_to3146_0_1">
            <a:extLst>
              <a:ext uri="{FF2B5EF4-FFF2-40B4-BE49-F238E27FC236}">
                <a16:creationId xmlns:a16="http://schemas.microsoft.com/office/drawing/2014/main" id="{83E0A244-C46B-435F-88BB-7957277583E3}"/>
              </a:ext>
            </a:extLst>
          </p:cNvPr>
          <p:cNvSpPr>
            <a:spLocks noGrp="1"/>
          </p:cNvSpPr>
          <p:nvPr/>
        </p:nvSpPr>
        <p:spPr>
          <a:xfrm>
            <a:off x="1807357" y="3259738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7" name="anim_to3151_0_1">
            <a:extLst>
              <a:ext uri="{FF2B5EF4-FFF2-40B4-BE49-F238E27FC236}">
                <a16:creationId xmlns:a16="http://schemas.microsoft.com/office/drawing/2014/main" id="{D01456EC-354F-47ED-BDD0-8829CCF47230}"/>
              </a:ext>
            </a:extLst>
          </p:cNvPr>
          <p:cNvSpPr>
            <a:spLocks noGrp="1"/>
          </p:cNvSpPr>
          <p:nvPr/>
        </p:nvSpPr>
        <p:spPr>
          <a:xfrm>
            <a:off x="2383659" y="3259738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8" name="anim_to3156_0_1">
            <a:extLst>
              <a:ext uri="{FF2B5EF4-FFF2-40B4-BE49-F238E27FC236}">
                <a16:creationId xmlns:a16="http://schemas.microsoft.com/office/drawing/2014/main" id="{F607F49E-C645-48BB-ACFF-75DBBA1F017C}"/>
              </a:ext>
            </a:extLst>
          </p:cNvPr>
          <p:cNvSpPr>
            <a:spLocks noGrp="1"/>
          </p:cNvSpPr>
          <p:nvPr/>
        </p:nvSpPr>
        <p:spPr>
          <a:xfrm>
            <a:off x="2885486" y="3259738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69" name="anim_to3162_0_1">
            <a:extLst>
              <a:ext uri="{FF2B5EF4-FFF2-40B4-BE49-F238E27FC236}">
                <a16:creationId xmlns:a16="http://schemas.microsoft.com/office/drawing/2014/main" id="{C74C0AF3-44B9-448C-AA34-12D717C82E02}"/>
              </a:ext>
            </a:extLst>
          </p:cNvPr>
          <p:cNvSpPr>
            <a:spLocks noGrp="1"/>
          </p:cNvSpPr>
          <p:nvPr/>
        </p:nvSpPr>
        <p:spPr>
          <a:xfrm>
            <a:off x="3461789" y="3259738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70" name="anim_to3168_0_1">
            <a:extLst>
              <a:ext uri="{FF2B5EF4-FFF2-40B4-BE49-F238E27FC236}">
                <a16:creationId xmlns:a16="http://schemas.microsoft.com/office/drawing/2014/main" id="{908F625E-098D-4A3B-9DC9-F473D2756DC4}"/>
              </a:ext>
            </a:extLst>
          </p:cNvPr>
          <p:cNvSpPr>
            <a:spLocks noGrp="1"/>
          </p:cNvSpPr>
          <p:nvPr/>
        </p:nvSpPr>
        <p:spPr>
          <a:xfrm>
            <a:off x="4038091" y="3259738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71" name="anim_to3174_0_1">
            <a:extLst>
              <a:ext uri="{FF2B5EF4-FFF2-40B4-BE49-F238E27FC236}">
                <a16:creationId xmlns:a16="http://schemas.microsoft.com/office/drawing/2014/main" id="{3352FAB1-9408-4597-8180-567FE1F481C9}"/>
              </a:ext>
            </a:extLst>
          </p:cNvPr>
          <p:cNvSpPr>
            <a:spLocks noGrp="1"/>
          </p:cNvSpPr>
          <p:nvPr/>
        </p:nvSpPr>
        <p:spPr>
          <a:xfrm>
            <a:off x="1231054" y="3836041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72" name="anim_to3179_0_1">
            <a:extLst>
              <a:ext uri="{FF2B5EF4-FFF2-40B4-BE49-F238E27FC236}">
                <a16:creationId xmlns:a16="http://schemas.microsoft.com/office/drawing/2014/main" id="{3BAAACE4-C1AD-42F4-9407-026ECAF76579}"/>
              </a:ext>
            </a:extLst>
          </p:cNvPr>
          <p:cNvSpPr>
            <a:spLocks noGrp="1"/>
          </p:cNvSpPr>
          <p:nvPr/>
        </p:nvSpPr>
        <p:spPr>
          <a:xfrm>
            <a:off x="1807357" y="3836041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73" name="anim_to3184_0_1">
            <a:extLst>
              <a:ext uri="{FF2B5EF4-FFF2-40B4-BE49-F238E27FC236}">
                <a16:creationId xmlns:a16="http://schemas.microsoft.com/office/drawing/2014/main" id="{D6AD848E-7D66-45BD-9A8A-9015694077A3}"/>
              </a:ext>
            </a:extLst>
          </p:cNvPr>
          <p:cNvSpPr>
            <a:spLocks noGrp="1"/>
          </p:cNvSpPr>
          <p:nvPr/>
        </p:nvSpPr>
        <p:spPr>
          <a:xfrm>
            <a:off x="2383659" y="3836041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74" name="anim_to3189_0_1">
            <a:extLst>
              <a:ext uri="{FF2B5EF4-FFF2-40B4-BE49-F238E27FC236}">
                <a16:creationId xmlns:a16="http://schemas.microsoft.com/office/drawing/2014/main" id="{50FA9105-06A6-4981-B2A6-06143F8BCE7C}"/>
              </a:ext>
            </a:extLst>
          </p:cNvPr>
          <p:cNvSpPr>
            <a:spLocks noGrp="1"/>
          </p:cNvSpPr>
          <p:nvPr/>
        </p:nvSpPr>
        <p:spPr>
          <a:xfrm>
            <a:off x="2885486" y="3836041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75" name="anim_to3195_0_1">
            <a:extLst>
              <a:ext uri="{FF2B5EF4-FFF2-40B4-BE49-F238E27FC236}">
                <a16:creationId xmlns:a16="http://schemas.microsoft.com/office/drawing/2014/main" id="{D3FD47CC-01B4-47FC-A707-B926F040ED29}"/>
              </a:ext>
            </a:extLst>
          </p:cNvPr>
          <p:cNvSpPr>
            <a:spLocks noGrp="1"/>
          </p:cNvSpPr>
          <p:nvPr/>
        </p:nvSpPr>
        <p:spPr>
          <a:xfrm>
            <a:off x="3461789" y="3836041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76" name="anim_to3201_0_1">
            <a:extLst>
              <a:ext uri="{FF2B5EF4-FFF2-40B4-BE49-F238E27FC236}">
                <a16:creationId xmlns:a16="http://schemas.microsoft.com/office/drawing/2014/main" id="{A594E3A5-6958-4EBD-9F61-A72869508242}"/>
              </a:ext>
            </a:extLst>
          </p:cNvPr>
          <p:cNvSpPr>
            <a:spLocks noGrp="1"/>
          </p:cNvSpPr>
          <p:nvPr/>
        </p:nvSpPr>
        <p:spPr>
          <a:xfrm>
            <a:off x="4038091" y="3836041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77" name="anim_to3207_0_1">
            <a:extLst>
              <a:ext uri="{FF2B5EF4-FFF2-40B4-BE49-F238E27FC236}">
                <a16:creationId xmlns:a16="http://schemas.microsoft.com/office/drawing/2014/main" id="{806E22D3-5AF4-4088-B3E0-836E7E0F9857}"/>
              </a:ext>
            </a:extLst>
          </p:cNvPr>
          <p:cNvSpPr>
            <a:spLocks noGrp="1"/>
          </p:cNvSpPr>
          <p:nvPr/>
        </p:nvSpPr>
        <p:spPr>
          <a:xfrm>
            <a:off x="1231054" y="4412343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78" name="anim_to3212_0_1">
            <a:extLst>
              <a:ext uri="{FF2B5EF4-FFF2-40B4-BE49-F238E27FC236}">
                <a16:creationId xmlns:a16="http://schemas.microsoft.com/office/drawing/2014/main" id="{F6E02C9D-E3D0-4C79-B656-38EFCDDEECD2}"/>
              </a:ext>
            </a:extLst>
          </p:cNvPr>
          <p:cNvSpPr>
            <a:spLocks noGrp="1"/>
          </p:cNvSpPr>
          <p:nvPr/>
        </p:nvSpPr>
        <p:spPr>
          <a:xfrm>
            <a:off x="1807357" y="4412343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79" name="anim_to3217_0_1">
            <a:extLst>
              <a:ext uri="{FF2B5EF4-FFF2-40B4-BE49-F238E27FC236}">
                <a16:creationId xmlns:a16="http://schemas.microsoft.com/office/drawing/2014/main" id="{A1295DAF-C029-4A92-9500-90E31DEBD296}"/>
              </a:ext>
            </a:extLst>
          </p:cNvPr>
          <p:cNvSpPr>
            <a:spLocks noGrp="1"/>
          </p:cNvSpPr>
          <p:nvPr/>
        </p:nvSpPr>
        <p:spPr>
          <a:xfrm>
            <a:off x="2383659" y="4412343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80" name="anim_to3222_0_1">
            <a:extLst>
              <a:ext uri="{FF2B5EF4-FFF2-40B4-BE49-F238E27FC236}">
                <a16:creationId xmlns:a16="http://schemas.microsoft.com/office/drawing/2014/main" id="{6144003F-916A-421A-8C5C-014369946241}"/>
              </a:ext>
            </a:extLst>
          </p:cNvPr>
          <p:cNvSpPr>
            <a:spLocks noGrp="1"/>
          </p:cNvSpPr>
          <p:nvPr/>
        </p:nvSpPr>
        <p:spPr>
          <a:xfrm>
            <a:off x="2885486" y="4412343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81" name="anim_to3228_0_1">
            <a:extLst>
              <a:ext uri="{FF2B5EF4-FFF2-40B4-BE49-F238E27FC236}">
                <a16:creationId xmlns:a16="http://schemas.microsoft.com/office/drawing/2014/main" id="{0967160A-8DB5-4160-B22D-2632BAFD3B53}"/>
              </a:ext>
            </a:extLst>
          </p:cNvPr>
          <p:cNvSpPr>
            <a:spLocks noGrp="1"/>
          </p:cNvSpPr>
          <p:nvPr/>
        </p:nvSpPr>
        <p:spPr>
          <a:xfrm>
            <a:off x="3461789" y="4412343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82" name="anim_to3234_0_1">
            <a:extLst>
              <a:ext uri="{FF2B5EF4-FFF2-40B4-BE49-F238E27FC236}">
                <a16:creationId xmlns:a16="http://schemas.microsoft.com/office/drawing/2014/main" id="{387039A2-333C-4E04-807D-BD592AD09842}"/>
              </a:ext>
            </a:extLst>
          </p:cNvPr>
          <p:cNvSpPr>
            <a:spLocks noGrp="1"/>
          </p:cNvSpPr>
          <p:nvPr/>
        </p:nvSpPr>
        <p:spPr>
          <a:xfrm>
            <a:off x="4038091" y="4412343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83" name="anim_to3240_0_1">
            <a:extLst>
              <a:ext uri="{FF2B5EF4-FFF2-40B4-BE49-F238E27FC236}">
                <a16:creationId xmlns:a16="http://schemas.microsoft.com/office/drawing/2014/main" id="{98AF296D-F5D9-441F-84E9-E52424183C9F}"/>
              </a:ext>
            </a:extLst>
          </p:cNvPr>
          <p:cNvSpPr>
            <a:spLocks noGrp="1"/>
          </p:cNvSpPr>
          <p:nvPr/>
        </p:nvSpPr>
        <p:spPr>
          <a:xfrm>
            <a:off x="1231054" y="4988646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84" name="anim_to3245_0_1">
            <a:extLst>
              <a:ext uri="{FF2B5EF4-FFF2-40B4-BE49-F238E27FC236}">
                <a16:creationId xmlns:a16="http://schemas.microsoft.com/office/drawing/2014/main" id="{BF25A6CD-762D-44E7-8373-66FF1132143A}"/>
              </a:ext>
            </a:extLst>
          </p:cNvPr>
          <p:cNvSpPr>
            <a:spLocks noGrp="1"/>
          </p:cNvSpPr>
          <p:nvPr/>
        </p:nvSpPr>
        <p:spPr>
          <a:xfrm>
            <a:off x="1807357" y="4988646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85" name="anim_to3250_0_1">
            <a:extLst>
              <a:ext uri="{FF2B5EF4-FFF2-40B4-BE49-F238E27FC236}">
                <a16:creationId xmlns:a16="http://schemas.microsoft.com/office/drawing/2014/main" id="{5130A96D-B9A7-451C-B199-46B7CD94E56C}"/>
              </a:ext>
            </a:extLst>
          </p:cNvPr>
          <p:cNvSpPr>
            <a:spLocks noGrp="1"/>
          </p:cNvSpPr>
          <p:nvPr/>
        </p:nvSpPr>
        <p:spPr>
          <a:xfrm>
            <a:off x="2383659" y="4988646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86" name="anim_to3255_0_1">
            <a:extLst>
              <a:ext uri="{FF2B5EF4-FFF2-40B4-BE49-F238E27FC236}">
                <a16:creationId xmlns:a16="http://schemas.microsoft.com/office/drawing/2014/main" id="{B9BF7DF0-4AA9-4510-92BE-609D348957DF}"/>
              </a:ext>
            </a:extLst>
          </p:cNvPr>
          <p:cNvSpPr>
            <a:spLocks noGrp="1"/>
          </p:cNvSpPr>
          <p:nvPr/>
        </p:nvSpPr>
        <p:spPr>
          <a:xfrm>
            <a:off x="2885486" y="4988646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87" name="anim_to3261_0_1">
            <a:extLst>
              <a:ext uri="{FF2B5EF4-FFF2-40B4-BE49-F238E27FC236}">
                <a16:creationId xmlns:a16="http://schemas.microsoft.com/office/drawing/2014/main" id="{A7BC88E5-01DB-43C5-82EF-4034E6D05C1A}"/>
              </a:ext>
            </a:extLst>
          </p:cNvPr>
          <p:cNvSpPr>
            <a:spLocks noGrp="1"/>
          </p:cNvSpPr>
          <p:nvPr/>
        </p:nvSpPr>
        <p:spPr>
          <a:xfrm>
            <a:off x="3461789" y="4988646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88" name="anim_to3267_0_1">
            <a:extLst>
              <a:ext uri="{FF2B5EF4-FFF2-40B4-BE49-F238E27FC236}">
                <a16:creationId xmlns:a16="http://schemas.microsoft.com/office/drawing/2014/main" id="{1C603127-E4FF-4300-B558-8D3C16F23A68}"/>
              </a:ext>
            </a:extLst>
          </p:cNvPr>
          <p:cNvSpPr>
            <a:spLocks noGrp="1"/>
          </p:cNvSpPr>
          <p:nvPr/>
        </p:nvSpPr>
        <p:spPr>
          <a:xfrm>
            <a:off x="4038091" y="4988646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89" name="anim_to3272_0_1">
            <a:extLst>
              <a:ext uri="{FF2B5EF4-FFF2-40B4-BE49-F238E27FC236}">
                <a16:creationId xmlns:a16="http://schemas.microsoft.com/office/drawing/2014/main" id="{A83D7F1D-E804-41C0-9A85-843A64195449}"/>
              </a:ext>
            </a:extLst>
          </p:cNvPr>
          <p:cNvSpPr>
            <a:spLocks noGrp="1"/>
          </p:cNvSpPr>
          <p:nvPr/>
        </p:nvSpPr>
        <p:spPr>
          <a:xfrm>
            <a:off x="2158759" y="1193360"/>
            <a:ext cx="1362103" cy="6018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79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79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79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Input</a:t>
            </a:r>
          </a:p>
        </p:txBody>
      </p:sp>
      <p:sp>
        <p:nvSpPr>
          <p:cNvPr id="90" name="anim_to3391_0_1">
            <a:extLst>
              <a:ext uri="{FF2B5EF4-FFF2-40B4-BE49-F238E27FC236}">
                <a16:creationId xmlns:a16="http://schemas.microsoft.com/office/drawing/2014/main" id="{8D2ACB7E-734B-4BA4-8A73-CFE0D237448A}"/>
              </a:ext>
            </a:extLst>
          </p:cNvPr>
          <p:cNvSpPr>
            <a:spLocks noGrp="1"/>
          </p:cNvSpPr>
          <p:nvPr/>
        </p:nvSpPr>
        <p:spPr>
          <a:xfrm>
            <a:off x="9249327" y="1769663"/>
            <a:ext cx="1626904" cy="6018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79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79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79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Output</a:t>
            </a:r>
          </a:p>
        </p:txBody>
      </p:sp>
      <p:sp>
        <p:nvSpPr>
          <p:cNvPr id="91" name="anim_to3399_0_1">
            <a:extLst>
              <a:ext uri="{FF2B5EF4-FFF2-40B4-BE49-F238E27FC236}">
                <a16:creationId xmlns:a16="http://schemas.microsoft.com/office/drawing/2014/main" id="{FEA9054D-FF4D-4ED1-A4EF-21281E6FD282}"/>
              </a:ext>
            </a:extLst>
          </p:cNvPr>
          <p:cNvSpPr>
            <a:spLocks noGrp="1"/>
          </p:cNvSpPr>
          <p:nvPr/>
        </p:nvSpPr>
        <p:spPr>
          <a:xfrm>
            <a:off x="9104800" y="2683436"/>
            <a:ext cx="187050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92" name="anim_to3401_0_1">
            <a:extLst>
              <a:ext uri="{FF2B5EF4-FFF2-40B4-BE49-F238E27FC236}">
                <a16:creationId xmlns:a16="http://schemas.microsoft.com/office/drawing/2014/main" id="{EB9C0F07-38A2-42C0-A564-AE029115E10E}"/>
              </a:ext>
            </a:extLst>
          </p:cNvPr>
          <p:cNvSpPr>
            <a:spLocks noGrp="1"/>
          </p:cNvSpPr>
          <p:nvPr/>
        </p:nvSpPr>
        <p:spPr>
          <a:xfrm>
            <a:off x="9532152" y="2683436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480</a:t>
            </a:r>
          </a:p>
        </p:txBody>
      </p:sp>
      <p:sp>
        <p:nvSpPr>
          <p:cNvPr id="93" name="anim_to3405_0_1">
            <a:extLst>
              <a:ext uri="{FF2B5EF4-FFF2-40B4-BE49-F238E27FC236}">
                <a16:creationId xmlns:a16="http://schemas.microsoft.com/office/drawing/2014/main" id="{6B63172C-1E47-46DA-91F4-1358948199C3}"/>
              </a:ext>
            </a:extLst>
          </p:cNvPr>
          <p:cNvSpPr>
            <a:spLocks noGrp="1"/>
          </p:cNvSpPr>
          <p:nvPr/>
        </p:nvSpPr>
        <p:spPr>
          <a:xfrm>
            <a:off x="10108454" y="2683436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480</a:t>
            </a:r>
          </a:p>
        </p:txBody>
      </p:sp>
      <p:sp>
        <p:nvSpPr>
          <p:cNvPr id="94" name="anim_to3409_0_1">
            <a:extLst>
              <a:ext uri="{FF2B5EF4-FFF2-40B4-BE49-F238E27FC236}">
                <a16:creationId xmlns:a16="http://schemas.microsoft.com/office/drawing/2014/main" id="{AB107F58-8DFE-47CF-8146-E36EBC826952}"/>
              </a:ext>
            </a:extLst>
          </p:cNvPr>
          <p:cNvSpPr>
            <a:spLocks noGrp="1"/>
          </p:cNvSpPr>
          <p:nvPr/>
        </p:nvSpPr>
        <p:spPr>
          <a:xfrm>
            <a:off x="10833707" y="2683436"/>
            <a:ext cx="187050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95" name="anim_to3411_0_1">
            <a:extLst>
              <a:ext uri="{FF2B5EF4-FFF2-40B4-BE49-F238E27FC236}">
                <a16:creationId xmlns:a16="http://schemas.microsoft.com/office/drawing/2014/main" id="{41277E89-AA7C-4B10-A1E1-717BB3090164}"/>
              </a:ext>
            </a:extLst>
          </p:cNvPr>
          <p:cNvSpPr>
            <a:spLocks noGrp="1"/>
          </p:cNvSpPr>
          <p:nvPr/>
        </p:nvSpPr>
        <p:spPr>
          <a:xfrm>
            <a:off x="9104800" y="3259738"/>
            <a:ext cx="187050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96" name="anim_to3413_0_1">
            <a:extLst>
              <a:ext uri="{FF2B5EF4-FFF2-40B4-BE49-F238E27FC236}">
                <a16:creationId xmlns:a16="http://schemas.microsoft.com/office/drawing/2014/main" id="{5199E0C2-0189-478A-A0E7-40A408555ADF}"/>
              </a:ext>
            </a:extLst>
          </p:cNvPr>
          <p:cNvSpPr>
            <a:spLocks noGrp="1"/>
          </p:cNvSpPr>
          <p:nvPr/>
        </p:nvSpPr>
        <p:spPr>
          <a:xfrm>
            <a:off x="9532152" y="3259738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480</a:t>
            </a:r>
          </a:p>
        </p:txBody>
      </p:sp>
      <p:sp>
        <p:nvSpPr>
          <p:cNvPr id="97" name="anim_to3417_0_1">
            <a:extLst>
              <a:ext uri="{FF2B5EF4-FFF2-40B4-BE49-F238E27FC236}">
                <a16:creationId xmlns:a16="http://schemas.microsoft.com/office/drawing/2014/main" id="{1D1B6A44-9636-48DA-B187-0EFC8EEEB03C}"/>
              </a:ext>
            </a:extLst>
          </p:cNvPr>
          <p:cNvSpPr>
            <a:spLocks noGrp="1"/>
          </p:cNvSpPr>
          <p:nvPr/>
        </p:nvSpPr>
        <p:spPr>
          <a:xfrm>
            <a:off x="10108454" y="3259738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480</a:t>
            </a:r>
          </a:p>
        </p:txBody>
      </p:sp>
      <p:sp>
        <p:nvSpPr>
          <p:cNvPr id="98" name="anim_to3421_0_1">
            <a:extLst>
              <a:ext uri="{FF2B5EF4-FFF2-40B4-BE49-F238E27FC236}">
                <a16:creationId xmlns:a16="http://schemas.microsoft.com/office/drawing/2014/main" id="{A570A40B-C81E-4801-8093-BD340F5C8F6E}"/>
              </a:ext>
            </a:extLst>
          </p:cNvPr>
          <p:cNvSpPr>
            <a:spLocks noGrp="1"/>
          </p:cNvSpPr>
          <p:nvPr/>
        </p:nvSpPr>
        <p:spPr>
          <a:xfrm>
            <a:off x="10833707" y="3259738"/>
            <a:ext cx="187050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99" name="anim_to3423_0_1">
            <a:extLst>
              <a:ext uri="{FF2B5EF4-FFF2-40B4-BE49-F238E27FC236}">
                <a16:creationId xmlns:a16="http://schemas.microsoft.com/office/drawing/2014/main" id="{29ABBB8D-3909-4052-A069-1483EFC5BE68}"/>
              </a:ext>
            </a:extLst>
          </p:cNvPr>
          <p:cNvSpPr>
            <a:spLocks noGrp="1"/>
          </p:cNvSpPr>
          <p:nvPr/>
        </p:nvSpPr>
        <p:spPr>
          <a:xfrm>
            <a:off x="9104800" y="3836041"/>
            <a:ext cx="187050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00" name="anim_to3425_0_1">
            <a:extLst>
              <a:ext uri="{FF2B5EF4-FFF2-40B4-BE49-F238E27FC236}">
                <a16:creationId xmlns:a16="http://schemas.microsoft.com/office/drawing/2014/main" id="{A549B8A6-24D0-4A97-B239-22EE275B695B}"/>
              </a:ext>
            </a:extLst>
          </p:cNvPr>
          <p:cNvSpPr>
            <a:spLocks noGrp="1"/>
          </p:cNvSpPr>
          <p:nvPr/>
        </p:nvSpPr>
        <p:spPr>
          <a:xfrm>
            <a:off x="9532152" y="3836041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480</a:t>
            </a:r>
          </a:p>
        </p:txBody>
      </p:sp>
      <p:sp>
        <p:nvSpPr>
          <p:cNvPr id="101" name="anim_to3429_0_1">
            <a:extLst>
              <a:ext uri="{FF2B5EF4-FFF2-40B4-BE49-F238E27FC236}">
                <a16:creationId xmlns:a16="http://schemas.microsoft.com/office/drawing/2014/main" id="{BBBA40F9-555D-4794-BF33-3622448F367D}"/>
              </a:ext>
            </a:extLst>
          </p:cNvPr>
          <p:cNvSpPr>
            <a:spLocks noGrp="1"/>
          </p:cNvSpPr>
          <p:nvPr/>
        </p:nvSpPr>
        <p:spPr>
          <a:xfrm>
            <a:off x="10108454" y="3836041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480</a:t>
            </a:r>
          </a:p>
        </p:txBody>
      </p:sp>
      <p:sp>
        <p:nvSpPr>
          <p:cNvPr id="102" name="anim_to3433_0_1">
            <a:extLst>
              <a:ext uri="{FF2B5EF4-FFF2-40B4-BE49-F238E27FC236}">
                <a16:creationId xmlns:a16="http://schemas.microsoft.com/office/drawing/2014/main" id="{03B9BD32-CA31-484D-A2C0-3ED2108ADC17}"/>
              </a:ext>
            </a:extLst>
          </p:cNvPr>
          <p:cNvSpPr>
            <a:spLocks noGrp="1"/>
          </p:cNvSpPr>
          <p:nvPr/>
        </p:nvSpPr>
        <p:spPr>
          <a:xfrm>
            <a:off x="10833707" y="3836041"/>
            <a:ext cx="187050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03" name="anim_to3435_0_1">
            <a:extLst>
              <a:ext uri="{FF2B5EF4-FFF2-40B4-BE49-F238E27FC236}">
                <a16:creationId xmlns:a16="http://schemas.microsoft.com/office/drawing/2014/main" id="{A110117B-ADAF-4B8D-882B-414200B7E268}"/>
              </a:ext>
            </a:extLst>
          </p:cNvPr>
          <p:cNvSpPr>
            <a:spLocks noGrp="1"/>
          </p:cNvSpPr>
          <p:nvPr/>
        </p:nvSpPr>
        <p:spPr>
          <a:xfrm>
            <a:off x="9104800" y="4412343"/>
            <a:ext cx="187050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04" name="anim_to3437_0_1">
            <a:extLst>
              <a:ext uri="{FF2B5EF4-FFF2-40B4-BE49-F238E27FC236}">
                <a16:creationId xmlns:a16="http://schemas.microsoft.com/office/drawing/2014/main" id="{0A5B37CA-6C09-4CB2-8DCC-1D8DEB02D4D3}"/>
              </a:ext>
            </a:extLst>
          </p:cNvPr>
          <p:cNvSpPr>
            <a:spLocks noGrp="1"/>
          </p:cNvSpPr>
          <p:nvPr/>
        </p:nvSpPr>
        <p:spPr>
          <a:xfrm>
            <a:off x="9532152" y="4412343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480</a:t>
            </a:r>
          </a:p>
        </p:txBody>
      </p:sp>
      <p:sp>
        <p:nvSpPr>
          <p:cNvPr id="105" name="anim_to3441_0_1">
            <a:extLst>
              <a:ext uri="{FF2B5EF4-FFF2-40B4-BE49-F238E27FC236}">
                <a16:creationId xmlns:a16="http://schemas.microsoft.com/office/drawing/2014/main" id="{182286D1-33B2-4F68-9B0B-778132DF07CD}"/>
              </a:ext>
            </a:extLst>
          </p:cNvPr>
          <p:cNvSpPr>
            <a:spLocks noGrp="1"/>
          </p:cNvSpPr>
          <p:nvPr/>
        </p:nvSpPr>
        <p:spPr>
          <a:xfrm>
            <a:off x="10108454" y="4412343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480</a:t>
            </a:r>
          </a:p>
        </p:txBody>
      </p:sp>
      <p:sp>
        <p:nvSpPr>
          <p:cNvPr id="106" name="anim_to3445_0_1">
            <a:extLst>
              <a:ext uri="{FF2B5EF4-FFF2-40B4-BE49-F238E27FC236}">
                <a16:creationId xmlns:a16="http://schemas.microsoft.com/office/drawing/2014/main" id="{6837B61F-9B1B-4EEF-9A16-C1C23D5F6CB3}"/>
              </a:ext>
            </a:extLst>
          </p:cNvPr>
          <p:cNvSpPr>
            <a:spLocks noGrp="1"/>
          </p:cNvSpPr>
          <p:nvPr/>
        </p:nvSpPr>
        <p:spPr>
          <a:xfrm>
            <a:off x="10833707" y="4412343"/>
            <a:ext cx="187050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07" name="anim_o3279_1">
            <a:extLst>
              <a:ext uri="{FF2B5EF4-FFF2-40B4-BE49-F238E27FC236}">
                <a16:creationId xmlns:a16="http://schemas.microsoft.com/office/drawing/2014/main" id="{10135274-CE9C-4131-AB74-B74E70257115}"/>
              </a:ext>
            </a:extLst>
          </p:cNvPr>
          <p:cNvSpPr>
            <a:spLocks noGrp="1"/>
          </p:cNvSpPr>
          <p:nvPr/>
        </p:nvSpPr>
        <p:spPr>
          <a:xfrm>
            <a:off x="2830286" y="3717151"/>
            <a:ext cx="576303" cy="57630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8" name="anim_o3284_1">
            <a:extLst>
              <a:ext uri="{FF2B5EF4-FFF2-40B4-BE49-F238E27FC236}">
                <a16:creationId xmlns:a16="http://schemas.microsoft.com/office/drawing/2014/main" id="{087BEEDF-8237-4024-9F31-CB17E8030A9A}"/>
              </a:ext>
            </a:extLst>
          </p:cNvPr>
          <p:cNvSpPr>
            <a:spLocks noGrp="1"/>
          </p:cNvSpPr>
          <p:nvPr/>
        </p:nvSpPr>
        <p:spPr>
          <a:xfrm>
            <a:off x="3406588" y="3717151"/>
            <a:ext cx="576303" cy="57630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9" name="anim_o3288_1">
            <a:extLst>
              <a:ext uri="{FF2B5EF4-FFF2-40B4-BE49-F238E27FC236}">
                <a16:creationId xmlns:a16="http://schemas.microsoft.com/office/drawing/2014/main" id="{775F655B-6546-47C4-82DC-B90CE23935FA}"/>
              </a:ext>
            </a:extLst>
          </p:cNvPr>
          <p:cNvSpPr>
            <a:spLocks noGrp="1"/>
          </p:cNvSpPr>
          <p:nvPr/>
        </p:nvSpPr>
        <p:spPr>
          <a:xfrm>
            <a:off x="3982891" y="3717151"/>
            <a:ext cx="576303" cy="57630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0" name="anim_o3292_1">
            <a:extLst>
              <a:ext uri="{FF2B5EF4-FFF2-40B4-BE49-F238E27FC236}">
                <a16:creationId xmlns:a16="http://schemas.microsoft.com/office/drawing/2014/main" id="{DF82F2E8-B2C5-4B94-AB8B-37FEF2968D30}"/>
              </a:ext>
            </a:extLst>
          </p:cNvPr>
          <p:cNvSpPr>
            <a:spLocks noGrp="1"/>
          </p:cNvSpPr>
          <p:nvPr/>
        </p:nvSpPr>
        <p:spPr>
          <a:xfrm>
            <a:off x="2830286" y="4293454"/>
            <a:ext cx="576303" cy="57630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1" name="anim_o3297_1">
            <a:extLst>
              <a:ext uri="{FF2B5EF4-FFF2-40B4-BE49-F238E27FC236}">
                <a16:creationId xmlns:a16="http://schemas.microsoft.com/office/drawing/2014/main" id="{A5C06FD4-5F1F-4633-AB7F-0B047159F66E}"/>
              </a:ext>
            </a:extLst>
          </p:cNvPr>
          <p:cNvSpPr>
            <a:spLocks noGrp="1"/>
          </p:cNvSpPr>
          <p:nvPr/>
        </p:nvSpPr>
        <p:spPr>
          <a:xfrm>
            <a:off x="3406588" y="4293454"/>
            <a:ext cx="576303" cy="57630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2" name="anim_o3301_1">
            <a:extLst>
              <a:ext uri="{FF2B5EF4-FFF2-40B4-BE49-F238E27FC236}">
                <a16:creationId xmlns:a16="http://schemas.microsoft.com/office/drawing/2014/main" id="{DF728D1B-2C0F-4A75-9529-165340817D82}"/>
              </a:ext>
            </a:extLst>
          </p:cNvPr>
          <p:cNvSpPr>
            <a:spLocks noGrp="1"/>
          </p:cNvSpPr>
          <p:nvPr/>
        </p:nvSpPr>
        <p:spPr>
          <a:xfrm>
            <a:off x="3982891" y="4293454"/>
            <a:ext cx="576303" cy="57630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3" name="anim_o3305_1">
            <a:extLst>
              <a:ext uri="{FF2B5EF4-FFF2-40B4-BE49-F238E27FC236}">
                <a16:creationId xmlns:a16="http://schemas.microsoft.com/office/drawing/2014/main" id="{7D74394F-84D2-4871-9570-62055E8CDBD6}"/>
              </a:ext>
            </a:extLst>
          </p:cNvPr>
          <p:cNvSpPr>
            <a:spLocks noGrp="1"/>
          </p:cNvSpPr>
          <p:nvPr/>
        </p:nvSpPr>
        <p:spPr>
          <a:xfrm>
            <a:off x="2830286" y="4869756"/>
            <a:ext cx="576303" cy="57630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4" name="anim_o3310_1">
            <a:extLst>
              <a:ext uri="{FF2B5EF4-FFF2-40B4-BE49-F238E27FC236}">
                <a16:creationId xmlns:a16="http://schemas.microsoft.com/office/drawing/2014/main" id="{6E59F9E8-92D9-4D2C-BAD2-B839191EFA12}"/>
              </a:ext>
            </a:extLst>
          </p:cNvPr>
          <p:cNvSpPr>
            <a:spLocks noGrp="1"/>
          </p:cNvSpPr>
          <p:nvPr/>
        </p:nvSpPr>
        <p:spPr>
          <a:xfrm>
            <a:off x="3406588" y="4869756"/>
            <a:ext cx="576303" cy="57630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5" name="anim_o3314_1">
            <a:extLst>
              <a:ext uri="{FF2B5EF4-FFF2-40B4-BE49-F238E27FC236}">
                <a16:creationId xmlns:a16="http://schemas.microsoft.com/office/drawing/2014/main" id="{D661FE4E-9BC2-423D-9ABF-F77CDDDE503B}"/>
              </a:ext>
            </a:extLst>
          </p:cNvPr>
          <p:cNvSpPr>
            <a:spLocks noGrp="1"/>
          </p:cNvSpPr>
          <p:nvPr/>
        </p:nvSpPr>
        <p:spPr>
          <a:xfrm>
            <a:off x="3982891" y="4869756"/>
            <a:ext cx="576303" cy="576303"/>
          </a:xfrm>
          <a:prstGeom prst="rect">
            <a:avLst/>
          </a:prstGeom>
          <a:solidFill>
            <a:srgbClr val="FFFF00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6" name="anim_to3280_0_1">
            <a:extLst>
              <a:ext uri="{FF2B5EF4-FFF2-40B4-BE49-F238E27FC236}">
                <a16:creationId xmlns:a16="http://schemas.microsoft.com/office/drawing/2014/main" id="{5E11DA46-DB39-40E2-9713-1C5198CB8D85}"/>
              </a:ext>
            </a:extLst>
          </p:cNvPr>
          <p:cNvSpPr>
            <a:spLocks noGrp="1"/>
          </p:cNvSpPr>
          <p:nvPr/>
        </p:nvSpPr>
        <p:spPr>
          <a:xfrm>
            <a:off x="2943412" y="3817234"/>
            <a:ext cx="369101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17" name="anim_to3285_0_1">
            <a:extLst>
              <a:ext uri="{FF2B5EF4-FFF2-40B4-BE49-F238E27FC236}">
                <a16:creationId xmlns:a16="http://schemas.microsoft.com/office/drawing/2014/main" id="{96DD4E5C-0BDB-4014-875B-BB2882CBA492}"/>
              </a:ext>
            </a:extLst>
          </p:cNvPr>
          <p:cNvSpPr>
            <a:spLocks noGrp="1"/>
          </p:cNvSpPr>
          <p:nvPr/>
        </p:nvSpPr>
        <p:spPr>
          <a:xfrm>
            <a:off x="3602464" y="3817234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18" name="anim_to3289_0_1">
            <a:extLst>
              <a:ext uri="{FF2B5EF4-FFF2-40B4-BE49-F238E27FC236}">
                <a16:creationId xmlns:a16="http://schemas.microsoft.com/office/drawing/2014/main" id="{A0779C44-60D6-4F43-AD6A-B735C7635AC5}"/>
              </a:ext>
            </a:extLst>
          </p:cNvPr>
          <p:cNvSpPr>
            <a:spLocks noGrp="1"/>
          </p:cNvSpPr>
          <p:nvPr/>
        </p:nvSpPr>
        <p:spPr>
          <a:xfrm>
            <a:off x="4178767" y="3817234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19" name="anim_to3293_0_1">
            <a:extLst>
              <a:ext uri="{FF2B5EF4-FFF2-40B4-BE49-F238E27FC236}">
                <a16:creationId xmlns:a16="http://schemas.microsoft.com/office/drawing/2014/main" id="{3402C463-5456-44A4-B022-8AADD2CA37C1}"/>
              </a:ext>
            </a:extLst>
          </p:cNvPr>
          <p:cNvSpPr>
            <a:spLocks noGrp="1"/>
          </p:cNvSpPr>
          <p:nvPr/>
        </p:nvSpPr>
        <p:spPr>
          <a:xfrm>
            <a:off x="2943412" y="4393536"/>
            <a:ext cx="369101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20" name="anim_to3298_0_1">
            <a:extLst>
              <a:ext uri="{FF2B5EF4-FFF2-40B4-BE49-F238E27FC236}">
                <a16:creationId xmlns:a16="http://schemas.microsoft.com/office/drawing/2014/main" id="{61C4E438-6239-4ADE-B421-4979D543B7FC}"/>
              </a:ext>
            </a:extLst>
          </p:cNvPr>
          <p:cNvSpPr>
            <a:spLocks noGrp="1"/>
          </p:cNvSpPr>
          <p:nvPr/>
        </p:nvSpPr>
        <p:spPr>
          <a:xfrm>
            <a:off x="3602464" y="4393536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21" name="anim_to3302_0_1">
            <a:extLst>
              <a:ext uri="{FF2B5EF4-FFF2-40B4-BE49-F238E27FC236}">
                <a16:creationId xmlns:a16="http://schemas.microsoft.com/office/drawing/2014/main" id="{8E12877C-D81E-43C1-85BA-655547E123BB}"/>
              </a:ext>
            </a:extLst>
          </p:cNvPr>
          <p:cNvSpPr>
            <a:spLocks noGrp="1"/>
          </p:cNvSpPr>
          <p:nvPr/>
        </p:nvSpPr>
        <p:spPr>
          <a:xfrm>
            <a:off x="4178767" y="4393536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22" name="anim_to3306_0_1">
            <a:extLst>
              <a:ext uri="{FF2B5EF4-FFF2-40B4-BE49-F238E27FC236}">
                <a16:creationId xmlns:a16="http://schemas.microsoft.com/office/drawing/2014/main" id="{0F378044-755B-4BA8-AE7E-28E463FA9DF0}"/>
              </a:ext>
            </a:extLst>
          </p:cNvPr>
          <p:cNvSpPr>
            <a:spLocks noGrp="1"/>
          </p:cNvSpPr>
          <p:nvPr/>
        </p:nvSpPr>
        <p:spPr>
          <a:xfrm>
            <a:off x="2943412" y="4969839"/>
            <a:ext cx="369101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23" name="anim_to3311_0_1">
            <a:extLst>
              <a:ext uri="{FF2B5EF4-FFF2-40B4-BE49-F238E27FC236}">
                <a16:creationId xmlns:a16="http://schemas.microsoft.com/office/drawing/2014/main" id="{29F4BFB4-0520-418D-9231-C6BCC401E16A}"/>
              </a:ext>
            </a:extLst>
          </p:cNvPr>
          <p:cNvSpPr>
            <a:spLocks noGrp="1"/>
          </p:cNvSpPr>
          <p:nvPr/>
        </p:nvSpPr>
        <p:spPr>
          <a:xfrm>
            <a:off x="3602464" y="4969839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24" name="anim_to3315_0_1">
            <a:extLst>
              <a:ext uri="{FF2B5EF4-FFF2-40B4-BE49-F238E27FC236}">
                <a16:creationId xmlns:a16="http://schemas.microsoft.com/office/drawing/2014/main" id="{B2B780D4-F0E3-4239-94C9-EBC3BF8EC6F8}"/>
              </a:ext>
            </a:extLst>
          </p:cNvPr>
          <p:cNvSpPr>
            <a:spLocks noGrp="1"/>
          </p:cNvSpPr>
          <p:nvPr/>
        </p:nvSpPr>
        <p:spPr>
          <a:xfrm>
            <a:off x="4178767" y="4969839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25" name="anim_o3279_2">
            <a:extLst>
              <a:ext uri="{FF2B5EF4-FFF2-40B4-BE49-F238E27FC236}">
                <a16:creationId xmlns:a16="http://schemas.microsoft.com/office/drawing/2014/main" id="{27E46AB1-4EB8-40F5-B7AB-C3FF35FD742E}"/>
              </a:ext>
            </a:extLst>
          </p:cNvPr>
          <p:cNvSpPr>
            <a:spLocks noGrp="1"/>
          </p:cNvSpPr>
          <p:nvPr/>
        </p:nvSpPr>
        <p:spPr>
          <a:xfrm>
            <a:off x="2830286" y="3717151"/>
            <a:ext cx="576303" cy="576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6" name="anim_o3284_2">
            <a:extLst>
              <a:ext uri="{FF2B5EF4-FFF2-40B4-BE49-F238E27FC236}">
                <a16:creationId xmlns:a16="http://schemas.microsoft.com/office/drawing/2014/main" id="{615A0E39-41AE-41D6-8D78-D85BA7C40862}"/>
              </a:ext>
            </a:extLst>
          </p:cNvPr>
          <p:cNvSpPr>
            <a:spLocks noGrp="1"/>
          </p:cNvSpPr>
          <p:nvPr/>
        </p:nvSpPr>
        <p:spPr>
          <a:xfrm>
            <a:off x="3406588" y="3717151"/>
            <a:ext cx="576303" cy="576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7" name="anim_o3288_2">
            <a:extLst>
              <a:ext uri="{FF2B5EF4-FFF2-40B4-BE49-F238E27FC236}">
                <a16:creationId xmlns:a16="http://schemas.microsoft.com/office/drawing/2014/main" id="{EE314ED7-52F0-4BD7-9C25-AD2EC23CB702}"/>
              </a:ext>
            </a:extLst>
          </p:cNvPr>
          <p:cNvSpPr>
            <a:spLocks noGrp="1"/>
          </p:cNvSpPr>
          <p:nvPr/>
        </p:nvSpPr>
        <p:spPr>
          <a:xfrm>
            <a:off x="3982891" y="3717151"/>
            <a:ext cx="576303" cy="576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8" name="anim_o3292_2">
            <a:extLst>
              <a:ext uri="{FF2B5EF4-FFF2-40B4-BE49-F238E27FC236}">
                <a16:creationId xmlns:a16="http://schemas.microsoft.com/office/drawing/2014/main" id="{638C1C3F-20BF-470B-9D53-B3E2C8EF3B38}"/>
              </a:ext>
            </a:extLst>
          </p:cNvPr>
          <p:cNvSpPr>
            <a:spLocks noGrp="1"/>
          </p:cNvSpPr>
          <p:nvPr/>
        </p:nvSpPr>
        <p:spPr>
          <a:xfrm>
            <a:off x="2830286" y="4293454"/>
            <a:ext cx="576303" cy="576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9" name="anim_o3297_2">
            <a:extLst>
              <a:ext uri="{FF2B5EF4-FFF2-40B4-BE49-F238E27FC236}">
                <a16:creationId xmlns:a16="http://schemas.microsoft.com/office/drawing/2014/main" id="{BB0925D9-4F54-4AF0-B295-13F2EBE698AC}"/>
              </a:ext>
            </a:extLst>
          </p:cNvPr>
          <p:cNvSpPr>
            <a:spLocks noGrp="1"/>
          </p:cNvSpPr>
          <p:nvPr/>
        </p:nvSpPr>
        <p:spPr>
          <a:xfrm>
            <a:off x="3406588" y="4293454"/>
            <a:ext cx="576303" cy="576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0" name="anim_o3301_2">
            <a:extLst>
              <a:ext uri="{FF2B5EF4-FFF2-40B4-BE49-F238E27FC236}">
                <a16:creationId xmlns:a16="http://schemas.microsoft.com/office/drawing/2014/main" id="{ED4BB63F-8DEC-456E-8F2E-F71FB143881F}"/>
              </a:ext>
            </a:extLst>
          </p:cNvPr>
          <p:cNvSpPr>
            <a:spLocks noGrp="1"/>
          </p:cNvSpPr>
          <p:nvPr/>
        </p:nvSpPr>
        <p:spPr>
          <a:xfrm>
            <a:off x="3982891" y="4293454"/>
            <a:ext cx="576303" cy="576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1" name="anim_o3305_2">
            <a:extLst>
              <a:ext uri="{FF2B5EF4-FFF2-40B4-BE49-F238E27FC236}">
                <a16:creationId xmlns:a16="http://schemas.microsoft.com/office/drawing/2014/main" id="{90BEA76E-7B8D-49B9-B789-5C1609B1006D}"/>
              </a:ext>
            </a:extLst>
          </p:cNvPr>
          <p:cNvSpPr>
            <a:spLocks noGrp="1"/>
          </p:cNvSpPr>
          <p:nvPr/>
        </p:nvSpPr>
        <p:spPr>
          <a:xfrm>
            <a:off x="2830286" y="4869756"/>
            <a:ext cx="576303" cy="576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2" name="anim_o3310_2">
            <a:extLst>
              <a:ext uri="{FF2B5EF4-FFF2-40B4-BE49-F238E27FC236}">
                <a16:creationId xmlns:a16="http://schemas.microsoft.com/office/drawing/2014/main" id="{0D1DF897-DD90-47CD-AD99-642814FCB95F}"/>
              </a:ext>
            </a:extLst>
          </p:cNvPr>
          <p:cNvSpPr>
            <a:spLocks noGrp="1"/>
          </p:cNvSpPr>
          <p:nvPr/>
        </p:nvSpPr>
        <p:spPr>
          <a:xfrm>
            <a:off x="3406588" y="4869756"/>
            <a:ext cx="576303" cy="576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3" name="anim_o3314_2">
            <a:extLst>
              <a:ext uri="{FF2B5EF4-FFF2-40B4-BE49-F238E27FC236}">
                <a16:creationId xmlns:a16="http://schemas.microsoft.com/office/drawing/2014/main" id="{C67209F4-B013-4266-8F24-BE9BB3EE94F5}"/>
              </a:ext>
            </a:extLst>
          </p:cNvPr>
          <p:cNvSpPr>
            <a:spLocks noGrp="1"/>
          </p:cNvSpPr>
          <p:nvPr/>
        </p:nvSpPr>
        <p:spPr>
          <a:xfrm>
            <a:off x="3982891" y="4869756"/>
            <a:ext cx="576303" cy="576303"/>
          </a:xfrm>
          <a:prstGeom prst="rect">
            <a:avLst/>
          </a:prstGeom>
          <a:solidFill>
            <a:srgbClr val="FFFF00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4" name="anim_to3319_0_1">
            <a:extLst>
              <a:ext uri="{FF2B5EF4-FFF2-40B4-BE49-F238E27FC236}">
                <a16:creationId xmlns:a16="http://schemas.microsoft.com/office/drawing/2014/main" id="{C9048A5E-CF6D-4784-AC8D-7D5A4005733E}"/>
              </a:ext>
            </a:extLst>
          </p:cNvPr>
          <p:cNvSpPr>
            <a:spLocks noGrp="1"/>
          </p:cNvSpPr>
          <p:nvPr/>
        </p:nvSpPr>
        <p:spPr>
          <a:xfrm>
            <a:off x="5029920" y="3349311"/>
            <a:ext cx="288231" cy="7356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*</a:t>
            </a:r>
          </a:p>
        </p:txBody>
      </p:sp>
      <p:sp>
        <p:nvSpPr>
          <p:cNvPr id="135" name="anim_to3388_0_1">
            <a:extLst>
              <a:ext uri="{FF2B5EF4-FFF2-40B4-BE49-F238E27FC236}">
                <a16:creationId xmlns:a16="http://schemas.microsoft.com/office/drawing/2014/main" id="{FDE49042-AFF7-420C-BCEE-1CB628FD6836}"/>
              </a:ext>
            </a:extLst>
          </p:cNvPr>
          <p:cNvSpPr>
            <a:spLocks noGrp="1"/>
          </p:cNvSpPr>
          <p:nvPr/>
        </p:nvSpPr>
        <p:spPr>
          <a:xfrm>
            <a:off x="7969463" y="3349311"/>
            <a:ext cx="479508" cy="7356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136" name="anim_to3322_0_1">
            <a:extLst>
              <a:ext uri="{FF2B5EF4-FFF2-40B4-BE49-F238E27FC236}">
                <a16:creationId xmlns:a16="http://schemas.microsoft.com/office/drawing/2014/main" id="{72CF30AA-F98F-4F07-A026-4E0037ED0A99}"/>
              </a:ext>
            </a:extLst>
          </p:cNvPr>
          <p:cNvSpPr>
            <a:spLocks noGrp="1"/>
          </p:cNvSpPr>
          <p:nvPr/>
        </p:nvSpPr>
        <p:spPr>
          <a:xfrm>
            <a:off x="5764155" y="1727502"/>
            <a:ext cx="1759304" cy="4889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0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80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pPr>
            <a:r>
              <a:rPr sz="3080" b="1">
                <a:solidFill>
                  <a:srgbClr val="FFFF00"/>
                </a:solidFill>
                <a:latin typeface="Consolas"/>
                <a:ea typeface="Consolas"/>
                <a:cs typeface="Consolas"/>
              </a:rPr>
              <a:t>Vertical</a:t>
            </a:r>
          </a:p>
        </p:txBody>
      </p:sp>
      <p:sp>
        <p:nvSpPr>
          <p:cNvPr id="137" name="anim_to3322_1_1">
            <a:extLst>
              <a:ext uri="{FF2B5EF4-FFF2-40B4-BE49-F238E27FC236}">
                <a16:creationId xmlns:a16="http://schemas.microsoft.com/office/drawing/2014/main" id="{84C9D4C7-900D-4B8F-B229-0320B4C26794}"/>
              </a:ext>
            </a:extLst>
          </p:cNvPr>
          <p:cNvSpPr>
            <a:spLocks noGrp="1"/>
          </p:cNvSpPr>
          <p:nvPr/>
        </p:nvSpPr>
        <p:spPr>
          <a:xfrm>
            <a:off x="5979306" y="2177363"/>
            <a:ext cx="1329003" cy="4889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0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80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pPr>
            <a:r>
              <a:rPr sz="3080" b="1">
                <a:solidFill>
                  <a:srgbClr val="FFFF00"/>
                </a:solidFill>
                <a:latin typeface="Consolas"/>
                <a:ea typeface="Consolas"/>
                <a:cs typeface="Consolas"/>
              </a:rPr>
              <a:t>Filter</a:t>
            </a:r>
          </a:p>
        </p:txBody>
      </p:sp>
      <p:sp>
        <p:nvSpPr>
          <p:cNvPr id="138" name="anim_o3473_1">
            <a:extLst>
              <a:ext uri="{FF2B5EF4-FFF2-40B4-BE49-F238E27FC236}">
                <a16:creationId xmlns:a16="http://schemas.microsoft.com/office/drawing/2014/main" id="{975F750F-D65F-41A1-AC41-7311D02A55BE}"/>
              </a:ext>
            </a:extLst>
          </p:cNvPr>
          <p:cNvSpPr>
            <a:spLocks noGrp="1"/>
          </p:cNvSpPr>
          <p:nvPr/>
        </p:nvSpPr>
        <p:spPr>
          <a:xfrm>
            <a:off x="2379266" y="4523140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9" name="anim_o3474_1">
            <a:extLst>
              <a:ext uri="{FF2B5EF4-FFF2-40B4-BE49-F238E27FC236}">
                <a16:creationId xmlns:a16="http://schemas.microsoft.com/office/drawing/2014/main" id="{3DBD4023-B4FD-44B4-BE34-A9DBECE240FA}"/>
              </a:ext>
            </a:extLst>
          </p:cNvPr>
          <p:cNvSpPr>
            <a:spLocks noGrp="1"/>
          </p:cNvSpPr>
          <p:nvPr/>
        </p:nvSpPr>
        <p:spPr>
          <a:xfrm>
            <a:off x="2671594" y="4523140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0" name="anim_o3475_1">
            <a:extLst>
              <a:ext uri="{FF2B5EF4-FFF2-40B4-BE49-F238E27FC236}">
                <a16:creationId xmlns:a16="http://schemas.microsoft.com/office/drawing/2014/main" id="{53B03DD8-76D4-45EE-A937-52DD67A931D4}"/>
              </a:ext>
            </a:extLst>
          </p:cNvPr>
          <p:cNvSpPr>
            <a:spLocks noGrp="1"/>
          </p:cNvSpPr>
          <p:nvPr/>
        </p:nvSpPr>
        <p:spPr>
          <a:xfrm>
            <a:off x="2963921" y="4523140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1" name="anim_o3476_1">
            <a:extLst>
              <a:ext uri="{FF2B5EF4-FFF2-40B4-BE49-F238E27FC236}">
                <a16:creationId xmlns:a16="http://schemas.microsoft.com/office/drawing/2014/main" id="{D968F24D-EFAF-4C00-8D92-9BDD485DD012}"/>
              </a:ext>
            </a:extLst>
          </p:cNvPr>
          <p:cNvSpPr>
            <a:spLocks noGrp="1"/>
          </p:cNvSpPr>
          <p:nvPr/>
        </p:nvSpPr>
        <p:spPr>
          <a:xfrm>
            <a:off x="3256248" y="4523140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2" name="anim_o3477_1">
            <a:extLst>
              <a:ext uri="{FF2B5EF4-FFF2-40B4-BE49-F238E27FC236}">
                <a16:creationId xmlns:a16="http://schemas.microsoft.com/office/drawing/2014/main" id="{49B89755-23BC-4CF3-918A-9CDE054C53A5}"/>
              </a:ext>
            </a:extLst>
          </p:cNvPr>
          <p:cNvSpPr>
            <a:spLocks noGrp="1"/>
          </p:cNvSpPr>
          <p:nvPr/>
        </p:nvSpPr>
        <p:spPr>
          <a:xfrm>
            <a:off x="3548576" y="4523140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3" name="anim_o3478_1">
            <a:extLst>
              <a:ext uri="{FF2B5EF4-FFF2-40B4-BE49-F238E27FC236}">
                <a16:creationId xmlns:a16="http://schemas.microsoft.com/office/drawing/2014/main" id="{CA0F2A5D-EF06-4C32-8AC2-3B11A1E26394}"/>
              </a:ext>
            </a:extLst>
          </p:cNvPr>
          <p:cNvSpPr>
            <a:spLocks noGrp="1"/>
          </p:cNvSpPr>
          <p:nvPr/>
        </p:nvSpPr>
        <p:spPr>
          <a:xfrm>
            <a:off x="3840903" y="4523140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4" name="anim_o3479_1">
            <a:extLst>
              <a:ext uri="{FF2B5EF4-FFF2-40B4-BE49-F238E27FC236}">
                <a16:creationId xmlns:a16="http://schemas.microsoft.com/office/drawing/2014/main" id="{F8F4E839-4AF5-49D6-BC29-396693387136}"/>
              </a:ext>
            </a:extLst>
          </p:cNvPr>
          <p:cNvSpPr>
            <a:spLocks noGrp="1"/>
          </p:cNvSpPr>
          <p:nvPr/>
        </p:nvSpPr>
        <p:spPr>
          <a:xfrm>
            <a:off x="2379266" y="4815467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5" name="anim_o3480_1">
            <a:extLst>
              <a:ext uri="{FF2B5EF4-FFF2-40B4-BE49-F238E27FC236}">
                <a16:creationId xmlns:a16="http://schemas.microsoft.com/office/drawing/2014/main" id="{0E762005-2251-4EC1-92E1-A05C0D51B768}"/>
              </a:ext>
            </a:extLst>
          </p:cNvPr>
          <p:cNvSpPr>
            <a:spLocks noGrp="1"/>
          </p:cNvSpPr>
          <p:nvPr/>
        </p:nvSpPr>
        <p:spPr>
          <a:xfrm>
            <a:off x="2671594" y="4815467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6" name="anim_o3481_1">
            <a:extLst>
              <a:ext uri="{FF2B5EF4-FFF2-40B4-BE49-F238E27FC236}">
                <a16:creationId xmlns:a16="http://schemas.microsoft.com/office/drawing/2014/main" id="{643701AA-4A79-4341-9F6C-CF055CE8BD15}"/>
              </a:ext>
            </a:extLst>
          </p:cNvPr>
          <p:cNvSpPr>
            <a:spLocks noGrp="1"/>
          </p:cNvSpPr>
          <p:nvPr/>
        </p:nvSpPr>
        <p:spPr>
          <a:xfrm>
            <a:off x="2963921" y="4815467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7" name="anim_o3482_1">
            <a:extLst>
              <a:ext uri="{FF2B5EF4-FFF2-40B4-BE49-F238E27FC236}">
                <a16:creationId xmlns:a16="http://schemas.microsoft.com/office/drawing/2014/main" id="{0C6C688B-340E-4521-A924-183C74D2625E}"/>
              </a:ext>
            </a:extLst>
          </p:cNvPr>
          <p:cNvSpPr>
            <a:spLocks noGrp="1"/>
          </p:cNvSpPr>
          <p:nvPr/>
        </p:nvSpPr>
        <p:spPr>
          <a:xfrm>
            <a:off x="3256248" y="4815467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8" name="anim_o3483_1">
            <a:extLst>
              <a:ext uri="{FF2B5EF4-FFF2-40B4-BE49-F238E27FC236}">
                <a16:creationId xmlns:a16="http://schemas.microsoft.com/office/drawing/2014/main" id="{A2573079-1392-4AF1-B104-BE791ECC6AA2}"/>
              </a:ext>
            </a:extLst>
          </p:cNvPr>
          <p:cNvSpPr>
            <a:spLocks noGrp="1"/>
          </p:cNvSpPr>
          <p:nvPr/>
        </p:nvSpPr>
        <p:spPr>
          <a:xfrm>
            <a:off x="3548576" y="4815467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9" name="anim_o3484_1">
            <a:extLst>
              <a:ext uri="{FF2B5EF4-FFF2-40B4-BE49-F238E27FC236}">
                <a16:creationId xmlns:a16="http://schemas.microsoft.com/office/drawing/2014/main" id="{2A188FDF-FCFF-439D-B943-38D45E0ABC3C}"/>
              </a:ext>
            </a:extLst>
          </p:cNvPr>
          <p:cNvSpPr>
            <a:spLocks noGrp="1"/>
          </p:cNvSpPr>
          <p:nvPr/>
        </p:nvSpPr>
        <p:spPr>
          <a:xfrm>
            <a:off x="3840903" y="4815467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0" name="anim_o3485_1">
            <a:extLst>
              <a:ext uri="{FF2B5EF4-FFF2-40B4-BE49-F238E27FC236}">
                <a16:creationId xmlns:a16="http://schemas.microsoft.com/office/drawing/2014/main" id="{CB1EBEE0-7F5C-46BC-8C37-44415CF244ED}"/>
              </a:ext>
            </a:extLst>
          </p:cNvPr>
          <p:cNvSpPr>
            <a:spLocks noGrp="1"/>
          </p:cNvSpPr>
          <p:nvPr/>
        </p:nvSpPr>
        <p:spPr>
          <a:xfrm>
            <a:off x="2379266" y="5107794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1" name="anim_o3486_1">
            <a:extLst>
              <a:ext uri="{FF2B5EF4-FFF2-40B4-BE49-F238E27FC236}">
                <a16:creationId xmlns:a16="http://schemas.microsoft.com/office/drawing/2014/main" id="{EA71C33B-24E9-48C3-ADD1-1263284B9893}"/>
              </a:ext>
            </a:extLst>
          </p:cNvPr>
          <p:cNvSpPr>
            <a:spLocks noGrp="1"/>
          </p:cNvSpPr>
          <p:nvPr/>
        </p:nvSpPr>
        <p:spPr>
          <a:xfrm>
            <a:off x="2671594" y="5107794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2" name="anim_o3487_1">
            <a:extLst>
              <a:ext uri="{FF2B5EF4-FFF2-40B4-BE49-F238E27FC236}">
                <a16:creationId xmlns:a16="http://schemas.microsoft.com/office/drawing/2014/main" id="{C832FDEC-DBA1-449F-A584-E2038B01361C}"/>
              </a:ext>
            </a:extLst>
          </p:cNvPr>
          <p:cNvSpPr>
            <a:spLocks noGrp="1"/>
          </p:cNvSpPr>
          <p:nvPr/>
        </p:nvSpPr>
        <p:spPr>
          <a:xfrm>
            <a:off x="2963921" y="5107794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3" name="anim_o3488_1">
            <a:extLst>
              <a:ext uri="{FF2B5EF4-FFF2-40B4-BE49-F238E27FC236}">
                <a16:creationId xmlns:a16="http://schemas.microsoft.com/office/drawing/2014/main" id="{F39A9C92-BB71-4BC6-8C57-8F3D305CEC3A}"/>
              </a:ext>
            </a:extLst>
          </p:cNvPr>
          <p:cNvSpPr>
            <a:spLocks noGrp="1"/>
          </p:cNvSpPr>
          <p:nvPr/>
        </p:nvSpPr>
        <p:spPr>
          <a:xfrm>
            <a:off x="3256248" y="5107794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4" name="anim_o3489_1">
            <a:extLst>
              <a:ext uri="{FF2B5EF4-FFF2-40B4-BE49-F238E27FC236}">
                <a16:creationId xmlns:a16="http://schemas.microsoft.com/office/drawing/2014/main" id="{21F8136E-CD76-4551-80BF-3720C8EB9059}"/>
              </a:ext>
            </a:extLst>
          </p:cNvPr>
          <p:cNvSpPr>
            <a:spLocks noGrp="1"/>
          </p:cNvSpPr>
          <p:nvPr/>
        </p:nvSpPr>
        <p:spPr>
          <a:xfrm>
            <a:off x="3548576" y="5107794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5" name="anim_o3490_1">
            <a:extLst>
              <a:ext uri="{FF2B5EF4-FFF2-40B4-BE49-F238E27FC236}">
                <a16:creationId xmlns:a16="http://schemas.microsoft.com/office/drawing/2014/main" id="{76B37DC8-1D39-44D5-B91D-2C05FDF8EB04}"/>
              </a:ext>
            </a:extLst>
          </p:cNvPr>
          <p:cNvSpPr>
            <a:spLocks noGrp="1"/>
          </p:cNvSpPr>
          <p:nvPr/>
        </p:nvSpPr>
        <p:spPr>
          <a:xfrm>
            <a:off x="3840903" y="5107794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6" name="anim_o3491_1">
            <a:extLst>
              <a:ext uri="{FF2B5EF4-FFF2-40B4-BE49-F238E27FC236}">
                <a16:creationId xmlns:a16="http://schemas.microsoft.com/office/drawing/2014/main" id="{41C7C3FE-24E2-4C8B-9156-88FE2D6FEE1E}"/>
              </a:ext>
            </a:extLst>
          </p:cNvPr>
          <p:cNvSpPr>
            <a:spLocks noGrp="1"/>
          </p:cNvSpPr>
          <p:nvPr/>
        </p:nvSpPr>
        <p:spPr>
          <a:xfrm>
            <a:off x="2379266" y="5400122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7" name="anim_o3492_1">
            <a:extLst>
              <a:ext uri="{FF2B5EF4-FFF2-40B4-BE49-F238E27FC236}">
                <a16:creationId xmlns:a16="http://schemas.microsoft.com/office/drawing/2014/main" id="{CA4B04F1-653F-4A41-817B-1C618348B07F}"/>
              </a:ext>
            </a:extLst>
          </p:cNvPr>
          <p:cNvSpPr>
            <a:spLocks noGrp="1"/>
          </p:cNvSpPr>
          <p:nvPr/>
        </p:nvSpPr>
        <p:spPr>
          <a:xfrm>
            <a:off x="2671594" y="5400122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8" name="anim_o3493_1">
            <a:extLst>
              <a:ext uri="{FF2B5EF4-FFF2-40B4-BE49-F238E27FC236}">
                <a16:creationId xmlns:a16="http://schemas.microsoft.com/office/drawing/2014/main" id="{73F53724-57FB-4E42-889A-6EA05ECD0DCF}"/>
              </a:ext>
            </a:extLst>
          </p:cNvPr>
          <p:cNvSpPr>
            <a:spLocks noGrp="1"/>
          </p:cNvSpPr>
          <p:nvPr/>
        </p:nvSpPr>
        <p:spPr>
          <a:xfrm>
            <a:off x="2963921" y="5400122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9" name="anim_o3494_1">
            <a:extLst>
              <a:ext uri="{FF2B5EF4-FFF2-40B4-BE49-F238E27FC236}">
                <a16:creationId xmlns:a16="http://schemas.microsoft.com/office/drawing/2014/main" id="{E8267EE3-4B51-4A4A-A281-B2636086C930}"/>
              </a:ext>
            </a:extLst>
          </p:cNvPr>
          <p:cNvSpPr>
            <a:spLocks noGrp="1"/>
          </p:cNvSpPr>
          <p:nvPr/>
        </p:nvSpPr>
        <p:spPr>
          <a:xfrm>
            <a:off x="3256248" y="5400122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0" name="anim_o3495_1">
            <a:extLst>
              <a:ext uri="{FF2B5EF4-FFF2-40B4-BE49-F238E27FC236}">
                <a16:creationId xmlns:a16="http://schemas.microsoft.com/office/drawing/2014/main" id="{85B711EE-857C-48C7-BF1D-4D21808A55D5}"/>
              </a:ext>
            </a:extLst>
          </p:cNvPr>
          <p:cNvSpPr>
            <a:spLocks noGrp="1"/>
          </p:cNvSpPr>
          <p:nvPr/>
        </p:nvSpPr>
        <p:spPr>
          <a:xfrm>
            <a:off x="3548576" y="5400122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1" name="anim_o3496_1">
            <a:extLst>
              <a:ext uri="{FF2B5EF4-FFF2-40B4-BE49-F238E27FC236}">
                <a16:creationId xmlns:a16="http://schemas.microsoft.com/office/drawing/2014/main" id="{7A9C752D-7325-4DEB-8508-AD25F5F1C197}"/>
              </a:ext>
            </a:extLst>
          </p:cNvPr>
          <p:cNvSpPr>
            <a:spLocks noGrp="1"/>
          </p:cNvSpPr>
          <p:nvPr/>
        </p:nvSpPr>
        <p:spPr>
          <a:xfrm>
            <a:off x="3840903" y="5400122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2" name="anim_o3497_1">
            <a:extLst>
              <a:ext uri="{FF2B5EF4-FFF2-40B4-BE49-F238E27FC236}">
                <a16:creationId xmlns:a16="http://schemas.microsoft.com/office/drawing/2014/main" id="{1CA43D0E-6EC9-4FD6-BCC9-FF37BA8637F8}"/>
              </a:ext>
            </a:extLst>
          </p:cNvPr>
          <p:cNvSpPr>
            <a:spLocks noGrp="1"/>
          </p:cNvSpPr>
          <p:nvPr/>
        </p:nvSpPr>
        <p:spPr>
          <a:xfrm>
            <a:off x="2379266" y="5692449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3" name="anim_o3498_1">
            <a:extLst>
              <a:ext uri="{FF2B5EF4-FFF2-40B4-BE49-F238E27FC236}">
                <a16:creationId xmlns:a16="http://schemas.microsoft.com/office/drawing/2014/main" id="{CEF06095-3598-4358-B1B9-633B6A09A276}"/>
              </a:ext>
            </a:extLst>
          </p:cNvPr>
          <p:cNvSpPr>
            <a:spLocks noGrp="1"/>
          </p:cNvSpPr>
          <p:nvPr/>
        </p:nvSpPr>
        <p:spPr>
          <a:xfrm>
            <a:off x="2671594" y="5692449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4" name="anim_o3499_1">
            <a:extLst>
              <a:ext uri="{FF2B5EF4-FFF2-40B4-BE49-F238E27FC236}">
                <a16:creationId xmlns:a16="http://schemas.microsoft.com/office/drawing/2014/main" id="{A58E705A-AE3C-443D-A9EC-3166E6034AA7}"/>
              </a:ext>
            </a:extLst>
          </p:cNvPr>
          <p:cNvSpPr>
            <a:spLocks noGrp="1"/>
          </p:cNvSpPr>
          <p:nvPr/>
        </p:nvSpPr>
        <p:spPr>
          <a:xfrm>
            <a:off x="2963921" y="5692449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5" name="anim_o3500_1">
            <a:extLst>
              <a:ext uri="{FF2B5EF4-FFF2-40B4-BE49-F238E27FC236}">
                <a16:creationId xmlns:a16="http://schemas.microsoft.com/office/drawing/2014/main" id="{02C2230A-031F-467B-9B72-DA0BC1193AA7}"/>
              </a:ext>
            </a:extLst>
          </p:cNvPr>
          <p:cNvSpPr>
            <a:spLocks noGrp="1"/>
          </p:cNvSpPr>
          <p:nvPr/>
        </p:nvSpPr>
        <p:spPr>
          <a:xfrm>
            <a:off x="3256248" y="5692449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6" name="anim_o3501_1">
            <a:extLst>
              <a:ext uri="{FF2B5EF4-FFF2-40B4-BE49-F238E27FC236}">
                <a16:creationId xmlns:a16="http://schemas.microsoft.com/office/drawing/2014/main" id="{9C65B419-58F1-481B-AA2E-2B9E72FD68B3}"/>
              </a:ext>
            </a:extLst>
          </p:cNvPr>
          <p:cNvSpPr>
            <a:spLocks noGrp="1"/>
          </p:cNvSpPr>
          <p:nvPr/>
        </p:nvSpPr>
        <p:spPr>
          <a:xfrm>
            <a:off x="3548576" y="5692449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7" name="anim_o3502_1">
            <a:extLst>
              <a:ext uri="{FF2B5EF4-FFF2-40B4-BE49-F238E27FC236}">
                <a16:creationId xmlns:a16="http://schemas.microsoft.com/office/drawing/2014/main" id="{AE83138C-EF85-4C50-870E-C54283530B6B}"/>
              </a:ext>
            </a:extLst>
          </p:cNvPr>
          <p:cNvSpPr>
            <a:spLocks noGrp="1"/>
          </p:cNvSpPr>
          <p:nvPr/>
        </p:nvSpPr>
        <p:spPr>
          <a:xfrm>
            <a:off x="3840903" y="5692449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8" name="anim_o3503_1">
            <a:extLst>
              <a:ext uri="{FF2B5EF4-FFF2-40B4-BE49-F238E27FC236}">
                <a16:creationId xmlns:a16="http://schemas.microsoft.com/office/drawing/2014/main" id="{784B4F2A-907C-4356-A246-9A38848AE42B}"/>
              </a:ext>
            </a:extLst>
          </p:cNvPr>
          <p:cNvSpPr>
            <a:spLocks noGrp="1"/>
          </p:cNvSpPr>
          <p:nvPr/>
        </p:nvSpPr>
        <p:spPr>
          <a:xfrm>
            <a:off x="2379266" y="5984776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9" name="anim_o3504_1">
            <a:extLst>
              <a:ext uri="{FF2B5EF4-FFF2-40B4-BE49-F238E27FC236}">
                <a16:creationId xmlns:a16="http://schemas.microsoft.com/office/drawing/2014/main" id="{34CD3A4B-7AE0-402F-863B-057C359BB87D}"/>
              </a:ext>
            </a:extLst>
          </p:cNvPr>
          <p:cNvSpPr>
            <a:spLocks noGrp="1"/>
          </p:cNvSpPr>
          <p:nvPr/>
        </p:nvSpPr>
        <p:spPr>
          <a:xfrm>
            <a:off x="2671594" y="5984776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0" name="anim_o3505_1">
            <a:extLst>
              <a:ext uri="{FF2B5EF4-FFF2-40B4-BE49-F238E27FC236}">
                <a16:creationId xmlns:a16="http://schemas.microsoft.com/office/drawing/2014/main" id="{571AA8F3-CCAA-4DD4-912D-C353B6B3EFC2}"/>
              </a:ext>
            </a:extLst>
          </p:cNvPr>
          <p:cNvSpPr>
            <a:spLocks noGrp="1"/>
          </p:cNvSpPr>
          <p:nvPr/>
        </p:nvSpPr>
        <p:spPr>
          <a:xfrm>
            <a:off x="2963921" y="5984776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1" name="anim_o3506_1">
            <a:extLst>
              <a:ext uri="{FF2B5EF4-FFF2-40B4-BE49-F238E27FC236}">
                <a16:creationId xmlns:a16="http://schemas.microsoft.com/office/drawing/2014/main" id="{FCAB5EF3-36DB-429E-BCFC-3AA45406F285}"/>
              </a:ext>
            </a:extLst>
          </p:cNvPr>
          <p:cNvSpPr>
            <a:spLocks noGrp="1"/>
          </p:cNvSpPr>
          <p:nvPr/>
        </p:nvSpPr>
        <p:spPr>
          <a:xfrm>
            <a:off x="3256248" y="5984776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2" name="anim_o3507_1">
            <a:extLst>
              <a:ext uri="{FF2B5EF4-FFF2-40B4-BE49-F238E27FC236}">
                <a16:creationId xmlns:a16="http://schemas.microsoft.com/office/drawing/2014/main" id="{4410E192-AA3B-4ECA-93DA-87FEDE3606CA}"/>
              </a:ext>
            </a:extLst>
          </p:cNvPr>
          <p:cNvSpPr>
            <a:spLocks noGrp="1"/>
          </p:cNvSpPr>
          <p:nvPr/>
        </p:nvSpPr>
        <p:spPr>
          <a:xfrm>
            <a:off x="3548576" y="5984776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3" name="anim_o3508_1">
            <a:extLst>
              <a:ext uri="{FF2B5EF4-FFF2-40B4-BE49-F238E27FC236}">
                <a16:creationId xmlns:a16="http://schemas.microsoft.com/office/drawing/2014/main" id="{BFBE21E4-6848-4633-84BC-99FDE4332483}"/>
              </a:ext>
            </a:extLst>
          </p:cNvPr>
          <p:cNvSpPr>
            <a:spLocks noGrp="1"/>
          </p:cNvSpPr>
          <p:nvPr/>
        </p:nvSpPr>
        <p:spPr>
          <a:xfrm>
            <a:off x="3840903" y="5984776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4" name="anim_o3510_1">
            <a:extLst>
              <a:ext uri="{FF2B5EF4-FFF2-40B4-BE49-F238E27FC236}">
                <a16:creationId xmlns:a16="http://schemas.microsoft.com/office/drawing/2014/main" id="{79564ECF-9B28-4954-B062-4AF49288A6E3}"/>
              </a:ext>
            </a:extLst>
          </p:cNvPr>
          <p:cNvSpPr>
            <a:spLocks noGrp="1"/>
          </p:cNvSpPr>
          <p:nvPr/>
        </p:nvSpPr>
        <p:spPr>
          <a:xfrm>
            <a:off x="5950184" y="4790410"/>
            <a:ext cx="409258" cy="409258"/>
          </a:xfrm>
          <a:prstGeom prst="rect">
            <a:avLst/>
          </a:prstGeom>
          <a:solidFill>
            <a:srgbClr val="000000">
              <a:alpha val="10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5" name="anim_o3511_1">
            <a:extLst>
              <a:ext uri="{FF2B5EF4-FFF2-40B4-BE49-F238E27FC236}">
                <a16:creationId xmlns:a16="http://schemas.microsoft.com/office/drawing/2014/main" id="{0452DBEE-1D8D-44B0-BC6B-1E1E1532DECD}"/>
              </a:ext>
            </a:extLst>
          </p:cNvPr>
          <p:cNvSpPr>
            <a:spLocks noGrp="1"/>
          </p:cNvSpPr>
          <p:nvPr/>
        </p:nvSpPr>
        <p:spPr>
          <a:xfrm>
            <a:off x="6359443" y="4790410"/>
            <a:ext cx="409258" cy="409258"/>
          </a:xfrm>
          <a:prstGeom prst="rect">
            <a:avLst/>
          </a:prstGeom>
          <a:solidFill>
            <a:srgbClr val="888888">
              <a:alpha val="10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6" name="anim_o3512_1">
            <a:extLst>
              <a:ext uri="{FF2B5EF4-FFF2-40B4-BE49-F238E27FC236}">
                <a16:creationId xmlns:a16="http://schemas.microsoft.com/office/drawing/2014/main" id="{E0A70299-955B-4AF6-8774-0712FD21F94C}"/>
              </a:ext>
            </a:extLst>
          </p:cNvPr>
          <p:cNvSpPr>
            <a:spLocks noGrp="1"/>
          </p:cNvSpPr>
          <p:nvPr/>
        </p:nvSpPr>
        <p:spPr>
          <a:xfrm>
            <a:off x="6768701" y="4790410"/>
            <a:ext cx="409258" cy="4092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7" name="anim_o3513_1">
            <a:extLst>
              <a:ext uri="{FF2B5EF4-FFF2-40B4-BE49-F238E27FC236}">
                <a16:creationId xmlns:a16="http://schemas.microsoft.com/office/drawing/2014/main" id="{DF36036B-AE40-494A-8722-0678D68967D3}"/>
              </a:ext>
            </a:extLst>
          </p:cNvPr>
          <p:cNvSpPr>
            <a:spLocks noGrp="1"/>
          </p:cNvSpPr>
          <p:nvPr/>
        </p:nvSpPr>
        <p:spPr>
          <a:xfrm>
            <a:off x="5950184" y="5199669"/>
            <a:ext cx="409258" cy="409258"/>
          </a:xfrm>
          <a:prstGeom prst="rect">
            <a:avLst/>
          </a:prstGeom>
          <a:solidFill>
            <a:srgbClr val="000000">
              <a:alpha val="10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8" name="anim_o3514_1">
            <a:extLst>
              <a:ext uri="{FF2B5EF4-FFF2-40B4-BE49-F238E27FC236}">
                <a16:creationId xmlns:a16="http://schemas.microsoft.com/office/drawing/2014/main" id="{7F9F7C69-0703-4AE6-90F4-2A3ACA67C681}"/>
              </a:ext>
            </a:extLst>
          </p:cNvPr>
          <p:cNvSpPr>
            <a:spLocks noGrp="1"/>
          </p:cNvSpPr>
          <p:nvPr/>
        </p:nvSpPr>
        <p:spPr>
          <a:xfrm>
            <a:off x="6359443" y="5199669"/>
            <a:ext cx="409258" cy="409258"/>
          </a:xfrm>
          <a:prstGeom prst="rect">
            <a:avLst/>
          </a:prstGeom>
          <a:solidFill>
            <a:srgbClr val="888888">
              <a:alpha val="10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9" name="anim_o3515_1">
            <a:extLst>
              <a:ext uri="{FF2B5EF4-FFF2-40B4-BE49-F238E27FC236}">
                <a16:creationId xmlns:a16="http://schemas.microsoft.com/office/drawing/2014/main" id="{7E8997FE-3E50-4CDE-9F51-79276D4AA4FD}"/>
              </a:ext>
            </a:extLst>
          </p:cNvPr>
          <p:cNvSpPr>
            <a:spLocks noGrp="1"/>
          </p:cNvSpPr>
          <p:nvPr/>
        </p:nvSpPr>
        <p:spPr>
          <a:xfrm>
            <a:off x="6768701" y="5199669"/>
            <a:ext cx="409258" cy="4092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0" name="anim_o3516_1">
            <a:extLst>
              <a:ext uri="{FF2B5EF4-FFF2-40B4-BE49-F238E27FC236}">
                <a16:creationId xmlns:a16="http://schemas.microsoft.com/office/drawing/2014/main" id="{AE6F681A-5E73-47D6-9E93-E0A8EB636792}"/>
              </a:ext>
            </a:extLst>
          </p:cNvPr>
          <p:cNvSpPr>
            <a:spLocks noGrp="1"/>
          </p:cNvSpPr>
          <p:nvPr/>
        </p:nvSpPr>
        <p:spPr>
          <a:xfrm>
            <a:off x="5950184" y="5608927"/>
            <a:ext cx="409258" cy="409258"/>
          </a:xfrm>
          <a:prstGeom prst="rect">
            <a:avLst/>
          </a:prstGeom>
          <a:solidFill>
            <a:srgbClr val="000000">
              <a:alpha val="10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1" name="anim_o3517_1">
            <a:extLst>
              <a:ext uri="{FF2B5EF4-FFF2-40B4-BE49-F238E27FC236}">
                <a16:creationId xmlns:a16="http://schemas.microsoft.com/office/drawing/2014/main" id="{6D501A71-457A-4339-B810-B081AC4D1B90}"/>
              </a:ext>
            </a:extLst>
          </p:cNvPr>
          <p:cNvSpPr>
            <a:spLocks noGrp="1"/>
          </p:cNvSpPr>
          <p:nvPr/>
        </p:nvSpPr>
        <p:spPr>
          <a:xfrm>
            <a:off x="6359443" y="5608927"/>
            <a:ext cx="409258" cy="409258"/>
          </a:xfrm>
          <a:prstGeom prst="rect">
            <a:avLst/>
          </a:prstGeom>
          <a:solidFill>
            <a:srgbClr val="888888">
              <a:alpha val="10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2" name="anim_o3518_1">
            <a:extLst>
              <a:ext uri="{FF2B5EF4-FFF2-40B4-BE49-F238E27FC236}">
                <a16:creationId xmlns:a16="http://schemas.microsoft.com/office/drawing/2014/main" id="{A8659BD0-332B-4ED2-ABCE-C40361D07F9A}"/>
              </a:ext>
            </a:extLst>
          </p:cNvPr>
          <p:cNvSpPr>
            <a:spLocks noGrp="1"/>
          </p:cNvSpPr>
          <p:nvPr/>
        </p:nvSpPr>
        <p:spPr>
          <a:xfrm>
            <a:off x="6768701" y="5608927"/>
            <a:ext cx="409258" cy="409258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3" name="anim_o3520_1">
            <a:extLst>
              <a:ext uri="{FF2B5EF4-FFF2-40B4-BE49-F238E27FC236}">
                <a16:creationId xmlns:a16="http://schemas.microsoft.com/office/drawing/2014/main" id="{9E3D0F01-A56B-4733-B1EE-8A512186AF60}"/>
              </a:ext>
            </a:extLst>
          </p:cNvPr>
          <p:cNvSpPr>
            <a:spLocks noGrp="1"/>
          </p:cNvSpPr>
          <p:nvPr/>
        </p:nvSpPr>
        <p:spPr>
          <a:xfrm>
            <a:off x="8753653" y="4549867"/>
            <a:ext cx="391719" cy="391719"/>
          </a:xfrm>
          <a:prstGeom prst="rect">
            <a:avLst/>
          </a:prstGeom>
          <a:solidFill>
            <a:srgbClr val="888888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4" name="anim_o3521_1">
            <a:extLst>
              <a:ext uri="{FF2B5EF4-FFF2-40B4-BE49-F238E27FC236}">
                <a16:creationId xmlns:a16="http://schemas.microsoft.com/office/drawing/2014/main" id="{14B2B752-EC18-4374-9059-366702EFA358}"/>
              </a:ext>
            </a:extLst>
          </p:cNvPr>
          <p:cNvSpPr>
            <a:spLocks noGrp="1"/>
          </p:cNvSpPr>
          <p:nvPr/>
        </p:nvSpPr>
        <p:spPr>
          <a:xfrm>
            <a:off x="9145372" y="4549867"/>
            <a:ext cx="391719" cy="391719"/>
          </a:xfrm>
          <a:prstGeom prst="rect">
            <a:avLst/>
          </a:prstGeom>
          <a:solidFill>
            <a:srgbClr val="FFFFFF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5" name="anim_o3522_1">
            <a:extLst>
              <a:ext uri="{FF2B5EF4-FFF2-40B4-BE49-F238E27FC236}">
                <a16:creationId xmlns:a16="http://schemas.microsoft.com/office/drawing/2014/main" id="{D731ED2E-AB95-417C-81C2-CEAE9D8D5911}"/>
              </a:ext>
            </a:extLst>
          </p:cNvPr>
          <p:cNvSpPr>
            <a:spLocks noGrp="1"/>
          </p:cNvSpPr>
          <p:nvPr/>
        </p:nvSpPr>
        <p:spPr>
          <a:xfrm>
            <a:off x="9537090" y="4549867"/>
            <a:ext cx="391719" cy="391719"/>
          </a:xfrm>
          <a:prstGeom prst="rect">
            <a:avLst/>
          </a:prstGeom>
          <a:solidFill>
            <a:srgbClr val="FFFFFF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6" name="anim_o3523_1">
            <a:extLst>
              <a:ext uri="{FF2B5EF4-FFF2-40B4-BE49-F238E27FC236}">
                <a16:creationId xmlns:a16="http://schemas.microsoft.com/office/drawing/2014/main" id="{F8F6497C-0ECC-43EA-B04B-91958C39C467}"/>
              </a:ext>
            </a:extLst>
          </p:cNvPr>
          <p:cNvSpPr>
            <a:spLocks noGrp="1"/>
          </p:cNvSpPr>
          <p:nvPr/>
        </p:nvSpPr>
        <p:spPr>
          <a:xfrm>
            <a:off x="9928809" y="4549867"/>
            <a:ext cx="391719" cy="391719"/>
          </a:xfrm>
          <a:prstGeom prst="rect">
            <a:avLst/>
          </a:prstGeom>
          <a:solidFill>
            <a:srgbClr val="888888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7" name="anim_o3524_1">
            <a:extLst>
              <a:ext uri="{FF2B5EF4-FFF2-40B4-BE49-F238E27FC236}">
                <a16:creationId xmlns:a16="http://schemas.microsoft.com/office/drawing/2014/main" id="{7583D29B-49B8-497F-A78D-AD695E24B519}"/>
              </a:ext>
            </a:extLst>
          </p:cNvPr>
          <p:cNvSpPr>
            <a:spLocks noGrp="1"/>
          </p:cNvSpPr>
          <p:nvPr/>
        </p:nvSpPr>
        <p:spPr>
          <a:xfrm>
            <a:off x="8753653" y="4941585"/>
            <a:ext cx="391719" cy="391719"/>
          </a:xfrm>
          <a:prstGeom prst="rect">
            <a:avLst/>
          </a:prstGeom>
          <a:solidFill>
            <a:srgbClr val="888888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8" name="anim_o3525_1">
            <a:extLst>
              <a:ext uri="{FF2B5EF4-FFF2-40B4-BE49-F238E27FC236}">
                <a16:creationId xmlns:a16="http://schemas.microsoft.com/office/drawing/2014/main" id="{3B39CA88-09A0-4C9F-84C1-BC355CE21E7A}"/>
              </a:ext>
            </a:extLst>
          </p:cNvPr>
          <p:cNvSpPr>
            <a:spLocks noGrp="1"/>
          </p:cNvSpPr>
          <p:nvPr/>
        </p:nvSpPr>
        <p:spPr>
          <a:xfrm>
            <a:off x="9145372" y="4941585"/>
            <a:ext cx="391719" cy="391719"/>
          </a:xfrm>
          <a:prstGeom prst="rect">
            <a:avLst/>
          </a:prstGeom>
          <a:solidFill>
            <a:srgbClr val="FFFFFF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9" name="anim_o3526_1">
            <a:extLst>
              <a:ext uri="{FF2B5EF4-FFF2-40B4-BE49-F238E27FC236}">
                <a16:creationId xmlns:a16="http://schemas.microsoft.com/office/drawing/2014/main" id="{06A789D5-96BF-4C3C-A904-7FCCF78C4D70}"/>
              </a:ext>
            </a:extLst>
          </p:cNvPr>
          <p:cNvSpPr>
            <a:spLocks noGrp="1"/>
          </p:cNvSpPr>
          <p:nvPr/>
        </p:nvSpPr>
        <p:spPr>
          <a:xfrm>
            <a:off x="9537090" y="4941585"/>
            <a:ext cx="391719" cy="391719"/>
          </a:xfrm>
          <a:prstGeom prst="rect">
            <a:avLst/>
          </a:prstGeom>
          <a:solidFill>
            <a:srgbClr val="FFFFFF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0" name="anim_o3527_1">
            <a:extLst>
              <a:ext uri="{FF2B5EF4-FFF2-40B4-BE49-F238E27FC236}">
                <a16:creationId xmlns:a16="http://schemas.microsoft.com/office/drawing/2014/main" id="{486BF363-7AE2-47A5-9763-6282D8B78169}"/>
              </a:ext>
            </a:extLst>
          </p:cNvPr>
          <p:cNvSpPr>
            <a:spLocks noGrp="1"/>
          </p:cNvSpPr>
          <p:nvPr/>
        </p:nvSpPr>
        <p:spPr>
          <a:xfrm>
            <a:off x="9928809" y="4941585"/>
            <a:ext cx="391719" cy="391719"/>
          </a:xfrm>
          <a:prstGeom prst="rect">
            <a:avLst/>
          </a:prstGeom>
          <a:solidFill>
            <a:srgbClr val="888888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1" name="anim_o3528_1">
            <a:extLst>
              <a:ext uri="{FF2B5EF4-FFF2-40B4-BE49-F238E27FC236}">
                <a16:creationId xmlns:a16="http://schemas.microsoft.com/office/drawing/2014/main" id="{436C45E5-1788-4D7B-B4BB-7D1C27FF96B2}"/>
              </a:ext>
            </a:extLst>
          </p:cNvPr>
          <p:cNvSpPr>
            <a:spLocks noGrp="1"/>
          </p:cNvSpPr>
          <p:nvPr/>
        </p:nvSpPr>
        <p:spPr>
          <a:xfrm>
            <a:off x="8753653" y="5333304"/>
            <a:ext cx="391719" cy="391719"/>
          </a:xfrm>
          <a:prstGeom prst="rect">
            <a:avLst/>
          </a:prstGeom>
          <a:solidFill>
            <a:srgbClr val="888888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2" name="anim_o3529_1">
            <a:extLst>
              <a:ext uri="{FF2B5EF4-FFF2-40B4-BE49-F238E27FC236}">
                <a16:creationId xmlns:a16="http://schemas.microsoft.com/office/drawing/2014/main" id="{1D58FB5D-2BAE-49F5-884D-B192BB1F25CE}"/>
              </a:ext>
            </a:extLst>
          </p:cNvPr>
          <p:cNvSpPr>
            <a:spLocks noGrp="1"/>
          </p:cNvSpPr>
          <p:nvPr/>
        </p:nvSpPr>
        <p:spPr>
          <a:xfrm>
            <a:off x="9145372" y="5333304"/>
            <a:ext cx="391719" cy="391719"/>
          </a:xfrm>
          <a:prstGeom prst="rect">
            <a:avLst/>
          </a:prstGeom>
          <a:solidFill>
            <a:srgbClr val="FFFFFF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3" name="anim_o3530_1">
            <a:extLst>
              <a:ext uri="{FF2B5EF4-FFF2-40B4-BE49-F238E27FC236}">
                <a16:creationId xmlns:a16="http://schemas.microsoft.com/office/drawing/2014/main" id="{7057C396-63CD-41FA-A8D4-CCF92474FDC9}"/>
              </a:ext>
            </a:extLst>
          </p:cNvPr>
          <p:cNvSpPr>
            <a:spLocks noGrp="1"/>
          </p:cNvSpPr>
          <p:nvPr/>
        </p:nvSpPr>
        <p:spPr>
          <a:xfrm>
            <a:off x="9537090" y="5333304"/>
            <a:ext cx="391719" cy="391719"/>
          </a:xfrm>
          <a:prstGeom prst="rect">
            <a:avLst/>
          </a:prstGeom>
          <a:solidFill>
            <a:srgbClr val="FFFFFF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4" name="anim_o3531_1">
            <a:extLst>
              <a:ext uri="{FF2B5EF4-FFF2-40B4-BE49-F238E27FC236}">
                <a16:creationId xmlns:a16="http://schemas.microsoft.com/office/drawing/2014/main" id="{95FEE0FC-BA61-44A0-88B6-DD0F622BEC45}"/>
              </a:ext>
            </a:extLst>
          </p:cNvPr>
          <p:cNvSpPr>
            <a:spLocks noGrp="1"/>
          </p:cNvSpPr>
          <p:nvPr/>
        </p:nvSpPr>
        <p:spPr>
          <a:xfrm>
            <a:off x="9928809" y="5333304"/>
            <a:ext cx="391719" cy="391719"/>
          </a:xfrm>
          <a:prstGeom prst="rect">
            <a:avLst/>
          </a:prstGeom>
          <a:solidFill>
            <a:srgbClr val="888888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5" name="anim_o3532_1">
            <a:extLst>
              <a:ext uri="{FF2B5EF4-FFF2-40B4-BE49-F238E27FC236}">
                <a16:creationId xmlns:a16="http://schemas.microsoft.com/office/drawing/2014/main" id="{6E507D21-8EA2-4B25-AD98-8D3C53C2BA91}"/>
              </a:ext>
            </a:extLst>
          </p:cNvPr>
          <p:cNvSpPr>
            <a:spLocks noGrp="1"/>
          </p:cNvSpPr>
          <p:nvPr/>
        </p:nvSpPr>
        <p:spPr>
          <a:xfrm>
            <a:off x="8753653" y="5725023"/>
            <a:ext cx="391719" cy="391719"/>
          </a:xfrm>
          <a:prstGeom prst="rect">
            <a:avLst/>
          </a:prstGeom>
          <a:solidFill>
            <a:srgbClr val="888888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6" name="anim_o3533_1">
            <a:extLst>
              <a:ext uri="{FF2B5EF4-FFF2-40B4-BE49-F238E27FC236}">
                <a16:creationId xmlns:a16="http://schemas.microsoft.com/office/drawing/2014/main" id="{4146BE4F-7F23-477A-BED2-F3D9CDB3F1D5}"/>
              </a:ext>
            </a:extLst>
          </p:cNvPr>
          <p:cNvSpPr>
            <a:spLocks noGrp="1"/>
          </p:cNvSpPr>
          <p:nvPr/>
        </p:nvSpPr>
        <p:spPr>
          <a:xfrm>
            <a:off x="9145372" y="5725023"/>
            <a:ext cx="391719" cy="391719"/>
          </a:xfrm>
          <a:prstGeom prst="rect">
            <a:avLst/>
          </a:prstGeom>
          <a:solidFill>
            <a:srgbClr val="FFFFFF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7" name="anim_o3534_1">
            <a:extLst>
              <a:ext uri="{FF2B5EF4-FFF2-40B4-BE49-F238E27FC236}">
                <a16:creationId xmlns:a16="http://schemas.microsoft.com/office/drawing/2014/main" id="{2842AF07-13C5-4A96-9568-143F673CF341}"/>
              </a:ext>
            </a:extLst>
          </p:cNvPr>
          <p:cNvSpPr>
            <a:spLocks noGrp="1"/>
          </p:cNvSpPr>
          <p:nvPr/>
        </p:nvSpPr>
        <p:spPr>
          <a:xfrm>
            <a:off x="9537090" y="5725023"/>
            <a:ext cx="391719" cy="391719"/>
          </a:xfrm>
          <a:prstGeom prst="rect">
            <a:avLst/>
          </a:prstGeom>
          <a:solidFill>
            <a:srgbClr val="FFFFFF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8" name="anim_o3535_1">
            <a:extLst>
              <a:ext uri="{FF2B5EF4-FFF2-40B4-BE49-F238E27FC236}">
                <a16:creationId xmlns:a16="http://schemas.microsoft.com/office/drawing/2014/main" id="{E6B0FA9D-3956-4B24-AC9E-A0DCAE9F8875}"/>
              </a:ext>
            </a:extLst>
          </p:cNvPr>
          <p:cNvSpPr>
            <a:spLocks noGrp="1"/>
          </p:cNvSpPr>
          <p:nvPr/>
        </p:nvSpPr>
        <p:spPr>
          <a:xfrm>
            <a:off x="9928809" y="5725023"/>
            <a:ext cx="391719" cy="391719"/>
          </a:xfrm>
          <a:prstGeom prst="rect">
            <a:avLst/>
          </a:prstGeom>
          <a:solidFill>
            <a:srgbClr val="888888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9" name="anim_to3536_0_1">
            <a:extLst>
              <a:ext uri="{FF2B5EF4-FFF2-40B4-BE49-F238E27FC236}">
                <a16:creationId xmlns:a16="http://schemas.microsoft.com/office/drawing/2014/main" id="{02DFB85A-0124-4FEE-B9D8-BD53B89DB709}"/>
              </a:ext>
            </a:extLst>
          </p:cNvPr>
          <p:cNvSpPr>
            <a:spLocks noGrp="1"/>
          </p:cNvSpPr>
          <p:nvPr/>
        </p:nvSpPr>
        <p:spPr>
          <a:xfrm>
            <a:off x="8264725" y="4003087"/>
            <a:ext cx="2563780" cy="44155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781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781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2781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Edge Detected</a:t>
            </a:r>
          </a:p>
        </p:txBody>
      </p:sp>
      <p:sp>
        <p:nvSpPr>
          <p:cNvPr id="200" name="anim_to3550_0_1">
            <a:extLst>
              <a:ext uri="{FF2B5EF4-FFF2-40B4-BE49-F238E27FC236}">
                <a16:creationId xmlns:a16="http://schemas.microsoft.com/office/drawing/2014/main" id="{232D4AF6-F38B-4558-989D-DA2C4E248DFA}"/>
              </a:ext>
            </a:extLst>
          </p:cNvPr>
          <p:cNvSpPr>
            <a:spLocks noGrp="1"/>
          </p:cNvSpPr>
          <p:nvPr/>
        </p:nvSpPr>
        <p:spPr>
          <a:xfrm>
            <a:off x="2334449" y="1748165"/>
            <a:ext cx="7809424" cy="5887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709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709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pPr>
            <a:r>
              <a:rPr sz="3709" b="1">
                <a:solidFill>
                  <a:srgbClr val="FF862F"/>
                </a:solidFill>
                <a:latin typeface="Consolas"/>
                <a:ea typeface="Consolas"/>
                <a:cs typeface="Consolas"/>
              </a:rPr>
              <a:t>Now: Horizontal Edge Detection</a:t>
            </a:r>
          </a:p>
        </p:txBody>
      </p:sp>
      <p:sp>
        <p:nvSpPr>
          <p:cNvPr id="201" name="anim_o3582_1">
            <a:extLst>
              <a:ext uri="{FF2B5EF4-FFF2-40B4-BE49-F238E27FC236}">
                <a16:creationId xmlns:a16="http://schemas.microsoft.com/office/drawing/2014/main" id="{98A7C9B9-673B-4BD4-90F8-442D71DEECAE}"/>
              </a:ext>
            </a:extLst>
          </p:cNvPr>
          <p:cNvSpPr>
            <a:spLocks noGrp="1"/>
          </p:cNvSpPr>
          <p:nvPr/>
        </p:nvSpPr>
        <p:spPr>
          <a:xfrm>
            <a:off x="1101378" y="217073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2" name="anim_o3587_1">
            <a:extLst>
              <a:ext uri="{FF2B5EF4-FFF2-40B4-BE49-F238E27FC236}">
                <a16:creationId xmlns:a16="http://schemas.microsoft.com/office/drawing/2014/main" id="{FB8F0C2A-B4BF-4A39-B42D-4A9D1031B4C7}"/>
              </a:ext>
            </a:extLst>
          </p:cNvPr>
          <p:cNvSpPr>
            <a:spLocks noGrp="1"/>
          </p:cNvSpPr>
          <p:nvPr/>
        </p:nvSpPr>
        <p:spPr>
          <a:xfrm>
            <a:off x="1677681" y="217073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3" name="anim_o3592_1">
            <a:extLst>
              <a:ext uri="{FF2B5EF4-FFF2-40B4-BE49-F238E27FC236}">
                <a16:creationId xmlns:a16="http://schemas.microsoft.com/office/drawing/2014/main" id="{0CC75F9B-CB9E-466A-89D3-41A290CACAF5}"/>
              </a:ext>
            </a:extLst>
          </p:cNvPr>
          <p:cNvSpPr>
            <a:spLocks noGrp="1"/>
          </p:cNvSpPr>
          <p:nvPr/>
        </p:nvSpPr>
        <p:spPr>
          <a:xfrm>
            <a:off x="2253983" y="217073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4" name="anim_o3597_1">
            <a:extLst>
              <a:ext uri="{FF2B5EF4-FFF2-40B4-BE49-F238E27FC236}">
                <a16:creationId xmlns:a16="http://schemas.microsoft.com/office/drawing/2014/main" id="{AFD83664-A765-45DB-BA50-655F259C8E35}"/>
              </a:ext>
            </a:extLst>
          </p:cNvPr>
          <p:cNvSpPr>
            <a:spLocks noGrp="1"/>
          </p:cNvSpPr>
          <p:nvPr/>
        </p:nvSpPr>
        <p:spPr>
          <a:xfrm>
            <a:off x="2830286" y="217073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5" name="anim_o3602_1">
            <a:extLst>
              <a:ext uri="{FF2B5EF4-FFF2-40B4-BE49-F238E27FC236}">
                <a16:creationId xmlns:a16="http://schemas.microsoft.com/office/drawing/2014/main" id="{BED1AA5B-56C9-4881-94A5-F90F3CE62213}"/>
              </a:ext>
            </a:extLst>
          </p:cNvPr>
          <p:cNvSpPr>
            <a:spLocks noGrp="1"/>
          </p:cNvSpPr>
          <p:nvPr/>
        </p:nvSpPr>
        <p:spPr>
          <a:xfrm>
            <a:off x="3406588" y="217073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6" name="anim_o3607_1">
            <a:extLst>
              <a:ext uri="{FF2B5EF4-FFF2-40B4-BE49-F238E27FC236}">
                <a16:creationId xmlns:a16="http://schemas.microsoft.com/office/drawing/2014/main" id="{8339E410-249D-406F-BF88-C8FD6B7736D6}"/>
              </a:ext>
            </a:extLst>
          </p:cNvPr>
          <p:cNvSpPr>
            <a:spLocks noGrp="1"/>
          </p:cNvSpPr>
          <p:nvPr/>
        </p:nvSpPr>
        <p:spPr>
          <a:xfrm>
            <a:off x="3982891" y="217073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7" name="anim_o3612_1">
            <a:extLst>
              <a:ext uri="{FF2B5EF4-FFF2-40B4-BE49-F238E27FC236}">
                <a16:creationId xmlns:a16="http://schemas.microsoft.com/office/drawing/2014/main" id="{0BF2F807-0C82-46CF-8DB2-7BADD2E87A16}"/>
              </a:ext>
            </a:extLst>
          </p:cNvPr>
          <p:cNvSpPr>
            <a:spLocks noGrp="1"/>
          </p:cNvSpPr>
          <p:nvPr/>
        </p:nvSpPr>
        <p:spPr>
          <a:xfrm>
            <a:off x="1101378" y="274704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8" name="anim_o3617_1">
            <a:extLst>
              <a:ext uri="{FF2B5EF4-FFF2-40B4-BE49-F238E27FC236}">
                <a16:creationId xmlns:a16="http://schemas.microsoft.com/office/drawing/2014/main" id="{BFF9D997-0786-4E9B-B53D-F4B80351E00B}"/>
              </a:ext>
            </a:extLst>
          </p:cNvPr>
          <p:cNvSpPr>
            <a:spLocks noGrp="1"/>
          </p:cNvSpPr>
          <p:nvPr/>
        </p:nvSpPr>
        <p:spPr>
          <a:xfrm>
            <a:off x="1677681" y="274704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9" name="anim_o3622_1">
            <a:extLst>
              <a:ext uri="{FF2B5EF4-FFF2-40B4-BE49-F238E27FC236}">
                <a16:creationId xmlns:a16="http://schemas.microsoft.com/office/drawing/2014/main" id="{3104D9B7-94FA-49EA-99AF-F5DE6FEAD5B3}"/>
              </a:ext>
            </a:extLst>
          </p:cNvPr>
          <p:cNvSpPr>
            <a:spLocks noGrp="1"/>
          </p:cNvSpPr>
          <p:nvPr/>
        </p:nvSpPr>
        <p:spPr>
          <a:xfrm>
            <a:off x="2253983" y="274704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0" name="anim_o3627_1">
            <a:extLst>
              <a:ext uri="{FF2B5EF4-FFF2-40B4-BE49-F238E27FC236}">
                <a16:creationId xmlns:a16="http://schemas.microsoft.com/office/drawing/2014/main" id="{7A4C4F6B-850E-46DE-B514-6ECE367FFB46}"/>
              </a:ext>
            </a:extLst>
          </p:cNvPr>
          <p:cNvSpPr>
            <a:spLocks noGrp="1"/>
          </p:cNvSpPr>
          <p:nvPr/>
        </p:nvSpPr>
        <p:spPr>
          <a:xfrm>
            <a:off x="2830286" y="274704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1" name="anim_o3632_1">
            <a:extLst>
              <a:ext uri="{FF2B5EF4-FFF2-40B4-BE49-F238E27FC236}">
                <a16:creationId xmlns:a16="http://schemas.microsoft.com/office/drawing/2014/main" id="{97849F0A-5FB9-4D23-9798-A6ADCF3ED9A4}"/>
              </a:ext>
            </a:extLst>
          </p:cNvPr>
          <p:cNvSpPr>
            <a:spLocks noGrp="1"/>
          </p:cNvSpPr>
          <p:nvPr/>
        </p:nvSpPr>
        <p:spPr>
          <a:xfrm>
            <a:off x="3406588" y="274704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2" name="anim_o3637_1">
            <a:extLst>
              <a:ext uri="{FF2B5EF4-FFF2-40B4-BE49-F238E27FC236}">
                <a16:creationId xmlns:a16="http://schemas.microsoft.com/office/drawing/2014/main" id="{FEC10501-A5F9-4959-A38F-8BEBABFBCC4D}"/>
              </a:ext>
            </a:extLst>
          </p:cNvPr>
          <p:cNvSpPr>
            <a:spLocks noGrp="1"/>
          </p:cNvSpPr>
          <p:nvPr/>
        </p:nvSpPr>
        <p:spPr>
          <a:xfrm>
            <a:off x="3982891" y="274704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3" name="anim_o3642_1">
            <a:extLst>
              <a:ext uri="{FF2B5EF4-FFF2-40B4-BE49-F238E27FC236}">
                <a16:creationId xmlns:a16="http://schemas.microsoft.com/office/drawing/2014/main" id="{5A052141-B223-4F92-A57C-B55108DEA50F}"/>
              </a:ext>
            </a:extLst>
          </p:cNvPr>
          <p:cNvSpPr>
            <a:spLocks noGrp="1"/>
          </p:cNvSpPr>
          <p:nvPr/>
        </p:nvSpPr>
        <p:spPr>
          <a:xfrm>
            <a:off x="1101378" y="3323345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4" name="anim_o3647_1">
            <a:extLst>
              <a:ext uri="{FF2B5EF4-FFF2-40B4-BE49-F238E27FC236}">
                <a16:creationId xmlns:a16="http://schemas.microsoft.com/office/drawing/2014/main" id="{2A117116-6C48-4EC8-9E85-033E24978B63}"/>
              </a:ext>
            </a:extLst>
          </p:cNvPr>
          <p:cNvSpPr>
            <a:spLocks noGrp="1"/>
          </p:cNvSpPr>
          <p:nvPr/>
        </p:nvSpPr>
        <p:spPr>
          <a:xfrm>
            <a:off x="1677681" y="3323345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5" name="anim_o3652_1">
            <a:extLst>
              <a:ext uri="{FF2B5EF4-FFF2-40B4-BE49-F238E27FC236}">
                <a16:creationId xmlns:a16="http://schemas.microsoft.com/office/drawing/2014/main" id="{DFD928D2-92D0-4C74-8D9D-9542C51E8EA1}"/>
              </a:ext>
            </a:extLst>
          </p:cNvPr>
          <p:cNvSpPr>
            <a:spLocks noGrp="1"/>
          </p:cNvSpPr>
          <p:nvPr/>
        </p:nvSpPr>
        <p:spPr>
          <a:xfrm>
            <a:off x="2253983" y="3323345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6" name="anim_o3657_1">
            <a:extLst>
              <a:ext uri="{FF2B5EF4-FFF2-40B4-BE49-F238E27FC236}">
                <a16:creationId xmlns:a16="http://schemas.microsoft.com/office/drawing/2014/main" id="{25CDE20A-D169-4A07-916C-093E0F65C6BF}"/>
              </a:ext>
            </a:extLst>
          </p:cNvPr>
          <p:cNvSpPr>
            <a:spLocks noGrp="1"/>
          </p:cNvSpPr>
          <p:nvPr/>
        </p:nvSpPr>
        <p:spPr>
          <a:xfrm>
            <a:off x="2830286" y="3323345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7" name="anim_o3662_1">
            <a:extLst>
              <a:ext uri="{FF2B5EF4-FFF2-40B4-BE49-F238E27FC236}">
                <a16:creationId xmlns:a16="http://schemas.microsoft.com/office/drawing/2014/main" id="{7B44DF81-372A-4A6C-AA1C-D6FDCB08F9A1}"/>
              </a:ext>
            </a:extLst>
          </p:cNvPr>
          <p:cNvSpPr>
            <a:spLocks noGrp="1"/>
          </p:cNvSpPr>
          <p:nvPr/>
        </p:nvSpPr>
        <p:spPr>
          <a:xfrm>
            <a:off x="3406588" y="3323345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8" name="anim_o3667_1">
            <a:extLst>
              <a:ext uri="{FF2B5EF4-FFF2-40B4-BE49-F238E27FC236}">
                <a16:creationId xmlns:a16="http://schemas.microsoft.com/office/drawing/2014/main" id="{31853644-B873-4207-81A7-6763AD9B2087}"/>
              </a:ext>
            </a:extLst>
          </p:cNvPr>
          <p:cNvSpPr>
            <a:spLocks noGrp="1"/>
          </p:cNvSpPr>
          <p:nvPr/>
        </p:nvSpPr>
        <p:spPr>
          <a:xfrm>
            <a:off x="3982891" y="3323345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9" name="anim_o3672_1">
            <a:extLst>
              <a:ext uri="{FF2B5EF4-FFF2-40B4-BE49-F238E27FC236}">
                <a16:creationId xmlns:a16="http://schemas.microsoft.com/office/drawing/2014/main" id="{AA312370-A5A6-4F98-8D58-7446BB13A7D0}"/>
              </a:ext>
            </a:extLst>
          </p:cNvPr>
          <p:cNvSpPr>
            <a:spLocks noGrp="1"/>
          </p:cNvSpPr>
          <p:nvPr/>
        </p:nvSpPr>
        <p:spPr>
          <a:xfrm>
            <a:off x="1101378" y="3899647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0" name="anim_o3678_1">
            <a:extLst>
              <a:ext uri="{FF2B5EF4-FFF2-40B4-BE49-F238E27FC236}">
                <a16:creationId xmlns:a16="http://schemas.microsoft.com/office/drawing/2014/main" id="{E0062292-2981-451A-A1E2-E14D964C75F1}"/>
              </a:ext>
            </a:extLst>
          </p:cNvPr>
          <p:cNvSpPr>
            <a:spLocks noGrp="1"/>
          </p:cNvSpPr>
          <p:nvPr/>
        </p:nvSpPr>
        <p:spPr>
          <a:xfrm>
            <a:off x="1677681" y="3899647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1" name="anim_o3684_1">
            <a:extLst>
              <a:ext uri="{FF2B5EF4-FFF2-40B4-BE49-F238E27FC236}">
                <a16:creationId xmlns:a16="http://schemas.microsoft.com/office/drawing/2014/main" id="{D5328472-443D-45AF-866B-68084FB91E6A}"/>
              </a:ext>
            </a:extLst>
          </p:cNvPr>
          <p:cNvSpPr>
            <a:spLocks noGrp="1"/>
          </p:cNvSpPr>
          <p:nvPr/>
        </p:nvSpPr>
        <p:spPr>
          <a:xfrm>
            <a:off x="2253983" y="3899647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2" name="anim_o3690_1">
            <a:extLst>
              <a:ext uri="{FF2B5EF4-FFF2-40B4-BE49-F238E27FC236}">
                <a16:creationId xmlns:a16="http://schemas.microsoft.com/office/drawing/2014/main" id="{01B566BB-C670-40CD-89D5-38F73799C8F8}"/>
              </a:ext>
            </a:extLst>
          </p:cNvPr>
          <p:cNvSpPr>
            <a:spLocks noGrp="1"/>
          </p:cNvSpPr>
          <p:nvPr/>
        </p:nvSpPr>
        <p:spPr>
          <a:xfrm>
            <a:off x="2830286" y="3899647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3" name="anim_o3696_1">
            <a:extLst>
              <a:ext uri="{FF2B5EF4-FFF2-40B4-BE49-F238E27FC236}">
                <a16:creationId xmlns:a16="http://schemas.microsoft.com/office/drawing/2014/main" id="{450EA22B-AC84-47AC-8E53-FF3331C6826F}"/>
              </a:ext>
            </a:extLst>
          </p:cNvPr>
          <p:cNvSpPr>
            <a:spLocks noGrp="1"/>
          </p:cNvSpPr>
          <p:nvPr/>
        </p:nvSpPr>
        <p:spPr>
          <a:xfrm>
            <a:off x="3406588" y="3899647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4" name="anim_o3702_1">
            <a:extLst>
              <a:ext uri="{FF2B5EF4-FFF2-40B4-BE49-F238E27FC236}">
                <a16:creationId xmlns:a16="http://schemas.microsoft.com/office/drawing/2014/main" id="{ECE4EB8A-408B-44F6-9094-5E1AE0082931}"/>
              </a:ext>
            </a:extLst>
          </p:cNvPr>
          <p:cNvSpPr>
            <a:spLocks noGrp="1"/>
          </p:cNvSpPr>
          <p:nvPr/>
        </p:nvSpPr>
        <p:spPr>
          <a:xfrm>
            <a:off x="3982891" y="3899647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5" name="anim_o3708_1">
            <a:extLst>
              <a:ext uri="{FF2B5EF4-FFF2-40B4-BE49-F238E27FC236}">
                <a16:creationId xmlns:a16="http://schemas.microsoft.com/office/drawing/2014/main" id="{9532CBB4-B37A-4557-9364-E8D9F36E36FF}"/>
              </a:ext>
            </a:extLst>
          </p:cNvPr>
          <p:cNvSpPr>
            <a:spLocks noGrp="1"/>
          </p:cNvSpPr>
          <p:nvPr/>
        </p:nvSpPr>
        <p:spPr>
          <a:xfrm>
            <a:off x="1101378" y="4475950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6" name="anim_o3714_1">
            <a:extLst>
              <a:ext uri="{FF2B5EF4-FFF2-40B4-BE49-F238E27FC236}">
                <a16:creationId xmlns:a16="http://schemas.microsoft.com/office/drawing/2014/main" id="{D2A2E273-7254-4339-BCD7-C493CB54B9F6}"/>
              </a:ext>
            </a:extLst>
          </p:cNvPr>
          <p:cNvSpPr>
            <a:spLocks noGrp="1"/>
          </p:cNvSpPr>
          <p:nvPr/>
        </p:nvSpPr>
        <p:spPr>
          <a:xfrm>
            <a:off x="1677681" y="4475950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7" name="anim_o3720_1">
            <a:extLst>
              <a:ext uri="{FF2B5EF4-FFF2-40B4-BE49-F238E27FC236}">
                <a16:creationId xmlns:a16="http://schemas.microsoft.com/office/drawing/2014/main" id="{FED526E0-ACEB-40A4-8D31-AB721BFF5932}"/>
              </a:ext>
            </a:extLst>
          </p:cNvPr>
          <p:cNvSpPr>
            <a:spLocks noGrp="1"/>
          </p:cNvSpPr>
          <p:nvPr/>
        </p:nvSpPr>
        <p:spPr>
          <a:xfrm>
            <a:off x="2253983" y="4475950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8" name="anim_o3726_1">
            <a:extLst>
              <a:ext uri="{FF2B5EF4-FFF2-40B4-BE49-F238E27FC236}">
                <a16:creationId xmlns:a16="http://schemas.microsoft.com/office/drawing/2014/main" id="{C48C84DE-42C0-4230-A652-7558F34E9FE9}"/>
              </a:ext>
            </a:extLst>
          </p:cNvPr>
          <p:cNvSpPr>
            <a:spLocks noGrp="1"/>
          </p:cNvSpPr>
          <p:nvPr/>
        </p:nvSpPr>
        <p:spPr>
          <a:xfrm>
            <a:off x="2830286" y="4475950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9" name="anim_o3732_1">
            <a:extLst>
              <a:ext uri="{FF2B5EF4-FFF2-40B4-BE49-F238E27FC236}">
                <a16:creationId xmlns:a16="http://schemas.microsoft.com/office/drawing/2014/main" id="{8E6557C8-C580-4D14-9264-FF8640920C3E}"/>
              </a:ext>
            </a:extLst>
          </p:cNvPr>
          <p:cNvSpPr>
            <a:spLocks noGrp="1"/>
          </p:cNvSpPr>
          <p:nvPr/>
        </p:nvSpPr>
        <p:spPr>
          <a:xfrm>
            <a:off x="3406588" y="4475950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0" name="anim_o3738_1">
            <a:extLst>
              <a:ext uri="{FF2B5EF4-FFF2-40B4-BE49-F238E27FC236}">
                <a16:creationId xmlns:a16="http://schemas.microsoft.com/office/drawing/2014/main" id="{558DB3F1-ABC9-485F-ABCC-7050CF5E0272}"/>
              </a:ext>
            </a:extLst>
          </p:cNvPr>
          <p:cNvSpPr>
            <a:spLocks noGrp="1"/>
          </p:cNvSpPr>
          <p:nvPr/>
        </p:nvSpPr>
        <p:spPr>
          <a:xfrm>
            <a:off x="3982891" y="4475950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1" name="anim_o3744_1">
            <a:extLst>
              <a:ext uri="{FF2B5EF4-FFF2-40B4-BE49-F238E27FC236}">
                <a16:creationId xmlns:a16="http://schemas.microsoft.com/office/drawing/2014/main" id="{49B8F59D-3309-486A-A257-43426728621C}"/>
              </a:ext>
            </a:extLst>
          </p:cNvPr>
          <p:cNvSpPr>
            <a:spLocks noGrp="1"/>
          </p:cNvSpPr>
          <p:nvPr/>
        </p:nvSpPr>
        <p:spPr>
          <a:xfrm>
            <a:off x="1101378" y="505225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2" name="anim_o3750_1">
            <a:extLst>
              <a:ext uri="{FF2B5EF4-FFF2-40B4-BE49-F238E27FC236}">
                <a16:creationId xmlns:a16="http://schemas.microsoft.com/office/drawing/2014/main" id="{C4592431-7D56-4464-A02D-717021A93814}"/>
              </a:ext>
            </a:extLst>
          </p:cNvPr>
          <p:cNvSpPr>
            <a:spLocks noGrp="1"/>
          </p:cNvSpPr>
          <p:nvPr/>
        </p:nvSpPr>
        <p:spPr>
          <a:xfrm>
            <a:off x="1677681" y="505225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3" name="anim_o3756_1">
            <a:extLst>
              <a:ext uri="{FF2B5EF4-FFF2-40B4-BE49-F238E27FC236}">
                <a16:creationId xmlns:a16="http://schemas.microsoft.com/office/drawing/2014/main" id="{FB0EF607-A307-46CB-8F0B-D527D7683ABE}"/>
              </a:ext>
            </a:extLst>
          </p:cNvPr>
          <p:cNvSpPr>
            <a:spLocks noGrp="1"/>
          </p:cNvSpPr>
          <p:nvPr/>
        </p:nvSpPr>
        <p:spPr>
          <a:xfrm>
            <a:off x="2253983" y="505225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4" name="anim_o3762_1">
            <a:extLst>
              <a:ext uri="{FF2B5EF4-FFF2-40B4-BE49-F238E27FC236}">
                <a16:creationId xmlns:a16="http://schemas.microsoft.com/office/drawing/2014/main" id="{AAC149EA-8D62-40A7-B684-0A9566215DA8}"/>
              </a:ext>
            </a:extLst>
          </p:cNvPr>
          <p:cNvSpPr>
            <a:spLocks noGrp="1"/>
          </p:cNvSpPr>
          <p:nvPr/>
        </p:nvSpPr>
        <p:spPr>
          <a:xfrm>
            <a:off x="2830286" y="505225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5" name="anim_o3768_1">
            <a:extLst>
              <a:ext uri="{FF2B5EF4-FFF2-40B4-BE49-F238E27FC236}">
                <a16:creationId xmlns:a16="http://schemas.microsoft.com/office/drawing/2014/main" id="{DEC5540F-5A95-4465-9AF3-ACD0F2BB9A8B}"/>
              </a:ext>
            </a:extLst>
          </p:cNvPr>
          <p:cNvSpPr>
            <a:spLocks noGrp="1"/>
          </p:cNvSpPr>
          <p:nvPr/>
        </p:nvSpPr>
        <p:spPr>
          <a:xfrm>
            <a:off x="3406588" y="505225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6" name="anim_o3774_1">
            <a:extLst>
              <a:ext uri="{FF2B5EF4-FFF2-40B4-BE49-F238E27FC236}">
                <a16:creationId xmlns:a16="http://schemas.microsoft.com/office/drawing/2014/main" id="{D3289D6A-34B2-4450-A30D-5C6F30678681}"/>
              </a:ext>
            </a:extLst>
          </p:cNvPr>
          <p:cNvSpPr>
            <a:spLocks noGrp="1"/>
          </p:cNvSpPr>
          <p:nvPr/>
        </p:nvSpPr>
        <p:spPr>
          <a:xfrm>
            <a:off x="3982891" y="505225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7" name="anim_to3583_0_1">
            <a:extLst>
              <a:ext uri="{FF2B5EF4-FFF2-40B4-BE49-F238E27FC236}">
                <a16:creationId xmlns:a16="http://schemas.microsoft.com/office/drawing/2014/main" id="{1996BB25-AA88-4B98-9B67-0622AC63C175}"/>
              </a:ext>
            </a:extLst>
          </p:cNvPr>
          <p:cNvSpPr>
            <a:spLocks noGrp="1"/>
          </p:cNvSpPr>
          <p:nvPr/>
        </p:nvSpPr>
        <p:spPr>
          <a:xfrm>
            <a:off x="1231054" y="2289629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238" name="anim_to3588_0_1">
            <a:extLst>
              <a:ext uri="{FF2B5EF4-FFF2-40B4-BE49-F238E27FC236}">
                <a16:creationId xmlns:a16="http://schemas.microsoft.com/office/drawing/2014/main" id="{1BF544E1-6E78-4400-B07A-25C679F0CE3F}"/>
              </a:ext>
            </a:extLst>
          </p:cNvPr>
          <p:cNvSpPr>
            <a:spLocks noGrp="1"/>
          </p:cNvSpPr>
          <p:nvPr/>
        </p:nvSpPr>
        <p:spPr>
          <a:xfrm>
            <a:off x="1807357" y="2289629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239" name="anim_to3593_0_1">
            <a:extLst>
              <a:ext uri="{FF2B5EF4-FFF2-40B4-BE49-F238E27FC236}">
                <a16:creationId xmlns:a16="http://schemas.microsoft.com/office/drawing/2014/main" id="{FFC1AADA-24AD-4B44-B0EA-4706280DF517}"/>
              </a:ext>
            </a:extLst>
          </p:cNvPr>
          <p:cNvSpPr>
            <a:spLocks noGrp="1"/>
          </p:cNvSpPr>
          <p:nvPr/>
        </p:nvSpPr>
        <p:spPr>
          <a:xfrm>
            <a:off x="2383659" y="2289629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240" name="anim_to3598_0_1">
            <a:extLst>
              <a:ext uri="{FF2B5EF4-FFF2-40B4-BE49-F238E27FC236}">
                <a16:creationId xmlns:a16="http://schemas.microsoft.com/office/drawing/2014/main" id="{5B98E76C-2E28-4291-82B7-FEF93DBBD643}"/>
              </a:ext>
            </a:extLst>
          </p:cNvPr>
          <p:cNvSpPr>
            <a:spLocks noGrp="1"/>
          </p:cNvSpPr>
          <p:nvPr/>
        </p:nvSpPr>
        <p:spPr>
          <a:xfrm>
            <a:off x="2959962" y="2289629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241" name="anim_to3603_0_1">
            <a:extLst>
              <a:ext uri="{FF2B5EF4-FFF2-40B4-BE49-F238E27FC236}">
                <a16:creationId xmlns:a16="http://schemas.microsoft.com/office/drawing/2014/main" id="{4C21690D-8E07-4CC0-89D8-12F9C6F161B4}"/>
              </a:ext>
            </a:extLst>
          </p:cNvPr>
          <p:cNvSpPr>
            <a:spLocks noGrp="1"/>
          </p:cNvSpPr>
          <p:nvPr/>
        </p:nvSpPr>
        <p:spPr>
          <a:xfrm>
            <a:off x="3536264" y="2289629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242" name="anim_to3608_0_1">
            <a:extLst>
              <a:ext uri="{FF2B5EF4-FFF2-40B4-BE49-F238E27FC236}">
                <a16:creationId xmlns:a16="http://schemas.microsoft.com/office/drawing/2014/main" id="{877C121D-9157-4BD2-B5D8-CB9CB0C82AD4}"/>
              </a:ext>
            </a:extLst>
          </p:cNvPr>
          <p:cNvSpPr>
            <a:spLocks noGrp="1"/>
          </p:cNvSpPr>
          <p:nvPr/>
        </p:nvSpPr>
        <p:spPr>
          <a:xfrm>
            <a:off x="4112567" y="2289629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243" name="anim_to3613_0_1">
            <a:extLst>
              <a:ext uri="{FF2B5EF4-FFF2-40B4-BE49-F238E27FC236}">
                <a16:creationId xmlns:a16="http://schemas.microsoft.com/office/drawing/2014/main" id="{E32C95DF-6F27-4F6C-AB3F-1D89697C8121}"/>
              </a:ext>
            </a:extLst>
          </p:cNvPr>
          <p:cNvSpPr>
            <a:spLocks noGrp="1"/>
          </p:cNvSpPr>
          <p:nvPr/>
        </p:nvSpPr>
        <p:spPr>
          <a:xfrm>
            <a:off x="1231054" y="2865931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244" name="anim_to3618_0_1">
            <a:extLst>
              <a:ext uri="{FF2B5EF4-FFF2-40B4-BE49-F238E27FC236}">
                <a16:creationId xmlns:a16="http://schemas.microsoft.com/office/drawing/2014/main" id="{DE63EF08-30FD-403F-A6F1-6EED388EFAF5}"/>
              </a:ext>
            </a:extLst>
          </p:cNvPr>
          <p:cNvSpPr>
            <a:spLocks noGrp="1"/>
          </p:cNvSpPr>
          <p:nvPr/>
        </p:nvSpPr>
        <p:spPr>
          <a:xfrm>
            <a:off x="1807357" y="2865931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245" name="anim_to3623_0_1">
            <a:extLst>
              <a:ext uri="{FF2B5EF4-FFF2-40B4-BE49-F238E27FC236}">
                <a16:creationId xmlns:a16="http://schemas.microsoft.com/office/drawing/2014/main" id="{08F9BA38-B18D-4D16-B4D5-AE89792629DE}"/>
              </a:ext>
            </a:extLst>
          </p:cNvPr>
          <p:cNvSpPr>
            <a:spLocks noGrp="1"/>
          </p:cNvSpPr>
          <p:nvPr/>
        </p:nvSpPr>
        <p:spPr>
          <a:xfrm>
            <a:off x="2383659" y="2865931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246" name="anim_to3628_0_1">
            <a:extLst>
              <a:ext uri="{FF2B5EF4-FFF2-40B4-BE49-F238E27FC236}">
                <a16:creationId xmlns:a16="http://schemas.microsoft.com/office/drawing/2014/main" id="{96E2D854-B7E6-4702-8229-29F0933ACDA5}"/>
              </a:ext>
            </a:extLst>
          </p:cNvPr>
          <p:cNvSpPr>
            <a:spLocks noGrp="1"/>
          </p:cNvSpPr>
          <p:nvPr/>
        </p:nvSpPr>
        <p:spPr>
          <a:xfrm>
            <a:off x="2959962" y="2865931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247" name="anim_to3633_0_1">
            <a:extLst>
              <a:ext uri="{FF2B5EF4-FFF2-40B4-BE49-F238E27FC236}">
                <a16:creationId xmlns:a16="http://schemas.microsoft.com/office/drawing/2014/main" id="{D48FD383-63BC-4765-BAD3-1CB2C63830AD}"/>
              </a:ext>
            </a:extLst>
          </p:cNvPr>
          <p:cNvSpPr>
            <a:spLocks noGrp="1"/>
          </p:cNvSpPr>
          <p:nvPr/>
        </p:nvSpPr>
        <p:spPr>
          <a:xfrm>
            <a:off x="3536264" y="2865931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248" name="anim_to3638_0_1">
            <a:extLst>
              <a:ext uri="{FF2B5EF4-FFF2-40B4-BE49-F238E27FC236}">
                <a16:creationId xmlns:a16="http://schemas.microsoft.com/office/drawing/2014/main" id="{CC870B4D-E6E9-4EEC-A206-D674EDADA5F4}"/>
              </a:ext>
            </a:extLst>
          </p:cNvPr>
          <p:cNvSpPr>
            <a:spLocks noGrp="1"/>
          </p:cNvSpPr>
          <p:nvPr/>
        </p:nvSpPr>
        <p:spPr>
          <a:xfrm>
            <a:off x="4112567" y="2865931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249" name="anim_to3643_0_1">
            <a:extLst>
              <a:ext uri="{FF2B5EF4-FFF2-40B4-BE49-F238E27FC236}">
                <a16:creationId xmlns:a16="http://schemas.microsoft.com/office/drawing/2014/main" id="{B7305937-ABDD-45BA-B6A7-F3E422CFDC0B}"/>
              </a:ext>
            </a:extLst>
          </p:cNvPr>
          <p:cNvSpPr>
            <a:spLocks noGrp="1"/>
          </p:cNvSpPr>
          <p:nvPr/>
        </p:nvSpPr>
        <p:spPr>
          <a:xfrm>
            <a:off x="1231054" y="3442234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250" name="anim_to3648_0_1">
            <a:extLst>
              <a:ext uri="{FF2B5EF4-FFF2-40B4-BE49-F238E27FC236}">
                <a16:creationId xmlns:a16="http://schemas.microsoft.com/office/drawing/2014/main" id="{7FE93AB8-5B81-40FB-BEB3-58374BA43EE3}"/>
              </a:ext>
            </a:extLst>
          </p:cNvPr>
          <p:cNvSpPr>
            <a:spLocks noGrp="1"/>
          </p:cNvSpPr>
          <p:nvPr/>
        </p:nvSpPr>
        <p:spPr>
          <a:xfrm>
            <a:off x="1807357" y="3442234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251" name="anim_to3653_0_1">
            <a:extLst>
              <a:ext uri="{FF2B5EF4-FFF2-40B4-BE49-F238E27FC236}">
                <a16:creationId xmlns:a16="http://schemas.microsoft.com/office/drawing/2014/main" id="{50504E29-F865-4C50-9AFB-7D5556FADF81}"/>
              </a:ext>
            </a:extLst>
          </p:cNvPr>
          <p:cNvSpPr>
            <a:spLocks noGrp="1"/>
          </p:cNvSpPr>
          <p:nvPr/>
        </p:nvSpPr>
        <p:spPr>
          <a:xfrm>
            <a:off x="2383659" y="3442234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252" name="anim_to3658_0_1">
            <a:extLst>
              <a:ext uri="{FF2B5EF4-FFF2-40B4-BE49-F238E27FC236}">
                <a16:creationId xmlns:a16="http://schemas.microsoft.com/office/drawing/2014/main" id="{E61A10F8-6893-4949-B99F-F550C8140818}"/>
              </a:ext>
            </a:extLst>
          </p:cNvPr>
          <p:cNvSpPr>
            <a:spLocks noGrp="1"/>
          </p:cNvSpPr>
          <p:nvPr/>
        </p:nvSpPr>
        <p:spPr>
          <a:xfrm>
            <a:off x="2959962" y="3442234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253" name="anim_to3663_0_1">
            <a:extLst>
              <a:ext uri="{FF2B5EF4-FFF2-40B4-BE49-F238E27FC236}">
                <a16:creationId xmlns:a16="http://schemas.microsoft.com/office/drawing/2014/main" id="{400139A0-A4BD-423F-B090-BBC9C544C101}"/>
              </a:ext>
            </a:extLst>
          </p:cNvPr>
          <p:cNvSpPr>
            <a:spLocks noGrp="1"/>
          </p:cNvSpPr>
          <p:nvPr/>
        </p:nvSpPr>
        <p:spPr>
          <a:xfrm>
            <a:off x="3536264" y="3442234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254" name="anim_to3668_0_1">
            <a:extLst>
              <a:ext uri="{FF2B5EF4-FFF2-40B4-BE49-F238E27FC236}">
                <a16:creationId xmlns:a16="http://schemas.microsoft.com/office/drawing/2014/main" id="{07D28E83-C3D6-440D-A250-7D5F8F16A1E0}"/>
              </a:ext>
            </a:extLst>
          </p:cNvPr>
          <p:cNvSpPr>
            <a:spLocks noGrp="1"/>
          </p:cNvSpPr>
          <p:nvPr/>
        </p:nvSpPr>
        <p:spPr>
          <a:xfrm>
            <a:off x="4112567" y="3442234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255" name="anim_to3673_0_1">
            <a:extLst>
              <a:ext uri="{FF2B5EF4-FFF2-40B4-BE49-F238E27FC236}">
                <a16:creationId xmlns:a16="http://schemas.microsoft.com/office/drawing/2014/main" id="{95CF0CE6-4564-463B-A3A7-A113BFBF3B91}"/>
              </a:ext>
            </a:extLst>
          </p:cNvPr>
          <p:cNvSpPr>
            <a:spLocks noGrp="1"/>
          </p:cNvSpPr>
          <p:nvPr/>
        </p:nvSpPr>
        <p:spPr>
          <a:xfrm>
            <a:off x="1156579" y="4018537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256" name="anim_to3679_0_1">
            <a:extLst>
              <a:ext uri="{FF2B5EF4-FFF2-40B4-BE49-F238E27FC236}">
                <a16:creationId xmlns:a16="http://schemas.microsoft.com/office/drawing/2014/main" id="{1A1B141B-0EDF-4393-81EB-AAA074160056}"/>
              </a:ext>
            </a:extLst>
          </p:cNvPr>
          <p:cNvSpPr>
            <a:spLocks noGrp="1"/>
          </p:cNvSpPr>
          <p:nvPr/>
        </p:nvSpPr>
        <p:spPr>
          <a:xfrm>
            <a:off x="1732881" y="4018537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257" name="anim_to3685_0_1">
            <a:extLst>
              <a:ext uri="{FF2B5EF4-FFF2-40B4-BE49-F238E27FC236}">
                <a16:creationId xmlns:a16="http://schemas.microsoft.com/office/drawing/2014/main" id="{B4A902D1-04C9-4D0D-BAC2-8384E75F9EC4}"/>
              </a:ext>
            </a:extLst>
          </p:cNvPr>
          <p:cNvSpPr>
            <a:spLocks noGrp="1"/>
          </p:cNvSpPr>
          <p:nvPr/>
        </p:nvSpPr>
        <p:spPr>
          <a:xfrm>
            <a:off x="2309184" y="4018537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258" name="anim_to3691_0_1">
            <a:extLst>
              <a:ext uri="{FF2B5EF4-FFF2-40B4-BE49-F238E27FC236}">
                <a16:creationId xmlns:a16="http://schemas.microsoft.com/office/drawing/2014/main" id="{203612D3-7D9B-47AC-B39E-8E0E609247E8}"/>
              </a:ext>
            </a:extLst>
          </p:cNvPr>
          <p:cNvSpPr>
            <a:spLocks noGrp="1"/>
          </p:cNvSpPr>
          <p:nvPr/>
        </p:nvSpPr>
        <p:spPr>
          <a:xfrm>
            <a:off x="2885486" y="4018537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259" name="anim_to3697_0_1">
            <a:extLst>
              <a:ext uri="{FF2B5EF4-FFF2-40B4-BE49-F238E27FC236}">
                <a16:creationId xmlns:a16="http://schemas.microsoft.com/office/drawing/2014/main" id="{C2DA2EF6-AD96-40CC-8131-D8EC8F2BF29A}"/>
              </a:ext>
            </a:extLst>
          </p:cNvPr>
          <p:cNvSpPr>
            <a:spLocks noGrp="1"/>
          </p:cNvSpPr>
          <p:nvPr/>
        </p:nvSpPr>
        <p:spPr>
          <a:xfrm>
            <a:off x="3461789" y="4018537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260" name="anim_to3703_0_1">
            <a:extLst>
              <a:ext uri="{FF2B5EF4-FFF2-40B4-BE49-F238E27FC236}">
                <a16:creationId xmlns:a16="http://schemas.microsoft.com/office/drawing/2014/main" id="{91BF1A1F-4A5C-4AC2-BBAF-7DC25EDFA317}"/>
              </a:ext>
            </a:extLst>
          </p:cNvPr>
          <p:cNvSpPr>
            <a:spLocks noGrp="1"/>
          </p:cNvSpPr>
          <p:nvPr/>
        </p:nvSpPr>
        <p:spPr>
          <a:xfrm>
            <a:off x="4038091" y="4018537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261" name="anim_to3709_0_1">
            <a:extLst>
              <a:ext uri="{FF2B5EF4-FFF2-40B4-BE49-F238E27FC236}">
                <a16:creationId xmlns:a16="http://schemas.microsoft.com/office/drawing/2014/main" id="{DB3A35EC-D127-474D-9CD0-B48C0D7284BD}"/>
              </a:ext>
            </a:extLst>
          </p:cNvPr>
          <p:cNvSpPr>
            <a:spLocks noGrp="1"/>
          </p:cNvSpPr>
          <p:nvPr/>
        </p:nvSpPr>
        <p:spPr>
          <a:xfrm>
            <a:off x="1156579" y="4594839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262" name="anim_to3715_0_1">
            <a:extLst>
              <a:ext uri="{FF2B5EF4-FFF2-40B4-BE49-F238E27FC236}">
                <a16:creationId xmlns:a16="http://schemas.microsoft.com/office/drawing/2014/main" id="{742A20C1-3884-4688-8588-0E9FF8BED7A0}"/>
              </a:ext>
            </a:extLst>
          </p:cNvPr>
          <p:cNvSpPr>
            <a:spLocks noGrp="1"/>
          </p:cNvSpPr>
          <p:nvPr/>
        </p:nvSpPr>
        <p:spPr>
          <a:xfrm>
            <a:off x="1732881" y="4594839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263" name="anim_to3721_0_1">
            <a:extLst>
              <a:ext uri="{FF2B5EF4-FFF2-40B4-BE49-F238E27FC236}">
                <a16:creationId xmlns:a16="http://schemas.microsoft.com/office/drawing/2014/main" id="{56907C69-1568-4FA3-B428-9C29068E9F9D}"/>
              </a:ext>
            </a:extLst>
          </p:cNvPr>
          <p:cNvSpPr>
            <a:spLocks noGrp="1"/>
          </p:cNvSpPr>
          <p:nvPr/>
        </p:nvSpPr>
        <p:spPr>
          <a:xfrm>
            <a:off x="2309184" y="4594839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264" name="anim_to3727_0_1">
            <a:extLst>
              <a:ext uri="{FF2B5EF4-FFF2-40B4-BE49-F238E27FC236}">
                <a16:creationId xmlns:a16="http://schemas.microsoft.com/office/drawing/2014/main" id="{FCE6C3AD-893F-4984-BFC7-86BEF38003BE}"/>
              </a:ext>
            </a:extLst>
          </p:cNvPr>
          <p:cNvSpPr>
            <a:spLocks noGrp="1"/>
          </p:cNvSpPr>
          <p:nvPr/>
        </p:nvSpPr>
        <p:spPr>
          <a:xfrm>
            <a:off x="2885486" y="4594839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265" name="anim_to3733_0_1">
            <a:extLst>
              <a:ext uri="{FF2B5EF4-FFF2-40B4-BE49-F238E27FC236}">
                <a16:creationId xmlns:a16="http://schemas.microsoft.com/office/drawing/2014/main" id="{734D0A76-63B6-4749-AB21-755AF7DC8D4E}"/>
              </a:ext>
            </a:extLst>
          </p:cNvPr>
          <p:cNvSpPr>
            <a:spLocks noGrp="1"/>
          </p:cNvSpPr>
          <p:nvPr/>
        </p:nvSpPr>
        <p:spPr>
          <a:xfrm>
            <a:off x="3461789" y="4594839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266" name="anim_to3739_0_1">
            <a:extLst>
              <a:ext uri="{FF2B5EF4-FFF2-40B4-BE49-F238E27FC236}">
                <a16:creationId xmlns:a16="http://schemas.microsoft.com/office/drawing/2014/main" id="{25A99B30-647A-436D-87B5-336271BA5248}"/>
              </a:ext>
            </a:extLst>
          </p:cNvPr>
          <p:cNvSpPr>
            <a:spLocks noGrp="1"/>
          </p:cNvSpPr>
          <p:nvPr/>
        </p:nvSpPr>
        <p:spPr>
          <a:xfrm>
            <a:off x="4038091" y="4594839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267" name="anim_to3745_0_1">
            <a:extLst>
              <a:ext uri="{FF2B5EF4-FFF2-40B4-BE49-F238E27FC236}">
                <a16:creationId xmlns:a16="http://schemas.microsoft.com/office/drawing/2014/main" id="{F3CA3B5D-92F1-45EC-B729-463DF2B4DAB1}"/>
              </a:ext>
            </a:extLst>
          </p:cNvPr>
          <p:cNvSpPr>
            <a:spLocks noGrp="1"/>
          </p:cNvSpPr>
          <p:nvPr/>
        </p:nvSpPr>
        <p:spPr>
          <a:xfrm>
            <a:off x="1156579" y="5171142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268" name="anim_to3751_0_1">
            <a:extLst>
              <a:ext uri="{FF2B5EF4-FFF2-40B4-BE49-F238E27FC236}">
                <a16:creationId xmlns:a16="http://schemas.microsoft.com/office/drawing/2014/main" id="{35B02461-18A5-4F57-B67B-06A1DD3B45C1}"/>
              </a:ext>
            </a:extLst>
          </p:cNvPr>
          <p:cNvSpPr>
            <a:spLocks noGrp="1"/>
          </p:cNvSpPr>
          <p:nvPr/>
        </p:nvSpPr>
        <p:spPr>
          <a:xfrm>
            <a:off x="1732881" y="5171142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269" name="anim_to3757_0_1">
            <a:extLst>
              <a:ext uri="{FF2B5EF4-FFF2-40B4-BE49-F238E27FC236}">
                <a16:creationId xmlns:a16="http://schemas.microsoft.com/office/drawing/2014/main" id="{0F9176B1-B73D-4C3C-BD4A-01E4A5F5127D}"/>
              </a:ext>
            </a:extLst>
          </p:cNvPr>
          <p:cNvSpPr>
            <a:spLocks noGrp="1"/>
          </p:cNvSpPr>
          <p:nvPr/>
        </p:nvSpPr>
        <p:spPr>
          <a:xfrm>
            <a:off x="2309184" y="5171142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270" name="anim_to3763_0_1">
            <a:extLst>
              <a:ext uri="{FF2B5EF4-FFF2-40B4-BE49-F238E27FC236}">
                <a16:creationId xmlns:a16="http://schemas.microsoft.com/office/drawing/2014/main" id="{BF0C79B0-1A8F-4ED6-BF30-86DC5AF2533A}"/>
              </a:ext>
            </a:extLst>
          </p:cNvPr>
          <p:cNvSpPr>
            <a:spLocks noGrp="1"/>
          </p:cNvSpPr>
          <p:nvPr/>
        </p:nvSpPr>
        <p:spPr>
          <a:xfrm>
            <a:off x="2885486" y="5171142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271" name="anim_to3769_0_1">
            <a:extLst>
              <a:ext uri="{FF2B5EF4-FFF2-40B4-BE49-F238E27FC236}">
                <a16:creationId xmlns:a16="http://schemas.microsoft.com/office/drawing/2014/main" id="{0D6895AB-6A4F-4830-8D2C-D81C9302509A}"/>
              </a:ext>
            </a:extLst>
          </p:cNvPr>
          <p:cNvSpPr>
            <a:spLocks noGrp="1"/>
          </p:cNvSpPr>
          <p:nvPr/>
        </p:nvSpPr>
        <p:spPr>
          <a:xfrm>
            <a:off x="3461789" y="5171142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272" name="anim_to3775_0_1">
            <a:extLst>
              <a:ext uri="{FF2B5EF4-FFF2-40B4-BE49-F238E27FC236}">
                <a16:creationId xmlns:a16="http://schemas.microsoft.com/office/drawing/2014/main" id="{005FEEF8-F2AD-4495-8F12-BE85A79D30F5}"/>
              </a:ext>
            </a:extLst>
          </p:cNvPr>
          <p:cNvSpPr>
            <a:spLocks noGrp="1"/>
          </p:cNvSpPr>
          <p:nvPr/>
        </p:nvSpPr>
        <p:spPr>
          <a:xfrm>
            <a:off x="4038091" y="5171142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273" name="anim_to3780_0_1">
            <a:extLst>
              <a:ext uri="{FF2B5EF4-FFF2-40B4-BE49-F238E27FC236}">
                <a16:creationId xmlns:a16="http://schemas.microsoft.com/office/drawing/2014/main" id="{185F974B-E365-4D34-A772-B1F580B76026}"/>
              </a:ext>
            </a:extLst>
          </p:cNvPr>
          <p:cNvSpPr>
            <a:spLocks noGrp="1"/>
          </p:cNvSpPr>
          <p:nvPr/>
        </p:nvSpPr>
        <p:spPr>
          <a:xfrm>
            <a:off x="2158759" y="1375856"/>
            <a:ext cx="1362103" cy="6018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79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79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79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Input</a:t>
            </a:r>
          </a:p>
        </p:txBody>
      </p:sp>
      <p:sp>
        <p:nvSpPr>
          <p:cNvPr id="274" name="anim_to3827_0_1">
            <a:extLst>
              <a:ext uri="{FF2B5EF4-FFF2-40B4-BE49-F238E27FC236}">
                <a16:creationId xmlns:a16="http://schemas.microsoft.com/office/drawing/2014/main" id="{53708092-2245-4F5C-8F42-35E61297FCCE}"/>
              </a:ext>
            </a:extLst>
          </p:cNvPr>
          <p:cNvSpPr>
            <a:spLocks noGrp="1"/>
          </p:cNvSpPr>
          <p:nvPr/>
        </p:nvSpPr>
        <p:spPr>
          <a:xfrm>
            <a:off x="5029920" y="3531807"/>
            <a:ext cx="288231" cy="7356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*</a:t>
            </a:r>
          </a:p>
        </p:txBody>
      </p:sp>
      <p:sp>
        <p:nvSpPr>
          <p:cNvPr id="275" name="anim_to3830_0_1">
            <a:extLst>
              <a:ext uri="{FF2B5EF4-FFF2-40B4-BE49-F238E27FC236}">
                <a16:creationId xmlns:a16="http://schemas.microsoft.com/office/drawing/2014/main" id="{332FAFC1-F198-4628-83D6-2165B2DB18AB}"/>
              </a:ext>
            </a:extLst>
          </p:cNvPr>
          <p:cNvSpPr>
            <a:spLocks noGrp="1"/>
          </p:cNvSpPr>
          <p:nvPr/>
        </p:nvSpPr>
        <p:spPr>
          <a:xfrm>
            <a:off x="5549005" y="1909998"/>
            <a:ext cx="2189605" cy="4889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0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80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pPr>
            <a:r>
              <a:rPr sz="3080" b="1">
                <a:solidFill>
                  <a:srgbClr val="FF862F"/>
                </a:solidFill>
                <a:latin typeface="Consolas"/>
                <a:ea typeface="Consolas"/>
                <a:cs typeface="Consolas"/>
              </a:rPr>
              <a:t>Horizontal</a:t>
            </a:r>
          </a:p>
        </p:txBody>
      </p:sp>
      <p:sp>
        <p:nvSpPr>
          <p:cNvPr id="276" name="anim_to3830_1_1">
            <a:extLst>
              <a:ext uri="{FF2B5EF4-FFF2-40B4-BE49-F238E27FC236}">
                <a16:creationId xmlns:a16="http://schemas.microsoft.com/office/drawing/2014/main" id="{90DF40B9-FC67-45AC-A343-6EF307B4A857}"/>
              </a:ext>
            </a:extLst>
          </p:cNvPr>
          <p:cNvSpPr>
            <a:spLocks noGrp="1"/>
          </p:cNvSpPr>
          <p:nvPr/>
        </p:nvSpPr>
        <p:spPr>
          <a:xfrm>
            <a:off x="5979306" y="2359858"/>
            <a:ext cx="1329003" cy="4889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0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80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pPr>
            <a:r>
              <a:rPr sz="3080" b="1">
                <a:solidFill>
                  <a:srgbClr val="FF862F"/>
                </a:solidFill>
                <a:latin typeface="Consolas"/>
                <a:ea typeface="Consolas"/>
                <a:cs typeface="Consolas"/>
              </a:rPr>
              <a:t>Filter</a:t>
            </a:r>
          </a:p>
        </p:txBody>
      </p:sp>
      <p:sp>
        <p:nvSpPr>
          <p:cNvPr id="277" name="anim_o3787_1">
            <a:extLst>
              <a:ext uri="{FF2B5EF4-FFF2-40B4-BE49-F238E27FC236}">
                <a16:creationId xmlns:a16="http://schemas.microsoft.com/office/drawing/2014/main" id="{92F28497-EAC4-44F6-B9FD-E45721CA3EF3}"/>
              </a:ext>
            </a:extLst>
          </p:cNvPr>
          <p:cNvSpPr>
            <a:spLocks noGrp="1"/>
          </p:cNvSpPr>
          <p:nvPr/>
        </p:nvSpPr>
        <p:spPr>
          <a:xfrm>
            <a:off x="5769829" y="3035193"/>
            <a:ext cx="576303" cy="576303"/>
          </a:xfrm>
          <a:prstGeom prst="rect">
            <a:avLst/>
          </a:prstGeom>
          <a:solidFill>
            <a:srgbClr val="FF862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8" name="anim_o3792_1">
            <a:extLst>
              <a:ext uri="{FF2B5EF4-FFF2-40B4-BE49-F238E27FC236}">
                <a16:creationId xmlns:a16="http://schemas.microsoft.com/office/drawing/2014/main" id="{5CBDF85E-5CB4-4C6C-8296-8F07A6E7962E}"/>
              </a:ext>
            </a:extLst>
          </p:cNvPr>
          <p:cNvSpPr>
            <a:spLocks noGrp="1"/>
          </p:cNvSpPr>
          <p:nvPr/>
        </p:nvSpPr>
        <p:spPr>
          <a:xfrm>
            <a:off x="6346131" y="3035193"/>
            <a:ext cx="576303" cy="576303"/>
          </a:xfrm>
          <a:prstGeom prst="rect">
            <a:avLst/>
          </a:prstGeom>
          <a:solidFill>
            <a:srgbClr val="FF862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9" name="anim_o3797_1">
            <a:extLst>
              <a:ext uri="{FF2B5EF4-FFF2-40B4-BE49-F238E27FC236}">
                <a16:creationId xmlns:a16="http://schemas.microsoft.com/office/drawing/2014/main" id="{D15C05D0-C49A-464E-B406-C94CDFAED9F9}"/>
              </a:ext>
            </a:extLst>
          </p:cNvPr>
          <p:cNvSpPr>
            <a:spLocks noGrp="1"/>
          </p:cNvSpPr>
          <p:nvPr/>
        </p:nvSpPr>
        <p:spPr>
          <a:xfrm>
            <a:off x="6922434" y="3035193"/>
            <a:ext cx="576303" cy="576303"/>
          </a:xfrm>
          <a:prstGeom prst="rect">
            <a:avLst/>
          </a:prstGeom>
          <a:solidFill>
            <a:srgbClr val="FF862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0" name="anim_o3802_1">
            <a:extLst>
              <a:ext uri="{FF2B5EF4-FFF2-40B4-BE49-F238E27FC236}">
                <a16:creationId xmlns:a16="http://schemas.microsoft.com/office/drawing/2014/main" id="{CA4A6D5C-5584-4E0B-81F7-5C8D2C7C6BA4}"/>
              </a:ext>
            </a:extLst>
          </p:cNvPr>
          <p:cNvSpPr>
            <a:spLocks noGrp="1"/>
          </p:cNvSpPr>
          <p:nvPr/>
        </p:nvSpPr>
        <p:spPr>
          <a:xfrm>
            <a:off x="5769829" y="3611496"/>
            <a:ext cx="576303" cy="576303"/>
          </a:xfrm>
          <a:prstGeom prst="rect">
            <a:avLst/>
          </a:prstGeom>
          <a:solidFill>
            <a:srgbClr val="FF862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1" name="anim_o3806_1">
            <a:extLst>
              <a:ext uri="{FF2B5EF4-FFF2-40B4-BE49-F238E27FC236}">
                <a16:creationId xmlns:a16="http://schemas.microsoft.com/office/drawing/2014/main" id="{DC0E849D-D677-4607-B4B1-15EBDA080D57}"/>
              </a:ext>
            </a:extLst>
          </p:cNvPr>
          <p:cNvSpPr>
            <a:spLocks noGrp="1"/>
          </p:cNvSpPr>
          <p:nvPr/>
        </p:nvSpPr>
        <p:spPr>
          <a:xfrm>
            <a:off x="6346131" y="3611496"/>
            <a:ext cx="576303" cy="576303"/>
          </a:xfrm>
          <a:prstGeom prst="rect">
            <a:avLst/>
          </a:prstGeom>
          <a:solidFill>
            <a:srgbClr val="FF862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2" name="anim_o3810_1">
            <a:extLst>
              <a:ext uri="{FF2B5EF4-FFF2-40B4-BE49-F238E27FC236}">
                <a16:creationId xmlns:a16="http://schemas.microsoft.com/office/drawing/2014/main" id="{D7D01A0C-DE53-4BF7-B7B5-ABF08071AA53}"/>
              </a:ext>
            </a:extLst>
          </p:cNvPr>
          <p:cNvSpPr>
            <a:spLocks noGrp="1"/>
          </p:cNvSpPr>
          <p:nvPr/>
        </p:nvSpPr>
        <p:spPr>
          <a:xfrm>
            <a:off x="6922434" y="3611496"/>
            <a:ext cx="576303" cy="576303"/>
          </a:xfrm>
          <a:prstGeom prst="rect">
            <a:avLst/>
          </a:prstGeom>
          <a:solidFill>
            <a:srgbClr val="FF862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3" name="anim_o3814_1">
            <a:extLst>
              <a:ext uri="{FF2B5EF4-FFF2-40B4-BE49-F238E27FC236}">
                <a16:creationId xmlns:a16="http://schemas.microsoft.com/office/drawing/2014/main" id="{EE733EB3-3E24-475E-BBFF-021A0AEF84F3}"/>
              </a:ext>
            </a:extLst>
          </p:cNvPr>
          <p:cNvSpPr>
            <a:spLocks noGrp="1"/>
          </p:cNvSpPr>
          <p:nvPr/>
        </p:nvSpPr>
        <p:spPr>
          <a:xfrm>
            <a:off x="5769829" y="4187798"/>
            <a:ext cx="576303" cy="576303"/>
          </a:xfrm>
          <a:prstGeom prst="rect">
            <a:avLst/>
          </a:prstGeom>
          <a:solidFill>
            <a:srgbClr val="FF862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4" name="anim_o3818_1">
            <a:extLst>
              <a:ext uri="{FF2B5EF4-FFF2-40B4-BE49-F238E27FC236}">
                <a16:creationId xmlns:a16="http://schemas.microsoft.com/office/drawing/2014/main" id="{240D8694-F413-4642-839F-89C54BEAE8E3}"/>
              </a:ext>
            </a:extLst>
          </p:cNvPr>
          <p:cNvSpPr>
            <a:spLocks noGrp="1"/>
          </p:cNvSpPr>
          <p:nvPr/>
        </p:nvSpPr>
        <p:spPr>
          <a:xfrm>
            <a:off x="6346131" y="4187798"/>
            <a:ext cx="576303" cy="576303"/>
          </a:xfrm>
          <a:prstGeom prst="rect">
            <a:avLst/>
          </a:prstGeom>
          <a:solidFill>
            <a:srgbClr val="FF862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5" name="anim_o3822_1">
            <a:extLst>
              <a:ext uri="{FF2B5EF4-FFF2-40B4-BE49-F238E27FC236}">
                <a16:creationId xmlns:a16="http://schemas.microsoft.com/office/drawing/2014/main" id="{DA770984-98D7-4AAB-9808-730335ABE4C1}"/>
              </a:ext>
            </a:extLst>
          </p:cNvPr>
          <p:cNvSpPr>
            <a:spLocks noGrp="1"/>
          </p:cNvSpPr>
          <p:nvPr/>
        </p:nvSpPr>
        <p:spPr>
          <a:xfrm>
            <a:off x="6922434" y="4187798"/>
            <a:ext cx="576303" cy="576303"/>
          </a:xfrm>
          <a:prstGeom prst="rect">
            <a:avLst/>
          </a:prstGeom>
          <a:solidFill>
            <a:srgbClr val="FF862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6" name="anim_to3788_0_1">
            <a:extLst>
              <a:ext uri="{FF2B5EF4-FFF2-40B4-BE49-F238E27FC236}">
                <a16:creationId xmlns:a16="http://schemas.microsoft.com/office/drawing/2014/main" id="{A3053022-61F5-47D3-B16C-9CF2FEC54F54}"/>
              </a:ext>
            </a:extLst>
          </p:cNvPr>
          <p:cNvSpPr>
            <a:spLocks noGrp="1"/>
          </p:cNvSpPr>
          <p:nvPr/>
        </p:nvSpPr>
        <p:spPr>
          <a:xfrm>
            <a:off x="5882955" y="3135276"/>
            <a:ext cx="369101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287" name="anim_to3793_0_1">
            <a:extLst>
              <a:ext uri="{FF2B5EF4-FFF2-40B4-BE49-F238E27FC236}">
                <a16:creationId xmlns:a16="http://schemas.microsoft.com/office/drawing/2014/main" id="{0BA89573-E5A7-4DF8-96A3-1AC8291EF0AA}"/>
              </a:ext>
            </a:extLst>
          </p:cNvPr>
          <p:cNvSpPr>
            <a:spLocks noGrp="1"/>
          </p:cNvSpPr>
          <p:nvPr/>
        </p:nvSpPr>
        <p:spPr>
          <a:xfrm>
            <a:off x="6459257" y="3135276"/>
            <a:ext cx="369101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288" name="anim_to3798_0_1">
            <a:extLst>
              <a:ext uri="{FF2B5EF4-FFF2-40B4-BE49-F238E27FC236}">
                <a16:creationId xmlns:a16="http://schemas.microsoft.com/office/drawing/2014/main" id="{49F9C89D-5A15-45A6-A5BA-F67809629C22}"/>
              </a:ext>
            </a:extLst>
          </p:cNvPr>
          <p:cNvSpPr>
            <a:spLocks noGrp="1"/>
          </p:cNvSpPr>
          <p:nvPr/>
        </p:nvSpPr>
        <p:spPr>
          <a:xfrm>
            <a:off x="7035560" y="3135276"/>
            <a:ext cx="369101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289" name="anim_to3803_0_1">
            <a:extLst>
              <a:ext uri="{FF2B5EF4-FFF2-40B4-BE49-F238E27FC236}">
                <a16:creationId xmlns:a16="http://schemas.microsoft.com/office/drawing/2014/main" id="{DDB4EDE8-86C1-44CF-8396-7CE74F47FF6F}"/>
              </a:ext>
            </a:extLst>
          </p:cNvPr>
          <p:cNvSpPr>
            <a:spLocks noGrp="1"/>
          </p:cNvSpPr>
          <p:nvPr/>
        </p:nvSpPr>
        <p:spPr>
          <a:xfrm>
            <a:off x="5965705" y="3711578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290" name="anim_to3807_0_1">
            <a:extLst>
              <a:ext uri="{FF2B5EF4-FFF2-40B4-BE49-F238E27FC236}">
                <a16:creationId xmlns:a16="http://schemas.microsoft.com/office/drawing/2014/main" id="{CD7A72CF-B998-4E35-8863-6E37D0EB7DBA}"/>
              </a:ext>
            </a:extLst>
          </p:cNvPr>
          <p:cNvSpPr>
            <a:spLocks noGrp="1"/>
          </p:cNvSpPr>
          <p:nvPr/>
        </p:nvSpPr>
        <p:spPr>
          <a:xfrm>
            <a:off x="6542007" y="3711578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291" name="anim_to3811_0_1">
            <a:extLst>
              <a:ext uri="{FF2B5EF4-FFF2-40B4-BE49-F238E27FC236}">
                <a16:creationId xmlns:a16="http://schemas.microsoft.com/office/drawing/2014/main" id="{F4EC0879-0141-4B55-BE0A-C50EEA69D9DC}"/>
              </a:ext>
            </a:extLst>
          </p:cNvPr>
          <p:cNvSpPr>
            <a:spLocks noGrp="1"/>
          </p:cNvSpPr>
          <p:nvPr/>
        </p:nvSpPr>
        <p:spPr>
          <a:xfrm>
            <a:off x="7118310" y="3711578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292" name="anim_to3815_0_1">
            <a:extLst>
              <a:ext uri="{FF2B5EF4-FFF2-40B4-BE49-F238E27FC236}">
                <a16:creationId xmlns:a16="http://schemas.microsoft.com/office/drawing/2014/main" id="{2703DD8D-875A-41CF-9F18-D4361F3DEFE2}"/>
              </a:ext>
            </a:extLst>
          </p:cNvPr>
          <p:cNvSpPr>
            <a:spLocks noGrp="1"/>
          </p:cNvSpPr>
          <p:nvPr/>
        </p:nvSpPr>
        <p:spPr>
          <a:xfrm>
            <a:off x="5965705" y="4287881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293" name="anim_to3819_0_1">
            <a:extLst>
              <a:ext uri="{FF2B5EF4-FFF2-40B4-BE49-F238E27FC236}">
                <a16:creationId xmlns:a16="http://schemas.microsoft.com/office/drawing/2014/main" id="{43658510-647D-4094-9B4C-EB4F675155C4}"/>
              </a:ext>
            </a:extLst>
          </p:cNvPr>
          <p:cNvSpPr>
            <a:spLocks noGrp="1"/>
          </p:cNvSpPr>
          <p:nvPr/>
        </p:nvSpPr>
        <p:spPr>
          <a:xfrm>
            <a:off x="6542007" y="4287881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294" name="anim_to3823_0_1">
            <a:extLst>
              <a:ext uri="{FF2B5EF4-FFF2-40B4-BE49-F238E27FC236}">
                <a16:creationId xmlns:a16="http://schemas.microsoft.com/office/drawing/2014/main" id="{64CB017A-9960-4228-8850-87A6C42BDD4E}"/>
              </a:ext>
            </a:extLst>
          </p:cNvPr>
          <p:cNvSpPr>
            <a:spLocks noGrp="1"/>
          </p:cNvSpPr>
          <p:nvPr/>
        </p:nvSpPr>
        <p:spPr>
          <a:xfrm>
            <a:off x="7118310" y="4287881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295" name="anim_to3899_0_1">
            <a:extLst>
              <a:ext uri="{FF2B5EF4-FFF2-40B4-BE49-F238E27FC236}">
                <a16:creationId xmlns:a16="http://schemas.microsoft.com/office/drawing/2014/main" id="{5AD0943B-811B-4D99-B156-C4AE2FDBBE96}"/>
              </a:ext>
            </a:extLst>
          </p:cNvPr>
          <p:cNvSpPr>
            <a:spLocks noGrp="1"/>
          </p:cNvSpPr>
          <p:nvPr/>
        </p:nvSpPr>
        <p:spPr>
          <a:xfrm>
            <a:off x="7969463" y="3531807"/>
            <a:ext cx="479508" cy="7356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296" name="anim_o3850_1">
            <a:extLst>
              <a:ext uri="{FF2B5EF4-FFF2-40B4-BE49-F238E27FC236}">
                <a16:creationId xmlns:a16="http://schemas.microsoft.com/office/drawing/2014/main" id="{63605D47-0FB8-4475-B1D3-18397A5E3830}"/>
              </a:ext>
            </a:extLst>
          </p:cNvPr>
          <p:cNvSpPr>
            <a:spLocks noGrp="1"/>
          </p:cNvSpPr>
          <p:nvPr/>
        </p:nvSpPr>
        <p:spPr>
          <a:xfrm>
            <a:off x="8900649" y="274704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7" name="anim_o3853_1">
            <a:extLst>
              <a:ext uri="{FF2B5EF4-FFF2-40B4-BE49-F238E27FC236}">
                <a16:creationId xmlns:a16="http://schemas.microsoft.com/office/drawing/2014/main" id="{EE073912-2833-4CAF-8D6B-5F018F9935E8}"/>
              </a:ext>
            </a:extLst>
          </p:cNvPr>
          <p:cNvSpPr>
            <a:spLocks noGrp="1"/>
          </p:cNvSpPr>
          <p:nvPr/>
        </p:nvSpPr>
        <p:spPr>
          <a:xfrm>
            <a:off x="9476951" y="274704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8" name="anim_o3856_1">
            <a:extLst>
              <a:ext uri="{FF2B5EF4-FFF2-40B4-BE49-F238E27FC236}">
                <a16:creationId xmlns:a16="http://schemas.microsoft.com/office/drawing/2014/main" id="{76E29390-E76F-44BD-B611-10FBFCDF5AF3}"/>
              </a:ext>
            </a:extLst>
          </p:cNvPr>
          <p:cNvSpPr>
            <a:spLocks noGrp="1"/>
          </p:cNvSpPr>
          <p:nvPr/>
        </p:nvSpPr>
        <p:spPr>
          <a:xfrm>
            <a:off x="10053254" y="274704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9" name="anim_o3859_1">
            <a:extLst>
              <a:ext uri="{FF2B5EF4-FFF2-40B4-BE49-F238E27FC236}">
                <a16:creationId xmlns:a16="http://schemas.microsoft.com/office/drawing/2014/main" id="{EA2AE2A8-5349-4C2B-959D-E7FC0C1146C9}"/>
              </a:ext>
            </a:extLst>
          </p:cNvPr>
          <p:cNvSpPr>
            <a:spLocks noGrp="1"/>
          </p:cNvSpPr>
          <p:nvPr/>
        </p:nvSpPr>
        <p:spPr>
          <a:xfrm>
            <a:off x="10629556" y="274704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0" name="anim_o3862_1">
            <a:extLst>
              <a:ext uri="{FF2B5EF4-FFF2-40B4-BE49-F238E27FC236}">
                <a16:creationId xmlns:a16="http://schemas.microsoft.com/office/drawing/2014/main" id="{A2FAC9D9-4B74-4FF4-AB08-C800709186AB}"/>
              </a:ext>
            </a:extLst>
          </p:cNvPr>
          <p:cNvSpPr>
            <a:spLocks noGrp="1"/>
          </p:cNvSpPr>
          <p:nvPr/>
        </p:nvSpPr>
        <p:spPr>
          <a:xfrm>
            <a:off x="8900649" y="3323345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1" name="anim_o3865_1">
            <a:extLst>
              <a:ext uri="{FF2B5EF4-FFF2-40B4-BE49-F238E27FC236}">
                <a16:creationId xmlns:a16="http://schemas.microsoft.com/office/drawing/2014/main" id="{FB879CE9-1564-4DA4-B045-E482803BBF3C}"/>
              </a:ext>
            </a:extLst>
          </p:cNvPr>
          <p:cNvSpPr>
            <a:spLocks noGrp="1"/>
          </p:cNvSpPr>
          <p:nvPr/>
        </p:nvSpPr>
        <p:spPr>
          <a:xfrm>
            <a:off x="9476951" y="3323345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2" name="anim_o3868_1">
            <a:extLst>
              <a:ext uri="{FF2B5EF4-FFF2-40B4-BE49-F238E27FC236}">
                <a16:creationId xmlns:a16="http://schemas.microsoft.com/office/drawing/2014/main" id="{A1842C45-0F4F-4D9D-BA39-36B6E2F9EAC4}"/>
              </a:ext>
            </a:extLst>
          </p:cNvPr>
          <p:cNvSpPr>
            <a:spLocks noGrp="1"/>
          </p:cNvSpPr>
          <p:nvPr/>
        </p:nvSpPr>
        <p:spPr>
          <a:xfrm>
            <a:off x="10053254" y="3323345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3" name="anim_o3871_1">
            <a:extLst>
              <a:ext uri="{FF2B5EF4-FFF2-40B4-BE49-F238E27FC236}">
                <a16:creationId xmlns:a16="http://schemas.microsoft.com/office/drawing/2014/main" id="{7F98B80A-FB1A-4FAB-8360-AE50A38D3DE4}"/>
              </a:ext>
            </a:extLst>
          </p:cNvPr>
          <p:cNvSpPr>
            <a:spLocks noGrp="1"/>
          </p:cNvSpPr>
          <p:nvPr/>
        </p:nvSpPr>
        <p:spPr>
          <a:xfrm>
            <a:off x="10629556" y="3323345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4" name="anim_o3874_1">
            <a:extLst>
              <a:ext uri="{FF2B5EF4-FFF2-40B4-BE49-F238E27FC236}">
                <a16:creationId xmlns:a16="http://schemas.microsoft.com/office/drawing/2014/main" id="{BC619A8C-CE07-451B-960F-985FD67085D9}"/>
              </a:ext>
            </a:extLst>
          </p:cNvPr>
          <p:cNvSpPr>
            <a:spLocks noGrp="1"/>
          </p:cNvSpPr>
          <p:nvPr/>
        </p:nvSpPr>
        <p:spPr>
          <a:xfrm>
            <a:off x="8900649" y="3899647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5" name="anim_o3877_1">
            <a:extLst>
              <a:ext uri="{FF2B5EF4-FFF2-40B4-BE49-F238E27FC236}">
                <a16:creationId xmlns:a16="http://schemas.microsoft.com/office/drawing/2014/main" id="{43F431BD-2AA3-42FE-B6C6-96B0B25D2225}"/>
              </a:ext>
            </a:extLst>
          </p:cNvPr>
          <p:cNvSpPr>
            <a:spLocks noGrp="1"/>
          </p:cNvSpPr>
          <p:nvPr/>
        </p:nvSpPr>
        <p:spPr>
          <a:xfrm>
            <a:off x="9476951" y="3899647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6" name="anim_o3880_1">
            <a:extLst>
              <a:ext uri="{FF2B5EF4-FFF2-40B4-BE49-F238E27FC236}">
                <a16:creationId xmlns:a16="http://schemas.microsoft.com/office/drawing/2014/main" id="{6C6A6561-FD3D-4517-A802-001EE3F1DBD5}"/>
              </a:ext>
            </a:extLst>
          </p:cNvPr>
          <p:cNvSpPr>
            <a:spLocks noGrp="1"/>
          </p:cNvSpPr>
          <p:nvPr/>
        </p:nvSpPr>
        <p:spPr>
          <a:xfrm>
            <a:off x="10053254" y="3899647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7" name="anim_o3883_1">
            <a:extLst>
              <a:ext uri="{FF2B5EF4-FFF2-40B4-BE49-F238E27FC236}">
                <a16:creationId xmlns:a16="http://schemas.microsoft.com/office/drawing/2014/main" id="{EBAB3159-5B8F-4441-A105-38B882364E1A}"/>
              </a:ext>
            </a:extLst>
          </p:cNvPr>
          <p:cNvSpPr>
            <a:spLocks noGrp="1"/>
          </p:cNvSpPr>
          <p:nvPr/>
        </p:nvSpPr>
        <p:spPr>
          <a:xfrm>
            <a:off x="10629556" y="3899647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8" name="anim_o3886_1">
            <a:extLst>
              <a:ext uri="{FF2B5EF4-FFF2-40B4-BE49-F238E27FC236}">
                <a16:creationId xmlns:a16="http://schemas.microsoft.com/office/drawing/2014/main" id="{334AB9E3-B1BF-46CB-9912-DA37664352CE}"/>
              </a:ext>
            </a:extLst>
          </p:cNvPr>
          <p:cNvSpPr>
            <a:spLocks noGrp="1"/>
          </p:cNvSpPr>
          <p:nvPr/>
        </p:nvSpPr>
        <p:spPr>
          <a:xfrm>
            <a:off x="8900649" y="4475950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9" name="anim_o3889_1">
            <a:extLst>
              <a:ext uri="{FF2B5EF4-FFF2-40B4-BE49-F238E27FC236}">
                <a16:creationId xmlns:a16="http://schemas.microsoft.com/office/drawing/2014/main" id="{280C3E04-61F0-4BAE-9565-8E180E67B679}"/>
              </a:ext>
            </a:extLst>
          </p:cNvPr>
          <p:cNvSpPr>
            <a:spLocks noGrp="1"/>
          </p:cNvSpPr>
          <p:nvPr/>
        </p:nvSpPr>
        <p:spPr>
          <a:xfrm>
            <a:off x="9476951" y="4475950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0" name="anim_o3892_1">
            <a:extLst>
              <a:ext uri="{FF2B5EF4-FFF2-40B4-BE49-F238E27FC236}">
                <a16:creationId xmlns:a16="http://schemas.microsoft.com/office/drawing/2014/main" id="{ED7101A8-5FDE-47F9-B38C-D4A0BFA5C350}"/>
              </a:ext>
            </a:extLst>
          </p:cNvPr>
          <p:cNvSpPr>
            <a:spLocks noGrp="1"/>
          </p:cNvSpPr>
          <p:nvPr/>
        </p:nvSpPr>
        <p:spPr>
          <a:xfrm>
            <a:off x="10053254" y="4475950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1" name="anim_o3895_1">
            <a:extLst>
              <a:ext uri="{FF2B5EF4-FFF2-40B4-BE49-F238E27FC236}">
                <a16:creationId xmlns:a16="http://schemas.microsoft.com/office/drawing/2014/main" id="{FA0DA8D0-DCF4-467E-A6D4-365E018D7283}"/>
              </a:ext>
            </a:extLst>
          </p:cNvPr>
          <p:cNvSpPr>
            <a:spLocks noGrp="1"/>
          </p:cNvSpPr>
          <p:nvPr/>
        </p:nvSpPr>
        <p:spPr>
          <a:xfrm>
            <a:off x="10629556" y="4475950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2" name="anim_to3851_0_1">
            <a:extLst>
              <a:ext uri="{FF2B5EF4-FFF2-40B4-BE49-F238E27FC236}">
                <a16:creationId xmlns:a16="http://schemas.microsoft.com/office/drawing/2014/main" id="{C2C872C2-0468-446B-8E63-D025ADCFDF5E}"/>
              </a:ext>
            </a:extLst>
          </p:cNvPr>
          <p:cNvSpPr>
            <a:spLocks noGrp="1"/>
          </p:cNvSpPr>
          <p:nvPr/>
        </p:nvSpPr>
        <p:spPr>
          <a:xfrm>
            <a:off x="9096525" y="2847125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313" name="anim_to3854_0_1">
            <a:extLst>
              <a:ext uri="{FF2B5EF4-FFF2-40B4-BE49-F238E27FC236}">
                <a16:creationId xmlns:a16="http://schemas.microsoft.com/office/drawing/2014/main" id="{0FCC7A71-C74A-4B30-88EF-B31E2D8CD1B6}"/>
              </a:ext>
            </a:extLst>
          </p:cNvPr>
          <p:cNvSpPr>
            <a:spLocks noGrp="1"/>
          </p:cNvSpPr>
          <p:nvPr/>
        </p:nvSpPr>
        <p:spPr>
          <a:xfrm>
            <a:off x="9672827" y="2847125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314" name="anim_to3857_0_1">
            <a:extLst>
              <a:ext uri="{FF2B5EF4-FFF2-40B4-BE49-F238E27FC236}">
                <a16:creationId xmlns:a16="http://schemas.microsoft.com/office/drawing/2014/main" id="{787E3A02-73CA-41C3-B358-BF46274846B0}"/>
              </a:ext>
            </a:extLst>
          </p:cNvPr>
          <p:cNvSpPr>
            <a:spLocks noGrp="1"/>
          </p:cNvSpPr>
          <p:nvPr/>
        </p:nvSpPr>
        <p:spPr>
          <a:xfrm>
            <a:off x="10249130" y="2847125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315" name="anim_to3860_0_1">
            <a:extLst>
              <a:ext uri="{FF2B5EF4-FFF2-40B4-BE49-F238E27FC236}">
                <a16:creationId xmlns:a16="http://schemas.microsoft.com/office/drawing/2014/main" id="{57829433-1F5D-4863-9907-D65FCDD27301}"/>
              </a:ext>
            </a:extLst>
          </p:cNvPr>
          <p:cNvSpPr>
            <a:spLocks noGrp="1"/>
          </p:cNvSpPr>
          <p:nvPr/>
        </p:nvSpPr>
        <p:spPr>
          <a:xfrm>
            <a:off x="10825432" y="2847125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316" name="anim_to3863_0_1">
            <a:extLst>
              <a:ext uri="{FF2B5EF4-FFF2-40B4-BE49-F238E27FC236}">
                <a16:creationId xmlns:a16="http://schemas.microsoft.com/office/drawing/2014/main" id="{396C2F4F-3CD7-42FD-BA7E-AFDC950D4723}"/>
              </a:ext>
            </a:extLst>
          </p:cNvPr>
          <p:cNvSpPr>
            <a:spLocks noGrp="1"/>
          </p:cNvSpPr>
          <p:nvPr/>
        </p:nvSpPr>
        <p:spPr>
          <a:xfrm>
            <a:off x="9096525" y="3423427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317" name="anim_to3866_0_1">
            <a:extLst>
              <a:ext uri="{FF2B5EF4-FFF2-40B4-BE49-F238E27FC236}">
                <a16:creationId xmlns:a16="http://schemas.microsoft.com/office/drawing/2014/main" id="{516F22ED-DEA6-488C-BE5F-3C3BE996106C}"/>
              </a:ext>
            </a:extLst>
          </p:cNvPr>
          <p:cNvSpPr>
            <a:spLocks noGrp="1"/>
          </p:cNvSpPr>
          <p:nvPr/>
        </p:nvSpPr>
        <p:spPr>
          <a:xfrm>
            <a:off x="9672827" y="3423427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318" name="anim_to3869_0_1">
            <a:extLst>
              <a:ext uri="{FF2B5EF4-FFF2-40B4-BE49-F238E27FC236}">
                <a16:creationId xmlns:a16="http://schemas.microsoft.com/office/drawing/2014/main" id="{7ED6B69C-3D12-4F45-B016-E74AB3A1A9E3}"/>
              </a:ext>
            </a:extLst>
          </p:cNvPr>
          <p:cNvSpPr>
            <a:spLocks noGrp="1"/>
          </p:cNvSpPr>
          <p:nvPr/>
        </p:nvSpPr>
        <p:spPr>
          <a:xfrm>
            <a:off x="10249130" y="3423427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319" name="anim_to3872_0_1">
            <a:extLst>
              <a:ext uri="{FF2B5EF4-FFF2-40B4-BE49-F238E27FC236}">
                <a16:creationId xmlns:a16="http://schemas.microsoft.com/office/drawing/2014/main" id="{80CD8821-4CB0-4827-9425-2ABC6A47EF92}"/>
              </a:ext>
            </a:extLst>
          </p:cNvPr>
          <p:cNvSpPr>
            <a:spLocks noGrp="1"/>
          </p:cNvSpPr>
          <p:nvPr/>
        </p:nvSpPr>
        <p:spPr>
          <a:xfrm>
            <a:off x="10825432" y="3423427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320" name="anim_to3875_0_1">
            <a:extLst>
              <a:ext uri="{FF2B5EF4-FFF2-40B4-BE49-F238E27FC236}">
                <a16:creationId xmlns:a16="http://schemas.microsoft.com/office/drawing/2014/main" id="{B1A0B486-7AFA-448C-8524-81A032E1F00A}"/>
              </a:ext>
            </a:extLst>
          </p:cNvPr>
          <p:cNvSpPr>
            <a:spLocks noGrp="1"/>
          </p:cNvSpPr>
          <p:nvPr/>
        </p:nvSpPr>
        <p:spPr>
          <a:xfrm>
            <a:off x="9096525" y="3999730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321" name="anim_to3878_0_1">
            <a:extLst>
              <a:ext uri="{FF2B5EF4-FFF2-40B4-BE49-F238E27FC236}">
                <a16:creationId xmlns:a16="http://schemas.microsoft.com/office/drawing/2014/main" id="{EC026E54-5DBC-4515-80AC-573E7A6244E5}"/>
              </a:ext>
            </a:extLst>
          </p:cNvPr>
          <p:cNvSpPr>
            <a:spLocks noGrp="1"/>
          </p:cNvSpPr>
          <p:nvPr/>
        </p:nvSpPr>
        <p:spPr>
          <a:xfrm>
            <a:off x="9672827" y="3999730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322" name="anim_to3881_0_1">
            <a:extLst>
              <a:ext uri="{FF2B5EF4-FFF2-40B4-BE49-F238E27FC236}">
                <a16:creationId xmlns:a16="http://schemas.microsoft.com/office/drawing/2014/main" id="{A9C99DCD-E8C3-4B40-887F-DBA81EC590EB}"/>
              </a:ext>
            </a:extLst>
          </p:cNvPr>
          <p:cNvSpPr>
            <a:spLocks noGrp="1"/>
          </p:cNvSpPr>
          <p:nvPr/>
        </p:nvSpPr>
        <p:spPr>
          <a:xfrm>
            <a:off x="10249130" y="3999730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323" name="anim_to3884_0_1">
            <a:extLst>
              <a:ext uri="{FF2B5EF4-FFF2-40B4-BE49-F238E27FC236}">
                <a16:creationId xmlns:a16="http://schemas.microsoft.com/office/drawing/2014/main" id="{128D633A-4439-47A4-AB74-BA1D1F172FF1}"/>
              </a:ext>
            </a:extLst>
          </p:cNvPr>
          <p:cNvSpPr>
            <a:spLocks noGrp="1"/>
          </p:cNvSpPr>
          <p:nvPr/>
        </p:nvSpPr>
        <p:spPr>
          <a:xfrm>
            <a:off x="10825432" y="3999730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324" name="anim_to3887_0_1">
            <a:extLst>
              <a:ext uri="{FF2B5EF4-FFF2-40B4-BE49-F238E27FC236}">
                <a16:creationId xmlns:a16="http://schemas.microsoft.com/office/drawing/2014/main" id="{2833503F-5335-4EB3-AFDB-5E6A902313A6}"/>
              </a:ext>
            </a:extLst>
          </p:cNvPr>
          <p:cNvSpPr>
            <a:spLocks noGrp="1"/>
          </p:cNvSpPr>
          <p:nvPr/>
        </p:nvSpPr>
        <p:spPr>
          <a:xfrm>
            <a:off x="9096525" y="4576032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325" name="anim_to3890_0_1">
            <a:extLst>
              <a:ext uri="{FF2B5EF4-FFF2-40B4-BE49-F238E27FC236}">
                <a16:creationId xmlns:a16="http://schemas.microsoft.com/office/drawing/2014/main" id="{92AE9F84-4D92-4269-B268-A00AFFC84170}"/>
              </a:ext>
            </a:extLst>
          </p:cNvPr>
          <p:cNvSpPr>
            <a:spLocks noGrp="1"/>
          </p:cNvSpPr>
          <p:nvPr/>
        </p:nvSpPr>
        <p:spPr>
          <a:xfrm>
            <a:off x="9672827" y="4576032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326" name="anim_to3893_0_1">
            <a:extLst>
              <a:ext uri="{FF2B5EF4-FFF2-40B4-BE49-F238E27FC236}">
                <a16:creationId xmlns:a16="http://schemas.microsoft.com/office/drawing/2014/main" id="{7F2B3C66-A5D7-4C35-A334-E3C43FFE60E5}"/>
              </a:ext>
            </a:extLst>
          </p:cNvPr>
          <p:cNvSpPr>
            <a:spLocks noGrp="1"/>
          </p:cNvSpPr>
          <p:nvPr/>
        </p:nvSpPr>
        <p:spPr>
          <a:xfrm>
            <a:off x="10249130" y="4576032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327" name="anim_to3896_0_1">
            <a:extLst>
              <a:ext uri="{FF2B5EF4-FFF2-40B4-BE49-F238E27FC236}">
                <a16:creationId xmlns:a16="http://schemas.microsoft.com/office/drawing/2014/main" id="{066D9EA0-9287-4AC3-9166-EF11A7DA9BB3}"/>
              </a:ext>
            </a:extLst>
          </p:cNvPr>
          <p:cNvSpPr>
            <a:spLocks noGrp="1"/>
          </p:cNvSpPr>
          <p:nvPr/>
        </p:nvSpPr>
        <p:spPr>
          <a:xfrm>
            <a:off x="10825432" y="4576032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328" name="anim_to3902_0_1">
            <a:extLst>
              <a:ext uri="{FF2B5EF4-FFF2-40B4-BE49-F238E27FC236}">
                <a16:creationId xmlns:a16="http://schemas.microsoft.com/office/drawing/2014/main" id="{7590B94D-3F81-47EC-BA50-848065A57428}"/>
              </a:ext>
            </a:extLst>
          </p:cNvPr>
          <p:cNvSpPr>
            <a:spLocks noGrp="1"/>
          </p:cNvSpPr>
          <p:nvPr/>
        </p:nvSpPr>
        <p:spPr>
          <a:xfrm>
            <a:off x="9249327" y="1952159"/>
            <a:ext cx="1626904" cy="6018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79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79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79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Output</a:t>
            </a:r>
          </a:p>
        </p:txBody>
      </p:sp>
    </p:spTree>
    <p:extLst>
      <p:ext uri="{BB962C8B-B14F-4D97-AF65-F5344CB8AC3E}">
        <p14:creationId xmlns:p14="http://schemas.microsoft.com/office/powerpoint/2010/main" val="18545072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4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4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4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4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4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4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4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4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4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4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4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4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4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4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4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4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4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4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400"/>
                            </p:stCondLst>
                            <p:childTnLst>
                              <p:par>
                                <p:cTn id="6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3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700"/>
                            </p:stCondLst>
                            <p:childTnLst>
                              <p:par>
                                <p:cTn id="64" presetID="63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65" dur="6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67" dur="6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69" dur="6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71" dur="6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73" dur="6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75" dur="6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77" dur="6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79" dur="6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81" dur="6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83" dur="6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85" dur="6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87" dur="6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89" dur="6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91" dur="6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93" dur="6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95" dur="6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97" dur="6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99" dur="6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300"/>
                            </p:stCondLst>
                            <p:childTnLst>
                              <p:par>
                                <p:cTn id="10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63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03517 -0.1558884 E" pathEditMode="relative" ptsTypes="">
                                      <p:cBhvr>
                                        <p:cTn id="113" dur="1000" fill="hold"/>
                                        <p:tgtEl>
                                          <p:spTgt spid="3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5" dur="1000" fill="hold"/>
                                        <p:tgtEl>
                                          <p:spTgt spid="32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41862 -0.1558884 E" pathEditMode="relative" ptsTypes="">
                                      <p:cBhvr>
                                        <p:cTn id="1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9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80206 -0.1558884 E" pathEditMode="relative" ptsTypes="">
                                      <p:cBhvr>
                                        <p:cTn id="121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3" dur="1000" fill="hold"/>
                                        <p:tgtEl>
                                          <p:spTgt spid="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8551 -0.1558884 E" pathEditMode="relative" ptsTypes="">
                                      <p:cBhvr>
                                        <p:cTn id="12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7" dur="1000" fill="hold"/>
                                        <p:tgtEl>
                                          <p:spTgt spid="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6896 -0.1558884 E" pathEditMode="relative" ptsTypes="">
                                      <p:cBhvr>
                                        <p:cTn id="12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1" dur="1000" fill="hold"/>
                                        <p:tgtEl>
                                          <p:spTgt spid="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95241 -0.1558884 E" pathEditMode="relative" ptsTypes="">
                                      <p:cBhvr>
                                        <p:cTn id="133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5" dur="1000" fill="hold"/>
                                        <p:tgtEl>
                                          <p:spTgt spid="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03517 -0.1668493 E" pathEditMode="relative" ptsTypes="">
                                      <p:cBhvr>
                                        <p:cTn id="13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9" dur="1000" fill="hold"/>
                                        <p:tgtEl>
                                          <p:spTgt spid="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41862 -0.1668493 E" pathEditMode="relative" ptsTypes="">
                                      <p:cBhvr>
                                        <p:cTn id="14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3" dur="1000" fill="hold"/>
                                        <p:tgtEl>
                                          <p:spTgt spid="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80206 -0.1668493 E" pathEditMode="relative" ptsTypes="">
                                      <p:cBhvr>
                                        <p:cTn id="14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7" dur="1000" fill="hold"/>
                                        <p:tgtEl>
                                          <p:spTgt spid="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8551 -0.1668493 E" pathEditMode="relative" ptsTypes="">
                                      <p:cBhvr>
                                        <p:cTn id="14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1" dur="1000" fill="hold"/>
                                        <p:tgtEl>
                                          <p:spTgt spid="1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6896 -0.1668493 E" pathEditMode="relative" ptsTypes="">
                                      <p:cBhvr>
                                        <p:cTn id="15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5" dur="1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95241 -0.1668493 E" pathEditMode="relative" ptsTypes="">
                                      <p:cBhvr>
                                        <p:cTn id="15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9" dur="1000" fill="hold"/>
                                        <p:tgtEl>
                                          <p:spTgt spid="1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03517 -0.1778103 E" pathEditMode="relative" ptsTypes="">
                                      <p:cBhvr>
                                        <p:cTn id="16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3" dur="1000" fill="hold"/>
                                        <p:tgtEl>
                                          <p:spTgt spid="1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41862 -0.1778103 E" pathEditMode="relative" ptsTypes="">
                                      <p:cBhvr>
                                        <p:cTn id="16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7" dur="1000" fill="hold"/>
                                        <p:tgtEl>
                                          <p:spTgt spid="1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80206 -0.1778103 E" pathEditMode="relative" ptsTypes="">
                                      <p:cBhvr>
                                        <p:cTn id="16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1" dur="1000" fill="hold"/>
                                        <p:tgtEl>
                                          <p:spTgt spid="1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8551 -0.1778103 E" pathEditMode="relative" ptsTypes="">
                                      <p:cBhvr>
                                        <p:cTn id="17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5" dur="1000" fill="hold"/>
                                        <p:tgtEl>
                                          <p:spTgt spid="1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6896 -0.1778103 E" pathEditMode="relative" ptsTypes="">
                                      <p:cBhvr>
                                        <p:cTn id="17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9" dur="1000" fill="hold"/>
                                        <p:tgtEl>
                                          <p:spTgt spid="1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95241 -0.1778103 E" pathEditMode="relative" ptsTypes="">
                                      <p:cBhvr>
                                        <p:cTn id="181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3" dur="1000" fill="hold"/>
                                        <p:tgtEl>
                                          <p:spTgt spid="1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03517 -0.1887712 E" pathEditMode="relative" ptsTypes="">
                                      <p:cBhvr>
                                        <p:cTn id="18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7" dur="1000" fill="hold"/>
                                        <p:tgtEl>
                                          <p:spTgt spid="1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41862 -0.1887712 E" pathEditMode="relative" ptsTypes="">
                                      <p:cBhvr>
                                        <p:cTn id="18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1" dur="1000" fill="hold"/>
                                        <p:tgtEl>
                                          <p:spTgt spid="2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80206 -0.1887712 E" pathEditMode="relative" ptsTypes="">
                                      <p:cBhvr>
                                        <p:cTn id="19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5" dur="1000" fill="hold"/>
                                        <p:tgtEl>
                                          <p:spTgt spid="2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8551 -0.1887712 E" pathEditMode="relative" ptsTypes="">
                                      <p:cBhvr>
                                        <p:cTn id="197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9" dur="1000" fill="hold"/>
                                        <p:tgtEl>
                                          <p:spTgt spid="2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6896 -0.1887712 E" pathEditMode="relative" ptsTypes="">
                                      <p:cBhvr>
                                        <p:cTn id="201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3" dur="1000" fill="hold"/>
                                        <p:tgtEl>
                                          <p:spTgt spid="2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95241 -0.1887712 E" pathEditMode="relative" ptsTypes="">
                                      <p:cBhvr>
                                        <p:cTn id="20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7" dur="1000" fill="hold"/>
                                        <p:tgtEl>
                                          <p:spTgt spid="2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03517 -0.1997321 E" pathEditMode="relative" ptsTypes="">
                                      <p:cBhvr>
                                        <p:cTn id="20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1" dur="1000" fill="hold"/>
                                        <p:tgtEl>
                                          <p:spTgt spid="2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41862 -0.1997321 E" pathEditMode="relative" ptsTypes="">
                                      <p:cBhvr>
                                        <p:cTn id="213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5" dur="1000" fill="hold"/>
                                        <p:tgtEl>
                                          <p:spTgt spid="2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80206 -0.1997321 E" pathEditMode="relative" ptsTypes="">
                                      <p:cBhvr>
                                        <p:cTn id="217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9" dur="1000" fill="hold"/>
                                        <p:tgtEl>
                                          <p:spTgt spid="2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8551 -0.1997321 E" pathEditMode="relative" ptsTypes="">
                                      <p:cBhvr>
                                        <p:cTn id="22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3" dur="1000" fill="hold"/>
                                        <p:tgtEl>
                                          <p:spTgt spid="2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6896 -0.1997321 E" pathEditMode="relative" ptsTypes="">
                                      <p:cBhvr>
                                        <p:cTn id="22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7" dur="1000" fill="hold"/>
                                        <p:tgtEl>
                                          <p:spTgt spid="2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95241 -0.1997321 E" pathEditMode="relative" ptsTypes="">
                                      <p:cBhvr>
                                        <p:cTn id="22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1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03517 -0.210693 E" pathEditMode="relative" ptsTypes="">
                                      <p:cBhvr>
                                        <p:cTn id="23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5" dur="1000" fill="hold"/>
                                        <p:tgtEl>
                                          <p:spTgt spid="3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41862 -0.210693 E" pathEditMode="relative" ptsTypes="">
                                      <p:cBhvr>
                                        <p:cTn id="237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9" dur="1000" fill="hold"/>
                                        <p:tgtEl>
                                          <p:spTgt spid="3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80206 -0.210693 E" pathEditMode="relative" ptsTypes="">
                                      <p:cBhvr>
                                        <p:cTn id="241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3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8551 -0.210693 E" pathEditMode="relative" ptsTypes="">
                                      <p:cBhvr>
                                        <p:cTn id="24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7" dur="1000" fill="hold"/>
                                        <p:tgtEl>
                                          <p:spTgt spid="3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6896 -0.210693 E" pathEditMode="relative" ptsTypes="">
                                      <p:cBhvr>
                                        <p:cTn id="249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1" dur="1000" fill="hold"/>
                                        <p:tgtEl>
                                          <p:spTgt spid="3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95241 -0.210693 E" pathEditMode="relative" ptsTypes="">
                                      <p:cBhvr>
                                        <p:cTn id="253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5" dur="1000" fill="hold"/>
                                        <p:tgtEl>
                                          <p:spTgt spid="3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3088 -0.1668493 E" pathEditMode="relative" ptsTypes="">
                                      <p:cBhvr>
                                        <p:cTn id="257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9" dur="1000" fill="hold"/>
                                        <p:tgtEl>
                                          <p:spTgt spid="3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92535 -0.1668493 E" pathEditMode="relative" ptsTypes="">
                                      <p:cBhvr>
                                        <p:cTn id="261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3" dur="1000" fill="hold"/>
                                        <p:tgtEl>
                                          <p:spTgt spid="3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5419 -0.1668493 E" pathEditMode="relative" ptsTypes="">
                                      <p:cBhvr>
                                        <p:cTn id="26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7" dur="1000" fill="hold"/>
                                        <p:tgtEl>
                                          <p:spTgt spid="3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15845 -0.1668493 E" pathEditMode="relative" ptsTypes="">
                                      <p:cBhvr>
                                        <p:cTn id="269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1" dur="1000" fill="hold"/>
                                        <p:tgtEl>
                                          <p:spTgt spid="4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3088 -0.1778103 E" pathEditMode="relative" ptsTypes="">
                                      <p:cBhvr>
                                        <p:cTn id="27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5" dur="1000" fill="hold"/>
                                        <p:tgtEl>
                                          <p:spTgt spid="4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92535 -0.1778103 E" pathEditMode="relative" ptsTypes="">
                                      <p:cBhvr>
                                        <p:cTn id="277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9" dur="1000" fill="hold"/>
                                        <p:tgtEl>
                                          <p:spTgt spid="4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5419 -0.1778103 E" pathEditMode="relative" ptsTypes="">
                                      <p:cBhvr>
                                        <p:cTn id="281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3" dur="1000" fill="hold"/>
                                        <p:tgtEl>
                                          <p:spTgt spid="4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15845 -0.1778103 E" pathEditMode="relative" ptsTypes="">
                                      <p:cBhvr>
                                        <p:cTn id="285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7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3088 -0.1887712 E" pathEditMode="relative" ptsTypes="">
                                      <p:cBhvr>
                                        <p:cTn id="28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1" dur="1000" fill="hold"/>
                                        <p:tgtEl>
                                          <p:spTgt spid="4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92535 -0.1887712 E" pathEditMode="relative" ptsTypes="">
                                      <p:cBhvr>
                                        <p:cTn id="293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5" dur="1000" fill="hold"/>
                                        <p:tgtEl>
                                          <p:spTgt spid="4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5419 -0.1887712 E" pathEditMode="relative" ptsTypes="">
                                      <p:cBhvr>
                                        <p:cTn id="297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9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15845 -0.1887712 E" pathEditMode="relative" ptsTypes="">
                                      <p:cBhvr>
                                        <p:cTn id="301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3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3088 -0.1997321 E" pathEditMode="relative" ptsTypes="">
                                      <p:cBhvr>
                                        <p:cTn id="305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7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92535 -0.1997321 E" pathEditMode="relative" ptsTypes="">
                                      <p:cBhvr>
                                        <p:cTn id="309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1" dur="1000" fill="hold"/>
                                        <p:tgtEl>
                                          <p:spTgt spid="5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5419 -0.1997321 E" pathEditMode="relative" ptsTypes="">
                                      <p:cBhvr>
                                        <p:cTn id="313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5" dur="1000" fill="hold"/>
                                        <p:tgtEl>
                                          <p:spTgt spid="5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15845 -0.1997321 E" pathEditMode="relative" ptsTypes="">
                                      <p:cBhvr>
                                        <p:cTn id="317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9" dur="1000" fill="hold"/>
                                        <p:tgtEl>
                                          <p:spTgt spid="5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03517 -0.1558884 E" pathEditMode="relative" ptsTypes="">
                                      <p:cBhvr>
                                        <p:cTn id="321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3" dur="1000" fill="hold"/>
                                        <p:tgtEl>
                                          <p:spTgt spid="5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41862 -0.1558884 E" pathEditMode="relative" ptsTypes="">
                                      <p:cBhvr>
                                        <p:cTn id="325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7" dur="1000" fill="hold"/>
                                        <p:tgtEl>
                                          <p:spTgt spid="5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80206 -0.1558884 E" pathEditMode="relative" ptsTypes="">
                                      <p:cBhvr>
                                        <p:cTn id="329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1" dur="1000" fill="hold"/>
                                        <p:tgtEl>
                                          <p:spTgt spid="5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8551 -0.1558884 E" pathEditMode="relative" ptsTypes="">
                                      <p:cBhvr>
                                        <p:cTn id="333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5" dur="1000" fill="hold"/>
                                        <p:tgtEl>
                                          <p:spTgt spid="5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6896 -0.1558884 E" pathEditMode="relative" ptsTypes="">
                                      <p:cBhvr>
                                        <p:cTn id="337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9" dur="1000" fill="hold"/>
                                        <p:tgtEl>
                                          <p:spTgt spid="5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95241 -0.1558884 E" pathEditMode="relative" ptsTypes="">
                                      <p:cBhvr>
                                        <p:cTn id="341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3" dur="1000" fill="hold"/>
                                        <p:tgtEl>
                                          <p:spTgt spid="5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03517 -0.1668493 E" pathEditMode="relative" ptsTypes="">
                                      <p:cBhvr>
                                        <p:cTn id="345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7" dur="1000" fill="hold"/>
                                        <p:tgtEl>
                                          <p:spTgt spid="5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41862 -0.1668493 E" pathEditMode="relative" ptsTypes="">
                                      <p:cBhvr>
                                        <p:cTn id="349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1" dur="1000" fill="hold"/>
                                        <p:tgtEl>
                                          <p:spTgt spid="6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80206 -0.1668493 E" pathEditMode="relative" ptsTypes="">
                                      <p:cBhvr>
                                        <p:cTn id="353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5" dur="1000" fill="hold"/>
                                        <p:tgtEl>
                                          <p:spTgt spid="6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8551 -0.1668493 E" pathEditMode="relative" ptsTypes="">
                                      <p:cBhvr>
                                        <p:cTn id="357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9" dur="1000" fill="hold"/>
                                        <p:tgtEl>
                                          <p:spTgt spid="6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6896 -0.1668493 E" pathEditMode="relative" ptsTypes="">
                                      <p:cBhvr>
                                        <p:cTn id="361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3" dur="1000" fill="hold"/>
                                        <p:tgtEl>
                                          <p:spTgt spid="6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95241 -0.1668493 E" pathEditMode="relative" ptsTypes="">
                                      <p:cBhvr>
                                        <p:cTn id="365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7" dur="1000" fill="hold"/>
                                        <p:tgtEl>
                                          <p:spTgt spid="6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03517 -0.1778103 E" pathEditMode="relative" ptsTypes="">
                                      <p:cBhvr>
                                        <p:cTn id="36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1" dur="1000" fill="hold"/>
                                        <p:tgtEl>
                                          <p:spTgt spid="6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41862 -0.1778103 E" pathEditMode="relative" ptsTypes="">
                                      <p:cBhvr>
                                        <p:cTn id="373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5" dur="1000" fill="hold"/>
                                        <p:tgtEl>
                                          <p:spTgt spid="6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80206 -0.1778103 E" pathEditMode="relative" ptsTypes="">
                                      <p:cBhvr>
                                        <p:cTn id="377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9" dur="1000" fill="hold"/>
                                        <p:tgtEl>
                                          <p:spTgt spid="6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8551 -0.1778103 E" pathEditMode="relative" ptsTypes="">
                                      <p:cBhvr>
                                        <p:cTn id="381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3" dur="1000" fill="hold"/>
                                        <p:tgtEl>
                                          <p:spTgt spid="6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6896 -0.1778103 E" pathEditMode="relative" ptsTypes="">
                                      <p:cBhvr>
                                        <p:cTn id="385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7" dur="1000" fill="hold"/>
                                        <p:tgtEl>
                                          <p:spTgt spid="6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95241 -0.1778103 E" pathEditMode="relative" ptsTypes="">
                                      <p:cBhvr>
                                        <p:cTn id="389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1" dur="1000" fill="hold"/>
                                        <p:tgtEl>
                                          <p:spTgt spid="7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03517 -0.1887712 E" pathEditMode="relative" ptsTypes="">
                                      <p:cBhvr>
                                        <p:cTn id="393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5" dur="1000" fill="hold"/>
                                        <p:tgtEl>
                                          <p:spTgt spid="7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41862 -0.1887712 E" pathEditMode="relative" ptsTypes="">
                                      <p:cBhvr>
                                        <p:cTn id="397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9" dur="1000" fill="hold"/>
                                        <p:tgtEl>
                                          <p:spTgt spid="7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80206 -0.1887712 E" pathEditMode="relative" ptsTypes="">
                                      <p:cBhvr>
                                        <p:cTn id="401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3" dur="1000" fill="hold"/>
                                        <p:tgtEl>
                                          <p:spTgt spid="7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8551 -0.1887712 E" pathEditMode="relative" ptsTypes="">
                                      <p:cBhvr>
                                        <p:cTn id="405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7" dur="1000" fill="hold"/>
                                        <p:tgtEl>
                                          <p:spTgt spid="7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6896 -0.1887712 E" pathEditMode="relative" ptsTypes="">
                                      <p:cBhvr>
                                        <p:cTn id="409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1" dur="1000" fill="hold"/>
                                        <p:tgtEl>
                                          <p:spTgt spid="7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95241 -0.1887712 E" pathEditMode="relative" ptsTypes="">
                                      <p:cBhvr>
                                        <p:cTn id="413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5" dur="1000" fill="hold"/>
                                        <p:tgtEl>
                                          <p:spTgt spid="7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03517 -0.1997321 E" pathEditMode="relative" ptsTypes="">
                                      <p:cBhvr>
                                        <p:cTn id="417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9" dur="1000" fill="hold"/>
                                        <p:tgtEl>
                                          <p:spTgt spid="7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41862 -0.1997321 E" pathEditMode="relative" ptsTypes="">
                                      <p:cBhvr>
                                        <p:cTn id="421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3" dur="1000" fill="hold"/>
                                        <p:tgtEl>
                                          <p:spTgt spid="7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80206 -0.1997321 E" pathEditMode="relative" ptsTypes="">
                                      <p:cBhvr>
                                        <p:cTn id="425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7" dur="1000" fill="hold"/>
                                        <p:tgtEl>
                                          <p:spTgt spid="7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8551 -0.1997321 E" pathEditMode="relative" ptsTypes="">
                                      <p:cBhvr>
                                        <p:cTn id="429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1" dur="1000" fill="hold"/>
                                        <p:tgtEl>
                                          <p:spTgt spid="8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6896 -0.1997321 E" pathEditMode="relative" ptsTypes="">
                                      <p:cBhvr>
                                        <p:cTn id="433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5" dur="1000" fill="hold"/>
                                        <p:tgtEl>
                                          <p:spTgt spid="8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95241 -0.1997321 E" pathEditMode="relative" ptsTypes="">
                                      <p:cBhvr>
                                        <p:cTn id="437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9" dur="1000" fill="hold"/>
                                        <p:tgtEl>
                                          <p:spTgt spid="8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03517 -0.210693 E" pathEditMode="relative" ptsTypes="">
                                      <p:cBhvr>
                                        <p:cTn id="441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3" dur="1000" fill="hold"/>
                                        <p:tgtEl>
                                          <p:spTgt spid="8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41862 -0.210693 E" pathEditMode="relative" ptsTypes="">
                                      <p:cBhvr>
                                        <p:cTn id="445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7" dur="1000" fill="hold"/>
                                        <p:tgtEl>
                                          <p:spTgt spid="8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80206 -0.210693 E" pathEditMode="relative" ptsTypes="">
                                      <p:cBhvr>
                                        <p:cTn id="449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1" dur="1000" fill="hold"/>
                                        <p:tgtEl>
                                          <p:spTgt spid="8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8551 -0.210693 E" pathEditMode="relative" ptsTypes="">
                                      <p:cBhvr>
                                        <p:cTn id="453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5" dur="1000" fill="hold"/>
                                        <p:tgtEl>
                                          <p:spTgt spid="8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6896 -0.210693 E" pathEditMode="relative" ptsTypes="">
                                      <p:cBhvr>
                                        <p:cTn id="457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9" dur="1000" fill="hold"/>
                                        <p:tgtEl>
                                          <p:spTgt spid="8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95241 -0.210693 E" pathEditMode="relative" ptsTypes="">
                                      <p:cBhvr>
                                        <p:cTn id="461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3" dur="1000" fill="hold"/>
                                        <p:tgtEl>
                                          <p:spTgt spid="8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49379 -0.1410129 E" pathEditMode="relative" ptsTypes="">
                                      <p:cBhvr>
                                        <p:cTn id="465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7" dur="1000" fill="hold"/>
                                        <p:tgtEl>
                                          <p:spTgt spid="8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3362 -0.1519738 E" pathEditMode="relative" ptsTypes="">
                                      <p:cBhvr>
                                        <p:cTn id="469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1" dur="1000" fill="hold"/>
                                        <p:tgtEl>
                                          <p:spTgt spid="9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3088 -0.1668493 E" pathEditMode="relative" ptsTypes="">
                                      <p:cBhvr>
                                        <p:cTn id="473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5" dur="1000" fill="hold"/>
                                        <p:tgtEl>
                                          <p:spTgt spid="9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92535 -0.1668493 E" pathEditMode="relative" ptsTypes="">
                                      <p:cBhvr>
                                        <p:cTn id="477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9" dur="1000" fill="hold"/>
                                        <p:tgtEl>
                                          <p:spTgt spid="9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5419 -0.1668493 E" pathEditMode="relative" ptsTypes="">
                                      <p:cBhvr>
                                        <p:cTn id="481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3" dur="1000" fill="hold"/>
                                        <p:tgtEl>
                                          <p:spTgt spid="9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15845 -0.1668493 E" pathEditMode="relative" ptsTypes="">
                                      <p:cBhvr>
                                        <p:cTn id="485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7" dur="1000" fill="hold"/>
                                        <p:tgtEl>
                                          <p:spTgt spid="9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3088 -0.1778103 E" pathEditMode="relative" ptsTypes="">
                                      <p:cBhvr>
                                        <p:cTn id="489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1" dur="1000" fill="hold"/>
                                        <p:tgtEl>
                                          <p:spTgt spid="9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92535 -0.1778103 E" pathEditMode="relative" ptsTypes="">
                                      <p:cBhvr>
                                        <p:cTn id="493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5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5419 -0.1778103 E" pathEditMode="relative" ptsTypes="">
                                      <p:cBhvr>
                                        <p:cTn id="497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9" dur="1000" fill="hold"/>
                                        <p:tgtEl>
                                          <p:spTgt spid="9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15845 -0.1778103 E" pathEditMode="relative" ptsTypes="">
                                      <p:cBhvr>
                                        <p:cTn id="501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3" dur="1000" fill="hold"/>
                                        <p:tgtEl>
                                          <p:spTgt spid="9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3088 -0.1887712 E" pathEditMode="relative" ptsTypes="">
                                      <p:cBhvr>
                                        <p:cTn id="505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7" dur="1000" fill="hold"/>
                                        <p:tgtEl>
                                          <p:spTgt spid="9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92535 -0.1887712 E" pathEditMode="relative" ptsTypes="">
                                      <p:cBhvr>
                                        <p:cTn id="509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1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5419 -0.1887712 E" pathEditMode="relative" ptsTypes="">
                                      <p:cBhvr>
                                        <p:cTn id="513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5" dur="1000" fill="hold"/>
                                        <p:tgtEl>
                                          <p:spTgt spid="10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15845 -0.1887712 E" pathEditMode="relative" ptsTypes="">
                                      <p:cBhvr>
                                        <p:cTn id="517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9" dur="1000" fill="hold"/>
                                        <p:tgtEl>
                                          <p:spTgt spid="10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3088 -0.1997321 E" pathEditMode="relative" ptsTypes="">
                                      <p:cBhvr>
                                        <p:cTn id="521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3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92535 -0.1997321 E" pathEditMode="relative" ptsTypes="">
                                      <p:cBhvr>
                                        <p:cTn id="525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7" dur="1000" fill="hold"/>
                                        <p:tgtEl>
                                          <p:spTgt spid="10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5419 -0.1997321 E" pathEditMode="relative" ptsTypes="">
                                      <p:cBhvr>
                                        <p:cTn id="529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31" dur="1000" fill="hold"/>
                                        <p:tgtEl>
                                          <p:spTgt spid="10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15845 -0.1997321 E" pathEditMode="relative" ptsTypes="">
                                      <p:cBhvr>
                                        <p:cTn id="533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35" dur="1000" fill="hold"/>
                                        <p:tgtEl>
                                          <p:spTgt spid="10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3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99654 -0.1832907 E" pathEditMode="relative" ptsTypes="">
                                      <p:cBhvr>
                                        <p:cTn id="537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39" dur="1000" fill="hold"/>
                                        <p:tgtEl>
                                          <p:spTgt spid="13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4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25061 -0.1832907 E" pathEditMode="relative" ptsTypes="">
                                      <p:cBhvr>
                                        <p:cTn id="541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3" dur="1000" fill="hold"/>
                                        <p:tgtEl>
                                          <p:spTgt spid="13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4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57588 -0.1500989 E" pathEditMode="relative" ptsTypes="">
                                      <p:cBhvr>
                                        <p:cTn id="545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7" dur="1000" fill="hold"/>
                                        <p:tgtEl>
                                          <p:spTgt spid="13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4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57588 -0.1586549 E" pathEditMode="relative" ptsTypes="">
                                      <p:cBhvr>
                                        <p:cTn id="549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51" dur="1000" fill="hold"/>
                                        <p:tgtEl>
                                          <p:spTgt spid="13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5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41511 -0.2983802 E" pathEditMode="relative" ptsTypes="">
                                      <p:cBhvr>
                                        <p:cTn id="553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4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55" dur="1000" fill="hold"/>
                                        <p:tgtEl>
                                          <p:spTgt spid="12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5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353455 -0.2983802 E" pathEditMode="relative" ptsTypes="">
                                      <p:cBhvr>
                                        <p:cTn id="557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8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59" dur="1000" fill="hold"/>
                                        <p:tgtEl>
                                          <p:spTgt spid="12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6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2918 -0.2983802 E" pathEditMode="relative" ptsTypes="">
                                      <p:cBhvr>
                                        <p:cTn id="561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2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63" dur="1000" fill="hold"/>
                                        <p:tgtEl>
                                          <p:spTgt spid="12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6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41511 -0.3093411 E" pathEditMode="relative" ptsTypes="">
                                      <p:cBhvr>
                                        <p:cTn id="565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6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67" dur="1000" fill="hold"/>
                                        <p:tgtEl>
                                          <p:spTgt spid="12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6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353455 -0.3093411 E" pathEditMode="relative" ptsTypes="">
                                      <p:cBhvr>
                                        <p:cTn id="569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0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71" dur="1000" fill="hold"/>
                                        <p:tgtEl>
                                          <p:spTgt spid="12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7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2918 -0.3093411 E" pathEditMode="relative" ptsTypes="">
                                      <p:cBhvr>
                                        <p:cTn id="573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4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75" dur="1000" fill="hold"/>
                                        <p:tgtEl>
                                          <p:spTgt spid="13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7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41511 -0.320302 E" pathEditMode="relative" ptsTypes="">
                                      <p:cBhvr>
                                        <p:cTn id="577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8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79" dur="1000" fill="hold"/>
                                        <p:tgtEl>
                                          <p:spTgt spid="13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8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353455 -0.320302 E" pathEditMode="relative" ptsTypes="">
                                      <p:cBhvr>
                                        <p:cTn id="581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2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83" dur="1000" fill="hold"/>
                                        <p:tgtEl>
                                          <p:spTgt spid="13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8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2918 -0.320302 E" pathEditMode="relative" ptsTypes="">
                                      <p:cBhvr>
                                        <p:cTn id="585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6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87" dur="1000" fill="hold"/>
                                        <p:tgtEl>
                                          <p:spTgt spid="13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8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41511 -0.2983802 E" pathEditMode="relative" ptsTypes="">
                                      <p:cBhvr>
                                        <p:cTn id="589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91" dur="1000" fill="hold"/>
                                        <p:tgtEl>
                                          <p:spTgt spid="11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9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353455 -0.2983802 E" pathEditMode="relative" ptsTypes="">
                                      <p:cBhvr>
                                        <p:cTn id="593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95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9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2918 -0.2983802 E" pathEditMode="relative" ptsTypes="">
                                      <p:cBhvr>
                                        <p:cTn id="597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99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60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41511 -0.3093411 E" pathEditMode="relative" ptsTypes="">
                                      <p:cBhvr>
                                        <p:cTn id="601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3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60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353455 -0.3093411 E" pathEditMode="relative" ptsTypes="">
                                      <p:cBhvr>
                                        <p:cTn id="605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7" dur="1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60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2918 -0.3093411 E" pathEditMode="relative" ptsTypes="">
                                      <p:cBhvr>
                                        <p:cTn id="609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11" dur="1000" fill="hold"/>
                                        <p:tgtEl>
                                          <p:spTgt spid="12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61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41511 -0.320302 E" pathEditMode="relative" ptsTypes="">
                                      <p:cBhvr>
                                        <p:cTn id="613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15" dur="1000" fill="hold"/>
                                        <p:tgtEl>
                                          <p:spTgt spid="12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61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353455 -0.320302 E" pathEditMode="relative" ptsTypes="">
                                      <p:cBhvr>
                                        <p:cTn id="617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19" dur="1000" fill="hold"/>
                                        <p:tgtEl>
                                          <p:spTgt spid="12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62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2918 -0.320302 E" pathEditMode="relative" ptsTypes="">
                                      <p:cBhvr>
                                        <p:cTn id="621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23" dur="1000" fill="hold"/>
                                        <p:tgtEl>
                                          <p:spTgt spid="12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4" fill="hold">
                            <p:stCondLst>
                              <p:cond delay="1000"/>
                            </p:stCondLst>
                            <p:childTnLst>
                              <p:par>
                                <p:cTn id="6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7" dur="8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0" dur="8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3" dur="8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6" dur="8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9" dur="8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2" dur="8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5" dur="8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8" dur="8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1" dur="8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4" dur="8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7" dur="8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0" dur="8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3" dur="8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6" dur="8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9" dur="8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2" dur="8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5" dur="8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8" dur="8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1" dur="8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4" dur="8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7" dur="8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0" dur="8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3" dur="8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6" dur="8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9" dur="8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2" dur="8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5" dur="8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8" dur="8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1" dur="8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4" dur="8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7" dur="8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0" dur="8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3" dur="8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6" dur="8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9" dur="8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2" dur="8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3" fill="hold">
                            <p:stCondLst>
                              <p:cond delay="1800"/>
                            </p:stCondLst>
                            <p:childTnLst>
                              <p:par>
                                <p:cTn id="7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6" dur="8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9" dur="8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2" dur="8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5" dur="8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8" dur="8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1" dur="8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4" dur="8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7" dur="8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0" dur="8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1" fill="hold">
                            <p:stCondLst>
                              <p:cond delay="2600"/>
                            </p:stCondLst>
                            <p:childTnLst>
                              <p:par>
                                <p:cTn id="76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4" dur="8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7" dur="8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0" dur="8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3" dur="8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6" dur="8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9" dur="8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2" dur="8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5" dur="8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8" dur="8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1" dur="8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4" dur="8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7" dur="8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0" dur="8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3" dur="8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6" dur="8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9" dur="8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2" dur="8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3" fill="hold">
                      <p:stCondLst>
                        <p:cond delay="indefinite"/>
                      </p:stCondLst>
                      <p:childTnLst>
                        <p:par>
                          <p:cTn id="814" fill="hold">
                            <p:stCondLst>
                              <p:cond delay="0"/>
                            </p:stCondLst>
                            <p:childTnLst>
                              <p:par>
                                <p:cTn id="815" presetID="10" presetClass="exit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6" dur="10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9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2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4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5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7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8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1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4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0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2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3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6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9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2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4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5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7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8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61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64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6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0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2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6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9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82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4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85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7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88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91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94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9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0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2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3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6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9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12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4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15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7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18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21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24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2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0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2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6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9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2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4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5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7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8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1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4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0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2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6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9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72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75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78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81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84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87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0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3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6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9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2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5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8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1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4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7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0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3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6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9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32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35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38" dur="10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41" dur="10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44" dur="10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47" dur="10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0" dur="10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3" dur="10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6" dur="10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9" dur="10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62" dur="10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65" dur="10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68" dur="10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71" dur="10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74" dur="10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77" dur="10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0" dur="10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3" dur="10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6" dur="10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9" dur="10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92" dur="10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95" dur="10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98" dur="10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01" dur="10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04" dur="10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07" dur="10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0" dur="10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3" dur="1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6" dur="1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9" dur="10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2" dur="10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5" dur="10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8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31" dur="10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34" dur="10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37" dur="10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0" dur="10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3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6" dur="10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9" dur="10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2" dur="10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4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5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7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8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61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64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67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70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2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73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76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7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2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4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5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7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8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91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94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97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0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2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3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6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9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12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4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15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7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18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1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4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7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30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2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33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36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39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42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4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45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7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48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51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54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57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0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2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3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6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9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72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4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75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7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78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81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8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84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8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87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8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0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9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2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3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9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6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9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9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02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4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05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7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08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11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1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14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1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6" presetID="10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17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1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9" presetID="10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20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2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2" presetID="10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23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2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5" presetID="10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26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2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29" dur="10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1" presetID="10" presetClass="exit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32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4" presetID="10" presetClass="exit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35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7" presetID="10" presetClass="exit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38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0" presetID="10" presetClass="exit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41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3" presetID="10" presetClass="exit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44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6" presetID="10" presetClass="exit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47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9" presetID="10" presetClass="exit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50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5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2" presetID="10" presetClass="exit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53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5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5" presetID="10" presetClass="exit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56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5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8" presetID="10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59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1" presetID="10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62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4" presetID="10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65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7" presetID="10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68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0" presetID="10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71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3" presetID="10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74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6" presetID="10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77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9" presetID="10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80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8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2" presetID="10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83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8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5" fill="hold">
                            <p:stCondLst>
                              <p:cond delay="1000"/>
                            </p:stCondLst>
                            <p:childTnLst>
                              <p:par>
                                <p:cTn id="138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8" dur="10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9" fill="hold">
                      <p:stCondLst>
                        <p:cond delay="indefinite"/>
                      </p:stCondLst>
                      <p:childTnLst>
                        <p:par>
                          <p:cTn id="1390" fill="hold">
                            <p:stCondLst>
                              <p:cond delay="0"/>
                            </p:stCondLst>
                            <p:childTnLst>
                              <p:par>
                                <p:cTn id="139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92" dur="10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6" dur="10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9" dur="10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2" dur="10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5" dur="10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8" dur="10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1" dur="10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4" dur="10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7" dur="10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0" dur="10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3" dur="10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6" dur="10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9" dur="10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2" dur="10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5" dur="10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8" dur="10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1" dur="10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4" dur="10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7" dur="10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0" dur="10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3" dur="10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6" dur="10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9" dur="10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2" dur="10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5" dur="10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8" dur="10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1" dur="10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4" dur="10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7" dur="10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0" dur="1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3" dur="10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6" dur="10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9" dur="10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2" dur="10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5" dur="10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8" dur="10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1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4" dur="10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7" dur="10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0" dur="10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3" dur="10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6" dur="10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9" dur="10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2" dur="10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5" dur="10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8" dur="10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1" dur="10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4" dur="10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7" dur="10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0" dur="10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3" dur="10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6" dur="10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9" dur="10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2" dur="10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5" dur="10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8" dur="10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1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4" dur="10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7" dur="10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0" dur="10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3" dur="10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6" dur="10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9" dur="10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2" dur="10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5" dur="10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8" dur="10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1" dur="10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4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7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0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3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6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9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2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6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6" dur="4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17" fill="hold">
                            <p:stCondLst>
                              <p:cond delay="1400"/>
                            </p:stCondLst>
                            <p:childTnLst>
                              <p:par>
                                <p:cTn id="16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0" dur="8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3" dur="8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6" dur="8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9" dur="8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2" dur="8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5" dur="8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8" dur="8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1" dur="8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4" dur="8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7" dur="8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0" dur="8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3" dur="8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6" dur="8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9" dur="8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2" dur="8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5" dur="8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8" dur="8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1" dur="8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4" dur="8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7" dur="8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78" fill="hold">
                            <p:stCondLst>
                              <p:cond delay="2200"/>
                            </p:stCondLst>
                            <p:childTnLst>
                              <p:par>
                                <p:cTn id="16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1" dur="4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2" fill="hold">
                            <p:stCondLst>
                              <p:cond delay="2600"/>
                            </p:stCondLst>
                            <p:childTnLst>
                              <p:par>
                                <p:cTn id="168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5" dur="8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8" dur="8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1" dur="8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4" dur="8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7" dur="8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0" dur="8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3" dur="8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6" dur="8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9" dur="8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2" dur="8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5" dur="8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8" dur="8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1" dur="8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4" dur="8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7" dur="8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0" dur="8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3" dur="8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6" dur="8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9" dur="8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2" dur="8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5" dur="8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8" dur="8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1" dur="8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4" dur="8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7" dur="8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0" dur="8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3" dur="8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6" dur="8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9" dur="8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2" dur="8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5" dur="8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8" dur="8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1" dur="8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9" grpId="0" animBg="1"/>
      <p:bldP spid="329" grpId="1" animBg="1"/>
      <p:bldP spid="329" grpId="2" animBg="1"/>
      <p:bldP spid="2" grpId="0" animBg="1"/>
      <p:bldP spid="2" grpId="1" animBg="1"/>
      <p:bldP spid="2" grpId="2" animBg="1"/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  <p:bldP spid="29" grpId="1" animBg="1"/>
      <p:bldP spid="29" grpId="2" animBg="1"/>
      <p:bldP spid="30" grpId="0" animBg="1"/>
      <p:bldP spid="30" grpId="1" animBg="1"/>
      <p:bldP spid="30" grpId="2" animBg="1"/>
      <p:bldP spid="31" grpId="0" animBg="1"/>
      <p:bldP spid="31" grpId="1" animBg="1"/>
      <p:bldP spid="31" grpId="2" animBg="1"/>
      <p:bldP spid="32" grpId="0" animBg="1"/>
      <p:bldP spid="32" grpId="1" animBg="1"/>
      <p:bldP spid="32" grpId="2" animBg="1"/>
      <p:bldP spid="33" grpId="0" animBg="1"/>
      <p:bldP spid="33" grpId="1" animBg="1"/>
      <p:bldP spid="33" grpId="2" animBg="1"/>
      <p:bldP spid="34" grpId="0" animBg="1"/>
      <p:bldP spid="34" grpId="1" animBg="1"/>
      <p:bldP spid="34" grpId="2" animBg="1"/>
      <p:bldP spid="35" grpId="0" animBg="1"/>
      <p:bldP spid="35" grpId="1" animBg="1"/>
      <p:bldP spid="35" grpId="2" animBg="1"/>
      <p:bldP spid="36" grpId="0" animBg="1"/>
      <p:bldP spid="36" grpId="1" animBg="1"/>
      <p:bldP spid="36" grpId="2" animBg="1"/>
      <p:bldP spid="37" grpId="0" animBg="1"/>
      <p:bldP spid="37" grpId="1" animBg="1"/>
      <p:bldP spid="37" grpId="2" animBg="1"/>
      <p:bldP spid="38" grpId="0" animBg="1"/>
      <p:bldP spid="38" grpId="1" animBg="1"/>
      <p:bldP spid="38" grpId="2" animBg="1"/>
      <p:bldP spid="39" grpId="0" animBg="1"/>
      <p:bldP spid="39" grpId="1" animBg="1"/>
      <p:bldP spid="39" grpId="2" animBg="1"/>
      <p:bldP spid="40" grpId="0" animBg="1"/>
      <p:bldP spid="40" grpId="1" animBg="1"/>
      <p:bldP spid="40" grpId="2" animBg="1"/>
      <p:bldP spid="41" grpId="0" animBg="1"/>
      <p:bldP spid="41" grpId="1" animBg="1"/>
      <p:bldP spid="41" grpId="2" animBg="1"/>
      <p:bldP spid="42" grpId="0" animBg="1"/>
      <p:bldP spid="42" grpId="1" animBg="1"/>
      <p:bldP spid="42" grpId="2" animBg="1"/>
      <p:bldP spid="43" grpId="0" animBg="1"/>
      <p:bldP spid="43" grpId="1" animBg="1"/>
      <p:bldP spid="43" grpId="2" animBg="1"/>
      <p:bldP spid="44" grpId="0" animBg="1"/>
      <p:bldP spid="44" grpId="1" animBg="1"/>
      <p:bldP spid="44" grpId="2" animBg="1"/>
      <p:bldP spid="45" grpId="0" animBg="1"/>
      <p:bldP spid="45" grpId="1" animBg="1"/>
      <p:bldP spid="45" grpId="2" animBg="1"/>
      <p:bldP spid="46" grpId="0" animBg="1"/>
      <p:bldP spid="46" grpId="1" animBg="1"/>
      <p:bldP spid="46" grpId="2" animBg="1"/>
      <p:bldP spid="47" grpId="0" animBg="1"/>
      <p:bldP spid="47" grpId="1" animBg="1"/>
      <p:bldP spid="47" grpId="2" animBg="1"/>
      <p:bldP spid="48" grpId="0" animBg="1"/>
      <p:bldP spid="48" grpId="1" animBg="1"/>
      <p:bldP spid="48" grpId="2" animBg="1"/>
      <p:bldP spid="49" grpId="0" animBg="1"/>
      <p:bldP spid="49" grpId="1" animBg="1"/>
      <p:bldP spid="49" grpId="2" animBg="1"/>
      <p:bldP spid="50" grpId="0" animBg="1"/>
      <p:bldP spid="50" grpId="1" animBg="1"/>
      <p:bldP spid="50" grpId="2" animBg="1"/>
      <p:bldP spid="51" grpId="0" animBg="1"/>
      <p:bldP spid="51" grpId="1" animBg="1"/>
      <p:bldP spid="51" grpId="2" animBg="1"/>
      <p:bldP spid="52" grpId="0" animBg="1"/>
      <p:bldP spid="52" grpId="1" animBg="1"/>
      <p:bldP spid="52" grpId="2" animBg="1"/>
      <p:bldP spid="53" grpId="0"/>
      <p:bldP spid="53" grpId="1"/>
      <p:bldP spid="53" grpId="2"/>
      <p:bldP spid="54" grpId="0"/>
      <p:bldP spid="54" grpId="1"/>
      <p:bldP spid="54" grpId="2"/>
      <p:bldP spid="55" grpId="0"/>
      <p:bldP spid="55" grpId="1"/>
      <p:bldP spid="55" grpId="2"/>
      <p:bldP spid="56" grpId="0"/>
      <p:bldP spid="56" grpId="1"/>
      <p:bldP spid="56" grpId="2"/>
      <p:bldP spid="57" grpId="0"/>
      <p:bldP spid="57" grpId="1"/>
      <p:bldP spid="57" grpId="2"/>
      <p:bldP spid="58" grpId="0"/>
      <p:bldP spid="58" grpId="1"/>
      <p:bldP spid="58" grpId="2"/>
      <p:bldP spid="59" grpId="0"/>
      <p:bldP spid="59" grpId="1"/>
      <p:bldP spid="59" grpId="2"/>
      <p:bldP spid="60" grpId="0"/>
      <p:bldP spid="60" grpId="1"/>
      <p:bldP spid="60" grpId="2"/>
      <p:bldP spid="61" grpId="0"/>
      <p:bldP spid="61" grpId="1"/>
      <p:bldP spid="61" grpId="2"/>
      <p:bldP spid="62" grpId="0"/>
      <p:bldP spid="62" grpId="1"/>
      <p:bldP spid="62" grpId="2"/>
      <p:bldP spid="63" grpId="0"/>
      <p:bldP spid="63" grpId="1"/>
      <p:bldP spid="63" grpId="2"/>
      <p:bldP spid="64" grpId="0"/>
      <p:bldP spid="64" grpId="1"/>
      <p:bldP spid="64" grpId="2"/>
      <p:bldP spid="65" grpId="0"/>
      <p:bldP spid="65" grpId="1"/>
      <p:bldP spid="65" grpId="2"/>
      <p:bldP spid="66" grpId="0"/>
      <p:bldP spid="66" grpId="1"/>
      <p:bldP spid="66" grpId="2"/>
      <p:bldP spid="67" grpId="0"/>
      <p:bldP spid="67" grpId="1"/>
      <p:bldP spid="67" grpId="2"/>
      <p:bldP spid="68" grpId="0"/>
      <p:bldP spid="68" grpId="1"/>
      <p:bldP spid="68" grpId="2"/>
      <p:bldP spid="69" grpId="0"/>
      <p:bldP spid="69" grpId="1"/>
      <p:bldP spid="69" grpId="2"/>
      <p:bldP spid="70" grpId="0"/>
      <p:bldP spid="70" grpId="1"/>
      <p:bldP spid="70" grpId="2"/>
      <p:bldP spid="71" grpId="0"/>
      <p:bldP spid="71" grpId="1"/>
      <p:bldP spid="71" grpId="2"/>
      <p:bldP spid="72" grpId="0"/>
      <p:bldP spid="72" grpId="1"/>
      <p:bldP spid="72" grpId="2"/>
      <p:bldP spid="73" grpId="0"/>
      <p:bldP spid="73" grpId="1"/>
      <p:bldP spid="73" grpId="2"/>
      <p:bldP spid="74" grpId="0"/>
      <p:bldP spid="74" grpId="1"/>
      <p:bldP spid="74" grpId="2"/>
      <p:bldP spid="75" grpId="0"/>
      <p:bldP spid="75" grpId="1"/>
      <p:bldP spid="75" grpId="2"/>
      <p:bldP spid="76" grpId="0"/>
      <p:bldP spid="76" grpId="1"/>
      <p:bldP spid="76" grpId="2"/>
      <p:bldP spid="77" grpId="0"/>
      <p:bldP spid="77" grpId="1"/>
      <p:bldP spid="77" grpId="2"/>
      <p:bldP spid="78" grpId="0"/>
      <p:bldP spid="78" grpId="1"/>
      <p:bldP spid="78" grpId="2"/>
      <p:bldP spid="79" grpId="0"/>
      <p:bldP spid="79" grpId="1"/>
      <p:bldP spid="79" grpId="2"/>
      <p:bldP spid="80" grpId="0"/>
      <p:bldP spid="80" grpId="1"/>
      <p:bldP spid="80" grpId="2"/>
      <p:bldP spid="81" grpId="0"/>
      <p:bldP spid="81" grpId="1"/>
      <p:bldP spid="81" grpId="2"/>
      <p:bldP spid="82" grpId="0"/>
      <p:bldP spid="82" grpId="1"/>
      <p:bldP spid="82" grpId="2"/>
      <p:bldP spid="83" grpId="0"/>
      <p:bldP spid="83" grpId="1"/>
      <p:bldP spid="83" grpId="2"/>
      <p:bldP spid="84" grpId="0"/>
      <p:bldP spid="84" grpId="1"/>
      <p:bldP spid="84" grpId="2"/>
      <p:bldP spid="85" grpId="0"/>
      <p:bldP spid="85" grpId="1"/>
      <p:bldP spid="85" grpId="2"/>
      <p:bldP spid="86" grpId="0"/>
      <p:bldP spid="86" grpId="1"/>
      <p:bldP spid="86" grpId="2"/>
      <p:bldP spid="87" grpId="0"/>
      <p:bldP spid="87" grpId="1"/>
      <p:bldP spid="87" grpId="2"/>
      <p:bldP spid="88" grpId="0"/>
      <p:bldP spid="88" grpId="1"/>
      <p:bldP spid="88" grpId="2"/>
      <p:bldP spid="89" grpId="0"/>
      <p:bldP spid="89" grpId="1"/>
      <p:bldP spid="89" grpId="2"/>
      <p:bldP spid="90" grpId="0"/>
      <p:bldP spid="90" grpId="1"/>
      <p:bldP spid="90" grpId="2"/>
      <p:bldP spid="91" grpId="0"/>
      <p:bldP spid="91" grpId="1"/>
      <p:bldP spid="91" grpId="2"/>
      <p:bldP spid="92" grpId="0"/>
      <p:bldP spid="92" grpId="1"/>
      <p:bldP spid="92" grpId="2"/>
      <p:bldP spid="93" grpId="0"/>
      <p:bldP spid="93" grpId="1"/>
      <p:bldP spid="93" grpId="2"/>
      <p:bldP spid="94" grpId="0"/>
      <p:bldP spid="94" grpId="1"/>
      <p:bldP spid="94" grpId="2"/>
      <p:bldP spid="95" grpId="0"/>
      <p:bldP spid="95" grpId="1"/>
      <p:bldP spid="95" grpId="2"/>
      <p:bldP spid="96" grpId="0"/>
      <p:bldP spid="96" grpId="1"/>
      <p:bldP spid="96" grpId="2"/>
      <p:bldP spid="97" grpId="0"/>
      <p:bldP spid="97" grpId="1"/>
      <p:bldP spid="97" grpId="2"/>
      <p:bldP spid="98" grpId="0"/>
      <p:bldP spid="98" grpId="1"/>
      <p:bldP spid="98" grpId="2"/>
      <p:bldP spid="99" grpId="0"/>
      <p:bldP spid="99" grpId="1"/>
      <p:bldP spid="99" grpId="2"/>
      <p:bldP spid="100" grpId="0"/>
      <p:bldP spid="100" grpId="1"/>
      <p:bldP spid="100" grpId="2"/>
      <p:bldP spid="101" grpId="0"/>
      <p:bldP spid="101" grpId="1"/>
      <p:bldP spid="101" grpId="2"/>
      <p:bldP spid="102" grpId="0"/>
      <p:bldP spid="102" grpId="1"/>
      <p:bldP spid="102" grpId="2"/>
      <p:bldP spid="103" grpId="0"/>
      <p:bldP spid="103" grpId="1"/>
      <p:bldP spid="103" grpId="2"/>
      <p:bldP spid="104" grpId="0"/>
      <p:bldP spid="104" grpId="1"/>
      <p:bldP spid="104" grpId="2"/>
      <p:bldP spid="105" grpId="0"/>
      <p:bldP spid="105" grpId="1"/>
      <p:bldP spid="105" grpId="2"/>
      <p:bldP spid="106" grpId="0"/>
      <p:bldP spid="106" grpId="1"/>
      <p:bldP spid="106" grpId="2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/>
      <p:bldP spid="116" grpId="1"/>
      <p:bldP spid="116" grpId="2"/>
      <p:bldP spid="116" grpId="3"/>
      <p:bldP spid="117" grpId="0"/>
      <p:bldP spid="117" grpId="1"/>
      <p:bldP spid="117" grpId="2"/>
      <p:bldP spid="117" grpId="3"/>
      <p:bldP spid="118" grpId="0"/>
      <p:bldP spid="118" grpId="1"/>
      <p:bldP spid="118" grpId="2"/>
      <p:bldP spid="118" grpId="3"/>
      <p:bldP spid="119" grpId="0"/>
      <p:bldP spid="119" grpId="1"/>
      <p:bldP spid="119" grpId="2"/>
      <p:bldP spid="119" grpId="3"/>
      <p:bldP spid="120" grpId="0"/>
      <p:bldP spid="120" grpId="1"/>
      <p:bldP spid="120" grpId="2"/>
      <p:bldP spid="120" grpId="3"/>
      <p:bldP spid="121" grpId="0"/>
      <p:bldP spid="121" grpId="1"/>
      <p:bldP spid="121" grpId="2"/>
      <p:bldP spid="121" grpId="3"/>
      <p:bldP spid="122" grpId="0"/>
      <p:bldP spid="122" grpId="1"/>
      <p:bldP spid="122" grpId="2"/>
      <p:bldP spid="122" grpId="3"/>
      <p:bldP spid="123" grpId="0"/>
      <p:bldP spid="123" grpId="1"/>
      <p:bldP spid="123" grpId="2"/>
      <p:bldP spid="123" grpId="3"/>
      <p:bldP spid="124" grpId="0"/>
      <p:bldP spid="124" grpId="1"/>
      <p:bldP spid="124" grpId="2"/>
      <p:bldP spid="124" grpId="3"/>
      <p:bldP spid="125" grpId="0" animBg="1"/>
      <p:bldP spid="125" grpId="1" animBg="1"/>
      <p:bldP spid="125" grpId="2" animBg="1"/>
      <p:bldP spid="125" grpId="3" animBg="1"/>
      <p:bldP spid="125" grpId="4" animBg="1"/>
      <p:bldP spid="126" grpId="0" animBg="1"/>
      <p:bldP spid="126" grpId="1" animBg="1"/>
      <p:bldP spid="126" grpId="2" animBg="1"/>
      <p:bldP spid="126" grpId="3" animBg="1"/>
      <p:bldP spid="126" grpId="4" animBg="1"/>
      <p:bldP spid="127" grpId="0" animBg="1"/>
      <p:bldP spid="127" grpId="1" animBg="1"/>
      <p:bldP spid="127" grpId="2" animBg="1"/>
      <p:bldP spid="127" grpId="3" animBg="1"/>
      <p:bldP spid="127" grpId="4" animBg="1"/>
      <p:bldP spid="128" grpId="0" animBg="1"/>
      <p:bldP spid="128" grpId="1" animBg="1"/>
      <p:bldP spid="128" grpId="2" animBg="1"/>
      <p:bldP spid="128" grpId="3" animBg="1"/>
      <p:bldP spid="128" grpId="4" animBg="1"/>
      <p:bldP spid="129" grpId="0" animBg="1"/>
      <p:bldP spid="129" grpId="1" animBg="1"/>
      <p:bldP spid="129" grpId="2" animBg="1"/>
      <p:bldP spid="129" grpId="3" animBg="1"/>
      <p:bldP spid="129" grpId="4" animBg="1"/>
      <p:bldP spid="130" grpId="0" animBg="1"/>
      <p:bldP spid="130" grpId="1" animBg="1"/>
      <p:bldP spid="130" grpId="2" animBg="1"/>
      <p:bldP spid="130" grpId="3" animBg="1"/>
      <p:bldP spid="130" grpId="4" animBg="1"/>
      <p:bldP spid="131" grpId="0" animBg="1"/>
      <p:bldP spid="131" grpId="1" animBg="1"/>
      <p:bldP spid="131" grpId="2" animBg="1"/>
      <p:bldP spid="131" grpId="3" animBg="1"/>
      <p:bldP spid="131" grpId="4" animBg="1"/>
      <p:bldP spid="132" grpId="0" animBg="1"/>
      <p:bldP spid="132" grpId="1" animBg="1"/>
      <p:bldP spid="132" grpId="2" animBg="1"/>
      <p:bldP spid="132" grpId="3" animBg="1"/>
      <p:bldP spid="132" grpId="4" animBg="1"/>
      <p:bldP spid="133" grpId="0" animBg="1"/>
      <p:bldP spid="133" grpId="1" animBg="1"/>
      <p:bldP spid="133" grpId="2" animBg="1"/>
      <p:bldP spid="133" grpId="3" animBg="1"/>
      <p:bldP spid="133" grpId="4" animBg="1"/>
      <p:bldP spid="134" grpId="0"/>
      <p:bldP spid="134" grpId="1"/>
      <p:bldP spid="134" grpId="2"/>
      <p:bldP spid="134" grpId="3"/>
      <p:bldP spid="135" grpId="0"/>
      <p:bldP spid="135" grpId="1"/>
      <p:bldP spid="135" grpId="2"/>
      <p:bldP spid="135" grpId="3"/>
      <p:bldP spid="136" grpId="0"/>
      <p:bldP spid="136" grpId="1"/>
      <p:bldP spid="136" grpId="2"/>
      <p:bldP spid="136" grpId="3"/>
      <p:bldP spid="137" grpId="0"/>
      <p:bldP spid="137" grpId="1"/>
      <p:bldP spid="137" grpId="2"/>
      <p:bldP spid="137" grpId="3"/>
      <p:bldP spid="138" grpId="0" animBg="1"/>
      <p:bldP spid="138" grpId="1" animBg="1"/>
      <p:bldP spid="139" grpId="0" animBg="1"/>
      <p:bldP spid="139" grpId="1" animBg="1"/>
      <p:bldP spid="140" grpId="0" animBg="1"/>
      <p:bldP spid="140" grpId="1" animBg="1"/>
      <p:bldP spid="141" grpId="0" animBg="1"/>
      <p:bldP spid="141" grpId="1" animBg="1"/>
      <p:bldP spid="142" grpId="0" animBg="1"/>
      <p:bldP spid="142" grpId="1" animBg="1"/>
      <p:bldP spid="143" grpId="0" animBg="1"/>
      <p:bldP spid="143" grpId="1" animBg="1"/>
      <p:bldP spid="144" grpId="0" animBg="1"/>
      <p:bldP spid="144" grpId="1" animBg="1"/>
      <p:bldP spid="145" grpId="0" animBg="1"/>
      <p:bldP spid="145" grpId="1" animBg="1"/>
      <p:bldP spid="146" grpId="0" animBg="1"/>
      <p:bldP spid="146" grpId="1" animBg="1"/>
      <p:bldP spid="147" grpId="0" animBg="1"/>
      <p:bldP spid="147" grpId="1" animBg="1"/>
      <p:bldP spid="148" grpId="0" animBg="1"/>
      <p:bldP spid="148" grpId="1" animBg="1"/>
      <p:bldP spid="149" grpId="0" animBg="1"/>
      <p:bldP spid="149" grpId="1" animBg="1"/>
      <p:bldP spid="150" grpId="0" animBg="1"/>
      <p:bldP spid="150" grpId="1" animBg="1"/>
      <p:bldP spid="151" grpId="0" animBg="1"/>
      <p:bldP spid="151" grpId="1" animBg="1"/>
      <p:bldP spid="152" grpId="0" animBg="1"/>
      <p:bldP spid="152" grpId="1" animBg="1"/>
      <p:bldP spid="153" grpId="0" animBg="1"/>
      <p:bldP spid="153" grpId="1" animBg="1"/>
      <p:bldP spid="154" grpId="0" animBg="1"/>
      <p:bldP spid="154" grpId="1" animBg="1"/>
      <p:bldP spid="155" grpId="0" animBg="1"/>
      <p:bldP spid="155" grpId="1" animBg="1"/>
      <p:bldP spid="156" grpId="0" animBg="1"/>
      <p:bldP spid="156" grpId="1" animBg="1"/>
      <p:bldP spid="157" grpId="0" animBg="1"/>
      <p:bldP spid="157" grpId="1" animBg="1"/>
      <p:bldP spid="158" grpId="0" animBg="1"/>
      <p:bldP spid="158" grpId="1" animBg="1"/>
      <p:bldP spid="159" grpId="0" animBg="1"/>
      <p:bldP spid="159" grpId="1" animBg="1"/>
      <p:bldP spid="160" grpId="0" animBg="1"/>
      <p:bldP spid="160" grpId="1" animBg="1"/>
      <p:bldP spid="161" grpId="0" animBg="1"/>
      <p:bldP spid="161" grpId="1" animBg="1"/>
      <p:bldP spid="162" grpId="0" animBg="1"/>
      <p:bldP spid="162" grpId="1" animBg="1"/>
      <p:bldP spid="163" grpId="0" animBg="1"/>
      <p:bldP spid="163" grpId="1" animBg="1"/>
      <p:bldP spid="164" grpId="0" animBg="1"/>
      <p:bldP spid="164" grpId="1" animBg="1"/>
      <p:bldP spid="165" grpId="0" animBg="1"/>
      <p:bldP spid="165" grpId="1" animBg="1"/>
      <p:bldP spid="166" grpId="0" animBg="1"/>
      <p:bldP spid="166" grpId="1" animBg="1"/>
      <p:bldP spid="167" grpId="0" animBg="1"/>
      <p:bldP spid="167" grpId="1" animBg="1"/>
      <p:bldP spid="168" grpId="0" animBg="1"/>
      <p:bldP spid="168" grpId="1" animBg="1"/>
      <p:bldP spid="169" grpId="0" animBg="1"/>
      <p:bldP spid="169" grpId="1" animBg="1"/>
      <p:bldP spid="170" grpId="0" animBg="1"/>
      <p:bldP spid="170" grpId="1" animBg="1"/>
      <p:bldP spid="171" grpId="0" animBg="1"/>
      <p:bldP spid="171" grpId="1" animBg="1"/>
      <p:bldP spid="172" grpId="0" animBg="1"/>
      <p:bldP spid="172" grpId="1" animBg="1"/>
      <p:bldP spid="173" grpId="0" animBg="1"/>
      <p:bldP spid="173" grpId="1" animBg="1"/>
      <p:bldP spid="174" grpId="0" animBg="1"/>
      <p:bldP spid="174" grpId="1" animBg="1"/>
      <p:bldP spid="175" grpId="0" animBg="1"/>
      <p:bldP spid="175" grpId="1" animBg="1"/>
      <p:bldP spid="176" grpId="0" animBg="1"/>
      <p:bldP spid="176" grpId="1" animBg="1"/>
      <p:bldP spid="177" grpId="0" animBg="1"/>
      <p:bldP spid="177" grpId="1" animBg="1"/>
      <p:bldP spid="178" grpId="0" animBg="1"/>
      <p:bldP spid="178" grpId="1" animBg="1"/>
      <p:bldP spid="179" grpId="0" animBg="1"/>
      <p:bldP spid="179" grpId="1" animBg="1"/>
      <p:bldP spid="180" grpId="0" animBg="1"/>
      <p:bldP spid="180" grpId="1" animBg="1"/>
      <p:bldP spid="181" grpId="0" animBg="1"/>
      <p:bldP spid="181" grpId="1" animBg="1"/>
      <p:bldP spid="182" grpId="0" animBg="1"/>
      <p:bldP spid="182" grpId="1" animBg="1"/>
      <p:bldP spid="183" grpId="0" animBg="1"/>
      <p:bldP spid="183" grpId="1" animBg="1"/>
      <p:bldP spid="184" grpId="0" animBg="1"/>
      <p:bldP spid="184" grpId="1" animBg="1"/>
      <p:bldP spid="185" grpId="0" animBg="1"/>
      <p:bldP spid="185" grpId="1" animBg="1"/>
      <p:bldP spid="186" grpId="0" animBg="1"/>
      <p:bldP spid="186" grpId="1" animBg="1"/>
      <p:bldP spid="187" grpId="0" animBg="1"/>
      <p:bldP spid="187" grpId="1" animBg="1"/>
      <p:bldP spid="188" grpId="0" animBg="1"/>
      <p:bldP spid="188" grpId="1" animBg="1"/>
      <p:bldP spid="189" grpId="0" animBg="1"/>
      <p:bldP spid="189" grpId="1" animBg="1"/>
      <p:bldP spid="190" grpId="0" animBg="1"/>
      <p:bldP spid="190" grpId="1" animBg="1"/>
      <p:bldP spid="191" grpId="0" animBg="1"/>
      <p:bldP spid="191" grpId="1" animBg="1"/>
      <p:bldP spid="192" grpId="0" animBg="1"/>
      <p:bldP spid="192" grpId="1" animBg="1"/>
      <p:bldP spid="193" grpId="0" animBg="1"/>
      <p:bldP spid="193" grpId="1" animBg="1"/>
      <p:bldP spid="194" grpId="0" animBg="1"/>
      <p:bldP spid="194" grpId="1" animBg="1"/>
      <p:bldP spid="195" grpId="0" animBg="1"/>
      <p:bldP spid="195" grpId="1" animBg="1"/>
      <p:bldP spid="196" grpId="0" animBg="1"/>
      <p:bldP spid="196" grpId="1" animBg="1"/>
      <p:bldP spid="197" grpId="0" animBg="1"/>
      <p:bldP spid="197" grpId="1" animBg="1"/>
      <p:bldP spid="198" grpId="0" animBg="1"/>
      <p:bldP spid="198" grpId="1" animBg="1"/>
      <p:bldP spid="199" grpId="0"/>
      <p:bldP spid="199" grpId="1"/>
      <p:bldP spid="200" grpId="0"/>
      <p:bldP spid="200" grpId="1"/>
      <p:bldP spid="201" grpId="0" animBg="1"/>
      <p:bldP spid="202" grpId="0" animBg="1"/>
      <p:bldP spid="203" grpId="0" animBg="1"/>
      <p:bldP spid="204" grpId="0" animBg="1"/>
      <p:bldP spid="205" grpId="0" animBg="1"/>
      <p:bldP spid="206" grpId="0" animBg="1"/>
      <p:bldP spid="207" grpId="0" animBg="1"/>
      <p:bldP spid="208" grpId="0" animBg="1"/>
      <p:bldP spid="209" grpId="0" animBg="1"/>
      <p:bldP spid="210" grpId="0" animBg="1"/>
      <p:bldP spid="211" grpId="0" animBg="1"/>
      <p:bldP spid="212" grpId="0" animBg="1"/>
      <p:bldP spid="213" grpId="0" animBg="1"/>
      <p:bldP spid="214" grpId="0" animBg="1"/>
      <p:bldP spid="215" grpId="0" animBg="1"/>
      <p:bldP spid="216" grpId="0" animBg="1"/>
      <p:bldP spid="217" grpId="0" animBg="1"/>
      <p:bldP spid="218" grpId="0" animBg="1"/>
      <p:bldP spid="219" grpId="0" animBg="1"/>
      <p:bldP spid="220" grpId="0" animBg="1"/>
      <p:bldP spid="221" grpId="0" animBg="1"/>
      <p:bldP spid="222" grpId="0" animBg="1"/>
      <p:bldP spid="223" grpId="0" animBg="1"/>
      <p:bldP spid="224" grpId="0" animBg="1"/>
      <p:bldP spid="225" grpId="0" animBg="1"/>
      <p:bldP spid="226" grpId="0" animBg="1"/>
      <p:bldP spid="227" grpId="0" animBg="1"/>
      <p:bldP spid="228" grpId="0" animBg="1"/>
      <p:bldP spid="229" grpId="0" animBg="1"/>
      <p:bldP spid="230" grpId="0" animBg="1"/>
      <p:bldP spid="231" grpId="0" animBg="1"/>
      <p:bldP spid="232" grpId="0" animBg="1"/>
      <p:bldP spid="233" grpId="0" animBg="1"/>
      <p:bldP spid="234" grpId="0" animBg="1"/>
      <p:bldP spid="235" grpId="0" animBg="1"/>
      <p:bldP spid="236" grpId="0" animBg="1"/>
      <p:bldP spid="237" grpId="0"/>
      <p:bldP spid="238" grpId="0"/>
      <p:bldP spid="239" grpId="0"/>
      <p:bldP spid="240" grpId="0"/>
      <p:bldP spid="241" grpId="0"/>
      <p:bldP spid="242" grpId="0"/>
      <p:bldP spid="243" grpId="0"/>
      <p:bldP spid="244" grpId="0"/>
      <p:bldP spid="245" grpId="0"/>
      <p:bldP spid="246" grpId="0"/>
      <p:bldP spid="247" grpId="0"/>
      <p:bldP spid="248" grpId="0"/>
      <p:bldP spid="249" grpId="0"/>
      <p:bldP spid="250" grpId="0"/>
      <p:bldP spid="251" grpId="0"/>
      <p:bldP spid="252" grpId="0"/>
      <p:bldP spid="253" grpId="0"/>
      <p:bldP spid="254" grpId="0"/>
      <p:bldP spid="255" grpId="0"/>
      <p:bldP spid="256" grpId="0"/>
      <p:bldP spid="257" grpId="0"/>
      <p:bldP spid="258" grpId="0"/>
      <p:bldP spid="259" grpId="0"/>
      <p:bldP spid="260" grpId="0"/>
      <p:bldP spid="261" grpId="0"/>
      <p:bldP spid="262" grpId="0"/>
      <p:bldP spid="263" grpId="0"/>
      <p:bldP spid="264" grpId="0"/>
      <p:bldP spid="265" grpId="0"/>
      <p:bldP spid="266" grpId="0"/>
      <p:bldP spid="267" grpId="0"/>
      <p:bldP spid="268" grpId="0"/>
      <p:bldP spid="269" grpId="0"/>
      <p:bldP spid="270" grpId="0"/>
      <p:bldP spid="271" grpId="0"/>
      <p:bldP spid="272" grpId="0"/>
      <p:bldP spid="273" grpId="0"/>
      <p:bldP spid="274" grpId="0"/>
      <p:bldP spid="275" grpId="0"/>
      <p:bldP spid="276" grpId="0"/>
      <p:bldP spid="277" grpId="0" animBg="1"/>
      <p:bldP spid="278" grpId="0" animBg="1"/>
      <p:bldP spid="279" grpId="0" animBg="1"/>
      <p:bldP spid="280" grpId="0" animBg="1"/>
      <p:bldP spid="281" grpId="0" animBg="1"/>
      <p:bldP spid="282" grpId="0" animBg="1"/>
      <p:bldP spid="283" grpId="0" animBg="1"/>
      <p:bldP spid="284" grpId="0" animBg="1"/>
      <p:bldP spid="285" grpId="0" animBg="1"/>
      <p:bldP spid="286" grpId="0"/>
      <p:bldP spid="287" grpId="0"/>
      <p:bldP spid="288" grpId="0"/>
      <p:bldP spid="289" grpId="0"/>
      <p:bldP spid="290" grpId="0"/>
      <p:bldP spid="291" grpId="0"/>
      <p:bldP spid="292" grpId="0"/>
      <p:bldP spid="293" grpId="0"/>
      <p:bldP spid="294" grpId="0"/>
      <p:bldP spid="295" grpId="0"/>
      <p:bldP spid="296" grpId="0" animBg="1"/>
      <p:bldP spid="297" grpId="0" animBg="1"/>
      <p:bldP spid="298" grpId="0" animBg="1"/>
      <p:bldP spid="299" grpId="0" animBg="1"/>
      <p:bldP spid="300" grpId="0" animBg="1"/>
      <p:bldP spid="301" grpId="0" animBg="1"/>
      <p:bldP spid="302" grpId="0" animBg="1"/>
      <p:bldP spid="303" grpId="0" animBg="1"/>
      <p:bldP spid="304" grpId="0" animBg="1"/>
      <p:bldP spid="305" grpId="0" animBg="1"/>
      <p:bldP spid="306" grpId="0" animBg="1"/>
      <p:bldP spid="307" grpId="0" animBg="1"/>
      <p:bldP spid="308" grpId="0" animBg="1"/>
      <p:bldP spid="309" grpId="0" animBg="1"/>
      <p:bldP spid="310" grpId="0" animBg="1"/>
      <p:bldP spid="311" grpId="0" animBg="1"/>
      <p:bldP spid="312" grpId="0"/>
      <p:bldP spid="313" grpId="0"/>
      <p:bldP spid="314" grpId="0"/>
      <p:bldP spid="315" grpId="0"/>
      <p:bldP spid="316" grpId="0"/>
      <p:bldP spid="317" grpId="0"/>
      <p:bldP spid="318" grpId="0"/>
      <p:bldP spid="319" grpId="0"/>
      <p:bldP spid="320" grpId="0"/>
      <p:bldP spid="321" grpId="0"/>
      <p:bldP spid="322" grpId="0"/>
      <p:bldP spid="323" grpId="0"/>
      <p:bldP spid="324" grpId="0"/>
      <p:bldP spid="325" grpId="0"/>
      <p:bldP spid="326" grpId="0"/>
      <p:bldP spid="327" grpId="0"/>
      <p:bldP spid="328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" name="anim_o3582_1">
            <a:extLst>
              <a:ext uri="{FF2B5EF4-FFF2-40B4-BE49-F238E27FC236}">
                <a16:creationId xmlns:a16="http://schemas.microsoft.com/office/drawing/2014/main" id="{4FBDCF50-0D8E-40EF-8F60-6ED0F2A88FA4}"/>
              </a:ext>
            </a:extLst>
          </p:cNvPr>
          <p:cNvSpPr>
            <a:spLocks noGrp="1"/>
          </p:cNvSpPr>
          <p:nvPr/>
        </p:nvSpPr>
        <p:spPr>
          <a:xfrm>
            <a:off x="1101378" y="217073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3587_1">
            <a:extLst>
              <a:ext uri="{FF2B5EF4-FFF2-40B4-BE49-F238E27FC236}">
                <a16:creationId xmlns:a16="http://schemas.microsoft.com/office/drawing/2014/main" id="{9FA95A9E-580D-4D65-8DB6-FE8FE768B9C2}"/>
              </a:ext>
            </a:extLst>
          </p:cNvPr>
          <p:cNvSpPr>
            <a:spLocks noGrp="1"/>
          </p:cNvSpPr>
          <p:nvPr/>
        </p:nvSpPr>
        <p:spPr>
          <a:xfrm>
            <a:off x="1677681" y="217073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3592_1">
            <a:extLst>
              <a:ext uri="{FF2B5EF4-FFF2-40B4-BE49-F238E27FC236}">
                <a16:creationId xmlns:a16="http://schemas.microsoft.com/office/drawing/2014/main" id="{D7E13C62-44D0-4AB3-8581-AE2D055A724C}"/>
              </a:ext>
            </a:extLst>
          </p:cNvPr>
          <p:cNvSpPr>
            <a:spLocks noGrp="1"/>
          </p:cNvSpPr>
          <p:nvPr/>
        </p:nvSpPr>
        <p:spPr>
          <a:xfrm>
            <a:off x="2253983" y="217073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3597_1">
            <a:extLst>
              <a:ext uri="{FF2B5EF4-FFF2-40B4-BE49-F238E27FC236}">
                <a16:creationId xmlns:a16="http://schemas.microsoft.com/office/drawing/2014/main" id="{7EFEEA42-2041-446A-AF38-F8142CC01ECB}"/>
              </a:ext>
            </a:extLst>
          </p:cNvPr>
          <p:cNvSpPr>
            <a:spLocks noGrp="1"/>
          </p:cNvSpPr>
          <p:nvPr/>
        </p:nvSpPr>
        <p:spPr>
          <a:xfrm>
            <a:off x="2830286" y="217073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3602_1">
            <a:extLst>
              <a:ext uri="{FF2B5EF4-FFF2-40B4-BE49-F238E27FC236}">
                <a16:creationId xmlns:a16="http://schemas.microsoft.com/office/drawing/2014/main" id="{49268FA9-0591-4EF3-B796-DEE15DA66BF1}"/>
              </a:ext>
            </a:extLst>
          </p:cNvPr>
          <p:cNvSpPr>
            <a:spLocks noGrp="1"/>
          </p:cNvSpPr>
          <p:nvPr/>
        </p:nvSpPr>
        <p:spPr>
          <a:xfrm>
            <a:off x="3406588" y="217073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3607_1">
            <a:extLst>
              <a:ext uri="{FF2B5EF4-FFF2-40B4-BE49-F238E27FC236}">
                <a16:creationId xmlns:a16="http://schemas.microsoft.com/office/drawing/2014/main" id="{778D86C2-697B-4EA7-8040-21906CB6941D}"/>
              </a:ext>
            </a:extLst>
          </p:cNvPr>
          <p:cNvSpPr>
            <a:spLocks noGrp="1"/>
          </p:cNvSpPr>
          <p:nvPr/>
        </p:nvSpPr>
        <p:spPr>
          <a:xfrm>
            <a:off x="3982891" y="217073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3612_1">
            <a:extLst>
              <a:ext uri="{FF2B5EF4-FFF2-40B4-BE49-F238E27FC236}">
                <a16:creationId xmlns:a16="http://schemas.microsoft.com/office/drawing/2014/main" id="{3C9D476B-651B-4D0F-AECC-53669B154E37}"/>
              </a:ext>
            </a:extLst>
          </p:cNvPr>
          <p:cNvSpPr>
            <a:spLocks noGrp="1"/>
          </p:cNvSpPr>
          <p:nvPr/>
        </p:nvSpPr>
        <p:spPr>
          <a:xfrm>
            <a:off x="1101378" y="274704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3617_1">
            <a:extLst>
              <a:ext uri="{FF2B5EF4-FFF2-40B4-BE49-F238E27FC236}">
                <a16:creationId xmlns:a16="http://schemas.microsoft.com/office/drawing/2014/main" id="{E00EEFE8-2C3A-43D6-9D97-BADB3F85CAAA}"/>
              </a:ext>
            </a:extLst>
          </p:cNvPr>
          <p:cNvSpPr>
            <a:spLocks noGrp="1"/>
          </p:cNvSpPr>
          <p:nvPr/>
        </p:nvSpPr>
        <p:spPr>
          <a:xfrm>
            <a:off x="1677681" y="274704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3622_1">
            <a:extLst>
              <a:ext uri="{FF2B5EF4-FFF2-40B4-BE49-F238E27FC236}">
                <a16:creationId xmlns:a16="http://schemas.microsoft.com/office/drawing/2014/main" id="{06861560-EFC0-41F9-BB77-CFF5B2FDD30A}"/>
              </a:ext>
            </a:extLst>
          </p:cNvPr>
          <p:cNvSpPr>
            <a:spLocks noGrp="1"/>
          </p:cNvSpPr>
          <p:nvPr/>
        </p:nvSpPr>
        <p:spPr>
          <a:xfrm>
            <a:off x="2253983" y="274704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3627_1">
            <a:extLst>
              <a:ext uri="{FF2B5EF4-FFF2-40B4-BE49-F238E27FC236}">
                <a16:creationId xmlns:a16="http://schemas.microsoft.com/office/drawing/2014/main" id="{68CA00D9-E40E-43B1-B9AF-E9CA4E27A9EA}"/>
              </a:ext>
            </a:extLst>
          </p:cNvPr>
          <p:cNvSpPr>
            <a:spLocks noGrp="1"/>
          </p:cNvSpPr>
          <p:nvPr/>
        </p:nvSpPr>
        <p:spPr>
          <a:xfrm>
            <a:off x="2830286" y="274704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3632_1">
            <a:extLst>
              <a:ext uri="{FF2B5EF4-FFF2-40B4-BE49-F238E27FC236}">
                <a16:creationId xmlns:a16="http://schemas.microsoft.com/office/drawing/2014/main" id="{6566B58F-BC94-4021-A924-AFD497165DE2}"/>
              </a:ext>
            </a:extLst>
          </p:cNvPr>
          <p:cNvSpPr>
            <a:spLocks noGrp="1"/>
          </p:cNvSpPr>
          <p:nvPr/>
        </p:nvSpPr>
        <p:spPr>
          <a:xfrm>
            <a:off x="3406588" y="274704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3637_1">
            <a:extLst>
              <a:ext uri="{FF2B5EF4-FFF2-40B4-BE49-F238E27FC236}">
                <a16:creationId xmlns:a16="http://schemas.microsoft.com/office/drawing/2014/main" id="{3192BB91-2F39-489F-BC5C-A65C3FDBEFCF}"/>
              </a:ext>
            </a:extLst>
          </p:cNvPr>
          <p:cNvSpPr>
            <a:spLocks noGrp="1"/>
          </p:cNvSpPr>
          <p:nvPr/>
        </p:nvSpPr>
        <p:spPr>
          <a:xfrm>
            <a:off x="3982891" y="274704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3642_1">
            <a:extLst>
              <a:ext uri="{FF2B5EF4-FFF2-40B4-BE49-F238E27FC236}">
                <a16:creationId xmlns:a16="http://schemas.microsoft.com/office/drawing/2014/main" id="{1A6C92E2-201D-4FB4-8412-C09A2F756853}"/>
              </a:ext>
            </a:extLst>
          </p:cNvPr>
          <p:cNvSpPr>
            <a:spLocks noGrp="1"/>
          </p:cNvSpPr>
          <p:nvPr/>
        </p:nvSpPr>
        <p:spPr>
          <a:xfrm>
            <a:off x="1101378" y="3323345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3647_1">
            <a:extLst>
              <a:ext uri="{FF2B5EF4-FFF2-40B4-BE49-F238E27FC236}">
                <a16:creationId xmlns:a16="http://schemas.microsoft.com/office/drawing/2014/main" id="{F68419B6-CA94-44F6-8840-D0220327D847}"/>
              </a:ext>
            </a:extLst>
          </p:cNvPr>
          <p:cNvSpPr>
            <a:spLocks noGrp="1"/>
          </p:cNvSpPr>
          <p:nvPr/>
        </p:nvSpPr>
        <p:spPr>
          <a:xfrm>
            <a:off x="1677681" y="3323345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3652_1">
            <a:extLst>
              <a:ext uri="{FF2B5EF4-FFF2-40B4-BE49-F238E27FC236}">
                <a16:creationId xmlns:a16="http://schemas.microsoft.com/office/drawing/2014/main" id="{89EF25F4-1494-4171-BD54-123951873BC2}"/>
              </a:ext>
            </a:extLst>
          </p:cNvPr>
          <p:cNvSpPr>
            <a:spLocks noGrp="1"/>
          </p:cNvSpPr>
          <p:nvPr/>
        </p:nvSpPr>
        <p:spPr>
          <a:xfrm>
            <a:off x="2253983" y="3323345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3657_1">
            <a:extLst>
              <a:ext uri="{FF2B5EF4-FFF2-40B4-BE49-F238E27FC236}">
                <a16:creationId xmlns:a16="http://schemas.microsoft.com/office/drawing/2014/main" id="{B806FDC8-526A-4B70-95C7-F94E745F4ED5}"/>
              </a:ext>
            </a:extLst>
          </p:cNvPr>
          <p:cNvSpPr>
            <a:spLocks noGrp="1"/>
          </p:cNvSpPr>
          <p:nvPr/>
        </p:nvSpPr>
        <p:spPr>
          <a:xfrm>
            <a:off x="2830286" y="3323345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3662_1">
            <a:extLst>
              <a:ext uri="{FF2B5EF4-FFF2-40B4-BE49-F238E27FC236}">
                <a16:creationId xmlns:a16="http://schemas.microsoft.com/office/drawing/2014/main" id="{4F4FEBA8-A4DE-4D1F-A37C-2E2AFE632829}"/>
              </a:ext>
            </a:extLst>
          </p:cNvPr>
          <p:cNvSpPr>
            <a:spLocks noGrp="1"/>
          </p:cNvSpPr>
          <p:nvPr/>
        </p:nvSpPr>
        <p:spPr>
          <a:xfrm>
            <a:off x="3406588" y="3323345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3667_1">
            <a:extLst>
              <a:ext uri="{FF2B5EF4-FFF2-40B4-BE49-F238E27FC236}">
                <a16:creationId xmlns:a16="http://schemas.microsoft.com/office/drawing/2014/main" id="{0BBE3272-F9B3-445C-82EB-20CB91EA3D30}"/>
              </a:ext>
            </a:extLst>
          </p:cNvPr>
          <p:cNvSpPr>
            <a:spLocks noGrp="1"/>
          </p:cNvSpPr>
          <p:nvPr/>
        </p:nvSpPr>
        <p:spPr>
          <a:xfrm>
            <a:off x="3982891" y="3323345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3672_1">
            <a:extLst>
              <a:ext uri="{FF2B5EF4-FFF2-40B4-BE49-F238E27FC236}">
                <a16:creationId xmlns:a16="http://schemas.microsoft.com/office/drawing/2014/main" id="{F6AD3B7A-917C-4D15-A123-45B227DE4F17}"/>
              </a:ext>
            </a:extLst>
          </p:cNvPr>
          <p:cNvSpPr>
            <a:spLocks noGrp="1"/>
          </p:cNvSpPr>
          <p:nvPr/>
        </p:nvSpPr>
        <p:spPr>
          <a:xfrm>
            <a:off x="1101378" y="3899647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3678_1">
            <a:extLst>
              <a:ext uri="{FF2B5EF4-FFF2-40B4-BE49-F238E27FC236}">
                <a16:creationId xmlns:a16="http://schemas.microsoft.com/office/drawing/2014/main" id="{9628B1E5-A07E-4B78-A508-6BB635958712}"/>
              </a:ext>
            </a:extLst>
          </p:cNvPr>
          <p:cNvSpPr>
            <a:spLocks noGrp="1"/>
          </p:cNvSpPr>
          <p:nvPr/>
        </p:nvSpPr>
        <p:spPr>
          <a:xfrm>
            <a:off x="1677681" y="3899647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3684_1">
            <a:extLst>
              <a:ext uri="{FF2B5EF4-FFF2-40B4-BE49-F238E27FC236}">
                <a16:creationId xmlns:a16="http://schemas.microsoft.com/office/drawing/2014/main" id="{0C465960-686D-4E70-BA1B-218A06F6CB42}"/>
              </a:ext>
            </a:extLst>
          </p:cNvPr>
          <p:cNvSpPr>
            <a:spLocks noGrp="1"/>
          </p:cNvSpPr>
          <p:nvPr/>
        </p:nvSpPr>
        <p:spPr>
          <a:xfrm>
            <a:off x="2253983" y="3899647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3690_1">
            <a:extLst>
              <a:ext uri="{FF2B5EF4-FFF2-40B4-BE49-F238E27FC236}">
                <a16:creationId xmlns:a16="http://schemas.microsoft.com/office/drawing/2014/main" id="{7A2979E4-1B27-4674-83F5-1AF4D0BE85A0}"/>
              </a:ext>
            </a:extLst>
          </p:cNvPr>
          <p:cNvSpPr>
            <a:spLocks noGrp="1"/>
          </p:cNvSpPr>
          <p:nvPr/>
        </p:nvSpPr>
        <p:spPr>
          <a:xfrm>
            <a:off x="2830286" y="3899647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3696_1">
            <a:extLst>
              <a:ext uri="{FF2B5EF4-FFF2-40B4-BE49-F238E27FC236}">
                <a16:creationId xmlns:a16="http://schemas.microsoft.com/office/drawing/2014/main" id="{F76F6453-1748-4300-9A34-EC82BF6668B1}"/>
              </a:ext>
            </a:extLst>
          </p:cNvPr>
          <p:cNvSpPr>
            <a:spLocks noGrp="1"/>
          </p:cNvSpPr>
          <p:nvPr/>
        </p:nvSpPr>
        <p:spPr>
          <a:xfrm>
            <a:off x="3406588" y="3899647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3702_1">
            <a:extLst>
              <a:ext uri="{FF2B5EF4-FFF2-40B4-BE49-F238E27FC236}">
                <a16:creationId xmlns:a16="http://schemas.microsoft.com/office/drawing/2014/main" id="{57797EE7-7657-4B9F-AB1D-2F8DAD40D4FB}"/>
              </a:ext>
            </a:extLst>
          </p:cNvPr>
          <p:cNvSpPr>
            <a:spLocks noGrp="1"/>
          </p:cNvSpPr>
          <p:nvPr/>
        </p:nvSpPr>
        <p:spPr>
          <a:xfrm>
            <a:off x="3982891" y="3899647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3708_1">
            <a:extLst>
              <a:ext uri="{FF2B5EF4-FFF2-40B4-BE49-F238E27FC236}">
                <a16:creationId xmlns:a16="http://schemas.microsoft.com/office/drawing/2014/main" id="{FB70BD88-9FD0-4838-AE65-E1ECDA019FEE}"/>
              </a:ext>
            </a:extLst>
          </p:cNvPr>
          <p:cNvSpPr>
            <a:spLocks noGrp="1"/>
          </p:cNvSpPr>
          <p:nvPr/>
        </p:nvSpPr>
        <p:spPr>
          <a:xfrm>
            <a:off x="1101378" y="4475950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3714_1">
            <a:extLst>
              <a:ext uri="{FF2B5EF4-FFF2-40B4-BE49-F238E27FC236}">
                <a16:creationId xmlns:a16="http://schemas.microsoft.com/office/drawing/2014/main" id="{2FF6CA4D-F12B-4F04-A77C-B5A2085DE3B3}"/>
              </a:ext>
            </a:extLst>
          </p:cNvPr>
          <p:cNvSpPr>
            <a:spLocks noGrp="1"/>
          </p:cNvSpPr>
          <p:nvPr/>
        </p:nvSpPr>
        <p:spPr>
          <a:xfrm>
            <a:off x="1677681" y="4475950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3720_1">
            <a:extLst>
              <a:ext uri="{FF2B5EF4-FFF2-40B4-BE49-F238E27FC236}">
                <a16:creationId xmlns:a16="http://schemas.microsoft.com/office/drawing/2014/main" id="{EC2993F3-D95F-4B28-9319-95837FE4E54D}"/>
              </a:ext>
            </a:extLst>
          </p:cNvPr>
          <p:cNvSpPr>
            <a:spLocks noGrp="1"/>
          </p:cNvSpPr>
          <p:nvPr/>
        </p:nvSpPr>
        <p:spPr>
          <a:xfrm>
            <a:off x="2253983" y="4475950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3726_1">
            <a:extLst>
              <a:ext uri="{FF2B5EF4-FFF2-40B4-BE49-F238E27FC236}">
                <a16:creationId xmlns:a16="http://schemas.microsoft.com/office/drawing/2014/main" id="{869FE6F2-8CD3-47C3-A3EA-EE83EC1ADDCB}"/>
              </a:ext>
            </a:extLst>
          </p:cNvPr>
          <p:cNvSpPr>
            <a:spLocks noGrp="1"/>
          </p:cNvSpPr>
          <p:nvPr/>
        </p:nvSpPr>
        <p:spPr>
          <a:xfrm>
            <a:off x="2830286" y="4475950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3732_1">
            <a:extLst>
              <a:ext uri="{FF2B5EF4-FFF2-40B4-BE49-F238E27FC236}">
                <a16:creationId xmlns:a16="http://schemas.microsoft.com/office/drawing/2014/main" id="{55D10F82-C470-4380-A338-8BA77821E134}"/>
              </a:ext>
            </a:extLst>
          </p:cNvPr>
          <p:cNvSpPr>
            <a:spLocks noGrp="1"/>
          </p:cNvSpPr>
          <p:nvPr/>
        </p:nvSpPr>
        <p:spPr>
          <a:xfrm>
            <a:off x="3406588" y="4475950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3738_1">
            <a:extLst>
              <a:ext uri="{FF2B5EF4-FFF2-40B4-BE49-F238E27FC236}">
                <a16:creationId xmlns:a16="http://schemas.microsoft.com/office/drawing/2014/main" id="{1CF01F03-05B8-4A71-8887-1119E31D9D11}"/>
              </a:ext>
            </a:extLst>
          </p:cNvPr>
          <p:cNvSpPr>
            <a:spLocks noGrp="1"/>
          </p:cNvSpPr>
          <p:nvPr/>
        </p:nvSpPr>
        <p:spPr>
          <a:xfrm>
            <a:off x="3982891" y="4475950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3744_1">
            <a:extLst>
              <a:ext uri="{FF2B5EF4-FFF2-40B4-BE49-F238E27FC236}">
                <a16:creationId xmlns:a16="http://schemas.microsoft.com/office/drawing/2014/main" id="{37D13323-D308-4AF4-AE62-D85A8D232E9B}"/>
              </a:ext>
            </a:extLst>
          </p:cNvPr>
          <p:cNvSpPr>
            <a:spLocks noGrp="1"/>
          </p:cNvSpPr>
          <p:nvPr/>
        </p:nvSpPr>
        <p:spPr>
          <a:xfrm>
            <a:off x="1101378" y="505225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3750_1">
            <a:extLst>
              <a:ext uri="{FF2B5EF4-FFF2-40B4-BE49-F238E27FC236}">
                <a16:creationId xmlns:a16="http://schemas.microsoft.com/office/drawing/2014/main" id="{A265BD04-993B-4873-BCD3-48D0C52783B1}"/>
              </a:ext>
            </a:extLst>
          </p:cNvPr>
          <p:cNvSpPr>
            <a:spLocks noGrp="1"/>
          </p:cNvSpPr>
          <p:nvPr/>
        </p:nvSpPr>
        <p:spPr>
          <a:xfrm>
            <a:off x="1677681" y="505225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3756_1">
            <a:extLst>
              <a:ext uri="{FF2B5EF4-FFF2-40B4-BE49-F238E27FC236}">
                <a16:creationId xmlns:a16="http://schemas.microsoft.com/office/drawing/2014/main" id="{76E860DB-8CD5-4E09-B485-F482CC4898CA}"/>
              </a:ext>
            </a:extLst>
          </p:cNvPr>
          <p:cNvSpPr>
            <a:spLocks noGrp="1"/>
          </p:cNvSpPr>
          <p:nvPr/>
        </p:nvSpPr>
        <p:spPr>
          <a:xfrm>
            <a:off x="2253983" y="505225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3762_1">
            <a:extLst>
              <a:ext uri="{FF2B5EF4-FFF2-40B4-BE49-F238E27FC236}">
                <a16:creationId xmlns:a16="http://schemas.microsoft.com/office/drawing/2014/main" id="{40F5D034-BC44-4DFC-8EF5-BEC9A9555634}"/>
              </a:ext>
            </a:extLst>
          </p:cNvPr>
          <p:cNvSpPr>
            <a:spLocks noGrp="1"/>
          </p:cNvSpPr>
          <p:nvPr/>
        </p:nvSpPr>
        <p:spPr>
          <a:xfrm>
            <a:off x="2830286" y="505225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3768_1">
            <a:extLst>
              <a:ext uri="{FF2B5EF4-FFF2-40B4-BE49-F238E27FC236}">
                <a16:creationId xmlns:a16="http://schemas.microsoft.com/office/drawing/2014/main" id="{CA429941-FB2D-4573-9B48-887394800C1F}"/>
              </a:ext>
            </a:extLst>
          </p:cNvPr>
          <p:cNvSpPr>
            <a:spLocks noGrp="1"/>
          </p:cNvSpPr>
          <p:nvPr/>
        </p:nvSpPr>
        <p:spPr>
          <a:xfrm>
            <a:off x="3406588" y="505225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3774_1">
            <a:extLst>
              <a:ext uri="{FF2B5EF4-FFF2-40B4-BE49-F238E27FC236}">
                <a16:creationId xmlns:a16="http://schemas.microsoft.com/office/drawing/2014/main" id="{D1F31B4E-3F85-4B9A-8158-9BECC4B746BE}"/>
              </a:ext>
            </a:extLst>
          </p:cNvPr>
          <p:cNvSpPr>
            <a:spLocks noGrp="1"/>
          </p:cNvSpPr>
          <p:nvPr/>
        </p:nvSpPr>
        <p:spPr>
          <a:xfrm>
            <a:off x="3982891" y="505225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3850_1">
            <a:extLst>
              <a:ext uri="{FF2B5EF4-FFF2-40B4-BE49-F238E27FC236}">
                <a16:creationId xmlns:a16="http://schemas.microsoft.com/office/drawing/2014/main" id="{5829848D-415F-4DD2-B58B-7845C0D09D69}"/>
              </a:ext>
            </a:extLst>
          </p:cNvPr>
          <p:cNvSpPr>
            <a:spLocks noGrp="1"/>
          </p:cNvSpPr>
          <p:nvPr/>
        </p:nvSpPr>
        <p:spPr>
          <a:xfrm>
            <a:off x="8900649" y="274704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3853_1">
            <a:extLst>
              <a:ext uri="{FF2B5EF4-FFF2-40B4-BE49-F238E27FC236}">
                <a16:creationId xmlns:a16="http://schemas.microsoft.com/office/drawing/2014/main" id="{20E1887F-0F2A-4661-830D-F5F7B622B9F6}"/>
              </a:ext>
            </a:extLst>
          </p:cNvPr>
          <p:cNvSpPr>
            <a:spLocks noGrp="1"/>
          </p:cNvSpPr>
          <p:nvPr/>
        </p:nvSpPr>
        <p:spPr>
          <a:xfrm>
            <a:off x="9476951" y="274704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3856_1">
            <a:extLst>
              <a:ext uri="{FF2B5EF4-FFF2-40B4-BE49-F238E27FC236}">
                <a16:creationId xmlns:a16="http://schemas.microsoft.com/office/drawing/2014/main" id="{A93E5628-D279-46C2-A2FD-6FC0826A2CBB}"/>
              </a:ext>
            </a:extLst>
          </p:cNvPr>
          <p:cNvSpPr>
            <a:spLocks noGrp="1"/>
          </p:cNvSpPr>
          <p:nvPr/>
        </p:nvSpPr>
        <p:spPr>
          <a:xfrm>
            <a:off x="10053254" y="274704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3859_1">
            <a:extLst>
              <a:ext uri="{FF2B5EF4-FFF2-40B4-BE49-F238E27FC236}">
                <a16:creationId xmlns:a16="http://schemas.microsoft.com/office/drawing/2014/main" id="{3C1877AE-90D3-43B5-AD36-DA5711D3C0C3}"/>
              </a:ext>
            </a:extLst>
          </p:cNvPr>
          <p:cNvSpPr>
            <a:spLocks noGrp="1"/>
          </p:cNvSpPr>
          <p:nvPr/>
        </p:nvSpPr>
        <p:spPr>
          <a:xfrm>
            <a:off x="10629556" y="274704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3862_1">
            <a:extLst>
              <a:ext uri="{FF2B5EF4-FFF2-40B4-BE49-F238E27FC236}">
                <a16:creationId xmlns:a16="http://schemas.microsoft.com/office/drawing/2014/main" id="{E4FDF152-93BF-4F8D-8F98-78F4B608C96F}"/>
              </a:ext>
            </a:extLst>
          </p:cNvPr>
          <p:cNvSpPr>
            <a:spLocks noGrp="1"/>
          </p:cNvSpPr>
          <p:nvPr/>
        </p:nvSpPr>
        <p:spPr>
          <a:xfrm>
            <a:off x="8900649" y="3323345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3865_1">
            <a:extLst>
              <a:ext uri="{FF2B5EF4-FFF2-40B4-BE49-F238E27FC236}">
                <a16:creationId xmlns:a16="http://schemas.microsoft.com/office/drawing/2014/main" id="{F8620C87-A73E-4681-806B-53CE7937096E}"/>
              </a:ext>
            </a:extLst>
          </p:cNvPr>
          <p:cNvSpPr>
            <a:spLocks noGrp="1"/>
          </p:cNvSpPr>
          <p:nvPr/>
        </p:nvSpPr>
        <p:spPr>
          <a:xfrm>
            <a:off x="9476951" y="3323345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3868_1">
            <a:extLst>
              <a:ext uri="{FF2B5EF4-FFF2-40B4-BE49-F238E27FC236}">
                <a16:creationId xmlns:a16="http://schemas.microsoft.com/office/drawing/2014/main" id="{1BAA34E5-180C-4408-B68E-56F9315E254C}"/>
              </a:ext>
            </a:extLst>
          </p:cNvPr>
          <p:cNvSpPr>
            <a:spLocks noGrp="1"/>
          </p:cNvSpPr>
          <p:nvPr/>
        </p:nvSpPr>
        <p:spPr>
          <a:xfrm>
            <a:off x="10053254" y="3323345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3871_1">
            <a:extLst>
              <a:ext uri="{FF2B5EF4-FFF2-40B4-BE49-F238E27FC236}">
                <a16:creationId xmlns:a16="http://schemas.microsoft.com/office/drawing/2014/main" id="{7D454668-CA4A-47B5-A5EE-A228966183F5}"/>
              </a:ext>
            </a:extLst>
          </p:cNvPr>
          <p:cNvSpPr>
            <a:spLocks noGrp="1"/>
          </p:cNvSpPr>
          <p:nvPr/>
        </p:nvSpPr>
        <p:spPr>
          <a:xfrm>
            <a:off x="10629556" y="3323345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3874_1">
            <a:extLst>
              <a:ext uri="{FF2B5EF4-FFF2-40B4-BE49-F238E27FC236}">
                <a16:creationId xmlns:a16="http://schemas.microsoft.com/office/drawing/2014/main" id="{F9099687-F674-4C3C-A3E1-364DA6CE3662}"/>
              </a:ext>
            </a:extLst>
          </p:cNvPr>
          <p:cNvSpPr>
            <a:spLocks noGrp="1"/>
          </p:cNvSpPr>
          <p:nvPr/>
        </p:nvSpPr>
        <p:spPr>
          <a:xfrm>
            <a:off x="8900649" y="3899647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3877_1">
            <a:extLst>
              <a:ext uri="{FF2B5EF4-FFF2-40B4-BE49-F238E27FC236}">
                <a16:creationId xmlns:a16="http://schemas.microsoft.com/office/drawing/2014/main" id="{1FB7B87F-AAAA-4324-BEC7-951DF698C313}"/>
              </a:ext>
            </a:extLst>
          </p:cNvPr>
          <p:cNvSpPr>
            <a:spLocks noGrp="1"/>
          </p:cNvSpPr>
          <p:nvPr/>
        </p:nvSpPr>
        <p:spPr>
          <a:xfrm>
            <a:off x="9476951" y="3899647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3880_1">
            <a:extLst>
              <a:ext uri="{FF2B5EF4-FFF2-40B4-BE49-F238E27FC236}">
                <a16:creationId xmlns:a16="http://schemas.microsoft.com/office/drawing/2014/main" id="{A6A31CBC-A693-401D-ACA6-8A308B1899BE}"/>
              </a:ext>
            </a:extLst>
          </p:cNvPr>
          <p:cNvSpPr>
            <a:spLocks noGrp="1"/>
          </p:cNvSpPr>
          <p:nvPr/>
        </p:nvSpPr>
        <p:spPr>
          <a:xfrm>
            <a:off x="10053254" y="3899647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3883_1">
            <a:extLst>
              <a:ext uri="{FF2B5EF4-FFF2-40B4-BE49-F238E27FC236}">
                <a16:creationId xmlns:a16="http://schemas.microsoft.com/office/drawing/2014/main" id="{0719A5C0-E9B8-4F91-B81D-8B6EF34C04EC}"/>
              </a:ext>
            </a:extLst>
          </p:cNvPr>
          <p:cNvSpPr>
            <a:spLocks noGrp="1"/>
          </p:cNvSpPr>
          <p:nvPr/>
        </p:nvSpPr>
        <p:spPr>
          <a:xfrm>
            <a:off x="10629556" y="3899647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3886_1">
            <a:extLst>
              <a:ext uri="{FF2B5EF4-FFF2-40B4-BE49-F238E27FC236}">
                <a16:creationId xmlns:a16="http://schemas.microsoft.com/office/drawing/2014/main" id="{680C8372-AC05-4C6E-8F7A-BD25BD9C0EB9}"/>
              </a:ext>
            </a:extLst>
          </p:cNvPr>
          <p:cNvSpPr>
            <a:spLocks noGrp="1"/>
          </p:cNvSpPr>
          <p:nvPr/>
        </p:nvSpPr>
        <p:spPr>
          <a:xfrm>
            <a:off x="8900649" y="4475950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3889_1">
            <a:extLst>
              <a:ext uri="{FF2B5EF4-FFF2-40B4-BE49-F238E27FC236}">
                <a16:creationId xmlns:a16="http://schemas.microsoft.com/office/drawing/2014/main" id="{6CD0BBEB-9FAD-4FCF-BE72-F38784FD46BB}"/>
              </a:ext>
            </a:extLst>
          </p:cNvPr>
          <p:cNvSpPr>
            <a:spLocks noGrp="1"/>
          </p:cNvSpPr>
          <p:nvPr/>
        </p:nvSpPr>
        <p:spPr>
          <a:xfrm>
            <a:off x="9476951" y="4475950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3892_1">
            <a:extLst>
              <a:ext uri="{FF2B5EF4-FFF2-40B4-BE49-F238E27FC236}">
                <a16:creationId xmlns:a16="http://schemas.microsoft.com/office/drawing/2014/main" id="{99D194B7-5833-48A2-9256-F22B85A91E73}"/>
              </a:ext>
            </a:extLst>
          </p:cNvPr>
          <p:cNvSpPr>
            <a:spLocks noGrp="1"/>
          </p:cNvSpPr>
          <p:nvPr/>
        </p:nvSpPr>
        <p:spPr>
          <a:xfrm>
            <a:off x="10053254" y="4475950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3895_1">
            <a:extLst>
              <a:ext uri="{FF2B5EF4-FFF2-40B4-BE49-F238E27FC236}">
                <a16:creationId xmlns:a16="http://schemas.microsoft.com/office/drawing/2014/main" id="{505BD07D-2447-4DF3-AE97-36B9E6987C31}"/>
              </a:ext>
            </a:extLst>
          </p:cNvPr>
          <p:cNvSpPr>
            <a:spLocks noGrp="1"/>
          </p:cNvSpPr>
          <p:nvPr/>
        </p:nvSpPr>
        <p:spPr>
          <a:xfrm>
            <a:off x="10629556" y="4475950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to3583_0_1">
            <a:extLst>
              <a:ext uri="{FF2B5EF4-FFF2-40B4-BE49-F238E27FC236}">
                <a16:creationId xmlns:a16="http://schemas.microsoft.com/office/drawing/2014/main" id="{3600F2EB-FACE-4EC2-9271-E678DABA036C}"/>
              </a:ext>
            </a:extLst>
          </p:cNvPr>
          <p:cNvSpPr>
            <a:spLocks noGrp="1"/>
          </p:cNvSpPr>
          <p:nvPr/>
        </p:nvSpPr>
        <p:spPr>
          <a:xfrm>
            <a:off x="1231054" y="2289629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54" name="anim_to3588_0_1">
            <a:extLst>
              <a:ext uri="{FF2B5EF4-FFF2-40B4-BE49-F238E27FC236}">
                <a16:creationId xmlns:a16="http://schemas.microsoft.com/office/drawing/2014/main" id="{411586CF-AC61-4170-AC61-2CE2CE929C65}"/>
              </a:ext>
            </a:extLst>
          </p:cNvPr>
          <p:cNvSpPr>
            <a:spLocks noGrp="1"/>
          </p:cNvSpPr>
          <p:nvPr/>
        </p:nvSpPr>
        <p:spPr>
          <a:xfrm>
            <a:off x="1807357" y="2289629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55" name="anim_to3593_0_1">
            <a:extLst>
              <a:ext uri="{FF2B5EF4-FFF2-40B4-BE49-F238E27FC236}">
                <a16:creationId xmlns:a16="http://schemas.microsoft.com/office/drawing/2014/main" id="{A30843DF-436A-467C-A0B7-0D7EC5ED8F04}"/>
              </a:ext>
            </a:extLst>
          </p:cNvPr>
          <p:cNvSpPr>
            <a:spLocks noGrp="1"/>
          </p:cNvSpPr>
          <p:nvPr/>
        </p:nvSpPr>
        <p:spPr>
          <a:xfrm>
            <a:off x="2383659" y="2289629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56" name="anim_to3598_0_1">
            <a:extLst>
              <a:ext uri="{FF2B5EF4-FFF2-40B4-BE49-F238E27FC236}">
                <a16:creationId xmlns:a16="http://schemas.microsoft.com/office/drawing/2014/main" id="{D7121CBF-3B0B-4936-BB53-5EBC2D1FC1DD}"/>
              </a:ext>
            </a:extLst>
          </p:cNvPr>
          <p:cNvSpPr>
            <a:spLocks noGrp="1"/>
          </p:cNvSpPr>
          <p:nvPr/>
        </p:nvSpPr>
        <p:spPr>
          <a:xfrm>
            <a:off x="2959962" y="2289629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57" name="anim_to3603_0_1">
            <a:extLst>
              <a:ext uri="{FF2B5EF4-FFF2-40B4-BE49-F238E27FC236}">
                <a16:creationId xmlns:a16="http://schemas.microsoft.com/office/drawing/2014/main" id="{D8943D02-46AE-4565-A057-76CCD9ED39E4}"/>
              </a:ext>
            </a:extLst>
          </p:cNvPr>
          <p:cNvSpPr>
            <a:spLocks noGrp="1"/>
          </p:cNvSpPr>
          <p:nvPr/>
        </p:nvSpPr>
        <p:spPr>
          <a:xfrm>
            <a:off x="3536264" y="2289629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58" name="anim_to3608_0_1">
            <a:extLst>
              <a:ext uri="{FF2B5EF4-FFF2-40B4-BE49-F238E27FC236}">
                <a16:creationId xmlns:a16="http://schemas.microsoft.com/office/drawing/2014/main" id="{E3942354-FD31-4B35-B547-1E934F07115F}"/>
              </a:ext>
            </a:extLst>
          </p:cNvPr>
          <p:cNvSpPr>
            <a:spLocks noGrp="1"/>
          </p:cNvSpPr>
          <p:nvPr/>
        </p:nvSpPr>
        <p:spPr>
          <a:xfrm>
            <a:off x="4112567" y="2289629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59" name="anim_to3613_0_1">
            <a:extLst>
              <a:ext uri="{FF2B5EF4-FFF2-40B4-BE49-F238E27FC236}">
                <a16:creationId xmlns:a16="http://schemas.microsoft.com/office/drawing/2014/main" id="{F9FA1F02-D60D-4F18-8DE3-3406CBED09D9}"/>
              </a:ext>
            </a:extLst>
          </p:cNvPr>
          <p:cNvSpPr>
            <a:spLocks noGrp="1"/>
          </p:cNvSpPr>
          <p:nvPr/>
        </p:nvSpPr>
        <p:spPr>
          <a:xfrm>
            <a:off x="1231054" y="2865931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0" name="anim_to3618_0_1">
            <a:extLst>
              <a:ext uri="{FF2B5EF4-FFF2-40B4-BE49-F238E27FC236}">
                <a16:creationId xmlns:a16="http://schemas.microsoft.com/office/drawing/2014/main" id="{E116E20F-8C36-439A-B6E1-06C3A01771B0}"/>
              </a:ext>
            </a:extLst>
          </p:cNvPr>
          <p:cNvSpPr>
            <a:spLocks noGrp="1"/>
          </p:cNvSpPr>
          <p:nvPr/>
        </p:nvSpPr>
        <p:spPr>
          <a:xfrm>
            <a:off x="1807357" y="2865931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1" name="anim_to3623_0_1">
            <a:extLst>
              <a:ext uri="{FF2B5EF4-FFF2-40B4-BE49-F238E27FC236}">
                <a16:creationId xmlns:a16="http://schemas.microsoft.com/office/drawing/2014/main" id="{75F15583-ED7E-4A59-B51A-D2FAE8A2094F}"/>
              </a:ext>
            </a:extLst>
          </p:cNvPr>
          <p:cNvSpPr>
            <a:spLocks noGrp="1"/>
          </p:cNvSpPr>
          <p:nvPr/>
        </p:nvSpPr>
        <p:spPr>
          <a:xfrm>
            <a:off x="2383659" y="2865931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2" name="anim_to3628_0_1">
            <a:extLst>
              <a:ext uri="{FF2B5EF4-FFF2-40B4-BE49-F238E27FC236}">
                <a16:creationId xmlns:a16="http://schemas.microsoft.com/office/drawing/2014/main" id="{31AF8B67-062D-4D70-A764-49E327EC3FD1}"/>
              </a:ext>
            </a:extLst>
          </p:cNvPr>
          <p:cNvSpPr>
            <a:spLocks noGrp="1"/>
          </p:cNvSpPr>
          <p:nvPr/>
        </p:nvSpPr>
        <p:spPr>
          <a:xfrm>
            <a:off x="2959962" y="2865931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3" name="anim_to3633_0_1">
            <a:extLst>
              <a:ext uri="{FF2B5EF4-FFF2-40B4-BE49-F238E27FC236}">
                <a16:creationId xmlns:a16="http://schemas.microsoft.com/office/drawing/2014/main" id="{CC6A7B28-B570-4BFB-8C37-66B89CD3A354}"/>
              </a:ext>
            </a:extLst>
          </p:cNvPr>
          <p:cNvSpPr>
            <a:spLocks noGrp="1"/>
          </p:cNvSpPr>
          <p:nvPr/>
        </p:nvSpPr>
        <p:spPr>
          <a:xfrm>
            <a:off x="3536264" y="2865931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4" name="anim_to3638_0_1">
            <a:extLst>
              <a:ext uri="{FF2B5EF4-FFF2-40B4-BE49-F238E27FC236}">
                <a16:creationId xmlns:a16="http://schemas.microsoft.com/office/drawing/2014/main" id="{A2D8394E-4EB9-4CFE-835F-635B6FBDDF6B}"/>
              </a:ext>
            </a:extLst>
          </p:cNvPr>
          <p:cNvSpPr>
            <a:spLocks noGrp="1"/>
          </p:cNvSpPr>
          <p:nvPr/>
        </p:nvSpPr>
        <p:spPr>
          <a:xfrm>
            <a:off x="4112567" y="2865931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5" name="anim_to3643_0_1">
            <a:extLst>
              <a:ext uri="{FF2B5EF4-FFF2-40B4-BE49-F238E27FC236}">
                <a16:creationId xmlns:a16="http://schemas.microsoft.com/office/drawing/2014/main" id="{A1F8D8FE-1C0C-4895-9181-3A73CAA6D94A}"/>
              </a:ext>
            </a:extLst>
          </p:cNvPr>
          <p:cNvSpPr>
            <a:spLocks noGrp="1"/>
          </p:cNvSpPr>
          <p:nvPr/>
        </p:nvSpPr>
        <p:spPr>
          <a:xfrm>
            <a:off x="1231054" y="3442234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6" name="anim_to3648_0_1">
            <a:extLst>
              <a:ext uri="{FF2B5EF4-FFF2-40B4-BE49-F238E27FC236}">
                <a16:creationId xmlns:a16="http://schemas.microsoft.com/office/drawing/2014/main" id="{2523E21A-8856-43B6-AF9E-B78A3BCF3251}"/>
              </a:ext>
            </a:extLst>
          </p:cNvPr>
          <p:cNvSpPr>
            <a:spLocks noGrp="1"/>
          </p:cNvSpPr>
          <p:nvPr/>
        </p:nvSpPr>
        <p:spPr>
          <a:xfrm>
            <a:off x="1807357" y="3442234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7" name="anim_to3653_0_1">
            <a:extLst>
              <a:ext uri="{FF2B5EF4-FFF2-40B4-BE49-F238E27FC236}">
                <a16:creationId xmlns:a16="http://schemas.microsoft.com/office/drawing/2014/main" id="{E09B8313-C2BD-4737-A1BF-EA7A51FDA9B2}"/>
              </a:ext>
            </a:extLst>
          </p:cNvPr>
          <p:cNvSpPr>
            <a:spLocks noGrp="1"/>
          </p:cNvSpPr>
          <p:nvPr/>
        </p:nvSpPr>
        <p:spPr>
          <a:xfrm>
            <a:off x="2383659" y="3442234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8" name="anim_to3658_0_1">
            <a:extLst>
              <a:ext uri="{FF2B5EF4-FFF2-40B4-BE49-F238E27FC236}">
                <a16:creationId xmlns:a16="http://schemas.microsoft.com/office/drawing/2014/main" id="{7387CB26-501E-4A5F-ABE8-98F53B0A7087}"/>
              </a:ext>
            </a:extLst>
          </p:cNvPr>
          <p:cNvSpPr>
            <a:spLocks noGrp="1"/>
          </p:cNvSpPr>
          <p:nvPr/>
        </p:nvSpPr>
        <p:spPr>
          <a:xfrm>
            <a:off x="2959962" y="3442234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9" name="anim_to3663_0_1">
            <a:extLst>
              <a:ext uri="{FF2B5EF4-FFF2-40B4-BE49-F238E27FC236}">
                <a16:creationId xmlns:a16="http://schemas.microsoft.com/office/drawing/2014/main" id="{EBF6F00A-E2CE-40F9-8BBC-7B775FA59F40}"/>
              </a:ext>
            </a:extLst>
          </p:cNvPr>
          <p:cNvSpPr>
            <a:spLocks noGrp="1"/>
          </p:cNvSpPr>
          <p:nvPr/>
        </p:nvSpPr>
        <p:spPr>
          <a:xfrm>
            <a:off x="3536264" y="3442234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70" name="anim_to3668_0_1">
            <a:extLst>
              <a:ext uri="{FF2B5EF4-FFF2-40B4-BE49-F238E27FC236}">
                <a16:creationId xmlns:a16="http://schemas.microsoft.com/office/drawing/2014/main" id="{FD0E0E17-60F7-471A-AF11-6C6AD90CA2BA}"/>
              </a:ext>
            </a:extLst>
          </p:cNvPr>
          <p:cNvSpPr>
            <a:spLocks noGrp="1"/>
          </p:cNvSpPr>
          <p:nvPr/>
        </p:nvSpPr>
        <p:spPr>
          <a:xfrm>
            <a:off x="4112567" y="3442234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71" name="anim_to3673_0_1">
            <a:extLst>
              <a:ext uri="{FF2B5EF4-FFF2-40B4-BE49-F238E27FC236}">
                <a16:creationId xmlns:a16="http://schemas.microsoft.com/office/drawing/2014/main" id="{F0321D7D-40E0-46E1-9417-9FAF1B750268}"/>
              </a:ext>
            </a:extLst>
          </p:cNvPr>
          <p:cNvSpPr>
            <a:spLocks noGrp="1"/>
          </p:cNvSpPr>
          <p:nvPr/>
        </p:nvSpPr>
        <p:spPr>
          <a:xfrm>
            <a:off x="1156579" y="4018537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72" name="anim_to3679_0_1">
            <a:extLst>
              <a:ext uri="{FF2B5EF4-FFF2-40B4-BE49-F238E27FC236}">
                <a16:creationId xmlns:a16="http://schemas.microsoft.com/office/drawing/2014/main" id="{06B00BE8-DFB8-4B6B-94B5-918521BB6EDC}"/>
              </a:ext>
            </a:extLst>
          </p:cNvPr>
          <p:cNvSpPr>
            <a:spLocks noGrp="1"/>
          </p:cNvSpPr>
          <p:nvPr/>
        </p:nvSpPr>
        <p:spPr>
          <a:xfrm>
            <a:off x="1732881" y="4018537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73" name="anim_to3685_0_1">
            <a:extLst>
              <a:ext uri="{FF2B5EF4-FFF2-40B4-BE49-F238E27FC236}">
                <a16:creationId xmlns:a16="http://schemas.microsoft.com/office/drawing/2014/main" id="{6B7FFAD8-3DD1-47B0-8DDD-19FFCE88C115}"/>
              </a:ext>
            </a:extLst>
          </p:cNvPr>
          <p:cNvSpPr>
            <a:spLocks noGrp="1"/>
          </p:cNvSpPr>
          <p:nvPr/>
        </p:nvSpPr>
        <p:spPr>
          <a:xfrm>
            <a:off x="2309184" y="4018537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74" name="anim_to3691_0_1">
            <a:extLst>
              <a:ext uri="{FF2B5EF4-FFF2-40B4-BE49-F238E27FC236}">
                <a16:creationId xmlns:a16="http://schemas.microsoft.com/office/drawing/2014/main" id="{4D390B35-F020-4858-9859-315F5691DCA7}"/>
              </a:ext>
            </a:extLst>
          </p:cNvPr>
          <p:cNvSpPr>
            <a:spLocks noGrp="1"/>
          </p:cNvSpPr>
          <p:nvPr/>
        </p:nvSpPr>
        <p:spPr>
          <a:xfrm>
            <a:off x="2885486" y="4018537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75" name="anim_to3697_0_1">
            <a:extLst>
              <a:ext uri="{FF2B5EF4-FFF2-40B4-BE49-F238E27FC236}">
                <a16:creationId xmlns:a16="http://schemas.microsoft.com/office/drawing/2014/main" id="{E14823F9-3318-4498-A72F-93AF2ABB95F7}"/>
              </a:ext>
            </a:extLst>
          </p:cNvPr>
          <p:cNvSpPr>
            <a:spLocks noGrp="1"/>
          </p:cNvSpPr>
          <p:nvPr/>
        </p:nvSpPr>
        <p:spPr>
          <a:xfrm>
            <a:off x="3461789" y="4018537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76" name="anim_to3703_0_1">
            <a:extLst>
              <a:ext uri="{FF2B5EF4-FFF2-40B4-BE49-F238E27FC236}">
                <a16:creationId xmlns:a16="http://schemas.microsoft.com/office/drawing/2014/main" id="{362A6C4B-284C-4654-82D8-E675DCB57413}"/>
              </a:ext>
            </a:extLst>
          </p:cNvPr>
          <p:cNvSpPr>
            <a:spLocks noGrp="1"/>
          </p:cNvSpPr>
          <p:nvPr/>
        </p:nvSpPr>
        <p:spPr>
          <a:xfrm>
            <a:off x="4038091" y="4018537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77" name="anim_to3709_0_1">
            <a:extLst>
              <a:ext uri="{FF2B5EF4-FFF2-40B4-BE49-F238E27FC236}">
                <a16:creationId xmlns:a16="http://schemas.microsoft.com/office/drawing/2014/main" id="{6A8F6DAF-AA75-48C8-8626-0A349249BF6D}"/>
              </a:ext>
            </a:extLst>
          </p:cNvPr>
          <p:cNvSpPr>
            <a:spLocks noGrp="1"/>
          </p:cNvSpPr>
          <p:nvPr/>
        </p:nvSpPr>
        <p:spPr>
          <a:xfrm>
            <a:off x="1156579" y="4594839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78" name="anim_to3715_0_1">
            <a:extLst>
              <a:ext uri="{FF2B5EF4-FFF2-40B4-BE49-F238E27FC236}">
                <a16:creationId xmlns:a16="http://schemas.microsoft.com/office/drawing/2014/main" id="{71E3F87F-8FD8-428C-9BE0-92F0DF5CFD7D}"/>
              </a:ext>
            </a:extLst>
          </p:cNvPr>
          <p:cNvSpPr>
            <a:spLocks noGrp="1"/>
          </p:cNvSpPr>
          <p:nvPr/>
        </p:nvSpPr>
        <p:spPr>
          <a:xfrm>
            <a:off x="1732881" y="4594839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79" name="anim_to3721_0_1">
            <a:extLst>
              <a:ext uri="{FF2B5EF4-FFF2-40B4-BE49-F238E27FC236}">
                <a16:creationId xmlns:a16="http://schemas.microsoft.com/office/drawing/2014/main" id="{07627426-813B-48E6-9FCA-D2A846EF7A89}"/>
              </a:ext>
            </a:extLst>
          </p:cNvPr>
          <p:cNvSpPr>
            <a:spLocks noGrp="1"/>
          </p:cNvSpPr>
          <p:nvPr/>
        </p:nvSpPr>
        <p:spPr>
          <a:xfrm>
            <a:off x="2309184" y="4594839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80" name="anim_to3727_0_1">
            <a:extLst>
              <a:ext uri="{FF2B5EF4-FFF2-40B4-BE49-F238E27FC236}">
                <a16:creationId xmlns:a16="http://schemas.microsoft.com/office/drawing/2014/main" id="{3B90A61E-DC2C-4CBF-A8DD-7C0CEA0BABDF}"/>
              </a:ext>
            </a:extLst>
          </p:cNvPr>
          <p:cNvSpPr>
            <a:spLocks noGrp="1"/>
          </p:cNvSpPr>
          <p:nvPr/>
        </p:nvSpPr>
        <p:spPr>
          <a:xfrm>
            <a:off x="2885486" y="4594839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81" name="anim_to3733_0_1">
            <a:extLst>
              <a:ext uri="{FF2B5EF4-FFF2-40B4-BE49-F238E27FC236}">
                <a16:creationId xmlns:a16="http://schemas.microsoft.com/office/drawing/2014/main" id="{D2254A3F-BC62-4EF4-8EFE-199A50795C65}"/>
              </a:ext>
            </a:extLst>
          </p:cNvPr>
          <p:cNvSpPr>
            <a:spLocks noGrp="1"/>
          </p:cNvSpPr>
          <p:nvPr/>
        </p:nvSpPr>
        <p:spPr>
          <a:xfrm>
            <a:off x="3461789" y="4594839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82" name="anim_to3739_0_1">
            <a:extLst>
              <a:ext uri="{FF2B5EF4-FFF2-40B4-BE49-F238E27FC236}">
                <a16:creationId xmlns:a16="http://schemas.microsoft.com/office/drawing/2014/main" id="{5B7A76E6-5C33-416F-A479-E28948734172}"/>
              </a:ext>
            </a:extLst>
          </p:cNvPr>
          <p:cNvSpPr>
            <a:spLocks noGrp="1"/>
          </p:cNvSpPr>
          <p:nvPr/>
        </p:nvSpPr>
        <p:spPr>
          <a:xfrm>
            <a:off x="4038091" y="4594839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83" name="anim_to3745_0_1">
            <a:extLst>
              <a:ext uri="{FF2B5EF4-FFF2-40B4-BE49-F238E27FC236}">
                <a16:creationId xmlns:a16="http://schemas.microsoft.com/office/drawing/2014/main" id="{701FCF59-866F-498A-8F30-E1206E8CF3E5}"/>
              </a:ext>
            </a:extLst>
          </p:cNvPr>
          <p:cNvSpPr>
            <a:spLocks noGrp="1"/>
          </p:cNvSpPr>
          <p:nvPr/>
        </p:nvSpPr>
        <p:spPr>
          <a:xfrm>
            <a:off x="1156579" y="5171142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84" name="anim_to3751_0_1">
            <a:extLst>
              <a:ext uri="{FF2B5EF4-FFF2-40B4-BE49-F238E27FC236}">
                <a16:creationId xmlns:a16="http://schemas.microsoft.com/office/drawing/2014/main" id="{FB8CB6EB-1250-4138-86F2-46E5192FD385}"/>
              </a:ext>
            </a:extLst>
          </p:cNvPr>
          <p:cNvSpPr>
            <a:spLocks noGrp="1"/>
          </p:cNvSpPr>
          <p:nvPr/>
        </p:nvSpPr>
        <p:spPr>
          <a:xfrm>
            <a:off x="1732881" y="5171142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85" name="anim_to3757_0_1">
            <a:extLst>
              <a:ext uri="{FF2B5EF4-FFF2-40B4-BE49-F238E27FC236}">
                <a16:creationId xmlns:a16="http://schemas.microsoft.com/office/drawing/2014/main" id="{C3D51CB9-26FA-4306-893A-0D716F30B7B5}"/>
              </a:ext>
            </a:extLst>
          </p:cNvPr>
          <p:cNvSpPr>
            <a:spLocks noGrp="1"/>
          </p:cNvSpPr>
          <p:nvPr/>
        </p:nvSpPr>
        <p:spPr>
          <a:xfrm>
            <a:off x="2309184" y="5171142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86" name="anim_to3763_0_1">
            <a:extLst>
              <a:ext uri="{FF2B5EF4-FFF2-40B4-BE49-F238E27FC236}">
                <a16:creationId xmlns:a16="http://schemas.microsoft.com/office/drawing/2014/main" id="{A188C39D-DB46-463B-A9B4-085CFF088607}"/>
              </a:ext>
            </a:extLst>
          </p:cNvPr>
          <p:cNvSpPr>
            <a:spLocks noGrp="1"/>
          </p:cNvSpPr>
          <p:nvPr/>
        </p:nvSpPr>
        <p:spPr>
          <a:xfrm>
            <a:off x="2885486" y="5171142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87" name="anim_to3769_0_1">
            <a:extLst>
              <a:ext uri="{FF2B5EF4-FFF2-40B4-BE49-F238E27FC236}">
                <a16:creationId xmlns:a16="http://schemas.microsoft.com/office/drawing/2014/main" id="{5E31F9AF-9518-4418-A54E-D5E000A394FA}"/>
              </a:ext>
            </a:extLst>
          </p:cNvPr>
          <p:cNvSpPr>
            <a:spLocks noGrp="1"/>
          </p:cNvSpPr>
          <p:nvPr/>
        </p:nvSpPr>
        <p:spPr>
          <a:xfrm>
            <a:off x="3461789" y="5171142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88" name="anim_to3775_0_1">
            <a:extLst>
              <a:ext uri="{FF2B5EF4-FFF2-40B4-BE49-F238E27FC236}">
                <a16:creationId xmlns:a16="http://schemas.microsoft.com/office/drawing/2014/main" id="{4E939B2A-4F14-40F5-9340-DB1567E77332}"/>
              </a:ext>
            </a:extLst>
          </p:cNvPr>
          <p:cNvSpPr>
            <a:spLocks noGrp="1"/>
          </p:cNvSpPr>
          <p:nvPr/>
        </p:nvSpPr>
        <p:spPr>
          <a:xfrm>
            <a:off x="4038091" y="5171142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89" name="anim_to3780_0_1">
            <a:extLst>
              <a:ext uri="{FF2B5EF4-FFF2-40B4-BE49-F238E27FC236}">
                <a16:creationId xmlns:a16="http://schemas.microsoft.com/office/drawing/2014/main" id="{102614F8-A45D-49AD-8714-9E335C3D48D6}"/>
              </a:ext>
            </a:extLst>
          </p:cNvPr>
          <p:cNvSpPr>
            <a:spLocks noGrp="1"/>
          </p:cNvSpPr>
          <p:nvPr/>
        </p:nvSpPr>
        <p:spPr>
          <a:xfrm>
            <a:off x="2158759" y="1375856"/>
            <a:ext cx="1362103" cy="6018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79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79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79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Input</a:t>
            </a:r>
          </a:p>
        </p:txBody>
      </p:sp>
      <p:sp>
        <p:nvSpPr>
          <p:cNvPr id="90" name="anim_to3827_0_1">
            <a:extLst>
              <a:ext uri="{FF2B5EF4-FFF2-40B4-BE49-F238E27FC236}">
                <a16:creationId xmlns:a16="http://schemas.microsoft.com/office/drawing/2014/main" id="{DA7DA2E0-088C-46A4-B226-8679DFFF36BB}"/>
              </a:ext>
            </a:extLst>
          </p:cNvPr>
          <p:cNvSpPr>
            <a:spLocks noGrp="1"/>
          </p:cNvSpPr>
          <p:nvPr/>
        </p:nvSpPr>
        <p:spPr>
          <a:xfrm>
            <a:off x="5029920" y="3531807"/>
            <a:ext cx="288231" cy="7356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*</a:t>
            </a:r>
          </a:p>
        </p:txBody>
      </p:sp>
      <p:sp>
        <p:nvSpPr>
          <p:cNvPr id="91" name="anim_to3830_0_1">
            <a:extLst>
              <a:ext uri="{FF2B5EF4-FFF2-40B4-BE49-F238E27FC236}">
                <a16:creationId xmlns:a16="http://schemas.microsoft.com/office/drawing/2014/main" id="{6AA90610-C1F6-4766-9B3E-8041678C0274}"/>
              </a:ext>
            </a:extLst>
          </p:cNvPr>
          <p:cNvSpPr>
            <a:spLocks noGrp="1"/>
          </p:cNvSpPr>
          <p:nvPr/>
        </p:nvSpPr>
        <p:spPr>
          <a:xfrm>
            <a:off x="5549005" y="1909998"/>
            <a:ext cx="2189605" cy="4889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0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80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pPr>
            <a:r>
              <a:rPr sz="3080" b="1">
                <a:solidFill>
                  <a:srgbClr val="FF862F"/>
                </a:solidFill>
                <a:latin typeface="Consolas"/>
                <a:ea typeface="Consolas"/>
                <a:cs typeface="Consolas"/>
              </a:rPr>
              <a:t>Horizontal</a:t>
            </a:r>
          </a:p>
        </p:txBody>
      </p:sp>
      <p:sp>
        <p:nvSpPr>
          <p:cNvPr id="92" name="anim_to3830_1_1">
            <a:extLst>
              <a:ext uri="{FF2B5EF4-FFF2-40B4-BE49-F238E27FC236}">
                <a16:creationId xmlns:a16="http://schemas.microsoft.com/office/drawing/2014/main" id="{FF1F756D-0C1A-4692-9B36-64B778B4DEAF}"/>
              </a:ext>
            </a:extLst>
          </p:cNvPr>
          <p:cNvSpPr>
            <a:spLocks noGrp="1"/>
          </p:cNvSpPr>
          <p:nvPr/>
        </p:nvSpPr>
        <p:spPr>
          <a:xfrm>
            <a:off x="5979306" y="2359858"/>
            <a:ext cx="1329003" cy="4889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0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80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pPr>
            <a:r>
              <a:rPr sz="3080" b="1">
                <a:solidFill>
                  <a:srgbClr val="FF862F"/>
                </a:solidFill>
                <a:latin typeface="Consolas"/>
                <a:ea typeface="Consolas"/>
                <a:cs typeface="Consolas"/>
              </a:rPr>
              <a:t>Filter</a:t>
            </a:r>
          </a:p>
        </p:txBody>
      </p:sp>
      <p:sp>
        <p:nvSpPr>
          <p:cNvPr id="93" name="anim_to3899_0_1">
            <a:extLst>
              <a:ext uri="{FF2B5EF4-FFF2-40B4-BE49-F238E27FC236}">
                <a16:creationId xmlns:a16="http://schemas.microsoft.com/office/drawing/2014/main" id="{F5092AEE-8486-4626-8F7E-A076C25AA39D}"/>
              </a:ext>
            </a:extLst>
          </p:cNvPr>
          <p:cNvSpPr>
            <a:spLocks noGrp="1"/>
          </p:cNvSpPr>
          <p:nvPr/>
        </p:nvSpPr>
        <p:spPr>
          <a:xfrm>
            <a:off x="7969463" y="3531807"/>
            <a:ext cx="479508" cy="7356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94" name="anim_to3851_0_1">
            <a:extLst>
              <a:ext uri="{FF2B5EF4-FFF2-40B4-BE49-F238E27FC236}">
                <a16:creationId xmlns:a16="http://schemas.microsoft.com/office/drawing/2014/main" id="{647F7F81-5789-4F9A-BE77-7C23313C0CB6}"/>
              </a:ext>
            </a:extLst>
          </p:cNvPr>
          <p:cNvSpPr>
            <a:spLocks noGrp="1"/>
          </p:cNvSpPr>
          <p:nvPr/>
        </p:nvSpPr>
        <p:spPr>
          <a:xfrm>
            <a:off x="9096525" y="2847125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95" name="anim_to3854_0_1">
            <a:extLst>
              <a:ext uri="{FF2B5EF4-FFF2-40B4-BE49-F238E27FC236}">
                <a16:creationId xmlns:a16="http://schemas.microsoft.com/office/drawing/2014/main" id="{B78CF3EE-659A-4E29-82AB-F4D9DE8D4B44}"/>
              </a:ext>
            </a:extLst>
          </p:cNvPr>
          <p:cNvSpPr>
            <a:spLocks noGrp="1"/>
          </p:cNvSpPr>
          <p:nvPr/>
        </p:nvSpPr>
        <p:spPr>
          <a:xfrm>
            <a:off x="9672827" y="2847125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96" name="anim_to3857_0_1">
            <a:extLst>
              <a:ext uri="{FF2B5EF4-FFF2-40B4-BE49-F238E27FC236}">
                <a16:creationId xmlns:a16="http://schemas.microsoft.com/office/drawing/2014/main" id="{1F8028EA-1D5D-4D5E-BFDC-AAA2A73749C2}"/>
              </a:ext>
            </a:extLst>
          </p:cNvPr>
          <p:cNvSpPr>
            <a:spLocks noGrp="1"/>
          </p:cNvSpPr>
          <p:nvPr/>
        </p:nvSpPr>
        <p:spPr>
          <a:xfrm>
            <a:off x="10249130" y="2847125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97" name="anim_to3860_0_1">
            <a:extLst>
              <a:ext uri="{FF2B5EF4-FFF2-40B4-BE49-F238E27FC236}">
                <a16:creationId xmlns:a16="http://schemas.microsoft.com/office/drawing/2014/main" id="{C9E26E50-674E-4084-AB39-C3BD15D11E0B}"/>
              </a:ext>
            </a:extLst>
          </p:cNvPr>
          <p:cNvSpPr>
            <a:spLocks noGrp="1"/>
          </p:cNvSpPr>
          <p:nvPr/>
        </p:nvSpPr>
        <p:spPr>
          <a:xfrm>
            <a:off x="10825432" y="2847125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98" name="anim_to3863_0_1">
            <a:extLst>
              <a:ext uri="{FF2B5EF4-FFF2-40B4-BE49-F238E27FC236}">
                <a16:creationId xmlns:a16="http://schemas.microsoft.com/office/drawing/2014/main" id="{8C67D717-B337-4223-BAC1-A927B158587D}"/>
              </a:ext>
            </a:extLst>
          </p:cNvPr>
          <p:cNvSpPr>
            <a:spLocks noGrp="1"/>
          </p:cNvSpPr>
          <p:nvPr/>
        </p:nvSpPr>
        <p:spPr>
          <a:xfrm>
            <a:off x="9096525" y="3423427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99" name="anim_to3866_0_1">
            <a:extLst>
              <a:ext uri="{FF2B5EF4-FFF2-40B4-BE49-F238E27FC236}">
                <a16:creationId xmlns:a16="http://schemas.microsoft.com/office/drawing/2014/main" id="{ABD7C155-853D-43DD-A714-33064EAB5F1D}"/>
              </a:ext>
            </a:extLst>
          </p:cNvPr>
          <p:cNvSpPr>
            <a:spLocks noGrp="1"/>
          </p:cNvSpPr>
          <p:nvPr/>
        </p:nvSpPr>
        <p:spPr>
          <a:xfrm>
            <a:off x="9672827" y="3423427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0" name="anim_to3869_0_1">
            <a:extLst>
              <a:ext uri="{FF2B5EF4-FFF2-40B4-BE49-F238E27FC236}">
                <a16:creationId xmlns:a16="http://schemas.microsoft.com/office/drawing/2014/main" id="{67DE816B-E8DB-4F28-A669-B76EF99413B8}"/>
              </a:ext>
            </a:extLst>
          </p:cNvPr>
          <p:cNvSpPr>
            <a:spLocks noGrp="1"/>
          </p:cNvSpPr>
          <p:nvPr/>
        </p:nvSpPr>
        <p:spPr>
          <a:xfrm>
            <a:off x="10249130" y="3423427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1" name="anim_to3872_0_1">
            <a:extLst>
              <a:ext uri="{FF2B5EF4-FFF2-40B4-BE49-F238E27FC236}">
                <a16:creationId xmlns:a16="http://schemas.microsoft.com/office/drawing/2014/main" id="{97F08CB8-DADD-4DD7-AA41-B4A028F42933}"/>
              </a:ext>
            </a:extLst>
          </p:cNvPr>
          <p:cNvSpPr>
            <a:spLocks noGrp="1"/>
          </p:cNvSpPr>
          <p:nvPr/>
        </p:nvSpPr>
        <p:spPr>
          <a:xfrm>
            <a:off x="10825432" y="3423427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2" name="anim_to3875_0_1">
            <a:extLst>
              <a:ext uri="{FF2B5EF4-FFF2-40B4-BE49-F238E27FC236}">
                <a16:creationId xmlns:a16="http://schemas.microsoft.com/office/drawing/2014/main" id="{80F17A45-9294-472D-8AF9-AB170C269A01}"/>
              </a:ext>
            </a:extLst>
          </p:cNvPr>
          <p:cNvSpPr>
            <a:spLocks noGrp="1"/>
          </p:cNvSpPr>
          <p:nvPr/>
        </p:nvSpPr>
        <p:spPr>
          <a:xfrm>
            <a:off x="9096525" y="3999730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3" name="anim_to3878_0_1">
            <a:extLst>
              <a:ext uri="{FF2B5EF4-FFF2-40B4-BE49-F238E27FC236}">
                <a16:creationId xmlns:a16="http://schemas.microsoft.com/office/drawing/2014/main" id="{BEF39A84-D378-4ADB-9512-669ACC09D80E}"/>
              </a:ext>
            </a:extLst>
          </p:cNvPr>
          <p:cNvSpPr>
            <a:spLocks noGrp="1"/>
          </p:cNvSpPr>
          <p:nvPr/>
        </p:nvSpPr>
        <p:spPr>
          <a:xfrm>
            <a:off x="9672827" y="3999730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4" name="anim_to3881_0_1">
            <a:extLst>
              <a:ext uri="{FF2B5EF4-FFF2-40B4-BE49-F238E27FC236}">
                <a16:creationId xmlns:a16="http://schemas.microsoft.com/office/drawing/2014/main" id="{4A51B9AF-14BF-4E4E-80FB-95B46A09ADB0}"/>
              </a:ext>
            </a:extLst>
          </p:cNvPr>
          <p:cNvSpPr>
            <a:spLocks noGrp="1"/>
          </p:cNvSpPr>
          <p:nvPr/>
        </p:nvSpPr>
        <p:spPr>
          <a:xfrm>
            <a:off x="10249130" y="3999730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5" name="anim_to3884_0_1">
            <a:extLst>
              <a:ext uri="{FF2B5EF4-FFF2-40B4-BE49-F238E27FC236}">
                <a16:creationId xmlns:a16="http://schemas.microsoft.com/office/drawing/2014/main" id="{B0C964EC-28AA-4407-81C9-F14F40F591F3}"/>
              </a:ext>
            </a:extLst>
          </p:cNvPr>
          <p:cNvSpPr>
            <a:spLocks noGrp="1"/>
          </p:cNvSpPr>
          <p:nvPr/>
        </p:nvSpPr>
        <p:spPr>
          <a:xfrm>
            <a:off x="10825432" y="3999730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6" name="anim_to3887_0_1">
            <a:extLst>
              <a:ext uri="{FF2B5EF4-FFF2-40B4-BE49-F238E27FC236}">
                <a16:creationId xmlns:a16="http://schemas.microsoft.com/office/drawing/2014/main" id="{F84EDB6D-F6A2-42DF-8D97-34BADB735A89}"/>
              </a:ext>
            </a:extLst>
          </p:cNvPr>
          <p:cNvSpPr>
            <a:spLocks noGrp="1"/>
          </p:cNvSpPr>
          <p:nvPr/>
        </p:nvSpPr>
        <p:spPr>
          <a:xfrm>
            <a:off x="9096525" y="4576032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7" name="anim_to3890_0_1">
            <a:extLst>
              <a:ext uri="{FF2B5EF4-FFF2-40B4-BE49-F238E27FC236}">
                <a16:creationId xmlns:a16="http://schemas.microsoft.com/office/drawing/2014/main" id="{D51D5D71-1564-4D25-8C98-D6E59AF5FC76}"/>
              </a:ext>
            </a:extLst>
          </p:cNvPr>
          <p:cNvSpPr>
            <a:spLocks noGrp="1"/>
          </p:cNvSpPr>
          <p:nvPr/>
        </p:nvSpPr>
        <p:spPr>
          <a:xfrm>
            <a:off x="9672827" y="4576032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8" name="anim_to3893_0_1">
            <a:extLst>
              <a:ext uri="{FF2B5EF4-FFF2-40B4-BE49-F238E27FC236}">
                <a16:creationId xmlns:a16="http://schemas.microsoft.com/office/drawing/2014/main" id="{102F98CC-63FC-40C2-84F1-17616A7A725A}"/>
              </a:ext>
            </a:extLst>
          </p:cNvPr>
          <p:cNvSpPr>
            <a:spLocks noGrp="1"/>
          </p:cNvSpPr>
          <p:nvPr/>
        </p:nvSpPr>
        <p:spPr>
          <a:xfrm>
            <a:off x="10249130" y="4576032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09" name="anim_to3896_0_1">
            <a:extLst>
              <a:ext uri="{FF2B5EF4-FFF2-40B4-BE49-F238E27FC236}">
                <a16:creationId xmlns:a16="http://schemas.microsoft.com/office/drawing/2014/main" id="{B486066E-7D2B-4CAA-AD8F-C54E56C24DD0}"/>
              </a:ext>
            </a:extLst>
          </p:cNvPr>
          <p:cNvSpPr>
            <a:spLocks noGrp="1"/>
          </p:cNvSpPr>
          <p:nvPr/>
        </p:nvSpPr>
        <p:spPr>
          <a:xfrm>
            <a:off x="10825432" y="4576032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110" name="anim_to3902_0_1">
            <a:extLst>
              <a:ext uri="{FF2B5EF4-FFF2-40B4-BE49-F238E27FC236}">
                <a16:creationId xmlns:a16="http://schemas.microsoft.com/office/drawing/2014/main" id="{A61C7518-5DF9-46A1-A6C5-34B4B4F952B8}"/>
              </a:ext>
            </a:extLst>
          </p:cNvPr>
          <p:cNvSpPr>
            <a:spLocks noGrp="1"/>
          </p:cNvSpPr>
          <p:nvPr/>
        </p:nvSpPr>
        <p:spPr>
          <a:xfrm>
            <a:off x="9249327" y="1952159"/>
            <a:ext cx="1626904" cy="6018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79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79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79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Output</a:t>
            </a:r>
          </a:p>
        </p:txBody>
      </p:sp>
      <p:sp>
        <p:nvSpPr>
          <p:cNvPr id="111" name="anim_o3787_1">
            <a:extLst>
              <a:ext uri="{FF2B5EF4-FFF2-40B4-BE49-F238E27FC236}">
                <a16:creationId xmlns:a16="http://schemas.microsoft.com/office/drawing/2014/main" id="{EAB82B81-E998-4E7B-946A-30CE566FCECF}"/>
              </a:ext>
            </a:extLst>
          </p:cNvPr>
          <p:cNvSpPr>
            <a:spLocks noGrp="1"/>
          </p:cNvSpPr>
          <p:nvPr/>
        </p:nvSpPr>
        <p:spPr>
          <a:xfrm>
            <a:off x="5769829" y="3035193"/>
            <a:ext cx="576303" cy="576303"/>
          </a:xfrm>
          <a:prstGeom prst="rect">
            <a:avLst/>
          </a:prstGeom>
          <a:solidFill>
            <a:srgbClr val="FF862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2" name="anim_o3792_1">
            <a:extLst>
              <a:ext uri="{FF2B5EF4-FFF2-40B4-BE49-F238E27FC236}">
                <a16:creationId xmlns:a16="http://schemas.microsoft.com/office/drawing/2014/main" id="{47E458C1-2A13-4FA1-BAB2-297CD8A3CFDF}"/>
              </a:ext>
            </a:extLst>
          </p:cNvPr>
          <p:cNvSpPr>
            <a:spLocks noGrp="1"/>
          </p:cNvSpPr>
          <p:nvPr/>
        </p:nvSpPr>
        <p:spPr>
          <a:xfrm>
            <a:off x="6346131" y="3035193"/>
            <a:ext cx="576303" cy="576303"/>
          </a:xfrm>
          <a:prstGeom prst="rect">
            <a:avLst/>
          </a:prstGeom>
          <a:solidFill>
            <a:srgbClr val="FF862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3" name="anim_o3797_1">
            <a:extLst>
              <a:ext uri="{FF2B5EF4-FFF2-40B4-BE49-F238E27FC236}">
                <a16:creationId xmlns:a16="http://schemas.microsoft.com/office/drawing/2014/main" id="{4D4638AA-FAF7-4CF5-B23C-AE13067327DB}"/>
              </a:ext>
            </a:extLst>
          </p:cNvPr>
          <p:cNvSpPr>
            <a:spLocks noGrp="1"/>
          </p:cNvSpPr>
          <p:nvPr/>
        </p:nvSpPr>
        <p:spPr>
          <a:xfrm>
            <a:off x="6922434" y="3035193"/>
            <a:ext cx="576303" cy="576303"/>
          </a:xfrm>
          <a:prstGeom prst="rect">
            <a:avLst/>
          </a:prstGeom>
          <a:solidFill>
            <a:srgbClr val="FF862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4" name="anim_o3802_1">
            <a:extLst>
              <a:ext uri="{FF2B5EF4-FFF2-40B4-BE49-F238E27FC236}">
                <a16:creationId xmlns:a16="http://schemas.microsoft.com/office/drawing/2014/main" id="{F1DA7DDF-8AE7-4D6C-982B-AE2D8582D6B1}"/>
              </a:ext>
            </a:extLst>
          </p:cNvPr>
          <p:cNvSpPr>
            <a:spLocks noGrp="1"/>
          </p:cNvSpPr>
          <p:nvPr/>
        </p:nvSpPr>
        <p:spPr>
          <a:xfrm>
            <a:off x="5769829" y="3611496"/>
            <a:ext cx="576303" cy="576303"/>
          </a:xfrm>
          <a:prstGeom prst="rect">
            <a:avLst/>
          </a:prstGeom>
          <a:solidFill>
            <a:srgbClr val="FF862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5" name="anim_o3806_1">
            <a:extLst>
              <a:ext uri="{FF2B5EF4-FFF2-40B4-BE49-F238E27FC236}">
                <a16:creationId xmlns:a16="http://schemas.microsoft.com/office/drawing/2014/main" id="{5CE06203-C1F4-4870-B45C-46F4590C48B6}"/>
              </a:ext>
            </a:extLst>
          </p:cNvPr>
          <p:cNvSpPr>
            <a:spLocks noGrp="1"/>
          </p:cNvSpPr>
          <p:nvPr/>
        </p:nvSpPr>
        <p:spPr>
          <a:xfrm>
            <a:off x="6346131" y="3611496"/>
            <a:ext cx="576303" cy="576303"/>
          </a:xfrm>
          <a:prstGeom prst="rect">
            <a:avLst/>
          </a:prstGeom>
          <a:solidFill>
            <a:srgbClr val="FF862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6" name="anim_o3810_1">
            <a:extLst>
              <a:ext uri="{FF2B5EF4-FFF2-40B4-BE49-F238E27FC236}">
                <a16:creationId xmlns:a16="http://schemas.microsoft.com/office/drawing/2014/main" id="{71A1CC4B-69DB-4421-AD82-3B268C4C6E71}"/>
              </a:ext>
            </a:extLst>
          </p:cNvPr>
          <p:cNvSpPr>
            <a:spLocks noGrp="1"/>
          </p:cNvSpPr>
          <p:nvPr/>
        </p:nvSpPr>
        <p:spPr>
          <a:xfrm>
            <a:off x="6922434" y="3611496"/>
            <a:ext cx="576303" cy="576303"/>
          </a:xfrm>
          <a:prstGeom prst="rect">
            <a:avLst/>
          </a:prstGeom>
          <a:solidFill>
            <a:srgbClr val="FF862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7" name="anim_o3814_1">
            <a:extLst>
              <a:ext uri="{FF2B5EF4-FFF2-40B4-BE49-F238E27FC236}">
                <a16:creationId xmlns:a16="http://schemas.microsoft.com/office/drawing/2014/main" id="{2DF9335D-FAE8-4512-935C-BE3DC9D8914B}"/>
              </a:ext>
            </a:extLst>
          </p:cNvPr>
          <p:cNvSpPr>
            <a:spLocks noGrp="1"/>
          </p:cNvSpPr>
          <p:nvPr/>
        </p:nvSpPr>
        <p:spPr>
          <a:xfrm>
            <a:off x="5769829" y="4187798"/>
            <a:ext cx="576303" cy="576303"/>
          </a:xfrm>
          <a:prstGeom prst="rect">
            <a:avLst/>
          </a:prstGeom>
          <a:solidFill>
            <a:srgbClr val="FF862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8" name="anim_o3818_1">
            <a:extLst>
              <a:ext uri="{FF2B5EF4-FFF2-40B4-BE49-F238E27FC236}">
                <a16:creationId xmlns:a16="http://schemas.microsoft.com/office/drawing/2014/main" id="{9BECAD37-8148-4C0C-9767-04DCFC0E74DA}"/>
              </a:ext>
            </a:extLst>
          </p:cNvPr>
          <p:cNvSpPr>
            <a:spLocks noGrp="1"/>
          </p:cNvSpPr>
          <p:nvPr/>
        </p:nvSpPr>
        <p:spPr>
          <a:xfrm>
            <a:off x="6346131" y="4187798"/>
            <a:ext cx="576303" cy="576303"/>
          </a:xfrm>
          <a:prstGeom prst="rect">
            <a:avLst/>
          </a:prstGeom>
          <a:solidFill>
            <a:srgbClr val="FF862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9" name="anim_o3822_1">
            <a:extLst>
              <a:ext uri="{FF2B5EF4-FFF2-40B4-BE49-F238E27FC236}">
                <a16:creationId xmlns:a16="http://schemas.microsoft.com/office/drawing/2014/main" id="{3D4491D8-BC48-45C0-8E5B-6744AB4DD39B}"/>
              </a:ext>
            </a:extLst>
          </p:cNvPr>
          <p:cNvSpPr>
            <a:spLocks noGrp="1"/>
          </p:cNvSpPr>
          <p:nvPr/>
        </p:nvSpPr>
        <p:spPr>
          <a:xfrm>
            <a:off x="6922434" y="4187798"/>
            <a:ext cx="576303" cy="576303"/>
          </a:xfrm>
          <a:prstGeom prst="rect">
            <a:avLst/>
          </a:prstGeom>
          <a:solidFill>
            <a:srgbClr val="FF862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0" name="anim_to3788_0_1">
            <a:extLst>
              <a:ext uri="{FF2B5EF4-FFF2-40B4-BE49-F238E27FC236}">
                <a16:creationId xmlns:a16="http://schemas.microsoft.com/office/drawing/2014/main" id="{0BCC7B8F-50FB-4190-A769-716B7B4E1277}"/>
              </a:ext>
            </a:extLst>
          </p:cNvPr>
          <p:cNvSpPr>
            <a:spLocks noGrp="1"/>
          </p:cNvSpPr>
          <p:nvPr/>
        </p:nvSpPr>
        <p:spPr>
          <a:xfrm>
            <a:off x="5882955" y="3135276"/>
            <a:ext cx="369101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21" name="anim_to3793_0_1">
            <a:extLst>
              <a:ext uri="{FF2B5EF4-FFF2-40B4-BE49-F238E27FC236}">
                <a16:creationId xmlns:a16="http://schemas.microsoft.com/office/drawing/2014/main" id="{73CD7C50-E50D-413C-939B-054E3760B261}"/>
              </a:ext>
            </a:extLst>
          </p:cNvPr>
          <p:cNvSpPr>
            <a:spLocks noGrp="1"/>
          </p:cNvSpPr>
          <p:nvPr/>
        </p:nvSpPr>
        <p:spPr>
          <a:xfrm>
            <a:off x="6459257" y="3135276"/>
            <a:ext cx="369101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22" name="anim_to3798_0_1">
            <a:extLst>
              <a:ext uri="{FF2B5EF4-FFF2-40B4-BE49-F238E27FC236}">
                <a16:creationId xmlns:a16="http://schemas.microsoft.com/office/drawing/2014/main" id="{062BE942-C15C-4A44-AD1C-2C2CE0BD6F77}"/>
              </a:ext>
            </a:extLst>
          </p:cNvPr>
          <p:cNvSpPr>
            <a:spLocks noGrp="1"/>
          </p:cNvSpPr>
          <p:nvPr/>
        </p:nvSpPr>
        <p:spPr>
          <a:xfrm>
            <a:off x="7035560" y="3135276"/>
            <a:ext cx="369101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23" name="anim_to3803_0_1">
            <a:extLst>
              <a:ext uri="{FF2B5EF4-FFF2-40B4-BE49-F238E27FC236}">
                <a16:creationId xmlns:a16="http://schemas.microsoft.com/office/drawing/2014/main" id="{471DB1F1-7BE3-4237-A167-0CC1533B3049}"/>
              </a:ext>
            </a:extLst>
          </p:cNvPr>
          <p:cNvSpPr>
            <a:spLocks noGrp="1"/>
          </p:cNvSpPr>
          <p:nvPr/>
        </p:nvSpPr>
        <p:spPr>
          <a:xfrm>
            <a:off x="5965705" y="3711578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24" name="anim_to3807_0_1">
            <a:extLst>
              <a:ext uri="{FF2B5EF4-FFF2-40B4-BE49-F238E27FC236}">
                <a16:creationId xmlns:a16="http://schemas.microsoft.com/office/drawing/2014/main" id="{32D9CC9B-89EF-4DFE-9930-B793816F6C7D}"/>
              </a:ext>
            </a:extLst>
          </p:cNvPr>
          <p:cNvSpPr>
            <a:spLocks noGrp="1"/>
          </p:cNvSpPr>
          <p:nvPr/>
        </p:nvSpPr>
        <p:spPr>
          <a:xfrm>
            <a:off x="6542007" y="3711578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25" name="anim_to3811_0_1">
            <a:extLst>
              <a:ext uri="{FF2B5EF4-FFF2-40B4-BE49-F238E27FC236}">
                <a16:creationId xmlns:a16="http://schemas.microsoft.com/office/drawing/2014/main" id="{F434B5BE-DC95-44C4-B686-ED0222234614}"/>
              </a:ext>
            </a:extLst>
          </p:cNvPr>
          <p:cNvSpPr>
            <a:spLocks noGrp="1"/>
          </p:cNvSpPr>
          <p:nvPr/>
        </p:nvSpPr>
        <p:spPr>
          <a:xfrm>
            <a:off x="7118310" y="3711578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26" name="anim_to3815_0_1">
            <a:extLst>
              <a:ext uri="{FF2B5EF4-FFF2-40B4-BE49-F238E27FC236}">
                <a16:creationId xmlns:a16="http://schemas.microsoft.com/office/drawing/2014/main" id="{7868CB04-DB77-4835-8B33-A59D0333C65A}"/>
              </a:ext>
            </a:extLst>
          </p:cNvPr>
          <p:cNvSpPr>
            <a:spLocks noGrp="1"/>
          </p:cNvSpPr>
          <p:nvPr/>
        </p:nvSpPr>
        <p:spPr>
          <a:xfrm>
            <a:off x="5965705" y="4287881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27" name="anim_to3819_0_1">
            <a:extLst>
              <a:ext uri="{FF2B5EF4-FFF2-40B4-BE49-F238E27FC236}">
                <a16:creationId xmlns:a16="http://schemas.microsoft.com/office/drawing/2014/main" id="{18EBC367-391C-4CCC-BCF7-7D5D6354B5A2}"/>
              </a:ext>
            </a:extLst>
          </p:cNvPr>
          <p:cNvSpPr>
            <a:spLocks noGrp="1"/>
          </p:cNvSpPr>
          <p:nvPr/>
        </p:nvSpPr>
        <p:spPr>
          <a:xfrm>
            <a:off x="6542007" y="4287881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28" name="anim_to3823_0_1">
            <a:extLst>
              <a:ext uri="{FF2B5EF4-FFF2-40B4-BE49-F238E27FC236}">
                <a16:creationId xmlns:a16="http://schemas.microsoft.com/office/drawing/2014/main" id="{FCDBFAAB-74B6-4D92-B00B-3DDA15EB6E87}"/>
              </a:ext>
            </a:extLst>
          </p:cNvPr>
          <p:cNvSpPr>
            <a:spLocks noGrp="1"/>
          </p:cNvSpPr>
          <p:nvPr/>
        </p:nvSpPr>
        <p:spPr>
          <a:xfrm>
            <a:off x="7118310" y="4287881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29" name="anim_o3787_2">
            <a:extLst>
              <a:ext uri="{FF2B5EF4-FFF2-40B4-BE49-F238E27FC236}">
                <a16:creationId xmlns:a16="http://schemas.microsoft.com/office/drawing/2014/main" id="{562657F6-8F8C-49DF-9744-040AFFE6BD5B}"/>
              </a:ext>
            </a:extLst>
          </p:cNvPr>
          <p:cNvSpPr>
            <a:spLocks noGrp="1"/>
          </p:cNvSpPr>
          <p:nvPr/>
        </p:nvSpPr>
        <p:spPr>
          <a:xfrm>
            <a:off x="5769829" y="3035193"/>
            <a:ext cx="576303" cy="576303"/>
          </a:xfrm>
          <a:prstGeom prst="rect">
            <a:avLst/>
          </a:prstGeom>
          <a:solidFill>
            <a:srgbClr val="FF862F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0" name="anim_o3792_2">
            <a:extLst>
              <a:ext uri="{FF2B5EF4-FFF2-40B4-BE49-F238E27FC236}">
                <a16:creationId xmlns:a16="http://schemas.microsoft.com/office/drawing/2014/main" id="{F4B716BD-9A76-4457-8BB3-87AAB2DB71F6}"/>
              </a:ext>
            </a:extLst>
          </p:cNvPr>
          <p:cNvSpPr>
            <a:spLocks noGrp="1"/>
          </p:cNvSpPr>
          <p:nvPr/>
        </p:nvSpPr>
        <p:spPr>
          <a:xfrm>
            <a:off x="6346131" y="3035193"/>
            <a:ext cx="576303" cy="576303"/>
          </a:xfrm>
          <a:prstGeom prst="rect">
            <a:avLst/>
          </a:prstGeom>
          <a:solidFill>
            <a:srgbClr val="FF862F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1" name="anim_o3797_2">
            <a:extLst>
              <a:ext uri="{FF2B5EF4-FFF2-40B4-BE49-F238E27FC236}">
                <a16:creationId xmlns:a16="http://schemas.microsoft.com/office/drawing/2014/main" id="{852981A9-0E93-4FD4-AB5F-83EAC53D4FF7}"/>
              </a:ext>
            </a:extLst>
          </p:cNvPr>
          <p:cNvSpPr>
            <a:spLocks noGrp="1"/>
          </p:cNvSpPr>
          <p:nvPr/>
        </p:nvSpPr>
        <p:spPr>
          <a:xfrm>
            <a:off x="6922434" y="3035193"/>
            <a:ext cx="576303" cy="576303"/>
          </a:xfrm>
          <a:prstGeom prst="rect">
            <a:avLst/>
          </a:prstGeom>
          <a:solidFill>
            <a:srgbClr val="FF862F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2" name="anim_o3802_2">
            <a:extLst>
              <a:ext uri="{FF2B5EF4-FFF2-40B4-BE49-F238E27FC236}">
                <a16:creationId xmlns:a16="http://schemas.microsoft.com/office/drawing/2014/main" id="{22D7E1AE-D73C-4641-930B-EF1D91134361}"/>
              </a:ext>
            </a:extLst>
          </p:cNvPr>
          <p:cNvSpPr>
            <a:spLocks noGrp="1"/>
          </p:cNvSpPr>
          <p:nvPr/>
        </p:nvSpPr>
        <p:spPr>
          <a:xfrm>
            <a:off x="5769829" y="3611496"/>
            <a:ext cx="576303" cy="576303"/>
          </a:xfrm>
          <a:prstGeom prst="rect">
            <a:avLst/>
          </a:prstGeom>
          <a:solidFill>
            <a:srgbClr val="FF862F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3" name="anim_o3806_2">
            <a:extLst>
              <a:ext uri="{FF2B5EF4-FFF2-40B4-BE49-F238E27FC236}">
                <a16:creationId xmlns:a16="http://schemas.microsoft.com/office/drawing/2014/main" id="{A336F9D7-F42B-4F98-8753-F8553CE9BD59}"/>
              </a:ext>
            </a:extLst>
          </p:cNvPr>
          <p:cNvSpPr>
            <a:spLocks noGrp="1"/>
          </p:cNvSpPr>
          <p:nvPr/>
        </p:nvSpPr>
        <p:spPr>
          <a:xfrm>
            <a:off x="6346131" y="3611496"/>
            <a:ext cx="576303" cy="576303"/>
          </a:xfrm>
          <a:prstGeom prst="rect">
            <a:avLst/>
          </a:prstGeom>
          <a:solidFill>
            <a:srgbClr val="FF862F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4" name="anim_o3810_2">
            <a:extLst>
              <a:ext uri="{FF2B5EF4-FFF2-40B4-BE49-F238E27FC236}">
                <a16:creationId xmlns:a16="http://schemas.microsoft.com/office/drawing/2014/main" id="{2E1465BB-A831-4C97-9000-EA83937B589D}"/>
              </a:ext>
            </a:extLst>
          </p:cNvPr>
          <p:cNvSpPr>
            <a:spLocks noGrp="1"/>
          </p:cNvSpPr>
          <p:nvPr/>
        </p:nvSpPr>
        <p:spPr>
          <a:xfrm>
            <a:off x="6922434" y="3611496"/>
            <a:ext cx="576303" cy="576303"/>
          </a:xfrm>
          <a:prstGeom prst="rect">
            <a:avLst/>
          </a:prstGeom>
          <a:solidFill>
            <a:srgbClr val="FF862F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5" name="anim_o3814_2">
            <a:extLst>
              <a:ext uri="{FF2B5EF4-FFF2-40B4-BE49-F238E27FC236}">
                <a16:creationId xmlns:a16="http://schemas.microsoft.com/office/drawing/2014/main" id="{91610871-970E-43F0-9D78-EA690C358B83}"/>
              </a:ext>
            </a:extLst>
          </p:cNvPr>
          <p:cNvSpPr>
            <a:spLocks noGrp="1"/>
          </p:cNvSpPr>
          <p:nvPr/>
        </p:nvSpPr>
        <p:spPr>
          <a:xfrm>
            <a:off x="5769829" y="4187798"/>
            <a:ext cx="576303" cy="576303"/>
          </a:xfrm>
          <a:prstGeom prst="rect">
            <a:avLst/>
          </a:prstGeom>
          <a:solidFill>
            <a:srgbClr val="FF862F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6" name="anim_o3818_2">
            <a:extLst>
              <a:ext uri="{FF2B5EF4-FFF2-40B4-BE49-F238E27FC236}">
                <a16:creationId xmlns:a16="http://schemas.microsoft.com/office/drawing/2014/main" id="{A95D2DD9-53D5-4FE9-AA87-3A7C47112405}"/>
              </a:ext>
            </a:extLst>
          </p:cNvPr>
          <p:cNvSpPr>
            <a:spLocks noGrp="1"/>
          </p:cNvSpPr>
          <p:nvPr/>
        </p:nvSpPr>
        <p:spPr>
          <a:xfrm>
            <a:off x="6346131" y="4187798"/>
            <a:ext cx="576303" cy="576303"/>
          </a:xfrm>
          <a:prstGeom prst="rect">
            <a:avLst/>
          </a:prstGeom>
          <a:solidFill>
            <a:srgbClr val="FF862F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7" name="anim_o3822_2">
            <a:extLst>
              <a:ext uri="{FF2B5EF4-FFF2-40B4-BE49-F238E27FC236}">
                <a16:creationId xmlns:a16="http://schemas.microsoft.com/office/drawing/2014/main" id="{78715D7A-81F3-42C7-83ED-527A8FDE3704}"/>
              </a:ext>
            </a:extLst>
          </p:cNvPr>
          <p:cNvSpPr>
            <a:spLocks noGrp="1"/>
          </p:cNvSpPr>
          <p:nvPr/>
        </p:nvSpPr>
        <p:spPr>
          <a:xfrm>
            <a:off x="6922434" y="4187798"/>
            <a:ext cx="576303" cy="576303"/>
          </a:xfrm>
          <a:prstGeom prst="rect">
            <a:avLst/>
          </a:prstGeom>
          <a:solidFill>
            <a:srgbClr val="FF862F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8" name="anim_to3910_0_1">
            <a:extLst>
              <a:ext uri="{FF2B5EF4-FFF2-40B4-BE49-F238E27FC236}">
                <a16:creationId xmlns:a16="http://schemas.microsoft.com/office/drawing/2014/main" id="{7A467D04-D956-47CA-99EF-163C7700169F}"/>
              </a:ext>
            </a:extLst>
          </p:cNvPr>
          <p:cNvSpPr>
            <a:spLocks noGrp="1"/>
          </p:cNvSpPr>
          <p:nvPr/>
        </p:nvSpPr>
        <p:spPr>
          <a:xfrm>
            <a:off x="1881832" y="2865931"/>
            <a:ext cx="187050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39" name="anim_to3912_0_1">
            <a:extLst>
              <a:ext uri="{FF2B5EF4-FFF2-40B4-BE49-F238E27FC236}">
                <a16:creationId xmlns:a16="http://schemas.microsoft.com/office/drawing/2014/main" id="{5BA83A9D-975E-454D-95F7-5DFB42078250}"/>
              </a:ext>
            </a:extLst>
          </p:cNvPr>
          <p:cNvSpPr>
            <a:spLocks noGrp="1"/>
          </p:cNvSpPr>
          <p:nvPr/>
        </p:nvSpPr>
        <p:spPr>
          <a:xfrm>
            <a:off x="2458134" y="2865931"/>
            <a:ext cx="187050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40" name="anim_to3914_0_1">
            <a:extLst>
              <a:ext uri="{FF2B5EF4-FFF2-40B4-BE49-F238E27FC236}">
                <a16:creationId xmlns:a16="http://schemas.microsoft.com/office/drawing/2014/main" id="{C61C0FA1-5001-4F68-84A3-4EA36210597B}"/>
              </a:ext>
            </a:extLst>
          </p:cNvPr>
          <p:cNvSpPr>
            <a:spLocks noGrp="1"/>
          </p:cNvSpPr>
          <p:nvPr/>
        </p:nvSpPr>
        <p:spPr>
          <a:xfrm>
            <a:off x="3034437" y="2865931"/>
            <a:ext cx="187050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41" name="anim_to3916_0_1">
            <a:extLst>
              <a:ext uri="{FF2B5EF4-FFF2-40B4-BE49-F238E27FC236}">
                <a16:creationId xmlns:a16="http://schemas.microsoft.com/office/drawing/2014/main" id="{E100360E-52EC-4D0D-ABD0-341CC6A61947}"/>
              </a:ext>
            </a:extLst>
          </p:cNvPr>
          <p:cNvSpPr>
            <a:spLocks noGrp="1"/>
          </p:cNvSpPr>
          <p:nvPr/>
        </p:nvSpPr>
        <p:spPr>
          <a:xfrm>
            <a:off x="3610739" y="2865931"/>
            <a:ext cx="187050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42" name="anim_to3918_0_1">
            <a:extLst>
              <a:ext uri="{FF2B5EF4-FFF2-40B4-BE49-F238E27FC236}">
                <a16:creationId xmlns:a16="http://schemas.microsoft.com/office/drawing/2014/main" id="{F88AB457-5D9D-405A-8BD7-902230C61F85}"/>
              </a:ext>
            </a:extLst>
          </p:cNvPr>
          <p:cNvSpPr>
            <a:spLocks noGrp="1"/>
          </p:cNvSpPr>
          <p:nvPr/>
        </p:nvSpPr>
        <p:spPr>
          <a:xfrm>
            <a:off x="1732881" y="3442234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480</a:t>
            </a:r>
          </a:p>
        </p:txBody>
      </p:sp>
      <p:sp>
        <p:nvSpPr>
          <p:cNvPr id="143" name="anim_to3922_0_1">
            <a:extLst>
              <a:ext uri="{FF2B5EF4-FFF2-40B4-BE49-F238E27FC236}">
                <a16:creationId xmlns:a16="http://schemas.microsoft.com/office/drawing/2014/main" id="{F3A7AF06-F1C7-40B4-AE73-923A8E78D6AA}"/>
              </a:ext>
            </a:extLst>
          </p:cNvPr>
          <p:cNvSpPr>
            <a:spLocks noGrp="1"/>
          </p:cNvSpPr>
          <p:nvPr/>
        </p:nvSpPr>
        <p:spPr>
          <a:xfrm>
            <a:off x="2309184" y="3442234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480</a:t>
            </a:r>
          </a:p>
        </p:txBody>
      </p:sp>
      <p:sp>
        <p:nvSpPr>
          <p:cNvPr id="144" name="anim_to3926_0_1">
            <a:extLst>
              <a:ext uri="{FF2B5EF4-FFF2-40B4-BE49-F238E27FC236}">
                <a16:creationId xmlns:a16="http://schemas.microsoft.com/office/drawing/2014/main" id="{6F0ECA51-DC6F-4A75-850F-E36D5729786C}"/>
              </a:ext>
            </a:extLst>
          </p:cNvPr>
          <p:cNvSpPr>
            <a:spLocks noGrp="1"/>
          </p:cNvSpPr>
          <p:nvPr/>
        </p:nvSpPr>
        <p:spPr>
          <a:xfrm>
            <a:off x="2885486" y="3442234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480</a:t>
            </a:r>
          </a:p>
        </p:txBody>
      </p:sp>
      <p:sp>
        <p:nvSpPr>
          <p:cNvPr id="145" name="anim_to3930_0_1">
            <a:extLst>
              <a:ext uri="{FF2B5EF4-FFF2-40B4-BE49-F238E27FC236}">
                <a16:creationId xmlns:a16="http://schemas.microsoft.com/office/drawing/2014/main" id="{44B7AB47-AD99-4499-B0A8-CFFEF6473920}"/>
              </a:ext>
            </a:extLst>
          </p:cNvPr>
          <p:cNvSpPr>
            <a:spLocks noGrp="1"/>
          </p:cNvSpPr>
          <p:nvPr/>
        </p:nvSpPr>
        <p:spPr>
          <a:xfrm>
            <a:off x="3461789" y="3442234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480</a:t>
            </a:r>
          </a:p>
        </p:txBody>
      </p:sp>
      <p:sp>
        <p:nvSpPr>
          <p:cNvPr id="146" name="anim_to3934_0_1">
            <a:extLst>
              <a:ext uri="{FF2B5EF4-FFF2-40B4-BE49-F238E27FC236}">
                <a16:creationId xmlns:a16="http://schemas.microsoft.com/office/drawing/2014/main" id="{DC9CB8E5-4EA3-4EDF-8949-B3DC4C4FBCD2}"/>
              </a:ext>
            </a:extLst>
          </p:cNvPr>
          <p:cNvSpPr>
            <a:spLocks noGrp="1"/>
          </p:cNvSpPr>
          <p:nvPr/>
        </p:nvSpPr>
        <p:spPr>
          <a:xfrm>
            <a:off x="1732881" y="4018537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480</a:t>
            </a:r>
          </a:p>
        </p:txBody>
      </p:sp>
      <p:sp>
        <p:nvSpPr>
          <p:cNvPr id="147" name="anim_to3938_0_1">
            <a:extLst>
              <a:ext uri="{FF2B5EF4-FFF2-40B4-BE49-F238E27FC236}">
                <a16:creationId xmlns:a16="http://schemas.microsoft.com/office/drawing/2014/main" id="{67F9DA4A-D4EE-43CA-8D0F-6FE4F6D8EA21}"/>
              </a:ext>
            </a:extLst>
          </p:cNvPr>
          <p:cNvSpPr>
            <a:spLocks noGrp="1"/>
          </p:cNvSpPr>
          <p:nvPr/>
        </p:nvSpPr>
        <p:spPr>
          <a:xfrm>
            <a:off x="2309184" y="4018537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480</a:t>
            </a:r>
          </a:p>
        </p:txBody>
      </p:sp>
      <p:sp>
        <p:nvSpPr>
          <p:cNvPr id="148" name="anim_to3942_0_1">
            <a:extLst>
              <a:ext uri="{FF2B5EF4-FFF2-40B4-BE49-F238E27FC236}">
                <a16:creationId xmlns:a16="http://schemas.microsoft.com/office/drawing/2014/main" id="{D2A80582-964C-4479-8F3B-3A6485A9AD9A}"/>
              </a:ext>
            </a:extLst>
          </p:cNvPr>
          <p:cNvSpPr>
            <a:spLocks noGrp="1"/>
          </p:cNvSpPr>
          <p:nvPr/>
        </p:nvSpPr>
        <p:spPr>
          <a:xfrm>
            <a:off x="2885486" y="4018537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480</a:t>
            </a:r>
          </a:p>
        </p:txBody>
      </p:sp>
      <p:sp>
        <p:nvSpPr>
          <p:cNvPr id="149" name="anim_to3946_0_1">
            <a:extLst>
              <a:ext uri="{FF2B5EF4-FFF2-40B4-BE49-F238E27FC236}">
                <a16:creationId xmlns:a16="http://schemas.microsoft.com/office/drawing/2014/main" id="{08A0DDA0-DC7E-48D2-931D-B2DCC31756C3}"/>
              </a:ext>
            </a:extLst>
          </p:cNvPr>
          <p:cNvSpPr>
            <a:spLocks noGrp="1"/>
          </p:cNvSpPr>
          <p:nvPr/>
        </p:nvSpPr>
        <p:spPr>
          <a:xfrm>
            <a:off x="3461789" y="4018537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480</a:t>
            </a:r>
          </a:p>
        </p:txBody>
      </p:sp>
      <p:sp>
        <p:nvSpPr>
          <p:cNvPr id="150" name="anim_to3950_0_1">
            <a:extLst>
              <a:ext uri="{FF2B5EF4-FFF2-40B4-BE49-F238E27FC236}">
                <a16:creationId xmlns:a16="http://schemas.microsoft.com/office/drawing/2014/main" id="{C3D1044E-03FF-4666-8F21-9BC3D6932387}"/>
              </a:ext>
            </a:extLst>
          </p:cNvPr>
          <p:cNvSpPr>
            <a:spLocks noGrp="1"/>
          </p:cNvSpPr>
          <p:nvPr/>
        </p:nvSpPr>
        <p:spPr>
          <a:xfrm>
            <a:off x="1881832" y="4594839"/>
            <a:ext cx="187050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51" name="anim_to3952_0_1">
            <a:extLst>
              <a:ext uri="{FF2B5EF4-FFF2-40B4-BE49-F238E27FC236}">
                <a16:creationId xmlns:a16="http://schemas.microsoft.com/office/drawing/2014/main" id="{2D6F1E9F-FE52-4330-8A7E-67D66EB7D3D1}"/>
              </a:ext>
            </a:extLst>
          </p:cNvPr>
          <p:cNvSpPr>
            <a:spLocks noGrp="1"/>
          </p:cNvSpPr>
          <p:nvPr/>
        </p:nvSpPr>
        <p:spPr>
          <a:xfrm>
            <a:off x="2458134" y="4594839"/>
            <a:ext cx="187050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52" name="anim_to3954_0_1">
            <a:extLst>
              <a:ext uri="{FF2B5EF4-FFF2-40B4-BE49-F238E27FC236}">
                <a16:creationId xmlns:a16="http://schemas.microsoft.com/office/drawing/2014/main" id="{ACDB0A15-37E2-4F34-AB70-F56442900D76}"/>
              </a:ext>
            </a:extLst>
          </p:cNvPr>
          <p:cNvSpPr>
            <a:spLocks noGrp="1"/>
          </p:cNvSpPr>
          <p:nvPr/>
        </p:nvSpPr>
        <p:spPr>
          <a:xfrm>
            <a:off x="3034437" y="4594839"/>
            <a:ext cx="187050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53" name="anim_to3956_0_1">
            <a:extLst>
              <a:ext uri="{FF2B5EF4-FFF2-40B4-BE49-F238E27FC236}">
                <a16:creationId xmlns:a16="http://schemas.microsoft.com/office/drawing/2014/main" id="{CA403294-155E-44E9-9D36-3C909ACCD5E7}"/>
              </a:ext>
            </a:extLst>
          </p:cNvPr>
          <p:cNvSpPr>
            <a:spLocks noGrp="1"/>
          </p:cNvSpPr>
          <p:nvPr/>
        </p:nvSpPr>
        <p:spPr>
          <a:xfrm>
            <a:off x="3610739" y="4594839"/>
            <a:ext cx="187050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</p:spTree>
    <p:extLst>
      <p:ext uri="{BB962C8B-B14F-4D97-AF65-F5344CB8AC3E}">
        <p14:creationId xmlns:p14="http://schemas.microsoft.com/office/powerpoint/2010/main" val="5200697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4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4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4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4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400"/>
                            </p:stCondLst>
                            <p:childTnLst>
                              <p:par>
                                <p:cTn id="18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3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3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" dur="3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3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" dur="3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3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" dur="3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3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3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3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" dur="3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3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" dur="3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3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3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3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3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3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00"/>
                            </p:stCondLst>
                            <p:childTnLst>
                              <p:par>
                                <p:cTn id="73" presetID="63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74" dur="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76" dur="25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78" dur="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80" dur="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82" dur="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84" dur="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86" dur="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88" dur="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90" dur="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92" dur="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94" dur="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96" dur="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98" dur="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100" dur="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102" dur="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104" dur="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106" dur="25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2911 -0.1260504 E" pathEditMode="relative" ptsTypes="">
                                      <p:cBhvr>
                                        <p:cTn id="108" dur="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950"/>
                            </p:stCondLst>
                            <p:childTnLst>
                              <p:par>
                                <p:cTn id="110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" dur="25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25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92435 -0.0 E" pathEditMode="relative" ptsTypes="">
                                      <p:cBhvr>
                                        <p:cTn id="117" dur="2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1200"/>
                            </p:stCondLst>
                            <p:childTnLst>
                              <p:par>
                                <p:cTn id="119" presetID="63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20" dur="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22" dur="25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24" dur="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26" dur="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28" dur="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30" dur="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32" dur="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34" dur="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36" dur="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38" dur="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40" dur="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42" dur="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44" dur="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46" dur="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48" dur="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50" dur="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52" dur="25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1260504 L -0.3356421 -0.1260504 E" pathEditMode="relative" ptsTypes="">
                                      <p:cBhvr>
                                        <p:cTn id="154" dur="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5" fill="hold">
                            <p:stCondLst>
                              <p:cond delay="1450"/>
                            </p:stCondLst>
                            <p:childTnLst>
                              <p:par>
                                <p:cTn id="156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7" dur="25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25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92435 -0.0 E" pathEditMode="relative" ptsTypes="">
                                      <p:cBhvr>
                                        <p:cTn id="163" dur="2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1700"/>
                            </p:stCondLst>
                            <p:childTnLst>
                              <p:par>
                                <p:cTn id="165" presetID="63" presetClass="path" presetSubtype="0" accel="50000" decel="5000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166" dur="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7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168" dur="25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9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170" dur="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1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172" dur="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3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174" dur="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5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176" dur="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7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178" dur="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9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180" dur="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1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182" dur="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184" dur="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186" dur="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188" dur="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190" dur="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192" dur="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194" dur="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196" dur="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198" dur="25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1260504 L -0.2883732 -0.1260504 E" pathEditMode="relative" ptsTypes="">
                                      <p:cBhvr>
                                        <p:cTn id="200" dur="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1" fill="hold">
                            <p:stCondLst>
                              <p:cond delay="1950"/>
                            </p:stCondLst>
                            <p:childTnLst>
                              <p:par>
                                <p:cTn id="202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3" dur="25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" dur="25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92435 -0.0 E" pathEditMode="relative" ptsTypes="">
                                      <p:cBhvr>
                                        <p:cTn id="209" dur="2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2200"/>
                            </p:stCondLst>
                            <p:childTnLst>
                              <p:par>
                                <p:cTn id="211" presetID="63" presetClass="path" presetSubtype="0" accel="50000" decel="50000" fill="hold" grpId="4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12" dur="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3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14" dur="25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5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16" dur="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7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18" dur="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9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20" dur="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1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22" dur="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3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24" dur="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5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26" dur="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7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28" dur="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9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30" dur="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1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32" dur="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3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34" dur="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5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36" dur="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7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38" dur="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9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40" dur="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1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42" dur="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3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44" dur="25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5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1260504 L -0.2411043 -0.1260504 E" pathEditMode="relative" ptsTypes="">
                                      <p:cBhvr>
                                        <p:cTn id="246" dur="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7" fill="hold">
                            <p:stCondLst>
                              <p:cond delay="2450"/>
                            </p:stCondLst>
                            <p:childTnLst>
                              <p:par>
                                <p:cTn id="248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9" dur="25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3" dur="25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92435 -0.0 E" pathEditMode="relative" ptsTypes="">
                                      <p:cBhvr>
                                        <p:cTn id="255" dur="2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6" fill="hold">
                            <p:stCondLst>
                              <p:cond delay="2700"/>
                            </p:stCondLst>
                            <p:childTnLst>
                              <p:par>
                                <p:cTn id="257" presetID="63" presetClass="path" presetSubtype="0" accel="50000" decel="50000" fill="hold" grpId="5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58" dur="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9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60" dur="25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1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62" dur="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3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64" dur="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5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66" dur="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7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68" dur="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9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70" dur="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1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72" dur="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3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74" dur="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5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76" dur="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7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78" dur="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9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80" dur="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1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82" dur="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3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84" dur="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5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86" dur="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7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88" dur="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9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90" dur="25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1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1260504 L -0.382911 -0.0420168 E" pathEditMode="relative" ptsTypes="">
                                      <p:cBhvr>
                                        <p:cTn id="292" dur="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3" fill="hold">
                            <p:stCondLst>
                              <p:cond delay="2950"/>
                            </p:stCondLst>
                            <p:childTnLst>
                              <p:par>
                                <p:cTn id="294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5" dur="25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9" dur="25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92435 0 E" pathEditMode="relative" ptsTypes="">
                                      <p:cBhvr>
                                        <p:cTn id="301" dur="2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2" fill="hold">
                            <p:stCondLst>
                              <p:cond delay="3200"/>
                            </p:stCondLst>
                            <p:childTnLst>
                              <p:par>
                                <p:cTn id="303" presetID="63" presetClass="path" presetSubtype="0" accel="50000" decel="50000" fill="hold" grpId="6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04" dur="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5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06" dur="25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7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08" dur="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9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10" dur="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1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12" dur="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3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14" dur="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5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16" dur="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7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18" dur="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9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20" dur="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1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22" dur="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3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24" dur="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5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26" dur="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7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28" dur="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9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30" dur="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1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32" dur="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3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34" dur="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5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36" dur="25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7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-0.0420168 L -0.3356421 -0.0420168 E" pathEditMode="relative" ptsTypes="">
                                      <p:cBhvr>
                                        <p:cTn id="338" dur="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9" fill="hold">
                            <p:stCondLst>
                              <p:cond delay="3450"/>
                            </p:stCondLst>
                            <p:childTnLst>
                              <p:par>
                                <p:cTn id="340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1" dur="25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5" dur="25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92435 0 E" pathEditMode="relative" ptsTypes="">
                                      <p:cBhvr>
                                        <p:cTn id="347" dur="2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8" fill="hold">
                            <p:stCondLst>
                              <p:cond delay="3700"/>
                            </p:stCondLst>
                            <p:childTnLst>
                              <p:par>
                                <p:cTn id="349" presetID="63" presetClass="path" presetSubtype="0" accel="50000" decel="50000" fill="hold" grpId="7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50" dur="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1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52" dur="25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3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54" dur="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5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56" dur="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7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58" dur="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9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60" dur="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1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62" dur="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3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64" dur="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5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66" dur="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7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68" dur="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9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70" dur="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1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72" dur="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3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74" dur="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5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76" dur="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7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78" dur="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9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80" dur="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1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82" dur="25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3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-0.0420168 L -0.2883732 -0.0420168 E" pathEditMode="relative" ptsTypes="">
                                      <p:cBhvr>
                                        <p:cTn id="384" dur="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5" fill="hold">
                            <p:stCondLst>
                              <p:cond delay="3950"/>
                            </p:stCondLst>
                            <p:childTnLst>
                              <p:par>
                                <p:cTn id="386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7" dur="25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1" dur="25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92435 0 E" pathEditMode="relative" ptsTypes="">
                                      <p:cBhvr>
                                        <p:cTn id="393" dur="2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4" fill="hold">
                            <p:stCondLst>
                              <p:cond delay="4200"/>
                            </p:stCondLst>
                            <p:childTnLst>
                              <p:par>
                                <p:cTn id="395" presetID="63" presetClass="path" presetSubtype="0" accel="50000" decel="50000" fill="hold" grpId="8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396" dur="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7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398" dur="25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9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400" dur="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1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402" dur="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3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404" dur="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5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406" dur="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7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408" dur="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9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410" dur="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1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412" dur="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3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414" dur="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5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416" dur="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7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418" dur="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9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420" dur="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1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422" dur="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3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424" dur="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5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426" dur="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7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428" dur="25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9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-0.0420168 L -0.2411043 -0.0420168 E" pathEditMode="relative" ptsTypes="">
                                      <p:cBhvr>
                                        <p:cTn id="430" dur="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1" fill="hold">
                            <p:stCondLst>
                              <p:cond delay="4450"/>
                            </p:stCondLst>
                            <p:childTnLst>
                              <p:par>
                                <p:cTn id="432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3" dur="25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7" dur="25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92435 0 E" pathEditMode="relative" ptsTypes="">
                                      <p:cBhvr>
                                        <p:cTn id="439" dur="2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0" fill="hold">
                            <p:stCondLst>
                              <p:cond delay="4700"/>
                            </p:stCondLst>
                            <p:childTnLst>
                              <p:par>
                                <p:cTn id="441" presetID="63" presetClass="path" presetSubtype="0" accel="50000" decel="50000" fill="hold" grpId="9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42" dur="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3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44" dur="25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5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46" dur="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7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48" dur="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9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50" dur="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1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52" dur="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3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54" dur="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5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56" dur="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7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58" dur="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9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60" dur="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1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62" dur="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3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64" dur="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5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66" dur="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7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68" dur="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9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70" dur="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1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72" dur="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3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74" dur="25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5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-0.0420168 L -0.382911 0.0420168 E" pathEditMode="relative" ptsTypes="">
                                      <p:cBhvr>
                                        <p:cTn id="476" dur="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7" fill="hold">
                            <p:stCondLst>
                              <p:cond delay="4950"/>
                            </p:stCondLst>
                            <p:childTnLst>
                              <p:par>
                                <p:cTn id="478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9" dur="25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3" dur="25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92435 0.0 E" pathEditMode="relative" ptsTypes="">
                                      <p:cBhvr>
                                        <p:cTn id="485" dur="2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6" fill="hold">
                            <p:stCondLst>
                              <p:cond delay="5200"/>
                            </p:stCondLst>
                            <p:childTnLst>
                              <p:par>
                                <p:cTn id="487" presetID="63" presetClass="path" presetSubtype="0" accel="50000" decel="50000" fill="hold" grpId="1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488" dur="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9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490" dur="25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1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492" dur="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3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494" dur="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5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496" dur="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7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498" dur="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9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500" dur="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1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502" dur="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3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504" dur="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5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506" dur="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7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508" dur="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9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510" dur="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1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512" dur="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3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514" dur="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5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516" dur="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7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518" dur="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9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520" dur="25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1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0420168 L -0.3356421 0.0420168 E" pathEditMode="relative" ptsTypes="">
                                      <p:cBhvr>
                                        <p:cTn id="522" dur="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3" fill="hold">
                            <p:stCondLst>
                              <p:cond delay="5450"/>
                            </p:stCondLst>
                            <p:childTnLst>
                              <p:par>
                                <p:cTn id="524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5" dur="25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6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9" dur="25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92435 0.0 E" pathEditMode="relative" ptsTypes="">
                                      <p:cBhvr>
                                        <p:cTn id="531" dur="2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2" fill="hold">
                            <p:stCondLst>
                              <p:cond delay="5700"/>
                            </p:stCondLst>
                            <p:childTnLst>
                              <p:par>
                                <p:cTn id="533" presetID="63" presetClass="path" presetSubtype="0" accel="50000" decel="50000" fill="hold" grpId="1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34" dur="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5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36" dur="25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7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38" dur="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9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40" dur="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1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42" dur="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3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44" dur="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5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46" dur="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7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48" dur="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9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50" dur="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1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52" dur="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3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54" dur="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5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56" dur="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7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58" dur="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9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60" dur="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1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62" dur="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3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64" dur="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5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66" dur="25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7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0420168 L -0.2883732 0.0420168 E" pathEditMode="relative" ptsTypes="">
                                      <p:cBhvr>
                                        <p:cTn id="568" dur="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9" fill="hold">
                            <p:stCondLst>
                              <p:cond delay="5950"/>
                            </p:stCondLst>
                            <p:childTnLst>
                              <p:par>
                                <p:cTn id="570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1" dur="25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5" dur="25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92435 0.0 E" pathEditMode="relative" ptsTypes="">
                                      <p:cBhvr>
                                        <p:cTn id="577" dur="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8" fill="hold">
                            <p:stCondLst>
                              <p:cond delay="6200"/>
                            </p:stCondLst>
                            <p:childTnLst>
                              <p:par>
                                <p:cTn id="579" presetID="63" presetClass="path" presetSubtype="0" accel="50000" decel="50000" fill="hold" grpId="1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580" dur="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1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582" dur="25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3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584" dur="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5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586" dur="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7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588" dur="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9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590" dur="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1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592" dur="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3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594" dur="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5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596" dur="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7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598" dur="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9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600" dur="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1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602" dur="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3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604" dur="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5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606" dur="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7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608" dur="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9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610" dur="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1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612" dur="25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3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0420168 L -0.2411043 0.0420168 E" pathEditMode="relative" ptsTypes="">
                                      <p:cBhvr>
                                        <p:cTn id="614" dur="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5" fill="hold">
                            <p:stCondLst>
                              <p:cond delay="6450"/>
                            </p:stCondLst>
                            <p:childTnLst>
                              <p:par>
                                <p:cTn id="616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7" dur="25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8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1" dur="25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92435 0.0 E" pathEditMode="relative" ptsTypes="">
                                      <p:cBhvr>
                                        <p:cTn id="623" dur="2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4" fill="hold">
                            <p:stCondLst>
                              <p:cond delay="6700"/>
                            </p:stCondLst>
                            <p:childTnLst>
                              <p:par>
                                <p:cTn id="625" presetID="63" presetClass="path" presetSubtype="0" accel="50000" decel="50000" fill="hold" grpId="1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26" dur="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7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28" dur="25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9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30" dur="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1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32" dur="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3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34" dur="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5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36" dur="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7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38" dur="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9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40" dur="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1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42" dur="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3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44" dur="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5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46" dur="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7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48" dur="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9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50" dur="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1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52" dur="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3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54" dur="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5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56" dur="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7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58" dur="25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9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1043 0.0420168 L -0.382911 0.1260504 E" pathEditMode="relative" ptsTypes="">
                                      <p:cBhvr>
                                        <p:cTn id="660" dur="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1" fill="hold">
                            <p:stCondLst>
                              <p:cond delay="6950"/>
                            </p:stCondLst>
                            <p:childTnLst>
                              <p:par>
                                <p:cTn id="662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3" dur="25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7" dur="25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92435 0.0 E" pathEditMode="relative" ptsTypes="">
                                      <p:cBhvr>
                                        <p:cTn id="669" dur="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0" fill="hold">
                            <p:stCondLst>
                              <p:cond delay="7200"/>
                            </p:stCondLst>
                            <p:childTnLst>
                              <p:par>
                                <p:cTn id="671" presetID="63" presetClass="path" presetSubtype="0" accel="50000" decel="50000" fill="hold" grpId="14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672" dur="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3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674" dur="25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5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676" dur="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7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678" dur="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9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680" dur="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1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682" dur="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3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684" dur="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5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686" dur="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7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688" dur="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9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690" dur="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1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692" dur="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3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694" dur="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5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696" dur="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7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698" dur="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9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700" dur="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1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702" dur="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3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704" dur="25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5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2911 0.1260504 L -0.3356421 0.1260504 E" pathEditMode="relative" ptsTypes="">
                                      <p:cBhvr>
                                        <p:cTn id="706" dur="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7" fill="hold">
                            <p:stCondLst>
                              <p:cond delay="7450"/>
                            </p:stCondLst>
                            <p:childTnLst>
                              <p:par>
                                <p:cTn id="708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9" dur="25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0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3" dur="25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92435 0.0 E" pathEditMode="relative" ptsTypes="">
                                      <p:cBhvr>
                                        <p:cTn id="715" dur="2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6" fill="hold">
                            <p:stCondLst>
                              <p:cond delay="7700"/>
                            </p:stCondLst>
                            <p:childTnLst>
                              <p:par>
                                <p:cTn id="717" presetID="63" presetClass="path" presetSubtype="0" accel="50000" decel="50000" fill="hold" grpId="15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18" dur="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9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20" dur="25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1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22" dur="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3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24" dur="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5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26" dur="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7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28" dur="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9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30" dur="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1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32" dur="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3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34" dur="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5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36" dur="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7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38" dur="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9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40" dur="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1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42" dur="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3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44" dur="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5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46" dur="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7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48" dur="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9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50" dur="25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1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356421 0.1260504 L -0.2883732 0.1260504 E" pathEditMode="relative" ptsTypes="">
                                      <p:cBhvr>
                                        <p:cTn id="752" dur="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3" fill="hold">
                            <p:stCondLst>
                              <p:cond delay="7950"/>
                            </p:stCondLst>
                            <p:childTnLst>
                              <p:par>
                                <p:cTn id="754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5" dur="25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9" dur="25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92435 0.0 E" pathEditMode="relative" ptsTypes="">
                                      <p:cBhvr>
                                        <p:cTn id="761" dur="2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2" fill="hold">
                            <p:stCondLst>
                              <p:cond delay="8200"/>
                            </p:stCondLst>
                            <p:childTnLst>
                              <p:par>
                                <p:cTn id="763" presetID="63" presetClass="path" presetSubtype="0" accel="50000" decel="50000" fill="hold" grpId="16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64" dur="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5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66" dur="25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7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68" dur="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9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70" dur="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1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72" dur="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3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74" dur="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5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76" dur="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7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78" dur="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9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80" dur="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1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82" dur="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3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84" dur="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5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86" dur="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7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88" dur="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9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90" dur="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1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92" dur="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3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94" dur="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5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96" dur="25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7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883732 0.1260504 L -0.2411043 0.1260504 E" pathEditMode="relative" ptsTypes="">
                                      <p:cBhvr>
                                        <p:cTn id="798" dur="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9" fill="hold">
                            <p:stCondLst>
                              <p:cond delay="8450"/>
                            </p:stCondLst>
                            <p:childTnLst>
                              <p:par>
                                <p:cTn id="800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1" dur="25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2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5" dur="25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92435 0.0 E" pathEditMode="relative" ptsTypes="">
                                      <p:cBhvr>
                                        <p:cTn id="807" dur="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  <p:bldP spid="109" grpId="0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/>
      <p:bldP spid="120" grpId="1"/>
      <p:bldP spid="120" grpId="2"/>
      <p:bldP spid="120" grpId="3"/>
      <p:bldP spid="120" grpId="4"/>
      <p:bldP spid="120" grpId="5"/>
      <p:bldP spid="120" grpId="6"/>
      <p:bldP spid="120" grpId="7"/>
      <p:bldP spid="120" grpId="8"/>
      <p:bldP spid="120" grpId="9"/>
      <p:bldP spid="120" grpId="10"/>
      <p:bldP spid="120" grpId="11"/>
      <p:bldP spid="120" grpId="12"/>
      <p:bldP spid="120" grpId="13"/>
      <p:bldP spid="120" grpId="14"/>
      <p:bldP spid="120" grpId="15"/>
      <p:bldP spid="121" grpId="0"/>
      <p:bldP spid="121" grpId="1"/>
      <p:bldP spid="121" grpId="2"/>
      <p:bldP spid="121" grpId="3"/>
      <p:bldP spid="121" grpId="4"/>
      <p:bldP spid="121" grpId="5"/>
      <p:bldP spid="121" grpId="6"/>
      <p:bldP spid="121" grpId="7"/>
      <p:bldP spid="121" grpId="8"/>
      <p:bldP spid="121" grpId="9"/>
      <p:bldP spid="121" grpId="10"/>
      <p:bldP spid="121" grpId="11"/>
      <p:bldP spid="121" grpId="12"/>
      <p:bldP spid="121" grpId="13"/>
      <p:bldP spid="121" grpId="14"/>
      <p:bldP spid="121" grpId="15"/>
      <p:bldP spid="122" grpId="0"/>
      <p:bldP spid="122" grpId="1"/>
      <p:bldP spid="122" grpId="2"/>
      <p:bldP spid="122" grpId="3"/>
      <p:bldP spid="122" grpId="4"/>
      <p:bldP spid="122" grpId="5"/>
      <p:bldP spid="122" grpId="6"/>
      <p:bldP spid="122" grpId="7"/>
      <p:bldP spid="122" grpId="8"/>
      <p:bldP spid="122" grpId="9"/>
      <p:bldP spid="122" grpId="10"/>
      <p:bldP spid="122" grpId="11"/>
      <p:bldP spid="122" grpId="12"/>
      <p:bldP spid="122" grpId="13"/>
      <p:bldP spid="122" grpId="14"/>
      <p:bldP spid="122" grpId="15"/>
      <p:bldP spid="123" grpId="0"/>
      <p:bldP spid="123" grpId="1"/>
      <p:bldP spid="123" grpId="2"/>
      <p:bldP spid="123" grpId="3"/>
      <p:bldP spid="123" grpId="4"/>
      <p:bldP spid="123" grpId="5"/>
      <p:bldP spid="123" grpId="6"/>
      <p:bldP spid="123" grpId="7"/>
      <p:bldP spid="123" grpId="8"/>
      <p:bldP spid="123" grpId="9"/>
      <p:bldP spid="123" grpId="10"/>
      <p:bldP spid="123" grpId="11"/>
      <p:bldP spid="123" grpId="12"/>
      <p:bldP spid="123" grpId="13"/>
      <p:bldP spid="123" grpId="14"/>
      <p:bldP spid="123" grpId="15"/>
      <p:bldP spid="124" grpId="0"/>
      <p:bldP spid="124" grpId="1"/>
      <p:bldP spid="124" grpId="2"/>
      <p:bldP spid="124" grpId="3"/>
      <p:bldP spid="124" grpId="4"/>
      <p:bldP spid="124" grpId="5"/>
      <p:bldP spid="124" grpId="6"/>
      <p:bldP spid="124" grpId="7"/>
      <p:bldP spid="124" grpId="8"/>
      <p:bldP spid="124" grpId="9"/>
      <p:bldP spid="124" grpId="10"/>
      <p:bldP spid="124" grpId="11"/>
      <p:bldP spid="124" grpId="12"/>
      <p:bldP spid="124" grpId="13"/>
      <p:bldP spid="124" grpId="14"/>
      <p:bldP spid="124" grpId="15"/>
      <p:bldP spid="125" grpId="0"/>
      <p:bldP spid="125" grpId="1"/>
      <p:bldP spid="125" grpId="2"/>
      <p:bldP spid="125" grpId="3"/>
      <p:bldP spid="125" grpId="4"/>
      <p:bldP spid="125" grpId="5"/>
      <p:bldP spid="125" grpId="6"/>
      <p:bldP spid="125" grpId="7"/>
      <p:bldP spid="125" grpId="8"/>
      <p:bldP spid="125" grpId="9"/>
      <p:bldP spid="125" grpId="10"/>
      <p:bldP spid="125" grpId="11"/>
      <p:bldP spid="125" grpId="12"/>
      <p:bldP spid="125" grpId="13"/>
      <p:bldP spid="125" grpId="14"/>
      <p:bldP spid="125" grpId="15"/>
      <p:bldP spid="126" grpId="0"/>
      <p:bldP spid="126" grpId="1"/>
      <p:bldP spid="126" grpId="2"/>
      <p:bldP spid="126" grpId="3"/>
      <p:bldP spid="126" grpId="4"/>
      <p:bldP spid="126" grpId="5"/>
      <p:bldP spid="126" grpId="6"/>
      <p:bldP spid="126" grpId="7"/>
      <p:bldP spid="126" grpId="8"/>
      <p:bldP spid="126" grpId="9"/>
      <p:bldP spid="126" grpId="10"/>
      <p:bldP spid="126" grpId="11"/>
      <p:bldP spid="126" grpId="12"/>
      <p:bldP spid="126" grpId="13"/>
      <p:bldP spid="126" grpId="14"/>
      <p:bldP spid="126" grpId="15"/>
      <p:bldP spid="127" grpId="0"/>
      <p:bldP spid="127" grpId="1"/>
      <p:bldP spid="127" grpId="2"/>
      <p:bldP spid="127" grpId="3"/>
      <p:bldP spid="127" grpId="4"/>
      <p:bldP spid="127" grpId="5"/>
      <p:bldP spid="127" grpId="6"/>
      <p:bldP spid="127" grpId="7"/>
      <p:bldP spid="127" grpId="8"/>
      <p:bldP spid="127" grpId="9"/>
      <p:bldP spid="127" grpId="10"/>
      <p:bldP spid="127" grpId="11"/>
      <p:bldP spid="127" grpId="12"/>
      <p:bldP spid="127" grpId="13"/>
      <p:bldP spid="127" grpId="14"/>
      <p:bldP spid="127" grpId="15"/>
      <p:bldP spid="128" grpId="0"/>
      <p:bldP spid="128" grpId="1"/>
      <p:bldP spid="128" grpId="2"/>
      <p:bldP spid="128" grpId="3"/>
      <p:bldP spid="128" grpId="4"/>
      <p:bldP spid="128" grpId="5"/>
      <p:bldP spid="128" grpId="6"/>
      <p:bldP spid="128" grpId="7"/>
      <p:bldP spid="128" grpId="8"/>
      <p:bldP spid="128" grpId="9"/>
      <p:bldP spid="128" grpId="10"/>
      <p:bldP spid="128" grpId="11"/>
      <p:bldP spid="128" grpId="12"/>
      <p:bldP spid="128" grpId="13"/>
      <p:bldP spid="128" grpId="14"/>
      <p:bldP spid="128" grpId="15"/>
      <p:bldP spid="129" grpId="0" animBg="1"/>
      <p:bldP spid="129" grpId="1" animBg="1"/>
      <p:bldP spid="129" grpId="2" animBg="1"/>
      <p:bldP spid="129" grpId="3" animBg="1"/>
      <p:bldP spid="129" grpId="4" animBg="1"/>
      <p:bldP spid="129" grpId="5" animBg="1"/>
      <p:bldP spid="129" grpId="6" animBg="1"/>
      <p:bldP spid="129" grpId="7" animBg="1"/>
      <p:bldP spid="129" grpId="8" animBg="1"/>
      <p:bldP spid="129" grpId="9" animBg="1"/>
      <p:bldP spid="129" grpId="10" animBg="1"/>
      <p:bldP spid="129" grpId="11" animBg="1"/>
      <p:bldP spid="129" grpId="12" animBg="1"/>
      <p:bldP spid="129" grpId="13" animBg="1"/>
      <p:bldP spid="129" grpId="14" animBg="1"/>
      <p:bldP spid="129" grpId="15" animBg="1"/>
      <p:bldP spid="129" grpId="16" animBg="1"/>
      <p:bldP spid="130" grpId="0" animBg="1"/>
      <p:bldP spid="130" grpId="1" animBg="1"/>
      <p:bldP spid="130" grpId="2" animBg="1"/>
      <p:bldP spid="130" grpId="3" animBg="1"/>
      <p:bldP spid="130" grpId="4" animBg="1"/>
      <p:bldP spid="130" grpId="5" animBg="1"/>
      <p:bldP spid="130" grpId="6" animBg="1"/>
      <p:bldP spid="130" grpId="7" animBg="1"/>
      <p:bldP spid="130" grpId="8" animBg="1"/>
      <p:bldP spid="130" grpId="9" animBg="1"/>
      <p:bldP spid="130" grpId="10" animBg="1"/>
      <p:bldP spid="130" grpId="11" animBg="1"/>
      <p:bldP spid="130" grpId="12" animBg="1"/>
      <p:bldP spid="130" grpId="13" animBg="1"/>
      <p:bldP spid="130" grpId="14" animBg="1"/>
      <p:bldP spid="130" grpId="15" animBg="1"/>
      <p:bldP spid="130" grpId="16" animBg="1"/>
      <p:bldP spid="131" grpId="0" animBg="1"/>
      <p:bldP spid="131" grpId="1" animBg="1"/>
      <p:bldP spid="131" grpId="2" animBg="1"/>
      <p:bldP spid="131" grpId="3" animBg="1"/>
      <p:bldP spid="131" grpId="4" animBg="1"/>
      <p:bldP spid="131" grpId="5" animBg="1"/>
      <p:bldP spid="131" grpId="6" animBg="1"/>
      <p:bldP spid="131" grpId="7" animBg="1"/>
      <p:bldP spid="131" grpId="8" animBg="1"/>
      <p:bldP spid="131" grpId="9" animBg="1"/>
      <p:bldP spid="131" grpId="10" animBg="1"/>
      <p:bldP spid="131" grpId="11" animBg="1"/>
      <p:bldP spid="131" grpId="12" animBg="1"/>
      <p:bldP spid="131" grpId="13" animBg="1"/>
      <p:bldP spid="131" grpId="14" animBg="1"/>
      <p:bldP spid="131" grpId="15" animBg="1"/>
      <p:bldP spid="131" grpId="16" animBg="1"/>
      <p:bldP spid="132" grpId="0" animBg="1"/>
      <p:bldP spid="132" grpId="1" animBg="1"/>
      <p:bldP spid="132" grpId="2" animBg="1"/>
      <p:bldP spid="132" grpId="3" animBg="1"/>
      <p:bldP spid="132" grpId="4" animBg="1"/>
      <p:bldP spid="132" grpId="5" animBg="1"/>
      <p:bldP spid="132" grpId="6" animBg="1"/>
      <p:bldP spid="132" grpId="7" animBg="1"/>
      <p:bldP spid="132" grpId="8" animBg="1"/>
      <p:bldP spid="132" grpId="9" animBg="1"/>
      <p:bldP spid="132" grpId="10" animBg="1"/>
      <p:bldP spid="132" grpId="11" animBg="1"/>
      <p:bldP spid="132" grpId="12" animBg="1"/>
      <p:bldP spid="132" grpId="13" animBg="1"/>
      <p:bldP spid="132" grpId="14" animBg="1"/>
      <p:bldP spid="132" grpId="15" animBg="1"/>
      <p:bldP spid="132" grpId="16" animBg="1"/>
      <p:bldP spid="133" grpId="0" animBg="1"/>
      <p:bldP spid="133" grpId="1" animBg="1"/>
      <p:bldP spid="133" grpId="2" animBg="1"/>
      <p:bldP spid="133" grpId="3" animBg="1"/>
      <p:bldP spid="133" grpId="4" animBg="1"/>
      <p:bldP spid="133" grpId="5" animBg="1"/>
      <p:bldP spid="133" grpId="6" animBg="1"/>
      <p:bldP spid="133" grpId="7" animBg="1"/>
      <p:bldP spid="133" grpId="8" animBg="1"/>
      <p:bldP spid="133" grpId="9" animBg="1"/>
      <p:bldP spid="133" grpId="10" animBg="1"/>
      <p:bldP spid="133" grpId="11" animBg="1"/>
      <p:bldP spid="133" grpId="12" animBg="1"/>
      <p:bldP spid="133" grpId="13" animBg="1"/>
      <p:bldP spid="133" grpId="14" animBg="1"/>
      <p:bldP spid="133" grpId="15" animBg="1"/>
      <p:bldP spid="133" grpId="16" animBg="1"/>
      <p:bldP spid="134" grpId="0" animBg="1"/>
      <p:bldP spid="134" grpId="1" animBg="1"/>
      <p:bldP spid="134" grpId="2" animBg="1"/>
      <p:bldP spid="134" grpId="3" animBg="1"/>
      <p:bldP spid="134" grpId="4" animBg="1"/>
      <p:bldP spid="134" grpId="5" animBg="1"/>
      <p:bldP spid="134" grpId="6" animBg="1"/>
      <p:bldP spid="134" grpId="7" animBg="1"/>
      <p:bldP spid="134" grpId="8" animBg="1"/>
      <p:bldP spid="134" grpId="9" animBg="1"/>
      <p:bldP spid="134" grpId="10" animBg="1"/>
      <p:bldP spid="134" grpId="11" animBg="1"/>
      <p:bldP spid="134" grpId="12" animBg="1"/>
      <p:bldP spid="134" grpId="13" animBg="1"/>
      <p:bldP spid="134" grpId="14" animBg="1"/>
      <p:bldP spid="134" grpId="15" animBg="1"/>
      <p:bldP spid="134" grpId="16" animBg="1"/>
      <p:bldP spid="135" grpId="0" animBg="1"/>
      <p:bldP spid="135" grpId="1" animBg="1"/>
      <p:bldP spid="135" grpId="2" animBg="1"/>
      <p:bldP spid="135" grpId="3" animBg="1"/>
      <p:bldP spid="135" grpId="4" animBg="1"/>
      <p:bldP spid="135" grpId="5" animBg="1"/>
      <p:bldP spid="135" grpId="6" animBg="1"/>
      <p:bldP spid="135" grpId="7" animBg="1"/>
      <p:bldP spid="135" grpId="8" animBg="1"/>
      <p:bldP spid="135" grpId="9" animBg="1"/>
      <p:bldP spid="135" grpId="10" animBg="1"/>
      <p:bldP spid="135" grpId="11" animBg="1"/>
      <p:bldP spid="135" grpId="12" animBg="1"/>
      <p:bldP spid="135" grpId="13" animBg="1"/>
      <p:bldP spid="135" grpId="14" animBg="1"/>
      <p:bldP spid="135" grpId="15" animBg="1"/>
      <p:bldP spid="135" grpId="16" animBg="1"/>
      <p:bldP spid="136" grpId="0" animBg="1"/>
      <p:bldP spid="136" grpId="1" animBg="1"/>
      <p:bldP spid="136" grpId="2" animBg="1"/>
      <p:bldP spid="136" grpId="3" animBg="1"/>
      <p:bldP spid="136" grpId="4" animBg="1"/>
      <p:bldP spid="136" grpId="5" animBg="1"/>
      <p:bldP spid="136" grpId="6" animBg="1"/>
      <p:bldP spid="136" grpId="7" animBg="1"/>
      <p:bldP spid="136" grpId="8" animBg="1"/>
      <p:bldP spid="136" grpId="9" animBg="1"/>
      <p:bldP spid="136" grpId="10" animBg="1"/>
      <p:bldP spid="136" grpId="11" animBg="1"/>
      <p:bldP spid="136" grpId="12" animBg="1"/>
      <p:bldP spid="136" grpId="13" animBg="1"/>
      <p:bldP spid="136" grpId="14" animBg="1"/>
      <p:bldP spid="136" grpId="15" animBg="1"/>
      <p:bldP spid="136" grpId="16" animBg="1"/>
      <p:bldP spid="137" grpId="0" animBg="1"/>
      <p:bldP spid="137" grpId="1" animBg="1"/>
      <p:bldP spid="137" grpId="2" animBg="1"/>
      <p:bldP spid="137" grpId="3" animBg="1"/>
      <p:bldP spid="137" grpId="4" animBg="1"/>
      <p:bldP spid="137" grpId="5" animBg="1"/>
      <p:bldP spid="137" grpId="6" animBg="1"/>
      <p:bldP spid="137" grpId="7" animBg="1"/>
      <p:bldP spid="137" grpId="8" animBg="1"/>
      <p:bldP spid="137" grpId="9" animBg="1"/>
      <p:bldP spid="137" grpId="10" animBg="1"/>
      <p:bldP spid="137" grpId="11" animBg="1"/>
      <p:bldP spid="137" grpId="12" animBg="1"/>
      <p:bldP spid="137" grpId="13" animBg="1"/>
      <p:bldP spid="137" grpId="14" animBg="1"/>
      <p:bldP spid="137" grpId="15" animBg="1"/>
      <p:bldP spid="137" grpId="16" animBg="1"/>
      <p:bldP spid="138" grpId="0"/>
      <p:bldP spid="138" grpId="1"/>
      <p:bldP spid="139" grpId="0"/>
      <p:bldP spid="139" grpId="1"/>
      <p:bldP spid="140" grpId="0"/>
      <p:bldP spid="140" grpId="1"/>
      <p:bldP spid="141" grpId="0"/>
      <p:bldP spid="141" grpId="1"/>
      <p:bldP spid="142" grpId="0"/>
      <p:bldP spid="142" grpId="1"/>
      <p:bldP spid="143" grpId="0"/>
      <p:bldP spid="143" grpId="1"/>
      <p:bldP spid="144" grpId="0"/>
      <p:bldP spid="144" grpId="1"/>
      <p:bldP spid="145" grpId="0"/>
      <p:bldP spid="145" grpId="1"/>
      <p:bldP spid="146" grpId="0"/>
      <p:bldP spid="146" grpId="1"/>
      <p:bldP spid="147" grpId="0"/>
      <p:bldP spid="147" grpId="1"/>
      <p:bldP spid="148" grpId="0"/>
      <p:bldP spid="148" grpId="1"/>
      <p:bldP spid="149" grpId="0"/>
      <p:bldP spid="149" grpId="1"/>
      <p:bldP spid="150" grpId="0"/>
      <p:bldP spid="150" grpId="1"/>
      <p:bldP spid="151" grpId="0"/>
      <p:bldP spid="151" grpId="1"/>
      <p:bldP spid="152" grpId="0"/>
      <p:bldP spid="152" grpId="1"/>
      <p:bldP spid="153" grpId="0"/>
      <p:bldP spid="153" grpId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anim_o3582_1">
            <a:extLst>
              <a:ext uri="{FF2B5EF4-FFF2-40B4-BE49-F238E27FC236}">
                <a16:creationId xmlns:a16="http://schemas.microsoft.com/office/drawing/2014/main" id="{60AA3F48-256D-4FC5-9E7A-59736BA3C99D}"/>
              </a:ext>
            </a:extLst>
          </p:cNvPr>
          <p:cNvSpPr>
            <a:spLocks noGrp="1"/>
          </p:cNvSpPr>
          <p:nvPr/>
        </p:nvSpPr>
        <p:spPr>
          <a:xfrm>
            <a:off x="1101378" y="217073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3587_1">
            <a:extLst>
              <a:ext uri="{FF2B5EF4-FFF2-40B4-BE49-F238E27FC236}">
                <a16:creationId xmlns:a16="http://schemas.microsoft.com/office/drawing/2014/main" id="{29CCEA02-5F00-4754-AD6A-7972982C22D1}"/>
              </a:ext>
            </a:extLst>
          </p:cNvPr>
          <p:cNvSpPr>
            <a:spLocks noGrp="1"/>
          </p:cNvSpPr>
          <p:nvPr/>
        </p:nvSpPr>
        <p:spPr>
          <a:xfrm>
            <a:off x="1677681" y="217073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3592_1">
            <a:extLst>
              <a:ext uri="{FF2B5EF4-FFF2-40B4-BE49-F238E27FC236}">
                <a16:creationId xmlns:a16="http://schemas.microsoft.com/office/drawing/2014/main" id="{067C4D75-9066-4870-8250-D8E1319225C2}"/>
              </a:ext>
            </a:extLst>
          </p:cNvPr>
          <p:cNvSpPr>
            <a:spLocks noGrp="1"/>
          </p:cNvSpPr>
          <p:nvPr/>
        </p:nvSpPr>
        <p:spPr>
          <a:xfrm>
            <a:off x="2253983" y="217073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3597_1">
            <a:extLst>
              <a:ext uri="{FF2B5EF4-FFF2-40B4-BE49-F238E27FC236}">
                <a16:creationId xmlns:a16="http://schemas.microsoft.com/office/drawing/2014/main" id="{BDFE12FC-39DC-476C-B1D1-EFB6CB6AADD4}"/>
              </a:ext>
            </a:extLst>
          </p:cNvPr>
          <p:cNvSpPr>
            <a:spLocks noGrp="1"/>
          </p:cNvSpPr>
          <p:nvPr/>
        </p:nvSpPr>
        <p:spPr>
          <a:xfrm>
            <a:off x="2830286" y="217073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3602_1">
            <a:extLst>
              <a:ext uri="{FF2B5EF4-FFF2-40B4-BE49-F238E27FC236}">
                <a16:creationId xmlns:a16="http://schemas.microsoft.com/office/drawing/2014/main" id="{3453D0A7-D61F-4CDE-8920-42E9CF38DB55}"/>
              </a:ext>
            </a:extLst>
          </p:cNvPr>
          <p:cNvSpPr>
            <a:spLocks noGrp="1"/>
          </p:cNvSpPr>
          <p:nvPr/>
        </p:nvSpPr>
        <p:spPr>
          <a:xfrm>
            <a:off x="3406588" y="217073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3607_1">
            <a:extLst>
              <a:ext uri="{FF2B5EF4-FFF2-40B4-BE49-F238E27FC236}">
                <a16:creationId xmlns:a16="http://schemas.microsoft.com/office/drawing/2014/main" id="{6F7050E5-7575-469A-AAFE-6DD95CCAD9A5}"/>
              </a:ext>
            </a:extLst>
          </p:cNvPr>
          <p:cNvSpPr>
            <a:spLocks noGrp="1"/>
          </p:cNvSpPr>
          <p:nvPr/>
        </p:nvSpPr>
        <p:spPr>
          <a:xfrm>
            <a:off x="3982891" y="2170739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3612_1">
            <a:extLst>
              <a:ext uri="{FF2B5EF4-FFF2-40B4-BE49-F238E27FC236}">
                <a16:creationId xmlns:a16="http://schemas.microsoft.com/office/drawing/2014/main" id="{76B600B0-72C4-4486-8F4C-BC5812445014}"/>
              </a:ext>
            </a:extLst>
          </p:cNvPr>
          <p:cNvSpPr>
            <a:spLocks noGrp="1"/>
          </p:cNvSpPr>
          <p:nvPr/>
        </p:nvSpPr>
        <p:spPr>
          <a:xfrm>
            <a:off x="1101378" y="274704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3617_1">
            <a:extLst>
              <a:ext uri="{FF2B5EF4-FFF2-40B4-BE49-F238E27FC236}">
                <a16:creationId xmlns:a16="http://schemas.microsoft.com/office/drawing/2014/main" id="{3CE4C1B3-B69C-4E1D-BB26-AFC595911835}"/>
              </a:ext>
            </a:extLst>
          </p:cNvPr>
          <p:cNvSpPr>
            <a:spLocks noGrp="1"/>
          </p:cNvSpPr>
          <p:nvPr/>
        </p:nvSpPr>
        <p:spPr>
          <a:xfrm>
            <a:off x="1677681" y="274704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3622_1">
            <a:extLst>
              <a:ext uri="{FF2B5EF4-FFF2-40B4-BE49-F238E27FC236}">
                <a16:creationId xmlns:a16="http://schemas.microsoft.com/office/drawing/2014/main" id="{93E07E6A-1A16-4ABC-B649-89B9EB2C2622}"/>
              </a:ext>
            </a:extLst>
          </p:cNvPr>
          <p:cNvSpPr>
            <a:spLocks noGrp="1"/>
          </p:cNvSpPr>
          <p:nvPr/>
        </p:nvSpPr>
        <p:spPr>
          <a:xfrm>
            <a:off x="2253983" y="274704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3627_1">
            <a:extLst>
              <a:ext uri="{FF2B5EF4-FFF2-40B4-BE49-F238E27FC236}">
                <a16:creationId xmlns:a16="http://schemas.microsoft.com/office/drawing/2014/main" id="{D9123767-4C2D-49DB-9320-F23B1CE7522D}"/>
              </a:ext>
            </a:extLst>
          </p:cNvPr>
          <p:cNvSpPr>
            <a:spLocks noGrp="1"/>
          </p:cNvSpPr>
          <p:nvPr/>
        </p:nvSpPr>
        <p:spPr>
          <a:xfrm>
            <a:off x="2830286" y="274704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3632_1">
            <a:extLst>
              <a:ext uri="{FF2B5EF4-FFF2-40B4-BE49-F238E27FC236}">
                <a16:creationId xmlns:a16="http://schemas.microsoft.com/office/drawing/2014/main" id="{F5AAE1C1-734F-4C79-8862-D7E5D7C4F91F}"/>
              </a:ext>
            </a:extLst>
          </p:cNvPr>
          <p:cNvSpPr>
            <a:spLocks noGrp="1"/>
          </p:cNvSpPr>
          <p:nvPr/>
        </p:nvSpPr>
        <p:spPr>
          <a:xfrm>
            <a:off x="3406588" y="274704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3637_1">
            <a:extLst>
              <a:ext uri="{FF2B5EF4-FFF2-40B4-BE49-F238E27FC236}">
                <a16:creationId xmlns:a16="http://schemas.microsoft.com/office/drawing/2014/main" id="{13F3F749-832F-4E66-972E-4ABF5B3560AD}"/>
              </a:ext>
            </a:extLst>
          </p:cNvPr>
          <p:cNvSpPr>
            <a:spLocks noGrp="1"/>
          </p:cNvSpPr>
          <p:nvPr/>
        </p:nvSpPr>
        <p:spPr>
          <a:xfrm>
            <a:off x="3982891" y="274704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3642_1">
            <a:extLst>
              <a:ext uri="{FF2B5EF4-FFF2-40B4-BE49-F238E27FC236}">
                <a16:creationId xmlns:a16="http://schemas.microsoft.com/office/drawing/2014/main" id="{A870065E-9495-46D5-AF79-AB0C5E97181A}"/>
              </a:ext>
            </a:extLst>
          </p:cNvPr>
          <p:cNvSpPr>
            <a:spLocks noGrp="1"/>
          </p:cNvSpPr>
          <p:nvPr/>
        </p:nvSpPr>
        <p:spPr>
          <a:xfrm>
            <a:off x="1101378" y="3323345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3647_1">
            <a:extLst>
              <a:ext uri="{FF2B5EF4-FFF2-40B4-BE49-F238E27FC236}">
                <a16:creationId xmlns:a16="http://schemas.microsoft.com/office/drawing/2014/main" id="{ED96F0A0-F17F-439D-8CD1-AAB24E7D280D}"/>
              </a:ext>
            </a:extLst>
          </p:cNvPr>
          <p:cNvSpPr>
            <a:spLocks noGrp="1"/>
          </p:cNvSpPr>
          <p:nvPr/>
        </p:nvSpPr>
        <p:spPr>
          <a:xfrm>
            <a:off x="1677681" y="3323345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3652_1">
            <a:extLst>
              <a:ext uri="{FF2B5EF4-FFF2-40B4-BE49-F238E27FC236}">
                <a16:creationId xmlns:a16="http://schemas.microsoft.com/office/drawing/2014/main" id="{09BD5FF4-1D71-4F8E-8546-3E0EA4CEE242}"/>
              </a:ext>
            </a:extLst>
          </p:cNvPr>
          <p:cNvSpPr>
            <a:spLocks noGrp="1"/>
          </p:cNvSpPr>
          <p:nvPr/>
        </p:nvSpPr>
        <p:spPr>
          <a:xfrm>
            <a:off x="2253983" y="3323345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3657_1">
            <a:extLst>
              <a:ext uri="{FF2B5EF4-FFF2-40B4-BE49-F238E27FC236}">
                <a16:creationId xmlns:a16="http://schemas.microsoft.com/office/drawing/2014/main" id="{3FAC7E3B-B2C2-4011-A6C1-E009A9C19D74}"/>
              </a:ext>
            </a:extLst>
          </p:cNvPr>
          <p:cNvSpPr>
            <a:spLocks noGrp="1"/>
          </p:cNvSpPr>
          <p:nvPr/>
        </p:nvSpPr>
        <p:spPr>
          <a:xfrm>
            <a:off x="2830286" y="3323345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3662_1">
            <a:extLst>
              <a:ext uri="{FF2B5EF4-FFF2-40B4-BE49-F238E27FC236}">
                <a16:creationId xmlns:a16="http://schemas.microsoft.com/office/drawing/2014/main" id="{A75F1676-69D6-425F-8D4F-9674DD7BE530}"/>
              </a:ext>
            </a:extLst>
          </p:cNvPr>
          <p:cNvSpPr>
            <a:spLocks noGrp="1"/>
          </p:cNvSpPr>
          <p:nvPr/>
        </p:nvSpPr>
        <p:spPr>
          <a:xfrm>
            <a:off x="3406588" y="3323345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3667_1">
            <a:extLst>
              <a:ext uri="{FF2B5EF4-FFF2-40B4-BE49-F238E27FC236}">
                <a16:creationId xmlns:a16="http://schemas.microsoft.com/office/drawing/2014/main" id="{DFA187C5-A306-4DA9-9FDB-4057B8DE81F6}"/>
              </a:ext>
            </a:extLst>
          </p:cNvPr>
          <p:cNvSpPr>
            <a:spLocks noGrp="1"/>
          </p:cNvSpPr>
          <p:nvPr/>
        </p:nvSpPr>
        <p:spPr>
          <a:xfrm>
            <a:off x="3982891" y="3323345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3672_1">
            <a:extLst>
              <a:ext uri="{FF2B5EF4-FFF2-40B4-BE49-F238E27FC236}">
                <a16:creationId xmlns:a16="http://schemas.microsoft.com/office/drawing/2014/main" id="{959D5DBB-BCA7-483F-B8D4-F8D137C290EC}"/>
              </a:ext>
            </a:extLst>
          </p:cNvPr>
          <p:cNvSpPr>
            <a:spLocks noGrp="1"/>
          </p:cNvSpPr>
          <p:nvPr/>
        </p:nvSpPr>
        <p:spPr>
          <a:xfrm>
            <a:off x="1101378" y="3899647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3678_1">
            <a:extLst>
              <a:ext uri="{FF2B5EF4-FFF2-40B4-BE49-F238E27FC236}">
                <a16:creationId xmlns:a16="http://schemas.microsoft.com/office/drawing/2014/main" id="{4806D4A8-17B9-484E-B692-A4C85C8655D2}"/>
              </a:ext>
            </a:extLst>
          </p:cNvPr>
          <p:cNvSpPr>
            <a:spLocks noGrp="1"/>
          </p:cNvSpPr>
          <p:nvPr/>
        </p:nvSpPr>
        <p:spPr>
          <a:xfrm>
            <a:off x="1677681" y="3899647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3684_1">
            <a:extLst>
              <a:ext uri="{FF2B5EF4-FFF2-40B4-BE49-F238E27FC236}">
                <a16:creationId xmlns:a16="http://schemas.microsoft.com/office/drawing/2014/main" id="{3C86269E-58B6-4E89-B6AC-35D0DF996630}"/>
              </a:ext>
            </a:extLst>
          </p:cNvPr>
          <p:cNvSpPr>
            <a:spLocks noGrp="1"/>
          </p:cNvSpPr>
          <p:nvPr/>
        </p:nvSpPr>
        <p:spPr>
          <a:xfrm>
            <a:off x="2253983" y="3899647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3690_1">
            <a:extLst>
              <a:ext uri="{FF2B5EF4-FFF2-40B4-BE49-F238E27FC236}">
                <a16:creationId xmlns:a16="http://schemas.microsoft.com/office/drawing/2014/main" id="{18480BC9-4FBA-41C8-B10A-6131CD0B8C52}"/>
              </a:ext>
            </a:extLst>
          </p:cNvPr>
          <p:cNvSpPr>
            <a:spLocks noGrp="1"/>
          </p:cNvSpPr>
          <p:nvPr/>
        </p:nvSpPr>
        <p:spPr>
          <a:xfrm>
            <a:off x="2830286" y="3899647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3696_1">
            <a:extLst>
              <a:ext uri="{FF2B5EF4-FFF2-40B4-BE49-F238E27FC236}">
                <a16:creationId xmlns:a16="http://schemas.microsoft.com/office/drawing/2014/main" id="{A3F65AB0-DD73-4E75-AEEA-0410CDAFA6B4}"/>
              </a:ext>
            </a:extLst>
          </p:cNvPr>
          <p:cNvSpPr>
            <a:spLocks noGrp="1"/>
          </p:cNvSpPr>
          <p:nvPr/>
        </p:nvSpPr>
        <p:spPr>
          <a:xfrm>
            <a:off x="3406588" y="3899647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3702_1">
            <a:extLst>
              <a:ext uri="{FF2B5EF4-FFF2-40B4-BE49-F238E27FC236}">
                <a16:creationId xmlns:a16="http://schemas.microsoft.com/office/drawing/2014/main" id="{4B8952D0-8FDB-4825-A361-D55E4E6F6972}"/>
              </a:ext>
            </a:extLst>
          </p:cNvPr>
          <p:cNvSpPr>
            <a:spLocks noGrp="1"/>
          </p:cNvSpPr>
          <p:nvPr/>
        </p:nvSpPr>
        <p:spPr>
          <a:xfrm>
            <a:off x="3982891" y="3899647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3708_1">
            <a:extLst>
              <a:ext uri="{FF2B5EF4-FFF2-40B4-BE49-F238E27FC236}">
                <a16:creationId xmlns:a16="http://schemas.microsoft.com/office/drawing/2014/main" id="{BBEA3E72-5AB3-498C-B9EA-0C0DDE471852}"/>
              </a:ext>
            </a:extLst>
          </p:cNvPr>
          <p:cNvSpPr>
            <a:spLocks noGrp="1"/>
          </p:cNvSpPr>
          <p:nvPr/>
        </p:nvSpPr>
        <p:spPr>
          <a:xfrm>
            <a:off x="1101378" y="4475950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3714_1">
            <a:extLst>
              <a:ext uri="{FF2B5EF4-FFF2-40B4-BE49-F238E27FC236}">
                <a16:creationId xmlns:a16="http://schemas.microsoft.com/office/drawing/2014/main" id="{B6087ED8-BCED-43D7-8CB4-D05D92EE17C5}"/>
              </a:ext>
            </a:extLst>
          </p:cNvPr>
          <p:cNvSpPr>
            <a:spLocks noGrp="1"/>
          </p:cNvSpPr>
          <p:nvPr/>
        </p:nvSpPr>
        <p:spPr>
          <a:xfrm>
            <a:off x="1677681" y="4475950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3720_1">
            <a:extLst>
              <a:ext uri="{FF2B5EF4-FFF2-40B4-BE49-F238E27FC236}">
                <a16:creationId xmlns:a16="http://schemas.microsoft.com/office/drawing/2014/main" id="{7B4AE185-6CFD-490E-B071-780B0F0D1865}"/>
              </a:ext>
            </a:extLst>
          </p:cNvPr>
          <p:cNvSpPr>
            <a:spLocks noGrp="1"/>
          </p:cNvSpPr>
          <p:nvPr/>
        </p:nvSpPr>
        <p:spPr>
          <a:xfrm>
            <a:off x="2253983" y="4475950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3726_1">
            <a:extLst>
              <a:ext uri="{FF2B5EF4-FFF2-40B4-BE49-F238E27FC236}">
                <a16:creationId xmlns:a16="http://schemas.microsoft.com/office/drawing/2014/main" id="{4780234F-5C85-4075-8F4F-8762D072155C}"/>
              </a:ext>
            </a:extLst>
          </p:cNvPr>
          <p:cNvSpPr>
            <a:spLocks noGrp="1"/>
          </p:cNvSpPr>
          <p:nvPr/>
        </p:nvSpPr>
        <p:spPr>
          <a:xfrm>
            <a:off x="2830286" y="4475950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3732_1">
            <a:extLst>
              <a:ext uri="{FF2B5EF4-FFF2-40B4-BE49-F238E27FC236}">
                <a16:creationId xmlns:a16="http://schemas.microsoft.com/office/drawing/2014/main" id="{7C7B3C85-D149-49C9-95DD-CDEB13DB7D62}"/>
              </a:ext>
            </a:extLst>
          </p:cNvPr>
          <p:cNvSpPr>
            <a:spLocks noGrp="1"/>
          </p:cNvSpPr>
          <p:nvPr/>
        </p:nvSpPr>
        <p:spPr>
          <a:xfrm>
            <a:off x="3406588" y="4475950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3738_1">
            <a:extLst>
              <a:ext uri="{FF2B5EF4-FFF2-40B4-BE49-F238E27FC236}">
                <a16:creationId xmlns:a16="http://schemas.microsoft.com/office/drawing/2014/main" id="{30E0F102-6988-4FD0-8948-D19C3CD20B43}"/>
              </a:ext>
            </a:extLst>
          </p:cNvPr>
          <p:cNvSpPr>
            <a:spLocks noGrp="1"/>
          </p:cNvSpPr>
          <p:nvPr/>
        </p:nvSpPr>
        <p:spPr>
          <a:xfrm>
            <a:off x="3982891" y="4475950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3744_1">
            <a:extLst>
              <a:ext uri="{FF2B5EF4-FFF2-40B4-BE49-F238E27FC236}">
                <a16:creationId xmlns:a16="http://schemas.microsoft.com/office/drawing/2014/main" id="{E698BCBB-0357-47BD-BAEA-A2E2AFD48735}"/>
              </a:ext>
            </a:extLst>
          </p:cNvPr>
          <p:cNvSpPr>
            <a:spLocks noGrp="1"/>
          </p:cNvSpPr>
          <p:nvPr/>
        </p:nvSpPr>
        <p:spPr>
          <a:xfrm>
            <a:off x="1101378" y="505225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3750_1">
            <a:extLst>
              <a:ext uri="{FF2B5EF4-FFF2-40B4-BE49-F238E27FC236}">
                <a16:creationId xmlns:a16="http://schemas.microsoft.com/office/drawing/2014/main" id="{CA7DDC60-B26E-40FA-A1CE-970450A55EB3}"/>
              </a:ext>
            </a:extLst>
          </p:cNvPr>
          <p:cNvSpPr>
            <a:spLocks noGrp="1"/>
          </p:cNvSpPr>
          <p:nvPr/>
        </p:nvSpPr>
        <p:spPr>
          <a:xfrm>
            <a:off x="1677681" y="505225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3756_1">
            <a:extLst>
              <a:ext uri="{FF2B5EF4-FFF2-40B4-BE49-F238E27FC236}">
                <a16:creationId xmlns:a16="http://schemas.microsoft.com/office/drawing/2014/main" id="{B69DB1B9-A6A3-4341-9292-CBA871BF2C68}"/>
              </a:ext>
            </a:extLst>
          </p:cNvPr>
          <p:cNvSpPr>
            <a:spLocks noGrp="1"/>
          </p:cNvSpPr>
          <p:nvPr/>
        </p:nvSpPr>
        <p:spPr>
          <a:xfrm>
            <a:off x="2253983" y="505225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3762_1">
            <a:extLst>
              <a:ext uri="{FF2B5EF4-FFF2-40B4-BE49-F238E27FC236}">
                <a16:creationId xmlns:a16="http://schemas.microsoft.com/office/drawing/2014/main" id="{794CE8C3-1E3E-47AB-8C62-06B221643438}"/>
              </a:ext>
            </a:extLst>
          </p:cNvPr>
          <p:cNvSpPr>
            <a:spLocks noGrp="1"/>
          </p:cNvSpPr>
          <p:nvPr/>
        </p:nvSpPr>
        <p:spPr>
          <a:xfrm>
            <a:off x="2830286" y="505225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3768_1">
            <a:extLst>
              <a:ext uri="{FF2B5EF4-FFF2-40B4-BE49-F238E27FC236}">
                <a16:creationId xmlns:a16="http://schemas.microsoft.com/office/drawing/2014/main" id="{AAB783C8-AEE6-4490-A950-D7BA7A404B8C}"/>
              </a:ext>
            </a:extLst>
          </p:cNvPr>
          <p:cNvSpPr>
            <a:spLocks noGrp="1"/>
          </p:cNvSpPr>
          <p:nvPr/>
        </p:nvSpPr>
        <p:spPr>
          <a:xfrm>
            <a:off x="3406588" y="505225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3774_1">
            <a:extLst>
              <a:ext uri="{FF2B5EF4-FFF2-40B4-BE49-F238E27FC236}">
                <a16:creationId xmlns:a16="http://schemas.microsoft.com/office/drawing/2014/main" id="{DAA38B47-27E3-42B6-9D30-B27249BE2F14}"/>
              </a:ext>
            </a:extLst>
          </p:cNvPr>
          <p:cNvSpPr>
            <a:spLocks noGrp="1"/>
          </p:cNvSpPr>
          <p:nvPr/>
        </p:nvSpPr>
        <p:spPr>
          <a:xfrm>
            <a:off x="3982891" y="505225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3850_1">
            <a:extLst>
              <a:ext uri="{FF2B5EF4-FFF2-40B4-BE49-F238E27FC236}">
                <a16:creationId xmlns:a16="http://schemas.microsoft.com/office/drawing/2014/main" id="{FD706FAC-6748-4AAB-B61C-7022046DDA8C}"/>
              </a:ext>
            </a:extLst>
          </p:cNvPr>
          <p:cNvSpPr>
            <a:spLocks noGrp="1"/>
          </p:cNvSpPr>
          <p:nvPr/>
        </p:nvSpPr>
        <p:spPr>
          <a:xfrm>
            <a:off x="8900649" y="274704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3853_1">
            <a:extLst>
              <a:ext uri="{FF2B5EF4-FFF2-40B4-BE49-F238E27FC236}">
                <a16:creationId xmlns:a16="http://schemas.microsoft.com/office/drawing/2014/main" id="{8B4B8BCA-E421-459F-9FC4-DB1589613059}"/>
              </a:ext>
            </a:extLst>
          </p:cNvPr>
          <p:cNvSpPr>
            <a:spLocks noGrp="1"/>
          </p:cNvSpPr>
          <p:nvPr/>
        </p:nvSpPr>
        <p:spPr>
          <a:xfrm>
            <a:off x="9476951" y="274704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3856_1">
            <a:extLst>
              <a:ext uri="{FF2B5EF4-FFF2-40B4-BE49-F238E27FC236}">
                <a16:creationId xmlns:a16="http://schemas.microsoft.com/office/drawing/2014/main" id="{D9D58834-4E05-4312-AD3F-D7B37B64A7CC}"/>
              </a:ext>
            </a:extLst>
          </p:cNvPr>
          <p:cNvSpPr>
            <a:spLocks noGrp="1"/>
          </p:cNvSpPr>
          <p:nvPr/>
        </p:nvSpPr>
        <p:spPr>
          <a:xfrm>
            <a:off x="10053254" y="274704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3859_1">
            <a:extLst>
              <a:ext uri="{FF2B5EF4-FFF2-40B4-BE49-F238E27FC236}">
                <a16:creationId xmlns:a16="http://schemas.microsoft.com/office/drawing/2014/main" id="{D19A94B7-711B-444F-B54B-53C2EA38436F}"/>
              </a:ext>
            </a:extLst>
          </p:cNvPr>
          <p:cNvSpPr>
            <a:spLocks noGrp="1"/>
          </p:cNvSpPr>
          <p:nvPr/>
        </p:nvSpPr>
        <p:spPr>
          <a:xfrm>
            <a:off x="10629556" y="2747042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3862_1">
            <a:extLst>
              <a:ext uri="{FF2B5EF4-FFF2-40B4-BE49-F238E27FC236}">
                <a16:creationId xmlns:a16="http://schemas.microsoft.com/office/drawing/2014/main" id="{6EA1EC6B-C71F-4F75-96E0-F0CCEF117621}"/>
              </a:ext>
            </a:extLst>
          </p:cNvPr>
          <p:cNvSpPr>
            <a:spLocks noGrp="1"/>
          </p:cNvSpPr>
          <p:nvPr/>
        </p:nvSpPr>
        <p:spPr>
          <a:xfrm>
            <a:off x="8900649" y="3323345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3865_1">
            <a:extLst>
              <a:ext uri="{FF2B5EF4-FFF2-40B4-BE49-F238E27FC236}">
                <a16:creationId xmlns:a16="http://schemas.microsoft.com/office/drawing/2014/main" id="{F701147C-60D5-4C5A-8C15-2F351D2E55D0}"/>
              </a:ext>
            </a:extLst>
          </p:cNvPr>
          <p:cNvSpPr>
            <a:spLocks noGrp="1"/>
          </p:cNvSpPr>
          <p:nvPr/>
        </p:nvSpPr>
        <p:spPr>
          <a:xfrm>
            <a:off x="9476951" y="3323345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3868_1">
            <a:extLst>
              <a:ext uri="{FF2B5EF4-FFF2-40B4-BE49-F238E27FC236}">
                <a16:creationId xmlns:a16="http://schemas.microsoft.com/office/drawing/2014/main" id="{DF162BF5-8F03-4B5C-AFE2-F5BA7E642567}"/>
              </a:ext>
            </a:extLst>
          </p:cNvPr>
          <p:cNvSpPr>
            <a:spLocks noGrp="1"/>
          </p:cNvSpPr>
          <p:nvPr/>
        </p:nvSpPr>
        <p:spPr>
          <a:xfrm>
            <a:off x="10053254" y="3323345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3871_1">
            <a:extLst>
              <a:ext uri="{FF2B5EF4-FFF2-40B4-BE49-F238E27FC236}">
                <a16:creationId xmlns:a16="http://schemas.microsoft.com/office/drawing/2014/main" id="{35B4AB01-5609-4D14-995D-6D22F5965559}"/>
              </a:ext>
            </a:extLst>
          </p:cNvPr>
          <p:cNvSpPr>
            <a:spLocks noGrp="1"/>
          </p:cNvSpPr>
          <p:nvPr/>
        </p:nvSpPr>
        <p:spPr>
          <a:xfrm>
            <a:off x="10629556" y="3323345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3874_1">
            <a:extLst>
              <a:ext uri="{FF2B5EF4-FFF2-40B4-BE49-F238E27FC236}">
                <a16:creationId xmlns:a16="http://schemas.microsoft.com/office/drawing/2014/main" id="{DC6BCA20-6647-4A92-8C24-CB96FC2E99ED}"/>
              </a:ext>
            </a:extLst>
          </p:cNvPr>
          <p:cNvSpPr>
            <a:spLocks noGrp="1"/>
          </p:cNvSpPr>
          <p:nvPr/>
        </p:nvSpPr>
        <p:spPr>
          <a:xfrm>
            <a:off x="8900649" y="3899647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3877_1">
            <a:extLst>
              <a:ext uri="{FF2B5EF4-FFF2-40B4-BE49-F238E27FC236}">
                <a16:creationId xmlns:a16="http://schemas.microsoft.com/office/drawing/2014/main" id="{60978A9D-F064-45F5-83F1-8A9AF20B8B5B}"/>
              </a:ext>
            </a:extLst>
          </p:cNvPr>
          <p:cNvSpPr>
            <a:spLocks noGrp="1"/>
          </p:cNvSpPr>
          <p:nvPr/>
        </p:nvSpPr>
        <p:spPr>
          <a:xfrm>
            <a:off x="9476951" y="3899647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3880_1">
            <a:extLst>
              <a:ext uri="{FF2B5EF4-FFF2-40B4-BE49-F238E27FC236}">
                <a16:creationId xmlns:a16="http://schemas.microsoft.com/office/drawing/2014/main" id="{5BEFB877-A793-45C7-BEEA-485B248C6D6B}"/>
              </a:ext>
            </a:extLst>
          </p:cNvPr>
          <p:cNvSpPr>
            <a:spLocks noGrp="1"/>
          </p:cNvSpPr>
          <p:nvPr/>
        </p:nvSpPr>
        <p:spPr>
          <a:xfrm>
            <a:off x="10053254" y="3899647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3883_1">
            <a:extLst>
              <a:ext uri="{FF2B5EF4-FFF2-40B4-BE49-F238E27FC236}">
                <a16:creationId xmlns:a16="http://schemas.microsoft.com/office/drawing/2014/main" id="{FE84E964-A349-4E10-8309-685E9E1A71AA}"/>
              </a:ext>
            </a:extLst>
          </p:cNvPr>
          <p:cNvSpPr>
            <a:spLocks noGrp="1"/>
          </p:cNvSpPr>
          <p:nvPr/>
        </p:nvSpPr>
        <p:spPr>
          <a:xfrm>
            <a:off x="10629556" y="3899647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3886_1">
            <a:extLst>
              <a:ext uri="{FF2B5EF4-FFF2-40B4-BE49-F238E27FC236}">
                <a16:creationId xmlns:a16="http://schemas.microsoft.com/office/drawing/2014/main" id="{22A17414-7E38-4CC1-9C44-331420ACCE26}"/>
              </a:ext>
            </a:extLst>
          </p:cNvPr>
          <p:cNvSpPr>
            <a:spLocks noGrp="1"/>
          </p:cNvSpPr>
          <p:nvPr/>
        </p:nvSpPr>
        <p:spPr>
          <a:xfrm>
            <a:off x="8900649" y="4475950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3889_1">
            <a:extLst>
              <a:ext uri="{FF2B5EF4-FFF2-40B4-BE49-F238E27FC236}">
                <a16:creationId xmlns:a16="http://schemas.microsoft.com/office/drawing/2014/main" id="{4C687366-E108-4E78-BE57-424B2A6995D7}"/>
              </a:ext>
            </a:extLst>
          </p:cNvPr>
          <p:cNvSpPr>
            <a:spLocks noGrp="1"/>
          </p:cNvSpPr>
          <p:nvPr/>
        </p:nvSpPr>
        <p:spPr>
          <a:xfrm>
            <a:off x="9476951" y="4475950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3892_1">
            <a:extLst>
              <a:ext uri="{FF2B5EF4-FFF2-40B4-BE49-F238E27FC236}">
                <a16:creationId xmlns:a16="http://schemas.microsoft.com/office/drawing/2014/main" id="{EA19B4EF-C760-4B3B-84C6-E03927E0E37E}"/>
              </a:ext>
            </a:extLst>
          </p:cNvPr>
          <p:cNvSpPr>
            <a:spLocks noGrp="1"/>
          </p:cNvSpPr>
          <p:nvPr/>
        </p:nvSpPr>
        <p:spPr>
          <a:xfrm>
            <a:off x="10053254" y="4475950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3895_1">
            <a:extLst>
              <a:ext uri="{FF2B5EF4-FFF2-40B4-BE49-F238E27FC236}">
                <a16:creationId xmlns:a16="http://schemas.microsoft.com/office/drawing/2014/main" id="{5BA0B1D2-1959-4797-95B9-9F21361C52AD}"/>
              </a:ext>
            </a:extLst>
          </p:cNvPr>
          <p:cNvSpPr>
            <a:spLocks noGrp="1"/>
          </p:cNvSpPr>
          <p:nvPr/>
        </p:nvSpPr>
        <p:spPr>
          <a:xfrm>
            <a:off x="10629556" y="4475950"/>
            <a:ext cx="576303" cy="576303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to3583_0_1">
            <a:extLst>
              <a:ext uri="{FF2B5EF4-FFF2-40B4-BE49-F238E27FC236}">
                <a16:creationId xmlns:a16="http://schemas.microsoft.com/office/drawing/2014/main" id="{CE8F2E25-487C-4438-89A2-AB981E595D47}"/>
              </a:ext>
            </a:extLst>
          </p:cNvPr>
          <p:cNvSpPr>
            <a:spLocks noGrp="1"/>
          </p:cNvSpPr>
          <p:nvPr/>
        </p:nvSpPr>
        <p:spPr>
          <a:xfrm>
            <a:off x="1231054" y="2289629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54" name="anim_to3588_0_1">
            <a:extLst>
              <a:ext uri="{FF2B5EF4-FFF2-40B4-BE49-F238E27FC236}">
                <a16:creationId xmlns:a16="http://schemas.microsoft.com/office/drawing/2014/main" id="{8AE614F4-D473-4F61-847E-E2123BF65551}"/>
              </a:ext>
            </a:extLst>
          </p:cNvPr>
          <p:cNvSpPr>
            <a:spLocks noGrp="1"/>
          </p:cNvSpPr>
          <p:nvPr/>
        </p:nvSpPr>
        <p:spPr>
          <a:xfrm>
            <a:off x="1807357" y="2289629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55" name="anim_to3593_0_1">
            <a:extLst>
              <a:ext uri="{FF2B5EF4-FFF2-40B4-BE49-F238E27FC236}">
                <a16:creationId xmlns:a16="http://schemas.microsoft.com/office/drawing/2014/main" id="{63A9E094-4287-4873-907D-31E860FFFA72}"/>
              </a:ext>
            </a:extLst>
          </p:cNvPr>
          <p:cNvSpPr>
            <a:spLocks noGrp="1"/>
          </p:cNvSpPr>
          <p:nvPr/>
        </p:nvSpPr>
        <p:spPr>
          <a:xfrm>
            <a:off x="2383659" y="2289629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56" name="anim_to3598_0_1">
            <a:extLst>
              <a:ext uri="{FF2B5EF4-FFF2-40B4-BE49-F238E27FC236}">
                <a16:creationId xmlns:a16="http://schemas.microsoft.com/office/drawing/2014/main" id="{637E2FB8-BE16-4AFB-81BF-83CD22A2DAFB}"/>
              </a:ext>
            </a:extLst>
          </p:cNvPr>
          <p:cNvSpPr>
            <a:spLocks noGrp="1"/>
          </p:cNvSpPr>
          <p:nvPr/>
        </p:nvSpPr>
        <p:spPr>
          <a:xfrm>
            <a:off x="2959962" y="2289629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57" name="anim_to3603_0_1">
            <a:extLst>
              <a:ext uri="{FF2B5EF4-FFF2-40B4-BE49-F238E27FC236}">
                <a16:creationId xmlns:a16="http://schemas.microsoft.com/office/drawing/2014/main" id="{C549767A-BBB2-4127-99F4-F7DF89DA4EFF}"/>
              </a:ext>
            </a:extLst>
          </p:cNvPr>
          <p:cNvSpPr>
            <a:spLocks noGrp="1"/>
          </p:cNvSpPr>
          <p:nvPr/>
        </p:nvSpPr>
        <p:spPr>
          <a:xfrm>
            <a:off x="3536264" y="2289629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58" name="anim_to3608_0_1">
            <a:extLst>
              <a:ext uri="{FF2B5EF4-FFF2-40B4-BE49-F238E27FC236}">
                <a16:creationId xmlns:a16="http://schemas.microsoft.com/office/drawing/2014/main" id="{5F65F078-542D-419C-9AFA-AAEAF61E6C34}"/>
              </a:ext>
            </a:extLst>
          </p:cNvPr>
          <p:cNvSpPr>
            <a:spLocks noGrp="1"/>
          </p:cNvSpPr>
          <p:nvPr/>
        </p:nvSpPr>
        <p:spPr>
          <a:xfrm>
            <a:off x="4112567" y="2289629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59" name="anim_to3613_0_1">
            <a:extLst>
              <a:ext uri="{FF2B5EF4-FFF2-40B4-BE49-F238E27FC236}">
                <a16:creationId xmlns:a16="http://schemas.microsoft.com/office/drawing/2014/main" id="{B84F5944-A92C-4701-BEEB-B58A809B4A33}"/>
              </a:ext>
            </a:extLst>
          </p:cNvPr>
          <p:cNvSpPr>
            <a:spLocks noGrp="1"/>
          </p:cNvSpPr>
          <p:nvPr/>
        </p:nvSpPr>
        <p:spPr>
          <a:xfrm>
            <a:off x="1231054" y="2865931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0" name="anim_to3618_0_1">
            <a:extLst>
              <a:ext uri="{FF2B5EF4-FFF2-40B4-BE49-F238E27FC236}">
                <a16:creationId xmlns:a16="http://schemas.microsoft.com/office/drawing/2014/main" id="{D2336594-9E2A-437F-B59B-87161A757D72}"/>
              </a:ext>
            </a:extLst>
          </p:cNvPr>
          <p:cNvSpPr>
            <a:spLocks noGrp="1"/>
          </p:cNvSpPr>
          <p:nvPr/>
        </p:nvSpPr>
        <p:spPr>
          <a:xfrm>
            <a:off x="1807357" y="2865931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1" name="anim_to3623_0_1">
            <a:extLst>
              <a:ext uri="{FF2B5EF4-FFF2-40B4-BE49-F238E27FC236}">
                <a16:creationId xmlns:a16="http://schemas.microsoft.com/office/drawing/2014/main" id="{95ACF067-B0C2-4A57-BBD0-9A98A13C3132}"/>
              </a:ext>
            </a:extLst>
          </p:cNvPr>
          <p:cNvSpPr>
            <a:spLocks noGrp="1"/>
          </p:cNvSpPr>
          <p:nvPr/>
        </p:nvSpPr>
        <p:spPr>
          <a:xfrm>
            <a:off x="2383659" y="2865931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2" name="anim_to3628_0_1">
            <a:extLst>
              <a:ext uri="{FF2B5EF4-FFF2-40B4-BE49-F238E27FC236}">
                <a16:creationId xmlns:a16="http://schemas.microsoft.com/office/drawing/2014/main" id="{058EC1B2-3704-40D4-A47B-051321BBB9C2}"/>
              </a:ext>
            </a:extLst>
          </p:cNvPr>
          <p:cNvSpPr>
            <a:spLocks noGrp="1"/>
          </p:cNvSpPr>
          <p:nvPr/>
        </p:nvSpPr>
        <p:spPr>
          <a:xfrm>
            <a:off x="2959962" y="2865931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3" name="anim_to3633_0_1">
            <a:extLst>
              <a:ext uri="{FF2B5EF4-FFF2-40B4-BE49-F238E27FC236}">
                <a16:creationId xmlns:a16="http://schemas.microsoft.com/office/drawing/2014/main" id="{545A7A7D-DBF8-429D-AC01-11F6A005A009}"/>
              </a:ext>
            </a:extLst>
          </p:cNvPr>
          <p:cNvSpPr>
            <a:spLocks noGrp="1"/>
          </p:cNvSpPr>
          <p:nvPr/>
        </p:nvSpPr>
        <p:spPr>
          <a:xfrm>
            <a:off x="3536264" y="2865931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4" name="anim_to3638_0_1">
            <a:extLst>
              <a:ext uri="{FF2B5EF4-FFF2-40B4-BE49-F238E27FC236}">
                <a16:creationId xmlns:a16="http://schemas.microsoft.com/office/drawing/2014/main" id="{5E40F48A-9E37-4837-AD43-D22BD92E9F59}"/>
              </a:ext>
            </a:extLst>
          </p:cNvPr>
          <p:cNvSpPr>
            <a:spLocks noGrp="1"/>
          </p:cNvSpPr>
          <p:nvPr/>
        </p:nvSpPr>
        <p:spPr>
          <a:xfrm>
            <a:off x="4112567" y="2865931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5" name="anim_to3643_0_1">
            <a:extLst>
              <a:ext uri="{FF2B5EF4-FFF2-40B4-BE49-F238E27FC236}">
                <a16:creationId xmlns:a16="http://schemas.microsoft.com/office/drawing/2014/main" id="{DE1A3961-EC31-4C90-9CDF-5B2E40398023}"/>
              </a:ext>
            </a:extLst>
          </p:cNvPr>
          <p:cNvSpPr>
            <a:spLocks noGrp="1"/>
          </p:cNvSpPr>
          <p:nvPr/>
        </p:nvSpPr>
        <p:spPr>
          <a:xfrm>
            <a:off x="1231054" y="3442234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6" name="anim_to3648_0_1">
            <a:extLst>
              <a:ext uri="{FF2B5EF4-FFF2-40B4-BE49-F238E27FC236}">
                <a16:creationId xmlns:a16="http://schemas.microsoft.com/office/drawing/2014/main" id="{D9F592C3-012A-4CB3-A516-7A0F7A6AE3FC}"/>
              </a:ext>
            </a:extLst>
          </p:cNvPr>
          <p:cNvSpPr>
            <a:spLocks noGrp="1"/>
          </p:cNvSpPr>
          <p:nvPr/>
        </p:nvSpPr>
        <p:spPr>
          <a:xfrm>
            <a:off x="1807357" y="3442234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7" name="anim_to3653_0_1">
            <a:extLst>
              <a:ext uri="{FF2B5EF4-FFF2-40B4-BE49-F238E27FC236}">
                <a16:creationId xmlns:a16="http://schemas.microsoft.com/office/drawing/2014/main" id="{5F14FC50-5615-45DD-BD84-6784DFB0AE55}"/>
              </a:ext>
            </a:extLst>
          </p:cNvPr>
          <p:cNvSpPr>
            <a:spLocks noGrp="1"/>
          </p:cNvSpPr>
          <p:nvPr/>
        </p:nvSpPr>
        <p:spPr>
          <a:xfrm>
            <a:off x="2383659" y="3442234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8" name="anim_to3658_0_1">
            <a:extLst>
              <a:ext uri="{FF2B5EF4-FFF2-40B4-BE49-F238E27FC236}">
                <a16:creationId xmlns:a16="http://schemas.microsoft.com/office/drawing/2014/main" id="{35F6ADAF-3A94-42CA-BEAB-08DD00A7A064}"/>
              </a:ext>
            </a:extLst>
          </p:cNvPr>
          <p:cNvSpPr>
            <a:spLocks noGrp="1"/>
          </p:cNvSpPr>
          <p:nvPr/>
        </p:nvSpPr>
        <p:spPr>
          <a:xfrm>
            <a:off x="2959962" y="3442234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69" name="anim_to3663_0_1">
            <a:extLst>
              <a:ext uri="{FF2B5EF4-FFF2-40B4-BE49-F238E27FC236}">
                <a16:creationId xmlns:a16="http://schemas.microsoft.com/office/drawing/2014/main" id="{A09625C3-6979-4CB5-B093-155450969FB8}"/>
              </a:ext>
            </a:extLst>
          </p:cNvPr>
          <p:cNvSpPr>
            <a:spLocks noGrp="1"/>
          </p:cNvSpPr>
          <p:nvPr/>
        </p:nvSpPr>
        <p:spPr>
          <a:xfrm>
            <a:off x="3536264" y="3442234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70" name="anim_to3668_0_1">
            <a:extLst>
              <a:ext uri="{FF2B5EF4-FFF2-40B4-BE49-F238E27FC236}">
                <a16:creationId xmlns:a16="http://schemas.microsoft.com/office/drawing/2014/main" id="{70165284-41F2-4E05-AFA7-ED5B0A82591A}"/>
              </a:ext>
            </a:extLst>
          </p:cNvPr>
          <p:cNvSpPr>
            <a:spLocks noGrp="1"/>
          </p:cNvSpPr>
          <p:nvPr/>
        </p:nvSpPr>
        <p:spPr>
          <a:xfrm>
            <a:off x="4112567" y="3442234"/>
            <a:ext cx="33600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60</a:t>
            </a:r>
          </a:p>
        </p:txBody>
      </p:sp>
      <p:sp>
        <p:nvSpPr>
          <p:cNvPr id="71" name="anim_to3673_0_1">
            <a:extLst>
              <a:ext uri="{FF2B5EF4-FFF2-40B4-BE49-F238E27FC236}">
                <a16:creationId xmlns:a16="http://schemas.microsoft.com/office/drawing/2014/main" id="{A6D0BEDF-3CCC-4597-BC38-E64800CFA1A2}"/>
              </a:ext>
            </a:extLst>
          </p:cNvPr>
          <p:cNvSpPr>
            <a:spLocks noGrp="1"/>
          </p:cNvSpPr>
          <p:nvPr/>
        </p:nvSpPr>
        <p:spPr>
          <a:xfrm>
            <a:off x="1156579" y="4018537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72" name="anim_to3679_0_1">
            <a:extLst>
              <a:ext uri="{FF2B5EF4-FFF2-40B4-BE49-F238E27FC236}">
                <a16:creationId xmlns:a16="http://schemas.microsoft.com/office/drawing/2014/main" id="{1D6E1136-1C6D-4458-A064-9DCA142A4FA3}"/>
              </a:ext>
            </a:extLst>
          </p:cNvPr>
          <p:cNvSpPr>
            <a:spLocks noGrp="1"/>
          </p:cNvSpPr>
          <p:nvPr/>
        </p:nvSpPr>
        <p:spPr>
          <a:xfrm>
            <a:off x="1732881" y="4018537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73" name="anim_to3685_0_1">
            <a:extLst>
              <a:ext uri="{FF2B5EF4-FFF2-40B4-BE49-F238E27FC236}">
                <a16:creationId xmlns:a16="http://schemas.microsoft.com/office/drawing/2014/main" id="{C001C8B3-4F30-4C05-9566-F877673DC150}"/>
              </a:ext>
            </a:extLst>
          </p:cNvPr>
          <p:cNvSpPr>
            <a:spLocks noGrp="1"/>
          </p:cNvSpPr>
          <p:nvPr/>
        </p:nvSpPr>
        <p:spPr>
          <a:xfrm>
            <a:off x="2309184" y="4018537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74" name="anim_to3691_0_1">
            <a:extLst>
              <a:ext uri="{FF2B5EF4-FFF2-40B4-BE49-F238E27FC236}">
                <a16:creationId xmlns:a16="http://schemas.microsoft.com/office/drawing/2014/main" id="{7A7B887D-00D0-4911-BF2C-5DA44ABC5E15}"/>
              </a:ext>
            </a:extLst>
          </p:cNvPr>
          <p:cNvSpPr>
            <a:spLocks noGrp="1"/>
          </p:cNvSpPr>
          <p:nvPr/>
        </p:nvSpPr>
        <p:spPr>
          <a:xfrm>
            <a:off x="2885486" y="4018537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75" name="anim_to3697_0_1">
            <a:extLst>
              <a:ext uri="{FF2B5EF4-FFF2-40B4-BE49-F238E27FC236}">
                <a16:creationId xmlns:a16="http://schemas.microsoft.com/office/drawing/2014/main" id="{E7A3DF7B-9620-4DEC-9DD4-BF87D39C3B86}"/>
              </a:ext>
            </a:extLst>
          </p:cNvPr>
          <p:cNvSpPr>
            <a:spLocks noGrp="1"/>
          </p:cNvSpPr>
          <p:nvPr/>
        </p:nvSpPr>
        <p:spPr>
          <a:xfrm>
            <a:off x="3461789" y="4018537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76" name="anim_to3703_0_1">
            <a:extLst>
              <a:ext uri="{FF2B5EF4-FFF2-40B4-BE49-F238E27FC236}">
                <a16:creationId xmlns:a16="http://schemas.microsoft.com/office/drawing/2014/main" id="{0E45A48D-878A-4E30-B623-43913700E585}"/>
              </a:ext>
            </a:extLst>
          </p:cNvPr>
          <p:cNvSpPr>
            <a:spLocks noGrp="1"/>
          </p:cNvSpPr>
          <p:nvPr/>
        </p:nvSpPr>
        <p:spPr>
          <a:xfrm>
            <a:off x="4038091" y="4018537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77" name="anim_to3709_0_1">
            <a:extLst>
              <a:ext uri="{FF2B5EF4-FFF2-40B4-BE49-F238E27FC236}">
                <a16:creationId xmlns:a16="http://schemas.microsoft.com/office/drawing/2014/main" id="{02C1B1DE-8C6F-44F4-AB0A-EC9B16AECE80}"/>
              </a:ext>
            </a:extLst>
          </p:cNvPr>
          <p:cNvSpPr>
            <a:spLocks noGrp="1"/>
          </p:cNvSpPr>
          <p:nvPr/>
        </p:nvSpPr>
        <p:spPr>
          <a:xfrm>
            <a:off x="1156579" y="4594839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78" name="anim_to3715_0_1">
            <a:extLst>
              <a:ext uri="{FF2B5EF4-FFF2-40B4-BE49-F238E27FC236}">
                <a16:creationId xmlns:a16="http://schemas.microsoft.com/office/drawing/2014/main" id="{CD165D74-7288-4E20-A6C4-216F3BC458A3}"/>
              </a:ext>
            </a:extLst>
          </p:cNvPr>
          <p:cNvSpPr>
            <a:spLocks noGrp="1"/>
          </p:cNvSpPr>
          <p:nvPr/>
        </p:nvSpPr>
        <p:spPr>
          <a:xfrm>
            <a:off x="1732881" y="4594839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79" name="anim_to3721_0_1">
            <a:extLst>
              <a:ext uri="{FF2B5EF4-FFF2-40B4-BE49-F238E27FC236}">
                <a16:creationId xmlns:a16="http://schemas.microsoft.com/office/drawing/2014/main" id="{3D140210-0B75-446D-B243-F90EC1A5CC6C}"/>
              </a:ext>
            </a:extLst>
          </p:cNvPr>
          <p:cNvSpPr>
            <a:spLocks noGrp="1"/>
          </p:cNvSpPr>
          <p:nvPr/>
        </p:nvSpPr>
        <p:spPr>
          <a:xfrm>
            <a:off x="2309184" y="4594839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80" name="anim_to3727_0_1">
            <a:extLst>
              <a:ext uri="{FF2B5EF4-FFF2-40B4-BE49-F238E27FC236}">
                <a16:creationId xmlns:a16="http://schemas.microsoft.com/office/drawing/2014/main" id="{26129EF7-0B11-4EC2-BCED-4A13B2A07AB3}"/>
              </a:ext>
            </a:extLst>
          </p:cNvPr>
          <p:cNvSpPr>
            <a:spLocks noGrp="1"/>
          </p:cNvSpPr>
          <p:nvPr/>
        </p:nvSpPr>
        <p:spPr>
          <a:xfrm>
            <a:off x="2885486" y="4594839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81" name="anim_to3733_0_1">
            <a:extLst>
              <a:ext uri="{FF2B5EF4-FFF2-40B4-BE49-F238E27FC236}">
                <a16:creationId xmlns:a16="http://schemas.microsoft.com/office/drawing/2014/main" id="{9EC4C095-6D87-47E9-AE1E-878FCE786C4B}"/>
              </a:ext>
            </a:extLst>
          </p:cNvPr>
          <p:cNvSpPr>
            <a:spLocks noGrp="1"/>
          </p:cNvSpPr>
          <p:nvPr/>
        </p:nvSpPr>
        <p:spPr>
          <a:xfrm>
            <a:off x="3461789" y="4594839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82" name="anim_to3739_0_1">
            <a:extLst>
              <a:ext uri="{FF2B5EF4-FFF2-40B4-BE49-F238E27FC236}">
                <a16:creationId xmlns:a16="http://schemas.microsoft.com/office/drawing/2014/main" id="{2E9EC434-A917-4DF8-BED9-9E0FBA6E1C21}"/>
              </a:ext>
            </a:extLst>
          </p:cNvPr>
          <p:cNvSpPr>
            <a:spLocks noGrp="1"/>
          </p:cNvSpPr>
          <p:nvPr/>
        </p:nvSpPr>
        <p:spPr>
          <a:xfrm>
            <a:off x="4038091" y="4594839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83" name="anim_to3745_0_1">
            <a:extLst>
              <a:ext uri="{FF2B5EF4-FFF2-40B4-BE49-F238E27FC236}">
                <a16:creationId xmlns:a16="http://schemas.microsoft.com/office/drawing/2014/main" id="{43E19C11-1039-4596-A4B3-7A88B992F0D5}"/>
              </a:ext>
            </a:extLst>
          </p:cNvPr>
          <p:cNvSpPr>
            <a:spLocks noGrp="1"/>
          </p:cNvSpPr>
          <p:nvPr/>
        </p:nvSpPr>
        <p:spPr>
          <a:xfrm>
            <a:off x="1156579" y="5171142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84" name="anim_to3751_0_1">
            <a:extLst>
              <a:ext uri="{FF2B5EF4-FFF2-40B4-BE49-F238E27FC236}">
                <a16:creationId xmlns:a16="http://schemas.microsoft.com/office/drawing/2014/main" id="{CF8930D6-F737-4355-B5BC-6F85891F3A76}"/>
              </a:ext>
            </a:extLst>
          </p:cNvPr>
          <p:cNvSpPr>
            <a:spLocks noGrp="1"/>
          </p:cNvSpPr>
          <p:nvPr/>
        </p:nvSpPr>
        <p:spPr>
          <a:xfrm>
            <a:off x="1732881" y="5171142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85" name="anim_to3757_0_1">
            <a:extLst>
              <a:ext uri="{FF2B5EF4-FFF2-40B4-BE49-F238E27FC236}">
                <a16:creationId xmlns:a16="http://schemas.microsoft.com/office/drawing/2014/main" id="{837342A9-2586-4638-A009-D8FC9E973F00}"/>
              </a:ext>
            </a:extLst>
          </p:cNvPr>
          <p:cNvSpPr>
            <a:spLocks noGrp="1"/>
          </p:cNvSpPr>
          <p:nvPr/>
        </p:nvSpPr>
        <p:spPr>
          <a:xfrm>
            <a:off x="2309184" y="5171142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86" name="anim_to3763_0_1">
            <a:extLst>
              <a:ext uri="{FF2B5EF4-FFF2-40B4-BE49-F238E27FC236}">
                <a16:creationId xmlns:a16="http://schemas.microsoft.com/office/drawing/2014/main" id="{308F0A2A-1D35-4215-B008-5A78B235C365}"/>
              </a:ext>
            </a:extLst>
          </p:cNvPr>
          <p:cNvSpPr>
            <a:spLocks noGrp="1"/>
          </p:cNvSpPr>
          <p:nvPr/>
        </p:nvSpPr>
        <p:spPr>
          <a:xfrm>
            <a:off x="2885486" y="5171142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87" name="anim_to3769_0_1">
            <a:extLst>
              <a:ext uri="{FF2B5EF4-FFF2-40B4-BE49-F238E27FC236}">
                <a16:creationId xmlns:a16="http://schemas.microsoft.com/office/drawing/2014/main" id="{8953B9C4-A9B4-426E-8A72-9D7F6A30A370}"/>
              </a:ext>
            </a:extLst>
          </p:cNvPr>
          <p:cNvSpPr>
            <a:spLocks noGrp="1"/>
          </p:cNvSpPr>
          <p:nvPr/>
        </p:nvSpPr>
        <p:spPr>
          <a:xfrm>
            <a:off x="3461789" y="5171142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88" name="anim_to3775_0_1">
            <a:extLst>
              <a:ext uri="{FF2B5EF4-FFF2-40B4-BE49-F238E27FC236}">
                <a16:creationId xmlns:a16="http://schemas.microsoft.com/office/drawing/2014/main" id="{93A729E5-735C-4A41-8B67-43ADA0FFA637}"/>
              </a:ext>
            </a:extLst>
          </p:cNvPr>
          <p:cNvSpPr>
            <a:spLocks noGrp="1"/>
          </p:cNvSpPr>
          <p:nvPr/>
        </p:nvSpPr>
        <p:spPr>
          <a:xfrm>
            <a:off x="4038091" y="5171142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220</a:t>
            </a:r>
          </a:p>
        </p:txBody>
      </p:sp>
      <p:sp>
        <p:nvSpPr>
          <p:cNvPr id="89" name="anim_to3780_0_1">
            <a:extLst>
              <a:ext uri="{FF2B5EF4-FFF2-40B4-BE49-F238E27FC236}">
                <a16:creationId xmlns:a16="http://schemas.microsoft.com/office/drawing/2014/main" id="{D1D46120-2991-4D32-901B-E56B9F644353}"/>
              </a:ext>
            </a:extLst>
          </p:cNvPr>
          <p:cNvSpPr>
            <a:spLocks noGrp="1"/>
          </p:cNvSpPr>
          <p:nvPr/>
        </p:nvSpPr>
        <p:spPr>
          <a:xfrm>
            <a:off x="2158759" y="1375856"/>
            <a:ext cx="1362103" cy="6018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79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79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79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Input</a:t>
            </a:r>
          </a:p>
        </p:txBody>
      </p:sp>
      <p:sp>
        <p:nvSpPr>
          <p:cNvPr id="90" name="anim_to3902_0_1">
            <a:extLst>
              <a:ext uri="{FF2B5EF4-FFF2-40B4-BE49-F238E27FC236}">
                <a16:creationId xmlns:a16="http://schemas.microsoft.com/office/drawing/2014/main" id="{4BC12BB9-9BA7-40E9-919B-0E3A30501ED8}"/>
              </a:ext>
            </a:extLst>
          </p:cNvPr>
          <p:cNvSpPr>
            <a:spLocks noGrp="1"/>
          </p:cNvSpPr>
          <p:nvPr/>
        </p:nvSpPr>
        <p:spPr>
          <a:xfrm>
            <a:off x="9249327" y="1952159"/>
            <a:ext cx="1626904" cy="6018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79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79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79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Output</a:t>
            </a:r>
          </a:p>
        </p:txBody>
      </p:sp>
      <p:sp>
        <p:nvSpPr>
          <p:cNvPr id="91" name="anim_to3910_0_1">
            <a:extLst>
              <a:ext uri="{FF2B5EF4-FFF2-40B4-BE49-F238E27FC236}">
                <a16:creationId xmlns:a16="http://schemas.microsoft.com/office/drawing/2014/main" id="{3628DEBB-8AD3-4015-9FF0-2D1D46156613}"/>
              </a:ext>
            </a:extLst>
          </p:cNvPr>
          <p:cNvSpPr>
            <a:spLocks noGrp="1"/>
          </p:cNvSpPr>
          <p:nvPr/>
        </p:nvSpPr>
        <p:spPr>
          <a:xfrm>
            <a:off x="9104800" y="2865931"/>
            <a:ext cx="187050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92" name="anim_to3912_0_1">
            <a:extLst>
              <a:ext uri="{FF2B5EF4-FFF2-40B4-BE49-F238E27FC236}">
                <a16:creationId xmlns:a16="http://schemas.microsoft.com/office/drawing/2014/main" id="{F6391999-8160-429C-9378-BD82A72110A5}"/>
              </a:ext>
            </a:extLst>
          </p:cNvPr>
          <p:cNvSpPr>
            <a:spLocks noGrp="1"/>
          </p:cNvSpPr>
          <p:nvPr/>
        </p:nvSpPr>
        <p:spPr>
          <a:xfrm>
            <a:off x="9681102" y="2865931"/>
            <a:ext cx="187050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93" name="anim_to3914_0_1">
            <a:extLst>
              <a:ext uri="{FF2B5EF4-FFF2-40B4-BE49-F238E27FC236}">
                <a16:creationId xmlns:a16="http://schemas.microsoft.com/office/drawing/2014/main" id="{9A2AE9D9-A4E8-42EB-B7EE-B2BB66839B38}"/>
              </a:ext>
            </a:extLst>
          </p:cNvPr>
          <p:cNvSpPr>
            <a:spLocks noGrp="1"/>
          </p:cNvSpPr>
          <p:nvPr/>
        </p:nvSpPr>
        <p:spPr>
          <a:xfrm>
            <a:off x="10257405" y="2865931"/>
            <a:ext cx="187050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94" name="anim_to3916_0_1">
            <a:extLst>
              <a:ext uri="{FF2B5EF4-FFF2-40B4-BE49-F238E27FC236}">
                <a16:creationId xmlns:a16="http://schemas.microsoft.com/office/drawing/2014/main" id="{0E7354E8-B6C8-4AD7-A255-28149F492055}"/>
              </a:ext>
            </a:extLst>
          </p:cNvPr>
          <p:cNvSpPr>
            <a:spLocks noGrp="1"/>
          </p:cNvSpPr>
          <p:nvPr/>
        </p:nvSpPr>
        <p:spPr>
          <a:xfrm>
            <a:off x="10833707" y="2865931"/>
            <a:ext cx="187050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95" name="anim_to3918_0_1">
            <a:extLst>
              <a:ext uri="{FF2B5EF4-FFF2-40B4-BE49-F238E27FC236}">
                <a16:creationId xmlns:a16="http://schemas.microsoft.com/office/drawing/2014/main" id="{881DB22A-418E-4477-AC68-00C2343AA523}"/>
              </a:ext>
            </a:extLst>
          </p:cNvPr>
          <p:cNvSpPr>
            <a:spLocks noGrp="1"/>
          </p:cNvSpPr>
          <p:nvPr/>
        </p:nvSpPr>
        <p:spPr>
          <a:xfrm>
            <a:off x="8955849" y="3442234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480</a:t>
            </a:r>
          </a:p>
        </p:txBody>
      </p:sp>
      <p:sp>
        <p:nvSpPr>
          <p:cNvPr id="96" name="anim_to3922_0_1">
            <a:extLst>
              <a:ext uri="{FF2B5EF4-FFF2-40B4-BE49-F238E27FC236}">
                <a16:creationId xmlns:a16="http://schemas.microsoft.com/office/drawing/2014/main" id="{8CD5EDB4-AB0B-43D3-930D-518B190D57B3}"/>
              </a:ext>
            </a:extLst>
          </p:cNvPr>
          <p:cNvSpPr>
            <a:spLocks noGrp="1"/>
          </p:cNvSpPr>
          <p:nvPr/>
        </p:nvSpPr>
        <p:spPr>
          <a:xfrm>
            <a:off x="9532152" y="3442234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480</a:t>
            </a:r>
          </a:p>
        </p:txBody>
      </p:sp>
      <p:sp>
        <p:nvSpPr>
          <p:cNvPr id="97" name="anim_to3926_0_1">
            <a:extLst>
              <a:ext uri="{FF2B5EF4-FFF2-40B4-BE49-F238E27FC236}">
                <a16:creationId xmlns:a16="http://schemas.microsoft.com/office/drawing/2014/main" id="{5199CA78-2889-41CC-8131-4D2CA48EE477}"/>
              </a:ext>
            </a:extLst>
          </p:cNvPr>
          <p:cNvSpPr>
            <a:spLocks noGrp="1"/>
          </p:cNvSpPr>
          <p:nvPr/>
        </p:nvSpPr>
        <p:spPr>
          <a:xfrm>
            <a:off x="10108454" y="3442234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480</a:t>
            </a:r>
          </a:p>
        </p:txBody>
      </p:sp>
      <p:sp>
        <p:nvSpPr>
          <p:cNvPr id="98" name="anim_to3930_0_1">
            <a:extLst>
              <a:ext uri="{FF2B5EF4-FFF2-40B4-BE49-F238E27FC236}">
                <a16:creationId xmlns:a16="http://schemas.microsoft.com/office/drawing/2014/main" id="{A1C5C3E2-0E93-49A1-9502-34E1E3EBFA35}"/>
              </a:ext>
            </a:extLst>
          </p:cNvPr>
          <p:cNvSpPr>
            <a:spLocks noGrp="1"/>
          </p:cNvSpPr>
          <p:nvPr/>
        </p:nvSpPr>
        <p:spPr>
          <a:xfrm>
            <a:off x="10684757" y="3442234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480</a:t>
            </a:r>
          </a:p>
        </p:txBody>
      </p:sp>
      <p:sp>
        <p:nvSpPr>
          <p:cNvPr id="99" name="anim_to3934_0_1">
            <a:extLst>
              <a:ext uri="{FF2B5EF4-FFF2-40B4-BE49-F238E27FC236}">
                <a16:creationId xmlns:a16="http://schemas.microsoft.com/office/drawing/2014/main" id="{31D8B1E8-BB03-4549-A7FC-B12195D55E6F}"/>
              </a:ext>
            </a:extLst>
          </p:cNvPr>
          <p:cNvSpPr>
            <a:spLocks noGrp="1"/>
          </p:cNvSpPr>
          <p:nvPr/>
        </p:nvSpPr>
        <p:spPr>
          <a:xfrm>
            <a:off x="8955849" y="4018537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480</a:t>
            </a:r>
          </a:p>
        </p:txBody>
      </p:sp>
      <p:sp>
        <p:nvSpPr>
          <p:cNvPr id="100" name="anim_to3938_0_1">
            <a:extLst>
              <a:ext uri="{FF2B5EF4-FFF2-40B4-BE49-F238E27FC236}">
                <a16:creationId xmlns:a16="http://schemas.microsoft.com/office/drawing/2014/main" id="{19618BC5-3D96-4389-B3F5-1D57BAF32B75}"/>
              </a:ext>
            </a:extLst>
          </p:cNvPr>
          <p:cNvSpPr>
            <a:spLocks noGrp="1"/>
          </p:cNvSpPr>
          <p:nvPr/>
        </p:nvSpPr>
        <p:spPr>
          <a:xfrm>
            <a:off x="9532152" y="4018537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480</a:t>
            </a:r>
          </a:p>
        </p:txBody>
      </p:sp>
      <p:sp>
        <p:nvSpPr>
          <p:cNvPr id="101" name="anim_to3942_0_1">
            <a:extLst>
              <a:ext uri="{FF2B5EF4-FFF2-40B4-BE49-F238E27FC236}">
                <a16:creationId xmlns:a16="http://schemas.microsoft.com/office/drawing/2014/main" id="{740954A8-8545-4E26-AB96-8956CCA16A37}"/>
              </a:ext>
            </a:extLst>
          </p:cNvPr>
          <p:cNvSpPr>
            <a:spLocks noGrp="1"/>
          </p:cNvSpPr>
          <p:nvPr/>
        </p:nvSpPr>
        <p:spPr>
          <a:xfrm>
            <a:off x="10108454" y="4018537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480</a:t>
            </a:r>
          </a:p>
        </p:txBody>
      </p:sp>
      <p:sp>
        <p:nvSpPr>
          <p:cNvPr id="102" name="anim_to3946_0_1">
            <a:extLst>
              <a:ext uri="{FF2B5EF4-FFF2-40B4-BE49-F238E27FC236}">
                <a16:creationId xmlns:a16="http://schemas.microsoft.com/office/drawing/2014/main" id="{7E41AA07-142A-4023-8F17-85BA3D7CEA28}"/>
              </a:ext>
            </a:extLst>
          </p:cNvPr>
          <p:cNvSpPr>
            <a:spLocks noGrp="1"/>
          </p:cNvSpPr>
          <p:nvPr/>
        </p:nvSpPr>
        <p:spPr>
          <a:xfrm>
            <a:off x="10684757" y="4018537"/>
            <a:ext cx="484951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480</a:t>
            </a:r>
          </a:p>
        </p:txBody>
      </p:sp>
      <p:sp>
        <p:nvSpPr>
          <p:cNvPr id="103" name="anim_to3950_0_1">
            <a:extLst>
              <a:ext uri="{FF2B5EF4-FFF2-40B4-BE49-F238E27FC236}">
                <a16:creationId xmlns:a16="http://schemas.microsoft.com/office/drawing/2014/main" id="{6A765F8F-FE19-45D4-B44D-953DBF6464C4}"/>
              </a:ext>
            </a:extLst>
          </p:cNvPr>
          <p:cNvSpPr>
            <a:spLocks noGrp="1"/>
          </p:cNvSpPr>
          <p:nvPr/>
        </p:nvSpPr>
        <p:spPr>
          <a:xfrm>
            <a:off x="9104800" y="4594839"/>
            <a:ext cx="187050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04" name="anim_to3952_0_1">
            <a:extLst>
              <a:ext uri="{FF2B5EF4-FFF2-40B4-BE49-F238E27FC236}">
                <a16:creationId xmlns:a16="http://schemas.microsoft.com/office/drawing/2014/main" id="{54B967CE-7832-4766-AE98-D267FEA97FEE}"/>
              </a:ext>
            </a:extLst>
          </p:cNvPr>
          <p:cNvSpPr>
            <a:spLocks noGrp="1"/>
          </p:cNvSpPr>
          <p:nvPr/>
        </p:nvSpPr>
        <p:spPr>
          <a:xfrm>
            <a:off x="9681102" y="4594839"/>
            <a:ext cx="187050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05" name="anim_to3954_0_1">
            <a:extLst>
              <a:ext uri="{FF2B5EF4-FFF2-40B4-BE49-F238E27FC236}">
                <a16:creationId xmlns:a16="http://schemas.microsoft.com/office/drawing/2014/main" id="{D0E477AA-070C-4AED-9D7B-240CF16B9260}"/>
              </a:ext>
            </a:extLst>
          </p:cNvPr>
          <p:cNvSpPr>
            <a:spLocks noGrp="1"/>
          </p:cNvSpPr>
          <p:nvPr/>
        </p:nvSpPr>
        <p:spPr>
          <a:xfrm>
            <a:off x="10257405" y="4594839"/>
            <a:ext cx="187050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06" name="anim_to3956_0_1">
            <a:extLst>
              <a:ext uri="{FF2B5EF4-FFF2-40B4-BE49-F238E27FC236}">
                <a16:creationId xmlns:a16="http://schemas.microsoft.com/office/drawing/2014/main" id="{093AF120-02A3-4664-92F4-1A2EB29255A9}"/>
              </a:ext>
            </a:extLst>
          </p:cNvPr>
          <p:cNvSpPr>
            <a:spLocks noGrp="1"/>
          </p:cNvSpPr>
          <p:nvPr/>
        </p:nvSpPr>
        <p:spPr>
          <a:xfrm>
            <a:off x="10833707" y="4594839"/>
            <a:ext cx="187050" cy="3385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32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132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07" name="anim_o3787_1">
            <a:extLst>
              <a:ext uri="{FF2B5EF4-FFF2-40B4-BE49-F238E27FC236}">
                <a16:creationId xmlns:a16="http://schemas.microsoft.com/office/drawing/2014/main" id="{ACE9A946-060B-439C-A3C9-18E00B8E1C56}"/>
              </a:ext>
            </a:extLst>
          </p:cNvPr>
          <p:cNvSpPr>
            <a:spLocks noGrp="1"/>
          </p:cNvSpPr>
          <p:nvPr/>
        </p:nvSpPr>
        <p:spPr>
          <a:xfrm>
            <a:off x="2830286" y="3899647"/>
            <a:ext cx="576303" cy="576303"/>
          </a:xfrm>
          <a:prstGeom prst="rect">
            <a:avLst/>
          </a:prstGeom>
          <a:solidFill>
            <a:srgbClr val="FF862F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8" name="anim_o3792_1">
            <a:extLst>
              <a:ext uri="{FF2B5EF4-FFF2-40B4-BE49-F238E27FC236}">
                <a16:creationId xmlns:a16="http://schemas.microsoft.com/office/drawing/2014/main" id="{C1C139FE-36DD-4956-81EF-3D6E5AE5662E}"/>
              </a:ext>
            </a:extLst>
          </p:cNvPr>
          <p:cNvSpPr>
            <a:spLocks noGrp="1"/>
          </p:cNvSpPr>
          <p:nvPr/>
        </p:nvSpPr>
        <p:spPr>
          <a:xfrm>
            <a:off x="3406588" y="3899647"/>
            <a:ext cx="576303" cy="576303"/>
          </a:xfrm>
          <a:prstGeom prst="rect">
            <a:avLst/>
          </a:prstGeom>
          <a:solidFill>
            <a:srgbClr val="FF862F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9" name="anim_o3797_1">
            <a:extLst>
              <a:ext uri="{FF2B5EF4-FFF2-40B4-BE49-F238E27FC236}">
                <a16:creationId xmlns:a16="http://schemas.microsoft.com/office/drawing/2014/main" id="{362452F0-EECE-42A2-B6F3-B64674C79474}"/>
              </a:ext>
            </a:extLst>
          </p:cNvPr>
          <p:cNvSpPr>
            <a:spLocks noGrp="1"/>
          </p:cNvSpPr>
          <p:nvPr/>
        </p:nvSpPr>
        <p:spPr>
          <a:xfrm>
            <a:off x="3982891" y="3899647"/>
            <a:ext cx="576303" cy="576303"/>
          </a:xfrm>
          <a:prstGeom prst="rect">
            <a:avLst/>
          </a:prstGeom>
          <a:solidFill>
            <a:srgbClr val="FF862F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0" name="anim_o3802_1">
            <a:extLst>
              <a:ext uri="{FF2B5EF4-FFF2-40B4-BE49-F238E27FC236}">
                <a16:creationId xmlns:a16="http://schemas.microsoft.com/office/drawing/2014/main" id="{411E49B9-8ADD-4268-9A79-BB2E7A1CCBBE}"/>
              </a:ext>
            </a:extLst>
          </p:cNvPr>
          <p:cNvSpPr>
            <a:spLocks noGrp="1"/>
          </p:cNvSpPr>
          <p:nvPr/>
        </p:nvSpPr>
        <p:spPr>
          <a:xfrm>
            <a:off x="2830286" y="4475950"/>
            <a:ext cx="576303" cy="576303"/>
          </a:xfrm>
          <a:prstGeom prst="rect">
            <a:avLst/>
          </a:prstGeom>
          <a:solidFill>
            <a:srgbClr val="FF862F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1" name="anim_o3806_1">
            <a:extLst>
              <a:ext uri="{FF2B5EF4-FFF2-40B4-BE49-F238E27FC236}">
                <a16:creationId xmlns:a16="http://schemas.microsoft.com/office/drawing/2014/main" id="{78D2F3DB-745C-4D6E-9D63-689145560042}"/>
              </a:ext>
            </a:extLst>
          </p:cNvPr>
          <p:cNvSpPr>
            <a:spLocks noGrp="1"/>
          </p:cNvSpPr>
          <p:nvPr/>
        </p:nvSpPr>
        <p:spPr>
          <a:xfrm>
            <a:off x="3406588" y="4475950"/>
            <a:ext cx="576303" cy="576303"/>
          </a:xfrm>
          <a:prstGeom prst="rect">
            <a:avLst/>
          </a:prstGeom>
          <a:solidFill>
            <a:srgbClr val="FF862F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2" name="anim_o3810_1">
            <a:extLst>
              <a:ext uri="{FF2B5EF4-FFF2-40B4-BE49-F238E27FC236}">
                <a16:creationId xmlns:a16="http://schemas.microsoft.com/office/drawing/2014/main" id="{C49BC676-7AA0-4BB5-8DBF-D581D4386784}"/>
              </a:ext>
            </a:extLst>
          </p:cNvPr>
          <p:cNvSpPr>
            <a:spLocks noGrp="1"/>
          </p:cNvSpPr>
          <p:nvPr/>
        </p:nvSpPr>
        <p:spPr>
          <a:xfrm>
            <a:off x="3982891" y="4475950"/>
            <a:ext cx="576303" cy="576303"/>
          </a:xfrm>
          <a:prstGeom prst="rect">
            <a:avLst/>
          </a:prstGeom>
          <a:solidFill>
            <a:srgbClr val="FF862F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3" name="anim_o3814_1">
            <a:extLst>
              <a:ext uri="{FF2B5EF4-FFF2-40B4-BE49-F238E27FC236}">
                <a16:creationId xmlns:a16="http://schemas.microsoft.com/office/drawing/2014/main" id="{56440E31-DDD9-4AA8-AD92-D87BDE70B69C}"/>
              </a:ext>
            </a:extLst>
          </p:cNvPr>
          <p:cNvSpPr>
            <a:spLocks noGrp="1"/>
          </p:cNvSpPr>
          <p:nvPr/>
        </p:nvSpPr>
        <p:spPr>
          <a:xfrm>
            <a:off x="2830286" y="5052252"/>
            <a:ext cx="576303" cy="576303"/>
          </a:xfrm>
          <a:prstGeom prst="rect">
            <a:avLst/>
          </a:prstGeom>
          <a:solidFill>
            <a:srgbClr val="FF862F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4" name="anim_o3818_1">
            <a:extLst>
              <a:ext uri="{FF2B5EF4-FFF2-40B4-BE49-F238E27FC236}">
                <a16:creationId xmlns:a16="http://schemas.microsoft.com/office/drawing/2014/main" id="{1D6D9BE7-B266-4122-983B-4272FC7D19F8}"/>
              </a:ext>
            </a:extLst>
          </p:cNvPr>
          <p:cNvSpPr>
            <a:spLocks noGrp="1"/>
          </p:cNvSpPr>
          <p:nvPr/>
        </p:nvSpPr>
        <p:spPr>
          <a:xfrm>
            <a:off x="3406588" y="5052252"/>
            <a:ext cx="576303" cy="576303"/>
          </a:xfrm>
          <a:prstGeom prst="rect">
            <a:avLst/>
          </a:prstGeom>
          <a:solidFill>
            <a:srgbClr val="FF862F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5" name="anim_o3822_1">
            <a:extLst>
              <a:ext uri="{FF2B5EF4-FFF2-40B4-BE49-F238E27FC236}">
                <a16:creationId xmlns:a16="http://schemas.microsoft.com/office/drawing/2014/main" id="{7FDB0409-EF0A-4743-8864-7EDCD201579B}"/>
              </a:ext>
            </a:extLst>
          </p:cNvPr>
          <p:cNvSpPr>
            <a:spLocks noGrp="1"/>
          </p:cNvSpPr>
          <p:nvPr/>
        </p:nvSpPr>
        <p:spPr>
          <a:xfrm>
            <a:off x="3982891" y="5052252"/>
            <a:ext cx="576303" cy="576303"/>
          </a:xfrm>
          <a:prstGeom prst="rect">
            <a:avLst/>
          </a:prstGeom>
          <a:solidFill>
            <a:srgbClr val="FF862F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6" name="anim_to3788_0_1">
            <a:extLst>
              <a:ext uri="{FF2B5EF4-FFF2-40B4-BE49-F238E27FC236}">
                <a16:creationId xmlns:a16="http://schemas.microsoft.com/office/drawing/2014/main" id="{C8BBAFE2-97D1-409D-96EA-99AF68FDD20C}"/>
              </a:ext>
            </a:extLst>
          </p:cNvPr>
          <p:cNvSpPr>
            <a:spLocks noGrp="1"/>
          </p:cNvSpPr>
          <p:nvPr/>
        </p:nvSpPr>
        <p:spPr>
          <a:xfrm>
            <a:off x="2943412" y="3999730"/>
            <a:ext cx="369101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17" name="anim_to3793_0_1">
            <a:extLst>
              <a:ext uri="{FF2B5EF4-FFF2-40B4-BE49-F238E27FC236}">
                <a16:creationId xmlns:a16="http://schemas.microsoft.com/office/drawing/2014/main" id="{34BB39E6-4CB7-43F2-A1E1-025F618BBD37}"/>
              </a:ext>
            </a:extLst>
          </p:cNvPr>
          <p:cNvSpPr>
            <a:spLocks noGrp="1"/>
          </p:cNvSpPr>
          <p:nvPr/>
        </p:nvSpPr>
        <p:spPr>
          <a:xfrm>
            <a:off x="3519714" y="3999730"/>
            <a:ext cx="369101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18" name="anim_to3798_0_1">
            <a:extLst>
              <a:ext uri="{FF2B5EF4-FFF2-40B4-BE49-F238E27FC236}">
                <a16:creationId xmlns:a16="http://schemas.microsoft.com/office/drawing/2014/main" id="{2E311B56-3E34-49DD-81DE-37449CE71D67}"/>
              </a:ext>
            </a:extLst>
          </p:cNvPr>
          <p:cNvSpPr>
            <a:spLocks noGrp="1"/>
          </p:cNvSpPr>
          <p:nvPr/>
        </p:nvSpPr>
        <p:spPr>
          <a:xfrm>
            <a:off x="4096017" y="3999730"/>
            <a:ext cx="369101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19" name="anim_to3803_0_1">
            <a:extLst>
              <a:ext uri="{FF2B5EF4-FFF2-40B4-BE49-F238E27FC236}">
                <a16:creationId xmlns:a16="http://schemas.microsoft.com/office/drawing/2014/main" id="{86D42CF1-CFC0-41FF-AEDF-67FE5119BE63}"/>
              </a:ext>
            </a:extLst>
          </p:cNvPr>
          <p:cNvSpPr>
            <a:spLocks noGrp="1"/>
          </p:cNvSpPr>
          <p:nvPr/>
        </p:nvSpPr>
        <p:spPr>
          <a:xfrm>
            <a:off x="3026162" y="4576032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20" name="anim_to3807_0_1">
            <a:extLst>
              <a:ext uri="{FF2B5EF4-FFF2-40B4-BE49-F238E27FC236}">
                <a16:creationId xmlns:a16="http://schemas.microsoft.com/office/drawing/2014/main" id="{758A8AFE-FA1D-4DD4-BAAC-84E3019643AC}"/>
              </a:ext>
            </a:extLst>
          </p:cNvPr>
          <p:cNvSpPr>
            <a:spLocks noGrp="1"/>
          </p:cNvSpPr>
          <p:nvPr/>
        </p:nvSpPr>
        <p:spPr>
          <a:xfrm>
            <a:off x="3602464" y="4576032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21" name="anim_to3811_0_1">
            <a:extLst>
              <a:ext uri="{FF2B5EF4-FFF2-40B4-BE49-F238E27FC236}">
                <a16:creationId xmlns:a16="http://schemas.microsoft.com/office/drawing/2014/main" id="{2CD94A5D-C5F3-4A49-B7C2-8271771AEDBF}"/>
              </a:ext>
            </a:extLst>
          </p:cNvPr>
          <p:cNvSpPr>
            <a:spLocks noGrp="1"/>
          </p:cNvSpPr>
          <p:nvPr/>
        </p:nvSpPr>
        <p:spPr>
          <a:xfrm>
            <a:off x="4178767" y="4576032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22" name="anim_to3815_0_1">
            <a:extLst>
              <a:ext uri="{FF2B5EF4-FFF2-40B4-BE49-F238E27FC236}">
                <a16:creationId xmlns:a16="http://schemas.microsoft.com/office/drawing/2014/main" id="{4073F255-6565-4BD8-AB86-8E0F130DB971}"/>
              </a:ext>
            </a:extLst>
          </p:cNvPr>
          <p:cNvSpPr>
            <a:spLocks noGrp="1"/>
          </p:cNvSpPr>
          <p:nvPr/>
        </p:nvSpPr>
        <p:spPr>
          <a:xfrm>
            <a:off x="3026162" y="5152335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23" name="anim_to3819_0_1">
            <a:extLst>
              <a:ext uri="{FF2B5EF4-FFF2-40B4-BE49-F238E27FC236}">
                <a16:creationId xmlns:a16="http://schemas.microsoft.com/office/drawing/2014/main" id="{7685CADA-5137-4768-9DA9-9D508F6B4EDA}"/>
              </a:ext>
            </a:extLst>
          </p:cNvPr>
          <p:cNvSpPr>
            <a:spLocks noGrp="1"/>
          </p:cNvSpPr>
          <p:nvPr/>
        </p:nvSpPr>
        <p:spPr>
          <a:xfrm>
            <a:off x="3602464" y="5152335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24" name="anim_to3823_0_1">
            <a:extLst>
              <a:ext uri="{FF2B5EF4-FFF2-40B4-BE49-F238E27FC236}">
                <a16:creationId xmlns:a16="http://schemas.microsoft.com/office/drawing/2014/main" id="{6BE70F00-D134-4CD1-BB54-3D3A235C9D5F}"/>
              </a:ext>
            </a:extLst>
          </p:cNvPr>
          <p:cNvSpPr>
            <a:spLocks noGrp="1"/>
          </p:cNvSpPr>
          <p:nvPr/>
        </p:nvSpPr>
        <p:spPr>
          <a:xfrm>
            <a:off x="4178767" y="5152335"/>
            <a:ext cx="203600" cy="37613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69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69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25" name="anim_o3787_2">
            <a:extLst>
              <a:ext uri="{FF2B5EF4-FFF2-40B4-BE49-F238E27FC236}">
                <a16:creationId xmlns:a16="http://schemas.microsoft.com/office/drawing/2014/main" id="{A56B2CE0-18DF-4940-AB5D-56128EF3BD72}"/>
              </a:ext>
            </a:extLst>
          </p:cNvPr>
          <p:cNvSpPr>
            <a:spLocks noGrp="1"/>
          </p:cNvSpPr>
          <p:nvPr/>
        </p:nvSpPr>
        <p:spPr>
          <a:xfrm>
            <a:off x="2830286" y="3899647"/>
            <a:ext cx="576303" cy="576303"/>
          </a:xfrm>
          <a:prstGeom prst="rect">
            <a:avLst/>
          </a:prstGeom>
          <a:solidFill>
            <a:srgbClr val="FF862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6" name="anim_o3792_2">
            <a:extLst>
              <a:ext uri="{FF2B5EF4-FFF2-40B4-BE49-F238E27FC236}">
                <a16:creationId xmlns:a16="http://schemas.microsoft.com/office/drawing/2014/main" id="{DB3AFB0B-E785-4AEE-AB18-96B41DB33183}"/>
              </a:ext>
            </a:extLst>
          </p:cNvPr>
          <p:cNvSpPr>
            <a:spLocks noGrp="1"/>
          </p:cNvSpPr>
          <p:nvPr/>
        </p:nvSpPr>
        <p:spPr>
          <a:xfrm>
            <a:off x="3406588" y="3899647"/>
            <a:ext cx="576303" cy="576303"/>
          </a:xfrm>
          <a:prstGeom prst="rect">
            <a:avLst/>
          </a:prstGeom>
          <a:solidFill>
            <a:srgbClr val="FF862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7" name="anim_o3797_2">
            <a:extLst>
              <a:ext uri="{FF2B5EF4-FFF2-40B4-BE49-F238E27FC236}">
                <a16:creationId xmlns:a16="http://schemas.microsoft.com/office/drawing/2014/main" id="{C3E8A1AE-7C62-4C98-93B4-56FFA562A7AD}"/>
              </a:ext>
            </a:extLst>
          </p:cNvPr>
          <p:cNvSpPr>
            <a:spLocks noGrp="1"/>
          </p:cNvSpPr>
          <p:nvPr/>
        </p:nvSpPr>
        <p:spPr>
          <a:xfrm>
            <a:off x="3982891" y="3899647"/>
            <a:ext cx="576303" cy="576303"/>
          </a:xfrm>
          <a:prstGeom prst="rect">
            <a:avLst/>
          </a:prstGeom>
          <a:solidFill>
            <a:srgbClr val="FF862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8" name="anim_o3802_2">
            <a:extLst>
              <a:ext uri="{FF2B5EF4-FFF2-40B4-BE49-F238E27FC236}">
                <a16:creationId xmlns:a16="http://schemas.microsoft.com/office/drawing/2014/main" id="{33B20CFF-7511-4C55-A8B2-C1818C3463CA}"/>
              </a:ext>
            </a:extLst>
          </p:cNvPr>
          <p:cNvSpPr>
            <a:spLocks noGrp="1"/>
          </p:cNvSpPr>
          <p:nvPr/>
        </p:nvSpPr>
        <p:spPr>
          <a:xfrm>
            <a:off x="2830286" y="4475950"/>
            <a:ext cx="576303" cy="576303"/>
          </a:xfrm>
          <a:prstGeom prst="rect">
            <a:avLst/>
          </a:prstGeom>
          <a:solidFill>
            <a:srgbClr val="FF862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9" name="anim_o3806_2">
            <a:extLst>
              <a:ext uri="{FF2B5EF4-FFF2-40B4-BE49-F238E27FC236}">
                <a16:creationId xmlns:a16="http://schemas.microsoft.com/office/drawing/2014/main" id="{D03A669F-35BE-4DA7-96A4-A5DDD71C523B}"/>
              </a:ext>
            </a:extLst>
          </p:cNvPr>
          <p:cNvSpPr>
            <a:spLocks noGrp="1"/>
          </p:cNvSpPr>
          <p:nvPr/>
        </p:nvSpPr>
        <p:spPr>
          <a:xfrm>
            <a:off x="3406588" y="4475950"/>
            <a:ext cx="576303" cy="576303"/>
          </a:xfrm>
          <a:prstGeom prst="rect">
            <a:avLst/>
          </a:prstGeom>
          <a:solidFill>
            <a:srgbClr val="FF862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0" name="anim_o3810_2">
            <a:extLst>
              <a:ext uri="{FF2B5EF4-FFF2-40B4-BE49-F238E27FC236}">
                <a16:creationId xmlns:a16="http://schemas.microsoft.com/office/drawing/2014/main" id="{C93AFD15-23CA-4A6E-BD66-C5D835BA01E5}"/>
              </a:ext>
            </a:extLst>
          </p:cNvPr>
          <p:cNvSpPr>
            <a:spLocks noGrp="1"/>
          </p:cNvSpPr>
          <p:nvPr/>
        </p:nvSpPr>
        <p:spPr>
          <a:xfrm>
            <a:off x="3982891" y="4475950"/>
            <a:ext cx="576303" cy="576303"/>
          </a:xfrm>
          <a:prstGeom prst="rect">
            <a:avLst/>
          </a:prstGeom>
          <a:solidFill>
            <a:srgbClr val="FF862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1" name="anim_o3814_2">
            <a:extLst>
              <a:ext uri="{FF2B5EF4-FFF2-40B4-BE49-F238E27FC236}">
                <a16:creationId xmlns:a16="http://schemas.microsoft.com/office/drawing/2014/main" id="{0BCC4149-1BD8-4D6C-80B1-4C6D1B9081CE}"/>
              </a:ext>
            </a:extLst>
          </p:cNvPr>
          <p:cNvSpPr>
            <a:spLocks noGrp="1"/>
          </p:cNvSpPr>
          <p:nvPr/>
        </p:nvSpPr>
        <p:spPr>
          <a:xfrm>
            <a:off x="2830286" y="5052252"/>
            <a:ext cx="576303" cy="576303"/>
          </a:xfrm>
          <a:prstGeom prst="rect">
            <a:avLst/>
          </a:prstGeom>
          <a:solidFill>
            <a:srgbClr val="FF862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2" name="anim_o3818_2">
            <a:extLst>
              <a:ext uri="{FF2B5EF4-FFF2-40B4-BE49-F238E27FC236}">
                <a16:creationId xmlns:a16="http://schemas.microsoft.com/office/drawing/2014/main" id="{7ABF81E9-E866-4ADE-AA1B-71520829B0FD}"/>
              </a:ext>
            </a:extLst>
          </p:cNvPr>
          <p:cNvSpPr>
            <a:spLocks noGrp="1"/>
          </p:cNvSpPr>
          <p:nvPr/>
        </p:nvSpPr>
        <p:spPr>
          <a:xfrm>
            <a:off x="3406588" y="5052252"/>
            <a:ext cx="576303" cy="576303"/>
          </a:xfrm>
          <a:prstGeom prst="rect">
            <a:avLst/>
          </a:prstGeom>
          <a:solidFill>
            <a:srgbClr val="FF862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3" name="anim_o3822_2">
            <a:extLst>
              <a:ext uri="{FF2B5EF4-FFF2-40B4-BE49-F238E27FC236}">
                <a16:creationId xmlns:a16="http://schemas.microsoft.com/office/drawing/2014/main" id="{95C95192-DE2A-4F24-A75E-735E2CDFA257}"/>
              </a:ext>
            </a:extLst>
          </p:cNvPr>
          <p:cNvSpPr>
            <a:spLocks noGrp="1"/>
          </p:cNvSpPr>
          <p:nvPr/>
        </p:nvSpPr>
        <p:spPr>
          <a:xfrm>
            <a:off x="3982891" y="5052252"/>
            <a:ext cx="576303" cy="576303"/>
          </a:xfrm>
          <a:prstGeom prst="rect">
            <a:avLst/>
          </a:prstGeom>
          <a:solidFill>
            <a:srgbClr val="FF862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4" name="anim_to3827_0_1">
            <a:extLst>
              <a:ext uri="{FF2B5EF4-FFF2-40B4-BE49-F238E27FC236}">
                <a16:creationId xmlns:a16="http://schemas.microsoft.com/office/drawing/2014/main" id="{7E2FC372-C99B-4A4F-8A6F-A41DD2AA497D}"/>
              </a:ext>
            </a:extLst>
          </p:cNvPr>
          <p:cNvSpPr>
            <a:spLocks noGrp="1"/>
          </p:cNvSpPr>
          <p:nvPr/>
        </p:nvSpPr>
        <p:spPr>
          <a:xfrm>
            <a:off x="5029920" y="3531807"/>
            <a:ext cx="288231" cy="7356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*</a:t>
            </a:r>
          </a:p>
        </p:txBody>
      </p:sp>
      <p:sp>
        <p:nvSpPr>
          <p:cNvPr id="135" name="anim_to3899_0_1">
            <a:extLst>
              <a:ext uri="{FF2B5EF4-FFF2-40B4-BE49-F238E27FC236}">
                <a16:creationId xmlns:a16="http://schemas.microsoft.com/office/drawing/2014/main" id="{C3D5FB75-CB1F-400E-826B-AC1C80B520DA}"/>
              </a:ext>
            </a:extLst>
          </p:cNvPr>
          <p:cNvSpPr>
            <a:spLocks noGrp="1"/>
          </p:cNvSpPr>
          <p:nvPr/>
        </p:nvSpPr>
        <p:spPr>
          <a:xfrm>
            <a:off x="7969463" y="3531807"/>
            <a:ext cx="479508" cy="7356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63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136" name="anim_to3830_0_1">
            <a:extLst>
              <a:ext uri="{FF2B5EF4-FFF2-40B4-BE49-F238E27FC236}">
                <a16:creationId xmlns:a16="http://schemas.microsoft.com/office/drawing/2014/main" id="{451B8A43-C775-446E-B1A5-931AB46F3608}"/>
              </a:ext>
            </a:extLst>
          </p:cNvPr>
          <p:cNvSpPr>
            <a:spLocks noGrp="1"/>
          </p:cNvSpPr>
          <p:nvPr/>
        </p:nvSpPr>
        <p:spPr>
          <a:xfrm>
            <a:off x="5549005" y="1909998"/>
            <a:ext cx="2189605" cy="4889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0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80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pPr>
            <a:r>
              <a:rPr sz="3080" b="1">
                <a:solidFill>
                  <a:srgbClr val="FF862F"/>
                </a:solidFill>
                <a:latin typeface="Consolas"/>
                <a:ea typeface="Consolas"/>
                <a:cs typeface="Consolas"/>
              </a:rPr>
              <a:t>Horizontal</a:t>
            </a:r>
          </a:p>
        </p:txBody>
      </p:sp>
      <p:sp>
        <p:nvSpPr>
          <p:cNvPr id="137" name="anim_to3830_1_1">
            <a:extLst>
              <a:ext uri="{FF2B5EF4-FFF2-40B4-BE49-F238E27FC236}">
                <a16:creationId xmlns:a16="http://schemas.microsoft.com/office/drawing/2014/main" id="{84CF1E4E-B394-48AC-BB50-4E8674DECC09}"/>
              </a:ext>
            </a:extLst>
          </p:cNvPr>
          <p:cNvSpPr>
            <a:spLocks noGrp="1"/>
          </p:cNvSpPr>
          <p:nvPr/>
        </p:nvSpPr>
        <p:spPr>
          <a:xfrm>
            <a:off x="5979306" y="2359858"/>
            <a:ext cx="1329003" cy="4889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0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80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pPr>
            <a:r>
              <a:rPr sz="3080" b="1">
                <a:solidFill>
                  <a:srgbClr val="FF862F"/>
                </a:solidFill>
                <a:latin typeface="Consolas"/>
                <a:ea typeface="Consolas"/>
                <a:cs typeface="Consolas"/>
              </a:rPr>
              <a:t>Filter</a:t>
            </a:r>
          </a:p>
        </p:txBody>
      </p:sp>
      <p:sp>
        <p:nvSpPr>
          <p:cNvPr id="138" name="anim_o3984_1">
            <a:extLst>
              <a:ext uri="{FF2B5EF4-FFF2-40B4-BE49-F238E27FC236}">
                <a16:creationId xmlns:a16="http://schemas.microsoft.com/office/drawing/2014/main" id="{1F9F0088-E0C1-45D6-97FA-86E54A1A9B19}"/>
              </a:ext>
            </a:extLst>
          </p:cNvPr>
          <p:cNvSpPr>
            <a:spLocks noGrp="1"/>
          </p:cNvSpPr>
          <p:nvPr/>
        </p:nvSpPr>
        <p:spPr>
          <a:xfrm>
            <a:off x="2379266" y="4731945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9" name="anim_o3985_1">
            <a:extLst>
              <a:ext uri="{FF2B5EF4-FFF2-40B4-BE49-F238E27FC236}">
                <a16:creationId xmlns:a16="http://schemas.microsoft.com/office/drawing/2014/main" id="{CB2EFE45-3F5A-4CD0-A7D6-A60CBA73D8FA}"/>
              </a:ext>
            </a:extLst>
          </p:cNvPr>
          <p:cNvSpPr>
            <a:spLocks noGrp="1"/>
          </p:cNvSpPr>
          <p:nvPr/>
        </p:nvSpPr>
        <p:spPr>
          <a:xfrm>
            <a:off x="2671594" y="4731945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0" name="anim_o3986_1">
            <a:extLst>
              <a:ext uri="{FF2B5EF4-FFF2-40B4-BE49-F238E27FC236}">
                <a16:creationId xmlns:a16="http://schemas.microsoft.com/office/drawing/2014/main" id="{A0BACBFA-3E16-4D42-9A15-9ABD00201B7F}"/>
              </a:ext>
            </a:extLst>
          </p:cNvPr>
          <p:cNvSpPr>
            <a:spLocks noGrp="1"/>
          </p:cNvSpPr>
          <p:nvPr/>
        </p:nvSpPr>
        <p:spPr>
          <a:xfrm>
            <a:off x="2963921" y="4731945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1" name="anim_o3987_1">
            <a:extLst>
              <a:ext uri="{FF2B5EF4-FFF2-40B4-BE49-F238E27FC236}">
                <a16:creationId xmlns:a16="http://schemas.microsoft.com/office/drawing/2014/main" id="{8C0F4F3F-FC9C-435F-81C0-67F1F1F688FD}"/>
              </a:ext>
            </a:extLst>
          </p:cNvPr>
          <p:cNvSpPr>
            <a:spLocks noGrp="1"/>
          </p:cNvSpPr>
          <p:nvPr/>
        </p:nvSpPr>
        <p:spPr>
          <a:xfrm>
            <a:off x="3256248" y="4731945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2" name="anim_o3988_1">
            <a:extLst>
              <a:ext uri="{FF2B5EF4-FFF2-40B4-BE49-F238E27FC236}">
                <a16:creationId xmlns:a16="http://schemas.microsoft.com/office/drawing/2014/main" id="{7DE80AC3-DF2C-4E50-A6F0-C26FAA410EF0}"/>
              </a:ext>
            </a:extLst>
          </p:cNvPr>
          <p:cNvSpPr>
            <a:spLocks noGrp="1"/>
          </p:cNvSpPr>
          <p:nvPr/>
        </p:nvSpPr>
        <p:spPr>
          <a:xfrm>
            <a:off x="3548576" y="4731945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3" name="anim_o3989_1">
            <a:extLst>
              <a:ext uri="{FF2B5EF4-FFF2-40B4-BE49-F238E27FC236}">
                <a16:creationId xmlns:a16="http://schemas.microsoft.com/office/drawing/2014/main" id="{099DD5F5-D214-4D21-AB97-2462B1E91D60}"/>
              </a:ext>
            </a:extLst>
          </p:cNvPr>
          <p:cNvSpPr>
            <a:spLocks noGrp="1"/>
          </p:cNvSpPr>
          <p:nvPr/>
        </p:nvSpPr>
        <p:spPr>
          <a:xfrm>
            <a:off x="3840903" y="4731945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4" name="anim_o3990_1">
            <a:extLst>
              <a:ext uri="{FF2B5EF4-FFF2-40B4-BE49-F238E27FC236}">
                <a16:creationId xmlns:a16="http://schemas.microsoft.com/office/drawing/2014/main" id="{4886E3F6-500E-4D37-B6BF-A2D19CD32086}"/>
              </a:ext>
            </a:extLst>
          </p:cNvPr>
          <p:cNvSpPr>
            <a:spLocks noGrp="1"/>
          </p:cNvSpPr>
          <p:nvPr/>
        </p:nvSpPr>
        <p:spPr>
          <a:xfrm>
            <a:off x="2379266" y="5024272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5" name="anim_o3991_1">
            <a:extLst>
              <a:ext uri="{FF2B5EF4-FFF2-40B4-BE49-F238E27FC236}">
                <a16:creationId xmlns:a16="http://schemas.microsoft.com/office/drawing/2014/main" id="{A60D807E-C9DE-4BB4-8FA8-1F8A21D742F8}"/>
              </a:ext>
            </a:extLst>
          </p:cNvPr>
          <p:cNvSpPr>
            <a:spLocks noGrp="1"/>
          </p:cNvSpPr>
          <p:nvPr/>
        </p:nvSpPr>
        <p:spPr>
          <a:xfrm>
            <a:off x="2671594" y="5024272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6" name="anim_o3992_1">
            <a:extLst>
              <a:ext uri="{FF2B5EF4-FFF2-40B4-BE49-F238E27FC236}">
                <a16:creationId xmlns:a16="http://schemas.microsoft.com/office/drawing/2014/main" id="{3CE2F813-C9C7-4337-AF99-4E62774B9BA3}"/>
              </a:ext>
            </a:extLst>
          </p:cNvPr>
          <p:cNvSpPr>
            <a:spLocks noGrp="1"/>
          </p:cNvSpPr>
          <p:nvPr/>
        </p:nvSpPr>
        <p:spPr>
          <a:xfrm>
            <a:off x="2963921" y="5024272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7" name="anim_o3993_1">
            <a:extLst>
              <a:ext uri="{FF2B5EF4-FFF2-40B4-BE49-F238E27FC236}">
                <a16:creationId xmlns:a16="http://schemas.microsoft.com/office/drawing/2014/main" id="{DB32D99D-6086-4478-A643-CF4BB3632742}"/>
              </a:ext>
            </a:extLst>
          </p:cNvPr>
          <p:cNvSpPr>
            <a:spLocks noGrp="1"/>
          </p:cNvSpPr>
          <p:nvPr/>
        </p:nvSpPr>
        <p:spPr>
          <a:xfrm>
            <a:off x="3256248" y="5024272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8" name="anim_o3994_1">
            <a:extLst>
              <a:ext uri="{FF2B5EF4-FFF2-40B4-BE49-F238E27FC236}">
                <a16:creationId xmlns:a16="http://schemas.microsoft.com/office/drawing/2014/main" id="{72A7F109-34DE-4176-9BDB-E9AF020A47A5}"/>
              </a:ext>
            </a:extLst>
          </p:cNvPr>
          <p:cNvSpPr>
            <a:spLocks noGrp="1"/>
          </p:cNvSpPr>
          <p:nvPr/>
        </p:nvSpPr>
        <p:spPr>
          <a:xfrm>
            <a:off x="3548576" y="5024272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9" name="anim_o3995_1">
            <a:extLst>
              <a:ext uri="{FF2B5EF4-FFF2-40B4-BE49-F238E27FC236}">
                <a16:creationId xmlns:a16="http://schemas.microsoft.com/office/drawing/2014/main" id="{A1EE6066-FB84-47E5-A216-38C275798D8A}"/>
              </a:ext>
            </a:extLst>
          </p:cNvPr>
          <p:cNvSpPr>
            <a:spLocks noGrp="1"/>
          </p:cNvSpPr>
          <p:nvPr/>
        </p:nvSpPr>
        <p:spPr>
          <a:xfrm>
            <a:off x="3840903" y="5024272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0" name="anim_o3996_1">
            <a:extLst>
              <a:ext uri="{FF2B5EF4-FFF2-40B4-BE49-F238E27FC236}">
                <a16:creationId xmlns:a16="http://schemas.microsoft.com/office/drawing/2014/main" id="{0E1400F1-4C4D-4765-9015-2069CE5FE0D4}"/>
              </a:ext>
            </a:extLst>
          </p:cNvPr>
          <p:cNvSpPr>
            <a:spLocks noGrp="1"/>
          </p:cNvSpPr>
          <p:nvPr/>
        </p:nvSpPr>
        <p:spPr>
          <a:xfrm>
            <a:off x="2379266" y="5316600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1" name="anim_o3997_1">
            <a:extLst>
              <a:ext uri="{FF2B5EF4-FFF2-40B4-BE49-F238E27FC236}">
                <a16:creationId xmlns:a16="http://schemas.microsoft.com/office/drawing/2014/main" id="{0300ED74-1C9C-4C4B-B249-52D5E2663926}"/>
              </a:ext>
            </a:extLst>
          </p:cNvPr>
          <p:cNvSpPr>
            <a:spLocks noGrp="1"/>
          </p:cNvSpPr>
          <p:nvPr/>
        </p:nvSpPr>
        <p:spPr>
          <a:xfrm>
            <a:off x="2671594" y="5316600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2" name="anim_o3998_1">
            <a:extLst>
              <a:ext uri="{FF2B5EF4-FFF2-40B4-BE49-F238E27FC236}">
                <a16:creationId xmlns:a16="http://schemas.microsoft.com/office/drawing/2014/main" id="{3CB58567-C2D7-4A2C-BE1B-BBE5B384C13A}"/>
              </a:ext>
            </a:extLst>
          </p:cNvPr>
          <p:cNvSpPr>
            <a:spLocks noGrp="1"/>
          </p:cNvSpPr>
          <p:nvPr/>
        </p:nvSpPr>
        <p:spPr>
          <a:xfrm>
            <a:off x="2963921" y="5316600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3" name="anim_o3999_1">
            <a:extLst>
              <a:ext uri="{FF2B5EF4-FFF2-40B4-BE49-F238E27FC236}">
                <a16:creationId xmlns:a16="http://schemas.microsoft.com/office/drawing/2014/main" id="{25721D1C-94DA-4FDA-8F0C-4065D1F80933}"/>
              </a:ext>
            </a:extLst>
          </p:cNvPr>
          <p:cNvSpPr>
            <a:spLocks noGrp="1"/>
          </p:cNvSpPr>
          <p:nvPr/>
        </p:nvSpPr>
        <p:spPr>
          <a:xfrm>
            <a:off x="3256248" y="5316600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4" name="anim_o4000_1">
            <a:extLst>
              <a:ext uri="{FF2B5EF4-FFF2-40B4-BE49-F238E27FC236}">
                <a16:creationId xmlns:a16="http://schemas.microsoft.com/office/drawing/2014/main" id="{8B7E85B6-282F-4A68-9FF0-8E230947AD8A}"/>
              </a:ext>
            </a:extLst>
          </p:cNvPr>
          <p:cNvSpPr>
            <a:spLocks noGrp="1"/>
          </p:cNvSpPr>
          <p:nvPr/>
        </p:nvSpPr>
        <p:spPr>
          <a:xfrm>
            <a:off x="3548576" y="5316600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5" name="anim_o4001_1">
            <a:extLst>
              <a:ext uri="{FF2B5EF4-FFF2-40B4-BE49-F238E27FC236}">
                <a16:creationId xmlns:a16="http://schemas.microsoft.com/office/drawing/2014/main" id="{F1B0525F-B246-49E9-9062-0959B91F0F57}"/>
              </a:ext>
            </a:extLst>
          </p:cNvPr>
          <p:cNvSpPr>
            <a:spLocks noGrp="1"/>
          </p:cNvSpPr>
          <p:nvPr/>
        </p:nvSpPr>
        <p:spPr>
          <a:xfrm>
            <a:off x="3840903" y="5316600"/>
            <a:ext cx="292327" cy="292327"/>
          </a:xfrm>
          <a:prstGeom prst="rect">
            <a:avLst/>
          </a:prstGeom>
          <a:solidFill>
            <a:srgbClr val="3C3C3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6" name="anim_o4002_1">
            <a:extLst>
              <a:ext uri="{FF2B5EF4-FFF2-40B4-BE49-F238E27FC236}">
                <a16:creationId xmlns:a16="http://schemas.microsoft.com/office/drawing/2014/main" id="{3E1BD5CE-C242-46A1-9634-AAFBE0C50E60}"/>
              </a:ext>
            </a:extLst>
          </p:cNvPr>
          <p:cNvSpPr>
            <a:spLocks noGrp="1"/>
          </p:cNvSpPr>
          <p:nvPr/>
        </p:nvSpPr>
        <p:spPr>
          <a:xfrm>
            <a:off x="2379266" y="5608927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7" name="anim_o4003_1">
            <a:extLst>
              <a:ext uri="{FF2B5EF4-FFF2-40B4-BE49-F238E27FC236}">
                <a16:creationId xmlns:a16="http://schemas.microsoft.com/office/drawing/2014/main" id="{769315A0-B673-43FD-A686-A5F913E84548}"/>
              </a:ext>
            </a:extLst>
          </p:cNvPr>
          <p:cNvSpPr>
            <a:spLocks noGrp="1"/>
          </p:cNvSpPr>
          <p:nvPr/>
        </p:nvSpPr>
        <p:spPr>
          <a:xfrm>
            <a:off x="2671594" y="5608927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8" name="anim_o4004_1">
            <a:extLst>
              <a:ext uri="{FF2B5EF4-FFF2-40B4-BE49-F238E27FC236}">
                <a16:creationId xmlns:a16="http://schemas.microsoft.com/office/drawing/2014/main" id="{63DF442B-AA5B-47C2-A984-ACA43260DEEA}"/>
              </a:ext>
            </a:extLst>
          </p:cNvPr>
          <p:cNvSpPr>
            <a:spLocks noGrp="1"/>
          </p:cNvSpPr>
          <p:nvPr/>
        </p:nvSpPr>
        <p:spPr>
          <a:xfrm>
            <a:off x="2963921" y="5608927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9" name="anim_o4005_1">
            <a:extLst>
              <a:ext uri="{FF2B5EF4-FFF2-40B4-BE49-F238E27FC236}">
                <a16:creationId xmlns:a16="http://schemas.microsoft.com/office/drawing/2014/main" id="{BC757725-B5F6-4DB7-9FC6-5C4CBDE6ED67}"/>
              </a:ext>
            </a:extLst>
          </p:cNvPr>
          <p:cNvSpPr>
            <a:spLocks noGrp="1"/>
          </p:cNvSpPr>
          <p:nvPr/>
        </p:nvSpPr>
        <p:spPr>
          <a:xfrm>
            <a:off x="3256248" y="5608927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0" name="anim_o4006_1">
            <a:extLst>
              <a:ext uri="{FF2B5EF4-FFF2-40B4-BE49-F238E27FC236}">
                <a16:creationId xmlns:a16="http://schemas.microsoft.com/office/drawing/2014/main" id="{F7DEAE58-CA5D-494C-9673-7AC7F918A417}"/>
              </a:ext>
            </a:extLst>
          </p:cNvPr>
          <p:cNvSpPr>
            <a:spLocks noGrp="1"/>
          </p:cNvSpPr>
          <p:nvPr/>
        </p:nvSpPr>
        <p:spPr>
          <a:xfrm>
            <a:off x="3548576" y="5608927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1" name="anim_o4007_1">
            <a:extLst>
              <a:ext uri="{FF2B5EF4-FFF2-40B4-BE49-F238E27FC236}">
                <a16:creationId xmlns:a16="http://schemas.microsoft.com/office/drawing/2014/main" id="{DC7326E4-1CCF-42F6-92FB-5FCD065BFA4C}"/>
              </a:ext>
            </a:extLst>
          </p:cNvPr>
          <p:cNvSpPr>
            <a:spLocks noGrp="1"/>
          </p:cNvSpPr>
          <p:nvPr/>
        </p:nvSpPr>
        <p:spPr>
          <a:xfrm>
            <a:off x="3840903" y="5608927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2" name="anim_o4008_1">
            <a:extLst>
              <a:ext uri="{FF2B5EF4-FFF2-40B4-BE49-F238E27FC236}">
                <a16:creationId xmlns:a16="http://schemas.microsoft.com/office/drawing/2014/main" id="{1209A44D-AC4C-43CE-A0C0-CEFB40C91FA2}"/>
              </a:ext>
            </a:extLst>
          </p:cNvPr>
          <p:cNvSpPr>
            <a:spLocks noGrp="1"/>
          </p:cNvSpPr>
          <p:nvPr/>
        </p:nvSpPr>
        <p:spPr>
          <a:xfrm>
            <a:off x="2379266" y="5901254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3" name="anim_o4009_1">
            <a:extLst>
              <a:ext uri="{FF2B5EF4-FFF2-40B4-BE49-F238E27FC236}">
                <a16:creationId xmlns:a16="http://schemas.microsoft.com/office/drawing/2014/main" id="{CB563CA6-6169-4CE5-BCE3-2784D774C88B}"/>
              </a:ext>
            </a:extLst>
          </p:cNvPr>
          <p:cNvSpPr>
            <a:spLocks noGrp="1"/>
          </p:cNvSpPr>
          <p:nvPr/>
        </p:nvSpPr>
        <p:spPr>
          <a:xfrm>
            <a:off x="2671594" y="5901254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4" name="anim_o4010_1">
            <a:extLst>
              <a:ext uri="{FF2B5EF4-FFF2-40B4-BE49-F238E27FC236}">
                <a16:creationId xmlns:a16="http://schemas.microsoft.com/office/drawing/2014/main" id="{57BAFC91-C09A-4428-AC76-20A8FC02E362}"/>
              </a:ext>
            </a:extLst>
          </p:cNvPr>
          <p:cNvSpPr>
            <a:spLocks noGrp="1"/>
          </p:cNvSpPr>
          <p:nvPr/>
        </p:nvSpPr>
        <p:spPr>
          <a:xfrm>
            <a:off x="2963921" y="5901254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5" name="anim_o4011_1">
            <a:extLst>
              <a:ext uri="{FF2B5EF4-FFF2-40B4-BE49-F238E27FC236}">
                <a16:creationId xmlns:a16="http://schemas.microsoft.com/office/drawing/2014/main" id="{FD3EEEEE-3845-4AE4-807E-9684FD4A6079}"/>
              </a:ext>
            </a:extLst>
          </p:cNvPr>
          <p:cNvSpPr>
            <a:spLocks noGrp="1"/>
          </p:cNvSpPr>
          <p:nvPr/>
        </p:nvSpPr>
        <p:spPr>
          <a:xfrm>
            <a:off x="3256248" y="5901254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6" name="anim_o4012_1">
            <a:extLst>
              <a:ext uri="{FF2B5EF4-FFF2-40B4-BE49-F238E27FC236}">
                <a16:creationId xmlns:a16="http://schemas.microsoft.com/office/drawing/2014/main" id="{4EA250BF-DD0C-4921-A0DF-0D33245069DB}"/>
              </a:ext>
            </a:extLst>
          </p:cNvPr>
          <p:cNvSpPr>
            <a:spLocks noGrp="1"/>
          </p:cNvSpPr>
          <p:nvPr/>
        </p:nvSpPr>
        <p:spPr>
          <a:xfrm>
            <a:off x="3548576" y="5901254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7" name="anim_o4013_1">
            <a:extLst>
              <a:ext uri="{FF2B5EF4-FFF2-40B4-BE49-F238E27FC236}">
                <a16:creationId xmlns:a16="http://schemas.microsoft.com/office/drawing/2014/main" id="{76FFA554-FF3A-465A-9E7F-DBFCE6F1F2A6}"/>
              </a:ext>
            </a:extLst>
          </p:cNvPr>
          <p:cNvSpPr>
            <a:spLocks noGrp="1"/>
          </p:cNvSpPr>
          <p:nvPr/>
        </p:nvSpPr>
        <p:spPr>
          <a:xfrm>
            <a:off x="3840903" y="5901254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8" name="anim_o4014_1">
            <a:extLst>
              <a:ext uri="{FF2B5EF4-FFF2-40B4-BE49-F238E27FC236}">
                <a16:creationId xmlns:a16="http://schemas.microsoft.com/office/drawing/2014/main" id="{67E6D397-CFF8-45FA-BD3B-1B005DFB8479}"/>
              </a:ext>
            </a:extLst>
          </p:cNvPr>
          <p:cNvSpPr>
            <a:spLocks noGrp="1"/>
          </p:cNvSpPr>
          <p:nvPr/>
        </p:nvSpPr>
        <p:spPr>
          <a:xfrm>
            <a:off x="2379266" y="6193582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9" name="anim_o4015_1">
            <a:extLst>
              <a:ext uri="{FF2B5EF4-FFF2-40B4-BE49-F238E27FC236}">
                <a16:creationId xmlns:a16="http://schemas.microsoft.com/office/drawing/2014/main" id="{B93C47E0-A53D-45E7-9949-FCC122500809}"/>
              </a:ext>
            </a:extLst>
          </p:cNvPr>
          <p:cNvSpPr>
            <a:spLocks noGrp="1"/>
          </p:cNvSpPr>
          <p:nvPr/>
        </p:nvSpPr>
        <p:spPr>
          <a:xfrm>
            <a:off x="2671594" y="6193582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0" name="anim_o4016_1">
            <a:extLst>
              <a:ext uri="{FF2B5EF4-FFF2-40B4-BE49-F238E27FC236}">
                <a16:creationId xmlns:a16="http://schemas.microsoft.com/office/drawing/2014/main" id="{21912F60-9098-4523-9F83-4CC84272BFD7}"/>
              </a:ext>
            </a:extLst>
          </p:cNvPr>
          <p:cNvSpPr>
            <a:spLocks noGrp="1"/>
          </p:cNvSpPr>
          <p:nvPr/>
        </p:nvSpPr>
        <p:spPr>
          <a:xfrm>
            <a:off x="2963921" y="6193582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1" name="anim_o4017_1">
            <a:extLst>
              <a:ext uri="{FF2B5EF4-FFF2-40B4-BE49-F238E27FC236}">
                <a16:creationId xmlns:a16="http://schemas.microsoft.com/office/drawing/2014/main" id="{2B1A101A-C5F3-45A4-89C3-F7F88E69EFD5}"/>
              </a:ext>
            </a:extLst>
          </p:cNvPr>
          <p:cNvSpPr>
            <a:spLocks noGrp="1"/>
          </p:cNvSpPr>
          <p:nvPr/>
        </p:nvSpPr>
        <p:spPr>
          <a:xfrm>
            <a:off x="3256248" y="6193582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2" name="anim_o4018_1">
            <a:extLst>
              <a:ext uri="{FF2B5EF4-FFF2-40B4-BE49-F238E27FC236}">
                <a16:creationId xmlns:a16="http://schemas.microsoft.com/office/drawing/2014/main" id="{CF18A4DA-E810-4AE0-95B2-D79CE2762B36}"/>
              </a:ext>
            </a:extLst>
          </p:cNvPr>
          <p:cNvSpPr>
            <a:spLocks noGrp="1"/>
          </p:cNvSpPr>
          <p:nvPr/>
        </p:nvSpPr>
        <p:spPr>
          <a:xfrm>
            <a:off x="3548576" y="6193582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3" name="anim_o4019_1">
            <a:extLst>
              <a:ext uri="{FF2B5EF4-FFF2-40B4-BE49-F238E27FC236}">
                <a16:creationId xmlns:a16="http://schemas.microsoft.com/office/drawing/2014/main" id="{DE0922AA-7048-42FD-9153-5DB2E8D38ED3}"/>
              </a:ext>
            </a:extLst>
          </p:cNvPr>
          <p:cNvSpPr>
            <a:spLocks noGrp="1"/>
          </p:cNvSpPr>
          <p:nvPr/>
        </p:nvSpPr>
        <p:spPr>
          <a:xfrm>
            <a:off x="3840903" y="6193582"/>
            <a:ext cx="292327" cy="292327"/>
          </a:xfrm>
          <a:prstGeom prst="rect">
            <a:avLst/>
          </a:prstGeom>
          <a:solidFill>
            <a:srgbClr val="DCDCDC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4" name="anim_o4021_1">
            <a:extLst>
              <a:ext uri="{FF2B5EF4-FFF2-40B4-BE49-F238E27FC236}">
                <a16:creationId xmlns:a16="http://schemas.microsoft.com/office/drawing/2014/main" id="{EB7B095D-F8A3-4B30-A5FF-BB3D011579EF}"/>
              </a:ext>
            </a:extLst>
          </p:cNvPr>
          <p:cNvSpPr>
            <a:spLocks noGrp="1"/>
          </p:cNvSpPr>
          <p:nvPr/>
        </p:nvSpPr>
        <p:spPr>
          <a:xfrm>
            <a:off x="5888796" y="4854305"/>
            <a:ext cx="450184" cy="450184"/>
          </a:xfrm>
          <a:prstGeom prst="rect">
            <a:avLst/>
          </a:prstGeom>
          <a:solidFill>
            <a:srgbClr val="000000">
              <a:alpha val="100000"/>
            </a:srgbClr>
          </a:solidFill>
          <a:ln w="12700">
            <a:solidFill>
              <a:srgbClr val="FF862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5" name="anim_o4022_1">
            <a:extLst>
              <a:ext uri="{FF2B5EF4-FFF2-40B4-BE49-F238E27FC236}">
                <a16:creationId xmlns:a16="http://schemas.microsoft.com/office/drawing/2014/main" id="{36E1417B-DE49-492E-AF45-E696D8EDC2EA}"/>
              </a:ext>
            </a:extLst>
          </p:cNvPr>
          <p:cNvSpPr>
            <a:spLocks noGrp="1"/>
          </p:cNvSpPr>
          <p:nvPr/>
        </p:nvSpPr>
        <p:spPr>
          <a:xfrm>
            <a:off x="6338980" y="4854305"/>
            <a:ext cx="450184" cy="450184"/>
          </a:xfrm>
          <a:prstGeom prst="rect">
            <a:avLst/>
          </a:prstGeom>
          <a:solidFill>
            <a:srgbClr val="000000">
              <a:alpha val="100000"/>
            </a:srgbClr>
          </a:solidFill>
          <a:ln w="12700">
            <a:solidFill>
              <a:srgbClr val="FF862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6" name="anim_o4023_1">
            <a:extLst>
              <a:ext uri="{FF2B5EF4-FFF2-40B4-BE49-F238E27FC236}">
                <a16:creationId xmlns:a16="http://schemas.microsoft.com/office/drawing/2014/main" id="{1C16B703-8B12-4C5B-92F4-C90897D88DA0}"/>
              </a:ext>
            </a:extLst>
          </p:cNvPr>
          <p:cNvSpPr>
            <a:spLocks noGrp="1"/>
          </p:cNvSpPr>
          <p:nvPr/>
        </p:nvSpPr>
        <p:spPr>
          <a:xfrm>
            <a:off x="6789164" y="4854305"/>
            <a:ext cx="450184" cy="450184"/>
          </a:xfrm>
          <a:prstGeom prst="rect">
            <a:avLst/>
          </a:prstGeom>
          <a:solidFill>
            <a:srgbClr val="000000">
              <a:alpha val="100000"/>
            </a:srgbClr>
          </a:solidFill>
          <a:ln w="12700">
            <a:solidFill>
              <a:srgbClr val="FF862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7" name="anim_o4024_1">
            <a:extLst>
              <a:ext uri="{FF2B5EF4-FFF2-40B4-BE49-F238E27FC236}">
                <a16:creationId xmlns:a16="http://schemas.microsoft.com/office/drawing/2014/main" id="{531DC538-7220-47EB-A2ED-49EBDE9F4074}"/>
              </a:ext>
            </a:extLst>
          </p:cNvPr>
          <p:cNvSpPr>
            <a:spLocks noGrp="1"/>
          </p:cNvSpPr>
          <p:nvPr/>
        </p:nvSpPr>
        <p:spPr>
          <a:xfrm>
            <a:off x="5888796" y="5304489"/>
            <a:ext cx="450184" cy="450184"/>
          </a:xfrm>
          <a:prstGeom prst="rect">
            <a:avLst/>
          </a:prstGeom>
          <a:solidFill>
            <a:srgbClr val="888888">
              <a:alpha val="100000"/>
            </a:srgbClr>
          </a:solidFill>
          <a:ln w="12700">
            <a:solidFill>
              <a:srgbClr val="FF862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8" name="anim_o4025_1">
            <a:extLst>
              <a:ext uri="{FF2B5EF4-FFF2-40B4-BE49-F238E27FC236}">
                <a16:creationId xmlns:a16="http://schemas.microsoft.com/office/drawing/2014/main" id="{CD90916A-9443-4BB2-AF37-E3E8D87BFC9B}"/>
              </a:ext>
            </a:extLst>
          </p:cNvPr>
          <p:cNvSpPr>
            <a:spLocks noGrp="1"/>
          </p:cNvSpPr>
          <p:nvPr/>
        </p:nvSpPr>
        <p:spPr>
          <a:xfrm>
            <a:off x="6338980" y="5304489"/>
            <a:ext cx="450184" cy="450184"/>
          </a:xfrm>
          <a:prstGeom prst="rect">
            <a:avLst/>
          </a:prstGeom>
          <a:solidFill>
            <a:srgbClr val="888888">
              <a:alpha val="100000"/>
            </a:srgbClr>
          </a:solidFill>
          <a:ln w="12700">
            <a:solidFill>
              <a:srgbClr val="FF862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9" name="anim_o4026_1">
            <a:extLst>
              <a:ext uri="{FF2B5EF4-FFF2-40B4-BE49-F238E27FC236}">
                <a16:creationId xmlns:a16="http://schemas.microsoft.com/office/drawing/2014/main" id="{1C50AAFA-BB4B-4822-B7BC-43F54CCCA2D1}"/>
              </a:ext>
            </a:extLst>
          </p:cNvPr>
          <p:cNvSpPr>
            <a:spLocks noGrp="1"/>
          </p:cNvSpPr>
          <p:nvPr/>
        </p:nvSpPr>
        <p:spPr>
          <a:xfrm>
            <a:off x="6789164" y="5304489"/>
            <a:ext cx="450184" cy="450184"/>
          </a:xfrm>
          <a:prstGeom prst="rect">
            <a:avLst/>
          </a:prstGeom>
          <a:solidFill>
            <a:srgbClr val="888888">
              <a:alpha val="100000"/>
            </a:srgbClr>
          </a:solidFill>
          <a:ln w="12700">
            <a:solidFill>
              <a:srgbClr val="FF862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0" name="anim_o4027_1">
            <a:extLst>
              <a:ext uri="{FF2B5EF4-FFF2-40B4-BE49-F238E27FC236}">
                <a16:creationId xmlns:a16="http://schemas.microsoft.com/office/drawing/2014/main" id="{4D6E7104-5937-482A-A4FC-E35A5F67E2DB}"/>
              </a:ext>
            </a:extLst>
          </p:cNvPr>
          <p:cNvSpPr>
            <a:spLocks noGrp="1"/>
          </p:cNvSpPr>
          <p:nvPr/>
        </p:nvSpPr>
        <p:spPr>
          <a:xfrm>
            <a:off x="5888796" y="5754673"/>
            <a:ext cx="450184" cy="450184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FF862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1" name="anim_o4028_1">
            <a:extLst>
              <a:ext uri="{FF2B5EF4-FFF2-40B4-BE49-F238E27FC236}">
                <a16:creationId xmlns:a16="http://schemas.microsoft.com/office/drawing/2014/main" id="{2A8FDC70-4F78-44E7-8A23-4E2B1AE79463}"/>
              </a:ext>
            </a:extLst>
          </p:cNvPr>
          <p:cNvSpPr>
            <a:spLocks noGrp="1"/>
          </p:cNvSpPr>
          <p:nvPr/>
        </p:nvSpPr>
        <p:spPr>
          <a:xfrm>
            <a:off x="6338980" y="5754673"/>
            <a:ext cx="450184" cy="450184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FF862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2" name="anim_o4029_1">
            <a:extLst>
              <a:ext uri="{FF2B5EF4-FFF2-40B4-BE49-F238E27FC236}">
                <a16:creationId xmlns:a16="http://schemas.microsoft.com/office/drawing/2014/main" id="{D7A04986-3312-4944-BD57-413D6CDAB7C3}"/>
              </a:ext>
            </a:extLst>
          </p:cNvPr>
          <p:cNvSpPr>
            <a:spLocks noGrp="1"/>
          </p:cNvSpPr>
          <p:nvPr/>
        </p:nvSpPr>
        <p:spPr>
          <a:xfrm>
            <a:off x="6789164" y="5754673"/>
            <a:ext cx="450184" cy="450184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FF862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3" name="anim_o4031_1">
            <a:extLst>
              <a:ext uri="{FF2B5EF4-FFF2-40B4-BE49-F238E27FC236}">
                <a16:creationId xmlns:a16="http://schemas.microsoft.com/office/drawing/2014/main" id="{595868D2-D35C-4559-96B0-F443AD396FCA}"/>
              </a:ext>
            </a:extLst>
          </p:cNvPr>
          <p:cNvSpPr>
            <a:spLocks noGrp="1"/>
          </p:cNvSpPr>
          <p:nvPr/>
        </p:nvSpPr>
        <p:spPr>
          <a:xfrm>
            <a:off x="8731670" y="4736689"/>
            <a:ext cx="402710" cy="402710"/>
          </a:xfrm>
          <a:prstGeom prst="rect">
            <a:avLst/>
          </a:prstGeom>
          <a:solidFill>
            <a:srgbClr val="888888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4" name="anim_o4032_1">
            <a:extLst>
              <a:ext uri="{FF2B5EF4-FFF2-40B4-BE49-F238E27FC236}">
                <a16:creationId xmlns:a16="http://schemas.microsoft.com/office/drawing/2014/main" id="{94771BA8-61CD-4DB7-8E22-53E6597412BF}"/>
              </a:ext>
            </a:extLst>
          </p:cNvPr>
          <p:cNvSpPr>
            <a:spLocks noGrp="1"/>
          </p:cNvSpPr>
          <p:nvPr/>
        </p:nvSpPr>
        <p:spPr>
          <a:xfrm>
            <a:off x="9134380" y="4736689"/>
            <a:ext cx="402710" cy="402710"/>
          </a:xfrm>
          <a:prstGeom prst="rect">
            <a:avLst/>
          </a:prstGeom>
          <a:solidFill>
            <a:srgbClr val="888888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5" name="anim_o4033_1">
            <a:extLst>
              <a:ext uri="{FF2B5EF4-FFF2-40B4-BE49-F238E27FC236}">
                <a16:creationId xmlns:a16="http://schemas.microsoft.com/office/drawing/2014/main" id="{70D3094A-A488-4894-A4EE-30BDDC32502C}"/>
              </a:ext>
            </a:extLst>
          </p:cNvPr>
          <p:cNvSpPr>
            <a:spLocks noGrp="1"/>
          </p:cNvSpPr>
          <p:nvPr/>
        </p:nvSpPr>
        <p:spPr>
          <a:xfrm>
            <a:off x="9537090" y="4736689"/>
            <a:ext cx="402710" cy="402710"/>
          </a:xfrm>
          <a:prstGeom prst="rect">
            <a:avLst/>
          </a:prstGeom>
          <a:solidFill>
            <a:srgbClr val="888888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6" name="anim_o4034_1">
            <a:extLst>
              <a:ext uri="{FF2B5EF4-FFF2-40B4-BE49-F238E27FC236}">
                <a16:creationId xmlns:a16="http://schemas.microsoft.com/office/drawing/2014/main" id="{62BCF335-739C-4209-BB38-F13BF10D6E75}"/>
              </a:ext>
            </a:extLst>
          </p:cNvPr>
          <p:cNvSpPr>
            <a:spLocks noGrp="1"/>
          </p:cNvSpPr>
          <p:nvPr/>
        </p:nvSpPr>
        <p:spPr>
          <a:xfrm>
            <a:off x="9939800" y="4736689"/>
            <a:ext cx="402710" cy="402710"/>
          </a:xfrm>
          <a:prstGeom prst="rect">
            <a:avLst/>
          </a:prstGeom>
          <a:solidFill>
            <a:srgbClr val="888888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7" name="anim_o4035_1">
            <a:extLst>
              <a:ext uri="{FF2B5EF4-FFF2-40B4-BE49-F238E27FC236}">
                <a16:creationId xmlns:a16="http://schemas.microsoft.com/office/drawing/2014/main" id="{5C857D73-8AF6-47F6-A845-C7AE5A11C901}"/>
              </a:ext>
            </a:extLst>
          </p:cNvPr>
          <p:cNvSpPr>
            <a:spLocks noGrp="1"/>
          </p:cNvSpPr>
          <p:nvPr/>
        </p:nvSpPr>
        <p:spPr>
          <a:xfrm>
            <a:off x="8731670" y="5139399"/>
            <a:ext cx="402710" cy="402710"/>
          </a:xfrm>
          <a:prstGeom prst="rect">
            <a:avLst/>
          </a:prstGeom>
          <a:solidFill>
            <a:srgbClr val="FFFFFF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8" name="anim_o4036_1">
            <a:extLst>
              <a:ext uri="{FF2B5EF4-FFF2-40B4-BE49-F238E27FC236}">
                <a16:creationId xmlns:a16="http://schemas.microsoft.com/office/drawing/2014/main" id="{BF4B118B-C8F1-4FFA-9D87-C7B42A345125}"/>
              </a:ext>
            </a:extLst>
          </p:cNvPr>
          <p:cNvSpPr>
            <a:spLocks noGrp="1"/>
          </p:cNvSpPr>
          <p:nvPr/>
        </p:nvSpPr>
        <p:spPr>
          <a:xfrm>
            <a:off x="9134380" y="5139399"/>
            <a:ext cx="402710" cy="402710"/>
          </a:xfrm>
          <a:prstGeom prst="rect">
            <a:avLst/>
          </a:prstGeom>
          <a:solidFill>
            <a:srgbClr val="FFFFFF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9" name="anim_o4037_1">
            <a:extLst>
              <a:ext uri="{FF2B5EF4-FFF2-40B4-BE49-F238E27FC236}">
                <a16:creationId xmlns:a16="http://schemas.microsoft.com/office/drawing/2014/main" id="{32913D13-75CA-4F99-B17C-43606065264C}"/>
              </a:ext>
            </a:extLst>
          </p:cNvPr>
          <p:cNvSpPr>
            <a:spLocks noGrp="1"/>
          </p:cNvSpPr>
          <p:nvPr/>
        </p:nvSpPr>
        <p:spPr>
          <a:xfrm>
            <a:off x="9537090" y="5139399"/>
            <a:ext cx="402710" cy="402710"/>
          </a:xfrm>
          <a:prstGeom prst="rect">
            <a:avLst/>
          </a:prstGeom>
          <a:solidFill>
            <a:srgbClr val="FFFFFF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0" name="anim_o4038_1">
            <a:extLst>
              <a:ext uri="{FF2B5EF4-FFF2-40B4-BE49-F238E27FC236}">
                <a16:creationId xmlns:a16="http://schemas.microsoft.com/office/drawing/2014/main" id="{25F8C914-2EEA-4F10-8A4D-F5462AB950C2}"/>
              </a:ext>
            </a:extLst>
          </p:cNvPr>
          <p:cNvSpPr>
            <a:spLocks noGrp="1"/>
          </p:cNvSpPr>
          <p:nvPr/>
        </p:nvSpPr>
        <p:spPr>
          <a:xfrm>
            <a:off x="9939800" y="5139399"/>
            <a:ext cx="402710" cy="402710"/>
          </a:xfrm>
          <a:prstGeom prst="rect">
            <a:avLst/>
          </a:prstGeom>
          <a:solidFill>
            <a:srgbClr val="FFFFFF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1" name="anim_o4039_1">
            <a:extLst>
              <a:ext uri="{FF2B5EF4-FFF2-40B4-BE49-F238E27FC236}">
                <a16:creationId xmlns:a16="http://schemas.microsoft.com/office/drawing/2014/main" id="{DDCCAF3D-9FA1-4C42-95FC-265B6ACB7C8D}"/>
              </a:ext>
            </a:extLst>
          </p:cNvPr>
          <p:cNvSpPr>
            <a:spLocks noGrp="1"/>
          </p:cNvSpPr>
          <p:nvPr/>
        </p:nvSpPr>
        <p:spPr>
          <a:xfrm>
            <a:off x="8731670" y="5542109"/>
            <a:ext cx="402710" cy="402710"/>
          </a:xfrm>
          <a:prstGeom prst="rect">
            <a:avLst/>
          </a:prstGeom>
          <a:solidFill>
            <a:srgbClr val="FFFFFF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2" name="anim_o4040_1">
            <a:extLst>
              <a:ext uri="{FF2B5EF4-FFF2-40B4-BE49-F238E27FC236}">
                <a16:creationId xmlns:a16="http://schemas.microsoft.com/office/drawing/2014/main" id="{53FD5D66-DFFE-49A9-8E16-6994018A62EA}"/>
              </a:ext>
            </a:extLst>
          </p:cNvPr>
          <p:cNvSpPr>
            <a:spLocks noGrp="1"/>
          </p:cNvSpPr>
          <p:nvPr/>
        </p:nvSpPr>
        <p:spPr>
          <a:xfrm>
            <a:off x="9134380" y="5542109"/>
            <a:ext cx="402710" cy="402710"/>
          </a:xfrm>
          <a:prstGeom prst="rect">
            <a:avLst/>
          </a:prstGeom>
          <a:solidFill>
            <a:srgbClr val="FFFFFF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3" name="anim_o4041_1">
            <a:extLst>
              <a:ext uri="{FF2B5EF4-FFF2-40B4-BE49-F238E27FC236}">
                <a16:creationId xmlns:a16="http://schemas.microsoft.com/office/drawing/2014/main" id="{4F599C6F-6C47-4354-88E0-BC209B386310}"/>
              </a:ext>
            </a:extLst>
          </p:cNvPr>
          <p:cNvSpPr>
            <a:spLocks noGrp="1"/>
          </p:cNvSpPr>
          <p:nvPr/>
        </p:nvSpPr>
        <p:spPr>
          <a:xfrm>
            <a:off x="9537090" y="5542109"/>
            <a:ext cx="402710" cy="402710"/>
          </a:xfrm>
          <a:prstGeom prst="rect">
            <a:avLst/>
          </a:prstGeom>
          <a:solidFill>
            <a:srgbClr val="FFFFFF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4" name="anim_o4042_1">
            <a:extLst>
              <a:ext uri="{FF2B5EF4-FFF2-40B4-BE49-F238E27FC236}">
                <a16:creationId xmlns:a16="http://schemas.microsoft.com/office/drawing/2014/main" id="{34C2E83F-7A1C-4F68-8335-DAB6FF5DF00F}"/>
              </a:ext>
            </a:extLst>
          </p:cNvPr>
          <p:cNvSpPr>
            <a:spLocks noGrp="1"/>
          </p:cNvSpPr>
          <p:nvPr/>
        </p:nvSpPr>
        <p:spPr>
          <a:xfrm>
            <a:off x="9939800" y="5542109"/>
            <a:ext cx="402710" cy="402710"/>
          </a:xfrm>
          <a:prstGeom prst="rect">
            <a:avLst/>
          </a:prstGeom>
          <a:solidFill>
            <a:srgbClr val="FFFFFF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5" name="anim_o4043_1">
            <a:extLst>
              <a:ext uri="{FF2B5EF4-FFF2-40B4-BE49-F238E27FC236}">
                <a16:creationId xmlns:a16="http://schemas.microsoft.com/office/drawing/2014/main" id="{D2FD6D7A-425E-42D8-9EFD-E2AEBAE110AD}"/>
              </a:ext>
            </a:extLst>
          </p:cNvPr>
          <p:cNvSpPr>
            <a:spLocks noGrp="1"/>
          </p:cNvSpPr>
          <p:nvPr/>
        </p:nvSpPr>
        <p:spPr>
          <a:xfrm>
            <a:off x="8731670" y="5944819"/>
            <a:ext cx="402710" cy="402710"/>
          </a:xfrm>
          <a:prstGeom prst="rect">
            <a:avLst/>
          </a:prstGeom>
          <a:solidFill>
            <a:srgbClr val="888888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6" name="anim_o4044_1">
            <a:extLst>
              <a:ext uri="{FF2B5EF4-FFF2-40B4-BE49-F238E27FC236}">
                <a16:creationId xmlns:a16="http://schemas.microsoft.com/office/drawing/2014/main" id="{CAF14787-689E-49D2-A007-EB1F0E8AE143}"/>
              </a:ext>
            </a:extLst>
          </p:cNvPr>
          <p:cNvSpPr>
            <a:spLocks noGrp="1"/>
          </p:cNvSpPr>
          <p:nvPr/>
        </p:nvSpPr>
        <p:spPr>
          <a:xfrm>
            <a:off x="9134380" y="5944819"/>
            <a:ext cx="402710" cy="402710"/>
          </a:xfrm>
          <a:prstGeom prst="rect">
            <a:avLst/>
          </a:prstGeom>
          <a:solidFill>
            <a:srgbClr val="888888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7" name="anim_o4045_1">
            <a:extLst>
              <a:ext uri="{FF2B5EF4-FFF2-40B4-BE49-F238E27FC236}">
                <a16:creationId xmlns:a16="http://schemas.microsoft.com/office/drawing/2014/main" id="{9A95424F-16AE-4245-8EC8-03C721BA2A28}"/>
              </a:ext>
            </a:extLst>
          </p:cNvPr>
          <p:cNvSpPr>
            <a:spLocks noGrp="1"/>
          </p:cNvSpPr>
          <p:nvPr/>
        </p:nvSpPr>
        <p:spPr>
          <a:xfrm>
            <a:off x="9537090" y="5944819"/>
            <a:ext cx="402710" cy="402710"/>
          </a:xfrm>
          <a:prstGeom prst="rect">
            <a:avLst/>
          </a:prstGeom>
          <a:solidFill>
            <a:srgbClr val="888888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8" name="anim_o4046_1">
            <a:extLst>
              <a:ext uri="{FF2B5EF4-FFF2-40B4-BE49-F238E27FC236}">
                <a16:creationId xmlns:a16="http://schemas.microsoft.com/office/drawing/2014/main" id="{F2C08DF8-35B1-46D6-AB29-DA14BEDF8078}"/>
              </a:ext>
            </a:extLst>
          </p:cNvPr>
          <p:cNvSpPr>
            <a:spLocks noGrp="1"/>
          </p:cNvSpPr>
          <p:nvPr/>
        </p:nvSpPr>
        <p:spPr>
          <a:xfrm>
            <a:off x="9939800" y="5944819"/>
            <a:ext cx="402710" cy="402710"/>
          </a:xfrm>
          <a:prstGeom prst="rect">
            <a:avLst/>
          </a:prstGeom>
          <a:solidFill>
            <a:srgbClr val="888888">
              <a:alpha val="100000"/>
            </a:srgbClr>
          </a:solidFill>
          <a:ln w="3175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9" name="anim_to4047_0_1">
            <a:extLst>
              <a:ext uri="{FF2B5EF4-FFF2-40B4-BE49-F238E27FC236}">
                <a16:creationId xmlns:a16="http://schemas.microsoft.com/office/drawing/2014/main" id="{F613D4F8-3610-47A3-8E4C-F263DC3E6CC4}"/>
              </a:ext>
            </a:extLst>
          </p:cNvPr>
          <p:cNvSpPr>
            <a:spLocks noGrp="1"/>
          </p:cNvSpPr>
          <p:nvPr/>
        </p:nvSpPr>
        <p:spPr>
          <a:xfrm>
            <a:off x="8311497" y="4089816"/>
            <a:ext cx="2470236" cy="42519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78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78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2678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Edge Detected</a:t>
            </a:r>
          </a:p>
        </p:txBody>
      </p:sp>
    </p:spTree>
    <p:extLst>
      <p:ext uri="{BB962C8B-B14F-4D97-AF65-F5344CB8AC3E}">
        <p14:creationId xmlns:p14="http://schemas.microsoft.com/office/powerpoint/2010/main" val="19524234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4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4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4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4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4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4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4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4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4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4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4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4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4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4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4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4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4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4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400"/>
                            </p:stCondLst>
                            <p:childTnLst>
                              <p:par>
                                <p:cTn id="6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3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700"/>
                            </p:stCondLst>
                            <p:childTnLst>
                              <p:par>
                                <p:cTn id="64" presetID="63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65" dur="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67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69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71" dur="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73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75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77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79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81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83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85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87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89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91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93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95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97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11043 -0.1260504 E" pathEditMode="relative" ptsTypes="">
                                      <p:cBhvr>
                                        <p:cTn id="99" dur="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200"/>
                            </p:stCondLst>
                            <p:childTnLst>
                              <p:par>
                                <p:cTn id="10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4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4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4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63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03517 -0.1642309 E" pathEditMode="relative" ptsTypes="">
                                      <p:cBhvr>
                                        <p:cTn id="113" dur="8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5" dur="800" fill="hold"/>
                                        <p:tgtEl>
                                          <p:spTgt spid="20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41862 -0.1642309 E" pathEditMode="relative" ptsTypes="">
                                      <p:cBhvr>
                                        <p:cTn id="117" dur="8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9" dur="8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80206 -0.1642309 E" pathEditMode="relative" ptsTypes="">
                                      <p:cBhvr>
                                        <p:cTn id="121" dur="8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3" dur="800" fill="hold"/>
                                        <p:tgtEl>
                                          <p:spTgt spid="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8551 -0.1642309 E" pathEditMode="relative" ptsTypes="">
                                      <p:cBhvr>
                                        <p:cTn id="125" dur="8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7" dur="800" fill="hold"/>
                                        <p:tgtEl>
                                          <p:spTgt spid="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6896 -0.1642309 E" pathEditMode="relative" ptsTypes="">
                                      <p:cBhvr>
                                        <p:cTn id="129" dur="8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1" dur="800" fill="hold"/>
                                        <p:tgtEl>
                                          <p:spTgt spid="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95241 -0.1642309 E" pathEditMode="relative" ptsTypes="">
                                      <p:cBhvr>
                                        <p:cTn id="133" dur="8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5" dur="800" fill="hold"/>
                                        <p:tgtEl>
                                          <p:spTgt spid="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03517 -0.1751918 E" pathEditMode="relative" ptsTypes="">
                                      <p:cBhvr>
                                        <p:cTn id="137" dur="8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9" dur="800" fill="hold"/>
                                        <p:tgtEl>
                                          <p:spTgt spid="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41862 -0.1751918 E" pathEditMode="relative" ptsTypes="">
                                      <p:cBhvr>
                                        <p:cTn id="141" dur="8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3" dur="800" fill="hold"/>
                                        <p:tgtEl>
                                          <p:spTgt spid="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80206 -0.1751918 E" pathEditMode="relative" ptsTypes="">
                                      <p:cBhvr>
                                        <p:cTn id="145" dur="8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7" dur="800" fill="hold"/>
                                        <p:tgtEl>
                                          <p:spTgt spid="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8551 -0.1751918 E" pathEditMode="relative" ptsTypes="">
                                      <p:cBhvr>
                                        <p:cTn id="149" dur="8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1" dur="800" fill="hold"/>
                                        <p:tgtEl>
                                          <p:spTgt spid="1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6896 -0.1751918 E" pathEditMode="relative" ptsTypes="">
                                      <p:cBhvr>
                                        <p:cTn id="153" dur="8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5" dur="800" fill="hold"/>
                                        <p:tgtEl>
                                          <p:spTgt spid="1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95241 -0.1751918 E" pathEditMode="relative" ptsTypes="">
                                      <p:cBhvr>
                                        <p:cTn id="157" dur="8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9" dur="800" fill="hold"/>
                                        <p:tgtEl>
                                          <p:spTgt spid="1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03517 -0.1861527 E" pathEditMode="relative" ptsTypes="">
                                      <p:cBhvr>
                                        <p:cTn id="161" dur="8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3" dur="800" fill="hold"/>
                                        <p:tgtEl>
                                          <p:spTgt spid="1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41862 -0.1861527 E" pathEditMode="relative" ptsTypes="">
                                      <p:cBhvr>
                                        <p:cTn id="165" dur="8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7" dur="800" fill="hold"/>
                                        <p:tgtEl>
                                          <p:spTgt spid="1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80206 -0.1861527 E" pathEditMode="relative" ptsTypes="">
                                      <p:cBhvr>
                                        <p:cTn id="169" dur="8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1" dur="800" fill="hold"/>
                                        <p:tgtEl>
                                          <p:spTgt spid="1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8551 -0.1861527 E" pathEditMode="relative" ptsTypes="">
                                      <p:cBhvr>
                                        <p:cTn id="173" dur="8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5" dur="800" fill="hold"/>
                                        <p:tgtEl>
                                          <p:spTgt spid="1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6896 -0.1861527 E" pathEditMode="relative" ptsTypes="">
                                      <p:cBhvr>
                                        <p:cTn id="177" dur="8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9" dur="800" fill="hold"/>
                                        <p:tgtEl>
                                          <p:spTgt spid="1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95241 -0.1861527 E" pathEditMode="relative" ptsTypes="">
                                      <p:cBhvr>
                                        <p:cTn id="181" dur="8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3" dur="800" fill="hold"/>
                                        <p:tgtEl>
                                          <p:spTgt spid="1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03517 -0.1971136 E" pathEditMode="relative" ptsTypes="">
                                      <p:cBhvr>
                                        <p:cTn id="185" dur="8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7" dur="800" fill="hold"/>
                                        <p:tgtEl>
                                          <p:spTgt spid="1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41862 -0.1971136 E" pathEditMode="relative" ptsTypes="">
                                      <p:cBhvr>
                                        <p:cTn id="189" dur="8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1" dur="800" fill="hold"/>
                                        <p:tgtEl>
                                          <p:spTgt spid="2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80206 -0.1971136 E" pathEditMode="relative" ptsTypes="">
                                      <p:cBhvr>
                                        <p:cTn id="193" dur="8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5" dur="800" fill="hold"/>
                                        <p:tgtEl>
                                          <p:spTgt spid="2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1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8551 -0.1971136 E" pathEditMode="relative" ptsTypes="">
                                      <p:cBhvr>
                                        <p:cTn id="197" dur="8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9" dur="800" fill="hold"/>
                                        <p:tgtEl>
                                          <p:spTgt spid="2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6896 -0.1971136 E" pathEditMode="relative" ptsTypes="">
                                      <p:cBhvr>
                                        <p:cTn id="201" dur="8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3" dur="800" fill="hold"/>
                                        <p:tgtEl>
                                          <p:spTgt spid="2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95241 -0.1971136 E" pathEditMode="relative" ptsTypes="">
                                      <p:cBhvr>
                                        <p:cTn id="205" dur="8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7" dur="800" fill="hold"/>
                                        <p:tgtEl>
                                          <p:spTgt spid="2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03517 -0.2080745 E" pathEditMode="relative" ptsTypes="">
                                      <p:cBhvr>
                                        <p:cTn id="209" dur="8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1" dur="800" fill="hold"/>
                                        <p:tgtEl>
                                          <p:spTgt spid="2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41862 -0.2080745 E" pathEditMode="relative" ptsTypes="">
                                      <p:cBhvr>
                                        <p:cTn id="213" dur="8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5" dur="800" fill="hold"/>
                                        <p:tgtEl>
                                          <p:spTgt spid="2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80206 -0.2080745 E" pathEditMode="relative" ptsTypes="">
                                      <p:cBhvr>
                                        <p:cTn id="217" dur="8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9" dur="800" fill="hold"/>
                                        <p:tgtEl>
                                          <p:spTgt spid="2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8551 -0.2080745 E" pathEditMode="relative" ptsTypes="">
                                      <p:cBhvr>
                                        <p:cTn id="221" dur="8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3" dur="800" fill="hold"/>
                                        <p:tgtEl>
                                          <p:spTgt spid="2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6896 -0.2080745 E" pathEditMode="relative" ptsTypes="">
                                      <p:cBhvr>
                                        <p:cTn id="225" dur="8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7" dur="800" fill="hold"/>
                                        <p:tgtEl>
                                          <p:spTgt spid="2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95241 -0.2080745 E" pathEditMode="relative" ptsTypes="">
                                      <p:cBhvr>
                                        <p:cTn id="229" dur="8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1" dur="8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03517 -0.2190354 E" pathEditMode="relative" ptsTypes="">
                                      <p:cBhvr>
                                        <p:cTn id="233" dur="8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5" dur="800" fill="hold"/>
                                        <p:tgtEl>
                                          <p:spTgt spid="3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41862 -0.2190354 E" pathEditMode="relative" ptsTypes="">
                                      <p:cBhvr>
                                        <p:cTn id="237" dur="8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9" dur="800" fill="hold"/>
                                        <p:tgtEl>
                                          <p:spTgt spid="3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80206 -0.2190354 E" pathEditMode="relative" ptsTypes="">
                                      <p:cBhvr>
                                        <p:cTn id="241" dur="8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3" dur="8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8551 -0.2190354 E" pathEditMode="relative" ptsTypes="">
                                      <p:cBhvr>
                                        <p:cTn id="245" dur="8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7" dur="800" fill="hold"/>
                                        <p:tgtEl>
                                          <p:spTgt spid="3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6896 -0.2190354 E" pathEditMode="relative" ptsTypes="">
                                      <p:cBhvr>
                                        <p:cTn id="249" dur="8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1" dur="800" fill="hold"/>
                                        <p:tgtEl>
                                          <p:spTgt spid="3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95241 -0.2190354 E" pathEditMode="relative" ptsTypes="">
                                      <p:cBhvr>
                                        <p:cTn id="253" dur="8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5" dur="800" fill="hold"/>
                                        <p:tgtEl>
                                          <p:spTgt spid="3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3088 -0.1751918 E" pathEditMode="relative" ptsTypes="">
                                      <p:cBhvr>
                                        <p:cTn id="257" dur="8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9" dur="800" fill="hold"/>
                                        <p:tgtEl>
                                          <p:spTgt spid="3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92535 -0.1751918 E" pathEditMode="relative" ptsTypes="">
                                      <p:cBhvr>
                                        <p:cTn id="261" dur="8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3" dur="800" fill="hold"/>
                                        <p:tgtEl>
                                          <p:spTgt spid="3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5419 -0.1751918 E" pathEditMode="relative" ptsTypes="">
                                      <p:cBhvr>
                                        <p:cTn id="265" dur="8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7" dur="800" fill="hold"/>
                                        <p:tgtEl>
                                          <p:spTgt spid="3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15845 -0.1751918 E" pathEditMode="relative" ptsTypes="">
                                      <p:cBhvr>
                                        <p:cTn id="269" dur="8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1" dur="800" fill="hold"/>
                                        <p:tgtEl>
                                          <p:spTgt spid="4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3088 -0.1861527 E" pathEditMode="relative" ptsTypes="">
                                      <p:cBhvr>
                                        <p:cTn id="273" dur="8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5" dur="800" fill="hold"/>
                                        <p:tgtEl>
                                          <p:spTgt spid="4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92535 -0.1861527 E" pathEditMode="relative" ptsTypes="">
                                      <p:cBhvr>
                                        <p:cTn id="277" dur="8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9" dur="800" fill="hold"/>
                                        <p:tgtEl>
                                          <p:spTgt spid="4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5419 -0.1861527 E" pathEditMode="relative" ptsTypes="">
                                      <p:cBhvr>
                                        <p:cTn id="281" dur="8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3" dur="800" fill="hold"/>
                                        <p:tgtEl>
                                          <p:spTgt spid="4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15845 -0.1861527 E" pathEditMode="relative" ptsTypes="">
                                      <p:cBhvr>
                                        <p:cTn id="285" dur="8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7" dur="8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3088 -0.1971136 E" pathEditMode="relative" ptsTypes="">
                                      <p:cBhvr>
                                        <p:cTn id="289" dur="8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1" dur="800" fill="hold"/>
                                        <p:tgtEl>
                                          <p:spTgt spid="4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92535 -0.1971136 E" pathEditMode="relative" ptsTypes="">
                                      <p:cBhvr>
                                        <p:cTn id="293" dur="8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5" dur="800" fill="hold"/>
                                        <p:tgtEl>
                                          <p:spTgt spid="4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2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5419 -0.1971136 E" pathEditMode="relative" ptsTypes="">
                                      <p:cBhvr>
                                        <p:cTn id="297" dur="8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9" dur="8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15845 -0.1971136 E" pathEditMode="relative" ptsTypes="">
                                      <p:cBhvr>
                                        <p:cTn id="301" dur="8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3" dur="8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3088 -0.2080745 E" pathEditMode="relative" ptsTypes="">
                                      <p:cBhvr>
                                        <p:cTn id="305" dur="8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7" dur="8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92535 -0.2080745 E" pathEditMode="relative" ptsTypes="">
                                      <p:cBhvr>
                                        <p:cTn id="309" dur="8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1" dur="800" fill="hold"/>
                                        <p:tgtEl>
                                          <p:spTgt spid="5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5419 -0.2080745 E" pathEditMode="relative" ptsTypes="">
                                      <p:cBhvr>
                                        <p:cTn id="313" dur="8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5" dur="800" fill="hold"/>
                                        <p:tgtEl>
                                          <p:spTgt spid="5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15845 -0.2080745 E" pathEditMode="relative" ptsTypes="">
                                      <p:cBhvr>
                                        <p:cTn id="317" dur="8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9" dur="800" fill="hold"/>
                                        <p:tgtEl>
                                          <p:spTgt spid="5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03517 -0.1642309 E" pathEditMode="relative" ptsTypes="">
                                      <p:cBhvr>
                                        <p:cTn id="321" dur="8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3" dur="800" fill="hold"/>
                                        <p:tgtEl>
                                          <p:spTgt spid="5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41862 -0.1642309 E" pathEditMode="relative" ptsTypes="">
                                      <p:cBhvr>
                                        <p:cTn id="325" dur="8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7" dur="800" fill="hold"/>
                                        <p:tgtEl>
                                          <p:spTgt spid="5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80206 -0.1642309 E" pathEditMode="relative" ptsTypes="">
                                      <p:cBhvr>
                                        <p:cTn id="329" dur="8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1" dur="800" fill="hold"/>
                                        <p:tgtEl>
                                          <p:spTgt spid="5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8551 -0.1642309 E" pathEditMode="relative" ptsTypes="">
                                      <p:cBhvr>
                                        <p:cTn id="333" dur="8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5" dur="800" fill="hold"/>
                                        <p:tgtEl>
                                          <p:spTgt spid="5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6896 -0.1642309 E" pathEditMode="relative" ptsTypes="">
                                      <p:cBhvr>
                                        <p:cTn id="337" dur="8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9" dur="800" fill="hold"/>
                                        <p:tgtEl>
                                          <p:spTgt spid="5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95241 -0.1642309 E" pathEditMode="relative" ptsTypes="">
                                      <p:cBhvr>
                                        <p:cTn id="341" dur="8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3" dur="800" fill="hold"/>
                                        <p:tgtEl>
                                          <p:spTgt spid="5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03517 -0.1751918 E" pathEditMode="relative" ptsTypes="">
                                      <p:cBhvr>
                                        <p:cTn id="345" dur="8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7" dur="800" fill="hold"/>
                                        <p:tgtEl>
                                          <p:spTgt spid="5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41862 -0.1751918 E" pathEditMode="relative" ptsTypes="">
                                      <p:cBhvr>
                                        <p:cTn id="349" dur="8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1" dur="800" fill="hold"/>
                                        <p:tgtEl>
                                          <p:spTgt spid="6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80206 -0.1751918 E" pathEditMode="relative" ptsTypes="">
                                      <p:cBhvr>
                                        <p:cTn id="353" dur="8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5" dur="800" fill="hold"/>
                                        <p:tgtEl>
                                          <p:spTgt spid="6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8551 -0.1751918 E" pathEditMode="relative" ptsTypes="">
                                      <p:cBhvr>
                                        <p:cTn id="357" dur="8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9" dur="800" fill="hold"/>
                                        <p:tgtEl>
                                          <p:spTgt spid="6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6896 -0.1751918 E" pathEditMode="relative" ptsTypes="">
                                      <p:cBhvr>
                                        <p:cTn id="361" dur="8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3" dur="800" fill="hold"/>
                                        <p:tgtEl>
                                          <p:spTgt spid="6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95241 -0.1751918 E" pathEditMode="relative" ptsTypes="">
                                      <p:cBhvr>
                                        <p:cTn id="365" dur="8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7" dur="800" fill="hold"/>
                                        <p:tgtEl>
                                          <p:spTgt spid="6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03517 -0.1861527 E" pathEditMode="relative" ptsTypes="">
                                      <p:cBhvr>
                                        <p:cTn id="369" dur="8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1" dur="800" fill="hold"/>
                                        <p:tgtEl>
                                          <p:spTgt spid="6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41862 -0.1861527 E" pathEditMode="relative" ptsTypes="">
                                      <p:cBhvr>
                                        <p:cTn id="373" dur="8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5" dur="800" fill="hold"/>
                                        <p:tgtEl>
                                          <p:spTgt spid="6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80206 -0.1861527 E" pathEditMode="relative" ptsTypes="">
                                      <p:cBhvr>
                                        <p:cTn id="377" dur="8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9" dur="800" fill="hold"/>
                                        <p:tgtEl>
                                          <p:spTgt spid="6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8551 -0.1861527 E" pathEditMode="relative" ptsTypes="">
                                      <p:cBhvr>
                                        <p:cTn id="381" dur="8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3" dur="800" fill="hold"/>
                                        <p:tgtEl>
                                          <p:spTgt spid="6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6896 -0.1861527 E" pathEditMode="relative" ptsTypes="">
                                      <p:cBhvr>
                                        <p:cTn id="385" dur="8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7" dur="800" fill="hold"/>
                                        <p:tgtEl>
                                          <p:spTgt spid="6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95241 -0.1861527 E" pathEditMode="relative" ptsTypes="">
                                      <p:cBhvr>
                                        <p:cTn id="389" dur="8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1" dur="800" fill="hold"/>
                                        <p:tgtEl>
                                          <p:spTgt spid="7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03517 -0.1971136 E" pathEditMode="relative" ptsTypes="">
                                      <p:cBhvr>
                                        <p:cTn id="393" dur="8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5" dur="800" fill="hold"/>
                                        <p:tgtEl>
                                          <p:spTgt spid="7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3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41862 -0.1971136 E" pathEditMode="relative" ptsTypes="">
                                      <p:cBhvr>
                                        <p:cTn id="397" dur="8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9" dur="800" fill="hold"/>
                                        <p:tgtEl>
                                          <p:spTgt spid="7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80206 -0.1971136 E" pathEditMode="relative" ptsTypes="">
                                      <p:cBhvr>
                                        <p:cTn id="401" dur="8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3" dur="800" fill="hold"/>
                                        <p:tgtEl>
                                          <p:spTgt spid="7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8551 -0.1971136 E" pathEditMode="relative" ptsTypes="">
                                      <p:cBhvr>
                                        <p:cTn id="405" dur="8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7" dur="800" fill="hold"/>
                                        <p:tgtEl>
                                          <p:spTgt spid="7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6896 -0.1971136 E" pathEditMode="relative" ptsTypes="">
                                      <p:cBhvr>
                                        <p:cTn id="409" dur="8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1" dur="800" fill="hold"/>
                                        <p:tgtEl>
                                          <p:spTgt spid="7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95241 -0.1971136 E" pathEditMode="relative" ptsTypes="">
                                      <p:cBhvr>
                                        <p:cTn id="413" dur="8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5" dur="800" fill="hold"/>
                                        <p:tgtEl>
                                          <p:spTgt spid="7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03517 -0.2080745 E" pathEditMode="relative" ptsTypes="">
                                      <p:cBhvr>
                                        <p:cTn id="417" dur="8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9" dur="800" fill="hold"/>
                                        <p:tgtEl>
                                          <p:spTgt spid="7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41862 -0.2080745 E" pathEditMode="relative" ptsTypes="">
                                      <p:cBhvr>
                                        <p:cTn id="421" dur="8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3" dur="800" fill="hold"/>
                                        <p:tgtEl>
                                          <p:spTgt spid="7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80206 -0.2080745 E" pathEditMode="relative" ptsTypes="">
                                      <p:cBhvr>
                                        <p:cTn id="425" dur="8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7" dur="800" fill="hold"/>
                                        <p:tgtEl>
                                          <p:spTgt spid="7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8551 -0.2080745 E" pathEditMode="relative" ptsTypes="">
                                      <p:cBhvr>
                                        <p:cTn id="429" dur="8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1" dur="800" fill="hold"/>
                                        <p:tgtEl>
                                          <p:spTgt spid="8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6896 -0.2080745 E" pathEditMode="relative" ptsTypes="">
                                      <p:cBhvr>
                                        <p:cTn id="433" dur="8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5" dur="800" fill="hold"/>
                                        <p:tgtEl>
                                          <p:spTgt spid="8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95241 -0.2080745 E" pathEditMode="relative" ptsTypes="">
                                      <p:cBhvr>
                                        <p:cTn id="437" dur="8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9" dur="800" fill="hold"/>
                                        <p:tgtEl>
                                          <p:spTgt spid="8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503517 -0.2190354 E" pathEditMode="relative" ptsTypes="">
                                      <p:cBhvr>
                                        <p:cTn id="441" dur="8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3" dur="800" fill="hold"/>
                                        <p:tgtEl>
                                          <p:spTgt spid="8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41862 -0.2190354 E" pathEditMode="relative" ptsTypes="">
                                      <p:cBhvr>
                                        <p:cTn id="445" dur="8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7" dur="800" fill="hold"/>
                                        <p:tgtEl>
                                          <p:spTgt spid="8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80206 -0.2190354 E" pathEditMode="relative" ptsTypes="">
                                      <p:cBhvr>
                                        <p:cTn id="449" dur="8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1" dur="800" fill="hold"/>
                                        <p:tgtEl>
                                          <p:spTgt spid="8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8551 -0.2190354 E" pathEditMode="relative" ptsTypes="">
                                      <p:cBhvr>
                                        <p:cTn id="453" dur="8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5" dur="800" fill="hold"/>
                                        <p:tgtEl>
                                          <p:spTgt spid="8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6896 -0.2190354 E" pathEditMode="relative" ptsTypes="">
                                      <p:cBhvr>
                                        <p:cTn id="457" dur="8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9" dur="800" fill="hold"/>
                                        <p:tgtEl>
                                          <p:spTgt spid="8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95241 -0.2190354 E" pathEditMode="relative" ptsTypes="">
                                      <p:cBhvr>
                                        <p:cTn id="461" dur="8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3" dur="800" fill="hold"/>
                                        <p:tgtEl>
                                          <p:spTgt spid="8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49379 -0.1493554 E" pathEditMode="relative" ptsTypes="">
                                      <p:cBhvr>
                                        <p:cTn id="465" dur="8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7" dur="800" fill="hold"/>
                                        <p:tgtEl>
                                          <p:spTgt spid="8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23362 -0.1603163 E" pathEditMode="relative" ptsTypes="">
                                      <p:cBhvr>
                                        <p:cTn id="469" dur="8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1" dur="800" fill="hold"/>
                                        <p:tgtEl>
                                          <p:spTgt spid="9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3088 -0.1751918 E" pathEditMode="relative" ptsTypes="">
                                      <p:cBhvr>
                                        <p:cTn id="473" dur="8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5" dur="800" fill="hold"/>
                                        <p:tgtEl>
                                          <p:spTgt spid="9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92535 -0.1751918 E" pathEditMode="relative" ptsTypes="">
                                      <p:cBhvr>
                                        <p:cTn id="477" dur="8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9" dur="800" fill="hold"/>
                                        <p:tgtEl>
                                          <p:spTgt spid="9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5419 -0.1751918 E" pathEditMode="relative" ptsTypes="">
                                      <p:cBhvr>
                                        <p:cTn id="481" dur="8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3" dur="800" fill="hold"/>
                                        <p:tgtEl>
                                          <p:spTgt spid="9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15845 -0.1751918 E" pathEditMode="relative" ptsTypes="">
                                      <p:cBhvr>
                                        <p:cTn id="485" dur="8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7" dur="800" fill="hold"/>
                                        <p:tgtEl>
                                          <p:spTgt spid="9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3088 -0.1861527 E" pathEditMode="relative" ptsTypes="">
                                      <p:cBhvr>
                                        <p:cTn id="489" dur="8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1" dur="800" fill="hold"/>
                                        <p:tgtEl>
                                          <p:spTgt spid="9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92535 -0.1861527 E" pathEditMode="relative" ptsTypes="">
                                      <p:cBhvr>
                                        <p:cTn id="493" dur="8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5" dur="8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4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5419 -0.1861527 E" pathEditMode="relative" ptsTypes="">
                                      <p:cBhvr>
                                        <p:cTn id="497" dur="8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9" dur="800" fill="hold"/>
                                        <p:tgtEl>
                                          <p:spTgt spid="9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15845 -0.1861527 E" pathEditMode="relative" ptsTypes="">
                                      <p:cBhvr>
                                        <p:cTn id="501" dur="8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3" dur="800" fill="hold"/>
                                        <p:tgtEl>
                                          <p:spTgt spid="9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3088 -0.1971136 E" pathEditMode="relative" ptsTypes="">
                                      <p:cBhvr>
                                        <p:cTn id="505" dur="8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7" dur="800" fill="hold"/>
                                        <p:tgtEl>
                                          <p:spTgt spid="9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92535 -0.1971136 E" pathEditMode="relative" ptsTypes="">
                                      <p:cBhvr>
                                        <p:cTn id="509" dur="8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1" dur="8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5419 -0.1971136 E" pathEditMode="relative" ptsTypes="">
                                      <p:cBhvr>
                                        <p:cTn id="513" dur="8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5" dur="800" fill="hold"/>
                                        <p:tgtEl>
                                          <p:spTgt spid="10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15845 -0.1971136 E" pathEditMode="relative" ptsTypes="">
                                      <p:cBhvr>
                                        <p:cTn id="517" dur="8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9" dur="800" fill="hold"/>
                                        <p:tgtEl>
                                          <p:spTgt spid="10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3088 -0.2080745 E" pathEditMode="relative" ptsTypes="">
                                      <p:cBhvr>
                                        <p:cTn id="521" dur="8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3" dur="8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92535 -0.2080745 E" pathEditMode="relative" ptsTypes="">
                                      <p:cBhvr>
                                        <p:cTn id="525" dur="8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7" dur="800" fill="hold"/>
                                        <p:tgtEl>
                                          <p:spTgt spid="10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5419 -0.2080745 E" pathEditMode="relative" ptsTypes="">
                                      <p:cBhvr>
                                        <p:cTn id="529" dur="8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31" dur="800" fill="hold"/>
                                        <p:tgtEl>
                                          <p:spTgt spid="10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15845 -0.2080745 E" pathEditMode="relative" ptsTypes="">
                                      <p:cBhvr>
                                        <p:cTn id="533" dur="8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35" dur="800" fill="hold"/>
                                        <p:tgtEl>
                                          <p:spTgt spid="10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3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99654 -0.1916332 E" pathEditMode="relative" ptsTypes="">
                                      <p:cBhvr>
                                        <p:cTn id="537" dur="8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39" dur="800" fill="hold"/>
                                        <p:tgtEl>
                                          <p:spTgt spid="13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4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25061 -0.1916332 E" pathEditMode="relative" ptsTypes="">
                                      <p:cBhvr>
                                        <p:cTn id="541" dur="8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3" dur="800" fill="hold"/>
                                        <p:tgtEl>
                                          <p:spTgt spid="13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4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57588 -0.1584414 E" pathEditMode="relative" ptsTypes="">
                                      <p:cBhvr>
                                        <p:cTn id="545" dur="8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7" dur="800" fill="hold"/>
                                        <p:tgtEl>
                                          <p:spTgt spid="13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4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57588 -0.1669974 E" pathEditMode="relative" ptsTypes="">
                                      <p:cBhvr>
                                        <p:cTn id="549" dur="8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51" dur="800" fill="hold"/>
                                        <p:tgtEl>
                                          <p:spTgt spid="13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5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41511 -0.3067227 E" pathEditMode="relative" ptsTypes="">
                                      <p:cBhvr>
                                        <p:cTn id="553" dur="8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4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55" dur="800" fill="hold"/>
                                        <p:tgtEl>
                                          <p:spTgt spid="12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5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353455 -0.3067227 E" pathEditMode="relative" ptsTypes="">
                                      <p:cBhvr>
                                        <p:cTn id="557" dur="8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8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59" dur="800" fill="hold"/>
                                        <p:tgtEl>
                                          <p:spTgt spid="12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6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2918 -0.3067227 E" pathEditMode="relative" ptsTypes="">
                                      <p:cBhvr>
                                        <p:cTn id="561" dur="8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2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63" dur="800" fill="hold"/>
                                        <p:tgtEl>
                                          <p:spTgt spid="12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6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41511 -0.3176836 E" pathEditMode="relative" ptsTypes="">
                                      <p:cBhvr>
                                        <p:cTn id="565" dur="8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6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67" dur="800" fill="hold"/>
                                        <p:tgtEl>
                                          <p:spTgt spid="12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6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353455 -0.3176836 E" pathEditMode="relative" ptsTypes="">
                                      <p:cBhvr>
                                        <p:cTn id="569" dur="8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0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71" dur="800" fill="hold"/>
                                        <p:tgtEl>
                                          <p:spTgt spid="12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7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2918 -0.3176836 E" pathEditMode="relative" ptsTypes="">
                                      <p:cBhvr>
                                        <p:cTn id="573" dur="8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4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75" dur="800" fill="hold"/>
                                        <p:tgtEl>
                                          <p:spTgt spid="13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7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41511 -0.3286445 E" pathEditMode="relative" ptsTypes="">
                                      <p:cBhvr>
                                        <p:cTn id="577" dur="8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8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79" dur="800" fill="hold"/>
                                        <p:tgtEl>
                                          <p:spTgt spid="13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8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353455 -0.3286445 E" pathEditMode="relative" ptsTypes="">
                                      <p:cBhvr>
                                        <p:cTn id="581" dur="8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2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83" dur="800" fill="hold"/>
                                        <p:tgtEl>
                                          <p:spTgt spid="13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8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2918 -0.3286445 E" pathEditMode="relative" ptsTypes="">
                                      <p:cBhvr>
                                        <p:cTn id="585" dur="8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6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87" dur="800" fill="hold"/>
                                        <p:tgtEl>
                                          <p:spTgt spid="13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8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41511 -0.3067227 E" pathEditMode="relative" ptsTypes="">
                                      <p:cBhvr>
                                        <p:cTn id="589" dur="8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91" dur="800" fill="hold"/>
                                        <p:tgtEl>
                                          <p:spTgt spid="11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9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353455 -0.3067227 E" pathEditMode="relative" ptsTypes="">
                                      <p:cBhvr>
                                        <p:cTn id="593" dur="8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95" dur="8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59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2918 -0.3067227 E" pathEditMode="relative" ptsTypes="">
                                      <p:cBhvr>
                                        <p:cTn id="597" dur="8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99" dur="8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60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41511 -0.3176836 E" pathEditMode="relative" ptsTypes="">
                                      <p:cBhvr>
                                        <p:cTn id="601" dur="8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3" dur="8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60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353455 -0.3176836 E" pathEditMode="relative" ptsTypes="">
                                      <p:cBhvr>
                                        <p:cTn id="605" dur="8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7" dur="8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60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2918 -0.3176836 E" pathEditMode="relative" ptsTypes="">
                                      <p:cBhvr>
                                        <p:cTn id="609" dur="8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11" dur="800" fill="hold"/>
                                        <p:tgtEl>
                                          <p:spTgt spid="12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61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41511 -0.3286445 E" pathEditMode="relative" ptsTypes="">
                                      <p:cBhvr>
                                        <p:cTn id="613" dur="8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15" dur="800" fill="hold"/>
                                        <p:tgtEl>
                                          <p:spTgt spid="12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61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353455 -0.3286445 E" pathEditMode="relative" ptsTypes="">
                                      <p:cBhvr>
                                        <p:cTn id="617" dur="8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19" dur="800" fill="hold"/>
                                        <p:tgtEl>
                                          <p:spTgt spid="12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  <p:par>
                                <p:cTn id="62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11043 -0.1260504 L 0.22918 -0.3286445 E" pathEditMode="relative" ptsTypes="">
                                      <p:cBhvr>
                                        <p:cTn id="621" dur="8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23" dur="800" fill="hold"/>
                                        <p:tgtEl>
                                          <p:spTgt spid="12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6957" y="86957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4" fill="hold">
                            <p:stCondLst>
                              <p:cond delay="800"/>
                            </p:stCondLst>
                            <p:childTnLst>
                              <p:par>
                                <p:cTn id="6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7" dur="6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0" dur="6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3" dur="6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6" dur="6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9" dur="6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2" dur="6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5" dur="6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8" dur="6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1" dur="6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4" dur="6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7" dur="6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0" dur="6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3" dur="6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6" dur="6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9" dur="6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2" dur="6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5" dur="6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8" dur="6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1" dur="6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4" dur="6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7" dur="6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0" dur="6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3" dur="6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6" dur="6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9" dur="6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2" dur="6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5" dur="6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8" dur="6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1" dur="6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4" dur="6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7" dur="6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0" dur="6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3" dur="6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6" dur="6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9" dur="6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2" dur="6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3" fill="hold">
                            <p:stCondLst>
                              <p:cond delay="1400"/>
                            </p:stCondLst>
                            <p:childTnLst>
                              <p:par>
                                <p:cTn id="7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6" dur="6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9" dur="6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2" dur="6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5" dur="6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8" dur="6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1" dur="6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4" dur="6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7" dur="6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0" dur="6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1" fill="hold">
                            <p:stCondLst>
                              <p:cond delay="2000"/>
                            </p:stCondLst>
                            <p:childTnLst>
                              <p:par>
                                <p:cTn id="76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4" dur="6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7" dur="6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0" dur="6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3" dur="6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6" dur="6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9" dur="6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2" dur="6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5" dur="6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8" dur="6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1" dur="6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4" dur="6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7" dur="6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0" dur="6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3" dur="6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6" dur="6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9" dur="6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2" dur="6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0" grpId="0" animBg="1"/>
      <p:bldP spid="200" grpId="1" animBg="1"/>
      <p:bldP spid="2" grpId="0" animBg="1"/>
      <p:bldP spid="2" grpId="1" animBg="1"/>
      <p:bldP spid="3" grpId="0" animBg="1"/>
      <p:bldP spid="3" grpId="1" animBg="1"/>
      <p:bldP spid="4" grpId="0" animBg="1"/>
      <p:bldP spid="4" grpId="1" animBg="1"/>
      <p:bldP spid="5" grpId="0" animBg="1"/>
      <p:bldP spid="5" grpId="1" animBg="1"/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9" grpId="0" animBg="1"/>
      <p:bldP spid="9" grpId="1" animBg="1"/>
      <p:bldP spid="10" grpId="0" animBg="1"/>
      <p:bldP spid="10" grpId="1" animBg="1"/>
      <p:bldP spid="11" grpId="0" animBg="1"/>
      <p:bldP spid="11" grpId="1" animBg="1"/>
      <p:bldP spid="12" grpId="0" animBg="1"/>
      <p:bldP spid="12" grpId="1" animBg="1"/>
      <p:bldP spid="13" grpId="0" animBg="1"/>
      <p:bldP spid="13" grpId="1" animBg="1"/>
      <p:bldP spid="14" grpId="0" animBg="1"/>
      <p:bldP spid="14" grpId="1" animBg="1"/>
      <p:bldP spid="15" grpId="0" animBg="1"/>
      <p:bldP spid="15" grpId="1" animBg="1"/>
      <p:bldP spid="16" grpId="0" animBg="1"/>
      <p:bldP spid="16" grpId="1" animBg="1"/>
      <p:bldP spid="17" grpId="0" animBg="1"/>
      <p:bldP spid="17" grpId="1" animBg="1"/>
      <p:bldP spid="18" grpId="0" animBg="1"/>
      <p:bldP spid="18" grpId="1" animBg="1"/>
      <p:bldP spid="19" grpId="0" animBg="1"/>
      <p:bldP spid="19" grpId="1" animBg="1"/>
      <p:bldP spid="20" grpId="0" animBg="1"/>
      <p:bldP spid="20" grpId="1" animBg="1"/>
      <p:bldP spid="21" grpId="0" animBg="1"/>
      <p:bldP spid="21" grpId="1" animBg="1"/>
      <p:bldP spid="22" grpId="0" animBg="1"/>
      <p:bldP spid="22" grpId="1" animBg="1"/>
      <p:bldP spid="23" grpId="0" animBg="1"/>
      <p:bldP spid="23" grpId="1" animBg="1"/>
      <p:bldP spid="24" grpId="0" animBg="1"/>
      <p:bldP spid="24" grpId="1" animBg="1"/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  <p:bldP spid="33" grpId="0" animBg="1"/>
      <p:bldP spid="33" grpId="1" animBg="1"/>
      <p:bldP spid="34" grpId="0" animBg="1"/>
      <p:bldP spid="34" grpId="1" animBg="1"/>
      <p:bldP spid="35" grpId="0" animBg="1"/>
      <p:bldP spid="35" grpId="1" animBg="1"/>
      <p:bldP spid="36" grpId="0" animBg="1"/>
      <p:bldP spid="36" grpId="1" animBg="1"/>
      <p:bldP spid="37" grpId="0" animBg="1"/>
      <p:bldP spid="37" grpId="1" animBg="1"/>
      <p:bldP spid="38" grpId="0" animBg="1"/>
      <p:bldP spid="38" grpId="1" animBg="1"/>
      <p:bldP spid="39" grpId="0" animBg="1"/>
      <p:bldP spid="39" grpId="1" animBg="1"/>
      <p:bldP spid="40" grpId="0" animBg="1"/>
      <p:bldP spid="40" grpId="1" animBg="1"/>
      <p:bldP spid="41" grpId="0" animBg="1"/>
      <p:bldP spid="41" grpId="1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  <p:bldP spid="51" grpId="0" animBg="1"/>
      <p:bldP spid="51" grpId="1" animBg="1"/>
      <p:bldP spid="52" grpId="0" animBg="1"/>
      <p:bldP spid="52" grpId="1" animBg="1"/>
      <p:bldP spid="53" grpId="0"/>
      <p:bldP spid="53" grpId="1"/>
      <p:bldP spid="54" grpId="0"/>
      <p:bldP spid="54" grpId="1"/>
      <p:bldP spid="55" grpId="0"/>
      <p:bldP spid="55" grpId="1"/>
      <p:bldP spid="56" grpId="0"/>
      <p:bldP spid="56" grpId="1"/>
      <p:bldP spid="57" grpId="0"/>
      <p:bldP spid="57" grpId="1"/>
      <p:bldP spid="58" grpId="0"/>
      <p:bldP spid="58" grpId="1"/>
      <p:bldP spid="59" grpId="0"/>
      <p:bldP spid="59" grpId="1"/>
      <p:bldP spid="60" grpId="0"/>
      <p:bldP spid="60" grpId="1"/>
      <p:bldP spid="61" grpId="0"/>
      <p:bldP spid="61" grpId="1"/>
      <p:bldP spid="62" grpId="0"/>
      <p:bldP spid="62" grpId="1"/>
      <p:bldP spid="63" grpId="0"/>
      <p:bldP spid="63" grpId="1"/>
      <p:bldP spid="64" grpId="0"/>
      <p:bldP spid="64" grpId="1"/>
      <p:bldP spid="65" grpId="0"/>
      <p:bldP spid="65" grpId="1"/>
      <p:bldP spid="66" grpId="0"/>
      <p:bldP spid="66" grpId="1"/>
      <p:bldP spid="67" grpId="0"/>
      <p:bldP spid="67" grpId="1"/>
      <p:bldP spid="68" grpId="0"/>
      <p:bldP spid="68" grpId="1"/>
      <p:bldP spid="69" grpId="0"/>
      <p:bldP spid="69" grpId="1"/>
      <p:bldP spid="70" grpId="0"/>
      <p:bldP spid="70" grpId="1"/>
      <p:bldP spid="71" grpId="0"/>
      <p:bldP spid="71" grpId="1"/>
      <p:bldP spid="72" grpId="0"/>
      <p:bldP spid="72" grpId="1"/>
      <p:bldP spid="73" grpId="0"/>
      <p:bldP spid="73" grpId="1"/>
      <p:bldP spid="74" grpId="0"/>
      <p:bldP spid="74" grpId="1"/>
      <p:bldP spid="75" grpId="0"/>
      <p:bldP spid="75" grpId="1"/>
      <p:bldP spid="76" grpId="0"/>
      <p:bldP spid="76" grpId="1"/>
      <p:bldP spid="77" grpId="0"/>
      <p:bldP spid="77" grpId="1"/>
      <p:bldP spid="78" grpId="0"/>
      <p:bldP spid="78" grpId="1"/>
      <p:bldP spid="79" grpId="0"/>
      <p:bldP spid="79" grpId="1"/>
      <p:bldP spid="80" grpId="0"/>
      <p:bldP spid="80" grpId="1"/>
      <p:bldP spid="81" grpId="0"/>
      <p:bldP spid="81" grpId="1"/>
      <p:bldP spid="82" grpId="0"/>
      <p:bldP spid="82" grpId="1"/>
      <p:bldP spid="83" grpId="0"/>
      <p:bldP spid="83" grpId="1"/>
      <p:bldP spid="84" grpId="0"/>
      <p:bldP spid="84" grpId="1"/>
      <p:bldP spid="85" grpId="0"/>
      <p:bldP spid="85" grpId="1"/>
      <p:bldP spid="86" grpId="0"/>
      <p:bldP spid="86" grpId="1"/>
      <p:bldP spid="87" grpId="0"/>
      <p:bldP spid="87" grpId="1"/>
      <p:bldP spid="88" grpId="0"/>
      <p:bldP spid="88" grpId="1"/>
      <p:bldP spid="89" grpId="0"/>
      <p:bldP spid="89" grpId="1"/>
      <p:bldP spid="90" grpId="0"/>
      <p:bldP spid="90" grpId="1"/>
      <p:bldP spid="91" grpId="0"/>
      <p:bldP spid="91" grpId="1"/>
      <p:bldP spid="92" grpId="0"/>
      <p:bldP spid="92" grpId="1"/>
      <p:bldP spid="93" grpId="0"/>
      <p:bldP spid="93" grpId="1"/>
      <p:bldP spid="94" grpId="0"/>
      <p:bldP spid="94" grpId="1"/>
      <p:bldP spid="95" grpId="0"/>
      <p:bldP spid="95" grpId="1"/>
      <p:bldP spid="96" grpId="0"/>
      <p:bldP spid="96" grpId="1"/>
      <p:bldP spid="97" grpId="0"/>
      <p:bldP spid="97" grpId="1"/>
      <p:bldP spid="98" grpId="0"/>
      <p:bldP spid="98" grpId="1"/>
      <p:bldP spid="99" grpId="0"/>
      <p:bldP spid="99" grpId="1"/>
      <p:bldP spid="100" grpId="0"/>
      <p:bldP spid="100" grpId="1"/>
      <p:bldP spid="101" grpId="0"/>
      <p:bldP spid="101" grpId="1"/>
      <p:bldP spid="102" grpId="0"/>
      <p:bldP spid="102" grpId="1"/>
      <p:bldP spid="103" grpId="0"/>
      <p:bldP spid="103" grpId="1"/>
      <p:bldP spid="104" grpId="0"/>
      <p:bldP spid="104" grpId="1"/>
      <p:bldP spid="105" grpId="0"/>
      <p:bldP spid="105" grpId="1"/>
      <p:bldP spid="106" grpId="0"/>
      <p:bldP spid="106" grpId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/>
      <p:bldP spid="116" grpId="1"/>
      <p:bldP spid="116" grpId="2"/>
      <p:bldP spid="117" grpId="0"/>
      <p:bldP spid="117" grpId="1"/>
      <p:bldP spid="117" grpId="2"/>
      <p:bldP spid="118" grpId="0"/>
      <p:bldP spid="118" grpId="1"/>
      <p:bldP spid="118" grpId="2"/>
      <p:bldP spid="119" grpId="0"/>
      <p:bldP spid="119" grpId="1"/>
      <p:bldP spid="119" grpId="2"/>
      <p:bldP spid="120" grpId="0"/>
      <p:bldP spid="120" grpId="1"/>
      <p:bldP spid="120" grpId="2"/>
      <p:bldP spid="121" grpId="0"/>
      <p:bldP spid="121" grpId="1"/>
      <p:bldP spid="121" grpId="2"/>
      <p:bldP spid="122" grpId="0"/>
      <p:bldP spid="122" grpId="1"/>
      <p:bldP spid="122" grpId="2"/>
      <p:bldP spid="123" grpId="0"/>
      <p:bldP spid="123" grpId="1"/>
      <p:bldP spid="123" grpId="2"/>
      <p:bldP spid="124" grpId="0"/>
      <p:bldP spid="124" grpId="1"/>
      <p:bldP spid="124" grpId="2"/>
      <p:bldP spid="125" grpId="0" animBg="1"/>
      <p:bldP spid="125" grpId="1" animBg="1"/>
      <p:bldP spid="125" grpId="2" animBg="1"/>
      <p:bldP spid="125" grpId="3" animBg="1"/>
      <p:bldP spid="126" grpId="0" animBg="1"/>
      <p:bldP spid="126" grpId="1" animBg="1"/>
      <p:bldP spid="126" grpId="2" animBg="1"/>
      <p:bldP spid="126" grpId="3" animBg="1"/>
      <p:bldP spid="127" grpId="0" animBg="1"/>
      <p:bldP spid="127" grpId="1" animBg="1"/>
      <p:bldP spid="127" grpId="2" animBg="1"/>
      <p:bldP spid="127" grpId="3" animBg="1"/>
      <p:bldP spid="128" grpId="0" animBg="1"/>
      <p:bldP spid="128" grpId="1" animBg="1"/>
      <p:bldP spid="128" grpId="2" animBg="1"/>
      <p:bldP spid="128" grpId="3" animBg="1"/>
      <p:bldP spid="129" grpId="0" animBg="1"/>
      <p:bldP spid="129" grpId="1" animBg="1"/>
      <p:bldP spid="129" grpId="2" animBg="1"/>
      <p:bldP spid="129" grpId="3" animBg="1"/>
      <p:bldP spid="130" grpId="0" animBg="1"/>
      <p:bldP spid="130" grpId="1" animBg="1"/>
      <p:bldP spid="130" grpId="2" animBg="1"/>
      <p:bldP spid="130" grpId="3" animBg="1"/>
      <p:bldP spid="131" grpId="0" animBg="1"/>
      <p:bldP spid="131" grpId="1" animBg="1"/>
      <p:bldP spid="131" grpId="2" animBg="1"/>
      <p:bldP spid="131" grpId="3" animBg="1"/>
      <p:bldP spid="132" grpId="0" animBg="1"/>
      <p:bldP spid="132" grpId="1" animBg="1"/>
      <p:bldP spid="132" grpId="2" animBg="1"/>
      <p:bldP spid="132" grpId="3" animBg="1"/>
      <p:bldP spid="133" grpId="0" animBg="1"/>
      <p:bldP spid="133" grpId="1" animBg="1"/>
      <p:bldP spid="133" grpId="2" animBg="1"/>
      <p:bldP spid="133" grpId="3" animBg="1"/>
      <p:bldP spid="134" grpId="0"/>
      <p:bldP spid="134" grpId="1"/>
      <p:bldP spid="134" grpId="2"/>
      <p:bldP spid="135" grpId="0"/>
      <p:bldP spid="135" grpId="1"/>
      <p:bldP spid="135" grpId="2"/>
      <p:bldP spid="136" grpId="0"/>
      <p:bldP spid="136" grpId="1"/>
      <p:bldP spid="136" grpId="2"/>
      <p:bldP spid="137" grpId="0"/>
      <p:bldP spid="137" grpId="1"/>
      <p:bldP spid="137" grpId="2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 animBg="1"/>
      <p:bldP spid="161" grpId="0" animBg="1"/>
      <p:bldP spid="162" grpId="0" animBg="1"/>
      <p:bldP spid="163" grpId="0" animBg="1"/>
      <p:bldP spid="164" grpId="0" animBg="1"/>
      <p:bldP spid="165" grpId="0" animBg="1"/>
      <p:bldP spid="166" grpId="0" animBg="1"/>
      <p:bldP spid="167" grpId="0" animBg="1"/>
      <p:bldP spid="168" grpId="0" animBg="1"/>
      <p:bldP spid="169" grpId="0" animBg="1"/>
      <p:bldP spid="170" grpId="0" animBg="1"/>
      <p:bldP spid="171" grpId="0" animBg="1"/>
      <p:bldP spid="172" grpId="0" animBg="1"/>
      <p:bldP spid="173" grpId="0" animBg="1"/>
      <p:bldP spid="174" grpId="0" animBg="1"/>
      <p:bldP spid="175" grpId="0" animBg="1"/>
      <p:bldP spid="176" grpId="0" animBg="1"/>
      <p:bldP spid="177" grpId="0" animBg="1"/>
      <p:bldP spid="178" grpId="0" animBg="1"/>
      <p:bldP spid="179" grpId="0" animBg="1"/>
      <p:bldP spid="180" grpId="0" animBg="1"/>
      <p:bldP spid="181" grpId="0" animBg="1"/>
      <p:bldP spid="182" grpId="0" animBg="1"/>
      <p:bldP spid="183" grpId="0" animBg="1"/>
      <p:bldP spid="184" grpId="0" animBg="1"/>
      <p:bldP spid="185" grpId="0" animBg="1"/>
      <p:bldP spid="186" grpId="0" animBg="1"/>
      <p:bldP spid="187" grpId="0" animBg="1"/>
      <p:bldP spid="188" grpId="0" animBg="1"/>
      <p:bldP spid="189" grpId="0" animBg="1"/>
      <p:bldP spid="190" grpId="0" animBg="1"/>
      <p:bldP spid="191" grpId="0" animBg="1"/>
      <p:bldP spid="192" grpId="0" animBg="1"/>
      <p:bldP spid="193" grpId="0" animBg="1"/>
      <p:bldP spid="194" grpId="0" animBg="1"/>
      <p:bldP spid="195" grpId="0" animBg="1"/>
      <p:bldP spid="196" grpId="0" animBg="1"/>
      <p:bldP spid="197" grpId="0" animBg="1"/>
      <p:bldP spid="198" grpId="0" animBg="1"/>
      <p:bldP spid="199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" name="anim_o4077_1">
            <a:extLst>
              <a:ext uri="{FF2B5EF4-FFF2-40B4-BE49-F238E27FC236}">
                <a16:creationId xmlns:a16="http://schemas.microsoft.com/office/drawing/2014/main" id="{00348BE4-0F2D-4070-BCEB-0D4621C05BD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/>
        </p:blipFill>
        <p:spPr>
          <a:xfrm>
            <a:off x="976074" y="3023949"/>
            <a:ext cx="2623185" cy="2623185"/>
          </a:xfrm>
          <a:prstGeom prst="rect">
            <a:avLst/>
          </a:prstGeom>
        </p:spPr>
      </p:pic>
      <p:sp>
        <p:nvSpPr>
          <p:cNvPr id="2" name="anim_to4078_0_1">
            <a:extLst>
              <a:ext uri="{FF2B5EF4-FFF2-40B4-BE49-F238E27FC236}">
                <a16:creationId xmlns:a16="http://schemas.microsoft.com/office/drawing/2014/main" id="{5B68AB65-878B-4C53-B479-3703633FF3C3}"/>
              </a:ext>
            </a:extLst>
          </p:cNvPr>
          <p:cNvSpPr>
            <a:spLocks noGrp="1"/>
          </p:cNvSpPr>
          <p:nvPr/>
        </p:nvSpPr>
        <p:spPr>
          <a:xfrm>
            <a:off x="1096469" y="2055407"/>
            <a:ext cx="2401446" cy="6714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22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22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422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Original</a:t>
            </a:r>
          </a:p>
        </p:txBody>
      </p:sp>
      <p:sp>
        <p:nvSpPr>
          <p:cNvPr id="3" name="anim_to4142_0_1">
            <a:extLst>
              <a:ext uri="{FF2B5EF4-FFF2-40B4-BE49-F238E27FC236}">
                <a16:creationId xmlns:a16="http://schemas.microsoft.com/office/drawing/2014/main" id="{FE974E4D-A79E-48AF-AA2A-E4CE93C2A771}"/>
              </a:ext>
            </a:extLst>
          </p:cNvPr>
          <p:cNvSpPr>
            <a:spLocks noGrp="1"/>
          </p:cNvSpPr>
          <p:nvPr/>
        </p:nvSpPr>
        <p:spPr>
          <a:xfrm>
            <a:off x="4364643" y="495575"/>
            <a:ext cx="3760370" cy="93996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921" b="1">
                <a:solidFill>
                  <a:srgbClr val="58C4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921" b="1">
                <a:solidFill>
                  <a:srgbClr val="58C4DD"/>
                </a:solidFill>
                <a:latin typeface="Consolas"/>
                <a:ea typeface="Consolas"/>
                <a:cs typeface="Consolas"/>
              </a:defRPr>
            </a:pPr>
            <a:r>
              <a:rPr sz="5921" b="1">
                <a:solidFill>
                  <a:srgbClr val="58C4DD"/>
                </a:solidFill>
                <a:latin typeface="Consolas"/>
                <a:ea typeface="Consolas"/>
                <a:cs typeface="Consolas"/>
              </a:rPr>
              <a:t>Mean Blur</a:t>
            </a:r>
          </a:p>
        </p:txBody>
      </p:sp>
      <p:sp>
        <p:nvSpPr>
          <p:cNvPr id="4" name="anim_o4088_1">
            <a:extLst>
              <a:ext uri="{FF2B5EF4-FFF2-40B4-BE49-F238E27FC236}">
                <a16:creationId xmlns:a16="http://schemas.microsoft.com/office/drawing/2014/main" id="{87CDAEC2-555D-4DA4-9E8D-F9049C6DFC16}"/>
              </a:ext>
            </a:extLst>
          </p:cNvPr>
          <p:cNvSpPr>
            <a:spLocks noGrp="1"/>
          </p:cNvSpPr>
          <p:nvPr/>
        </p:nvSpPr>
        <p:spPr>
          <a:xfrm>
            <a:off x="5142309" y="3242548"/>
            <a:ext cx="728663" cy="728663"/>
          </a:xfrm>
          <a:prstGeom prst="rect">
            <a:avLst/>
          </a:prstGeom>
          <a:solidFill>
            <a:srgbClr val="58C4DD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4094_1">
            <a:extLst>
              <a:ext uri="{FF2B5EF4-FFF2-40B4-BE49-F238E27FC236}">
                <a16:creationId xmlns:a16="http://schemas.microsoft.com/office/drawing/2014/main" id="{3A199517-9CAA-4607-8B5E-ABB35C73D982}"/>
              </a:ext>
            </a:extLst>
          </p:cNvPr>
          <p:cNvSpPr>
            <a:spLocks noGrp="1"/>
          </p:cNvSpPr>
          <p:nvPr/>
        </p:nvSpPr>
        <p:spPr>
          <a:xfrm>
            <a:off x="5870972" y="3242548"/>
            <a:ext cx="728663" cy="728663"/>
          </a:xfrm>
          <a:prstGeom prst="rect">
            <a:avLst/>
          </a:prstGeom>
          <a:solidFill>
            <a:srgbClr val="58C4DD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4100_1">
            <a:extLst>
              <a:ext uri="{FF2B5EF4-FFF2-40B4-BE49-F238E27FC236}">
                <a16:creationId xmlns:a16="http://schemas.microsoft.com/office/drawing/2014/main" id="{0B0C0D9F-57A1-42EA-8E26-480A1B7471EF}"/>
              </a:ext>
            </a:extLst>
          </p:cNvPr>
          <p:cNvSpPr>
            <a:spLocks noGrp="1"/>
          </p:cNvSpPr>
          <p:nvPr/>
        </p:nvSpPr>
        <p:spPr>
          <a:xfrm>
            <a:off x="6599634" y="3242548"/>
            <a:ext cx="728663" cy="728663"/>
          </a:xfrm>
          <a:prstGeom prst="rect">
            <a:avLst/>
          </a:prstGeom>
          <a:solidFill>
            <a:srgbClr val="58C4DD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4106_1">
            <a:extLst>
              <a:ext uri="{FF2B5EF4-FFF2-40B4-BE49-F238E27FC236}">
                <a16:creationId xmlns:a16="http://schemas.microsoft.com/office/drawing/2014/main" id="{9217080B-B4D4-4E18-9308-AB253527A600}"/>
              </a:ext>
            </a:extLst>
          </p:cNvPr>
          <p:cNvSpPr>
            <a:spLocks noGrp="1"/>
          </p:cNvSpPr>
          <p:nvPr/>
        </p:nvSpPr>
        <p:spPr>
          <a:xfrm>
            <a:off x="5142309" y="3971211"/>
            <a:ext cx="728663" cy="728663"/>
          </a:xfrm>
          <a:prstGeom prst="rect">
            <a:avLst/>
          </a:prstGeom>
          <a:solidFill>
            <a:srgbClr val="58C4DD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4112_1">
            <a:extLst>
              <a:ext uri="{FF2B5EF4-FFF2-40B4-BE49-F238E27FC236}">
                <a16:creationId xmlns:a16="http://schemas.microsoft.com/office/drawing/2014/main" id="{FBD1D65C-532A-415A-ABF2-C2A967515B78}"/>
              </a:ext>
            </a:extLst>
          </p:cNvPr>
          <p:cNvSpPr>
            <a:spLocks noGrp="1"/>
          </p:cNvSpPr>
          <p:nvPr/>
        </p:nvSpPr>
        <p:spPr>
          <a:xfrm>
            <a:off x="5870972" y="3971211"/>
            <a:ext cx="728663" cy="728663"/>
          </a:xfrm>
          <a:prstGeom prst="rect">
            <a:avLst/>
          </a:prstGeom>
          <a:solidFill>
            <a:srgbClr val="58C4DD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4118_1">
            <a:extLst>
              <a:ext uri="{FF2B5EF4-FFF2-40B4-BE49-F238E27FC236}">
                <a16:creationId xmlns:a16="http://schemas.microsoft.com/office/drawing/2014/main" id="{B744396A-13AA-488D-8E07-53660CEFEE9F}"/>
              </a:ext>
            </a:extLst>
          </p:cNvPr>
          <p:cNvSpPr>
            <a:spLocks noGrp="1"/>
          </p:cNvSpPr>
          <p:nvPr/>
        </p:nvSpPr>
        <p:spPr>
          <a:xfrm>
            <a:off x="6599634" y="3971211"/>
            <a:ext cx="728663" cy="728663"/>
          </a:xfrm>
          <a:prstGeom prst="rect">
            <a:avLst/>
          </a:prstGeom>
          <a:solidFill>
            <a:srgbClr val="58C4DD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4124_1">
            <a:extLst>
              <a:ext uri="{FF2B5EF4-FFF2-40B4-BE49-F238E27FC236}">
                <a16:creationId xmlns:a16="http://schemas.microsoft.com/office/drawing/2014/main" id="{47BF3822-A5C2-42DF-AE3F-B57AD3CCEEEB}"/>
              </a:ext>
            </a:extLst>
          </p:cNvPr>
          <p:cNvSpPr>
            <a:spLocks noGrp="1"/>
          </p:cNvSpPr>
          <p:nvPr/>
        </p:nvSpPr>
        <p:spPr>
          <a:xfrm>
            <a:off x="5142309" y="4699873"/>
            <a:ext cx="728663" cy="728663"/>
          </a:xfrm>
          <a:prstGeom prst="rect">
            <a:avLst/>
          </a:prstGeom>
          <a:solidFill>
            <a:srgbClr val="58C4DD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4130_1">
            <a:extLst>
              <a:ext uri="{FF2B5EF4-FFF2-40B4-BE49-F238E27FC236}">
                <a16:creationId xmlns:a16="http://schemas.microsoft.com/office/drawing/2014/main" id="{CC977AE1-BA1C-4B6D-A987-F7FFF3274BFA}"/>
              </a:ext>
            </a:extLst>
          </p:cNvPr>
          <p:cNvSpPr>
            <a:spLocks noGrp="1"/>
          </p:cNvSpPr>
          <p:nvPr/>
        </p:nvSpPr>
        <p:spPr>
          <a:xfrm>
            <a:off x="5870972" y="4699873"/>
            <a:ext cx="728663" cy="728663"/>
          </a:xfrm>
          <a:prstGeom prst="rect">
            <a:avLst/>
          </a:prstGeom>
          <a:solidFill>
            <a:srgbClr val="58C4DD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4136_1">
            <a:extLst>
              <a:ext uri="{FF2B5EF4-FFF2-40B4-BE49-F238E27FC236}">
                <a16:creationId xmlns:a16="http://schemas.microsoft.com/office/drawing/2014/main" id="{F951F975-FEDC-433B-A9B4-A70E88E8C507}"/>
              </a:ext>
            </a:extLst>
          </p:cNvPr>
          <p:cNvSpPr>
            <a:spLocks noGrp="1"/>
          </p:cNvSpPr>
          <p:nvPr/>
        </p:nvSpPr>
        <p:spPr>
          <a:xfrm>
            <a:off x="6599634" y="4699873"/>
            <a:ext cx="728663" cy="728663"/>
          </a:xfrm>
          <a:prstGeom prst="rect">
            <a:avLst/>
          </a:prstGeom>
          <a:solidFill>
            <a:srgbClr val="58C4DD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to4089_0_1">
            <a:extLst>
              <a:ext uri="{FF2B5EF4-FFF2-40B4-BE49-F238E27FC236}">
                <a16:creationId xmlns:a16="http://schemas.microsoft.com/office/drawing/2014/main" id="{1AE1D92D-7BFB-474E-8D3F-48186F400103}"/>
              </a:ext>
            </a:extLst>
          </p:cNvPr>
          <p:cNvSpPr>
            <a:spLocks noGrp="1"/>
          </p:cNvSpPr>
          <p:nvPr/>
        </p:nvSpPr>
        <p:spPr>
          <a:xfrm>
            <a:off x="5275552" y="3439028"/>
            <a:ext cx="481227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1/9</a:t>
            </a:r>
          </a:p>
        </p:txBody>
      </p:sp>
      <p:sp>
        <p:nvSpPr>
          <p:cNvPr id="14" name="anim_to4095_0_1">
            <a:extLst>
              <a:ext uri="{FF2B5EF4-FFF2-40B4-BE49-F238E27FC236}">
                <a16:creationId xmlns:a16="http://schemas.microsoft.com/office/drawing/2014/main" id="{48C748C3-44E2-4CF6-9F27-B61762BCF618}"/>
              </a:ext>
            </a:extLst>
          </p:cNvPr>
          <p:cNvSpPr>
            <a:spLocks noGrp="1"/>
          </p:cNvSpPr>
          <p:nvPr/>
        </p:nvSpPr>
        <p:spPr>
          <a:xfrm>
            <a:off x="6004214" y="3439028"/>
            <a:ext cx="481227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1/9</a:t>
            </a:r>
          </a:p>
        </p:txBody>
      </p:sp>
      <p:sp>
        <p:nvSpPr>
          <p:cNvPr id="15" name="anim_to4101_0_1">
            <a:extLst>
              <a:ext uri="{FF2B5EF4-FFF2-40B4-BE49-F238E27FC236}">
                <a16:creationId xmlns:a16="http://schemas.microsoft.com/office/drawing/2014/main" id="{D03A9295-FACC-4617-AE9F-72E3205251ED}"/>
              </a:ext>
            </a:extLst>
          </p:cNvPr>
          <p:cNvSpPr>
            <a:spLocks noGrp="1"/>
          </p:cNvSpPr>
          <p:nvPr/>
        </p:nvSpPr>
        <p:spPr>
          <a:xfrm>
            <a:off x="6732877" y="3439028"/>
            <a:ext cx="481227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1/9</a:t>
            </a:r>
          </a:p>
        </p:txBody>
      </p:sp>
      <p:sp>
        <p:nvSpPr>
          <p:cNvPr id="16" name="anim_to4107_0_1">
            <a:extLst>
              <a:ext uri="{FF2B5EF4-FFF2-40B4-BE49-F238E27FC236}">
                <a16:creationId xmlns:a16="http://schemas.microsoft.com/office/drawing/2014/main" id="{A14CF545-BFAF-4859-B5F0-08B4C0D103BB}"/>
              </a:ext>
            </a:extLst>
          </p:cNvPr>
          <p:cNvSpPr>
            <a:spLocks noGrp="1"/>
          </p:cNvSpPr>
          <p:nvPr/>
        </p:nvSpPr>
        <p:spPr>
          <a:xfrm>
            <a:off x="5275552" y="4167691"/>
            <a:ext cx="481227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1/9</a:t>
            </a:r>
          </a:p>
        </p:txBody>
      </p:sp>
      <p:sp>
        <p:nvSpPr>
          <p:cNvPr id="17" name="anim_to4113_0_1">
            <a:extLst>
              <a:ext uri="{FF2B5EF4-FFF2-40B4-BE49-F238E27FC236}">
                <a16:creationId xmlns:a16="http://schemas.microsoft.com/office/drawing/2014/main" id="{2F1754F2-7482-42A2-A16C-758D1238FE1C}"/>
              </a:ext>
            </a:extLst>
          </p:cNvPr>
          <p:cNvSpPr>
            <a:spLocks noGrp="1"/>
          </p:cNvSpPr>
          <p:nvPr/>
        </p:nvSpPr>
        <p:spPr>
          <a:xfrm>
            <a:off x="6004214" y="4167691"/>
            <a:ext cx="481227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1/9</a:t>
            </a:r>
          </a:p>
        </p:txBody>
      </p:sp>
      <p:sp>
        <p:nvSpPr>
          <p:cNvPr id="18" name="anim_to4119_0_1">
            <a:extLst>
              <a:ext uri="{FF2B5EF4-FFF2-40B4-BE49-F238E27FC236}">
                <a16:creationId xmlns:a16="http://schemas.microsoft.com/office/drawing/2014/main" id="{5341C174-F196-45F6-97C1-4FD13714162F}"/>
              </a:ext>
            </a:extLst>
          </p:cNvPr>
          <p:cNvSpPr>
            <a:spLocks noGrp="1"/>
          </p:cNvSpPr>
          <p:nvPr/>
        </p:nvSpPr>
        <p:spPr>
          <a:xfrm>
            <a:off x="6732877" y="4167691"/>
            <a:ext cx="481227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1/9</a:t>
            </a:r>
          </a:p>
        </p:txBody>
      </p:sp>
      <p:sp>
        <p:nvSpPr>
          <p:cNvPr id="19" name="anim_to4125_0_1">
            <a:extLst>
              <a:ext uri="{FF2B5EF4-FFF2-40B4-BE49-F238E27FC236}">
                <a16:creationId xmlns:a16="http://schemas.microsoft.com/office/drawing/2014/main" id="{4A65FA55-E03F-4FAC-8A16-CB05FD04A8FE}"/>
              </a:ext>
            </a:extLst>
          </p:cNvPr>
          <p:cNvSpPr>
            <a:spLocks noGrp="1"/>
          </p:cNvSpPr>
          <p:nvPr/>
        </p:nvSpPr>
        <p:spPr>
          <a:xfrm>
            <a:off x="5275552" y="4896353"/>
            <a:ext cx="481227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1/9</a:t>
            </a:r>
          </a:p>
        </p:txBody>
      </p:sp>
      <p:sp>
        <p:nvSpPr>
          <p:cNvPr id="20" name="anim_to4131_0_1">
            <a:extLst>
              <a:ext uri="{FF2B5EF4-FFF2-40B4-BE49-F238E27FC236}">
                <a16:creationId xmlns:a16="http://schemas.microsoft.com/office/drawing/2014/main" id="{4989B9B8-93BD-464F-9060-0CC6BB81F141}"/>
              </a:ext>
            </a:extLst>
          </p:cNvPr>
          <p:cNvSpPr>
            <a:spLocks noGrp="1"/>
          </p:cNvSpPr>
          <p:nvPr/>
        </p:nvSpPr>
        <p:spPr>
          <a:xfrm>
            <a:off x="6004214" y="4896353"/>
            <a:ext cx="481227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1/9</a:t>
            </a:r>
          </a:p>
        </p:txBody>
      </p:sp>
      <p:sp>
        <p:nvSpPr>
          <p:cNvPr id="21" name="anim_to4137_0_1">
            <a:extLst>
              <a:ext uri="{FF2B5EF4-FFF2-40B4-BE49-F238E27FC236}">
                <a16:creationId xmlns:a16="http://schemas.microsoft.com/office/drawing/2014/main" id="{5D307939-4E4C-4CAA-928F-AFCE0C96E330}"/>
              </a:ext>
            </a:extLst>
          </p:cNvPr>
          <p:cNvSpPr>
            <a:spLocks noGrp="1"/>
          </p:cNvSpPr>
          <p:nvPr/>
        </p:nvSpPr>
        <p:spPr>
          <a:xfrm>
            <a:off x="6732877" y="4896353"/>
            <a:ext cx="481227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1/9</a:t>
            </a:r>
          </a:p>
        </p:txBody>
      </p:sp>
      <p:sp>
        <p:nvSpPr>
          <p:cNvPr id="22" name="anim_to4152_0_1">
            <a:extLst>
              <a:ext uri="{FF2B5EF4-FFF2-40B4-BE49-F238E27FC236}">
                <a16:creationId xmlns:a16="http://schemas.microsoft.com/office/drawing/2014/main" id="{7F826BF6-9BFA-43A6-ACF6-C6F08D9C2B29}"/>
              </a:ext>
            </a:extLst>
          </p:cNvPr>
          <p:cNvSpPr>
            <a:spLocks noGrp="1"/>
          </p:cNvSpPr>
          <p:nvPr/>
        </p:nvSpPr>
        <p:spPr>
          <a:xfrm>
            <a:off x="5228742" y="2180392"/>
            <a:ext cx="2032173" cy="75533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758" b="1">
                <a:solidFill>
                  <a:srgbClr val="58C4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758" b="1">
                <a:solidFill>
                  <a:srgbClr val="58C4DD"/>
                </a:solidFill>
                <a:latin typeface="Consolas"/>
                <a:ea typeface="Consolas"/>
                <a:cs typeface="Consolas"/>
              </a:defRPr>
            </a:pPr>
            <a:r>
              <a:rPr sz="4758" b="1">
                <a:solidFill>
                  <a:srgbClr val="58C4DD"/>
                </a:solidFill>
                <a:latin typeface="Consolas"/>
                <a:ea typeface="Consolas"/>
                <a:cs typeface="Consolas"/>
              </a:rPr>
              <a:t>Kernel</a:t>
            </a:r>
          </a:p>
        </p:txBody>
      </p:sp>
      <p:sp>
        <p:nvSpPr>
          <p:cNvPr id="23" name="anim_o4168_1">
            <a:extLst>
              <a:ext uri="{FF2B5EF4-FFF2-40B4-BE49-F238E27FC236}">
                <a16:creationId xmlns:a16="http://schemas.microsoft.com/office/drawing/2014/main" id="{56049BE4-4911-4583-ACDF-12BB2ABE08F3}"/>
              </a:ext>
            </a:extLst>
          </p:cNvPr>
          <p:cNvSpPr>
            <a:spLocks noGrp="1"/>
          </p:cNvSpPr>
          <p:nvPr/>
        </p:nvSpPr>
        <p:spPr>
          <a:xfrm>
            <a:off x="1012507" y="3060382"/>
            <a:ext cx="218599" cy="218599"/>
          </a:xfrm>
          <a:prstGeom prst="rect">
            <a:avLst/>
          </a:prstGeom>
          <a:solidFill>
            <a:srgbClr val="58C4DD">
              <a:alpha val="40000"/>
            </a:srgbClr>
          </a:solidFill>
          <a:ln w="19050">
            <a:solidFill>
              <a:srgbClr val="58C4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pic>
        <p:nvPicPr>
          <p:cNvPr id="24" name="anim_o4160_1">
            <a:extLst>
              <a:ext uri="{FF2B5EF4-FFF2-40B4-BE49-F238E27FC236}">
                <a16:creationId xmlns:a16="http://schemas.microsoft.com/office/drawing/2014/main" id="{B634214B-EF3C-4282-8387-845E4A6006D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/>
        </p:blipFill>
        <p:spPr>
          <a:xfrm>
            <a:off x="8871347" y="3023949"/>
            <a:ext cx="2623185" cy="2623185"/>
          </a:xfrm>
          <a:prstGeom prst="rect">
            <a:avLst/>
          </a:prstGeom>
        </p:spPr>
      </p:pic>
      <p:sp>
        <p:nvSpPr>
          <p:cNvPr id="25" name="anim_to4161_0_1">
            <a:extLst>
              <a:ext uri="{FF2B5EF4-FFF2-40B4-BE49-F238E27FC236}">
                <a16:creationId xmlns:a16="http://schemas.microsoft.com/office/drawing/2014/main" id="{7E88C958-C3FC-4D63-A0F9-C8DAC583B0D8}"/>
              </a:ext>
            </a:extLst>
          </p:cNvPr>
          <p:cNvSpPr>
            <a:spLocks noGrp="1"/>
          </p:cNvSpPr>
          <p:nvPr/>
        </p:nvSpPr>
        <p:spPr>
          <a:xfrm>
            <a:off x="9198534" y="2060644"/>
            <a:ext cx="1987860" cy="73854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652" b="1">
                <a:solidFill>
                  <a:srgbClr val="58C4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652" b="1">
                <a:solidFill>
                  <a:srgbClr val="58C4DD"/>
                </a:solidFill>
                <a:latin typeface="Consolas"/>
                <a:ea typeface="Consolas"/>
                <a:cs typeface="Consolas"/>
              </a:defRPr>
            </a:pPr>
            <a:r>
              <a:rPr sz="4652" b="1">
                <a:solidFill>
                  <a:srgbClr val="58C4DD"/>
                </a:solidFill>
                <a:latin typeface="Consolas"/>
                <a:ea typeface="Consolas"/>
                <a:cs typeface="Consolas"/>
              </a:rPr>
              <a:t>Result</a:t>
            </a:r>
          </a:p>
        </p:txBody>
      </p:sp>
    </p:spTree>
    <p:extLst>
      <p:ext uri="{BB962C8B-B14F-4D97-AF65-F5344CB8AC3E}">
        <p14:creationId xmlns:p14="http://schemas.microsoft.com/office/powerpoint/2010/main" val="21170432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6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6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6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6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6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6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6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6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6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6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6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6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6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6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6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6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6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6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6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100"/>
                            </p:stCondLst>
                            <p:childTnLst>
                              <p:par>
                                <p:cTn id="7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2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1300"/>
                            </p:stCondLst>
                            <p:childTnLst>
                              <p:par>
                                <p:cTn id="79" presetID="63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972266 0 E" pathEditMode="relative" ptsTypes="">
                                      <p:cBhvr>
                                        <p:cTn id="80" dur="338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1638"/>
                            </p:stCondLst>
                            <p:childTnLst>
                              <p:par>
                                <p:cTn id="82" presetID="63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72266 0 L 0.1972266 0.085 E" pathEditMode="relative" ptsTypes="">
                                      <p:cBhvr>
                                        <p:cTn id="83" dur="338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976"/>
                            </p:stCondLst>
                            <p:childTnLst>
                              <p:par>
                                <p:cTn id="85" presetID="63" presetClass="path" presetSubtype="0" accel="50000" decel="5000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72266 0.085 L 0 0.085 E" pathEditMode="relative" ptsTypes="">
                                      <p:cBhvr>
                                        <p:cTn id="86" dur="338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314"/>
                            </p:stCondLst>
                            <p:childTnLst>
                              <p:par>
                                <p:cTn id="88" presetID="63" presetClass="path" presetSubtype="0" accel="50000" decel="50000" fill="hold" grpId="4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85 L 0 0.17 E" pathEditMode="relative" ptsTypes="">
                                      <p:cBhvr>
                                        <p:cTn id="89" dur="338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2652"/>
                            </p:stCondLst>
                            <p:childTnLst>
                              <p:par>
                                <p:cTn id="91" presetID="63" presetClass="path" presetSubtype="0" accel="50000" decel="50000" fill="hold" grpId="5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7 L 0.1972266 0.17 E" pathEditMode="relative" ptsTypes="">
                                      <p:cBhvr>
                                        <p:cTn id="92" dur="338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2990"/>
                            </p:stCondLst>
                            <p:childTnLst>
                              <p:par>
                                <p:cTn id="94" presetID="63" presetClass="path" presetSubtype="0" accel="50000" decel="50000" fill="hold" grpId="6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72266 0.17 L 0.1972266 0.255 E" pathEditMode="relative" ptsTypes="">
                                      <p:cBhvr>
                                        <p:cTn id="95" dur="338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3328"/>
                            </p:stCondLst>
                            <p:childTnLst>
                              <p:par>
                                <p:cTn id="97" presetID="63" presetClass="path" presetSubtype="0" accel="50000" decel="50000" fill="hold" grpId="7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72266 0.255 L 0 0.255 E" pathEditMode="relative" ptsTypes="">
                                      <p:cBhvr>
                                        <p:cTn id="98" dur="338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3666"/>
                            </p:stCondLst>
                            <p:childTnLst>
                              <p:par>
                                <p:cTn id="100" presetID="63" presetClass="path" presetSubtype="0" accel="50000" decel="50000" fill="hold" grpId="8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55 L 0 0.350625 E" pathEditMode="relative" ptsTypes="">
                                      <p:cBhvr>
                                        <p:cTn id="101" dur="338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4004"/>
                            </p:stCondLst>
                            <p:childTnLst>
                              <p:par>
                                <p:cTn id="103" presetID="63" presetClass="path" presetSubtype="0" accel="50000" decel="50000" fill="hold" grpId="9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50625 L 0.1972266 0.350625 E" pathEditMode="relative" ptsTypes="">
                                      <p:cBhvr>
                                        <p:cTn id="104" dur="338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4342"/>
                            </p:stCondLst>
                            <p:childTnLst>
                              <p:par>
                                <p:cTn id="106" presetID="10" presetClass="exit" presetSubtype="0" fill="hold" grpId="1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7" dur="1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14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4492"/>
                            </p:stCondLst>
                            <p:childTnLst>
                              <p:par>
                                <p:cTn id="1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8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8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/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/>
      <p:bldP spid="22" grpId="0"/>
      <p:bldP spid="23" grpId="0" animBg="1"/>
      <p:bldP spid="23" grpId="1" animBg="1"/>
      <p:bldP spid="23" grpId="2" animBg="1"/>
      <p:bldP spid="23" grpId="3" animBg="1"/>
      <p:bldP spid="23" grpId="4" animBg="1"/>
      <p:bldP spid="23" grpId="5" animBg="1"/>
      <p:bldP spid="23" grpId="6" animBg="1"/>
      <p:bldP spid="23" grpId="7" animBg="1"/>
      <p:bldP spid="23" grpId="8" animBg="1"/>
      <p:bldP spid="23" grpId="9" animBg="1"/>
      <p:bldP spid="23" grpId="10" animBg="1"/>
      <p:bldP spid="25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" name="Picture 47">
            <a:extLst>
              <a:ext uri="{FF2B5EF4-FFF2-40B4-BE49-F238E27FC236}">
                <a16:creationId xmlns:a16="http://schemas.microsoft.com/office/drawing/2014/main" id="{85C67892-FEC8-4C88-AC58-7C6B69C9C35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/>
        </p:blipFill>
        <p:spPr>
          <a:xfrm>
            <a:off x="976074" y="3023949"/>
            <a:ext cx="2623185" cy="2623185"/>
          </a:xfrm>
          <a:prstGeom prst="rect">
            <a:avLst/>
          </a:prstGeom>
        </p:spPr>
      </p:pic>
      <p:sp>
        <p:nvSpPr>
          <p:cNvPr id="2" name="anim_o4088_1">
            <a:extLst>
              <a:ext uri="{FF2B5EF4-FFF2-40B4-BE49-F238E27FC236}">
                <a16:creationId xmlns:a16="http://schemas.microsoft.com/office/drawing/2014/main" id="{034AFAFC-62D3-4146-BD8C-26DAEF8CEAB8}"/>
              </a:ext>
            </a:extLst>
          </p:cNvPr>
          <p:cNvSpPr>
            <a:spLocks noGrp="1"/>
          </p:cNvSpPr>
          <p:nvPr/>
        </p:nvSpPr>
        <p:spPr>
          <a:xfrm>
            <a:off x="5142309" y="3242548"/>
            <a:ext cx="728663" cy="728663"/>
          </a:xfrm>
          <a:prstGeom prst="rect">
            <a:avLst/>
          </a:prstGeom>
          <a:solidFill>
            <a:srgbClr val="58C4DD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4094_1">
            <a:extLst>
              <a:ext uri="{FF2B5EF4-FFF2-40B4-BE49-F238E27FC236}">
                <a16:creationId xmlns:a16="http://schemas.microsoft.com/office/drawing/2014/main" id="{15C145FC-058E-48D5-8BCC-EBF17FBF8D30}"/>
              </a:ext>
            </a:extLst>
          </p:cNvPr>
          <p:cNvSpPr>
            <a:spLocks noGrp="1"/>
          </p:cNvSpPr>
          <p:nvPr/>
        </p:nvSpPr>
        <p:spPr>
          <a:xfrm>
            <a:off x="5870972" y="3242548"/>
            <a:ext cx="728663" cy="728663"/>
          </a:xfrm>
          <a:prstGeom prst="rect">
            <a:avLst/>
          </a:prstGeom>
          <a:solidFill>
            <a:srgbClr val="58C4DD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4100_1">
            <a:extLst>
              <a:ext uri="{FF2B5EF4-FFF2-40B4-BE49-F238E27FC236}">
                <a16:creationId xmlns:a16="http://schemas.microsoft.com/office/drawing/2014/main" id="{65F26F46-8BD9-46EB-A0BD-78166833E84D}"/>
              </a:ext>
            </a:extLst>
          </p:cNvPr>
          <p:cNvSpPr>
            <a:spLocks noGrp="1"/>
          </p:cNvSpPr>
          <p:nvPr/>
        </p:nvSpPr>
        <p:spPr>
          <a:xfrm>
            <a:off x="6599634" y="3242548"/>
            <a:ext cx="728663" cy="728663"/>
          </a:xfrm>
          <a:prstGeom prst="rect">
            <a:avLst/>
          </a:prstGeom>
          <a:solidFill>
            <a:srgbClr val="58C4DD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4106_1">
            <a:extLst>
              <a:ext uri="{FF2B5EF4-FFF2-40B4-BE49-F238E27FC236}">
                <a16:creationId xmlns:a16="http://schemas.microsoft.com/office/drawing/2014/main" id="{733A0FB2-D855-4A9E-AD1D-6CE4EDAAC053}"/>
              </a:ext>
            </a:extLst>
          </p:cNvPr>
          <p:cNvSpPr>
            <a:spLocks noGrp="1"/>
          </p:cNvSpPr>
          <p:nvPr/>
        </p:nvSpPr>
        <p:spPr>
          <a:xfrm>
            <a:off x="5142309" y="3971211"/>
            <a:ext cx="728663" cy="728663"/>
          </a:xfrm>
          <a:prstGeom prst="rect">
            <a:avLst/>
          </a:prstGeom>
          <a:solidFill>
            <a:srgbClr val="58C4DD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4112_1">
            <a:extLst>
              <a:ext uri="{FF2B5EF4-FFF2-40B4-BE49-F238E27FC236}">
                <a16:creationId xmlns:a16="http://schemas.microsoft.com/office/drawing/2014/main" id="{464DF015-DE1F-4DB6-B300-AD512706BED8}"/>
              </a:ext>
            </a:extLst>
          </p:cNvPr>
          <p:cNvSpPr>
            <a:spLocks noGrp="1"/>
          </p:cNvSpPr>
          <p:nvPr/>
        </p:nvSpPr>
        <p:spPr>
          <a:xfrm>
            <a:off x="5870972" y="3971211"/>
            <a:ext cx="728663" cy="728663"/>
          </a:xfrm>
          <a:prstGeom prst="rect">
            <a:avLst/>
          </a:prstGeom>
          <a:solidFill>
            <a:srgbClr val="58C4DD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4118_1">
            <a:extLst>
              <a:ext uri="{FF2B5EF4-FFF2-40B4-BE49-F238E27FC236}">
                <a16:creationId xmlns:a16="http://schemas.microsoft.com/office/drawing/2014/main" id="{5C167878-0100-43AE-B51F-DA1178934638}"/>
              </a:ext>
            </a:extLst>
          </p:cNvPr>
          <p:cNvSpPr>
            <a:spLocks noGrp="1"/>
          </p:cNvSpPr>
          <p:nvPr/>
        </p:nvSpPr>
        <p:spPr>
          <a:xfrm>
            <a:off x="6599634" y="3971211"/>
            <a:ext cx="728663" cy="728663"/>
          </a:xfrm>
          <a:prstGeom prst="rect">
            <a:avLst/>
          </a:prstGeom>
          <a:solidFill>
            <a:srgbClr val="58C4DD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4124_1">
            <a:extLst>
              <a:ext uri="{FF2B5EF4-FFF2-40B4-BE49-F238E27FC236}">
                <a16:creationId xmlns:a16="http://schemas.microsoft.com/office/drawing/2014/main" id="{F086D8BD-178D-402E-93EB-171E8797FB8A}"/>
              </a:ext>
            </a:extLst>
          </p:cNvPr>
          <p:cNvSpPr>
            <a:spLocks noGrp="1"/>
          </p:cNvSpPr>
          <p:nvPr/>
        </p:nvSpPr>
        <p:spPr>
          <a:xfrm>
            <a:off x="5142309" y="4699873"/>
            <a:ext cx="728663" cy="728663"/>
          </a:xfrm>
          <a:prstGeom prst="rect">
            <a:avLst/>
          </a:prstGeom>
          <a:solidFill>
            <a:srgbClr val="58C4DD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4130_1">
            <a:extLst>
              <a:ext uri="{FF2B5EF4-FFF2-40B4-BE49-F238E27FC236}">
                <a16:creationId xmlns:a16="http://schemas.microsoft.com/office/drawing/2014/main" id="{A3A1E023-6874-4B87-86D0-B1C67F280A2B}"/>
              </a:ext>
            </a:extLst>
          </p:cNvPr>
          <p:cNvSpPr>
            <a:spLocks noGrp="1"/>
          </p:cNvSpPr>
          <p:nvPr/>
        </p:nvSpPr>
        <p:spPr>
          <a:xfrm>
            <a:off x="5870972" y="4699873"/>
            <a:ext cx="728663" cy="728663"/>
          </a:xfrm>
          <a:prstGeom prst="rect">
            <a:avLst/>
          </a:prstGeom>
          <a:solidFill>
            <a:srgbClr val="58C4DD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4136_1">
            <a:extLst>
              <a:ext uri="{FF2B5EF4-FFF2-40B4-BE49-F238E27FC236}">
                <a16:creationId xmlns:a16="http://schemas.microsoft.com/office/drawing/2014/main" id="{22979228-1F7C-4D77-BB1C-ABC4128A9547}"/>
              </a:ext>
            </a:extLst>
          </p:cNvPr>
          <p:cNvSpPr>
            <a:spLocks noGrp="1"/>
          </p:cNvSpPr>
          <p:nvPr/>
        </p:nvSpPr>
        <p:spPr>
          <a:xfrm>
            <a:off x="6599634" y="4699873"/>
            <a:ext cx="728663" cy="728663"/>
          </a:xfrm>
          <a:prstGeom prst="rect">
            <a:avLst/>
          </a:prstGeom>
          <a:solidFill>
            <a:srgbClr val="58C4DD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pic>
        <p:nvPicPr>
          <p:cNvPr id="11" name="anim_o4160_1">
            <a:extLst>
              <a:ext uri="{FF2B5EF4-FFF2-40B4-BE49-F238E27FC236}">
                <a16:creationId xmlns:a16="http://schemas.microsoft.com/office/drawing/2014/main" id="{43EAE501-402D-47CB-B085-91D6F12C9D0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/>
        </p:blipFill>
        <p:spPr>
          <a:xfrm>
            <a:off x="8871347" y="3023949"/>
            <a:ext cx="2623185" cy="2623185"/>
          </a:xfrm>
          <a:prstGeom prst="rect">
            <a:avLst/>
          </a:prstGeom>
        </p:spPr>
      </p:pic>
      <p:sp>
        <p:nvSpPr>
          <p:cNvPr id="12" name="anim_to4078_0_1">
            <a:extLst>
              <a:ext uri="{FF2B5EF4-FFF2-40B4-BE49-F238E27FC236}">
                <a16:creationId xmlns:a16="http://schemas.microsoft.com/office/drawing/2014/main" id="{67FCDE23-F30C-43DF-ABDA-96AC1B7A8E8F}"/>
              </a:ext>
            </a:extLst>
          </p:cNvPr>
          <p:cNvSpPr>
            <a:spLocks noGrp="1"/>
          </p:cNvSpPr>
          <p:nvPr/>
        </p:nvSpPr>
        <p:spPr>
          <a:xfrm>
            <a:off x="1096469" y="2055407"/>
            <a:ext cx="2401446" cy="6714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22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22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422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Original</a:t>
            </a:r>
          </a:p>
        </p:txBody>
      </p:sp>
      <p:sp>
        <p:nvSpPr>
          <p:cNvPr id="13" name="anim_to4142_0_1">
            <a:extLst>
              <a:ext uri="{FF2B5EF4-FFF2-40B4-BE49-F238E27FC236}">
                <a16:creationId xmlns:a16="http://schemas.microsoft.com/office/drawing/2014/main" id="{BD8483EE-1914-4A7C-9066-278832531284}"/>
              </a:ext>
            </a:extLst>
          </p:cNvPr>
          <p:cNvSpPr>
            <a:spLocks noGrp="1"/>
          </p:cNvSpPr>
          <p:nvPr/>
        </p:nvSpPr>
        <p:spPr>
          <a:xfrm>
            <a:off x="4364643" y="495575"/>
            <a:ext cx="3760370" cy="93996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921" b="1">
                <a:solidFill>
                  <a:srgbClr val="58C4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921" b="1">
                <a:solidFill>
                  <a:srgbClr val="58C4DD"/>
                </a:solidFill>
                <a:latin typeface="Consolas"/>
                <a:ea typeface="Consolas"/>
                <a:cs typeface="Consolas"/>
              </a:defRPr>
            </a:pPr>
            <a:r>
              <a:rPr sz="5921" b="1">
                <a:solidFill>
                  <a:srgbClr val="58C4DD"/>
                </a:solidFill>
                <a:latin typeface="Consolas"/>
                <a:ea typeface="Consolas"/>
                <a:cs typeface="Consolas"/>
              </a:rPr>
              <a:t>Mean Blur</a:t>
            </a:r>
          </a:p>
        </p:txBody>
      </p:sp>
      <p:sp>
        <p:nvSpPr>
          <p:cNvPr id="14" name="anim_to4089_0_1">
            <a:extLst>
              <a:ext uri="{FF2B5EF4-FFF2-40B4-BE49-F238E27FC236}">
                <a16:creationId xmlns:a16="http://schemas.microsoft.com/office/drawing/2014/main" id="{71A0B279-163F-4169-8C38-94CDB094F9BE}"/>
              </a:ext>
            </a:extLst>
          </p:cNvPr>
          <p:cNvSpPr>
            <a:spLocks noGrp="1"/>
          </p:cNvSpPr>
          <p:nvPr/>
        </p:nvSpPr>
        <p:spPr>
          <a:xfrm>
            <a:off x="5275552" y="3439028"/>
            <a:ext cx="481227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1/9</a:t>
            </a:r>
          </a:p>
        </p:txBody>
      </p:sp>
      <p:sp>
        <p:nvSpPr>
          <p:cNvPr id="15" name="anim_to4095_0_1">
            <a:extLst>
              <a:ext uri="{FF2B5EF4-FFF2-40B4-BE49-F238E27FC236}">
                <a16:creationId xmlns:a16="http://schemas.microsoft.com/office/drawing/2014/main" id="{347F133C-D95B-4C0A-9C27-FAAD07734942}"/>
              </a:ext>
            </a:extLst>
          </p:cNvPr>
          <p:cNvSpPr>
            <a:spLocks noGrp="1"/>
          </p:cNvSpPr>
          <p:nvPr/>
        </p:nvSpPr>
        <p:spPr>
          <a:xfrm>
            <a:off x="6004214" y="3439028"/>
            <a:ext cx="481227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1/9</a:t>
            </a:r>
          </a:p>
        </p:txBody>
      </p:sp>
      <p:sp>
        <p:nvSpPr>
          <p:cNvPr id="16" name="anim_to4101_0_1">
            <a:extLst>
              <a:ext uri="{FF2B5EF4-FFF2-40B4-BE49-F238E27FC236}">
                <a16:creationId xmlns:a16="http://schemas.microsoft.com/office/drawing/2014/main" id="{0BAD0F0C-5224-4B63-937E-CE43A87EAC70}"/>
              </a:ext>
            </a:extLst>
          </p:cNvPr>
          <p:cNvSpPr>
            <a:spLocks noGrp="1"/>
          </p:cNvSpPr>
          <p:nvPr/>
        </p:nvSpPr>
        <p:spPr>
          <a:xfrm>
            <a:off x="6732877" y="3439028"/>
            <a:ext cx="481227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1/9</a:t>
            </a:r>
          </a:p>
        </p:txBody>
      </p:sp>
      <p:sp>
        <p:nvSpPr>
          <p:cNvPr id="17" name="anim_to4107_0_1">
            <a:extLst>
              <a:ext uri="{FF2B5EF4-FFF2-40B4-BE49-F238E27FC236}">
                <a16:creationId xmlns:a16="http://schemas.microsoft.com/office/drawing/2014/main" id="{4EF92609-29C9-4CC8-AE30-2E62EB3A9AFB}"/>
              </a:ext>
            </a:extLst>
          </p:cNvPr>
          <p:cNvSpPr>
            <a:spLocks noGrp="1"/>
          </p:cNvSpPr>
          <p:nvPr/>
        </p:nvSpPr>
        <p:spPr>
          <a:xfrm>
            <a:off x="5275552" y="4167691"/>
            <a:ext cx="481227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1/9</a:t>
            </a:r>
          </a:p>
        </p:txBody>
      </p:sp>
      <p:sp>
        <p:nvSpPr>
          <p:cNvPr id="18" name="anim_to4113_0_1">
            <a:extLst>
              <a:ext uri="{FF2B5EF4-FFF2-40B4-BE49-F238E27FC236}">
                <a16:creationId xmlns:a16="http://schemas.microsoft.com/office/drawing/2014/main" id="{A6471EF0-0DF4-4266-A0E3-AFBD6328F9D4}"/>
              </a:ext>
            </a:extLst>
          </p:cNvPr>
          <p:cNvSpPr>
            <a:spLocks noGrp="1"/>
          </p:cNvSpPr>
          <p:nvPr/>
        </p:nvSpPr>
        <p:spPr>
          <a:xfrm>
            <a:off x="6004214" y="4167691"/>
            <a:ext cx="481227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1/9</a:t>
            </a:r>
          </a:p>
        </p:txBody>
      </p:sp>
      <p:sp>
        <p:nvSpPr>
          <p:cNvPr id="19" name="anim_to4119_0_1">
            <a:extLst>
              <a:ext uri="{FF2B5EF4-FFF2-40B4-BE49-F238E27FC236}">
                <a16:creationId xmlns:a16="http://schemas.microsoft.com/office/drawing/2014/main" id="{765DDB6A-25B7-44AE-8D4E-C74DB78FFE62}"/>
              </a:ext>
            </a:extLst>
          </p:cNvPr>
          <p:cNvSpPr>
            <a:spLocks noGrp="1"/>
          </p:cNvSpPr>
          <p:nvPr/>
        </p:nvSpPr>
        <p:spPr>
          <a:xfrm>
            <a:off x="6732877" y="4167691"/>
            <a:ext cx="481227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1/9</a:t>
            </a:r>
          </a:p>
        </p:txBody>
      </p:sp>
      <p:sp>
        <p:nvSpPr>
          <p:cNvPr id="20" name="anim_to4125_0_1">
            <a:extLst>
              <a:ext uri="{FF2B5EF4-FFF2-40B4-BE49-F238E27FC236}">
                <a16:creationId xmlns:a16="http://schemas.microsoft.com/office/drawing/2014/main" id="{6F2E788E-9244-4D4B-A60E-E151C37DBCD0}"/>
              </a:ext>
            </a:extLst>
          </p:cNvPr>
          <p:cNvSpPr>
            <a:spLocks noGrp="1"/>
          </p:cNvSpPr>
          <p:nvPr/>
        </p:nvSpPr>
        <p:spPr>
          <a:xfrm>
            <a:off x="5275552" y="4896353"/>
            <a:ext cx="481227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1/9</a:t>
            </a:r>
          </a:p>
        </p:txBody>
      </p:sp>
      <p:sp>
        <p:nvSpPr>
          <p:cNvPr id="21" name="anim_to4131_0_1">
            <a:extLst>
              <a:ext uri="{FF2B5EF4-FFF2-40B4-BE49-F238E27FC236}">
                <a16:creationId xmlns:a16="http://schemas.microsoft.com/office/drawing/2014/main" id="{9882DD5D-595B-4E5F-85E1-CAE6796AD9AB}"/>
              </a:ext>
            </a:extLst>
          </p:cNvPr>
          <p:cNvSpPr>
            <a:spLocks noGrp="1"/>
          </p:cNvSpPr>
          <p:nvPr/>
        </p:nvSpPr>
        <p:spPr>
          <a:xfrm>
            <a:off x="6004214" y="4896353"/>
            <a:ext cx="481227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1/9</a:t>
            </a:r>
          </a:p>
        </p:txBody>
      </p:sp>
      <p:sp>
        <p:nvSpPr>
          <p:cNvPr id="22" name="anim_to4137_0_1">
            <a:extLst>
              <a:ext uri="{FF2B5EF4-FFF2-40B4-BE49-F238E27FC236}">
                <a16:creationId xmlns:a16="http://schemas.microsoft.com/office/drawing/2014/main" id="{878CE09A-C858-42EB-A6E6-2EF6E7274B2A}"/>
              </a:ext>
            </a:extLst>
          </p:cNvPr>
          <p:cNvSpPr>
            <a:spLocks noGrp="1"/>
          </p:cNvSpPr>
          <p:nvPr/>
        </p:nvSpPr>
        <p:spPr>
          <a:xfrm>
            <a:off x="6732877" y="4896353"/>
            <a:ext cx="481227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1/9</a:t>
            </a:r>
          </a:p>
        </p:txBody>
      </p:sp>
      <p:sp>
        <p:nvSpPr>
          <p:cNvPr id="23" name="anim_to4152_0_1">
            <a:extLst>
              <a:ext uri="{FF2B5EF4-FFF2-40B4-BE49-F238E27FC236}">
                <a16:creationId xmlns:a16="http://schemas.microsoft.com/office/drawing/2014/main" id="{586D630D-9C4D-45AF-AB2A-FA2A37CA7E6A}"/>
              </a:ext>
            </a:extLst>
          </p:cNvPr>
          <p:cNvSpPr>
            <a:spLocks noGrp="1"/>
          </p:cNvSpPr>
          <p:nvPr/>
        </p:nvSpPr>
        <p:spPr>
          <a:xfrm>
            <a:off x="5228742" y="2180392"/>
            <a:ext cx="2032173" cy="75533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758" b="1">
                <a:solidFill>
                  <a:srgbClr val="58C4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758" b="1">
                <a:solidFill>
                  <a:srgbClr val="58C4DD"/>
                </a:solidFill>
                <a:latin typeface="Consolas"/>
                <a:ea typeface="Consolas"/>
                <a:cs typeface="Consolas"/>
              </a:defRPr>
            </a:pPr>
            <a:r>
              <a:rPr sz="4758" b="1">
                <a:solidFill>
                  <a:srgbClr val="58C4DD"/>
                </a:solidFill>
                <a:latin typeface="Consolas"/>
                <a:ea typeface="Consolas"/>
                <a:cs typeface="Consolas"/>
              </a:rPr>
              <a:t>Kernel</a:t>
            </a:r>
          </a:p>
        </p:txBody>
      </p:sp>
      <p:sp>
        <p:nvSpPr>
          <p:cNvPr id="24" name="anim_to4161_0_1">
            <a:extLst>
              <a:ext uri="{FF2B5EF4-FFF2-40B4-BE49-F238E27FC236}">
                <a16:creationId xmlns:a16="http://schemas.microsoft.com/office/drawing/2014/main" id="{B9CD2B3C-944D-45AF-A34E-6FDDC6AE1B85}"/>
              </a:ext>
            </a:extLst>
          </p:cNvPr>
          <p:cNvSpPr>
            <a:spLocks noGrp="1"/>
          </p:cNvSpPr>
          <p:nvPr/>
        </p:nvSpPr>
        <p:spPr>
          <a:xfrm>
            <a:off x="9198534" y="2060644"/>
            <a:ext cx="1987860" cy="73854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652" b="1">
                <a:solidFill>
                  <a:srgbClr val="58C4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652" b="1">
                <a:solidFill>
                  <a:srgbClr val="58C4DD"/>
                </a:solidFill>
                <a:latin typeface="Consolas"/>
                <a:ea typeface="Consolas"/>
                <a:cs typeface="Consolas"/>
              </a:defRPr>
            </a:pPr>
            <a:r>
              <a:rPr sz="4652" b="1">
                <a:solidFill>
                  <a:srgbClr val="58C4DD"/>
                </a:solidFill>
                <a:latin typeface="Consolas"/>
                <a:ea typeface="Consolas"/>
                <a:cs typeface="Consolas"/>
              </a:rPr>
              <a:t>Result</a:t>
            </a:r>
          </a:p>
        </p:txBody>
      </p:sp>
      <p:sp>
        <p:nvSpPr>
          <p:cNvPr id="25" name="anim_o4184_1">
            <a:extLst>
              <a:ext uri="{FF2B5EF4-FFF2-40B4-BE49-F238E27FC236}">
                <a16:creationId xmlns:a16="http://schemas.microsoft.com/office/drawing/2014/main" id="{44AF56D6-6712-46AD-9A71-C560138FB8BD}"/>
              </a:ext>
            </a:extLst>
          </p:cNvPr>
          <p:cNvSpPr>
            <a:spLocks noGrp="1"/>
          </p:cNvSpPr>
          <p:nvPr/>
        </p:nvSpPr>
        <p:spPr>
          <a:xfrm>
            <a:off x="5142309" y="3242548"/>
            <a:ext cx="728663" cy="728663"/>
          </a:xfrm>
          <a:prstGeom prst="rect">
            <a:avLst/>
          </a:prstGeom>
          <a:solidFill>
            <a:srgbClr val="5CD0B3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4191_1">
            <a:extLst>
              <a:ext uri="{FF2B5EF4-FFF2-40B4-BE49-F238E27FC236}">
                <a16:creationId xmlns:a16="http://schemas.microsoft.com/office/drawing/2014/main" id="{8B2BF92A-7EED-40CF-BF20-067075D65B25}"/>
              </a:ext>
            </a:extLst>
          </p:cNvPr>
          <p:cNvSpPr>
            <a:spLocks noGrp="1"/>
          </p:cNvSpPr>
          <p:nvPr/>
        </p:nvSpPr>
        <p:spPr>
          <a:xfrm>
            <a:off x="5870972" y="3242548"/>
            <a:ext cx="728663" cy="728663"/>
          </a:xfrm>
          <a:prstGeom prst="rect">
            <a:avLst/>
          </a:prstGeom>
          <a:solidFill>
            <a:srgbClr val="5CD0B3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4198_1">
            <a:extLst>
              <a:ext uri="{FF2B5EF4-FFF2-40B4-BE49-F238E27FC236}">
                <a16:creationId xmlns:a16="http://schemas.microsoft.com/office/drawing/2014/main" id="{C385E0F9-3794-401A-A7FB-DEF6CCB1A06F}"/>
              </a:ext>
            </a:extLst>
          </p:cNvPr>
          <p:cNvSpPr>
            <a:spLocks noGrp="1"/>
          </p:cNvSpPr>
          <p:nvPr/>
        </p:nvSpPr>
        <p:spPr>
          <a:xfrm>
            <a:off x="6599634" y="3242548"/>
            <a:ext cx="728663" cy="728663"/>
          </a:xfrm>
          <a:prstGeom prst="rect">
            <a:avLst/>
          </a:prstGeom>
          <a:solidFill>
            <a:srgbClr val="5CD0B3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4205_1">
            <a:extLst>
              <a:ext uri="{FF2B5EF4-FFF2-40B4-BE49-F238E27FC236}">
                <a16:creationId xmlns:a16="http://schemas.microsoft.com/office/drawing/2014/main" id="{C4077E04-5885-4EE5-A023-8FE6D74ACF05}"/>
              </a:ext>
            </a:extLst>
          </p:cNvPr>
          <p:cNvSpPr>
            <a:spLocks noGrp="1"/>
          </p:cNvSpPr>
          <p:nvPr/>
        </p:nvSpPr>
        <p:spPr>
          <a:xfrm>
            <a:off x="5142309" y="3971211"/>
            <a:ext cx="728663" cy="728663"/>
          </a:xfrm>
          <a:prstGeom prst="rect">
            <a:avLst/>
          </a:prstGeom>
          <a:solidFill>
            <a:srgbClr val="5CD0B3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4212_1">
            <a:extLst>
              <a:ext uri="{FF2B5EF4-FFF2-40B4-BE49-F238E27FC236}">
                <a16:creationId xmlns:a16="http://schemas.microsoft.com/office/drawing/2014/main" id="{032EC8A5-8BC6-4D96-8122-F167759B44F5}"/>
              </a:ext>
            </a:extLst>
          </p:cNvPr>
          <p:cNvSpPr>
            <a:spLocks noGrp="1"/>
          </p:cNvSpPr>
          <p:nvPr/>
        </p:nvSpPr>
        <p:spPr>
          <a:xfrm>
            <a:off x="5870972" y="3971211"/>
            <a:ext cx="728663" cy="728663"/>
          </a:xfrm>
          <a:prstGeom prst="rect">
            <a:avLst/>
          </a:prstGeom>
          <a:solidFill>
            <a:srgbClr val="5CD0B3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4219_1">
            <a:extLst>
              <a:ext uri="{FF2B5EF4-FFF2-40B4-BE49-F238E27FC236}">
                <a16:creationId xmlns:a16="http://schemas.microsoft.com/office/drawing/2014/main" id="{27C335A2-2B83-4B9F-AB5A-865D1AA0F774}"/>
              </a:ext>
            </a:extLst>
          </p:cNvPr>
          <p:cNvSpPr>
            <a:spLocks noGrp="1"/>
          </p:cNvSpPr>
          <p:nvPr/>
        </p:nvSpPr>
        <p:spPr>
          <a:xfrm>
            <a:off x="6599634" y="3971211"/>
            <a:ext cx="728663" cy="728663"/>
          </a:xfrm>
          <a:prstGeom prst="rect">
            <a:avLst/>
          </a:prstGeom>
          <a:solidFill>
            <a:srgbClr val="5CD0B3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4226_1">
            <a:extLst>
              <a:ext uri="{FF2B5EF4-FFF2-40B4-BE49-F238E27FC236}">
                <a16:creationId xmlns:a16="http://schemas.microsoft.com/office/drawing/2014/main" id="{F8E67BE6-5FFC-4930-BD07-6C1957FB697E}"/>
              </a:ext>
            </a:extLst>
          </p:cNvPr>
          <p:cNvSpPr>
            <a:spLocks noGrp="1"/>
          </p:cNvSpPr>
          <p:nvPr/>
        </p:nvSpPr>
        <p:spPr>
          <a:xfrm>
            <a:off x="5142309" y="4699873"/>
            <a:ext cx="728663" cy="728663"/>
          </a:xfrm>
          <a:prstGeom prst="rect">
            <a:avLst/>
          </a:prstGeom>
          <a:solidFill>
            <a:srgbClr val="5CD0B3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4233_1">
            <a:extLst>
              <a:ext uri="{FF2B5EF4-FFF2-40B4-BE49-F238E27FC236}">
                <a16:creationId xmlns:a16="http://schemas.microsoft.com/office/drawing/2014/main" id="{274ED7F2-9F2E-4A9B-BAFD-83D425AFB86C}"/>
              </a:ext>
            </a:extLst>
          </p:cNvPr>
          <p:cNvSpPr>
            <a:spLocks noGrp="1"/>
          </p:cNvSpPr>
          <p:nvPr/>
        </p:nvSpPr>
        <p:spPr>
          <a:xfrm>
            <a:off x="5870972" y="4699873"/>
            <a:ext cx="728663" cy="728663"/>
          </a:xfrm>
          <a:prstGeom prst="rect">
            <a:avLst/>
          </a:prstGeom>
          <a:solidFill>
            <a:srgbClr val="5CD0B3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4240_1">
            <a:extLst>
              <a:ext uri="{FF2B5EF4-FFF2-40B4-BE49-F238E27FC236}">
                <a16:creationId xmlns:a16="http://schemas.microsoft.com/office/drawing/2014/main" id="{F4731A8B-4709-43C1-9C17-62D99AEC2681}"/>
              </a:ext>
            </a:extLst>
          </p:cNvPr>
          <p:cNvSpPr>
            <a:spLocks noGrp="1"/>
          </p:cNvSpPr>
          <p:nvPr/>
        </p:nvSpPr>
        <p:spPr>
          <a:xfrm>
            <a:off x="6599634" y="4699873"/>
            <a:ext cx="728663" cy="728663"/>
          </a:xfrm>
          <a:prstGeom prst="rect">
            <a:avLst/>
          </a:prstGeom>
          <a:solidFill>
            <a:srgbClr val="5CD0B3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to4169_0_1">
            <a:extLst>
              <a:ext uri="{FF2B5EF4-FFF2-40B4-BE49-F238E27FC236}">
                <a16:creationId xmlns:a16="http://schemas.microsoft.com/office/drawing/2014/main" id="{CD868FC9-66DC-4297-8644-CB1D49C4D0D3}"/>
              </a:ext>
            </a:extLst>
          </p:cNvPr>
          <p:cNvSpPr>
            <a:spLocks noGrp="1"/>
          </p:cNvSpPr>
          <p:nvPr/>
        </p:nvSpPr>
        <p:spPr>
          <a:xfrm>
            <a:off x="3537472" y="495575"/>
            <a:ext cx="5414712" cy="93996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921" b="1">
                <a:solidFill>
                  <a:srgbClr val="5CD0B3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921" b="1">
                <a:solidFill>
                  <a:srgbClr val="5CD0B3"/>
                </a:solidFill>
                <a:latin typeface="Consolas"/>
                <a:ea typeface="Consolas"/>
                <a:cs typeface="Consolas"/>
              </a:defRPr>
            </a:pPr>
            <a:r>
              <a:rPr sz="5921" b="1">
                <a:solidFill>
                  <a:srgbClr val="5CD0B3"/>
                </a:solidFill>
                <a:latin typeface="Consolas"/>
                <a:ea typeface="Consolas"/>
                <a:cs typeface="Consolas"/>
              </a:rPr>
              <a:t>Gaussian Blur</a:t>
            </a:r>
          </a:p>
        </p:txBody>
      </p:sp>
      <p:sp>
        <p:nvSpPr>
          <p:cNvPr id="35" name="anim_to4185_0_1">
            <a:extLst>
              <a:ext uri="{FF2B5EF4-FFF2-40B4-BE49-F238E27FC236}">
                <a16:creationId xmlns:a16="http://schemas.microsoft.com/office/drawing/2014/main" id="{4009DA56-BCCE-4A9C-AE18-63CDB9CB6B1C}"/>
              </a:ext>
            </a:extLst>
          </p:cNvPr>
          <p:cNvSpPr>
            <a:spLocks noGrp="1"/>
          </p:cNvSpPr>
          <p:nvPr/>
        </p:nvSpPr>
        <p:spPr>
          <a:xfrm>
            <a:off x="5201697" y="3439028"/>
            <a:ext cx="628936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0.06</a:t>
            </a:r>
          </a:p>
        </p:txBody>
      </p:sp>
      <p:sp>
        <p:nvSpPr>
          <p:cNvPr id="36" name="anim_to4192_0_1">
            <a:extLst>
              <a:ext uri="{FF2B5EF4-FFF2-40B4-BE49-F238E27FC236}">
                <a16:creationId xmlns:a16="http://schemas.microsoft.com/office/drawing/2014/main" id="{4F6CFA7D-63D9-4EA1-BAF4-4003D1265192}"/>
              </a:ext>
            </a:extLst>
          </p:cNvPr>
          <p:cNvSpPr>
            <a:spLocks noGrp="1"/>
          </p:cNvSpPr>
          <p:nvPr/>
        </p:nvSpPr>
        <p:spPr>
          <a:xfrm>
            <a:off x="5930360" y="3439028"/>
            <a:ext cx="628936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0.12</a:t>
            </a:r>
          </a:p>
        </p:txBody>
      </p:sp>
      <p:sp>
        <p:nvSpPr>
          <p:cNvPr id="37" name="anim_to4199_0_1">
            <a:extLst>
              <a:ext uri="{FF2B5EF4-FFF2-40B4-BE49-F238E27FC236}">
                <a16:creationId xmlns:a16="http://schemas.microsoft.com/office/drawing/2014/main" id="{8173C3A2-4AC7-4273-8790-0C755984551E}"/>
              </a:ext>
            </a:extLst>
          </p:cNvPr>
          <p:cNvSpPr>
            <a:spLocks noGrp="1"/>
          </p:cNvSpPr>
          <p:nvPr/>
        </p:nvSpPr>
        <p:spPr>
          <a:xfrm>
            <a:off x="6659022" y="3439028"/>
            <a:ext cx="628936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0.06</a:t>
            </a:r>
          </a:p>
        </p:txBody>
      </p:sp>
      <p:sp>
        <p:nvSpPr>
          <p:cNvPr id="38" name="anim_to4206_0_1">
            <a:extLst>
              <a:ext uri="{FF2B5EF4-FFF2-40B4-BE49-F238E27FC236}">
                <a16:creationId xmlns:a16="http://schemas.microsoft.com/office/drawing/2014/main" id="{84C93472-7094-4ECA-B3D8-3605414CE243}"/>
              </a:ext>
            </a:extLst>
          </p:cNvPr>
          <p:cNvSpPr>
            <a:spLocks noGrp="1"/>
          </p:cNvSpPr>
          <p:nvPr/>
        </p:nvSpPr>
        <p:spPr>
          <a:xfrm>
            <a:off x="5201697" y="4167691"/>
            <a:ext cx="628936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0.12</a:t>
            </a:r>
          </a:p>
        </p:txBody>
      </p:sp>
      <p:sp>
        <p:nvSpPr>
          <p:cNvPr id="39" name="anim_to4213_0_1">
            <a:extLst>
              <a:ext uri="{FF2B5EF4-FFF2-40B4-BE49-F238E27FC236}">
                <a16:creationId xmlns:a16="http://schemas.microsoft.com/office/drawing/2014/main" id="{84B391F9-F845-495D-9EF3-4312FC573D80}"/>
              </a:ext>
            </a:extLst>
          </p:cNvPr>
          <p:cNvSpPr>
            <a:spLocks noGrp="1"/>
          </p:cNvSpPr>
          <p:nvPr/>
        </p:nvSpPr>
        <p:spPr>
          <a:xfrm>
            <a:off x="5930360" y="4167691"/>
            <a:ext cx="628936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0.25</a:t>
            </a:r>
          </a:p>
        </p:txBody>
      </p:sp>
      <p:sp>
        <p:nvSpPr>
          <p:cNvPr id="40" name="anim_to4220_0_1">
            <a:extLst>
              <a:ext uri="{FF2B5EF4-FFF2-40B4-BE49-F238E27FC236}">
                <a16:creationId xmlns:a16="http://schemas.microsoft.com/office/drawing/2014/main" id="{B9EBE36A-0BAB-4A8D-A73C-2776B087DAAD}"/>
              </a:ext>
            </a:extLst>
          </p:cNvPr>
          <p:cNvSpPr>
            <a:spLocks noGrp="1"/>
          </p:cNvSpPr>
          <p:nvPr/>
        </p:nvSpPr>
        <p:spPr>
          <a:xfrm>
            <a:off x="6659022" y="4167691"/>
            <a:ext cx="628936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0.12</a:t>
            </a:r>
          </a:p>
        </p:txBody>
      </p:sp>
      <p:sp>
        <p:nvSpPr>
          <p:cNvPr id="41" name="anim_to4227_0_1">
            <a:extLst>
              <a:ext uri="{FF2B5EF4-FFF2-40B4-BE49-F238E27FC236}">
                <a16:creationId xmlns:a16="http://schemas.microsoft.com/office/drawing/2014/main" id="{F9771192-2368-4051-BC60-27C4BD7E8832}"/>
              </a:ext>
            </a:extLst>
          </p:cNvPr>
          <p:cNvSpPr>
            <a:spLocks noGrp="1"/>
          </p:cNvSpPr>
          <p:nvPr/>
        </p:nvSpPr>
        <p:spPr>
          <a:xfrm>
            <a:off x="5201697" y="4896353"/>
            <a:ext cx="628936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0.06</a:t>
            </a:r>
          </a:p>
        </p:txBody>
      </p:sp>
      <p:sp>
        <p:nvSpPr>
          <p:cNvPr id="42" name="anim_to4234_0_1">
            <a:extLst>
              <a:ext uri="{FF2B5EF4-FFF2-40B4-BE49-F238E27FC236}">
                <a16:creationId xmlns:a16="http://schemas.microsoft.com/office/drawing/2014/main" id="{17CF7036-1DFA-4E31-887F-4DC28D15F9B5}"/>
              </a:ext>
            </a:extLst>
          </p:cNvPr>
          <p:cNvSpPr>
            <a:spLocks noGrp="1"/>
          </p:cNvSpPr>
          <p:nvPr/>
        </p:nvSpPr>
        <p:spPr>
          <a:xfrm>
            <a:off x="5930360" y="4896353"/>
            <a:ext cx="628936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0.12</a:t>
            </a:r>
          </a:p>
        </p:txBody>
      </p:sp>
      <p:sp>
        <p:nvSpPr>
          <p:cNvPr id="43" name="anim_to4241_0_1">
            <a:extLst>
              <a:ext uri="{FF2B5EF4-FFF2-40B4-BE49-F238E27FC236}">
                <a16:creationId xmlns:a16="http://schemas.microsoft.com/office/drawing/2014/main" id="{0503AD13-5B11-4B0A-AED9-AF69758BDCBD}"/>
              </a:ext>
            </a:extLst>
          </p:cNvPr>
          <p:cNvSpPr>
            <a:spLocks noGrp="1"/>
          </p:cNvSpPr>
          <p:nvPr/>
        </p:nvSpPr>
        <p:spPr>
          <a:xfrm>
            <a:off x="6659022" y="4896353"/>
            <a:ext cx="628936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0.06</a:t>
            </a:r>
          </a:p>
        </p:txBody>
      </p:sp>
      <p:sp>
        <p:nvSpPr>
          <p:cNvPr id="44" name="anim_to4247_0_1">
            <a:extLst>
              <a:ext uri="{FF2B5EF4-FFF2-40B4-BE49-F238E27FC236}">
                <a16:creationId xmlns:a16="http://schemas.microsoft.com/office/drawing/2014/main" id="{544C614A-0E99-4A77-808C-5723A064D3A8}"/>
              </a:ext>
            </a:extLst>
          </p:cNvPr>
          <p:cNvSpPr>
            <a:spLocks noGrp="1"/>
          </p:cNvSpPr>
          <p:nvPr/>
        </p:nvSpPr>
        <p:spPr>
          <a:xfrm>
            <a:off x="5228742" y="2180392"/>
            <a:ext cx="2032173" cy="75533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758" b="1">
                <a:solidFill>
                  <a:srgbClr val="5CD0B3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758" b="1">
                <a:solidFill>
                  <a:srgbClr val="5CD0B3"/>
                </a:solidFill>
                <a:latin typeface="Consolas"/>
                <a:ea typeface="Consolas"/>
                <a:cs typeface="Consolas"/>
              </a:defRPr>
            </a:pPr>
            <a:r>
              <a:rPr sz="4758" b="1">
                <a:solidFill>
                  <a:srgbClr val="5CD0B3"/>
                </a:solidFill>
                <a:latin typeface="Consolas"/>
                <a:ea typeface="Consolas"/>
                <a:cs typeface="Consolas"/>
              </a:rPr>
              <a:t>Kernel</a:t>
            </a:r>
          </a:p>
        </p:txBody>
      </p:sp>
      <p:sp>
        <p:nvSpPr>
          <p:cNvPr id="45" name="anim_o4263_1">
            <a:extLst>
              <a:ext uri="{FF2B5EF4-FFF2-40B4-BE49-F238E27FC236}">
                <a16:creationId xmlns:a16="http://schemas.microsoft.com/office/drawing/2014/main" id="{A694620A-BCAF-4794-ACD5-0729C69CB223}"/>
              </a:ext>
            </a:extLst>
          </p:cNvPr>
          <p:cNvSpPr>
            <a:spLocks noGrp="1"/>
          </p:cNvSpPr>
          <p:nvPr/>
        </p:nvSpPr>
        <p:spPr>
          <a:xfrm>
            <a:off x="1012507" y="3060382"/>
            <a:ext cx="218599" cy="218599"/>
          </a:xfrm>
          <a:prstGeom prst="rect">
            <a:avLst/>
          </a:prstGeom>
          <a:solidFill>
            <a:srgbClr val="5CD0B3">
              <a:alpha val="40000"/>
            </a:srgbClr>
          </a:solidFill>
          <a:ln w="19050">
            <a:solidFill>
              <a:srgbClr val="5CD0B3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pic>
        <p:nvPicPr>
          <p:cNvPr id="46" name="anim_o4160_2">
            <a:extLst>
              <a:ext uri="{FF2B5EF4-FFF2-40B4-BE49-F238E27FC236}">
                <a16:creationId xmlns:a16="http://schemas.microsoft.com/office/drawing/2014/main" id="{9E87B95B-A6B4-4264-8D48-751BF862B00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/>
        </p:blipFill>
        <p:spPr>
          <a:xfrm>
            <a:off x="8871347" y="3023949"/>
            <a:ext cx="2623185" cy="2623185"/>
          </a:xfrm>
          <a:prstGeom prst="rect">
            <a:avLst/>
          </a:prstGeom>
        </p:spPr>
      </p:pic>
      <p:sp>
        <p:nvSpPr>
          <p:cNvPr id="47" name="anim_to4256_0_1">
            <a:extLst>
              <a:ext uri="{FF2B5EF4-FFF2-40B4-BE49-F238E27FC236}">
                <a16:creationId xmlns:a16="http://schemas.microsoft.com/office/drawing/2014/main" id="{9DA165B4-0126-4086-A538-E93FE0C9748F}"/>
              </a:ext>
            </a:extLst>
          </p:cNvPr>
          <p:cNvSpPr>
            <a:spLocks noGrp="1"/>
          </p:cNvSpPr>
          <p:nvPr/>
        </p:nvSpPr>
        <p:spPr>
          <a:xfrm>
            <a:off x="9198534" y="2060644"/>
            <a:ext cx="1987860" cy="73854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652" b="1">
                <a:solidFill>
                  <a:srgbClr val="5CD0B3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652" b="1">
                <a:solidFill>
                  <a:srgbClr val="5CD0B3"/>
                </a:solidFill>
                <a:latin typeface="Consolas"/>
                <a:ea typeface="Consolas"/>
                <a:cs typeface="Consolas"/>
              </a:defRPr>
            </a:pPr>
            <a:r>
              <a:rPr sz="4652" b="1">
                <a:solidFill>
                  <a:srgbClr val="5CD0B3"/>
                </a:solidFill>
                <a:latin typeface="Consolas"/>
                <a:ea typeface="Consolas"/>
                <a:cs typeface="Consolas"/>
              </a:rPr>
              <a:t>Result</a:t>
            </a:r>
          </a:p>
        </p:txBody>
      </p:sp>
    </p:spTree>
    <p:extLst>
      <p:ext uri="{BB962C8B-B14F-4D97-AF65-F5344CB8AC3E}">
        <p14:creationId xmlns:p14="http://schemas.microsoft.com/office/powerpoint/2010/main" val="12995035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>
                            <p:stCondLst>
                              <p:cond delay="500"/>
                            </p:stCondLst>
                            <p:childTnLst>
                              <p:par>
                                <p:cTn id="1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1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>
                            <p:stCondLst>
                              <p:cond delay="650"/>
                            </p:stCondLst>
                            <p:childTnLst>
                              <p:par>
                                <p:cTn id="130" presetID="63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972266 0 E" pathEditMode="relative" ptsTypes="">
                                      <p:cBhvr>
                                        <p:cTn id="131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800"/>
                            </p:stCondLst>
                            <p:childTnLst>
                              <p:par>
                                <p:cTn id="133" presetID="63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72266 0 L 0.1972266 0.085 E" pathEditMode="relative" ptsTypes="">
                                      <p:cBhvr>
                                        <p:cTn id="134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950"/>
                            </p:stCondLst>
                            <p:childTnLst>
                              <p:par>
                                <p:cTn id="136" presetID="63" presetClass="path" presetSubtype="0" accel="50000" decel="5000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72266 0.085 L 0 0.085 E" pathEditMode="relative" ptsTypes="">
                                      <p:cBhvr>
                                        <p:cTn id="137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1100"/>
                            </p:stCondLst>
                            <p:childTnLst>
                              <p:par>
                                <p:cTn id="139" presetID="63" presetClass="path" presetSubtype="0" accel="50000" decel="50000" fill="hold" grpId="4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85 L 0 0.17 E" pathEditMode="relative" ptsTypes="">
                                      <p:cBhvr>
                                        <p:cTn id="140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" fill="hold">
                            <p:stCondLst>
                              <p:cond delay="1250"/>
                            </p:stCondLst>
                            <p:childTnLst>
                              <p:par>
                                <p:cTn id="142" presetID="63" presetClass="path" presetSubtype="0" accel="50000" decel="50000" fill="hold" grpId="5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7 L 0.1972266 0.17 E" pathEditMode="relative" ptsTypes="">
                                      <p:cBhvr>
                                        <p:cTn id="143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1400"/>
                            </p:stCondLst>
                            <p:childTnLst>
                              <p:par>
                                <p:cTn id="145" presetID="63" presetClass="path" presetSubtype="0" accel="50000" decel="50000" fill="hold" grpId="6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72266 0.17 L 0.1972266 0.255 E" pathEditMode="relative" ptsTypes="">
                                      <p:cBhvr>
                                        <p:cTn id="146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550"/>
                            </p:stCondLst>
                            <p:childTnLst>
                              <p:par>
                                <p:cTn id="148" presetID="63" presetClass="path" presetSubtype="0" accel="50000" decel="50000" fill="hold" grpId="7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72266 0.255 L 0 0.255 E" pathEditMode="relative" ptsTypes="">
                                      <p:cBhvr>
                                        <p:cTn id="149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" fill="hold">
                            <p:stCondLst>
                              <p:cond delay="1700"/>
                            </p:stCondLst>
                            <p:childTnLst>
                              <p:par>
                                <p:cTn id="151" presetID="63" presetClass="path" presetSubtype="0" accel="50000" decel="50000" fill="hold" grpId="8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55 L 0 0.350625 E" pathEditMode="relative" ptsTypes="">
                                      <p:cBhvr>
                                        <p:cTn id="152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" fill="hold">
                            <p:stCondLst>
                              <p:cond delay="1850"/>
                            </p:stCondLst>
                            <p:childTnLst>
                              <p:par>
                                <p:cTn id="154" presetID="63" presetClass="path" presetSubtype="0" accel="50000" decel="50000" fill="hold" grpId="9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50625 L 0.1972266 0.350625 E" pathEditMode="relative" ptsTypes="">
                                      <p:cBhvr>
                                        <p:cTn id="155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2000"/>
                            </p:stCondLst>
                            <p:childTnLst>
                              <p:par>
                                <p:cTn id="157" presetID="10" presetClass="exit" presetSubtype="0" fill="hold" grpId="1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8" dur="1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14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2150"/>
                            </p:stCondLst>
                            <p:childTnLst>
                              <p:par>
                                <p:cTn id="161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2" dur="6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5" dur="6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6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6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3" grpId="0"/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 animBg="1"/>
      <p:bldP spid="45" grpId="1" animBg="1"/>
      <p:bldP spid="45" grpId="2" animBg="1"/>
      <p:bldP spid="45" grpId="3" animBg="1"/>
      <p:bldP spid="45" grpId="4" animBg="1"/>
      <p:bldP spid="45" grpId="5" animBg="1"/>
      <p:bldP spid="45" grpId="6" animBg="1"/>
      <p:bldP spid="45" grpId="7" animBg="1"/>
      <p:bldP spid="45" grpId="8" animBg="1"/>
      <p:bldP spid="45" grpId="9" animBg="1"/>
      <p:bldP spid="45" grpId="10" animBg="1"/>
      <p:bldP spid="47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" name="Picture 47">
            <a:extLst>
              <a:ext uri="{FF2B5EF4-FFF2-40B4-BE49-F238E27FC236}">
                <a16:creationId xmlns:a16="http://schemas.microsoft.com/office/drawing/2014/main" id="{4093EB58-B16D-4334-BD96-53CBBB1E958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/>
        </p:blipFill>
        <p:spPr>
          <a:xfrm>
            <a:off x="976074" y="3023949"/>
            <a:ext cx="2623185" cy="2623185"/>
          </a:xfrm>
          <a:prstGeom prst="rect">
            <a:avLst/>
          </a:prstGeom>
        </p:spPr>
      </p:pic>
      <p:sp>
        <p:nvSpPr>
          <p:cNvPr id="2" name="anim_o4184_1">
            <a:extLst>
              <a:ext uri="{FF2B5EF4-FFF2-40B4-BE49-F238E27FC236}">
                <a16:creationId xmlns:a16="http://schemas.microsoft.com/office/drawing/2014/main" id="{2924DA3F-BCB1-4B56-A249-014267C4DC1C}"/>
              </a:ext>
            </a:extLst>
          </p:cNvPr>
          <p:cNvSpPr>
            <a:spLocks noGrp="1"/>
          </p:cNvSpPr>
          <p:nvPr/>
        </p:nvSpPr>
        <p:spPr>
          <a:xfrm>
            <a:off x="5142309" y="3242548"/>
            <a:ext cx="728663" cy="728663"/>
          </a:xfrm>
          <a:prstGeom prst="rect">
            <a:avLst/>
          </a:prstGeom>
          <a:solidFill>
            <a:srgbClr val="5CD0B3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4191_1">
            <a:extLst>
              <a:ext uri="{FF2B5EF4-FFF2-40B4-BE49-F238E27FC236}">
                <a16:creationId xmlns:a16="http://schemas.microsoft.com/office/drawing/2014/main" id="{F3D779D3-ADE9-48DE-ABE3-F8C5ED9EC312}"/>
              </a:ext>
            </a:extLst>
          </p:cNvPr>
          <p:cNvSpPr>
            <a:spLocks noGrp="1"/>
          </p:cNvSpPr>
          <p:nvPr/>
        </p:nvSpPr>
        <p:spPr>
          <a:xfrm>
            <a:off x="5870972" y="3242548"/>
            <a:ext cx="728663" cy="728663"/>
          </a:xfrm>
          <a:prstGeom prst="rect">
            <a:avLst/>
          </a:prstGeom>
          <a:solidFill>
            <a:srgbClr val="5CD0B3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4198_1">
            <a:extLst>
              <a:ext uri="{FF2B5EF4-FFF2-40B4-BE49-F238E27FC236}">
                <a16:creationId xmlns:a16="http://schemas.microsoft.com/office/drawing/2014/main" id="{62FF6C44-02D0-4392-BEFE-8931E08601F0}"/>
              </a:ext>
            </a:extLst>
          </p:cNvPr>
          <p:cNvSpPr>
            <a:spLocks noGrp="1"/>
          </p:cNvSpPr>
          <p:nvPr/>
        </p:nvSpPr>
        <p:spPr>
          <a:xfrm>
            <a:off x="6599634" y="3242548"/>
            <a:ext cx="728663" cy="728663"/>
          </a:xfrm>
          <a:prstGeom prst="rect">
            <a:avLst/>
          </a:prstGeom>
          <a:solidFill>
            <a:srgbClr val="5CD0B3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4205_1">
            <a:extLst>
              <a:ext uri="{FF2B5EF4-FFF2-40B4-BE49-F238E27FC236}">
                <a16:creationId xmlns:a16="http://schemas.microsoft.com/office/drawing/2014/main" id="{699DF85F-A925-41C7-AF64-BA3993A27198}"/>
              </a:ext>
            </a:extLst>
          </p:cNvPr>
          <p:cNvSpPr>
            <a:spLocks noGrp="1"/>
          </p:cNvSpPr>
          <p:nvPr/>
        </p:nvSpPr>
        <p:spPr>
          <a:xfrm>
            <a:off x="5142309" y="3971211"/>
            <a:ext cx="728663" cy="728663"/>
          </a:xfrm>
          <a:prstGeom prst="rect">
            <a:avLst/>
          </a:prstGeom>
          <a:solidFill>
            <a:srgbClr val="5CD0B3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4212_1">
            <a:extLst>
              <a:ext uri="{FF2B5EF4-FFF2-40B4-BE49-F238E27FC236}">
                <a16:creationId xmlns:a16="http://schemas.microsoft.com/office/drawing/2014/main" id="{9DA26F74-6249-4893-B87A-11581BB858C0}"/>
              </a:ext>
            </a:extLst>
          </p:cNvPr>
          <p:cNvSpPr>
            <a:spLocks noGrp="1"/>
          </p:cNvSpPr>
          <p:nvPr/>
        </p:nvSpPr>
        <p:spPr>
          <a:xfrm>
            <a:off x="5870972" y="3971211"/>
            <a:ext cx="728663" cy="728663"/>
          </a:xfrm>
          <a:prstGeom prst="rect">
            <a:avLst/>
          </a:prstGeom>
          <a:solidFill>
            <a:srgbClr val="5CD0B3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4219_1">
            <a:extLst>
              <a:ext uri="{FF2B5EF4-FFF2-40B4-BE49-F238E27FC236}">
                <a16:creationId xmlns:a16="http://schemas.microsoft.com/office/drawing/2014/main" id="{95371343-250B-42A9-9310-DEECA1EE5086}"/>
              </a:ext>
            </a:extLst>
          </p:cNvPr>
          <p:cNvSpPr>
            <a:spLocks noGrp="1"/>
          </p:cNvSpPr>
          <p:nvPr/>
        </p:nvSpPr>
        <p:spPr>
          <a:xfrm>
            <a:off x="6599634" y="3971211"/>
            <a:ext cx="728663" cy="728663"/>
          </a:xfrm>
          <a:prstGeom prst="rect">
            <a:avLst/>
          </a:prstGeom>
          <a:solidFill>
            <a:srgbClr val="5CD0B3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4226_1">
            <a:extLst>
              <a:ext uri="{FF2B5EF4-FFF2-40B4-BE49-F238E27FC236}">
                <a16:creationId xmlns:a16="http://schemas.microsoft.com/office/drawing/2014/main" id="{A81B8075-86DB-40DF-B1CF-8DCF468616C5}"/>
              </a:ext>
            </a:extLst>
          </p:cNvPr>
          <p:cNvSpPr>
            <a:spLocks noGrp="1"/>
          </p:cNvSpPr>
          <p:nvPr/>
        </p:nvSpPr>
        <p:spPr>
          <a:xfrm>
            <a:off x="5142309" y="4699873"/>
            <a:ext cx="728663" cy="728663"/>
          </a:xfrm>
          <a:prstGeom prst="rect">
            <a:avLst/>
          </a:prstGeom>
          <a:solidFill>
            <a:srgbClr val="5CD0B3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4233_1">
            <a:extLst>
              <a:ext uri="{FF2B5EF4-FFF2-40B4-BE49-F238E27FC236}">
                <a16:creationId xmlns:a16="http://schemas.microsoft.com/office/drawing/2014/main" id="{2D6C4098-1B62-4A92-A49A-D9C98EBDAB3C}"/>
              </a:ext>
            </a:extLst>
          </p:cNvPr>
          <p:cNvSpPr>
            <a:spLocks noGrp="1"/>
          </p:cNvSpPr>
          <p:nvPr/>
        </p:nvSpPr>
        <p:spPr>
          <a:xfrm>
            <a:off x="5870972" y="4699873"/>
            <a:ext cx="728663" cy="728663"/>
          </a:xfrm>
          <a:prstGeom prst="rect">
            <a:avLst/>
          </a:prstGeom>
          <a:solidFill>
            <a:srgbClr val="5CD0B3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4240_1">
            <a:extLst>
              <a:ext uri="{FF2B5EF4-FFF2-40B4-BE49-F238E27FC236}">
                <a16:creationId xmlns:a16="http://schemas.microsoft.com/office/drawing/2014/main" id="{E321E7B5-E6AA-4030-8CC9-1F147D71694B}"/>
              </a:ext>
            </a:extLst>
          </p:cNvPr>
          <p:cNvSpPr>
            <a:spLocks noGrp="1"/>
          </p:cNvSpPr>
          <p:nvPr/>
        </p:nvSpPr>
        <p:spPr>
          <a:xfrm>
            <a:off x="6599634" y="4699873"/>
            <a:ext cx="728663" cy="728663"/>
          </a:xfrm>
          <a:prstGeom prst="rect">
            <a:avLst/>
          </a:prstGeom>
          <a:solidFill>
            <a:srgbClr val="5CD0B3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pic>
        <p:nvPicPr>
          <p:cNvPr id="11" name="anim_o4160_1">
            <a:extLst>
              <a:ext uri="{FF2B5EF4-FFF2-40B4-BE49-F238E27FC236}">
                <a16:creationId xmlns:a16="http://schemas.microsoft.com/office/drawing/2014/main" id="{7AB521E7-7DD2-4B23-B415-42562F8D1E6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/>
        </p:blipFill>
        <p:spPr>
          <a:xfrm>
            <a:off x="8871347" y="3023949"/>
            <a:ext cx="2623185" cy="2623185"/>
          </a:xfrm>
          <a:prstGeom prst="rect">
            <a:avLst/>
          </a:prstGeom>
        </p:spPr>
      </p:pic>
      <p:sp>
        <p:nvSpPr>
          <p:cNvPr id="12" name="anim_to4078_0_1">
            <a:extLst>
              <a:ext uri="{FF2B5EF4-FFF2-40B4-BE49-F238E27FC236}">
                <a16:creationId xmlns:a16="http://schemas.microsoft.com/office/drawing/2014/main" id="{1CAE0BC8-C861-401B-9D57-2D2E5EF744E2}"/>
              </a:ext>
            </a:extLst>
          </p:cNvPr>
          <p:cNvSpPr>
            <a:spLocks noGrp="1"/>
          </p:cNvSpPr>
          <p:nvPr/>
        </p:nvSpPr>
        <p:spPr>
          <a:xfrm>
            <a:off x="1096469" y="2055407"/>
            <a:ext cx="2401446" cy="6714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22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22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422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Original</a:t>
            </a:r>
          </a:p>
        </p:txBody>
      </p:sp>
      <p:sp>
        <p:nvSpPr>
          <p:cNvPr id="13" name="anim_to4169_0_1">
            <a:extLst>
              <a:ext uri="{FF2B5EF4-FFF2-40B4-BE49-F238E27FC236}">
                <a16:creationId xmlns:a16="http://schemas.microsoft.com/office/drawing/2014/main" id="{F2A3AF65-E46F-4585-849A-957823AB19D6}"/>
              </a:ext>
            </a:extLst>
          </p:cNvPr>
          <p:cNvSpPr>
            <a:spLocks noGrp="1"/>
          </p:cNvSpPr>
          <p:nvPr/>
        </p:nvSpPr>
        <p:spPr>
          <a:xfrm>
            <a:off x="3537472" y="495575"/>
            <a:ext cx="5414712" cy="93996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921" b="1">
                <a:solidFill>
                  <a:srgbClr val="5CD0B3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921" b="1">
                <a:solidFill>
                  <a:srgbClr val="5CD0B3"/>
                </a:solidFill>
                <a:latin typeface="Consolas"/>
                <a:ea typeface="Consolas"/>
                <a:cs typeface="Consolas"/>
              </a:defRPr>
            </a:pPr>
            <a:r>
              <a:rPr sz="5921" b="1">
                <a:solidFill>
                  <a:srgbClr val="5CD0B3"/>
                </a:solidFill>
                <a:latin typeface="Consolas"/>
                <a:ea typeface="Consolas"/>
                <a:cs typeface="Consolas"/>
              </a:rPr>
              <a:t>Gaussian Blur</a:t>
            </a:r>
          </a:p>
        </p:txBody>
      </p:sp>
      <p:sp>
        <p:nvSpPr>
          <p:cNvPr id="14" name="anim_to4185_0_1">
            <a:extLst>
              <a:ext uri="{FF2B5EF4-FFF2-40B4-BE49-F238E27FC236}">
                <a16:creationId xmlns:a16="http://schemas.microsoft.com/office/drawing/2014/main" id="{C4996BFE-BBDE-4665-B8E3-6E6BC531C1B0}"/>
              </a:ext>
            </a:extLst>
          </p:cNvPr>
          <p:cNvSpPr>
            <a:spLocks noGrp="1"/>
          </p:cNvSpPr>
          <p:nvPr/>
        </p:nvSpPr>
        <p:spPr>
          <a:xfrm>
            <a:off x="5201697" y="3439028"/>
            <a:ext cx="628936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0.06</a:t>
            </a:r>
          </a:p>
        </p:txBody>
      </p:sp>
      <p:sp>
        <p:nvSpPr>
          <p:cNvPr id="15" name="anim_to4192_0_1">
            <a:extLst>
              <a:ext uri="{FF2B5EF4-FFF2-40B4-BE49-F238E27FC236}">
                <a16:creationId xmlns:a16="http://schemas.microsoft.com/office/drawing/2014/main" id="{D461CF8E-A5B8-4086-BDA8-E0CBC062E760}"/>
              </a:ext>
            </a:extLst>
          </p:cNvPr>
          <p:cNvSpPr>
            <a:spLocks noGrp="1"/>
          </p:cNvSpPr>
          <p:nvPr/>
        </p:nvSpPr>
        <p:spPr>
          <a:xfrm>
            <a:off x="5930360" y="3439028"/>
            <a:ext cx="628936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0.12</a:t>
            </a:r>
          </a:p>
        </p:txBody>
      </p:sp>
      <p:sp>
        <p:nvSpPr>
          <p:cNvPr id="16" name="anim_to4199_0_1">
            <a:extLst>
              <a:ext uri="{FF2B5EF4-FFF2-40B4-BE49-F238E27FC236}">
                <a16:creationId xmlns:a16="http://schemas.microsoft.com/office/drawing/2014/main" id="{E11B7A3E-6518-4DD1-8109-84BBA314392D}"/>
              </a:ext>
            </a:extLst>
          </p:cNvPr>
          <p:cNvSpPr>
            <a:spLocks noGrp="1"/>
          </p:cNvSpPr>
          <p:nvPr/>
        </p:nvSpPr>
        <p:spPr>
          <a:xfrm>
            <a:off x="6659022" y="3439028"/>
            <a:ext cx="628936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0.06</a:t>
            </a:r>
          </a:p>
        </p:txBody>
      </p:sp>
      <p:sp>
        <p:nvSpPr>
          <p:cNvPr id="17" name="anim_to4206_0_1">
            <a:extLst>
              <a:ext uri="{FF2B5EF4-FFF2-40B4-BE49-F238E27FC236}">
                <a16:creationId xmlns:a16="http://schemas.microsoft.com/office/drawing/2014/main" id="{FFEA4336-54E0-4473-B574-B696FD148B4A}"/>
              </a:ext>
            </a:extLst>
          </p:cNvPr>
          <p:cNvSpPr>
            <a:spLocks noGrp="1"/>
          </p:cNvSpPr>
          <p:nvPr/>
        </p:nvSpPr>
        <p:spPr>
          <a:xfrm>
            <a:off x="5201697" y="4167691"/>
            <a:ext cx="628936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0.12</a:t>
            </a:r>
          </a:p>
        </p:txBody>
      </p:sp>
      <p:sp>
        <p:nvSpPr>
          <p:cNvPr id="18" name="anim_to4213_0_1">
            <a:extLst>
              <a:ext uri="{FF2B5EF4-FFF2-40B4-BE49-F238E27FC236}">
                <a16:creationId xmlns:a16="http://schemas.microsoft.com/office/drawing/2014/main" id="{C1DBD1D2-BFFE-4845-B9E2-96C60BC10872}"/>
              </a:ext>
            </a:extLst>
          </p:cNvPr>
          <p:cNvSpPr>
            <a:spLocks noGrp="1"/>
          </p:cNvSpPr>
          <p:nvPr/>
        </p:nvSpPr>
        <p:spPr>
          <a:xfrm>
            <a:off x="5930360" y="4167691"/>
            <a:ext cx="628936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0.25</a:t>
            </a:r>
          </a:p>
        </p:txBody>
      </p:sp>
      <p:sp>
        <p:nvSpPr>
          <p:cNvPr id="19" name="anim_to4220_0_1">
            <a:extLst>
              <a:ext uri="{FF2B5EF4-FFF2-40B4-BE49-F238E27FC236}">
                <a16:creationId xmlns:a16="http://schemas.microsoft.com/office/drawing/2014/main" id="{181A85B3-E173-4313-8A76-447BADD4665A}"/>
              </a:ext>
            </a:extLst>
          </p:cNvPr>
          <p:cNvSpPr>
            <a:spLocks noGrp="1"/>
          </p:cNvSpPr>
          <p:nvPr/>
        </p:nvSpPr>
        <p:spPr>
          <a:xfrm>
            <a:off x="6659022" y="4167691"/>
            <a:ext cx="628936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0.12</a:t>
            </a:r>
          </a:p>
        </p:txBody>
      </p:sp>
      <p:sp>
        <p:nvSpPr>
          <p:cNvPr id="20" name="anim_to4227_0_1">
            <a:extLst>
              <a:ext uri="{FF2B5EF4-FFF2-40B4-BE49-F238E27FC236}">
                <a16:creationId xmlns:a16="http://schemas.microsoft.com/office/drawing/2014/main" id="{97E7BE2D-BE89-46C6-B87C-F9CBF8146CE1}"/>
              </a:ext>
            </a:extLst>
          </p:cNvPr>
          <p:cNvSpPr>
            <a:spLocks noGrp="1"/>
          </p:cNvSpPr>
          <p:nvPr/>
        </p:nvSpPr>
        <p:spPr>
          <a:xfrm>
            <a:off x="5201697" y="4896353"/>
            <a:ext cx="628936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0.06</a:t>
            </a:r>
          </a:p>
        </p:txBody>
      </p:sp>
      <p:sp>
        <p:nvSpPr>
          <p:cNvPr id="21" name="anim_to4234_0_1">
            <a:extLst>
              <a:ext uri="{FF2B5EF4-FFF2-40B4-BE49-F238E27FC236}">
                <a16:creationId xmlns:a16="http://schemas.microsoft.com/office/drawing/2014/main" id="{D5430D97-B63D-43A3-8411-0B6BFC4EC661}"/>
              </a:ext>
            </a:extLst>
          </p:cNvPr>
          <p:cNvSpPr>
            <a:spLocks noGrp="1"/>
          </p:cNvSpPr>
          <p:nvPr/>
        </p:nvSpPr>
        <p:spPr>
          <a:xfrm>
            <a:off x="5930360" y="4896353"/>
            <a:ext cx="628936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0.12</a:t>
            </a:r>
          </a:p>
        </p:txBody>
      </p:sp>
      <p:sp>
        <p:nvSpPr>
          <p:cNvPr id="22" name="anim_to4241_0_1">
            <a:extLst>
              <a:ext uri="{FF2B5EF4-FFF2-40B4-BE49-F238E27FC236}">
                <a16:creationId xmlns:a16="http://schemas.microsoft.com/office/drawing/2014/main" id="{27E6470E-DDF4-4FCE-ABE3-BCCCF3A6DDEC}"/>
              </a:ext>
            </a:extLst>
          </p:cNvPr>
          <p:cNvSpPr>
            <a:spLocks noGrp="1"/>
          </p:cNvSpPr>
          <p:nvPr/>
        </p:nvSpPr>
        <p:spPr>
          <a:xfrm>
            <a:off x="6659022" y="4896353"/>
            <a:ext cx="628936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0.06</a:t>
            </a:r>
          </a:p>
        </p:txBody>
      </p:sp>
      <p:sp>
        <p:nvSpPr>
          <p:cNvPr id="23" name="anim_to4247_0_1">
            <a:extLst>
              <a:ext uri="{FF2B5EF4-FFF2-40B4-BE49-F238E27FC236}">
                <a16:creationId xmlns:a16="http://schemas.microsoft.com/office/drawing/2014/main" id="{9AC1DF01-5728-4385-82B0-5B6DA5464582}"/>
              </a:ext>
            </a:extLst>
          </p:cNvPr>
          <p:cNvSpPr>
            <a:spLocks noGrp="1"/>
          </p:cNvSpPr>
          <p:nvPr/>
        </p:nvSpPr>
        <p:spPr>
          <a:xfrm>
            <a:off x="5228742" y="2180392"/>
            <a:ext cx="2032173" cy="75533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758" b="1">
                <a:solidFill>
                  <a:srgbClr val="5CD0B3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758" b="1">
                <a:solidFill>
                  <a:srgbClr val="5CD0B3"/>
                </a:solidFill>
                <a:latin typeface="Consolas"/>
                <a:ea typeface="Consolas"/>
                <a:cs typeface="Consolas"/>
              </a:defRPr>
            </a:pPr>
            <a:r>
              <a:rPr sz="4758" b="1">
                <a:solidFill>
                  <a:srgbClr val="5CD0B3"/>
                </a:solidFill>
                <a:latin typeface="Consolas"/>
                <a:ea typeface="Consolas"/>
                <a:cs typeface="Consolas"/>
              </a:rPr>
              <a:t>Kernel</a:t>
            </a:r>
          </a:p>
        </p:txBody>
      </p:sp>
      <p:sp>
        <p:nvSpPr>
          <p:cNvPr id="24" name="anim_to4256_0_1">
            <a:extLst>
              <a:ext uri="{FF2B5EF4-FFF2-40B4-BE49-F238E27FC236}">
                <a16:creationId xmlns:a16="http://schemas.microsoft.com/office/drawing/2014/main" id="{9B2E9B2D-A945-4C38-A208-B36A88381951}"/>
              </a:ext>
            </a:extLst>
          </p:cNvPr>
          <p:cNvSpPr>
            <a:spLocks noGrp="1"/>
          </p:cNvSpPr>
          <p:nvPr/>
        </p:nvSpPr>
        <p:spPr>
          <a:xfrm>
            <a:off x="9198534" y="2060644"/>
            <a:ext cx="1987860" cy="73854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652" b="1">
                <a:solidFill>
                  <a:srgbClr val="5CD0B3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652" b="1">
                <a:solidFill>
                  <a:srgbClr val="5CD0B3"/>
                </a:solidFill>
                <a:latin typeface="Consolas"/>
                <a:ea typeface="Consolas"/>
                <a:cs typeface="Consolas"/>
              </a:defRPr>
            </a:pPr>
            <a:r>
              <a:rPr sz="4652" b="1">
                <a:solidFill>
                  <a:srgbClr val="5CD0B3"/>
                </a:solidFill>
                <a:latin typeface="Consolas"/>
                <a:ea typeface="Consolas"/>
                <a:cs typeface="Consolas"/>
              </a:rPr>
              <a:t>Result</a:t>
            </a:r>
          </a:p>
        </p:txBody>
      </p:sp>
      <p:sp>
        <p:nvSpPr>
          <p:cNvPr id="25" name="anim_o4273_1">
            <a:extLst>
              <a:ext uri="{FF2B5EF4-FFF2-40B4-BE49-F238E27FC236}">
                <a16:creationId xmlns:a16="http://schemas.microsoft.com/office/drawing/2014/main" id="{55440C60-001E-4BF1-9A47-02674F89B1A2}"/>
              </a:ext>
            </a:extLst>
          </p:cNvPr>
          <p:cNvSpPr>
            <a:spLocks noGrp="1"/>
          </p:cNvSpPr>
          <p:nvPr/>
        </p:nvSpPr>
        <p:spPr>
          <a:xfrm>
            <a:off x="5142309" y="3242548"/>
            <a:ext cx="728663" cy="728663"/>
          </a:xfrm>
          <a:prstGeom prst="rect">
            <a:avLst/>
          </a:prstGeom>
          <a:solidFill>
            <a:srgbClr val="FF862F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4277_1">
            <a:extLst>
              <a:ext uri="{FF2B5EF4-FFF2-40B4-BE49-F238E27FC236}">
                <a16:creationId xmlns:a16="http://schemas.microsoft.com/office/drawing/2014/main" id="{E5FB074F-9611-43F3-9D3B-A74751C687D6}"/>
              </a:ext>
            </a:extLst>
          </p:cNvPr>
          <p:cNvSpPr>
            <a:spLocks noGrp="1"/>
          </p:cNvSpPr>
          <p:nvPr/>
        </p:nvSpPr>
        <p:spPr>
          <a:xfrm>
            <a:off x="5870972" y="3242548"/>
            <a:ext cx="728663" cy="728663"/>
          </a:xfrm>
          <a:prstGeom prst="rect">
            <a:avLst/>
          </a:prstGeom>
          <a:solidFill>
            <a:srgbClr val="FF862F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4282_1">
            <a:extLst>
              <a:ext uri="{FF2B5EF4-FFF2-40B4-BE49-F238E27FC236}">
                <a16:creationId xmlns:a16="http://schemas.microsoft.com/office/drawing/2014/main" id="{B858017F-3E03-4C49-9891-436507825AE4}"/>
              </a:ext>
            </a:extLst>
          </p:cNvPr>
          <p:cNvSpPr>
            <a:spLocks noGrp="1"/>
          </p:cNvSpPr>
          <p:nvPr/>
        </p:nvSpPr>
        <p:spPr>
          <a:xfrm>
            <a:off x="6599634" y="3242548"/>
            <a:ext cx="728663" cy="728663"/>
          </a:xfrm>
          <a:prstGeom prst="rect">
            <a:avLst/>
          </a:prstGeom>
          <a:solidFill>
            <a:srgbClr val="FF862F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4286_1">
            <a:extLst>
              <a:ext uri="{FF2B5EF4-FFF2-40B4-BE49-F238E27FC236}">
                <a16:creationId xmlns:a16="http://schemas.microsoft.com/office/drawing/2014/main" id="{49964FED-0A26-4291-93AF-3835D4F86EF6}"/>
              </a:ext>
            </a:extLst>
          </p:cNvPr>
          <p:cNvSpPr>
            <a:spLocks noGrp="1"/>
          </p:cNvSpPr>
          <p:nvPr/>
        </p:nvSpPr>
        <p:spPr>
          <a:xfrm>
            <a:off x="5142309" y="3971211"/>
            <a:ext cx="728663" cy="728663"/>
          </a:xfrm>
          <a:prstGeom prst="rect">
            <a:avLst/>
          </a:prstGeom>
          <a:solidFill>
            <a:srgbClr val="FF862F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4291_1">
            <a:extLst>
              <a:ext uri="{FF2B5EF4-FFF2-40B4-BE49-F238E27FC236}">
                <a16:creationId xmlns:a16="http://schemas.microsoft.com/office/drawing/2014/main" id="{317855DA-233B-464F-9910-23F947AA9714}"/>
              </a:ext>
            </a:extLst>
          </p:cNvPr>
          <p:cNvSpPr>
            <a:spLocks noGrp="1"/>
          </p:cNvSpPr>
          <p:nvPr/>
        </p:nvSpPr>
        <p:spPr>
          <a:xfrm>
            <a:off x="5870972" y="3971211"/>
            <a:ext cx="728663" cy="728663"/>
          </a:xfrm>
          <a:prstGeom prst="rect">
            <a:avLst/>
          </a:prstGeom>
          <a:solidFill>
            <a:srgbClr val="FF862F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4295_1">
            <a:extLst>
              <a:ext uri="{FF2B5EF4-FFF2-40B4-BE49-F238E27FC236}">
                <a16:creationId xmlns:a16="http://schemas.microsoft.com/office/drawing/2014/main" id="{0105C863-D3D7-4086-9467-54822FF428E9}"/>
              </a:ext>
            </a:extLst>
          </p:cNvPr>
          <p:cNvSpPr>
            <a:spLocks noGrp="1"/>
          </p:cNvSpPr>
          <p:nvPr/>
        </p:nvSpPr>
        <p:spPr>
          <a:xfrm>
            <a:off x="6599634" y="3971211"/>
            <a:ext cx="728663" cy="728663"/>
          </a:xfrm>
          <a:prstGeom prst="rect">
            <a:avLst/>
          </a:prstGeom>
          <a:solidFill>
            <a:srgbClr val="FF862F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4300_1">
            <a:extLst>
              <a:ext uri="{FF2B5EF4-FFF2-40B4-BE49-F238E27FC236}">
                <a16:creationId xmlns:a16="http://schemas.microsoft.com/office/drawing/2014/main" id="{DCF82250-F631-4CDE-8343-C76D772B6179}"/>
              </a:ext>
            </a:extLst>
          </p:cNvPr>
          <p:cNvSpPr>
            <a:spLocks noGrp="1"/>
          </p:cNvSpPr>
          <p:nvPr/>
        </p:nvSpPr>
        <p:spPr>
          <a:xfrm>
            <a:off x="5142309" y="4699873"/>
            <a:ext cx="728663" cy="728663"/>
          </a:xfrm>
          <a:prstGeom prst="rect">
            <a:avLst/>
          </a:prstGeom>
          <a:solidFill>
            <a:srgbClr val="FF862F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4304_1">
            <a:extLst>
              <a:ext uri="{FF2B5EF4-FFF2-40B4-BE49-F238E27FC236}">
                <a16:creationId xmlns:a16="http://schemas.microsoft.com/office/drawing/2014/main" id="{A89D5257-1CC8-40BE-9C98-D1516A1F1B93}"/>
              </a:ext>
            </a:extLst>
          </p:cNvPr>
          <p:cNvSpPr>
            <a:spLocks noGrp="1"/>
          </p:cNvSpPr>
          <p:nvPr/>
        </p:nvSpPr>
        <p:spPr>
          <a:xfrm>
            <a:off x="5870972" y="4699873"/>
            <a:ext cx="728663" cy="728663"/>
          </a:xfrm>
          <a:prstGeom prst="rect">
            <a:avLst/>
          </a:prstGeom>
          <a:solidFill>
            <a:srgbClr val="FF862F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4309_1">
            <a:extLst>
              <a:ext uri="{FF2B5EF4-FFF2-40B4-BE49-F238E27FC236}">
                <a16:creationId xmlns:a16="http://schemas.microsoft.com/office/drawing/2014/main" id="{F8F57F57-B97B-4159-A1A4-48AF9ED8F70A}"/>
              </a:ext>
            </a:extLst>
          </p:cNvPr>
          <p:cNvSpPr>
            <a:spLocks noGrp="1"/>
          </p:cNvSpPr>
          <p:nvPr/>
        </p:nvSpPr>
        <p:spPr>
          <a:xfrm>
            <a:off x="6599634" y="4699873"/>
            <a:ext cx="728663" cy="728663"/>
          </a:xfrm>
          <a:prstGeom prst="rect">
            <a:avLst/>
          </a:prstGeom>
          <a:solidFill>
            <a:srgbClr val="FF862F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to4264_0_1">
            <a:extLst>
              <a:ext uri="{FF2B5EF4-FFF2-40B4-BE49-F238E27FC236}">
                <a16:creationId xmlns:a16="http://schemas.microsoft.com/office/drawing/2014/main" id="{81CDB118-1F9D-4EBE-A5EE-101865891FF5}"/>
              </a:ext>
            </a:extLst>
          </p:cNvPr>
          <p:cNvSpPr>
            <a:spLocks noGrp="1"/>
          </p:cNvSpPr>
          <p:nvPr/>
        </p:nvSpPr>
        <p:spPr>
          <a:xfrm>
            <a:off x="4778229" y="495575"/>
            <a:ext cx="2933199" cy="93996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921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921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pPr>
            <a:r>
              <a:rPr sz="5921" b="1">
                <a:solidFill>
                  <a:srgbClr val="FF862F"/>
                </a:solidFill>
                <a:latin typeface="Consolas"/>
                <a:ea typeface="Consolas"/>
                <a:cs typeface="Consolas"/>
              </a:rPr>
              <a:t>Sharpen</a:t>
            </a:r>
          </a:p>
        </p:txBody>
      </p:sp>
      <p:sp>
        <p:nvSpPr>
          <p:cNvPr id="35" name="anim_to4274_0_1">
            <a:extLst>
              <a:ext uri="{FF2B5EF4-FFF2-40B4-BE49-F238E27FC236}">
                <a16:creationId xmlns:a16="http://schemas.microsoft.com/office/drawing/2014/main" id="{2B3A4509-4BC0-44F4-88FC-1B3C444A5AFE}"/>
              </a:ext>
            </a:extLst>
          </p:cNvPr>
          <p:cNvSpPr>
            <a:spLocks noGrp="1"/>
          </p:cNvSpPr>
          <p:nvPr/>
        </p:nvSpPr>
        <p:spPr>
          <a:xfrm>
            <a:off x="5423261" y="3439028"/>
            <a:ext cx="185809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6" name="anim_to4278_0_1">
            <a:extLst>
              <a:ext uri="{FF2B5EF4-FFF2-40B4-BE49-F238E27FC236}">
                <a16:creationId xmlns:a16="http://schemas.microsoft.com/office/drawing/2014/main" id="{8DE8D415-913E-4967-BC9C-096E32C44C60}"/>
              </a:ext>
            </a:extLst>
          </p:cNvPr>
          <p:cNvSpPr>
            <a:spLocks noGrp="1"/>
          </p:cNvSpPr>
          <p:nvPr/>
        </p:nvSpPr>
        <p:spPr>
          <a:xfrm>
            <a:off x="6078069" y="3439028"/>
            <a:ext cx="333518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37" name="anim_to4283_0_1">
            <a:extLst>
              <a:ext uri="{FF2B5EF4-FFF2-40B4-BE49-F238E27FC236}">
                <a16:creationId xmlns:a16="http://schemas.microsoft.com/office/drawing/2014/main" id="{95AC614E-9C45-4BD8-ABBE-6E13D43D7BD8}"/>
              </a:ext>
            </a:extLst>
          </p:cNvPr>
          <p:cNvSpPr>
            <a:spLocks noGrp="1"/>
          </p:cNvSpPr>
          <p:nvPr/>
        </p:nvSpPr>
        <p:spPr>
          <a:xfrm>
            <a:off x="6880586" y="3439028"/>
            <a:ext cx="185809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8" name="anim_to4287_0_1">
            <a:extLst>
              <a:ext uri="{FF2B5EF4-FFF2-40B4-BE49-F238E27FC236}">
                <a16:creationId xmlns:a16="http://schemas.microsoft.com/office/drawing/2014/main" id="{4FC45DC7-A556-4B6C-B20E-64F30ADC62A8}"/>
              </a:ext>
            </a:extLst>
          </p:cNvPr>
          <p:cNvSpPr>
            <a:spLocks noGrp="1"/>
          </p:cNvSpPr>
          <p:nvPr/>
        </p:nvSpPr>
        <p:spPr>
          <a:xfrm>
            <a:off x="5349407" y="4167691"/>
            <a:ext cx="333518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39" name="anim_to4292_0_1">
            <a:extLst>
              <a:ext uri="{FF2B5EF4-FFF2-40B4-BE49-F238E27FC236}">
                <a16:creationId xmlns:a16="http://schemas.microsoft.com/office/drawing/2014/main" id="{C212FD78-7C32-47FE-A462-3F9E94B4BAFE}"/>
              </a:ext>
            </a:extLst>
          </p:cNvPr>
          <p:cNvSpPr>
            <a:spLocks noGrp="1"/>
          </p:cNvSpPr>
          <p:nvPr/>
        </p:nvSpPr>
        <p:spPr>
          <a:xfrm>
            <a:off x="6151924" y="4167691"/>
            <a:ext cx="185809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40" name="anim_to4296_0_1">
            <a:extLst>
              <a:ext uri="{FF2B5EF4-FFF2-40B4-BE49-F238E27FC236}">
                <a16:creationId xmlns:a16="http://schemas.microsoft.com/office/drawing/2014/main" id="{28F36670-684C-4EE7-985D-D7C7254CE211}"/>
              </a:ext>
            </a:extLst>
          </p:cNvPr>
          <p:cNvSpPr>
            <a:spLocks noGrp="1"/>
          </p:cNvSpPr>
          <p:nvPr/>
        </p:nvSpPr>
        <p:spPr>
          <a:xfrm>
            <a:off x="6806732" y="4167691"/>
            <a:ext cx="333518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41" name="anim_to4301_0_1">
            <a:extLst>
              <a:ext uri="{FF2B5EF4-FFF2-40B4-BE49-F238E27FC236}">
                <a16:creationId xmlns:a16="http://schemas.microsoft.com/office/drawing/2014/main" id="{9BCC50E2-BD85-40F8-80AE-0E44CC217AE6}"/>
              </a:ext>
            </a:extLst>
          </p:cNvPr>
          <p:cNvSpPr>
            <a:spLocks noGrp="1"/>
          </p:cNvSpPr>
          <p:nvPr/>
        </p:nvSpPr>
        <p:spPr>
          <a:xfrm>
            <a:off x="5423261" y="4896353"/>
            <a:ext cx="185809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2" name="anim_to4305_0_1">
            <a:extLst>
              <a:ext uri="{FF2B5EF4-FFF2-40B4-BE49-F238E27FC236}">
                <a16:creationId xmlns:a16="http://schemas.microsoft.com/office/drawing/2014/main" id="{AE6C8480-6BC7-4BA5-BC72-E2B3BE844F61}"/>
              </a:ext>
            </a:extLst>
          </p:cNvPr>
          <p:cNvSpPr>
            <a:spLocks noGrp="1"/>
          </p:cNvSpPr>
          <p:nvPr/>
        </p:nvSpPr>
        <p:spPr>
          <a:xfrm>
            <a:off x="6078069" y="4896353"/>
            <a:ext cx="333518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43" name="anim_to4310_0_1">
            <a:extLst>
              <a:ext uri="{FF2B5EF4-FFF2-40B4-BE49-F238E27FC236}">
                <a16:creationId xmlns:a16="http://schemas.microsoft.com/office/drawing/2014/main" id="{BBDE7D06-1FF8-417B-A1C5-DCC033053DC1}"/>
              </a:ext>
            </a:extLst>
          </p:cNvPr>
          <p:cNvSpPr>
            <a:spLocks noGrp="1"/>
          </p:cNvSpPr>
          <p:nvPr/>
        </p:nvSpPr>
        <p:spPr>
          <a:xfrm>
            <a:off x="6880586" y="4896353"/>
            <a:ext cx="185809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4" name="anim_to4313_0_1">
            <a:extLst>
              <a:ext uri="{FF2B5EF4-FFF2-40B4-BE49-F238E27FC236}">
                <a16:creationId xmlns:a16="http://schemas.microsoft.com/office/drawing/2014/main" id="{7C7DC617-0E64-45E6-910E-C4AB828CACE1}"/>
              </a:ext>
            </a:extLst>
          </p:cNvPr>
          <p:cNvSpPr>
            <a:spLocks noGrp="1"/>
          </p:cNvSpPr>
          <p:nvPr/>
        </p:nvSpPr>
        <p:spPr>
          <a:xfrm>
            <a:off x="5228742" y="2180392"/>
            <a:ext cx="2032173" cy="75533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758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758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pPr>
            <a:r>
              <a:rPr sz="4758" b="1">
                <a:solidFill>
                  <a:srgbClr val="FF862F"/>
                </a:solidFill>
                <a:latin typeface="Consolas"/>
                <a:ea typeface="Consolas"/>
                <a:cs typeface="Consolas"/>
              </a:rPr>
              <a:t>Kernel</a:t>
            </a:r>
          </a:p>
        </p:txBody>
      </p:sp>
      <p:sp>
        <p:nvSpPr>
          <p:cNvPr id="45" name="anim_o4329_1">
            <a:extLst>
              <a:ext uri="{FF2B5EF4-FFF2-40B4-BE49-F238E27FC236}">
                <a16:creationId xmlns:a16="http://schemas.microsoft.com/office/drawing/2014/main" id="{BB82A9D4-2E70-4657-BADD-EF3BCBB6CD36}"/>
              </a:ext>
            </a:extLst>
          </p:cNvPr>
          <p:cNvSpPr>
            <a:spLocks noGrp="1"/>
          </p:cNvSpPr>
          <p:nvPr/>
        </p:nvSpPr>
        <p:spPr>
          <a:xfrm>
            <a:off x="1012507" y="3060382"/>
            <a:ext cx="218599" cy="218599"/>
          </a:xfrm>
          <a:prstGeom prst="rect">
            <a:avLst/>
          </a:prstGeom>
          <a:solidFill>
            <a:srgbClr val="FF862F">
              <a:alpha val="40000"/>
            </a:srgbClr>
          </a:solidFill>
          <a:ln w="19050">
            <a:solidFill>
              <a:srgbClr val="FF862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pic>
        <p:nvPicPr>
          <p:cNvPr id="46" name="anim_o4160_2">
            <a:extLst>
              <a:ext uri="{FF2B5EF4-FFF2-40B4-BE49-F238E27FC236}">
                <a16:creationId xmlns:a16="http://schemas.microsoft.com/office/drawing/2014/main" id="{E12C75CA-945C-4D21-B271-6CBA558FE43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/>
        </p:blipFill>
        <p:spPr>
          <a:xfrm>
            <a:off x="8871347" y="3023949"/>
            <a:ext cx="2623185" cy="2623185"/>
          </a:xfrm>
          <a:prstGeom prst="rect">
            <a:avLst/>
          </a:prstGeom>
        </p:spPr>
      </p:pic>
      <p:sp>
        <p:nvSpPr>
          <p:cNvPr id="47" name="anim_to4322_0_1">
            <a:extLst>
              <a:ext uri="{FF2B5EF4-FFF2-40B4-BE49-F238E27FC236}">
                <a16:creationId xmlns:a16="http://schemas.microsoft.com/office/drawing/2014/main" id="{F7CC4F66-5F7B-4D7A-A5EF-ACBA4D43252D}"/>
              </a:ext>
            </a:extLst>
          </p:cNvPr>
          <p:cNvSpPr>
            <a:spLocks noGrp="1"/>
          </p:cNvSpPr>
          <p:nvPr/>
        </p:nvSpPr>
        <p:spPr>
          <a:xfrm>
            <a:off x="9198534" y="2060644"/>
            <a:ext cx="1987860" cy="73854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652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652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pPr>
            <a:r>
              <a:rPr sz="4652" b="1">
                <a:solidFill>
                  <a:srgbClr val="FF862F"/>
                </a:solidFill>
                <a:latin typeface="Consolas"/>
                <a:ea typeface="Consolas"/>
                <a:cs typeface="Consolas"/>
              </a:rPr>
              <a:t>Result</a:t>
            </a:r>
          </a:p>
        </p:txBody>
      </p:sp>
    </p:spTree>
    <p:extLst>
      <p:ext uri="{BB962C8B-B14F-4D97-AF65-F5344CB8AC3E}">
        <p14:creationId xmlns:p14="http://schemas.microsoft.com/office/powerpoint/2010/main" val="2728633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>
                            <p:stCondLst>
                              <p:cond delay="500"/>
                            </p:stCondLst>
                            <p:childTnLst>
                              <p:par>
                                <p:cTn id="1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1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>
                            <p:stCondLst>
                              <p:cond delay="650"/>
                            </p:stCondLst>
                            <p:childTnLst>
                              <p:par>
                                <p:cTn id="130" presetID="63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972266 0 E" pathEditMode="relative" ptsTypes="">
                                      <p:cBhvr>
                                        <p:cTn id="131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800"/>
                            </p:stCondLst>
                            <p:childTnLst>
                              <p:par>
                                <p:cTn id="133" presetID="63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72266 0 L 0.1972266 0.085 E" pathEditMode="relative" ptsTypes="">
                                      <p:cBhvr>
                                        <p:cTn id="134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950"/>
                            </p:stCondLst>
                            <p:childTnLst>
                              <p:par>
                                <p:cTn id="136" presetID="63" presetClass="path" presetSubtype="0" accel="50000" decel="5000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72266 0.085 L 0 0.085 E" pathEditMode="relative" ptsTypes="">
                                      <p:cBhvr>
                                        <p:cTn id="137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1100"/>
                            </p:stCondLst>
                            <p:childTnLst>
                              <p:par>
                                <p:cTn id="139" presetID="63" presetClass="path" presetSubtype="0" accel="50000" decel="50000" fill="hold" grpId="4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85 L 0 0.17 E" pathEditMode="relative" ptsTypes="">
                                      <p:cBhvr>
                                        <p:cTn id="140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" fill="hold">
                            <p:stCondLst>
                              <p:cond delay="1250"/>
                            </p:stCondLst>
                            <p:childTnLst>
                              <p:par>
                                <p:cTn id="142" presetID="63" presetClass="path" presetSubtype="0" accel="50000" decel="50000" fill="hold" grpId="5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7 L 0.1972266 0.17 E" pathEditMode="relative" ptsTypes="">
                                      <p:cBhvr>
                                        <p:cTn id="143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1400"/>
                            </p:stCondLst>
                            <p:childTnLst>
                              <p:par>
                                <p:cTn id="145" presetID="63" presetClass="path" presetSubtype="0" accel="50000" decel="50000" fill="hold" grpId="6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72266 0.17 L 0.1972266 0.255 E" pathEditMode="relative" ptsTypes="">
                                      <p:cBhvr>
                                        <p:cTn id="146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550"/>
                            </p:stCondLst>
                            <p:childTnLst>
                              <p:par>
                                <p:cTn id="148" presetID="63" presetClass="path" presetSubtype="0" accel="50000" decel="50000" fill="hold" grpId="7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72266 0.255 L 0 0.255 E" pathEditMode="relative" ptsTypes="">
                                      <p:cBhvr>
                                        <p:cTn id="149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" fill="hold">
                            <p:stCondLst>
                              <p:cond delay="1700"/>
                            </p:stCondLst>
                            <p:childTnLst>
                              <p:par>
                                <p:cTn id="151" presetID="63" presetClass="path" presetSubtype="0" accel="50000" decel="50000" fill="hold" grpId="8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55 L 0 0.350625 E" pathEditMode="relative" ptsTypes="">
                                      <p:cBhvr>
                                        <p:cTn id="152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" fill="hold">
                            <p:stCondLst>
                              <p:cond delay="1850"/>
                            </p:stCondLst>
                            <p:childTnLst>
                              <p:par>
                                <p:cTn id="154" presetID="63" presetClass="path" presetSubtype="0" accel="50000" decel="50000" fill="hold" grpId="9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50625 L 0.1972266 0.350625 E" pathEditMode="relative" ptsTypes="">
                                      <p:cBhvr>
                                        <p:cTn id="155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2000"/>
                            </p:stCondLst>
                            <p:childTnLst>
                              <p:par>
                                <p:cTn id="157" presetID="10" presetClass="exit" presetSubtype="0" fill="hold" grpId="1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8" dur="1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14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2150"/>
                            </p:stCondLst>
                            <p:childTnLst>
                              <p:par>
                                <p:cTn id="161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2" dur="6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5" dur="6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6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6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3" grpId="0"/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 animBg="1"/>
      <p:bldP spid="45" grpId="1" animBg="1"/>
      <p:bldP spid="45" grpId="2" animBg="1"/>
      <p:bldP spid="45" grpId="3" animBg="1"/>
      <p:bldP spid="45" grpId="4" animBg="1"/>
      <p:bldP spid="45" grpId="5" animBg="1"/>
      <p:bldP spid="45" grpId="6" animBg="1"/>
      <p:bldP spid="45" grpId="7" animBg="1"/>
      <p:bldP spid="45" grpId="8" animBg="1"/>
      <p:bldP spid="45" grpId="9" animBg="1"/>
      <p:bldP spid="45" grpId="10" animBg="1"/>
      <p:bldP spid="47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" name="Picture 47">
            <a:extLst>
              <a:ext uri="{FF2B5EF4-FFF2-40B4-BE49-F238E27FC236}">
                <a16:creationId xmlns:a16="http://schemas.microsoft.com/office/drawing/2014/main" id="{CABDFAF4-E346-4B63-B759-6103AEBFB7C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/>
        </p:blipFill>
        <p:spPr>
          <a:xfrm>
            <a:off x="976074" y="3023949"/>
            <a:ext cx="2623185" cy="2623185"/>
          </a:xfrm>
          <a:prstGeom prst="rect">
            <a:avLst/>
          </a:prstGeom>
        </p:spPr>
      </p:pic>
      <p:sp>
        <p:nvSpPr>
          <p:cNvPr id="2" name="anim_o4273_1">
            <a:extLst>
              <a:ext uri="{FF2B5EF4-FFF2-40B4-BE49-F238E27FC236}">
                <a16:creationId xmlns:a16="http://schemas.microsoft.com/office/drawing/2014/main" id="{52F429BF-3B75-4B35-AB63-71830C5A93F5}"/>
              </a:ext>
            </a:extLst>
          </p:cNvPr>
          <p:cNvSpPr>
            <a:spLocks noGrp="1"/>
          </p:cNvSpPr>
          <p:nvPr/>
        </p:nvSpPr>
        <p:spPr>
          <a:xfrm>
            <a:off x="5142309" y="3242548"/>
            <a:ext cx="728663" cy="728663"/>
          </a:xfrm>
          <a:prstGeom prst="rect">
            <a:avLst/>
          </a:prstGeom>
          <a:solidFill>
            <a:srgbClr val="FF862F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4277_1">
            <a:extLst>
              <a:ext uri="{FF2B5EF4-FFF2-40B4-BE49-F238E27FC236}">
                <a16:creationId xmlns:a16="http://schemas.microsoft.com/office/drawing/2014/main" id="{75C2CAFD-C87E-4512-AE7A-0B32995251D6}"/>
              </a:ext>
            </a:extLst>
          </p:cNvPr>
          <p:cNvSpPr>
            <a:spLocks noGrp="1"/>
          </p:cNvSpPr>
          <p:nvPr/>
        </p:nvSpPr>
        <p:spPr>
          <a:xfrm>
            <a:off x="5870972" y="3242548"/>
            <a:ext cx="728663" cy="728663"/>
          </a:xfrm>
          <a:prstGeom prst="rect">
            <a:avLst/>
          </a:prstGeom>
          <a:solidFill>
            <a:srgbClr val="FF862F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4282_1">
            <a:extLst>
              <a:ext uri="{FF2B5EF4-FFF2-40B4-BE49-F238E27FC236}">
                <a16:creationId xmlns:a16="http://schemas.microsoft.com/office/drawing/2014/main" id="{DC4D2A19-77EF-453B-8C27-BEE3A1E47EFD}"/>
              </a:ext>
            </a:extLst>
          </p:cNvPr>
          <p:cNvSpPr>
            <a:spLocks noGrp="1"/>
          </p:cNvSpPr>
          <p:nvPr/>
        </p:nvSpPr>
        <p:spPr>
          <a:xfrm>
            <a:off x="6599634" y="3242548"/>
            <a:ext cx="728663" cy="728663"/>
          </a:xfrm>
          <a:prstGeom prst="rect">
            <a:avLst/>
          </a:prstGeom>
          <a:solidFill>
            <a:srgbClr val="FF862F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4286_1">
            <a:extLst>
              <a:ext uri="{FF2B5EF4-FFF2-40B4-BE49-F238E27FC236}">
                <a16:creationId xmlns:a16="http://schemas.microsoft.com/office/drawing/2014/main" id="{883D42D9-F0E0-4B03-A514-7BC44C508AF3}"/>
              </a:ext>
            </a:extLst>
          </p:cNvPr>
          <p:cNvSpPr>
            <a:spLocks noGrp="1"/>
          </p:cNvSpPr>
          <p:nvPr/>
        </p:nvSpPr>
        <p:spPr>
          <a:xfrm>
            <a:off x="5142309" y="3971211"/>
            <a:ext cx="728663" cy="728663"/>
          </a:xfrm>
          <a:prstGeom prst="rect">
            <a:avLst/>
          </a:prstGeom>
          <a:solidFill>
            <a:srgbClr val="FF862F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4291_1">
            <a:extLst>
              <a:ext uri="{FF2B5EF4-FFF2-40B4-BE49-F238E27FC236}">
                <a16:creationId xmlns:a16="http://schemas.microsoft.com/office/drawing/2014/main" id="{E58E35B6-1B21-4FA3-87C7-2C53B916C322}"/>
              </a:ext>
            </a:extLst>
          </p:cNvPr>
          <p:cNvSpPr>
            <a:spLocks noGrp="1"/>
          </p:cNvSpPr>
          <p:nvPr/>
        </p:nvSpPr>
        <p:spPr>
          <a:xfrm>
            <a:off x="5870972" y="3971211"/>
            <a:ext cx="728663" cy="728663"/>
          </a:xfrm>
          <a:prstGeom prst="rect">
            <a:avLst/>
          </a:prstGeom>
          <a:solidFill>
            <a:srgbClr val="FF862F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4295_1">
            <a:extLst>
              <a:ext uri="{FF2B5EF4-FFF2-40B4-BE49-F238E27FC236}">
                <a16:creationId xmlns:a16="http://schemas.microsoft.com/office/drawing/2014/main" id="{317D3CA2-BA1E-4DAF-8A39-40DCD410F38D}"/>
              </a:ext>
            </a:extLst>
          </p:cNvPr>
          <p:cNvSpPr>
            <a:spLocks noGrp="1"/>
          </p:cNvSpPr>
          <p:nvPr/>
        </p:nvSpPr>
        <p:spPr>
          <a:xfrm>
            <a:off x="6599634" y="3971211"/>
            <a:ext cx="728663" cy="728663"/>
          </a:xfrm>
          <a:prstGeom prst="rect">
            <a:avLst/>
          </a:prstGeom>
          <a:solidFill>
            <a:srgbClr val="FF862F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4300_1">
            <a:extLst>
              <a:ext uri="{FF2B5EF4-FFF2-40B4-BE49-F238E27FC236}">
                <a16:creationId xmlns:a16="http://schemas.microsoft.com/office/drawing/2014/main" id="{201D28FE-A6EF-444B-BDF0-A11D1099782B}"/>
              </a:ext>
            </a:extLst>
          </p:cNvPr>
          <p:cNvSpPr>
            <a:spLocks noGrp="1"/>
          </p:cNvSpPr>
          <p:nvPr/>
        </p:nvSpPr>
        <p:spPr>
          <a:xfrm>
            <a:off x="5142309" y="4699873"/>
            <a:ext cx="728663" cy="728663"/>
          </a:xfrm>
          <a:prstGeom prst="rect">
            <a:avLst/>
          </a:prstGeom>
          <a:solidFill>
            <a:srgbClr val="FF862F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4304_1">
            <a:extLst>
              <a:ext uri="{FF2B5EF4-FFF2-40B4-BE49-F238E27FC236}">
                <a16:creationId xmlns:a16="http://schemas.microsoft.com/office/drawing/2014/main" id="{FB359C02-58B9-49F1-A219-309E16B077FE}"/>
              </a:ext>
            </a:extLst>
          </p:cNvPr>
          <p:cNvSpPr>
            <a:spLocks noGrp="1"/>
          </p:cNvSpPr>
          <p:nvPr/>
        </p:nvSpPr>
        <p:spPr>
          <a:xfrm>
            <a:off x="5870972" y="4699873"/>
            <a:ext cx="728663" cy="728663"/>
          </a:xfrm>
          <a:prstGeom prst="rect">
            <a:avLst/>
          </a:prstGeom>
          <a:solidFill>
            <a:srgbClr val="FF862F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4309_1">
            <a:extLst>
              <a:ext uri="{FF2B5EF4-FFF2-40B4-BE49-F238E27FC236}">
                <a16:creationId xmlns:a16="http://schemas.microsoft.com/office/drawing/2014/main" id="{5725ED50-08AA-4284-9D95-6977A2A2DF14}"/>
              </a:ext>
            </a:extLst>
          </p:cNvPr>
          <p:cNvSpPr>
            <a:spLocks noGrp="1"/>
          </p:cNvSpPr>
          <p:nvPr/>
        </p:nvSpPr>
        <p:spPr>
          <a:xfrm>
            <a:off x="6599634" y="4699873"/>
            <a:ext cx="728663" cy="728663"/>
          </a:xfrm>
          <a:prstGeom prst="rect">
            <a:avLst/>
          </a:prstGeom>
          <a:solidFill>
            <a:srgbClr val="FF862F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pic>
        <p:nvPicPr>
          <p:cNvPr id="11" name="anim_o4160_1">
            <a:extLst>
              <a:ext uri="{FF2B5EF4-FFF2-40B4-BE49-F238E27FC236}">
                <a16:creationId xmlns:a16="http://schemas.microsoft.com/office/drawing/2014/main" id="{7BCCF806-30A7-4657-B4CD-707D687E744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/>
        </p:blipFill>
        <p:spPr>
          <a:xfrm>
            <a:off x="8871347" y="3023949"/>
            <a:ext cx="2623185" cy="2623185"/>
          </a:xfrm>
          <a:prstGeom prst="rect">
            <a:avLst/>
          </a:prstGeom>
        </p:spPr>
      </p:pic>
      <p:sp>
        <p:nvSpPr>
          <p:cNvPr id="12" name="anim_to4078_0_1">
            <a:extLst>
              <a:ext uri="{FF2B5EF4-FFF2-40B4-BE49-F238E27FC236}">
                <a16:creationId xmlns:a16="http://schemas.microsoft.com/office/drawing/2014/main" id="{C24B704D-502C-4CF8-9F40-C927A57EDD01}"/>
              </a:ext>
            </a:extLst>
          </p:cNvPr>
          <p:cNvSpPr>
            <a:spLocks noGrp="1"/>
          </p:cNvSpPr>
          <p:nvPr/>
        </p:nvSpPr>
        <p:spPr>
          <a:xfrm>
            <a:off x="1096469" y="2055407"/>
            <a:ext cx="2401446" cy="6714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22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22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422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Original</a:t>
            </a:r>
          </a:p>
        </p:txBody>
      </p:sp>
      <p:sp>
        <p:nvSpPr>
          <p:cNvPr id="13" name="anim_to4264_0_1">
            <a:extLst>
              <a:ext uri="{FF2B5EF4-FFF2-40B4-BE49-F238E27FC236}">
                <a16:creationId xmlns:a16="http://schemas.microsoft.com/office/drawing/2014/main" id="{060AE1A7-8E57-45A7-A9EB-E2034E42E05F}"/>
              </a:ext>
            </a:extLst>
          </p:cNvPr>
          <p:cNvSpPr>
            <a:spLocks noGrp="1"/>
          </p:cNvSpPr>
          <p:nvPr/>
        </p:nvSpPr>
        <p:spPr>
          <a:xfrm>
            <a:off x="4778229" y="495575"/>
            <a:ext cx="2933199" cy="93996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921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921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pPr>
            <a:r>
              <a:rPr sz="5921" b="1">
                <a:solidFill>
                  <a:srgbClr val="FF862F"/>
                </a:solidFill>
                <a:latin typeface="Consolas"/>
                <a:ea typeface="Consolas"/>
                <a:cs typeface="Consolas"/>
              </a:rPr>
              <a:t>Sharpen</a:t>
            </a:r>
          </a:p>
        </p:txBody>
      </p:sp>
      <p:sp>
        <p:nvSpPr>
          <p:cNvPr id="14" name="anim_to4274_0_1">
            <a:extLst>
              <a:ext uri="{FF2B5EF4-FFF2-40B4-BE49-F238E27FC236}">
                <a16:creationId xmlns:a16="http://schemas.microsoft.com/office/drawing/2014/main" id="{C70DA55B-1B72-4886-BB95-26E2BF5FB0D0}"/>
              </a:ext>
            </a:extLst>
          </p:cNvPr>
          <p:cNvSpPr>
            <a:spLocks noGrp="1"/>
          </p:cNvSpPr>
          <p:nvPr/>
        </p:nvSpPr>
        <p:spPr>
          <a:xfrm>
            <a:off x="5423261" y="3439028"/>
            <a:ext cx="185809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5" name="anim_to4278_0_1">
            <a:extLst>
              <a:ext uri="{FF2B5EF4-FFF2-40B4-BE49-F238E27FC236}">
                <a16:creationId xmlns:a16="http://schemas.microsoft.com/office/drawing/2014/main" id="{34DF5FF1-A3E1-46B3-9BDC-4E1431C8B63A}"/>
              </a:ext>
            </a:extLst>
          </p:cNvPr>
          <p:cNvSpPr>
            <a:spLocks noGrp="1"/>
          </p:cNvSpPr>
          <p:nvPr/>
        </p:nvSpPr>
        <p:spPr>
          <a:xfrm>
            <a:off x="6078069" y="3439028"/>
            <a:ext cx="333518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6" name="anim_to4283_0_1">
            <a:extLst>
              <a:ext uri="{FF2B5EF4-FFF2-40B4-BE49-F238E27FC236}">
                <a16:creationId xmlns:a16="http://schemas.microsoft.com/office/drawing/2014/main" id="{34196DDB-03FB-4CBC-8E2F-963F43CA4E30}"/>
              </a:ext>
            </a:extLst>
          </p:cNvPr>
          <p:cNvSpPr>
            <a:spLocks noGrp="1"/>
          </p:cNvSpPr>
          <p:nvPr/>
        </p:nvSpPr>
        <p:spPr>
          <a:xfrm>
            <a:off x="6880586" y="3439028"/>
            <a:ext cx="185809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7" name="anim_to4287_0_1">
            <a:extLst>
              <a:ext uri="{FF2B5EF4-FFF2-40B4-BE49-F238E27FC236}">
                <a16:creationId xmlns:a16="http://schemas.microsoft.com/office/drawing/2014/main" id="{2B87CDB5-9094-44D8-A5ED-4B738BC37822}"/>
              </a:ext>
            </a:extLst>
          </p:cNvPr>
          <p:cNvSpPr>
            <a:spLocks noGrp="1"/>
          </p:cNvSpPr>
          <p:nvPr/>
        </p:nvSpPr>
        <p:spPr>
          <a:xfrm>
            <a:off x="5349407" y="4167691"/>
            <a:ext cx="333518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8" name="anim_to4292_0_1">
            <a:extLst>
              <a:ext uri="{FF2B5EF4-FFF2-40B4-BE49-F238E27FC236}">
                <a16:creationId xmlns:a16="http://schemas.microsoft.com/office/drawing/2014/main" id="{92F19BE9-C20C-4E22-A740-9D0738831311}"/>
              </a:ext>
            </a:extLst>
          </p:cNvPr>
          <p:cNvSpPr>
            <a:spLocks noGrp="1"/>
          </p:cNvSpPr>
          <p:nvPr/>
        </p:nvSpPr>
        <p:spPr>
          <a:xfrm>
            <a:off x="6151924" y="4167691"/>
            <a:ext cx="185809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19" name="anim_to4296_0_1">
            <a:extLst>
              <a:ext uri="{FF2B5EF4-FFF2-40B4-BE49-F238E27FC236}">
                <a16:creationId xmlns:a16="http://schemas.microsoft.com/office/drawing/2014/main" id="{FD444C90-65D3-4804-A2AE-20B9B3875EB4}"/>
              </a:ext>
            </a:extLst>
          </p:cNvPr>
          <p:cNvSpPr>
            <a:spLocks noGrp="1"/>
          </p:cNvSpPr>
          <p:nvPr/>
        </p:nvSpPr>
        <p:spPr>
          <a:xfrm>
            <a:off x="6806732" y="4167691"/>
            <a:ext cx="333518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20" name="anim_to4301_0_1">
            <a:extLst>
              <a:ext uri="{FF2B5EF4-FFF2-40B4-BE49-F238E27FC236}">
                <a16:creationId xmlns:a16="http://schemas.microsoft.com/office/drawing/2014/main" id="{FAEF9C8E-51C4-4CFD-9695-3287E7DAD345}"/>
              </a:ext>
            </a:extLst>
          </p:cNvPr>
          <p:cNvSpPr>
            <a:spLocks noGrp="1"/>
          </p:cNvSpPr>
          <p:nvPr/>
        </p:nvSpPr>
        <p:spPr>
          <a:xfrm>
            <a:off x="5423261" y="4896353"/>
            <a:ext cx="185809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21" name="anim_to4305_0_1">
            <a:extLst>
              <a:ext uri="{FF2B5EF4-FFF2-40B4-BE49-F238E27FC236}">
                <a16:creationId xmlns:a16="http://schemas.microsoft.com/office/drawing/2014/main" id="{D8F7B287-C888-4EB3-BCFF-197EA46C228F}"/>
              </a:ext>
            </a:extLst>
          </p:cNvPr>
          <p:cNvSpPr>
            <a:spLocks noGrp="1"/>
          </p:cNvSpPr>
          <p:nvPr/>
        </p:nvSpPr>
        <p:spPr>
          <a:xfrm>
            <a:off x="6078069" y="4896353"/>
            <a:ext cx="333518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22" name="anim_to4310_0_1">
            <a:extLst>
              <a:ext uri="{FF2B5EF4-FFF2-40B4-BE49-F238E27FC236}">
                <a16:creationId xmlns:a16="http://schemas.microsoft.com/office/drawing/2014/main" id="{230E0CE4-3F77-44E5-9B3A-6299236DE171}"/>
              </a:ext>
            </a:extLst>
          </p:cNvPr>
          <p:cNvSpPr>
            <a:spLocks noGrp="1"/>
          </p:cNvSpPr>
          <p:nvPr/>
        </p:nvSpPr>
        <p:spPr>
          <a:xfrm>
            <a:off x="6880586" y="4896353"/>
            <a:ext cx="185809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23" name="anim_to4313_0_1">
            <a:extLst>
              <a:ext uri="{FF2B5EF4-FFF2-40B4-BE49-F238E27FC236}">
                <a16:creationId xmlns:a16="http://schemas.microsoft.com/office/drawing/2014/main" id="{8B6912DB-0E99-4771-B1AC-596C9BF82D2A}"/>
              </a:ext>
            </a:extLst>
          </p:cNvPr>
          <p:cNvSpPr>
            <a:spLocks noGrp="1"/>
          </p:cNvSpPr>
          <p:nvPr/>
        </p:nvSpPr>
        <p:spPr>
          <a:xfrm>
            <a:off x="5228742" y="2180392"/>
            <a:ext cx="2032173" cy="75533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758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758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pPr>
            <a:r>
              <a:rPr sz="4758" b="1">
                <a:solidFill>
                  <a:srgbClr val="FF862F"/>
                </a:solidFill>
                <a:latin typeface="Consolas"/>
                <a:ea typeface="Consolas"/>
                <a:cs typeface="Consolas"/>
              </a:rPr>
              <a:t>Kernel</a:t>
            </a:r>
          </a:p>
        </p:txBody>
      </p:sp>
      <p:sp>
        <p:nvSpPr>
          <p:cNvPr id="24" name="anim_to4322_0_1">
            <a:extLst>
              <a:ext uri="{FF2B5EF4-FFF2-40B4-BE49-F238E27FC236}">
                <a16:creationId xmlns:a16="http://schemas.microsoft.com/office/drawing/2014/main" id="{49118390-FA0E-48E9-92DB-1CAE07F2E4BF}"/>
              </a:ext>
            </a:extLst>
          </p:cNvPr>
          <p:cNvSpPr>
            <a:spLocks noGrp="1"/>
          </p:cNvSpPr>
          <p:nvPr/>
        </p:nvSpPr>
        <p:spPr>
          <a:xfrm>
            <a:off x="9198534" y="2060644"/>
            <a:ext cx="1987860" cy="73854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652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652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pPr>
            <a:r>
              <a:rPr sz="4652" b="1">
                <a:solidFill>
                  <a:srgbClr val="FF862F"/>
                </a:solidFill>
                <a:latin typeface="Consolas"/>
                <a:ea typeface="Consolas"/>
                <a:cs typeface="Consolas"/>
              </a:rPr>
              <a:t>Result</a:t>
            </a:r>
          </a:p>
        </p:txBody>
      </p:sp>
      <p:sp>
        <p:nvSpPr>
          <p:cNvPr id="25" name="anim_o4338_1">
            <a:extLst>
              <a:ext uri="{FF2B5EF4-FFF2-40B4-BE49-F238E27FC236}">
                <a16:creationId xmlns:a16="http://schemas.microsoft.com/office/drawing/2014/main" id="{24EEABA9-13E1-4D3C-B188-40BF529DB7AC}"/>
              </a:ext>
            </a:extLst>
          </p:cNvPr>
          <p:cNvSpPr>
            <a:spLocks noGrp="1"/>
          </p:cNvSpPr>
          <p:nvPr/>
        </p:nvSpPr>
        <p:spPr>
          <a:xfrm>
            <a:off x="5142309" y="3242548"/>
            <a:ext cx="728663" cy="728663"/>
          </a:xfrm>
          <a:prstGeom prst="rect">
            <a:avLst/>
          </a:prstGeom>
          <a:solidFill>
            <a:srgbClr val="9A72AC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4343_1">
            <a:extLst>
              <a:ext uri="{FF2B5EF4-FFF2-40B4-BE49-F238E27FC236}">
                <a16:creationId xmlns:a16="http://schemas.microsoft.com/office/drawing/2014/main" id="{91C940E2-28C2-4F0B-93E6-862D59B80AC7}"/>
              </a:ext>
            </a:extLst>
          </p:cNvPr>
          <p:cNvSpPr>
            <a:spLocks noGrp="1"/>
          </p:cNvSpPr>
          <p:nvPr/>
        </p:nvSpPr>
        <p:spPr>
          <a:xfrm>
            <a:off x="5870972" y="3242548"/>
            <a:ext cx="728663" cy="728663"/>
          </a:xfrm>
          <a:prstGeom prst="rect">
            <a:avLst/>
          </a:prstGeom>
          <a:solidFill>
            <a:srgbClr val="9A72AC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4348_1">
            <a:extLst>
              <a:ext uri="{FF2B5EF4-FFF2-40B4-BE49-F238E27FC236}">
                <a16:creationId xmlns:a16="http://schemas.microsoft.com/office/drawing/2014/main" id="{EC6A197C-3595-4652-B815-D3B7AB94B44B}"/>
              </a:ext>
            </a:extLst>
          </p:cNvPr>
          <p:cNvSpPr>
            <a:spLocks noGrp="1"/>
          </p:cNvSpPr>
          <p:nvPr/>
        </p:nvSpPr>
        <p:spPr>
          <a:xfrm>
            <a:off x="6599634" y="3242548"/>
            <a:ext cx="728663" cy="728663"/>
          </a:xfrm>
          <a:prstGeom prst="rect">
            <a:avLst/>
          </a:prstGeom>
          <a:solidFill>
            <a:srgbClr val="9A72AC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4352_1">
            <a:extLst>
              <a:ext uri="{FF2B5EF4-FFF2-40B4-BE49-F238E27FC236}">
                <a16:creationId xmlns:a16="http://schemas.microsoft.com/office/drawing/2014/main" id="{67D99912-BF6B-407B-B44C-E28B015C129D}"/>
              </a:ext>
            </a:extLst>
          </p:cNvPr>
          <p:cNvSpPr>
            <a:spLocks noGrp="1"/>
          </p:cNvSpPr>
          <p:nvPr/>
        </p:nvSpPr>
        <p:spPr>
          <a:xfrm>
            <a:off x="5142309" y="3971211"/>
            <a:ext cx="728663" cy="728663"/>
          </a:xfrm>
          <a:prstGeom prst="rect">
            <a:avLst/>
          </a:prstGeom>
          <a:solidFill>
            <a:srgbClr val="9A72AC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4357_1">
            <a:extLst>
              <a:ext uri="{FF2B5EF4-FFF2-40B4-BE49-F238E27FC236}">
                <a16:creationId xmlns:a16="http://schemas.microsoft.com/office/drawing/2014/main" id="{D65E6F2A-B0AC-423D-9E56-879DB7B62CF5}"/>
              </a:ext>
            </a:extLst>
          </p:cNvPr>
          <p:cNvSpPr>
            <a:spLocks noGrp="1"/>
          </p:cNvSpPr>
          <p:nvPr/>
        </p:nvSpPr>
        <p:spPr>
          <a:xfrm>
            <a:off x="5870972" y="3971211"/>
            <a:ext cx="728663" cy="728663"/>
          </a:xfrm>
          <a:prstGeom prst="rect">
            <a:avLst/>
          </a:prstGeom>
          <a:solidFill>
            <a:srgbClr val="9A72AC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4361_1">
            <a:extLst>
              <a:ext uri="{FF2B5EF4-FFF2-40B4-BE49-F238E27FC236}">
                <a16:creationId xmlns:a16="http://schemas.microsoft.com/office/drawing/2014/main" id="{9239D2B6-32DB-40C8-92ED-1FE4DC5E6829}"/>
              </a:ext>
            </a:extLst>
          </p:cNvPr>
          <p:cNvSpPr>
            <a:spLocks noGrp="1"/>
          </p:cNvSpPr>
          <p:nvPr/>
        </p:nvSpPr>
        <p:spPr>
          <a:xfrm>
            <a:off x="6599634" y="3971211"/>
            <a:ext cx="728663" cy="728663"/>
          </a:xfrm>
          <a:prstGeom prst="rect">
            <a:avLst/>
          </a:prstGeom>
          <a:solidFill>
            <a:srgbClr val="9A72AC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4365_1">
            <a:extLst>
              <a:ext uri="{FF2B5EF4-FFF2-40B4-BE49-F238E27FC236}">
                <a16:creationId xmlns:a16="http://schemas.microsoft.com/office/drawing/2014/main" id="{D4AFDE66-F6F7-4E90-AE5A-D05B1AFDA33D}"/>
              </a:ext>
            </a:extLst>
          </p:cNvPr>
          <p:cNvSpPr>
            <a:spLocks noGrp="1"/>
          </p:cNvSpPr>
          <p:nvPr/>
        </p:nvSpPr>
        <p:spPr>
          <a:xfrm>
            <a:off x="5142309" y="4699873"/>
            <a:ext cx="728663" cy="728663"/>
          </a:xfrm>
          <a:prstGeom prst="rect">
            <a:avLst/>
          </a:prstGeom>
          <a:solidFill>
            <a:srgbClr val="9A72AC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4369_1">
            <a:extLst>
              <a:ext uri="{FF2B5EF4-FFF2-40B4-BE49-F238E27FC236}">
                <a16:creationId xmlns:a16="http://schemas.microsoft.com/office/drawing/2014/main" id="{E73C7518-6B45-4876-BCB4-374D1AE5E13A}"/>
              </a:ext>
            </a:extLst>
          </p:cNvPr>
          <p:cNvSpPr>
            <a:spLocks noGrp="1"/>
          </p:cNvSpPr>
          <p:nvPr/>
        </p:nvSpPr>
        <p:spPr>
          <a:xfrm>
            <a:off x="5870972" y="4699873"/>
            <a:ext cx="728663" cy="728663"/>
          </a:xfrm>
          <a:prstGeom prst="rect">
            <a:avLst/>
          </a:prstGeom>
          <a:solidFill>
            <a:srgbClr val="9A72AC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4373_1">
            <a:extLst>
              <a:ext uri="{FF2B5EF4-FFF2-40B4-BE49-F238E27FC236}">
                <a16:creationId xmlns:a16="http://schemas.microsoft.com/office/drawing/2014/main" id="{97F6B0DB-B090-4764-9960-48FF7328B5B3}"/>
              </a:ext>
            </a:extLst>
          </p:cNvPr>
          <p:cNvSpPr>
            <a:spLocks noGrp="1"/>
          </p:cNvSpPr>
          <p:nvPr/>
        </p:nvSpPr>
        <p:spPr>
          <a:xfrm>
            <a:off x="6599634" y="4699873"/>
            <a:ext cx="728663" cy="728663"/>
          </a:xfrm>
          <a:prstGeom prst="rect">
            <a:avLst/>
          </a:prstGeom>
          <a:solidFill>
            <a:srgbClr val="9A72AC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to4330_0_1">
            <a:extLst>
              <a:ext uri="{FF2B5EF4-FFF2-40B4-BE49-F238E27FC236}">
                <a16:creationId xmlns:a16="http://schemas.microsoft.com/office/drawing/2014/main" id="{68DDD452-BC2E-4A6E-85BA-0A8B15531D12}"/>
              </a:ext>
            </a:extLst>
          </p:cNvPr>
          <p:cNvSpPr>
            <a:spLocks noGrp="1"/>
          </p:cNvSpPr>
          <p:nvPr/>
        </p:nvSpPr>
        <p:spPr>
          <a:xfrm>
            <a:off x="4985022" y="495575"/>
            <a:ext cx="2519613" cy="93996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921" b="1">
                <a:solidFill>
                  <a:srgbClr val="9A72AC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921" b="1">
                <a:solidFill>
                  <a:srgbClr val="9A72AC"/>
                </a:solidFill>
                <a:latin typeface="Consolas"/>
                <a:ea typeface="Consolas"/>
                <a:cs typeface="Consolas"/>
              </a:defRPr>
            </a:pPr>
            <a:r>
              <a:rPr sz="5921" b="1">
                <a:solidFill>
                  <a:srgbClr val="9A72AC"/>
                </a:solidFill>
                <a:latin typeface="Consolas"/>
                <a:ea typeface="Consolas"/>
                <a:cs typeface="Consolas"/>
              </a:rPr>
              <a:t>Emboss</a:t>
            </a:r>
          </a:p>
        </p:txBody>
      </p:sp>
      <p:sp>
        <p:nvSpPr>
          <p:cNvPr id="35" name="anim_to4339_0_1">
            <a:extLst>
              <a:ext uri="{FF2B5EF4-FFF2-40B4-BE49-F238E27FC236}">
                <a16:creationId xmlns:a16="http://schemas.microsoft.com/office/drawing/2014/main" id="{1D79E44F-BBA0-4B2D-988F-0686604C07D7}"/>
              </a:ext>
            </a:extLst>
          </p:cNvPr>
          <p:cNvSpPr>
            <a:spLocks noGrp="1"/>
          </p:cNvSpPr>
          <p:nvPr/>
        </p:nvSpPr>
        <p:spPr>
          <a:xfrm>
            <a:off x="5349407" y="3439028"/>
            <a:ext cx="333518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-2</a:t>
            </a:r>
          </a:p>
        </p:txBody>
      </p:sp>
      <p:sp>
        <p:nvSpPr>
          <p:cNvPr id="36" name="anim_to4344_0_1">
            <a:extLst>
              <a:ext uri="{FF2B5EF4-FFF2-40B4-BE49-F238E27FC236}">
                <a16:creationId xmlns:a16="http://schemas.microsoft.com/office/drawing/2014/main" id="{C3714E10-66C3-42F3-8CC9-B25BB6606493}"/>
              </a:ext>
            </a:extLst>
          </p:cNvPr>
          <p:cNvSpPr>
            <a:spLocks noGrp="1"/>
          </p:cNvSpPr>
          <p:nvPr/>
        </p:nvSpPr>
        <p:spPr>
          <a:xfrm>
            <a:off x="6078069" y="3439028"/>
            <a:ext cx="333518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37" name="anim_to4349_0_1">
            <a:extLst>
              <a:ext uri="{FF2B5EF4-FFF2-40B4-BE49-F238E27FC236}">
                <a16:creationId xmlns:a16="http://schemas.microsoft.com/office/drawing/2014/main" id="{F087A30C-984E-439A-9F66-66E311BFDB88}"/>
              </a:ext>
            </a:extLst>
          </p:cNvPr>
          <p:cNvSpPr>
            <a:spLocks noGrp="1"/>
          </p:cNvSpPr>
          <p:nvPr/>
        </p:nvSpPr>
        <p:spPr>
          <a:xfrm>
            <a:off x="6880586" y="3439028"/>
            <a:ext cx="185809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8" name="anim_to4353_0_1">
            <a:extLst>
              <a:ext uri="{FF2B5EF4-FFF2-40B4-BE49-F238E27FC236}">
                <a16:creationId xmlns:a16="http://schemas.microsoft.com/office/drawing/2014/main" id="{01FBE5EA-8B76-4C21-ADC8-EF62ED968868}"/>
              </a:ext>
            </a:extLst>
          </p:cNvPr>
          <p:cNvSpPr>
            <a:spLocks noGrp="1"/>
          </p:cNvSpPr>
          <p:nvPr/>
        </p:nvSpPr>
        <p:spPr>
          <a:xfrm>
            <a:off x="5349407" y="4167691"/>
            <a:ext cx="333518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39" name="anim_to4358_0_1">
            <a:extLst>
              <a:ext uri="{FF2B5EF4-FFF2-40B4-BE49-F238E27FC236}">
                <a16:creationId xmlns:a16="http://schemas.microsoft.com/office/drawing/2014/main" id="{6473C9C1-29AB-4BF5-BC8D-96C7401DE9D1}"/>
              </a:ext>
            </a:extLst>
          </p:cNvPr>
          <p:cNvSpPr>
            <a:spLocks noGrp="1"/>
          </p:cNvSpPr>
          <p:nvPr/>
        </p:nvSpPr>
        <p:spPr>
          <a:xfrm>
            <a:off x="6151924" y="4167691"/>
            <a:ext cx="185809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40" name="anim_to4362_0_1">
            <a:extLst>
              <a:ext uri="{FF2B5EF4-FFF2-40B4-BE49-F238E27FC236}">
                <a16:creationId xmlns:a16="http://schemas.microsoft.com/office/drawing/2014/main" id="{B7BAE7BF-4483-4000-9C2D-8AC23D473446}"/>
              </a:ext>
            </a:extLst>
          </p:cNvPr>
          <p:cNvSpPr>
            <a:spLocks noGrp="1"/>
          </p:cNvSpPr>
          <p:nvPr/>
        </p:nvSpPr>
        <p:spPr>
          <a:xfrm>
            <a:off x="6880586" y="4167691"/>
            <a:ext cx="185809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41" name="anim_to4366_0_1">
            <a:extLst>
              <a:ext uri="{FF2B5EF4-FFF2-40B4-BE49-F238E27FC236}">
                <a16:creationId xmlns:a16="http://schemas.microsoft.com/office/drawing/2014/main" id="{FB2E849C-78A2-4DCF-97FB-36ACD2201EEC}"/>
              </a:ext>
            </a:extLst>
          </p:cNvPr>
          <p:cNvSpPr>
            <a:spLocks noGrp="1"/>
          </p:cNvSpPr>
          <p:nvPr/>
        </p:nvSpPr>
        <p:spPr>
          <a:xfrm>
            <a:off x="5423261" y="4896353"/>
            <a:ext cx="185809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2" name="anim_to4370_0_1">
            <a:extLst>
              <a:ext uri="{FF2B5EF4-FFF2-40B4-BE49-F238E27FC236}">
                <a16:creationId xmlns:a16="http://schemas.microsoft.com/office/drawing/2014/main" id="{53612B3E-83C5-4FE5-968F-2904D9905693}"/>
              </a:ext>
            </a:extLst>
          </p:cNvPr>
          <p:cNvSpPr>
            <a:spLocks noGrp="1"/>
          </p:cNvSpPr>
          <p:nvPr/>
        </p:nvSpPr>
        <p:spPr>
          <a:xfrm>
            <a:off x="6151924" y="4896353"/>
            <a:ext cx="185809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43" name="anim_to4374_0_1">
            <a:extLst>
              <a:ext uri="{FF2B5EF4-FFF2-40B4-BE49-F238E27FC236}">
                <a16:creationId xmlns:a16="http://schemas.microsoft.com/office/drawing/2014/main" id="{A9A3B70B-5DDE-4195-9D2F-1251984ED973}"/>
              </a:ext>
            </a:extLst>
          </p:cNvPr>
          <p:cNvSpPr>
            <a:spLocks noGrp="1"/>
          </p:cNvSpPr>
          <p:nvPr/>
        </p:nvSpPr>
        <p:spPr>
          <a:xfrm>
            <a:off x="6880586" y="4896353"/>
            <a:ext cx="185809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44" name="anim_to4377_0_1">
            <a:extLst>
              <a:ext uri="{FF2B5EF4-FFF2-40B4-BE49-F238E27FC236}">
                <a16:creationId xmlns:a16="http://schemas.microsoft.com/office/drawing/2014/main" id="{6B5E6EF3-014A-4F60-BC82-4FD2630EBEB3}"/>
              </a:ext>
            </a:extLst>
          </p:cNvPr>
          <p:cNvSpPr>
            <a:spLocks noGrp="1"/>
          </p:cNvSpPr>
          <p:nvPr/>
        </p:nvSpPr>
        <p:spPr>
          <a:xfrm>
            <a:off x="5228742" y="2180392"/>
            <a:ext cx="2032173" cy="75533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758" b="1">
                <a:solidFill>
                  <a:srgbClr val="9A72AC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758" b="1">
                <a:solidFill>
                  <a:srgbClr val="9A72AC"/>
                </a:solidFill>
                <a:latin typeface="Consolas"/>
                <a:ea typeface="Consolas"/>
                <a:cs typeface="Consolas"/>
              </a:defRPr>
            </a:pPr>
            <a:r>
              <a:rPr sz="4758" b="1">
                <a:solidFill>
                  <a:srgbClr val="9A72AC"/>
                </a:solidFill>
                <a:latin typeface="Consolas"/>
                <a:ea typeface="Consolas"/>
                <a:cs typeface="Consolas"/>
              </a:rPr>
              <a:t>Kernel</a:t>
            </a:r>
          </a:p>
        </p:txBody>
      </p:sp>
      <p:sp>
        <p:nvSpPr>
          <p:cNvPr id="45" name="anim_o4393_1">
            <a:extLst>
              <a:ext uri="{FF2B5EF4-FFF2-40B4-BE49-F238E27FC236}">
                <a16:creationId xmlns:a16="http://schemas.microsoft.com/office/drawing/2014/main" id="{0D3E3C7E-FA4F-40C7-AD09-9EB9BBE60F09}"/>
              </a:ext>
            </a:extLst>
          </p:cNvPr>
          <p:cNvSpPr>
            <a:spLocks noGrp="1"/>
          </p:cNvSpPr>
          <p:nvPr/>
        </p:nvSpPr>
        <p:spPr>
          <a:xfrm>
            <a:off x="1012507" y="3060382"/>
            <a:ext cx="218599" cy="218599"/>
          </a:xfrm>
          <a:prstGeom prst="rect">
            <a:avLst/>
          </a:prstGeom>
          <a:solidFill>
            <a:srgbClr val="9A72AC">
              <a:alpha val="40000"/>
            </a:srgbClr>
          </a:solidFill>
          <a:ln w="19050">
            <a:solidFill>
              <a:srgbClr val="9A72A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pic>
        <p:nvPicPr>
          <p:cNvPr id="46" name="anim_o4160_2">
            <a:extLst>
              <a:ext uri="{FF2B5EF4-FFF2-40B4-BE49-F238E27FC236}">
                <a16:creationId xmlns:a16="http://schemas.microsoft.com/office/drawing/2014/main" id="{5ACCDD70-FE7F-4EFE-B2DA-9BCBF9A367D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/>
        </p:blipFill>
        <p:spPr>
          <a:xfrm>
            <a:off x="8871347" y="3023949"/>
            <a:ext cx="2623185" cy="2623185"/>
          </a:xfrm>
          <a:prstGeom prst="rect">
            <a:avLst/>
          </a:prstGeom>
        </p:spPr>
      </p:pic>
      <p:sp>
        <p:nvSpPr>
          <p:cNvPr id="47" name="anim_to4386_0_1">
            <a:extLst>
              <a:ext uri="{FF2B5EF4-FFF2-40B4-BE49-F238E27FC236}">
                <a16:creationId xmlns:a16="http://schemas.microsoft.com/office/drawing/2014/main" id="{855DBFE3-C9B3-4600-BD6B-A5E2017F6830}"/>
              </a:ext>
            </a:extLst>
          </p:cNvPr>
          <p:cNvSpPr>
            <a:spLocks noGrp="1"/>
          </p:cNvSpPr>
          <p:nvPr/>
        </p:nvSpPr>
        <p:spPr>
          <a:xfrm>
            <a:off x="9198534" y="2060644"/>
            <a:ext cx="1987860" cy="73854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652" b="1">
                <a:solidFill>
                  <a:srgbClr val="9A72AC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652" b="1">
                <a:solidFill>
                  <a:srgbClr val="9A72AC"/>
                </a:solidFill>
                <a:latin typeface="Consolas"/>
                <a:ea typeface="Consolas"/>
                <a:cs typeface="Consolas"/>
              </a:defRPr>
            </a:pPr>
            <a:r>
              <a:rPr sz="4652" b="1">
                <a:solidFill>
                  <a:srgbClr val="9A72AC"/>
                </a:solidFill>
                <a:latin typeface="Consolas"/>
                <a:ea typeface="Consolas"/>
                <a:cs typeface="Consolas"/>
              </a:rPr>
              <a:t>Result</a:t>
            </a:r>
          </a:p>
        </p:txBody>
      </p:sp>
    </p:spTree>
    <p:extLst>
      <p:ext uri="{BB962C8B-B14F-4D97-AF65-F5344CB8AC3E}">
        <p14:creationId xmlns:p14="http://schemas.microsoft.com/office/powerpoint/2010/main" val="16663878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>
                            <p:stCondLst>
                              <p:cond delay="500"/>
                            </p:stCondLst>
                            <p:childTnLst>
                              <p:par>
                                <p:cTn id="1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1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>
                            <p:stCondLst>
                              <p:cond delay="650"/>
                            </p:stCondLst>
                            <p:childTnLst>
                              <p:par>
                                <p:cTn id="130" presetID="63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972266 0 E" pathEditMode="relative" ptsTypes="">
                                      <p:cBhvr>
                                        <p:cTn id="131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800"/>
                            </p:stCondLst>
                            <p:childTnLst>
                              <p:par>
                                <p:cTn id="133" presetID="63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72266 0 L 0.1972266 0.085 E" pathEditMode="relative" ptsTypes="">
                                      <p:cBhvr>
                                        <p:cTn id="134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950"/>
                            </p:stCondLst>
                            <p:childTnLst>
                              <p:par>
                                <p:cTn id="136" presetID="63" presetClass="path" presetSubtype="0" accel="50000" decel="5000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72266 0.085 L 0 0.085 E" pathEditMode="relative" ptsTypes="">
                                      <p:cBhvr>
                                        <p:cTn id="137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1100"/>
                            </p:stCondLst>
                            <p:childTnLst>
                              <p:par>
                                <p:cTn id="139" presetID="63" presetClass="path" presetSubtype="0" accel="50000" decel="50000" fill="hold" grpId="4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85 L 0 0.17 E" pathEditMode="relative" ptsTypes="">
                                      <p:cBhvr>
                                        <p:cTn id="140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" fill="hold">
                            <p:stCondLst>
                              <p:cond delay="1250"/>
                            </p:stCondLst>
                            <p:childTnLst>
                              <p:par>
                                <p:cTn id="142" presetID="63" presetClass="path" presetSubtype="0" accel="50000" decel="50000" fill="hold" grpId="5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7 L 0.1972266 0.17 E" pathEditMode="relative" ptsTypes="">
                                      <p:cBhvr>
                                        <p:cTn id="143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1400"/>
                            </p:stCondLst>
                            <p:childTnLst>
                              <p:par>
                                <p:cTn id="145" presetID="63" presetClass="path" presetSubtype="0" accel="50000" decel="50000" fill="hold" grpId="6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72266 0.17 L 0.1972266 0.255 E" pathEditMode="relative" ptsTypes="">
                                      <p:cBhvr>
                                        <p:cTn id="146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550"/>
                            </p:stCondLst>
                            <p:childTnLst>
                              <p:par>
                                <p:cTn id="148" presetID="63" presetClass="path" presetSubtype="0" accel="50000" decel="50000" fill="hold" grpId="7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72266 0.255 L 0 0.255 E" pathEditMode="relative" ptsTypes="">
                                      <p:cBhvr>
                                        <p:cTn id="149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" fill="hold">
                            <p:stCondLst>
                              <p:cond delay="1700"/>
                            </p:stCondLst>
                            <p:childTnLst>
                              <p:par>
                                <p:cTn id="151" presetID="63" presetClass="path" presetSubtype="0" accel="50000" decel="50000" fill="hold" grpId="8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55 L 0 0.350625 E" pathEditMode="relative" ptsTypes="">
                                      <p:cBhvr>
                                        <p:cTn id="152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" fill="hold">
                            <p:stCondLst>
                              <p:cond delay="1850"/>
                            </p:stCondLst>
                            <p:childTnLst>
                              <p:par>
                                <p:cTn id="154" presetID="63" presetClass="path" presetSubtype="0" accel="50000" decel="50000" fill="hold" grpId="9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50625 L 0.1972266 0.350625 E" pathEditMode="relative" ptsTypes="">
                                      <p:cBhvr>
                                        <p:cTn id="155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2000"/>
                            </p:stCondLst>
                            <p:childTnLst>
                              <p:par>
                                <p:cTn id="157" presetID="10" presetClass="exit" presetSubtype="0" fill="hold" grpId="1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8" dur="1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14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2150"/>
                            </p:stCondLst>
                            <p:childTnLst>
                              <p:par>
                                <p:cTn id="161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2" dur="6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5" dur="6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6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6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3" grpId="0"/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 animBg="1"/>
      <p:bldP spid="45" grpId="1" animBg="1"/>
      <p:bldP spid="45" grpId="2" animBg="1"/>
      <p:bldP spid="45" grpId="3" animBg="1"/>
      <p:bldP spid="45" grpId="4" animBg="1"/>
      <p:bldP spid="45" grpId="5" animBg="1"/>
      <p:bldP spid="45" grpId="6" animBg="1"/>
      <p:bldP spid="45" grpId="7" animBg="1"/>
      <p:bldP spid="45" grpId="8" animBg="1"/>
      <p:bldP spid="45" grpId="9" animBg="1"/>
      <p:bldP spid="45" grpId="10" animBg="1"/>
      <p:bldP spid="47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0" name="anim_o4077_1">
            <a:extLst>
              <a:ext uri="{FF2B5EF4-FFF2-40B4-BE49-F238E27FC236}">
                <a16:creationId xmlns:a16="http://schemas.microsoft.com/office/drawing/2014/main" id="{FF0A1F6B-E021-4A47-8767-4CD48E8D009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/>
        </p:blipFill>
        <p:spPr>
          <a:xfrm>
            <a:off x="976074" y="3023949"/>
            <a:ext cx="2623185" cy="2623185"/>
          </a:xfrm>
          <a:prstGeom prst="rect">
            <a:avLst/>
          </a:prstGeom>
        </p:spPr>
      </p:pic>
      <p:sp>
        <p:nvSpPr>
          <p:cNvPr id="2" name="anim_o4338_1">
            <a:extLst>
              <a:ext uri="{FF2B5EF4-FFF2-40B4-BE49-F238E27FC236}">
                <a16:creationId xmlns:a16="http://schemas.microsoft.com/office/drawing/2014/main" id="{6D396CBF-2073-4834-B692-9B7FD895C44E}"/>
              </a:ext>
            </a:extLst>
          </p:cNvPr>
          <p:cNvSpPr>
            <a:spLocks noGrp="1"/>
          </p:cNvSpPr>
          <p:nvPr/>
        </p:nvSpPr>
        <p:spPr>
          <a:xfrm>
            <a:off x="5142309" y="3242548"/>
            <a:ext cx="728663" cy="728663"/>
          </a:xfrm>
          <a:prstGeom prst="rect">
            <a:avLst/>
          </a:prstGeom>
          <a:solidFill>
            <a:srgbClr val="9A72AC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4343_1">
            <a:extLst>
              <a:ext uri="{FF2B5EF4-FFF2-40B4-BE49-F238E27FC236}">
                <a16:creationId xmlns:a16="http://schemas.microsoft.com/office/drawing/2014/main" id="{A18D45C3-2DB9-497E-BB98-F8D12C8E2811}"/>
              </a:ext>
            </a:extLst>
          </p:cNvPr>
          <p:cNvSpPr>
            <a:spLocks noGrp="1"/>
          </p:cNvSpPr>
          <p:nvPr/>
        </p:nvSpPr>
        <p:spPr>
          <a:xfrm>
            <a:off x="5870972" y="3242548"/>
            <a:ext cx="728663" cy="728663"/>
          </a:xfrm>
          <a:prstGeom prst="rect">
            <a:avLst/>
          </a:prstGeom>
          <a:solidFill>
            <a:srgbClr val="9A72AC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4348_1">
            <a:extLst>
              <a:ext uri="{FF2B5EF4-FFF2-40B4-BE49-F238E27FC236}">
                <a16:creationId xmlns:a16="http://schemas.microsoft.com/office/drawing/2014/main" id="{9C98EC11-7DD9-4D20-896E-405416B968F0}"/>
              </a:ext>
            </a:extLst>
          </p:cNvPr>
          <p:cNvSpPr>
            <a:spLocks noGrp="1"/>
          </p:cNvSpPr>
          <p:nvPr/>
        </p:nvSpPr>
        <p:spPr>
          <a:xfrm>
            <a:off x="6599634" y="3242548"/>
            <a:ext cx="728663" cy="728663"/>
          </a:xfrm>
          <a:prstGeom prst="rect">
            <a:avLst/>
          </a:prstGeom>
          <a:solidFill>
            <a:srgbClr val="9A72AC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4352_1">
            <a:extLst>
              <a:ext uri="{FF2B5EF4-FFF2-40B4-BE49-F238E27FC236}">
                <a16:creationId xmlns:a16="http://schemas.microsoft.com/office/drawing/2014/main" id="{32DA5F33-6107-4BD7-AC41-BE19E1AB3EB4}"/>
              </a:ext>
            </a:extLst>
          </p:cNvPr>
          <p:cNvSpPr>
            <a:spLocks noGrp="1"/>
          </p:cNvSpPr>
          <p:nvPr/>
        </p:nvSpPr>
        <p:spPr>
          <a:xfrm>
            <a:off x="5142309" y="3971211"/>
            <a:ext cx="728663" cy="728663"/>
          </a:xfrm>
          <a:prstGeom prst="rect">
            <a:avLst/>
          </a:prstGeom>
          <a:solidFill>
            <a:srgbClr val="9A72AC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4357_1">
            <a:extLst>
              <a:ext uri="{FF2B5EF4-FFF2-40B4-BE49-F238E27FC236}">
                <a16:creationId xmlns:a16="http://schemas.microsoft.com/office/drawing/2014/main" id="{9945743C-606D-4867-918D-6BF6DF8B7E1C}"/>
              </a:ext>
            </a:extLst>
          </p:cNvPr>
          <p:cNvSpPr>
            <a:spLocks noGrp="1"/>
          </p:cNvSpPr>
          <p:nvPr/>
        </p:nvSpPr>
        <p:spPr>
          <a:xfrm>
            <a:off x="5870972" y="3971211"/>
            <a:ext cx="728663" cy="728663"/>
          </a:xfrm>
          <a:prstGeom prst="rect">
            <a:avLst/>
          </a:prstGeom>
          <a:solidFill>
            <a:srgbClr val="9A72AC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4361_1">
            <a:extLst>
              <a:ext uri="{FF2B5EF4-FFF2-40B4-BE49-F238E27FC236}">
                <a16:creationId xmlns:a16="http://schemas.microsoft.com/office/drawing/2014/main" id="{9D2FA8F0-7758-424C-BF97-9CB7C9537698}"/>
              </a:ext>
            </a:extLst>
          </p:cNvPr>
          <p:cNvSpPr>
            <a:spLocks noGrp="1"/>
          </p:cNvSpPr>
          <p:nvPr/>
        </p:nvSpPr>
        <p:spPr>
          <a:xfrm>
            <a:off x="6599634" y="3971211"/>
            <a:ext cx="728663" cy="728663"/>
          </a:xfrm>
          <a:prstGeom prst="rect">
            <a:avLst/>
          </a:prstGeom>
          <a:solidFill>
            <a:srgbClr val="9A72AC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4365_1">
            <a:extLst>
              <a:ext uri="{FF2B5EF4-FFF2-40B4-BE49-F238E27FC236}">
                <a16:creationId xmlns:a16="http://schemas.microsoft.com/office/drawing/2014/main" id="{4821908E-CC72-431F-BD3C-21E428718FB8}"/>
              </a:ext>
            </a:extLst>
          </p:cNvPr>
          <p:cNvSpPr>
            <a:spLocks noGrp="1"/>
          </p:cNvSpPr>
          <p:nvPr/>
        </p:nvSpPr>
        <p:spPr>
          <a:xfrm>
            <a:off x="5142309" y="4699873"/>
            <a:ext cx="728663" cy="728663"/>
          </a:xfrm>
          <a:prstGeom prst="rect">
            <a:avLst/>
          </a:prstGeom>
          <a:solidFill>
            <a:srgbClr val="9A72AC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4369_1">
            <a:extLst>
              <a:ext uri="{FF2B5EF4-FFF2-40B4-BE49-F238E27FC236}">
                <a16:creationId xmlns:a16="http://schemas.microsoft.com/office/drawing/2014/main" id="{19390580-081D-45E3-B3A1-5E07C4135706}"/>
              </a:ext>
            </a:extLst>
          </p:cNvPr>
          <p:cNvSpPr>
            <a:spLocks noGrp="1"/>
          </p:cNvSpPr>
          <p:nvPr/>
        </p:nvSpPr>
        <p:spPr>
          <a:xfrm>
            <a:off x="5870972" y="4699873"/>
            <a:ext cx="728663" cy="728663"/>
          </a:xfrm>
          <a:prstGeom prst="rect">
            <a:avLst/>
          </a:prstGeom>
          <a:solidFill>
            <a:srgbClr val="9A72AC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4373_1">
            <a:extLst>
              <a:ext uri="{FF2B5EF4-FFF2-40B4-BE49-F238E27FC236}">
                <a16:creationId xmlns:a16="http://schemas.microsoft.com/office/drawing/2014/main" id="{E5C7204E-C784-41A8-9DD2-4F4F4CA94D6A}"/>
              </a:ext>
            </a:extLst>
          </p:cNvPr>
          <p:cNvSpPr>
            <a:spLocks noGrp="1"/>
          </p:cNvSpPr>
          <p:nvPr/>
        </p:nvSpPr>
        <p:spPr>
          <a:xfrm>
            <a:off x="6599634" y="4699873"/>
            <a:ext cx="728663" cy="728663"/>
          </a:xfrm>
          <a:prstGeom prst="rect">
            <a:avLst/>
          </a:prstGeom>
          <a:solidFill>
            <a:srgbClr val="9A72AC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pic>
        <p:nvPicPr>
          <p:cNvPr id="11" name="anim_o4160_1">
            <a:extLst>
              <a:ext uri="{FF2B5EF4-FFF2-40B4-BE49-F238E27FC236}">
                <a16:creationId xmlns:a16="http://schemas.microsoft.com/office/drawing/2014/main" id="{628E2B2F-BF50-4423-A6BE-0E7D78B95E4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/>
        </p:blipFill>
        <p:spPr>
          <a:xfrm>
            <a:off x="8871347" y="3023949"/>
            <a:ext cx="2623185" cy="2623185"/>
          </a:xfrm>
          <a:prstGeom prst="rect">
            <a:avLst/>
          </a:prstGeom>
        </p:spPr>
      </p:pic>
      <p:sp>
        <p:nvSpPr>
          <p:cNvPr id="12" name="anim_to4078_0_1">
            <a:extLst>
              <a:ext uri="{FF2B5EF4-FFF2-40B4-BE49-F238E27FC236}">
                <a16:creationId xmlns:a16="http://schemas.microsoft.com/office/drawing/2014/main" id="{DBC81365-05A7-4AF7-B4B9-4192E5470A2E}"/>
              </a:ext>
            </a:extLst>
          </p:cNvPr>
          <p:cNvSpPr>
            <a:spLocks noGrp="1"/>
          </p:cNvSpPr>
          <p:nvPr/>
        </p:nvSpPr>
        <p:spPr>
          <a:xfrm>
            <a:off x="1096469" y="2055407"/>
            <a:ext cx="2401446" cy="6714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22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22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422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Original</a:t>
            </a:r>
          </a:p>
        </p:txBody>
      </p:sp>
      <p:sp>
        <p:nvSpPr>
          <p:cNvPr id="13" name="anim_to4330_0_1">
            <a:extLst>
              <a:ext uri="{FF2B5EF4-FFF2-40B4-BE49-F238E27FC236}">
                <a16:creationId xmlns:a16="http://schemas.microsoft.com/office/drawing/2014/main" id="{443A6FE1-343A-4869-8CA9-491738C169F3}"/>
              </a:ext>
            </a:extLst>
          </p:cNvPr>
          <p:cNvSpPr>
            <a:spLocks noGrp="1"/>
          </p:cNvSpPr>
          <p:nvPr/>
        </p:nvSpPr>
        <p:spPr>
          <a:xfrm>
            <a:off x="4985022" y="495575"/>
            <a:ext cx="2519613" cy="93996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921" b="1">
                <a:solidFill>
                  <a:srgbClr val="9A72AC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921" b="1">
                <a:solidFill>
                  <a:srgbClr val="9A72AC"/>
                </a:solidFill>
                <a:latin typeface="Consolas"/>
                <a:ea typeface="Consolas"/>
                <a:cs typeface="Consolas"/>
              </a:defRPr>
            </a:pPr>
            <a:r>
              <a:rPr sz="5921" b="1">
                <a:solidFill>
                  <a:srgbClr val="9A72AC"/>
                </a:solidFill>
                <a:latin typeface="Consolas"/>
                <a:ea typeface="Consolas"/>
                <a:cs typeface="Consolas"/>
              </a:rPr>
              <a:t>Emboss</a:t>
            </a:r>
          </a:p>
        </p:txBody>
      </p:sp>
      <p:sp>
        <p:nvSpPr>
          <p:cNvPr id="14" name="anim_to4339_0_1">
            <a:extLst>
              <a:ext uri="{FF2B5EF4-FFF2-40B4-BE49-F238E27FC236}">
                <a16:creationId xmlns:a16="http://schemas.microsoft.com/office/drawing/2014/main" id="{69087200-BA3C-42E2-B7A5-8C592B0333A2}"/>
              </a:ext>
            </a:extLst>
          </p:cNvPr>
          <p:cNvSpPr>
            <a:spLocks noGrp="1"/>
          </p:cNvSpPr>
          <p:nvPr/>
        </p:nvSpPr>
        <p:spPr>
          <a:xfrm>
            <a:off x="5349407" y="3439028"/>
            <a:ext cx="333518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-2</a:t>
            </a:r>
          </a:p>
        </p:txBody>
      </p:sp>
      <p:sp>
        <p:nvSpPr>
          <p:cNvPr id="15" name="anim_to4344_0_1">
            <a:extLst>
              <a:ext uri="{FF2B5EF4-FFF2-40B4-BE49-F238E27FC236}">
                <a16:creationId xmlns:a16="http://schemas.microsoft.com/office/drawing/2014/main" id="{2C643D26-CF9C-4D4B-AD8D-8BC97FF58171}"/>
              </a:ext>
            </a:extLst>
          </p:cNvPr>
          <p:cNvSpPr>
            <a:spLocks noGrp="1"/>
          </p:cNvSpPr>
          <p:nvPr/>
        </p:nvSpPr>
        <p:spPr>
          <a:xfrm>
            <a:off x="6078069" y="3439028"/>
            <a:ext cx="333518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6" name="anim_to4349_0_1">
            <a:extLst>
              <a:ext uri="{FF2B5EF4-FFF2-40B4-BE49-F238E27FC236}">
                <a16:creationId xmlns:a16="http://schemas.microsoft.com/office/drawing/2014/main" id="{45309D40-D4B7-4ADD-B1A6-B239A0A046EF}"/>
              </a:ext>
            </a:extLst>
          </p:cNvPr>
          <p:cNvSpPr>
            <a:spLocks noGrp="1"/>
          </p:cNvSpPr>
          <p:nvPr/>
        </p:nvSpPr>
        <p:spPr>
          <a:xfrm>
            <a:off x="6880586" y="3439028"/>
            <a:ext cx="185809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7" name="anim_to4353_0_1">
            <a:extLst>
              <a:ext uri="{FF2B5EF4-FFF2-40B4-BE49-F238E27FC236}">
                <a16:creationId xmlns:a16="http://schemas.microsoft.com/office/drawing/2014/main" id="{BF6800AD-69A4-4636-AFF1-601CE6E0AAF5}"/>
              </a:ext>
            </a:extLst>
          </p:cNvPr>
          <p:cNvSpPr>
            <a:spLocks noGrp="1"/>
          </p:cNvSpPr>
          <p:nvPr/>
        </p:nvSpPr>
        <p:spPr>
          <a:xfrm>
            <a:off x="5349407" y="4167691"/>
            <a:ext cx="333518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8" name="anim_to4358_0_1">
            <a:extLst>
              <a:ext uri="{FF2B5EF4-FFF2-40B4-BE49-F238E27FC236}">
                <a16:creationId xmlns:a16="http://schemas.microsoft.com/office/drawing/2014/main" id="{9E5EAEF6-F051-4781-91A5-F11C631B990D}"/>
              </a:ext>
            </a:extLst>
          </p:cNvPr>
          <p:cNvSpPr>
            <a:spLocks noGrp="1"/>
          </p:cNvSpPr>
          <p:nvPr/>
        </p:nvSpPr>
        <p:spPr>
          <a:xfrm>
            <a:off x="6151924" y="4167691"/>
            <a:ext cx="185809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9" name="anim_to4362_0_1">
            <a:extLst>
              <a:ext uri="{FF2B5EF4-FFF2-40B4-BE49-F238E27FC236}">
                <a16:creationId xmlns:a16="http://schemas.microsoft.com/office/drawing/2014/main" id="{D45B7293-DEE8-4587-BE70-E6F8330AA88D}"/>
              </a:ext>
            </a:extLst>
          </p:cNvPr>
          <p:cNvSpPr>
            <a:spLocks noGrp="1"/>
          </p:cNvSpPr>
          <p:nvPr/>
        </p:nvSpPr>
        <p:spPr>
          <a:xfrm>
            <a:off x="6880586" y="4167691"/>
            <a:ext cx="185809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20" name="anim_to4366_0_1">
            <a:extLst>
              <a:ext uri="{FF2B5EF4-FFF2-40B4-BE49-F238E27FC236}">
                <a16:creationId xmlns:a16="http://schemas.microsoft.com/office/drawing/2014/main" id="{82374CF8-03D5-45F9-9A3A-F0CD7D15D33A}"/>
              </a:ext>
            </a:extLst>
          </p:cNvPr>
          <p:cNvSpPr>
            <a:spLocks noGrp="1"/>
          </p:cNvSpPr>
          <p:nvPr/>
        </p:nvSpPr>
        <p:spPr>
          <a:xfrm>
            <a:off x="5423261" y="4896353"/>
            <a:ext cx="185809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21" name="anim_to4370_0_1">
            <a:extLst>
              <a:ext uri="{FF2B5EF4-FFF2-40B4-BE49-F238E27FC236}">
                <a16:creationId xmlns:a16="http://schemas.microsoft.com/office/drawing/2014/main" id="{254586B4-B35C-4DB3-9881-1EAB423E649B}"/>
              </a:ext>
            </a:extLst>
          </p:cNvPr>
          <p:cNvSpPr>
            <a:spLocks noGrp="1"/>
          </p:cNvSpPr>
          <p:nvPr/>
        </p:nvSpPr>
        <p:spPr>
          <a:xfrm>
            <a:off x="6151924" y="4896353"/>
            <a:ext cx="185809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22" name="anim_to4374_0_1">
            <a:extLst>
              <a:ext uri="{FF2B5EF4-FFF2-40B4-BE49-F238E27FC236}">
                <a16:creationId xmlns:a16="http://schemas.microsoft.com/office/drawing/2014/main" id="{99CD03F6-E9D8-4A7E-97B3-67A9ECB375C0}"/>
              </a:ext>
            </a:extLst>
          </p:cNvPr>
          <p:cNvSpPr>
            <a:spLocks noGrp="1"/>
          </p:cNvSpPr>
          <p:nvPr/>
        </p:nvSpPr>
        <p:spPr>
          <a:xfrm>
            <a:off x="6880586" y="4896353"/>
            <a:ext cx="185809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23" name="anim_to4377_0_1">
            <a:extLst>
              <a:ext uri="{FF2B5EF4-FFF2-40B4-BE49-F238E27FC236}">
                <a16:creationId xmlns:a16="http://schemas.microsoft.com/office/drawing/2014/main" id="{2BDD1C0B-CD5B-4633-94E4-FFFC5D7A1C7F}"/>
              </a:ext>
            </a:extLst>
          </p:cNvPr>
          <p:cNvSpPr>
            <a:spLocks noGrp="1"/>
          </p:cNvSpPr>
          <p:nvPr/>
        </p:nvSpPr>
        <p:spPr>
          <a:xfrm>
            <a:off x="5228742" y="2180392"/>
            <a:ext cx="2032173" cy="75533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758" b="1">
                <a:solidFill>
                  <a:srgbClr val="9A72AC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758" b="1">
                <a:solidFill>
                  <a:srgbClr val="9A72AC"/>
                </a:solidFill>
                <a:latin typeface="Consolas"/>
                <a:ea typeface="Consolas"/>
                <a:cs typeface="Consolas"/>
              </a:defRPr>
            </a:pPr>
            <a:r>
              <a:rPr sz="4758" b="1">
                <a:solidFill>
                  <a:srgbClr val="9A72AC"/>
                </a:solidFill>
                <a:latin typeface="Consolas"/>
                <a:ea typeface="Consolas"/>
                <a:cs typeface="Consolas"/>
              </a:rPr>
              <a:t>Kernel</a:t>
            </a:r>
          </a:p>
        </p:txBody>
      </p:sp>
      <p:sp>
        <p:nvSpPr>
          <p:cNvPr id="24" name="anim_to4386_0_1">
            <a:extLst>
              <a:ext uri="{FF2B5EF4-FFF2-40B4-BE49-F238E27FC236}">
                <a16:creationId xmlns:a16="http://schemas.microsoft.com/office/drawing/2014/main" id="{0D64B3B3-FE1C-4A14-A946-89BD8033E4EA}"/>
              </a:ext>
            </a:extLst>
          </p:cNvPr>
          <p:cNvSpPr>
            <a:spLocks noGrp="1"/>
          </p:cNvSpPr>
          <p:nvPr/>
        </p:nvSpPr>
        <p:spPr>
          <a:xfrm>
            <a:off x="9198534" y="2060644"/>
            <a:ext cx="1987860" cy="73854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652" b="1">
                <a:solidFill>
                  <a:srgbClr val="9A72AC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652" b="1">
                <a:solidFill>
                  <a:srgbClr val="9A72AC"/>
                </a:solidFill>
                <a:latin typeface="Consolas"/>
                <a:ea typeface="Consolas"/>
                <a:cs typeface="Consolas"/>
              </a:defRPr>
            </a:pPr>
            <a:r>
              <a:rPr sz="4652" b="1">
                <a:solidFill>
                  <a:srgbClr val="9A72AC"/>
                </a:solidFill>
                <a:latin typeface="Consolas"/>
                <a:ea typeface="Consolas"/>
                <a:cs typeface="Consolas"/>
              </a:rPr>
              <a:t>Result</a:t>
            </a:r>
          </a:p>
        </p:txBody>
      </p:sp>
      <p:sp>
        <p:nvSpPr>
          <p:cNvPr id="25" name="anim_o4410_1">
            <a:extLst>
              <a:ext uri="{FF2B5EF4-FFF2-40B4-BE49-F238E27FC236}">
                <a16:creationId xmlns:a16="http://schemas.microsoft.com/office/drawing/2014/main" id="{2BF7E271-944E-41D5-A27F-C2A7FC596662}"/>
              </a:ext>
            </a:extLst>
          </p:cNvPr>
          <p:cNvSpPr>
            <a:spLocks noGrp="1"/>
          </p:cNvSpPr>
          <p:nvPr/>
        </p:nvSpPr>
        <p:spPr>
          <a:xfrm>
            <a:off x="5142309" y="3242548"/>
            <a:ext cx="728663" cy="728663"/>
          </a:xfrm>
          <a:prstGeom prst="rect">
            <a:avLst/>
          </a:prstGeom>
          <a:solidFill>
            <a:srgbClr val="83C167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4414_1">
            <a:extLst>
              <a:ext uri="{FF2B5EF4-FFF2-40B4-BE49-F238E27FC236}">
                <a16:creationId xmlns:a16="http://schemas.microsoft.com/office/drawing/2014/main" id="{016BB4B1-F13F-49B0-8903-05E89CE4C929}"/>
              </a:ext>
            </a:extLst>
          </p:cNvPr>
          <p:cNvSpPr>
            <a:spLocks noGrp="1"/>
          </p:cNvSpPr>
          <p:nvPr/>
        </p:nvSpPr>
        <p:spPr>
          <a:xfrm>
            <a:off x="5870972" y="3242548"/>
            <a:ext cx="728663" cy="728663"/>
          </a:xfrm>
          <a:prstGeom prst="rect">
            <a:avLst/>
          </a:prstGeom>
          <a:solidFill>
            <a:srgbClr val="83C167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4418_1">
            <a:extLst>
              <a:ext uri="{FF2B5EF4-FFF2-40B4-BE49-F238E27FC236}">
                <a16:creationId xmlns:a16="http://schemas.microsoft.com/office/drawing/2014/main" id="{977EC8D3-2078-4757-9AED-EC32C6BD8CFD}"/>
              </a:ext>
            </a:extLst>
          </p:cNvPr>
          <p:cNvSpPr>
            <a:spLocks noGrp="1"/>
          </p:cNvSpPr>
          <p:nvPr/>
        </p:nvSpPr>
        <p:spPr>
          <a:xfrm>
            <a:off x="6599634" y="3242548"/>
            <a:ext cx="728663" cy="728663"/>
          </a:xfrm>
          <a:prstGeom prst="rect">
            <a:avLst/>
          </a:prstGeom>
          <a:solidFill>
            <a:srgbClr val="83C167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4422_1">
            <a:extLst>
              <a:ext uri="{FF2B5EF4-FFF2-40B4-BE49-F238E27FC236}">
                <a16:creationId xmlns:a16="http://schemas.microsoft.com/office/drawing/2014/main" id="{2FA87C00-BA72-45D6-A623-9A3438682798}"/>
              </a:ext>
            </a:extLst>
          </p:cNvPr>
          <p:cNvSpPr>
            <a:spLocks noGrp="1"/>
          </p:cNvSpPr>
          <p:nvPr/>
        </p:nvSpPr>
        <p:spPr>
          <a:xfrm>
            <a:off x="5142309" y="3971211"/>
            <a:ext cx="728663" cy="728663"/>
          </a:xfrm>
          <a:prstGeom prst="rect">
            <a:avLst/>
          </a:prstGeom>
          <a:solidFill>
            <a:srgbClr val="83C167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4426_1">
            <a:extLst>
              <a:ext uri="{FF2B5EF4-FFF2-40B4-BE49-F238E27FC236}">
                <a16:creationId xmlns:a16="http://schemas.microsoft.com/office/drawing/2014/main" id="{DD751EAD-F7F0-47FA-8121-D8ABE93B3AD1}"/>
              </a:ext>
            </a:extLst>
          </p:cNvPr>
          <p:cNvSpPr>
            <a:spLocks noGrp="1"/>
          </p:cNvSpPr>
          <p:nvPr/>
        </p:nvSpPr>
        <p:spPr>
          <a:xfrm>
            <a:off x="5870972" y="3971211"/>
            <a:ext cx="728663" cy="728663"/>
          </a:xfrm>
          <a:prstGeom prst="rect">
            <a:avLst/>
          </a:prstGeom>
          <a:solidFill>
            <a:srgbClr val="83C167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4431_1">
            <a:extLst>
              <a:ext uri="{FF2B5EF4-FFF2-40B4-BE49-F238E27FC236}">
                <a16:creationId xmlns:a16="http://schemas.microsoft.com/office/drawing/2014/main" id="{043EE257-7E53-452F-BD75-DDB5E72B97D5}"/>
              </a:ext>
            </a:extLst>
          </p:cNvPr>
          <p:cNvSpPr>
            <a:spLocks noGrp="1"/>
          </p:cNvSpPr>
          <p:nvPr/>
        </p:nvSpPr>
        <p:spPr>
          <a:xfrm>
            <a:off x="6599634" y="3971211"/>
            <a:ext cx="728663" cy="728663"/>
          </a:xfrm>
          <a:prstGeom prst="rect">
            <a:avLst/>
          </a:prstGeom>
          <a:solidFill>
            <a:srgbClr val="83C167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4435_1">
            <a:extLst>
              <a:ext uri="{FF2B5EF4-FFF2-40B4-BE49-F238E27FC236}">
                <a16:creationId xmlns:a16="http://schemas.microsoft.com/office/drawing/2014/main" id="{CFE752E3-5D13-4BD7-8798-E21A064434BA}"/>
              </a:ext>
            </a:extLst>
          </p:cNvPr>
          <p:cNvSpPr>
            <a:spLocks noGrp="1"/>
          </p:cNvSpPr>
          <p:nvPr/>
        </p:nvSpPr>
        <p:spPr>
          <a:xfrm>
            <a:off x="5142309" y="4699873"/>
            <a:ext cx="728663" cy="728663"/>
          </a:xfrm>
          <a:prstGeom prst="rect">
            <a:avLst/>
          </a:prstGeom>
          <a:solidFill>
            <a:srgbClr val="83C167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4439_1">
            <a:extLst>
              <a:ext uri="{FF2B5EF4-FFF2-40B4-BE49-F238E27FC236}">
                <a16:creationId xmlns:a16="http://schemas.microsoft.com/office/drawing/2014/main" id="{8294D287-F4AE-4D8A-B685-600562B6A161}"/>
              </a:ext>
            </a:extLst>
          </p:cNvPr>
          <p:cNvSpPr>
            <a:spLocks noGrp="1"/>
          </p:cNvSpPr>
          <p:nvPr/>
        </p:nvSpPr>
        <p:spPr>
          <a:xfrm>
            <a:off x="5870972" y="4699873"/>
            <a:ext cx="728663" cy="728663"/>
          </a:xfrm>
          <a:prstGeom prst="rect">
            <a:avLst/>
          </a:prstGeom>
          <a:solidFill>
            <a:srgbClr val="83C167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4443_1">
            <a:extLst>
              <a:ext uri="{FF2B5EF4-FFF2-40B4-BE49-F238E27FC236}">
                <a16:creationId xmlns:a16="http://schemas.microsoft.com/office/drawing/2014/main" id="{D8F70664-FD94-4861-B9E5-D63B192F7649}"/>
              </a:ext>
            </a:extLst>
          </p:cNvPr>
          <p:cNvSpPr>
            <a:spLocks noGrp="1"/>
          </p:cNvSpPr>
          <p:nvPr/>
        </p:nvSpPr>
        <p:spPr>
          <a:xfrm>
            <a:off x="6599634" y="4699873"/>
            <a:ext cx="728663" cy="728663"/>
          </a:xfrm>
          <a:prstGeom prst="rect">
            <a:avLst/>
          </a:prstGeom>
          <a:solidFill>
            <a:srgbClr val="83C167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to4394_0_1">
            <a:extLst>
              <a:ext uri="{FF2B5EF4-FFF2-40B4-BE49-F238E27FC236}">
                <a16:creationId xmlns:a16="http://schemas.microsoft.com/office/drawing/2014/main" id="{CCB6AD4C-B591-474A-984E-D9A0A79AB62F}"/>
              </a:ext>
            </a:extLst>
          </p:cNvPr>
          <p:cNvSpPr>
            <a:spLocks noGrp="1"/>
          </p:cNvSpPr>
          <p:nvPr/>
        </p:nvSpPr>
        <p:spPr>
          <a:xfrm>
            <a:off x="3330679" y="495575"/>
            <a:ext cx="5828297" cy="93996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921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921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5921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Edge Detection</a:t>
            </a:r>
          </a:p>
        </p:txBody>
      </p:sp>
      <p:sp>
        <p:nvSpPr>
          <p:cNvPr id="35" name="anim_to4411_0_1">
            <a:extLst>
              <a:ext uri="{FF2B5EF4-FFF2-40B4-BE49-F238E27FC236}">
                <a16:creationId xmlns:a16="http://schemas.microsoft.com/office/drawing/2014/main" id="{7E4E668A-47A6-4F2A-9ACF-3A48B952B200}"/>
              </a:ext>
            </a:extLst>
          </p:cNvPr>
          <p:cNvSpPr>
            <a:spLocks noGrp="1"/>
          </p:cNvSpPr>
          <p:nvPr/>
        </p:nvSpPr>
        <p:spPr>
          <a:xfrm>
            <a:off x="5423261" y="3439028"/>
            <a:ext cx="185809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6" name="anim_to4415_0_1">
            <a:extLst>
              <a:ext uri="{FF2B5EF4-FFF2-40B4-BE49-F238E27FC236}">
                <a16:creationId xmlns:a16="http://schemas.microsoft.com/office/drawing/2014/main" id="{CF472748-50AA-40A3-805F-01E20C195C9D}"/>
              </a:ext>
            </a:extLst>
          </p:cNvPr>
          <p:cNvSpPr>
            <a:spLocks noGrp="1"/>
          </p:cNvSpPr>
          <p:nvPr/>
        </p:nvSpPr>
        <p:spPr>
          <a:xfrm>
            <a:off x="6151924" y="3439028"/>
            <a:ext cx="185809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37" name="anim_to4419_0_1">
            <a:extLst>
              <a:ext uri="{FF2B5EF4-FFF2-40B4-BE49-F238E27FC236}">
                <a16:creationId xmlns:a16="http://schemas.microsoft.com/office/drawing/2014/main" id="{21BA1A1C-A4F0-4111-A868-1E53EB4A07FC}"/>
              </a:ext>
            </a:extLst>
          </p:cNvPr>
          <p:cNvSpPr>
            <a:spLocks noGrp="1"/>
          </p:cNvSpPr>
          <p:nvPr/>
        </p:nvSpPr>
        <p:spPr>
          <a:xfrm>
            <a:off x="6880586" y="3439028"/>
            <a:ext cx="185809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8" name="anim_to4423_0_1">
            <a:extLst>
              <a:ext uri="{FF2B5EF4-FFF2-40B4-BE49-F238E27FC236}">
                <a16:creationId xmlns:a16="http://schemas.microsoft.com/office/drawing/2014/main" id="{B449A682-1C74-4DCD-B016-47E7A1540A1C}"/>
              </a:ext>
            </a:extLst>
          </p:cNvPr>
          <p:cNvSpPr>
            <a:spLocks noGrp="1"/>
          </p:cNvSpPr>
          <p:nvPr/>
        </p:nvSpPr>
        <p:spPr>
          <a:xfrm>
            <a:off x="5423261" y="4167691"/>
            <a:ext cx="185809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39" name="anim_to4427_0_1">
            <a:extLst>
              <a:ext uri="{FF2B5EF4-FFF2-40B4-BE49-F238E27FC236}">
                <a16:creationId xmlns:a16="http://schemas.microsoft.com/office/drawing/2014/main" id="{82955508-8515-4324-B090-3CEC8FB8510B}"/>
              </a:ext>
            </a:extLst>
          </p:cNvPr>
          <p:cNvSpPr>
            <a:spLocks noGrp="1"/>
          </p:cNvSpPr>
          <p:nvPr/>
        </p:nvSpPr>
        <p:spPr>
          <a:xfrm>
            <a:off x="6078069" y="4167691"/>
            <a:ext cx="333518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-4</a:t>
            </a:r>
          </a:p>
        </p:txBody>
      </p:sp>
      <p:sp>
        <p:nvSpPr>
          <p:cNvPr id="40" name="anim_to4432_0_1">
            <a:extLst>
              <a:ext uri="{FF2B5EF4-FFF2-40B4-BE49-F238E27FC236}">
                <a16:creationId xmlns:a16="http://schemas.microsoft.com/office/drawing/2014/main" id="{64AC29C2-8445-4142-B0DC-05CC4FE9E990}"/>
              </a:ext>
            </a:extLst>
          </p:cNvPr>
          <p:cNvSpPr>
            <a:spLocks noGrp="1"/>
          </p:cNvSpPr>
          <p:nvPr/>
        </p:nvSpPr>
        <p:spPr>
          <a:xfrm>
            <a:off x="6880586" y="4167691"/>
            <a:ext cx="185809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41" name="anim_to4436_0_1">
            <a:extLst>
              <a:ext uri="{FF2B5EF4-FFF2-40B4-BE49-F238E27FC236}">
                <a16:creationId xmlns:a16="http://schemas.microsoft.com/office/drawing/2014/main" id="{98092A5C-F667-4E2B-B217-06EA99C9D8C7}"/>
              </a:ext>
            </a:extLst>
          </p:cNvPr>
          <p:cNvSpPr>
            <a:spLocks noGrp="1"/>
          </p:cNvSpPr>
          <p:nvPr/>
        </p:nvSpPr>
        <p:spPr>
          <a:xfrm>
            <a:off x="5423261" y="4896353"/>
            <a:ext cx="185809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2" name="anim_to4440_0_1">
            <a:extLst>
              <a:ext uri="{FF2B5EF4-FFF2-40B4-BE49-F238E27FC236}">
                <a16:creationId xmlns:a16="http://schemas.microsoft.com/office/drawing/2014/main" id="{E9698ED9-8971-4BA2-9A97-902A997404A2}"/>
              </a:ext>
            </a:extLst>
          </p:cNvPr>
          <p:cNvSpPr>
            <a:spLocks noGrp="1"/>
          </p:cNvSpPr>
          <p:nvPr/>
        </p:nvSpPr>
        <p:spPr>
          <a:xfrm>
            <a:off x="6151924" y="4896353"/>
            <a:ext cx="185809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43" name="anim_to4444_0_1">
            <a:extLst>
              <a:ext uri="{FF2B5EF4-FFF2-40B4-BE49-F238E27FC236}">
                <a16:creationId xmlns:a16="http://schemas.microsoft.com/office/drawing/2014/main" id="{D08E7591-8796-4BB4-BFBA-B2964DF19D51}"/>
              </a:ext>
            </a:extLst>
          </p:cNvPr>
          <p:cNvSpPr>
            <a:spLocks noGrp="1"/>
          </p:cNvSpPr>
          <p:nvPr/>
        </p:nvSpPr>
        <p:spPr>
          <a:xfrm>
            <a:off x="6880586" y="4896353"/>
            <a:ext cx="185809" cy="33570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1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11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44" name="anim_to4447_0_1">
            <a:extLst>
              <a:ext uri="{FF2B5EF4-FFF2-40B4-BE49-F238E27FC236}">
                <a16:creationId xmlns:a16="http://schemas.microsoft.com/office/drawing/2014/main" id="{6E152121-9BC7-40C8-B089-51EC4F55CA47}"/>
              </a:ext>
            </a:extLst>
          </p:cNvPr>
          <p:cNvSpPr>
            <a:spLocks noGrp="1"/>
          </p:cNvSpPr>
          <p:nvPr/>
        </p:nvSpPr>
        <p:spPr>
          <a:xfrm>
            <a:off x="5228742" y="2180392"/>
            <a:ext cx="2032173" cy="75533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758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758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4758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Kernel</a:t>
            </a:r>
          </a:p>
        </p:txBody>
      </p:sp>
      <p:sp>
        <p:nvSpPr>
          <p:cNvPr id="45" name="anim_o4463_1">
            <a:extLst>
              <a:ext uri="{FF2B5EF4-FFF2-40B4-BE49-F238E27FC236}">
                <a16:creationId xmlns:a16="http://schemas.microsoft.com/office/drawing/2014/main" id="{86A54845-2900-42C0-B30C-9A8720B631BB}"/>
              </a:ext>
            </a:extLst>
          </p:cNvPr>
          <p:cNvSpPr>
            <a:spLocks noGrp="1"/>
          </p:cNvSpPr>
          <p:nvPr/>
        </p:nvSpPr>
        <p:spPr>
          <a:xfrm>
            <a:off x="1012507" y="3060382"/>
            <a:ext cx="218599" cy="218599"/>
          </a:xfrm>
          <a:prstGeom prst="rect">
            <a:avLst/>
          </a:prstGeom>
          <a:solidFill>
            <a:srgbClr val="83C167">
              <a:alpha val="40000"/>
            </a:srgbClr>
          </a:solidFill>
          <a:ln w="1905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pic>
        <p:nvPicPr>
          <p:cNvPr id="46" name="anim_o4160_2">
            <a:extLst>
              <a:ext uri="{FF2B5EF4-FFF2-40B4-BE49-F238E27FC236}">
                <a16:creationId xmlns:a16="http://schemas.microsoft.com/office/drawing/2014/main" id="{7039DC4C-323E-4D6E-A3D4-E3114F5757E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/>
        </p:blipFill>
        <p:spPr>
          <a:xfrm>
            <a:off x="8871347" y="3023949"/>
            <a:ext cx="2623185" cy="2623185"/>
          </a:xfrm>
          <a:prstGeom prst="rect">
            <a:avLst/>
          </a:prstGeom>
        </p:spPr>
      </p:pic>
      <p:sp>
        <p:nvSpPr>
          <p:cNvPr id="47" name="anim_to4456_0_1">
            <a:extLst>
              <a:ext uri="{FF2B5EF4-FFF2-40B4-BE49-F238E27FC236}">
                <a16:creationId xmlns:a16="http://schemas.microsoft.com/office/drawing/2014/main" id="{19519D73-439A-4B01-8554-9B1175A73778}"/>
              </a:ext>
            </a:extLst>
          </p:cNvPr>
          <p:cNvSpPr>
            <a:spLocks noGrp="1"/>
          </p:cNvSpPr>
          <p:nvPr/>
        </p:nvSpPr>
        <p:spPr>
          <a:xfrm>
            <a:off x="9198534" y="2060644"/>
            <a:ext cx="1987860" cy="73854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652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652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4652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Result</a:t>
            </a:r>
          </a:p>
        </p:txBody>
      </p:sp>
      <p:pic>
        <p:nvPicPr>
          <p:cNvPr id="48" name="anim_o4489_1">
            <a:extLst>
              <a:ext uri="{FF2B5EF4-FFF2-40B4-BE49-F238E27FC236}">
                <a16:creationId xmlns:a16="http://schemas.microsoft.com/office/drawing/2014/main" id="{CE00D069-961B-40D3-B3E4-6303A5795C2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/>
        </p:blipFill>
        <p:spPr>
          <a:xfrm>
            <a:off x="1366123" y="1699498"/>
            <a:ext cx="1697355" cy="1697355"/>
          </a:xfrm>
          <a:prstGeom prst="rect">
            <a:avLst/>
          </a:prstGeom>
        </p:spPr>
      </p:pic>
      <p:pic>
        <p:nvPicPr>
          <p:cNvPr id="49" name="anim_o4501_1">
            <a:extLst>
              <a:ext uri="{FF2B5EF4-FFF2-40B4-BE49-F238E27FC236}">
                <a16:creationId xmlns:a16="http://schemas.microsoft.com/office/drawing/2014/main" id="{786330E3-435D-4F70-9B91-7EEB1A2A579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/>
        </p:blipFill>
        <p:spPr>
          <a:xfrm>
            <a:off x="5223748" y="1699498"/>
            <a:ext cx="1697355" cy="1697355"/>
          </a:xfrm>
          <a:prstGeom prst="rect">
            <a:avLst/>
          </a:prstGeom>
        </p:spPr>
      </p:pic>
      <p:pic>
        <p:nvPicPr>
          <p:cNvPr id="50" name="anim_o4514_1">
            <a:extLst>
              <a:ext uri="{FF2B5EF4-FFF2-40B4-BE49-F238E27FC236}">
                <a16:creationId xmlns:a16="http://schemas.microsoft.com/office/drawing/2014/main" id="{84A73A77-DE34-4B3B-B560-831C5C27214E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/>
        </p:blipFill>
        <p:spPr>
          <a:xfrm>
            <a:off x="9081373" y="1699498"/>
            <a:ext cx="1697355" cy="1697355"/>
          </a:xfrm>
          <a:prstGeom prst="rect">
            <a:avLst/>
          </a:prstGeom>
        </p:spPr>
      </p:pic>
      <p:pic>
        <p:nvPicPr>
          <p:cNvPr id="51" name="anim_o4531_1">
            <a:extLst>
              <a:ext uri="{FF2B5EF4-FFF2-40B4-BE49-F238E27FC236}">
                <a16:creationId xmlns:a16="http://schemas.microsoft.com/office/drawing/2014/main" id="{2928D81E-A35D-414F-A893-16C3BD96396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/>
        </p:blipFill>
        <p:spPr>
          <a:xfrm>
            <a:off x="1366123" y="4271248"/>
            <a:ext cx="1697355" cy="1697355"/>
          </a:xfrm>
          <a:prstGeom prst="rect">
            <a:avLst/>
          </a:prstGeom>
        </p:spPr>
      </p:pic>
      <p:pic>
        <p:nvPicPr>
          <p:cNvPr id="52" name="anim_o4542_1">
            <a:extLst>
              <a:ext uri="{FF2B5EF4-FFF2-40B4-BE49-F238E27FC236}">
                <a16:creationId xmlns:a16="http://schemas.microsoft.com/office/drawing/2014/main" id="{55C38ADD-772D-48CD-BEA3-5918B5A918A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/>
        </p:blipFill>
        <p:spPr>
          <a:xfrm>
            <a:off x="5223748" y="4271248"/>
            <a:ext cx="1697355" cy="1697355"/>
          </a:xfrm>
          <a:prstGeom prst="rect">
            <a:avLst/>
          </a:prstGeom>
        </p:spPr>
      </p:pic>
      <p:pic>
        <p:nvPicPr>
          <p:cNvPr id="53" name="anim_o4552_1">
            <a:extLst>
              <a:ext uri="{FF2B5EF4-FFF2-40B4-BE49-F238E27FC236}">
                <a16:creationId xmlns:a16="http://schemas.microsoft.com/office/drawing/2014/main" id="{30C222DA-E38F-4AA2-B68A-D9FC06B9B95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/>
        </p:blipFill>
        <p:spPr>
          <a:xfrm>
            <a:off x="9081373" y="4271248"/>
            <a:ext cx="1697355" cy="1697355"/>
          </a:xfrm>
          <a:prstGeom prst="rect">
            <a:avLst/>
          </a:prstGeom>
        </p:spPr>
      </p:pic>
      <p:sp>
        <p:nvSpPr>
          <p:cNvPr id="54" name="anim_to4490_0_1">
            <a:extLst>
              <a:ext uri="{FF2B5EF4-FFF2-40B4-BE49-F238E27FC236}">
                <a16:creationId xmlns:a16="http://schemas.microsoft.com/office/drawing/2014/main" id="{366DBDCA-DECA-4503-AD79-B7730735F473}"/>
              </a:ext>
            </a:extLst>
          </p:cNvPr>
          <p:cNvSpPr>
            <a:spLocks noGrp="1"/>
          </p:cNvSpPr>
          <p:nvPr/>
        </p:nvSpPr>
        <p:spPr>
          <a:xfrm>
            <a:off x="1319021" y="1005238"/>
            <a:ext cx="1810609" cy="50355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72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172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172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Original</a:t>
            </a:r>
          </a:p>
        </p:txBody>
      </p:sp>
      <p:sp>
        <p:nvSpPr>
          <p:cNvPr id="55" name="anim_to4502_0_1">
            <a:extLst>
              <a:ext uri="{FF2B5EF4-FFF2-40B4-BE49-F238E27FC236}">
                <a16:creationId xmlns:a16="http://schemas.microsoft.com/office/drawing/2014/main" id="{6B292CB8-C0C6-41C7-A2BF-6380DF6FBFE2}"/>
              </a:ext>
            </a:extLst>
          </p:cNvPr>
          <p:cNvSpPr>
            <a:spLocks noGrp="1"/>
          </p:cNvSpPr>
          <p:nvPr/>
        </p:nvSpPr>
        <p:spPr>
          <a:xfrm>
            <a:off x="5065864" y="1048286"/>
            <a:ext cx="2032173" cy="50355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72" b="1">
                <a:solidFill>
                  <a:srgbClr val="58C4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172" b="1">
                <a:solidFill>
                  <a:srgbClr val="58C4DD"/>
                </a:solidFill>
                <a:latin typeface="Consolas"/>
                <a:ea typeface="Consolas"/>
                <a:cs typeface="Consolas"/>
              </a:defRPr>
            </a:pPr>
            <a:r>
              <a:rPr sz="3172" b="1">
                <a:solidFill>
                  <a:srgbClr val="58C4DD"/>
                </a:solidFill>
                <a:latin typeface="Consolas"/>
                <a:ea typeface="Consolas"/>
                <a:cs typeface="Consolas"/>
              </a:rPr>
              <a:t>Mean Blur</a:t>
            </a:r>
          </a:p>
        </p:txBody>
      </p:sp>
      <p:sp>
        <p:nvSpPr>
          <p:cNvPr id="56" name="anim_to4515_0_1">
            <a:extLst>
              <a:ext uri="{FF2B5EF4-FFF2-40B4-BE49-F238E27FC236}">
                <a16:creationId xmlns:a16="http://schemas.microsoft.com/office/drawing/2014/main" id="{F2641594-7BC9-47A1-899C-4C5F79821187}"/>
              </a:ext>
            </a:extLst>
          </p:cNvPr>
          <p:cNvSpPr>
            <a:spLocks noGrp="1"/>
          </p:cNvSpPr>
          <p:nvPr/>
        </p:nvSpPr>
        <p:spPr>
          <a:xfrm>
            <a:off x="8480362" y="1044258"/>
            <a:ext cx="2918428" cy="50355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72" b="1">
                <a:solidFill>
                  <a:srgbClr val="5CD0B3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172" b="1">
                <a:solidFill>
                  <a:srgbClr val="5CD0B3"/>
                </a:solidFill>
                <a:latin typeface="Consolas"/>
                <a:ea typeface="Consolas"/>
                <a:cs typeface="Consolas"/>
              </a:defRPr>
            </a:pPr>
            <a:r>
              <a:rPr sz="3172" b="1">
                <a:solidFill>
                  <a:srgbClr val="5CD0B3"/>
                </a:solidFill>
                <a:latin typeface="Consolas"/>
                <a:ea typeface="Consolas"/>
                <a:cs typeface="Consolas"/>
              </a:rPr>
              <a:t>Gaussian Blur</a:t>
            </a:r>
          </a:p>
        </p:txBody>
      </p:sp>
      <p:sp>
        <p:nvSpPr>
          <p:cNvPr id="57" name="anim_to4532_0_1">
            <a:extLst>
              <a:ext uri="{FF2B5EF4-FFF2-40B4-BE49-F238E27FC236}">
                <a16:creationId xmlns:a16="http://schemas.microsoft.com/office/drawing/2014/main" id="{2853BDCA-C7CF-4E0C-B10E-D55A8CF2759C}"/>
              </a:ext>
            </a:extLst>
          </p:cNvPr>
          <p:cNvSpPr>
            <a:spLocks noGrp="1"/>
          </p:cNvSpPr>
          <p:nvPr/>
        </p:nvSpPr>
        <p:spPr>
          <a:xfrm>
            <a:off x="1429803" y="3583031"/>
            <a:ext cx="1589046" cy="50355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72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172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pPr>
            <a:r>
              <a:rPr sz="3172" b="1">
                <a:solidFill>
                  <a:srgbClr val="FF862F"/>
                </a:solidFill>
                <a:latin typeface="Consolas"/>
                <a:ea typeface="Consolas"/>
                <a:cs typeface="Consolas"/>
              </a:rPr>
              <a:t>Sharpen</a:t>
            </a:r>
          </a:p>
        </p:txBody>
      </p:sp>
      <p:sp>
        <p:nvSpPr>
          <p:cNvPr id="58" name="anim_to4543_0_1">
            <a:extLst>
              <a:ext uri="{FF2B5EF4-FFF2-40B4-BE49-F238E27FC236}">
                <a16:creationId xmlns:a16="http://schemas.microsoft.com/office/drawing/2014/main" id="{D157FF19-477F-4545-B2DB-A75E6B717181}"/>
              </a:ext>
            </a:extLst>
          </p:cNvPr>
          <p:cNvSpPr>
            <a:spLocks noGrp="1"/>
          </p:cNvSpPr>
          <p:nvPr/>
        </p:nvSpPr>
        <p:spPr>
          <a:xfrm>
            <a:off x="5398210" y="3620294"/>
            <a:ext cx="1367482" cy="50355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72" b="1">
                <a:solidFill>
                  <a:srgbClr val="9A72AC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172" b="1">
                <a:solidFill>
                  <a:srgbClr val="9A72AC"/>
                </a:solidFill>
                <a:latin typeface="Consolas"/>
                <a:ea typeface="Consolas"/>
                <a:cs typeface="Consolas"/>
              </a:defRPr>
            </a:pPr>
            <a:r>
              <a:rPr sz="3172" b="1">
                <a:solidFill>
                  <a:srgbClr val="9A72AC"/>
                </a:solidFill>
                <a:latin typeface="Consolas"/>
                <a:ea typeface="Consolas"/>
                <a:cs typeface="Consolas"/>
              </a:rPr>
              <a:t>Emboss</a:t>
            </a:r>
          </a:p>
        </p:txBody>
      </p:sp>
      <p:sp>
        <p:nvSpPr>
          <p:cNvPr id="59" name="anim_to4553_0_1">
            <a:extLst>
              <a:ext uri="{FF2B5EF4-FFF2-40B4-BE49-F238E27FC236}">
                <a16:creationId xmlns:a16="http://schemas.microsoft.com/office/drawing/2014/main" id="{99815EAF-51DE-4DE0-9829-A88CB48C411D}"/>
              </a:ext>
            </a:extLst>
          </p:cNvPr>
          <p:cNvSpPr>
            <a:spLocks noGrp="1"/>
          </p:cNvSpPr>
          <p:nvPr/>
        </p:nvSpPr>
        <p:spPr>
          <a:xfrm>
            <a:off x="8369580" y="3576988"/>
            <a:ext cx="3139991" cy="50355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72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172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3172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Edge Detection</a:t>
            </a:r>
          </a:p>
        </p:txBody>
      </p:sp>
    </p:spTree>
    <p:extLst>
      <p:ext uri="{BB962C8B-B14F-4D97-AF65-F5344CB8AC3E}">
        <p14:creationId xmlns:p14="http://schemas.microsoft.com/office/powerpoint/2010/main" val="16220131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>
                            <p:stCondLst>
                              <p:cond delay="500"/>
                            </p:stCondLst>
                            <p:childTnLst>
                              <p:par>
                                <p:cTn id="1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1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>
                            <p:stCondLst>
                              <p:cond delay="650"/>
                            </p:stCondLst>
                            <p:childTnLst>
                              <p:par>
                                <p:cTn id="130" presetID="63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972266 0 E" pathEditMode="relative" ptsTypes="">
                                      <p:cBhvr>
                                        <p:cTn id="131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800"/>
                            </p:stCondLst>
                            <p:childTnLst>
                              <p:par>
                                <p:cTn id="133" presetID="63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72266 0 L 0.1972266 0.085 E" pathEditMode="relative" ptsTypes="">
                                      <p:cBhvr>
                                        <p:cTn id="134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950"/>
                            </p:stCondLst>
                            <p:childTnLst>
                              <p:par>
                                <p:cTn id="136" presetID="63" presetClass="path" presetSubtype="0" accel="50000" decel="5000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72266 0.085 L 0 0.085 E" pathEditMode="relative" ptsTypes="">
                                      <p:cBhvr>
                                        <p:cTn id="137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1100"/>
                            </p:stCondLst>
                            <p:childTnLst>
                              <p:par>
                                <p:cTn id="139" presetID="63" presetClass="path" presetSubtype="0" accel="50000" decel="50000" fill="hold" grpId="4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85 L 0 0.17 E" pathEditMode="relative" ptsTypes="">
                                      <p:cBhvr>
                                        <p:cTn id="140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" fill="hold">
                            <p:stCondLst>
                              <p:cond delay="1250"/>
                            </p:stCondLst>
                            <p:childTnLst>
                              <p:par>
                                <p:cTn id="142" presetID="63" presetClass="path" presetSubtype="0" accel="50000" decel="50000" fill="hold" grpId="5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7 L 0.1972266 0.17 E" pathEditMode="relative" ptsTypes="">
                                      <p:cBhvr>
                                        <p:cTn id="143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1400"/>
                            </p:stCondLst>
                            <p:childTnLst>
                              <p:par>
                                <p:cTn id="145" presetID="63" presetClass="path" presetSubtype="0" accel="50000" decel="50000" fill="hold" grpId="6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72266 0.17 L 0.1972266 0.255 E" pathEditMode="relative" ptsTypes="">
                                      <p:cBhvr>
                                        <p:cTn id="146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550"/>
                            </p:stCondLst>
                            <p:childTnLst>
                              <p:par>
                                <p:cTn id="148" presetID="63" presetClass="path" presetSubtype="0" accel="50000" decel="50000" fill="hold" grpId="7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72266 0.255 L 0 0.255 E" pathEditMode="relative" ptsTypes="">
                                      <p:cBhvr>
                                        <p:cTn id="149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" fill="hold">
                            <p:stCondLst>
                              <p:cond delay="1700"/>
                            </p:stCondLst>
                            <p:childTnLst>
                              <p:par>
                                <p:cTn id="151" presetID="63" presetClass="path" presetSubtype="0" accel="50000" decel="50000" fill="hold" grpId="8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55 L 0 0.350625 E" pathEditMode="relative" ptsTypes="">
                                      <p:cBhvr>
                                        <p:cTn id="152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" fill="hold">
                            <p:stCondLst>
                              <p:cond delay="1850"/>
                            </p:stCondLst>
                            <p:childTnLst>
                              <p:par>
                                <p:cTn id="154" presetID="63" presetClass="path" presetSubtype="0" accel="50000" decel="50000" fill="hold" grpId="9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350625 L 0.1972266 0.350625 E" pathEditMode="relative" ptsTypes="">
                                      <p:cBhvr>
                                        <p:cTn id="155" dur="1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2000"/>
                            </p:stCondLst>
                            <p:childTnLst>
                              <p:par>
                                <p:cTn id="157" presetID="10" presetClass="exit" presetSubtype="0" fill="hold" grpId="1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8" dur="1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14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2150"/>
                            </p:stCondLst>
                            <p:childTnLst>
                              <p:par>
                                <p:cTn id="161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2" dur="6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5" dur="6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6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6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6" dur="7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6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9" dur="7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6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2" dur="7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6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5" dur="7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6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8" dur="7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6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1" dur="7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6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4" dur="7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6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7" dur="7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6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0" dur="7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6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3" dur="7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6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6" dur="7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6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9" dur="7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6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2" dur="7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6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5" dur="7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6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8" dur="7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6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1" dur="7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6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4" dur="7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6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7" dur="7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6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0" dur="7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6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3" dur="7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6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6" dur="7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6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9" dur="7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6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2" dur="7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6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5" dur="7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6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7" fill="hold">
                            <p:stCondLst>
                              <p:cond delay="700"/>
                            </p:stCondLst>
                            <p:childTnLst>
                              <p:par>
                                <p:cTn id="2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0" dur="1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3" dur="1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6" dur="1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1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1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8" dur="1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1" dur="1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4" dur="1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7" dur="1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0" dur="1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3" dur="1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2" grpId="0"/>
      <p:bldP spid="13" grpId="0"/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  <p:bldP spid="33" grpId="0" animBg="1"/>
      <p:bldP spid="33" grpId="1" animBg="1"/>
      <p:bldP spid="34" grpId="0"/>
      <p:bldP spid="34" grpId="1"/>
      <p:bldP spid="35" grpId="0"/>
      <p:bldP spid="35" grpId="1"/>
      <p:bldP spid="36" grpId="0"/>
      <p:bldP spid="36" grpId="1"/>
      <p:bldP spid="37" grpId="0"/>
      <p:bldP spid="37" grpId="1"/>
      <p:bldP spid="38" grpId="0"/>
      <p:bldP spid="38" grpId="1"/>
      <p:bldP spid="39" grpId="0"/>
      <p:bldP spid="39" grpId="1"/>
      <p:bldP spid="40" grpId="0"/>
      <p:bldP spid="40" grpId="1"/>
      <p:bldP spid="41" grpId="0"/>
      <p:bldP spid="41" grpId="1"/>
      <p:bldP spid="42" grpId="0"/>
      <p:bldP spid="42" grpId="1"/>
      <p:bldP spid="43" grpId="0"/>
      <p:bldP spid="43" grpId="1"/>
      <p:bldP spid="44" grpId="0"/>
      <p:bldP spid="44" grpId="1"/>
      <p:bldP spid="45" grpId="0" animBg="1"/>
      <p:bldP spid="45" grpId="1" animBg="1"/>
      <p:bldP spid="45" grpId="2" animBg="1"/>
      <p:bldP spid="45" grpId="3" animBg="1"/>
      <p:bldP spid="45" grpId="4" animBg="1"/>
      <p:bldP spid="45" grpId="5" animBg="1"/>
      <p:bldP spid="45" grpId="6" animBg="1"/>
      <p:bldP spid="45" grpId="7" animBg="1"/>
      <p:bldP spid="45" grpId="8" animBg="1"/>
      <p:bldP spid="45" grpId="9" animBg="1"/>
      <p:bldP spid="45" grpId="10" animBg="1"/>
      <p:bldP spid="47" grpId="0"/>
      <p:bldP spid="47" grpId="1"/>
      <p:bldP spid="54" grpId="0"/>
      <p:bldP spid="55" grpId="0"/>
      <p:bldP spid="56" grpId="0"/>
      <p:bldP spid="57" grpId="0"/>
      <p:bldP spid="58" grpId="0"/>
      <p:bldP spid="59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anim_to4570_0_1">
            <a:extLst>
              <a:ext uri="{FF2B5EF4-FFF2-40B4-BE49-F238E27FC236}">
                <a16:creationId xmlns:a16="http://schemas.microsoft.com/office/drawing/2014/main" id="{FE165A8E-21A4-4ABD-B9AC-16644E9B66A1}"/>
              </a:ext>
            </a:extLst>
          </p:cNvPr>
          <p:cNvSpPr>
            <a:spLocks noGrp="1"/>
          </p:cNvSpPr>
          <p:nvPr/>
        </p:nvSpPr>
        <p:spPr>
          <a:xfrm>
            <a:off x="4209700" y="998520"/>
            <a:ext cx="3791649" cy="94786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971" b="1">
                <a:solidFill>
                  <a:srgbClr val="58C4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971" b="1">
                <a:solidFill>
                  <a:srgbClr val="58C4DD"/>
                </a:solidFill>
                <a:latin typeface="Consolas"/>
                <a:ea typeface="Consolas"/>
                <a:cs typeface="Consolas"/>
              </a:defRPr>
            </a:pPr>
            <a:r>
              <a:rPr sz="5971" b="1">
                <a:solidFill>
                  <a:srgbClr val="58C4DD"/>
                </a:solidFill>
                <a:latin typeface="Consolas"/>
                <a:ea typeface="Consolas"/>
                <a:cs typeface="Consolas"/>
              </a:rPr>
              <a:t>Mean Blur</a:t>
            </a:r>
          </a:p>
        </p:txBody>
      </p:sp>
      <p:sp>
        <p:nvSpPr>
          <p:cNvPr id="2" name="anim_o4581_1">
            <a:extLst>
              <a:ext uri="{FF2B5EF4-FFF2-40B4-BE49-F238E27FC236}">
                <a16:creationId xmlns:a16="http://schemas.microsoft.com/office/drawing/2014/main" id="{87FD621A-0B9E-479E-8185-0C8FB49678B8}"/>
              </a:ext>
            </a:extLst>
          </p:cNvPr>
          <p:cNvSpPr>
            <a:spLocks noGrp="1"/>
          </p:cNvSpPr>
          <p:nvPr/>
        </p:nvSpPr>
        <p:spPr>
          <a:xfrm>
            <a:off x="4431926" y="2531409"/>
            <a:ext cx="1109382" cy="1109382"/>
          </a:xfrm>
          <a:prstGeom prst="rect">
            <a:avLst/>
          </a:prstGeom>
          <a:solidFill>
            <a:srgbClr val="58C4DD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4587_1">
            <a:extLst>
              <a:ext uri="{FF2B5EF4-FFF2-40B4-BE49-F238E27FC236}">
                <a16:creationId xmlns:a16="http://schemas.microsoft.com/office/drawing/2014/main" id="{511F68B6-FEC7-4583-9636-C339D38CE61B}"/>
              </a:ext>
            </a:extLst>
          </p:cNvPr>
          <p:cNvSpPr>
            <a:spLocks noGrp="1"/>
          </p:cNvSpPr>
          <p:nvPr/>
        </p:nvSpPr>
        <p:spPr>
          <a:xfrm>
            <a:off x="5541309" y="2531409"/>
            <a:ext cx="1109382" cy="1109382"/>
          </a:xfrm>
          <a:prstGeom prst="rect">
            <a:avLst/>
          </a:prstGeom>
          <a:solidFill>
            <a:srgbClr val="58C4DD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4593_1">
            <a:extLst>
              <a:ext uri="{FF2B5EF4-FFF2-40B4-BE49-F238E27FC236}">
                <a16:creationId xmlns:a16="http://schemas.microsoft.com/office/drawing/2014/main" id="{8311515A-FF90-42B8-B808-4EE34741B260}"/>
              </a:ext>
            </a:extLst>
          </p:cNvPr>
          <p:cNvSpPr>
            <a:spLocks noGrp="1"/>
          </p:cNvSpPr>
          <p:nvPr/>
        </p:nvSpPr>
        <p:spPr>
          <a:xfrm>
            <a:off x="6650691" y="2531409"/>
            <a:ext cx="1109382" cy="1109382"/>
          </a:xfrm>
          <a:prstGeom prst="rect">
            <a:avLst/>
          </a:prstGeom>
          <a:solidFill>
            <a:srgbClr val="58C4DD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4599_1">
            <a:extLst>
              <a:ext uri="{FF2B5EF4-FFF2-40B4-BE49-F238E27FC236}">
                <a16:creationId xmlns:a16="http://schemas.microsoft.com/office/drawing/2014/main" id="{4DB67870-09AF-45DD-8A8B-BC9BDE87D9B6}"/>
              </a:ext>
            </a:extLst>
          </p:cNvPr>
          <p:cNvSpPr>
            <a:spLocks noGrp="1"/>
          </p:cNvSpPr>
          <p:nvPr/>
        </p:nvSpPr>
        <p:spPr>
          <a:xfrm>
            <a:off x="4431926" y="3640791"/>
            <a:ext cx="1109382" cy="1109382"/>
          </a:xfrm>
          <a:prstGeom prst="rect">
            <a:avLst/>
          </a:prstGeom>
          <a:solidFill>
            <a:srgbClr val="58C4DD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4605_1">
            <a:extLst>
              <a:ext uri="{FF2B5EF4-FFF2-40B4-BE49-F238E27FC236}">
                <a16:creationId xmlns:a16="http://schemas.microsoft.com/office/drawing/2014/main" id="{D987911B-4662-48D2-B4CB-9F10AA63D3D1}"/>
              </a:ext>
            </a:extLst>
          </p:cNvPr>
          <p:cNvSpPr>
            <a:spLocks noGrp="1"/>
          </p:cNvSpPr>
          <p:nvPr/>
        </p:nvSpPr>
        <p:spPr>
          <a:xfrm>
            <a:off x="5541309" y="3640791"/>
            <a:ext cx="1109382" cy="1109382"/>
          </a:xfrm>
          <a:prstGeom prst="rect">
            <a:avLst/>
          </a:prstGeom>
          <a:solidFill>
            <a:srgbClr val="58C4DD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4611_1">
            <a:extLst>
              <a:ext uri="{FF2B5EF4-FFF2-40B4-BE49-F238E27FC236}">
                <a16:creationId xmlns:a16="http://schemas.microsoft.com/office/drawing/2014/main" id="{62703B7C-34DC-4D73-AD6F-B35914022064}"/>
              </a:ext>
            </a:extLst>
          </p:cNvPr>
          <p:cNvSpPr>
            <a:spLocks noGrp="1"/>
          </p:cNvSpPr>
          <p:nvPr/>
        </p:nvSpPr>
        <p:spPr>
          <a:xfrm>
            <a:off x="6650691" y="3640791"/>
            <a:ext cx="1109382" cy="1109382"/>
          </a:xfrm>
          <a:prstGeom prst="rect">
            <a:avLst/>
          </a:prstGeom>
          <a:solidFill>
            <a:srgbClr val="58C4DD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4617_1">
            <a:extLst>
              <a:ext uri="{FF2B5EF4-FFF2-40B4-BE49-F238E27FC236}">
                <a16:creationId xmlns:a16="http://schemas.microsoft.com/office/drawing/2014/main" id="{CE66541A-BEF8-4232-96C0-E32F621385D8}"/>
              </a:ext>
            </a:extLst>
          </p:cNvPr>
          <p:cNvSpPr>
            <a:spLocks noGrp="1"/>
          </p:cNvSpPr>
          <p:nvPr/>
        </p:nvSpPr>
        <p:spPr>
          <a:xfrm>
            <a:off x="4431926" y="4750174"/>
            <a:ext cx="1109382" cy="1109382"/>
          </a:xfrm>
          <a:prstGeom prst="rect">
            <a:avLst/>
          </a:prstGeom>
          <a:solidFill>
            <a:srgbClr val="58C4DD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4623_1">
            <a:extLst>
              <a:ext uri="{FF2B5EF4-FFF2-40B4-BE49-F238E27FC236}">
                <a16:creationId xmlns:a16="http://schemas.microsoft.com/office/drawing/2014/main" id="{4BB758BC-74E7-4CA0-90BE-BBFB02FD3254}"/>
              </a:ext>
            </a:extLst>
          </p:cNvPr>
          <p:cNvSpPr>
            <a:spLocks noGrp="1"/>
          </p:cNvSpPr>
          <p:nvPr/>
        </p:nvSpPr>
        <p:spPr>
          <a:xfrm>
            <a:off x="5541309" y="4750174"/>
            <a:ext cx="1109382" cy="1109382"/>
          </a:xfrm>
          <a:prstGeom prst="rect">
            <a:avLst/>
          </a:prstGeom>
          <a:solidFill>
            <a:srgbClr val="58C4DD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4629_1">
            <a:extLst>
              <a:ext uri="{FF2B5EF4-FFF2-40B4-BE49-F238E27FC236}">
                <a16:creationId xmlns:a16="http://schemas.microsoft.com/office/drawing/2014/main" id="{106C4F2C-7713-4004-99BA-F170785F7EC1}"/>
              </a:ext>
            </a:extLst>
          </p:cNvPr>
          <p:cNvSpPr>
            <a:spLocks noGrp="1"/>
          </p:cNvSpPr>
          <p:nvPr/>
        </p:nvSpPr>
        <p:spPr>
          <a:xfrm>
            <a:off x="6650691" y="4750174"/>
            <a:ext cx="1109382" cy="1109382"/>
          </a:xfrm>
          <a:prstGeom prst="rect">
            <a:avLst/>
          </a:prstGeom>
          <a:solidFill>
            <a:srgbClr val="58C4DD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to4582_0_1">
            <a:extLst>
              <a:ext uri="{FF2B5EF4-FFF2-40B4-BE49-F238E27FC236}">
                <a16:creationId xmlns:a16="http://schemas.microsoft.com/office/drawing/2014/main" id="{7BFC048F-B225-4E65-9A09-58307C216582}"/>
              </a:ext>
            </a:extLst>
          </p:cNvPr>
          <p:cNvSpPr>
            <a:spLocks noGrp="1"/>
          </p:cNvSpPr>
          <p:nvPr/>
        </p:nvSpPr>
        <p:spPr>
          <a:xfrm>
            <a:off x="4612164" y="2809639"/>
            <a:ext cx="767957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1/9</a:t>
            </a:r>
          </a:p>
        </p:txBody>
      </p:sp>
      <p:sp>
        <p:nvSpPr>
          <p:cNvPr id="12" name="anim_to4588_0_1">
            <a:extLst>
              <a:ext uri="{FF2B5EF4-FFF2-40B4-BE49-F238E27FC236}">
                <a16:creationId xmlns:a16="http://schemas.microsoft.com/office/drawing/2014/main" id="{96F4619B-9153-4BA3-8D3F-3BF0E9596FA1}"/>
              </a:ext>
            </a:extLst>
          </p:cNvPr>
          <p:cNvSpPr>
            <a:spLocks noGrp="1"/>
          </p:cNvSpPr>
          <p:nvPr/>
        </p:nvSpPr>
        <p:spPr>
          <a:xfrm>
            <a:off x="5721547" y="2809639"/>
            <a:ext cx="767957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1/9</a:t>
            </a:r>
          </a:p>
        </p:txBody>
      </p:sp>
      <p:sp>
        <p:nvSpPr>
          <p:cNvPr id="13" name="anim_to4594_0_1">
            <a:extLst>
              <a:ext uri="{FF2B5EF4-FFF2-40B4-BE49-F238E27FC236}">
                <a16:creationId xmlns:a16="http://schemas.microsoft.com/office/drawing/2014/main" id="{944EF353-D407-41C5-A71F-CA643ED1885B}"/>
              </a:ext>
            </a:extLst>
          </p:cNvPr>
          <p:cNvSpPr>
            <a:spLocks noGrp="1"/>
          </p:cNvSpPr>
          <p:nvPr/>
        </p:nvSpPr>
        <p:spPr>
          <a:xfrm>
            <a:off x="6830929" y="2809639"/>
            <a:ext cx="767957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1/9</a:t>
            </a:r>
          </a:p>
        </p:txBody>
      </p:sp>
      <p:sp>
        <p:nvSpPr>
          <p:cNvPr id="14" name="anim_to4600_0_1">
            <a:extLst>
              <a:ext uri="{FF2B5EF4-FFF2-40B4-BE49-F238E27FC236}">
                <a16:creationId xmlns:a16="http://schemas.microsoft.com/office/drawing/2014/main" id="{AED8714E-99B3-420B-852C-6DBA7F4869B2}"/>
              </a:ext>
            </a:extLst>
          </p:cNvPr>
          <p:cNvSpPr>
            <a:spLocks noGrp="1"/>
          </p:cNvSpPr>
          <p:nvPr/>
        </p:nvSpPr>
        <p:spPr>
          <a:xfrm>
            <a:off x="4612164" y="3919021"/>
            <a:ext cx="767957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1/9</a:t>
            </a:r>
          </a:p>
        </p:txBody>
      </p:sp>
      <p:sp>
        <p:nvSpPr>
          <p:cNvPr id="15" name="anim_to4606_0_1">
            <a:extLst>
              <a:ext uri="{FF2B5EF4-FFF2-40B4-BE49-F238E27FC236}">
                <a16:creationId xmlns:a16="http://schemas.microsoft.com/office/drawing/2014/main" id="{97D2EE7B-71D2-47B6-927D-7AE8BEE17938}"/>
              </a:ext>
            </a:extLst>
          </p:cNvPr>
          <p:cNvSpPr>
            <a:spLocks noGrp="1"/>
          </p:cNvSpPr>
          <p:nvPr/>
        </p:nvSpPr>
        <p:spPr>
          <a:xfrm>
            <a:off x="5721547" y="3919021"/>
            <a:ext cx="767957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1/9</a:t>
            </a:r>
          </a:p>
        </p:txBody>
      </p:sp>
      <p:sp>
        <p:nvSpPr>
          <p:cNvPr id="16" name="anim_to4612_0_1">
            <a:extLst>
              <a:ext uri="{FF2B5EF4-FFF2-40B4-BE49-F238E27FC236}">
                <a16:creationId xmlns:a16="http://schemas.microsoft.com/office/drawing/2014/main" id="{85FDFF99-8BD2-4658-BBEC-1E30150E4A6A}"/>
              </a:ext>
            </a:extLst>
          </p:cNvPr>
          <p:cNvSpPr>
            <a:spLocks noGrp="1"/>
          </p:cNvSpPr>
          <p:nvPr/>
        </p:nvSpPr>
        <p:spPr>
          <a:xfrm>
            <a:off x="6830929" y="3919021"/>
            <a:ext cx="767957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1/9</a:t>
            </a:r>
          </a:p>
        </p:txBody>
      </p:sp>
      <p:sp>
        <p:nvSpPr>
          <p:cNvPr id="17" name="anim_to4618_0_1">
            <a:extLst>
              <a:ext uri="{FF2B5EF4-FFF2-40B4-BE49-F238E27FC236}">
                <a16:creationId xmlns:a16="http://schemas.microsoft.com/office/drawing/2014/main" id="{DD44B460-0D22-4482-963C-FEA5D246B91D}"/>
              </a:ext>
            </a:extLst>
          </p:cNvPr>
          <p:cNvSpPr>
            <a:spLocks noGrp="1"/>
          </p:cNvSpPr>
          <p:nvPr/>
        </p:nvSpPr>
        <p:spPr>
          <a:xfrm>
            <a:off x="4612164" y="5028404"/>
            <a:ext cx="767957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1/9</a:t>
            </a:r>
          </a:p>
        </p:txBody>
      </p:sp>
      <p:sp>
        <p:nvSpPr>
          <p:cNvPr id="18" name="anim_to4624_0_1">
            <a:extLst>
              <a:ext uri="{FF2B5EF4-FFF2-40B4-BE49-F238E27FC236}">
                <a16:creationId xmlns:a16="http://schemas.microsoft.com/office/drawing/2014/main" id="{CCFAE621-1597-48FE-9CF3-5C787E898C5B}"/>
              </a:ext>
            </a:extLst>
          </p:cNvPr>
          <p:cNvSpPr>
            <a:spLocks noGrp="1"/>
          </p:cNvSpPr>
          <p:nvPr/>
        </p:nvSpPr>
        <p:spPr>
          <a:xfrm>
            <a:off x="5721547" y="5028404"/>
            <a:ext cx="767957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1/9</a:t>
            </a:r>
          </a:p>
        </p:txBody>
      </p:sp>
      <p:sp>
        <p:nvSpPr>
          <p:cNvPr id="19" name="anim_to4630_0_1">
            <a:extLst>
              <a:ext uri="{FF2B5EF4-FFF2-40B4-BE49-F238E27FC236}">
                <a16:creationId xmlns:a16="http://schemas.microsoft.com/office/drawing/2014/main" id="{CBFB5B70-69AD-42BD-A922-DA60D5E726F0}"/>
              </a:ext>
            </a:extLst>
          </p:cNvPr>
          <p:cNvSpPr>
            <a:spLocks noGrp="1"/>
          </p:cNvSpPr>
          <p:nvPr/>
        </p:nvSpPr>
        <p:spPr>
          <a:xfrm>
            <a:off x="6830929" y="5028404"/>
            <a:ext cx="767957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1/9</a:t>
            </a:r>
          </a:p>
        </p:txBody>
      </p:sp>
      <p:sp>
        <p:nvSpPr>
          <p:cNvPr id="20" name="anim_o4650_1">
            <a:extLst>
              <a:ext uri="{FF2B5EF4-FFF2-40B4-BE49-F238E27FC236}">
                <a16:creationId xmlns:a16="http://schemas.microsoft.com/office/drawing/2014/main" id="{7747C0DF-5FF1-47AB-8216-378005F0F4C3}"/>
              </a:ext>
            </a:extLst>
          </p:cNvPr>
          <p:cNvSpPr>
            <a:spLocks noGrp="1"/>
          </p:cNvSpPr>
          <p:nvPr/>
        </p:nvSpPr>
        <p:spPr>
          <a:xfrm>
            <a:off x="4431926" y="2531409"/>
            <a:ext cx="1109382" cy="1109382"/>
          </a:xfrm>
          <a:prstGeom prst="rect">
            <a:avLst/>
          </a:prstGeom>
          <a:solidFill>
            <a:srgbClr val="5CD0B3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4657_1">
            <a:extLst>
              <a:ext uri="{FF2B5EF4-FFF2-40B4-BE49-F238E27FC236}">
                <a16:creationId xmlns:a16="http://schemas.microsoft.com/office/drawing/2014/main" id="{D585C26B-F049-4550-9EEB-D5B40F6133EC}"/>
              </a:ext>
            </a:extLst>
          </p:cNvPr>
          <p:cNvSpPr>
            <a:spLocks noGrp="1"/>
          </p:cNvSpPr>
          <p:nvPr/>
        </p:nvSpPr>
        <p:spPr>
          <a:xfrm>
            <a:off x="5541309" y="2531409"/>
            <a:ext cx="1109382" cy="1109382"/>
          </a:xfrm>
          <a:prstGeom prst="rect">
            <a:avLst/>
          </a:prstGeom>
          <a:solidFill>
            <a:srgbClr val="5CD0B3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4664_1">
            <a:extLst>
              <a:ext uri="{FF2B5EF4-FFF2-40B4-BE49-F238E27FC236}">
                <a16:creationId xmlns:a16="http://schemas.microsoft.com/office/drawing/2014/main" id="{F6F82123-4156-4845-A038-60B6B8F4046A}"/>
              </a:ext>
            </a:extLst>
          </p:cNvPr>
          <p:cNvSpPr>
            <a:spLocks noGrp="1"/>
          </p:cNvSpPr>
          <p:nvPr/>
        </p:nvSpPr>
        <p:spPr>
          <a:xfrm>
            <a:off x="6650691" y="2531409"/>
            <a:ext cx="1109382" cy="1109382"/>
          </a:xfrm>
          <a:prstGeom prst="rect">
            <a:avLst/>
          </a:prstGeom>
          <a:solidFill>
            <a:srgbClr val="5CD0B3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4671_1">
            <a:extLst>
              <a:ext uri="{FF2B5EF4-FFF2-40B4-BE49-F238E27FC236}">
                <a16:creationId xmlns:a16="http://schemas.microsoft.com/office/drawing/2014/main" id="{158846D4-BB2C-4CC8-9637-575351B89F7F}"/>
              </a:ext>
            </a:extLst>
          </p:cNvPr>
          <p:cNvSpPr>
            <a:spLocks noGrp="1"/>
          </p:cNvSpPr>
          <p:nvPr/>
        </p:nvSpPr>
        <p:spPr>
          <a:xfrm>
            <a:off x="4431926" y="3640791"/>
            <a:ext cx="1109382" cy="1109382"/>
          </a:xfrm>
          <a:prstGeom prst="rect">
            <a:avLst/>
          </a:prstGeom>
          <a:solidFill>
            <a:srgbClr val="5CD0B3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4678_1">
            <a:extLst>
              <a:ext uri="{FF2B5EF4-FFF2-40B4-BE49-F238E27FC236}">
                <a16:creationId xmlns:a16="http://schemas.microsoft.com/office/drawing/2014/main" id="{FD5CEB56-61F6-4D88-8CE0-2381435EAA79}"/>
              </a:ext>
            </a:extLst>
          </p:cNvPr>
          <p:cNvSpPr>
            <a:spLocks noGrp="1"/>
          </p:cNvSpPr>
          <p:nvPr/>
        </p:nvSpPr>
        <p:spPr>
          <a:xfrm>
            <a:off x="5541309" y="3640791"/>
            <a:ext cx="1109382" cy="1109382"/>
          </a:xfrm>
          <a:prstGeom prst="rect">
            <a:avLst/>
          </a:prstGeom>
          <a:solidFill>
            <a:srgbClr val="5CD0B3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4685_1">
            <a:extLst>
              <a:ext uri="{FF2B5EF4-FFF2-40B4-BE49-F238E27FC236}">
                <a16:creationId xmlns:a16="http://schemas.microsoft.com/office/drawing/2014/main" id="{B7A9B8D8-3240-4A79-B695-E436C68E2631}"/>
              </a:ext>
            </a:extLst>
          </p:cNvPr>
          <p:cNvSpPr>
            <a:spLocks noGrp="1"/>
          </p:cNvSpPr>
          <p:nvPr/>
        </p:nvSpPr>
        <p:spPr>
          <a:xfrm>
            <a:off x="6650691" y="3640791"/>
            <a:ext cx="1109382" cy="1109382"/>
          </a:xfrm>
          <a:prstGeom prst="rect">
            <a:avLst/>
          </a:prstGeom>
          <a:solidFill>
            <a:srgbClr val="5CD0B3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4692_1">
            <a:extLst>
              <a:ext uri="{FF2B5EF4-FFF2-40B4-BE49-F238E27FC236}">
                <a16:creationId xmlns:a16="http://schemas.microsoft.com/office/drawing/2014/main" id="{A38EB616-341D-464E-912F-4B8BC65E11C6}"/>
              </a:ext>
            </a:extLst>
          </p:cNvPr>
          <p:cNvSpPr>
            <a:spLocks noGrp="1"/>
          </p:cNvSpPr>
          <p:nvPr/>
        </p:nvSpPr>
        <p:spPr>
          <a:xfrm>
            <a:off x="4431926" y="4750174"/>
            <a:ext cx="1109382" cy="1109382"/>
          </a:xfrm>
          <a:prstGeom prst="rect">
            <a:avLst/>
          </a:prstGeom>
          <a:solidFill>
            <a:srgbClr val="5CD0B3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4699_1">
            <a:extLst>
              <a:ext uri="{FF2B5EF4-FFF2-40B4-BE49-F238E27FC236}">
                <a16:creationId xmlns:a16="http://schemas.microsoft.com/office/drawing/2014/main" id="{040935DB-C624-4ED9-BA73-ABE6CDB06306}"/>
              </a:ext>
            </a:extLst>
          </p:cNvPr>
          <p:cNvSpPr>
            <a:spLocks noGrp="1"/>
          </p:cNvSpPr>
          <p:nvPr/>
        </p:nvSpPr>
        <p:spPr>
          <a:xfrm>
            <a:off x="5541309" y="4750174"/>
            <a:ext cx="1109382" cy="1109382"/>
          </a:xfrm>
          <a:prstGeom prst="rect">
            <a:avLst/>
          </a:prstGeom>
          <a:solidFill>
            <a:srgbClr val="5CD0B3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4706_1">
            <a:extLst>
              <a:ext uri="{FF2B5EF4-FFF2-40B4-BE49-F238E27FC236}">
                <a16:creationId xmlns:a16="http://schemas.microsoft.com/office/drawing/2014/main" id="{BC46A8DA-F72D-4F7F-BC53-B583BD982423}"/>
              </a:ext>
            </a:extLst>
          </p:cNvPr>
          <p:cNvSpPr>
            <a:spLocks noGrp="1"/>
          </p:cNvSpPr>
          <p:nvPr/>
        </p:nvSpPr>
        <p:spPr>
          <a:xfrm>
            <a:off x="6650691" y="4750174"/>
            <a:ext cx="1109382" cy="1109382"/>
          </a:xfrm>
          <a:prstGeom prst="rect">
            <a:avLst/>
          </a:prstGeom>
          <a:solidFill>
            <a:srgbClr val="5CD0B3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to4635_0_1">
            <a:extLst>
              <a:ext uri="{FF2B5EF4-FFF2-40B4-BE49-F238E27FC236}">
                <a16:creationId xmlns:a16="http://schemas.microsoft.com/office/drawing/2014/main" id="{739EE5B8-7F62-4372-8E53-AA5D821CAA6D}"/>
              </a:ext>
            </a:extLst>
          </p:cNvPr>
          <p:cNvSpPr>
            <a:spLocks noGrp="1"/>
          </p:cNvSpPr>
          <p:nvPr/>
        </p:nvSpPr>
        <p:spPr>
          <a:xfrm>
            <a:off x="3375578" y="998520"/>
            <a:ext cx="5459893" cy="94786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971" b="1">
                <a:solidFill>
                  <a:srgbClr val="5CD0B3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971" b="1">
                <a:solidFill>
                  <a:srgbClr val="5CD0B3"/>
                </a:solidFill>
                <a:latin typeface="Consolas"/>
                <a:ea typeface="Consolas"/>
                <a:cs typeface="Consolas"/>
              </a:defRPr>
            </a:pPr>
            <a:r>
              <a:rPr sz="5971" b="1">
                <a:solidFill>
                  <a:srgbClr val="5CD0B3"/>
                </a:solidFill>
                <a:latin typeface="Consolas"/>
                <a:ea typeface="Consolas"/>
                <a:cs typeface="Consolas"/>
              </a:rPr>
              <a:t>Gaussian Blur</a:t>
            </a:r>
          </a:p>
        </p:txBody>
      </p:sp>
      <p:sp>
        <p:nvSpPr>
          <p:cNvPr id="30" name="anim_to4651_0_1">
            <a:extLst>
              <a:ext uri="{FF2B5EF4-FFF2-40B4-BE49-F238E27FC236}">
                <a16:creationId xmlns:a16="http://schemas.microsoft.com/office/drawing/2014/main" id="{31615CCE-0AA9-4E66-9E35-29750F1E1384}"/>
              </a:ext>
            </a:extLst>
          </p:cNvPr>
          <p:cNvSpPr>
            <a:spLocks noGrp="1"/>
          </p:cNvSpPr>
          <p:nvPr/>
        </p:nvSpPr>
        <p:spPr>
          <a:xfrm>
            <a:off x="4490521" y="2809639"/>
            <a:ext cx="1011242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0.06</a:t>
            </a:r>
          </a:p>
        </p:txBody>
      </p:sp>
      <p:sp>
        <p:nvSpPr>
          <p:cNvPr id="31" name="anim_to4658_0_1">
            <a:extLst>
              <a:ext uri="{FF2B5EF4-FFF2-40B4-BE49-F238E27FC236}">
                <a16:creationId xmlns:a16="http://schemas.microsoft.com/office/drawing/2014/main" id="{4355F3B7-0141-445D-9F7B-3CE3FB6652CB}"/>
              </a:ext>
            </a:extLst>
          </p:cNvPr>
          <p:cNvSpPr>
            <a:spLocks noGrp="1"/>
          </p:cNvSpPr>
          <p:nvPr/>
        </p:nvSpPr>
        <p:spPr>
          <a:xfrm>
            <a:off x="5599904" y="2809639"/>
            <a:ext cx="1011242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0.12</a:t>
            </a:r>
          </a:p>
        </p:txBody>
      </p:sp>
      <p:sp>
        <p:nvSpPr>
          <p:cNvPr id="32" name="anim_to4665_0_1">
            <a:extLst>
              <a:ext uri="{FF2B5EF4-FFF2-40B4-BE49-F238E27FC236}">
                <a16:creationId xmlns:a16="http://schemas.microsoft.com/office/drawing/2014/main" id="{644C969B-E6B8-44B6-B3EB-C5F5E845933A}"/>
              </a:ext>
            </a:extLst>
          </p:cNvPr>
          <p:cNvSpPr>
            <a:spLocks noGrp="1"/>
          </p:cNvSpPr>
          <p:nvPr/>
        </p:nvSpPr>
        <p:spPr>
          <a:xfrm>
            <a:off x="6709286" y="2809639"/>
            <a:ext cx="1011242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0.06</a:t>
            </a:r>
          </a:p>
        </p:txBody>
      </p:sp>
      <p:sp>
        <p:nvSpPr>
          <p:cNvPr id="33" name="anim_to4672_0_1">
            <a:extLst>
              <a:ext uri="{FF2B5EF4-FFF2-40B4-BE49-F238E27FC236}">
                <a16:creationId xmlns:a16="http://schemas.microsoft.com/office/drawing/2014/main" id="{35536028-937E-4C8A-9428-1E280AEBFFB6}"/>
              </a:ext>
            </a:extLst>
          </p:cNvPr>
          <p:cNvSpPr>
            <a:spLocks noGrp="1"/>
          </p:cNvSpPr>
          <p:nvPr/>
        </p:nvSpPr>
        <p:spPr>
          <a:xfrm>
            <a:off x="4490521" y="3919021"/>
            <a:ext cx="1011242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0.12</a:t>
            </a:r>
          </a:p>
        </p:txBody>
      </p:sp>
      <p:sp>
        <p:nvSpPr>
          <p:cNvPr id="34" name="anim_to4679_0_1">
            <a:extLst>
              <a:ext uri="{FF2B5EF4-FFF2-40B4-BE49-F238E27FC236}">
                <a16:creationId xmlns:a16="http://schemas.microsoft.com/office/drawing/2014/main" id="{CDAAC8F9-50B2-4180-8DF9-B083470D9B03}"/>
              </a:ext>
            </a:extLst>
          </p:cNvPr>
          <p:cNvSpPr>
            <a:spLocks noGrp="1"/>
          </p:cNvSpPr>
          <p:nvPr/>
        </p:nvSpPr>
        <p:spPr>
          <a:xfrm>
            <a:off x="5599904" y="3919021"/>
            <a:ext cx="1011242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0.25</a:t>
            </a:r>
          </a:p>
        </p:txBody>
      </p:sp>
      <p:sp>
        <p:nvSpPr>
          <p:cNvPr id="35" name="anim_to4686_0_1">
            <a:extLst>
              <a:ext uri="{FF2B5EF4-FFF2-40B4-BE49-F238E27FC236}">
                <a16:creationId xmlns:a16="http://schemas.microsoft.com/office/drawing/2014/main" id="{454535DC-E233-4BD5-9AB5-C1C3EE1EEB7D}"/>
              </a:ext>
            </a:extLst>
          </p:cNvPr>
          <p:cNvSpPr>
            <a:spLocks noGrp="1"/>
          </p:cNvSpPr>
          <p:nvPr/>
        </p:nvSpPr>
        <p:spPr>
          <a:xfrm>
            <a:off x="6709286" y="3919021"/>
            <a:ext cx="1011242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0.12</a:t>
            </a:r>
          </a:p>
        </p:txBody>
      </p:sp>
      <p:sp>
        <p:nvSpPr>
          <p:cNvPr id="36" name="anim_to4693_0_1">
            <a:extLst>
              <a:ext uri="{FF2B5EF4-FFF2-40B4-BE49-F238E27FC236}">
                <a16:creationId xmlns:a16="http://schemas.microsoft.com/office/drawing/2014/main" id="{04ECED8D-FA70-4A43-B532-80C3CAB3CF12}"/>
              </a:ext>
            </a:extLst>
          </p:cNvPr>
          <p:cNvSpPr>
            <a:spLocks noGrp="1"/>
          </p:cNvSpPr>
          <p:nvPr/>
        </p:nvSpPr>
        <p:spPr>
          <a:xfrm>
            <a:off x="4490521" y="5028404"/>
            <a:ext cx="1011242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0.06</a:t>
            </a:r>
          </a:p>
        </p:txBody>
      </p:sp>
      <p:sp>
        <p:nvSpPr>
          <p:cNvPr id="37" name="anim_to4700_0_1">
            <a:extLst>
              <a:ext uri="{FF2B5EF4-FFF2-40B4-BE49-F238E27FC236}">
                <a16:creationId xmlns:a16="http://schemas.microsoft.com/office/drawing/2014/main" id="{25531D86-1C6E-4543-B204-309BD07F1C54}"/>
              </a:ext>
            </a:extLst>
          </p:cNvPr>
          <p:cNvSpPr>
            <a:spLocks noGrp="1"/>
          </p:cNvSpPr>
          <p:nvPr/>
        </p:nvSpPr>
        <p:spPr>
          <a:xfrm>
            <a:off x="5599904" y="5028404"/>
            <a:ext cx="1011242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0.12</a:t>
            </a:r>
          </a:p>
        </p:txBody>
      </p:sp>
      <p:sp>
        <p:nvSpPr>
          <p:cNvPr id="38" name="anim_to4707_0_1">
            <a:extLst>
              <a:ext uri="{FF2B5EF4-FFF2-40B4-BE49-F238E27FC236}">
                <a16:creationId xmlns:a16="http://schemas.microsoft.com/office/drawing/2014/main" id="{0B2FDE6E-1384-454F-A52A-61CF20165825}"/>
              </a:ext>
            </a:extLst>
          </p:cNvPr>
          <p:cNvSpPr>
            <a:spLocks noGrp="1"/>
          </p:cNvSpPr>
          <p:nvPr/>
        </p:nvSpPr>
        <p:spPr>
          <a:xfrm>
            <a:off x="6709286" y="5028404"/>
            <a:ext cx="1011242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0.06</a:t>
            </a:r>
          </a:p>
        </p:txBody>
      </p:sp>
      <p:sp>
        <p:nvSpPr>
          <p:cNvPr id="39" name="anim_o4722_1">
            <a:extLst>
              <a:ext uri="{FF2B5EF4-FFF2-40B4-BE49-F238E27FC236}">
                <a16:creationId xmlns:a16="http://schemas.microsoft.com/office/drawing/2014/main" id="{A2CBB334-F443-4A5D-9A63-A0759C849824}"/>
              </a:ext>
            </a:extLst>
          </p:cNvPr>
          <p:cNvSpPr>
            <a:spLocks noGrp="1"/>
          </p:cNvSpPr>
          <p:nvPr/>
        </p:nvSpPr>
        <p:spPr>
          <a:xfrm>
            <a:off x="4431926" y="2531409"/>
            <a:ext cx="1109382" cy="1109382"/>
          </a:xfrm>
          <a:prstGeom prst="rect">
            <a:avLst/>
          </a:prstGeom>
          <a:solidFill>
            <a:srgbClr val="FF862F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4726_1">
            <a:extLst>
              <a:ext uri="{FF2B5EF4-FFF2-40B4-BE49-F238E27FC236}">
                <a16:creationId xmlns:a16="http://schemas.microsoft.com/office/drawing/2014/main" id="{2C8756CD-5C8E-4A65-BCD1-A813A49C8DDD}"/>
              </a:ext>
            </a:extLst>
          </p:cNvPr>
          <p:cNvSpPr>
            <a:spLocks noGrp="1"/>
          </p:cNvSpPr>
          <p:nvPr/>
        </p:nvSpPr>
        <p:spPr>
          <a:xfrm>
            <a:off x="5541309" y="2531409"/>
            <a:ext cx="1109382" cy="1109382"/>
          </a:xfrm>
          <a:prstGeom prst="rect">
            <a:avLst/>
          </a:prstGeom>
          <a:solidFill>
            <a:srgbClr val="FF862F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4731_1">
            <a:extLst>
              <a:ext uri="{FF2B5EF4-FFF2-40B4-BE49-F238E27FC236}">
                <a16:creationId xmlns:a16="http://schemas.microsoft.com/office/drawing/2014/main" id="{D20A5E0B-3196-46B6-88FE-1812FAFD044A}"/>
              </a:ext>
            </a:extLst>
          </p:cNvPr>
          <p:cNvSpPr>
            <a:spLocks noGrp="1"/>
          </p:cNvSpPr>
          <p:nvPr/>
        </p:nvSpPr>
        <p:spPr>
          <a:xfrm>
            <a:off x="6650691" y="2531409"/>
            <a:ext cx="1109382" cy="1109382"/>
          </a:xfrm>
          <a:prstGeom prst="rect">
            <a:avLst/>
          </a:prstGeom>
          <a:solidFill>
            <a:srgbClr val="FF862F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4735_1">
            <a:extLst>
              <a:ext uri="{FF2B5EF4-FFF2-40B4-BE49-F238E27FC236}">
                <a16:creationId xmlns:a16="http://schemas.microsoft.com/office/drawing/2014/main" id="{55A499EA-05CE-4052-A762-5E1279248964}"/>
              </a:ext>
            </a:extLst>
          </p:cNvPr>
          <p:cNvSpPr>
            <a:spLocks noGrp="1"/>
          </p:cNvSpPr>
          <p:nvPr/>
        </p:nvSpPr>
        <p:spPr>
          <a:xfrm>
            <a:off x="4431926" y="3640791"/>
            <a:ext cx="1109382" cy="1109382"/>
          </a:xfrm>
          <a:prstGeom prst="rect">
            <a:avLst/>
          </a:prstGeom>
          <a:solidFill>
            <a:srgbClr val="FF862F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4740_1">
            <a:extLst>
              <a:ext uri="{FF2B5EF4-FFF2-40B4-BE49-F238E27FC236}">
                <a16:creationId xmlns:a16="http://schemas.microsoft.com/office/drawing/2014/main" id="{B7878F51-F354-4CC0-8A83-4014911146D7}"/>
              </a:ext>
            </a:extLst>
          </p:cNvPr>
          <p:cNvSpPr>
            <a:spLocks noGrp="1"/>
          </p:cNvSpPr>
          <p:nvPr/>
        </p:nvSpPr>
        <p:spPr>
          <a:xfrm>
            <a:off x="5541309" y="3640791"/>
            <a:ext cx="1109382" cy="1109382"/>
          </a:xfrm>
          <a:prstGeom prst="rect">
            <a:avLst/>
          </a:prstGeom>
          <a:solidFill>
            <a:srgbClr val="FF862F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4744_1">
            <a:extLst>
              <a:ext uri="{FF2B5EF4-FFF2-40B4-BE49-F238E27FC236}">
                <a16:creationId xmlns:a16="http://schemas.microsoft.com/office/drawing/2014/main" id="{BEEEE536-0FD6-46BB-B404-170093436707}"/>
              </a:ext>
            </a:extLst>
          </p:cNvPr>
          <p:cNvSpPr>
            <a:spLocks noGrp="1"/>
          </p:cNvSpPr>
          <p:nvPr/>
        </p:nvSpPr>
        <p:spPr>
          <a:xfrm>
            <a:off x="6650691" y="3640791"/>
            <a:ext cx="1109382" cy="1109382"/>
          </a:xfrm>
          <a:prstGeom prst="rect">
            <a:avLst/>
          </a:prstGeom>
          <a:solidFill>
            <a:srgbClr val="FF862F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4749_1">
            <a:extLst>
              <a:ext uri="{FF2B5EF4-FFF2-40B4-BE49-F238E27FC236}">
                <a16:creationId xmlns:a16="http://schemas.microsoft.com/office/drawing/2014/main" id="{370B7D95-2D83-42B7-A001-E496CFC7391B}"/>
              </a:ext>
            </a:extLst>
          </p:cNvPr>
          <p:cNvSpPr>
            <a:spLocks noGrp="1"/>
          </p:cNvSpPr>
          <p:nvPr/>
        </p:nvSpPr>
        <p:spPr>
          <a:xfrm>
            <a:off x="4431926" y="4750174"/>
            <a:ext cx="1109382" cy="1109382"/>
          </a:xfrm>
          <a:prstGeom prst="rect">
            <a:avLst/>
          </a:prstGeom>
          <a:solidFill>
            <a:srgbClr val="FF862F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4753_1">
            <a:extLst>
              <a:ext uri="{FF2B5EF4-FFF2-40B4-BE49-F238E27FC236}">
                <a16:creationId xmlns:a16="http://schemas.microsoft.com/office/drawing/2014/main" id="{282BC022-1651-4705-850F-D8A9E5E940ED}"/>
              </a:ext>
            </a:extLst>
          </p:cNvPr>
          <p:cNvSpPr>
            <a:spLocks noGrp="1"/>
          </p:cNvSpPr>
          <p:nvPr/>
        </p:nvSpPr>
        <p:spPr>
          <a:xfrm>
            <a:off x="5541309" y="4750174"/>
            <a:ext cx="1109382" cy="1109382"/>
          </a:xfrm>
          <a:prstGeom prst="rect">
            <a:avLst/>
          </a:prstGeom>
          <a:solidFill>
            <a:srgbClr val="FF862F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4758_1">
            <a:extLst>
              <a:ext uri="{FF2B5EF4-FFF2-40B4-BE49-F238E27FC236}">
                <a16:creationId xmlns:a16="http://schemas.microsoft.com/office/drawing/2014/main" id="{4A40205E-4286-4629-B5C5-00D747EF6C43}"/>
              </a:ext>
            </a:extLst>
          </p:cNvPr>
          <p:cNvSpPr>
            <a:spLocks noGrp="1"/>
          </p:cNvSpPr>
          <p:nvPr/>
        </p:nvSpPr>
        <p:spPr>
          <a:xfrm>
            <a:off x="6650691" y="4750174"/>
            <a:ext cx="1109382" cy="1109382"/>
          </a:xfrm>
          <a:prstGeom prst="rect">
            <a:avLst/>
          </a:prstGeom>
          <a:solidFill>
            <a:srgbClr val="FF862F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to4713_0_1">
            <a:extLst>
              <a:ext uri="{FF2B5EF4-FFF2-40B4-BE49-F238E27FC236}">
                <a16:creationId xmlns:a16="http://schemas.microsoft.com/office/drawing/2014/main" id="{49D7AA6E-F61B-4550-B740-A1E581D27315}"/>
              </a:ext>
            </a:extLst>
          </p:cNvPr>
          <p:cNvSpPr>
            <a:spLocks noGrp="1"/>
          </p:cNvSpPr>
          <p:nvPr/>
        </p:nvSpPr>
        <p:spPr>
          <a:xfrm>
            <a:off x="4626761" y="998520"/>
            <a:ext cx="2957527" cy="94786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971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971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pPr>
            <a:r>
              <a:rPr sz="5971" b="1">
                <a:solidFill>
                  <a:srgbClr val="FF862F"/>
                </a:solidFill>
                <a:latin typeface="Consolas"/>
                <a:ea typeface="Consolas"/>
                <a:cs typeface="Consolas"/>
              </a:rPr>
              <a:t>Sharpen</a:t>
            </a:r>
          </a:p>
        </p:txBody>
      </p:sp>
      <p:sp>
        <p:nvSpPr>
          <p:cNvPr id="49" name="anim_to4723_0_1">
            <a:extLst>
              <a:ext uri="{FF2B5EF4-FFF2-40B4-BE49-F238E27FC236}">
                <a16:creationId xmlns:a16="http://schemas.microsoft.com/office/drawing/2014/main" id="{9000935F-128B-4FCA-AD3F-588B1DCDBB9A}"/>
              </a:ext>
            </a:extLst>
          </p:cNvPr>
          <p:cNvSpPr>
            <a:spLocks noGrp="1"/>
          </p:cNvSpPr>
          <p:nvPr/>
        </p:nvSpPr>
        <p:spPr>
          <a:xfrm>
            <a:off x="4855450" y="2809639"/>
            <a:ext cx="281386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0" name="anim_to4727_0_1">
            <a:extLst>
              <a:ext uri="{FF2B5EF4-FFF2-40B4-BE49-F238E27FC236}">
                <a16:creationId xmlns:a16="http://schemas.microsoft.com/office/drawing/2014/main" id="{A7DC5C9B-26E9-4CB5-BF2A-0A493CC66A2D}"/>
              </a:ext>
            </a:extLst>
          </p:cNvPr>
          <p:cNvSpPr>
            <a:spLocks noGrp="1"/>
          </p:cNvSpPr>
          <p:nvPr/>
        </p:nvSpPr>
        <p:spPr>
          <a:xfrm>
            <a:off x="5843189" y="2809639"/>
            <a:ext cx="524671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51" name="anim_to4732_0_1">
            <a:extLst>
              <a:ext uri="{FF2B5EF4-FFF2-40B4-BE49-F238E27FC236}">
                <a16:creationId xmlns:a16="http://schemas.microsoft.com/office/drawing/2014/main" id="{92ADAD30-2239-4B5E-9301-9C34F7871053}"/>
              </a:ext>
            </a:extLst>
          </p:cNvPr>
          <p:cNvSpPr>
            <a:spLocks noGrp="1"/>
          </p:cNvSpPr>
          <p:nvPr/>
        </p:nvSpPr>
        <p:spPr>
          <a:xfrm>
            <a:off x="7074215" y="2809639"/>
            <a:ext cx="281386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2" name="anim_to4736_0_1">
            <a:extLst>
              <a:ext uri="{FF2B5EF4-FFF2-40B4-BE49-F238E27FC236}">
                <a16:creationId xmlns:a16="http://schemas.microsoft.com/office/drawing/2014/main" id="{F8FD59E3-AAE7-4344-ADE6-9CDB804B458A}"/>
              </a:ext>
            </a:extLst>
          </p:cNvPr>
          <p:cNvSpPr>
            <a:spLocks noGrp="1"/>
          </p:cNvSpPr>
          <p:nvPr/>
        </p:nvSpPr>
        <p:spPr>
          <a:xfrm>
            <a:off x="4733807" y="3919021"/>
            <a:ext cx="524671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53" name="anim_to4741_0_1">
            <a:extLst>
              <a:ext uri="{FF2B5EF4-FFF2-40B4-BE49-F238E27FC236}">
                <a16:creationId xmlns:a16="http://schemas.microsoft.com/office/drawing/2014/main" id="{BEE94E7D-75EE-44FA-B1BB-EDBFC2687DED}"/>
              </a:ext>
            </a:extLst>
          </p:cNvPr>
          <p:cNvSpPr>
            <a:spLocks noGrp="1"/>
          </p:cNvSpPr>
          <p:nvPr/>
        </p:nvSpPr>
        <p:spPr>
          <a:xfrm>
            <a:off x="5964832" y="3919021"/>
            <a:ext cx="281386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54" name="anim_to4745_0_1">
            <a:extLst>
              <a:ext uri="{FF2B5EF4-FFF2-40B4-BE49-F238E27FC236}">
                <a16:creationId xmlns:a16="http://schemas.microsoft.com/office/drawing/2014/main" id="{84FFB0B0-65E4-4C43-B45E-CFFD6C9BED96}"/>
              </a:ext>
            </a:extLst>
          </p:cNvPr>
          <p:cNvSpPr>
            <a:spLocks noGrp="1"/>
          </p:cNvSpPr>
          <p:nvPr/>
        </p:nvSpPr>
        <p:spPr>
          <a:xfrm>
            <a:off x="6952572" y="3919021"/>
            <a:ext cx="524671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55" name="anim_to4750_0_1">
            <a:extLst>
              <a:ext uri="{FF2B5EF4-FFF2-40B4-BE49-F238E27FC236}">
                <a16:creationId xmlns:a16="http://schemas.microsoft.com/office/drawing/2014/main" id="{85728E63-1955-494A-9A76-1485C2499A20}"/>
              </a:ext>
            </a:extLst>
          </p:cNvPr>
          <p:cNvSpPr>
            <a:spLocks noGrp="1"/>
          </p:cNvSpPr>
          <p:nvPr/>
        </p:nvSpPr>
        <p:spPr>
          <a:xfrm>
            <a:off x="4855450" y="5028404"/>
            <a:ext cx="281386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6" name="anim_to4754_0_1">
            <a:extLst>
              <a:ext uri="{FF2B5EF4-FFF2-40B4-BE49-F238E27FC236}">
                <a16:creationId xmlns:a16="http://schemas.microsoft.com/office/drawing/2014/main" id="{EC4E84A8-54C9-4852-9B7E-552F60371567}"/>
              </a:ext>
            </a:extLst>
          </p:cNvPr>
          <p:cNvSpPr>
            <a:spLocks noGrp="1"/>
          </p:cNvSpPr>
          <p:nvPr/>
        </p:nvSpPr>
        <p:spPr>
          <a:xfrm>
            <a:off x="5843189" y="5028404"/>
            <a:ext cx="524671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57" name="anim_to4759_0_1">
            <a:extLst>
              <a:ext uri="{FF2B5EF4-FFF2-40B4-BE49-F238E27FC236}">
                <a16:creationId xmlns:a16="http://schemas.microsoft.com/office/drawing/2014/main" id="{58740B45-D5F1-41C5-8237-CA0CC48E5617}"/>
              </a:ext>
            </a:extLst>
          </p:cNvPr>
          <p:cNvSpPr>
            <a:spLocks noGrp="1"/>
          </p:cNvSpPr>
          <p:nvPr/>
        </p:nvSpPr>
        <p:spPr>
          <a:xfrm>
            <a:off x="7074215" y="5028404"/>
            <a:ext cx="281386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58" name="anim_o4771_1">
            <a:extLst>
              <a:ext uri="{FF2B5EF4-FFF2-40B4-BE49-F238E27FC236}">
                <a16:creationId xmlns:a16="http://schemas.microsoft.com/office/drawing/2014/main" id="{ED9BDCA5-53F0-4D47-B80C-471F42D43239}"/>
              </a:ext>
            </a:extLst>
          </p:cNvPr>
          <p:cNvSpPr>
            <a:spLocks noGrp="1"/>
          </p:cNvSpPr>
          <p:nvPr/>
        </p:nvSpPr>
        <p:spPr>
          <a:xfrm>
            <a:off x="4431926" y="2531409"/>
            <a:ext cx="1109382" cy="1109382"/>
          </a:xfrm>
          <a:prstGeom prst="rect">
            <a:avLst/>
          </a:prstGeom>
          <a:solidFill>
            <a:srgbClr val="FC6255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o4776_1">
            <a:extLst>
              <a:ext uri="{FF2B5EF4-FFF2-40B4-BE49-F238E27FC236}">
                <a16:creationId xmlns:a16="http://schemas.microsoft.com/office/drawing/2014/main" id="{A6ED0B0D-764A-4AD7-8948-EEBC5BAFB6E5}"/>
              </a:ext>
            </a:extLst>
          </p:cNvPr>
          <p:cNvSpPr>
            <a:spLocks noGrp="1"/>
          </p:cNvSpPr>
          <p:nvPr/>
        </p:nvSpPr>
        <p:spPr>
          <a:xfrm>
            <a:off x="5541309" y="2531409"/>
            <a:ext cx="1109382" cy="1109382"/>
          </a:xfrm>
          <a:prstGeom prst="rect">
            <a:avLst/>
          </a:prstGeom>
          <a:solidFill>
            <a:srgbClr val="FC6255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0" name="anim_o4780_1">
            <a:extLst>
              <a:ext uri="{FF2B5EF4-FFF2-40B4-BE49-F238E27FC236}">
                <a16:creationId xmlns:a16="http://schemas.microsoft.com/office/drawing/2014/main" id="{873E3570-743A-4F72-B268-4758A512896F}"/>
              </a:ext>
            </a:extLst>
          </p:cNvPr>
          <p:cNvSpPr>
            <a:spLocks noGrp="1"/>
          </p:cNvSpPr>
          <p:nvPr/>
        </p:nvSpPr>
        <p:spPr>
          <a:xfrm>
            <a:off x="6650691" y="2531409"/>
            <a:ext cx="1109382" cy="1109382"/>
          </a:xfrm>
          <a:prstGeom prst="rect">
            <a:avLst/>
          </a:prstGeom>
          <a:solidFill>
            <a:srgbClr val="FC6255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" name="anim_o4784_1">
            <a:extLst>
              <a:ext uri="{FF2B5EF4-FFF2-40B4-BE49-F238E27FC236}">
                <a16:creationId xmlns:a16="http://schemas.microsoft.com/office/drawing/2014/main" id="{9777267C-3A4D-43C8-A4B3-849A66F0BE6E}"/>
              </a:ext>
            </a:extLst>
          </p:cNvPr>
          <p:cNvSpPr>
            <a:spLocks noGrp="1"/>
          </p:cNvSpPr>
          <p:nvPr/>
        </p:nvSpPr>
        <p:spPr>
          <a:xfrm>
            <a:off x="4431926" y="3640791"/>
            <a:ext cx="1109382" cy="1109382"/>
          </a:xfrm>
          <a:prstGeom prst="rect">
            <a:avLst/>
          </a:prstGeom>
          <a:solidFill>
            <a:srgbClr val="FC6255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2" name="anim_o4789_1">
            <a:extLst>
              <a:ext uri="{FF2B5EF4-FFF2-40B4-BE49-F238E27FC236}">
                <a16:creationId xmlns:a16="http://schemas.microsoft.com/office/drawing/2014/main" id="{130B14E8-8089-4BF6-BFA0-2E1F8215A0F1}"/>
              </a:ext>
            </a:extLst>
          </p:cNvPr>
          <p:cNvSpPr>
            <a:spLocks noGrp="1"/>
          </p:cNvSpPr>
          <p:nvPr/>
        </p:nvSpPr>
        <p:spPr>
          <a:xfrm>
            <a:off x="5541309" y="3640791"/>
            <a:ext cx="1109382" cy="1109382"/>
          </a:xfrm>
          <a:prstGeom prst="rect">
            <a:avLst/>
          </a:prstGeom>
          <a:solidFill>
            <a:srgbClr val="FC6255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3" name="anim_o4793_1">
            <a:extLst>
              <a:ext uri="{FF2B5EF4-FFF2-40B4-BE49-F238E27FC236}">
                <a16:creationId xmlns:a16="http://schemas.microsoft.com/office/drawing/2014/main" id="{B2C1E7C2-F3BC-4367-B33C-344F35E6A111}"/>
              </a:ext>
            </a:extLst>
          </p:cNvPr>
          <p:cNvSpPr>
            <a:spLocks noGrp="1"/>
          </p:cNvSpPr>
          <p:nvPr/>
        </p:nvSpPr>
        <p:spPr>
          <a:xfrm>
            <a:off x="6650691" y="3640791"/>
            <a:ext cx="1109382" cy="1109382"/>
          </a:xfrm>
          <a:prstGeom prst="rect">
            <a:avLst/>
          </a:prstGeom>
          <a:solidFill>
            <a:srgbClr val="FC6255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4" name="anim_o4797_1">
            <a:extLst>
              <a:ext uri="{FF2B5EF4-FFF2-40B4-BE49-F238E27FC236}">
                <a16:creationId xmlns:a16="http://schemas.microsoft.com/office/drawing/2014/main" id="{926AF816-943C-4614-9179-369603FB8EB8}"/>
              </a:ext>
            </a:extLst>
          </p:cNvPr>
          <p:cNvSpPr>
            <a:spLocks noGrp="1"/>
          </p:cNvSpPr>
          <p:nvPr/>
        </p:nvSpPr>
        <p:spPr>
          <a:xfrm>
            <a:off x="4431926" y="4750174"/>
            <a:ext cx="1109382" cy="1109382"/>
          </a:xfrm>
          <a:prstGeom prst="rect">
            <a:avLst/>
          </a:prstGeom>
          <a:solidFill>
            <a:srgbClr val="FC6255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5" name="anim_o4802_1">
            <a:extLst>
              <a:ext uri="{FF2B5EF4-FFF2-40B4-BE49-F238E27FC236}">
                <a16:creationId xmlns:a16="http://schemas.microsoft.com/office/drawing/2014/main" id="{2072BA2B-5430-4FCE-8830-0C4A62C18A17}"/>
              </a:ext>
            </a:extLst>
          </p:cNvPr>
          <p:cNvSpPr>
            <a:spLocks noGrp="1"/>
          </p:cNvSpPr>
          <p:nvPr/>
        </p:nvSpPr>
        <p:spPr>
          <a:xfrm>
            <a:off x="5541309" y="4750174"/>
            <a:ext cx="1109382" cy="1109382"/>
          </a:xfrm>
          <a:prstGeom prst="rect">
            <a:avLst/>
          </a:prstGeom>
          <a:solidFill>
            <a:srgbClr val="FC6255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6" name="anim_o4806_1">
            <a:extLst>
              <a:ext uri="{FF2B5EF4-FFF2-40B4-BE49-F238E27FC236}">
                <a16:creationId xmlns:a16="http://schemas.microsoft.com/office/drawing/2014/main" id="{3BDE053B-EB5C-4812-86B3-7254FDCEA32A}"/>
              </a:ext>
            </a:extLst>
          </p:cNvPr>
          <p:cNvSpPr>
            <a:spLocks noGrp="1"/>
          </p:cNvSpPr>
          <p:nvPr/>
        </p:nvSpPr>
        <p:spPr>
          <a:xfrm>
            <a:off x="6650691" y="4750174"/>
            <a:ext cx="1109382" cy="1109382"/>
          </a:xfrm>
          <a:prstGeom prst="rect">
            <a:avLst/>
          </a:prstGeom>
          <a:solidFill>
            <a:srgbClr val="FC6255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7" name="anim_to4762_0_1">
            <a:extLst>
              <a:ext uri="{FF2B5EF4-FFF2-40B4-BE49-F238E27FC236}">
                <a16:creationId xmlns:a16="http://schemas.microsoft.com/office/drawing/2014/main" id="{39BF19E6-FD66-4E82-A2A1-426324386409}"/>
              </a:ext>
            </a:extLst>
          </p:cNvPr>
          <p:cNvSpPr>
            <a:spLocks noGrp="1"/>
          </p:cNvSpPr>
          <p:nvPr/>
        </p:nvSpPr>
        <p:spPr>
          <a:xfrm>
            <a:off x="4626761" y="998520"/>
            <a:ext cx="2957527" cy="94786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971" b="1">
                <a:solidFill>
                  <a:srgbClr val="FC6255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971" b="1">
                <a:solidFill>
                  <a:srgbClr val="FC6255"/>
                </a:solidFill>
                <a:latin typeface="Consolas"/>
                <a:ea typeface="Consolas"/>
                <a:cs typeface="Consolas"/>
              </a:defRPr>
            </a:pPr>
            <a:r>
              <a:rPr sz="5971" b="1">
                <a:solidFill>
                  <a:srgbClr val="FC6255"/>
                </a:solidFill>
                <a:latin typeface="Consolas"/>
                <a:ea typeface="Consolas"/>
                <a:cs typeface="Consolas"/>
              </a:rPr>
              <a:t>Sobel X</a:t>
            </a:r>
          </a:p>
        </p:txBody>
      </p:sp>
      <p:sp>
        <p:nvSpPr>
          <p:cNvPr id="68" name="anim_to4772_0_1">
            <a:extLst>
              <a:ext uri="{FF2B5EF4-FFF2-40B4-BE49-F238E27FC236}">
                <a16:creationId xmlns:a16="http://schemas.microsoft.com/office/drawing/2014/main" id="{025C5D2F-AFD5-44A6-A892-3F46A712A4CB}"/>
              </a:ext>
            </a:extLst>
          </p:cNvPr>
          <p:cNvSpPr>
            <a:spLocks noGrp="1"/>
          </p:cNvSpPr>
          <p:nvPr/>
        </p:nvSpPr>
        <p:spPr>
          <a:xfrm>
            <a:off x="4733807" y="2809639"/>
            <a:ext cx="524671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69" name="anim_to4777_0_1">
            <a:extLst>
              <a:ext uri="{FF2B5EF4-FFF2-40B4-BE49-F238E27FC236}">
                <a16:creationId xmlns:a16="http://schemas.microsoft.com/office/drawing/2014/main" id="{E8D938E3-8ECF-4B41-97A4-0E1454E38B31}"/>
              </a:ext>
            </a:extLst>
          </p:cNvPr>
          <p:cNvSpPr>
            <a:spLocks noGrp="1"/>
          </p:cNvSpPr>
          <p:nvPr/>
        </p:nvSpPr>
        <p:spPr>
          <a:xfrm>
            <a:off x="5964832" y="2809639"/>
            <a:ext cx="281386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70" name="anim_to4781_0_1">
            <a:extLst>
              <a:ext uri="{FF2B5EF4-FFF2-40B4-BE49-F238E27FC236}">
                <a16:creationId xmlns:a16="http://schemas.microsoft.com/office/drawing/2014/main" id="{EC3CEE2E-EEFF-4B2F-8449-A73AB2183017}"/>
              </a:ext>
            </a:extLst>
          </p:cNvPr>
          <p:cNvSpPr>
            <a:spLocks noGrp="1"/>
          </p:cNvSpPr>
          <p:nvPr/>
        </p:nvSpPr>
        <p:spPr>
          <a:xfrm>
            <a:off x="7074215" y="2809639"/>
            <a:ext cx="281386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71" name="anim_to4785_0_1">
            <a:extLst>
              <a:ext uri="{FF2B5EF4-FFF2-40B4-BE49-F238E27FC236}">
                <a16:creationId xmlns:a16="http://schemas.microsoft.com/office/drawing/2014/main" id="{3843B308-EFED-4557-B5A0-A2237334A352}"/>
              </a:ext>
            </a:extLst>
          </p:cNvPr>
          <p:cNvSpPr>
            <a:spLocks noGrp="1"/>
          </p:cNvSpPr>
          <p:nvPr/>
        </p:nvSpPr>
        <p:spPr>
          <a:xfrm>
            <a:off x="4733807" y="3919021"/>
            <a:ext cx="524671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-2</a:t>
            </a:r>
          </a:p>
        </p:txBody>
      </p:sp>
      <p:sp>
        <p:nvSpPr>
          <p:cNvPr id="72" name="anim_to4790_0_1">
            <a:extLst>
              <a:ext uri="{FF2B5EF4-FFF2-40B4-BE49-F238E27FC236}">
                <a16:creationId xmlns:a16="http://schemas.microsoft.com/office/drawing/2014/main" id="{F465911C-B264-4280-B9BD-A90446C0551E}"/>
              </a:ext>
            </a:extLst>
          </p:cNvPr>
          <p:cNvSpPr>
            <a:spLocks noGrp="1"/>
          </p:cNvSpPr>
          <p:nvPr/>
        </p:nvSpPr>
        <p:spPr>
          <a:xfrm>
            <a:off x="5964832" y="3919021"/>
            <a:ext cx="281386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73" name="anim_to4794_0_1">
            <a:extLst>
              <a:ext uri="{FF2B5EF4-FFF2-40B4-BE49-F238E27FC236}">
                <a16:creationId xmlns:a16="http://schemas.microsoft.com/office/drawing/2014/main" id="{C36AD0DD-C658-492A-962E-AA62CAE45109}"/>
              </a:ext>
            </a:extLst>
          </p:cNvPr>
          <p:cNvSpPr>
            <a:spLocks noGrp="1"/>
          </p:cNvSpPr>
          <p:nvPr/>
        </p:nvSpPr>
        <p:spPr>
          <a:xfrm>
            <a:off x="7074215" y="3919021"/>
            <a:ext cx="281386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74" name="anim_to4798_0_1">
            <a:extLst>
              <a:ext uri="{FF2B5EF4-FFF2-40B4-BE49-F238E27FC236}">
                <a16:creationId xmlns:a16="http://schemas.microsoft.com/office/drawing/2014/main" id="{710FF01E-5E52-422D-87D9-A0A00B465E39}"/>
              </a:ext>
            </a:extLst>
          </p:cNvPr>
          <p:cNvSpPr>
            <a:spLocks noGrp="1"/>
          </p:cNvSpPr>
          <p:nvPr/>
        </p:nvSpPr>
        <p:spPr>
          <a:xfrm>
            <a:off x="4733807" y="5028404"/>
            <a:ext cx="524671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75" name="anim_to4803_0_1">
            <a:extLst>
              <a:ext uri="{FF2B5EF4-FFF2-40B4-BE49-F238E27FC236}">
                <a16:creationId xmlns:a16="http://schemas.microsoft.com/office/drawing/2014/main" id="{7EF289BD-1609-49C3-AFE5-6CAE3F4B024C}"/>
              </a:ext>
            </a:extLst>
          </p:cNvPr>
          <p:cNvSpPr>
            <a:spLocks noGrp="1"/>
          </p:cNvSpPr>
          <p:nvPr/>
        </p:nvSpPr>
        <p:spPr>
          <a:xfrm>
            <a:off x="5964832" y="5028404"/>
            <a:ext cx="281386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76" name="anim_to4807_0_1">
            <a:extLst>
              <a:ext uri="{FF2B5EF4-FFF2-40B4-BE49-F238E27FC236}">
                <a16:creationId xmlns:a16="http://schemas.microsoft.com/office/drawing/2014/main" id="{530AA7F9-20CC-4E3D-892A-36F35E96E126}"/>
              </a:ext>
            </a:extLst>
          </p:cNvPr>
          <p:cNvSpPr>
            <a:spLocks noGrp="1"/>
          </p:cNvSpPr>
          <p:nvPr/>
        </p:nvSpPr>
        <p:spPr>
          <a:xfrm>
            <a:off x="7074215" y="5028404"/>
            <a:ext cx="281386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8503751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8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8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8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8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8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8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8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8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8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8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8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8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8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8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8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8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8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8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8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8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8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8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8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8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8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" dur="8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8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" dur="8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" dur="8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" dur="8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" dur="8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8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" dur="8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" dur="8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" dur="8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7" dur="8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" dur="8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8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8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8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8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8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8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8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8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8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8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8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8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8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8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8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8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8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8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8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2" dur="8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5" dur="8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8" dur="8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1" dur="8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4" dur="8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7" dur="8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0" dur="8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3" dur="8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6" dur="8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9" dur="8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2" dur="8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5" dur="8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8" dur="8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1" dur="8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4" dur="8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7" dur="8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0" dur="8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3" dur="8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6" dur="8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0" dur="8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3" dur="8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6" dur="8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" dur="8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2" dur="8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5" dur="8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8" dur="8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1" dur="8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4" dur="8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" dur="8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0" dur="8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3" dur="8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6" dur="8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8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2" dur="8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5" dur="8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8" dur="8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1" dur="8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4" dur="8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5" fill="hold">
                      <p:stCondLst>
                        <p:cond delay="indefinite"/>
                      </p:stCondLst>
                      <p:childTnLst>
                        <p:par>
                          <p:cTn id="296" fill="hold">
                            <p:stCondLst>
                              <p:cond delay="0"/>
                            </p:stCondLst>
                            <p:childTnLst>
                              <p:par>
                                <p:cTn id="29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8" dur="8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1" dur="8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4" dur="8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7" dur="8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0" dur="8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3" dur="8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6" dur="8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9" dur="8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2" dur="8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5" dur="8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8" dur="8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1" dur="8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4" dur="8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7" dur="8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0" dur="8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3" dur="8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6" dur="8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9" dur="8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2" dur="8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6" dur="8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9" dur="8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2" dur="8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5" dur="8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8" dur="8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1" dur="8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4" dur="8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7" dur="8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0" dur="8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3" dur="8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6" dur="8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9" dur="8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2" dur="8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5" dur="8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8" dur="8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1" dur="8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4" dur="8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7" dur="8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0" dur="8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/>
      <p:bldP spid="77" grpId="1"/>
      <p:bldP spid="2" grpId="0" animBg="1"/>
      <p:bldP spid="2" grpId="1" animBg="1"/>
      <p:bldP spid="3" grpId="0" animBg="1"/>
      <p:bldP spid="3" grpId="1" animBg="1"/>
      <p:bldP spid="4" grpId="0" animBg="1"/>
      <p:bldP spid="4" grpId="1" animBg="1"/>
      <p:bldP spid="5" grpId="0" animBg="1"/>
      <p:bldP spid="5" grpId="1" animBg="1"/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9" grpId="0" animBg="1"/>
      <p:bldP spid="9" grpId="1" animBg="1"/>
      <p:bldP spid="10" grpId="0" animBg="1"/>
      <p:bldP spid="10" grpId="1" animBg="1"/>
      <p:bldP spid="11" grpId="0"/>
      <p:bldP spid="11" grpId="1"/>
      <p:bldP spid="12" grpId="0"/>
      <p:bldP spid="12" grpId="1"/>
      <p:bldP spid="13" grpId="0"/>
      <p:bldP spid="13" grpId="1"/>
      <p:bldP spid="14" grpId="0"/>
      <p:bldP spid="14" grpId="1"/>
      <p:bldP spid="15" grpId="0"/>
      <p:bldP spid="15" grpId="1"/>
      <p:bldP spid="16" grpId="0"/>
      <p:bldP spid="16" grpId="1"/>
      <p:bldP spid="17" grpId="0"/>
      <p:bldP spid="17" grpId="1"/>
      <p:bldP spid="18" grpId="0"/>
      <p:bldP spid="18" grpId="1"/>
      <p:bldP spid="19" grpId="0"/>
      <p:bldP spid="19" grpId="1"/>
      <p:bldP spid="20" grpId="0" animBg="1"/>
      <p:bldP spid="20" grpId="1" animBg="1"/>
      <p:bldP spid="21" grpId="0" animBg="1"/>
      <p:bldP spid="21" grpId="1" animBg="1"/>
      <p:bldP spid="22" grpId="0" animBg="1"/>
      <p:bldP spid="22" grpId="1" animBg="1"/>
      <p:bldP spid="23" grpId="0" animBg="1"/>
      <p:bldP spid="23" grpId="1" animBg="1"/>
      <p:bldP spid="24" grpId="0" animBg="1"/>
      <p:bldP spid="24" grpId="1" animBg="1"/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/>
      <p:bldP spid="29" grpId="1"/>
      <p:bldP spid="30" grpId="0"/>
      <p:bldP spid="30" grpId="1"/>
      <p:bldP spid="31" grpId="0"/>
      <p:bldP spid="31" grpId="1"/>
      <p:bldP spid="32" grpId="0"/>
      <p:bldP spid="32" grpId="1"/>
      <p:bldP spid="33" grpId="0"/>
      <p:bldP spid="33" grpId="1"/>
      <p:bldP spid="34" grpId="0"/>
      <p:bldP spid="34" grpId="1"/>
      <p:bldP spid="35" grpId="0"/>
      <p:bldP spid="35" grpId="1"/>
      <p:bldP spid="36" grpId="0"/>
      <p:bldP spid="36" grpId="1"/>
      <p:bldP spid="37" grpId="0"/>
      <p:bldP spid="37" grpId="1"/>
      <p:bldP spid="38" grpId="0"/>
      <p:bldP spid="38" grpId="1"/>
      <p:bldP spid="39" grpId="0" animBg="1"/>
      <p:bldP spid="39" grpId="1" animBg="1"/>
      <p:bldP spid="40" grpId="0" animBg="1"/>
      <p:bldP spid="40" grpId="1" animBg="1"/>
      <p:bldP spid="41" grpId="0" animBg="1"/>
      <p:bldP spid="41" grpId="1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/>
      <p:bldP spid="48" grpId="1"/>
      <p:bldP spid="49" grpId="0"/>
      <p:bldP spid="49" grpId="1"/>
      <p:bldP spid="50" grpId="0"/>
      <p:bldP spid="50" grpId="1"/>
      <p:bldP spid="51" grpId="0"/>
      <p:bldP spid="51" grpId="1"/>
      <p:bldP spid="52" grpId="0"/>
      <p:bldP spid="52" grpId="1"/>
      <p:bldP spid="53" grpId="0"/>
      <p:bldP spid="53" grpId="1"/>
      <p:bldP spid="54" grpId="0"/>
      <p:bldP spid="54" grpId="1"/>
      <p:bldP spid="55" grpId="0"/>
      <p:bldP spid="55" grpId="1"/>
      <p:bldP spid="56" grpId="0"/>
      <p:bldP spid="56" grpId="1"/>
      <p:bldP spid="57" grpId="0"/>
      <p:bldP spid="57" grpId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anim_o4771_1">
            <a:extLst>
              <a:ext uri="{FF2B5EF4-FFF2-40B4-BE49-F238E27FC236}">
                <a16:creationId xmlns:a16="http://schemas.microsoft.com/office/drawing/2014/main" id="{FABE2F5A-8DED-4ACD-8F8F-1F1BD219A3B3}"/>
              </a:ext>
            </a:extLst>
          </p:cNvPr>
          <p:cNvSpPr>
            <a:spLocks noGrp="1"/>
          </p:cNvSpPr>
          <p:nvPr/>
        </p:nvSpPr>
        <p:spPr>
          <a:xfrm>
            <a:off x="4431926" y="2531409"/>
            <a:ext cx="1109382" cy="1109382"/>
          </a:xfrm>
          <a:prstGeom prst="rect">
            <a:avLst/>
          </a:prstGeom>
          <a:solidFill>
            <a:srgbClr val="FC6255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4776_1">
            <a:extLst>
              <a:ext uri="{FF2B5EF4-FFF2-40B4-BE49-F238E27FC236}">
                <a16:creationId xmlns:a16="http://schemas.microsoft.com/office/drawing/2014/main" id="{6734C5CA-FA78-48B4-980C-8947041C0157}"/>
              </a:ext>
            </a:extLst>
          </p:cNvPr>
          <p:cNvSpPr>
            <a:spLocks noGrp="1"/>
          </p:cNvSpPr>
          <p:nvPr/>
        </p:nvSpPr>
        <p:spPr>
          <a:xfrm>
            <a:off x="5541309" y="2531409"/>
            <a:ext cx="1109382" cy="1109382"/>
          </a:xfrm>
          <a:prstGeom prst="rect">
            <a:avLst/>
          </a:prstGeom>
          <a:solidFill>
            <a:srgbClr val="FC6255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4780_1">
            <a:extLst>
              <a:ext uri="{FF2B5EF4-FFF2-40B4-BE49-F238E27FC236}">
                <a16:creationId xmlns:a16="http://schemas.microsoft.com/office/drawing/2014/main" id="{A1D9B34C-8220-425E-9E4D-B2EEF6300365}"/>
              </a:ext>
            </a:extLst>
          </p:cNvPr>
          <p:cNvSpPr>
            <a:spLocks noGrp="1"/>
          </p:cNvSpPr>
          <p:nvPr/>
        </p:nvSpPr>
        <p:spPr>
          <a:xfrm>
            <a:off x="6650691" y="2531409"/>
            <a:ext cx="1109382" cy="1109382"/>
          </a:xfrm>
          <a:prstGeom prst="rect">
            <a:avLst/>
          </a:prstGeom>
          <a:solidFill>
            <a:srgbClr val="FC6255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4784_1">
            <a:extLst>
              <a:ext uri="{FF2B5EF4-FFF2-40B4-BE49-F238E27FC236}">
                <a16:creationId xmlns:a16="http://schemas.microsoft.com/office/drawing/2014/main" id="{9E871D8D-D062-43C8-8222-74217535F5F1}"/>
              </a:ext>
            </a:extLst>
          </p:cNvPr>
          <p:cNvSpPr>
            <a:spLocks noGrp="1"/>
          </p:cNvSpPr>
          <p:nvPr/>
        </p:nvSpPr>
        <p:spPr>
          <a:xfrm>
            <a:off x="4431926" y="3640791"/>
            <a:ext cx="1109382" cy="1109382"/>
          </a:xfrm>
          <a:prstGeom prst="rect">
            <a:avLst/>
          </a:prstGeom>
          <a:solidFill>
            <a:srgbClr val="FC6255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4789_1">
            <a:extLst>
              <a:ext uri="{FF2B5EF4-FFF2-40B4-BE49-F238E27FC236}">
                <a16:creationId xmlns:a16="http://schemas.microsoft.com/office/drawing/2014/main" id="{ACCFE944-891F-4DEC-B02D-69509B48BB9F}"/>
              </a:ext>
            </a:extLst>
          </p:cNvPr>
          <p:cNvSpPr>
            <a:spLocks noGrp="1"/>
          </p:cNvSpPr>
          <p:nvPr/>
        </p:nvSpPr>
        <p:spPr>
          <a:xfrm>
            <a:off x="5541309" y="3640791"/>
            <a:ext cx="1109382" cy="1109382"/>
          </a:xfrm>
          <a:prstGeom prst="rect">
            <a:avLst/>
          </a:prstGeom>
          <a:solidFill>
            <a:srgbClr val="FC6255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4793_1">
            <a:extLst>
              <a:ext uri="{FF2B5EF4-FFF2-40B4-BE49-F238E27FC236}">
                <a16:creationId xmlns:a16="http://schemas.microsoft.com/office/drawing/2014/main" id="{F3E5FC3F-A6FA-40D9-9E6E-063EF7DF8091}"/>
              </a:ext>
            </a:extLst>
          </p:cNvPr>
          <p:cNvSpPr>
            <a:spLocks noGrp="1"/>
          </p:cNvSpPr>
          <p:nvPr/>
        </p:nvSpPr>
        <p:spPr>
          <a:xfrm>
            <a:off x="6650691" y="3640791"/>
            <a:ext cx="1109382" cy="1109382"/>
          </a:xfrm>
          <a:prstGeom prst="rect">
            <a:avLst/>
          </a:prstGeom>
          <a:solidFill>
            <a:srgbClr val="FC6255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4797_1">
            <a:extLst>
              <a:ext uri="{FF2B5EF4-FFF2-40B4-BE49-F238E27FC236}">
                <a16:creationId xmlns:a16="http://schemas.microsoft.com/office/drawing/2014/main" id="{3EDB81BF-4F1D-4EBB-99F9-9DFB815CB12B}"/>
              </a:ext>
            </a:extLst>
          </p:cNvPr>
          <p:cNvSpPr>
            <a:spLocks noGrp="1"/>
          </p:cNvSpPr>
          <p:nvPr/>
        </p:nvSpPr>
        <p:spPr>
          <a:xfrm>
            <a:off x="4431926" y="4750174"/>
            <a:ext cx="1109382" cy="1109382"/>
          </a:xfrm>
          <a:prstGeom prst="rect">
            <a:avLst/>
          </a:prstGeom>
          <a:solidFill>
            <a:srgbClr val="FC6255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4802_1">
            <a:extLst>
              <a:ext uri="{FF2B5EF4-FFF2-40B4-BE49-F238E27FC236}">
                <a16:creationId xmlns:a16="http://schemas.microsoft.com/office/drawing/2014/main" id="{099E23C0-3CBD-4894-9060-0F3D20F24931}"/>
              </a:ext>
            </a:extLst>
          </p:cNvPr>
          <p:cNvSpPr>
            <a:spLocks noGrp="1"/>
          </p:cNvSpPr>
          <p:nvPr/>
        </p:nvSpPr>
        <p:spPr>
          <a:xfrm>
            <a:off x="5541309" y="4750174"/>
            <a:ext cx="1109382" cy="1109382"/>
          </a:xfrm>
          <a:prstGeom prst="rect">
            <a:avLst/>
          </a:prstGeom>
          <a:solidFill>
            <a:srgbClr val="FC6255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4806_1">
            <a:extLst>
              <a:ext uri="{FF2B5EF4-FFF2-40B4-BE49-F238E27FC236}">
                <a16:creationId xmlns:a16="http://schemas.microsoft.com/office/drawing/2014/main" id="{C8C17A7C-6E65-4030-B623-BD8B35412409}"/>
              </a:ext>
            </a:extLst>
          </p:cNvPr>
          <p:cNvSpPr>
            <a:spLocks noGrp="1"/>
          </p:cNvSpPr>
          <p:nvPr/>
        </p:nvSpPr>
        <p:spPr>
          <a:xfrm>
            <a:off x="6650691" y="4750174"/>
            <a:ext cx="1109382" cy="1109382"/>
          </a:xfrm>
          <a:prstGeom prst="rect">
            <a:avLst/>
          </a:prstGeom>
          <a:solidFill>
            <a:srgbClr val="FC6255">
              <a:alpha val="75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to4762_0_1">
            <a:extLst>
              <a:ext uri="{FF2B5EF4-FFF2-40B4-BE49-F238E27FC236}">
                <a16:creationId xmlns:a16="http://schemas.microsoft.com/office/drawing/2014/main" id="{337A4FDC-7201-4BD1-B9A6-317363C86153}"/>
              </a:ext>
            </a:extLst>
          </p:cNvPr>
          <p:cNvSpPr>
            <a:spLocks noGrp="1"/>
          </p:cNvSpPr>
          <p:nvPr/>
        </p:nvSpPr>
        <p:spPr>
          <a:xfrm>
            <a:off x="4626761" y="998520"/>
            <a:ext cx="2957527" cy="94786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971" b="1">
                <a:solidFill>
                  <a:srgbClr val="FC6255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971" b="1">
                <a:solidFill>
                  <a:srgbClr val="FC6255"/>
                </a:solidFill>
                <a:latin typeface="Consolas"/>
                <a:ea typeface="Consolas"/>
                <a:cs typeface="Consolas"/>
              </a:defRPr>
            </a:pPr>
            <a:r>
              <a:rPr sz="5971" b="1">
                <a:solidFill>
                  <a:srgbClr val="FC6255"/>
                </a:solidFill>
                <a:latin typeface="Consolas"/>
                <a:ea typeface="Consolas"/>
                <a:cs typeface="Consolas"/>
              </a:rPr>
              <a:t>Sobel X</a:t>
            </a:r>
          </a:p>
        </p:txBody>
      </p:sp>
      <p:sp>
        <p:nvSpPr>
          <p:cNvPr id="11" name="anim_to4772_0_1">
            <a:extLst>
              <a:ext uri="{FF2B5EF4-FFF2-40B4-BE49-F238E27FC236}">
                <a16:creationId xmlns:a16="http://schemas.microsoft.com/office/drawing/2014/main" id="{D40AC2F8-58C2-4FB9-9607-34961A448811}"/>
              </a:ext>
            </a:extLst>
          </p:cNvPr>
          <p:cNvSpPr>
            <a:spLocks noGrp="1"/>
          </p:cNvSpPr>
          <p:nvPr/>
        </p:nvSpPr>
        <p:spPr>
          <a:xfrm>
            <a:off x="4733807" y="2809639"/>
            <a:ext cx="524671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2" name="anim_to4777_0_1">
            <a:extLst>
              <a:ext uri="{FF2B5EF4-FFF2-40B4-BE49-F238E27FC236}">
                <a16:creationId xmlns:a16="http://schemas.microsoft.com/office/drawing/2014/main" id="{F98E8747-92D3-404E-A880-C4FB09FCE04C}"/>
              </a:ext>
            </a:extLst>
          </p:cNvPr>
          <p:cNvSpPr>
            <a:spLocks noGrp="1"/>
          </p:cNvSpPr>
          <p:nvPr/>
        </p:nvSpPr>
        <p:spPr>
          <a:xfrm>
            <a:off x="5964832" y="2809639"/>
            <a:ext cx="281386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3" name="anim_to4781_0_1">
            <a:extLst>
              <a:ext uri="{FF2B5EF4-FFF2-40B4-BE49-F238E27FC236}">
                <a16:creationId xmlns:a16="http://schemas.microsoft.com/office/drawing/2014/main" id="{773E0549-0F38-4EE1-BEF8-2EAFED7141DD}"/>
              </a:ext>
            </a:extLst>
          </p:cNvPr>
          <p:cNvSpPr>
            <a:spLocks noGrp="1"/>
          </p:cNvSpPr>
          <p:nvPr/>
        </p:nvSpPr>
        <p:spPr>
          <a:xfrm>
            <a:off x="7074215" y="2809639"/>
            <a:ext cx="281386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14" name="anim_to4785_0_1">
            <a:extLst>
              <a:ext uri="{FF2B5EF4-FFF2-40B4-BE49-F238E27FC236}">
                <a16:creationId xmlns:a16="http://schemas.microsoft.com/office/drawing/2014/main" id="{9FDACD4D-8B20-4FFC-B9B1-82467CE1C06C}"/>
              </a:ext>
            </a:extLst>
          </p:cNvPr>
          <p:cNvSpPr>
            <a:spLocks noGrp="1"/>
          </p:cNvSpPr>
          <p:nvPr/>
        </p:nvSpPr>
        <p:spPr>
          <a:xfrm>
            <a:off x="4733807" y="3919021"/>
            <a:ext cx="524671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-2</a:t>
            </a:r>
          </a:p>
        </p:txBody>
      </p:sp>
      <p:sp>
        <p:nvSpPr>
          <p:cNvPr id="15" name="anim_to4790_0_1">
            <a:extLst>
              <a:ext uri="{FF2B5EF4-FFF2-40B4-BE49-F238E27FC236}">
                <a16:creationId xmlns:a16="http://schemas.microsoft.com/office/drawing/2014/main" id="{D985DA91-B4B7-4C0C-B4B8-5A49F3A8ED8B}"/>
              </a:ext>
            </a:extLst>
          </p:cNvPr>
          <p:cNvSpPr>
            <a:spLocks noGrp="1"/>
          </p:cNvSpPr>
          <p:nvPr/>
        </p:nvSpPr>
        <p:spPr>
          <a:xfrm>
            <a:off x="5964832" y="3919021"/>
            <a:ext cx="281386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6" name="anim_to4794_0_1">
            <a:extLst>
              <a:ext uri="{FF2B5EF4-FFF2-40B4-BE49-F238E27FC236}">
                <a16:creationId xmlns:a16="http://schemas.microsoft.com/office/drawing/2014/main" id="{6F06A3D9-ABCB-4104-8145-50C5EDCD8969}"/>
              </a:ext>
            </a:extLst>
          </p:cNvPr>
          <p:cNvSpPr>
            <a:spLocks noGrp="1"/>
          </p:cNvSpPr>
          <p:nvPr/>
        </p:nvSpPr>
        <p:spPr>
          <a:xfrm>
            <a:off x="7074215" y="3919021"/>
            <a:ext cx="281386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17" name="anim_to4798_0_1">
            <a:extLst>
              <a:ext uri="{FF2B5EF4-FFF2-40B4-BE49-F238E27FC236}">
                <a16:creationId xmlns:a16="http://schemas.microsoft.com/office/drawing/2014/main" id="{2CD2C2B7-1E63-4FBD-936F-AD9507B8CFDD}"/>
              </a:ext>
            </a:extLst>
          </p:cNvPr>
          <p:cNvSpPr>
            <a:spLocks noGrp="1"/>
          </p:cNvSpPr>
          <p:nvPr/>
        </p:nvSpPr>
        <p:spPr>
          <a:xfrm>
            <a:off x="4733807" y="5028404"/>
            <a:ext cx="524671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-1</a:t>
            </a:r>
          </a:p>
        </p:txBody>
      </p:sp>
      <p:sp>
        <p:nvSpPr>
          <p:cNvPr id="18" name="anim_to4803_0_1">
            <a:extLst>
              <a:ext uri="{FF2B5EF4-FFF2-40B4-BE49-F238E27FC236}">
                <a16:creationId xmlns:a16="http://schemas.microsoft.com/office/drawing/2014/main" id="{1730626A-DA1C-462D-A801-91C4ADA854AF}"/>
              </a:ext>
            </a:extLst>
          </p:cNvPr>
          <p:cNvSpPr>
            <a:spLocks noGrp="1"/>
          </p:cNvSpPr>
          <p:nvPr/>
        </p:nvSpPr>
        <p:spPr>
          <a:xfrm>
            <a:off x="5964832" y="5028404"/>
            <a:ext cx="281386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19" name="anim_to4807_0_1">
            <a:extLst>
              <a:ext uri="{FF2B5EF4-FFF2-40B4-BE49-F238E27FC236}">
                <a16:creationId xmlns:a16="http://schemas.microsoft.com/office/drawing/2014/main" id="{79B1D9D8-22DF-406C-AA3F-A92ED5BB484E}"/>
              </a:ext>
            </a:extLst>
          </p:cNvPr>
          <p:cNvSpPr>
            <a:spLocks noGrp="1"/>
          </p:cNvSpPr>
          <p:nvPr/>
        </p:nvSpPr>
        <p:spPr>
          <a:xfrm>
            <a:off x="7074215" y="5028404"/>
            <a:ext cx="281386" cy="55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83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83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20" name="anim_o4828_1">
            <a:extLst>
              <a:ext uri="{FF2B5EF4-FFF2-40B4-BE49-F238E27FC236}">
                <a16:creationId xmlns:a16="http://schemas.microsoft.com/office/drawing/2014/main" id="{EFC8BC83-0F88-4CA9-A70F-79A25673277F}"/>
              </a:ext>
            </a:extLst>
          </p:cNvPr>
          <p:cNvSpPr>
            <a:spLocks noGrp="1"/>
          </p:cNvSpPr>
          <p:nvPr/>
        </p:nvSpPr>
        <p:spPr>
          <a:xfrm>
            <a:off x="4583206" y="2682688"/>
            <a:ext cx="1008529" cy="1008529"/>
          </a:xfrm>
          <a:prstGeom prst="rect">
            <a:avLst/>
          </a:prstGeom>
          <a:solidFill>
            <a:srgbClr val="FFFF00">
              <a:alpha val="100000"/>
            </a:srgbClr>
          </a:solidFill>
          <a:ln w="19050">
            <a:solidFill>
              <a:srgbClr val="1C758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4837_1">
            <a:extLst>
              <a:ext uri="{FF2B5EF4-FFF2-40B4-BE49-F238E27FC236}">
                <a16:creationId xmlns:a16="http://schemas.microsoft.com/office/drawing/2014/main" id="{094E34D3-268F-48D7-97BB-4265202605DC}"/>
              </a:ext>
            </a:extLst>
          </p:cNvPr>
          <p:cNvSpPr>
            <a:spLocks noGrp="1"/>
          </p:cNvSpPr>
          <p:nvPr/>
        </p:nvSpPr>
        <p:spPr>
          <a:xfrm>
            <a:off x="5591735" y="2682688"/>
            <a:ext cx="1008529" cy="1008529"/>
          </a:xfrm>
          <a:prstGeom prst="rect">
            <a:avLst/>
          </a:prstGeom>
          <a:solidFill>
            <a:srgbClr val="FFFF00">
              <a:alpha val="100000"/>
            </a:srgbClr>
          </a:solidFill>
          <a:ln w="19050">
            <a:solidFill>
              <a:srgbClr val="1C758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4846_1">
            <a:extLst>
              <a:ext uri="{FF2B5EF4-FFF2-40B4-BE49-F238E27FC236}">
                <a16:creationId xmlns:a16="http://schemas.microsoft.com/office/drawing/2014/main" id="{1AFCA961-EC09-4540-AF6C-403CAD2ABF8F}"/>
              </a:ext>
            </a:extLst>
          </p:cNvPr>
          <p:cNvSpPr>
            <a:spLocks noGrp="1"/>
          </p:cNvSpPr>
          <p:nvPr/>
        </p:nvSpPr>
        <p:spPr>
          <a:xfrm>
            <a:off x="6600265" y="2682688"/>
            <a:ext cx="1008529" cy="1008529"/>
          </a:xfrm>
          <a:prstGeom prst="rect">
            <a:avLst/>
          </a:prstGeom>
          <a:solidFill>
            <a:srgbClr val="FFFF00">
              <a:alpha val="100000"/>
            </a:srgbClr>
          </a:solidFill>
          <a:ln w="19050">
            <a:solidFill>
              <a:srgbClr val="1C758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4855_1">
            <a:extLst>
              <a:ext uri="{FF2B5EF4-FFF2-40B4-BE49-F238E27FC236}">
                <a16:creationId xmlns:a16="http://schemas.microsoft.com/office/drawing/2014/main" id="{914DC2DA-FCCD-45BA-8FC0-078741D74B71}"/>
              </a:ext>
            </a:extLst>
          </p:cNvPr>
          <p:cNvSpPr>
            <a:spLocks noGrp="1"/>
          </p:cNvSpPr>
          <p:nvPr/>
        </p:nvSpPr>
        <p:spPr>
          <a:xfrm>
            <a:off x="4583206" y="3691218"/>
            <a:ext cx="1008529" cy="1008529"/>
          </a:xfrm>
          <a:prstGeom prst="rect">
            <a:avLst/>
          </a:prstGeom>
          <a:solidFill>
            <a:srgbClr val="FFFF00">
              <a:alpha val="100000"/>
            </a:srgbClr>
          </a:solidFill>
          <a:ln w="19050">
            <a:solidFill>
              <a:srgbClr val="1C758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4864_1">
            <a:extLst>
              <a:ext uri="{FF2B5EF4-FFF2-40B4-BE49-F238E27FC236}">
                <a16:creationId xmlns:a16="http://schemas.microsoft.com/office/drawing/2014/main" id="{62D55132-6E39-4BC4-94AE-A65A194618F6}"/>
              </a:ext>
            </a:extLst>
          </p:cNvPr>
          <p:cNvSpPr>
            <a:spLocks noGrp="1"/>
          </p:cNvSpPr>
          <p:nvPr/>
        </p:nvSpPr>
        <p:spPr>
          <a:xfrm>
            <a:off x="5591735" y="3691218"/>
            <a:ext cx="1008529" cy="1008529"/>
          </a:xfrm>
          <a:prstGeom prst="rect">
            <a:avLst/>
          </a:prstGeom>
          <a:solidFill>
            <a:srgbClr val="FFFF00">
              <a:alpha val="100000"/>
            </a:srgbClr>
          </a:solidFill>
          <a:ln w="19050">
            <a:solidFill>
              <a:srgbClr val="1C758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4873_1">
            <a:extLst>
              <a:ext uri="{FF2B5EF4-FFF2-40B4-BE49-F238E27FC236}">
                <a16:creationId xmlns:a16="http://schemas.microsoft.com/office/drawing/2014/main" id="{EBCEC89D-E9A0-4FCC-B08C-4765EE051D1A}"/>
              </a:ext>
            </a:extLst>
          </p:cNvPr>
          <p:cNvSpPr>
            <a:spLocks noGrp="1"/>
          </p:cNvSpPr>
          <p:nvPr/>
        </p:nvSpPr>
        <p:spPr>
          <a:xfrm>
            <a:off x="6600265" y="3691218"/>
            <a:ext cx="1008529" cy="1008529"/>
          </a:xfrm>
          <a:prstGeom prst="rect">
            <a:avLst/>
          </a:prstGeom>
          <a:solidFill>
            <a:srgbClr val="FFFF00">
              <a:alpha val="100000"/>
            </a:srgbClr>
          </a:solidFill>
          <a:ln w="19050">
            <a:solidFill>
              <a:srgbClr val="1C758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4882_1">
            <a:extLst>
              <a:ext uri="{FF2B5EF4-FFF2-40B4-BE49-F238E27FC236}">
                <a16:creationId xmlns:a16="http://schemas.microsoft.com/office/drawing/2014/main" id="{A2223089-79CC-40A2-848D-8EC7900C8180}"/>
              </a:ext>
            </a:extLst>
          </p:cNvPr>
          <p:cNvSpPr>
            <a:spLocks noGrp="1"/>
          </p:cNvSpPr>
          <p:nvPr/>
        </p:nvSpPr>
        <p:spPr>
          <a:xfrm>
            <a:off x="4583206" y="4699747"/>
            <a:ext cx="1008529" cy="1008529"/>
          </a:xfrm>
          <a:prstGeom prst="rect">
            <a:avLst/>
          </a:prstGeom>
          <a:solidFill>
            <a:srgbClr val="FFFF00">
              <a:alpha val="100000"/>
            </a:srgbClr>
          </a:solidFill>
          <a:ln w="19050">
            <a:solidFill>
              <a:srgbClr val="1C758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4891_1">
            <a:extLst>
              <a:ext uri="{FF2B5EF4-FFF2-40B4-BE49-F238E27FC236}">
                <a16:creationId xmlns:a16="http://schemas.microsoft.com/office/drawing/2014/main" id="{F4ED93E4-4048-4EB9-AD36-04CA223D2914}"/>
              </a:ext>
            </a:extLst>
          </p:cNvPr>
          <p:cNvSpPr>
            <a:spLocks noGrp="1"/>
          </p:cNvSpPr>
          <p:nvPr/>
        </p:nvSpPr>
        <p:spPr>
          <a:xfrm>
            <a:off x="5591735" y="4699747"/>
            <a:ext cx="1008529" cy="1008529"/>
          </a:xfrm>
          <a:prstGeom prst="rect">
            <a:avLst/>
          </a:prstGeom>
          <a:solidFill>
            <a:srgbClr val="FFFF00">
              <a:alpha val="100000"/>
            </a:srgbClr>
          </a:solidFill>
          <a:ln w="19050">
            <a:solidFill>
              <a:srgbClr val="1C758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4900_1">
            <a:extLst>
              <a:ext uri="{FF2B5EF4-FFF2-40B4-BE49-F238E27FC236}">
                <a16:creationId xmlns:a16="http://schemas.microsoft.com/office/drawing/2014/main" id="{55883C1F-C4C5-49D4-8B6F-CA85E945DDFA}"/>
              </a:ext>
            </a:extLst>
          </p:cNvPr>
          <p:cNvSpPr>
            <a:spLocks noGrp="1"/>
          </p:cNvSpPr>
          <p:nvPr/>
        </p:nvSpPr>
        <p:spPr>
          <a:xfrm>
            <a:off x="6600265" y="4699747"/>
            <a:ext cx="1008529" cy="1008529"/>
          </a:xfrm>
          <a:prstGeom prst="rect">
            <a:avLst/>
          </a:prstGeom>
          <a:solidFill>
            <a:srgbClr val="FFFF00">
              <a:alpha val="100000"/>
            </a:srgbClr>
          </a:solidFill>
          <a:ln w="19050">
            <a:solidFill>
              <a:srgbClr val="1C758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to4810_0_1">
            <a:extLst>
              <a:ext uri="{FF2B5EF4-FFF2-40B4-BE49-F238E27FC236}">
                <a16:creationId xmlns:a16="http://schemas.microsoft.com/office/drawing/2014/main" id="{1C989E04-C576-4DA2-BAC1-5B157337ED8F}"/>
              </a:ext>
            </a:extLst>
          </p:cNvPr>
          <p:cNvSpPr>
            <a:spLocks noGrp="1"/>
          </p:cNvSpPr>
          <p:nvPr/>
        </p:nvSpPr>
        <p:spPr>
          <a:xfrm>
            <a:off x="2749987" y="998520"/>
            <a:ext cx="6711077" cy="94786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971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971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pPr>
            <a:r>
              <a:rPr sz="5971" b="1">
                <a:solidFill>
                  <a:srgbClr val="FFFF00"/>
                </a:solidFill>
                <a:latin typeface="Consolas"/>
                <a:ea typeface="Consolas"/>
                <a:cs typeface="Consolas"/>
              </a:rPr>
              <a:t>Learnable Filter</a:t>
            </a:r>
          </a:p>
        </p:txBody>
      </p:sp>
      <p:sp>
        <p:nvSpPr>
          <p:cNvPr id="30" name="anim_to4830_0_1">
            <a:extLst>
              <a:ext uri="{FF2B5EF4-FFF2-40B4-BE49-F238E27FC236}">
                <a16:creationId xmlns:a16="http://schemas.microsoft.com/office/drawing/2014/main" id="{46F05CC1-11A9-4E23-A8CB-99D2D52AF43D}"/>
              </a:ext>
            </a:extLst>
          </p:cNvPr>
          <p:cNvSpPr>
            <a:spLocks noGrp="1"/>
          </p:cNvSpPr>
          <p:nvPr/>
        </p:nvSpPr>
        <p:spPr>
          <a:xfrm>
            <a:off x="4885952" y="2805309"/>
            <a:ext cx="214016" cy="72096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4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4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454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31" name="anim_to4833_0_1">
            <a:extLst>
              <a:ext uri="{FF2B5EF4-FFF2-40B4-BE49-F238E27FC236}">
                <a16:creationId xmlns:a16="http://schemas.microsoft.com/office/drawing/2014/main" id="{B225BB12-79DF-4D3A-A3A7-BCEA35005BF3}"/>
              </a:ext>
            </a:extLst>
          </p:cNvPr>
          <p:cNvSpPr>
            <a:spLocks noGrp="1"/>
          </p:cNvSpPr>
          <p:nvPr/>
        </p:nvSpPr>
        <p:spPr>
          <a:xfrm>
            <a:off x="5061868" y="3049140"/>
            <a:ext cx="246171" cy="4686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5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5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295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32" name="anim_to4839_0_1">
            <a:extLst>
              <a:ext uri="{FF2B5EF4-FFF2-40B4-BE49-F238E27FC236}">
                <a16:creationId xmlns:a16="http://schemas.microsoft.com/office/drawing/2014/main" id="{3C3E4CD5-EA3E-430A-8A06-880649848132}"/>
              </a:ext>
            </a:extLst>
          </p:cNvPr>
          <p:cNvSpPr>
            <a:spLocks noGrp="1"/>
          </p:cNvSpPr>
          <p:nvPr/>
        </p:nvSpPr>
        <p:spPr>
          <a:xfrm>
            <a:off x="5894482" y="2805309"/>
            <a:ext cx="214016" cy="72096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4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4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454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33" name="anim_to4842_0_1">
            <a:extLst>
              <a:ext uri="{FF2B5EF4-FFF2-40B4-BE49-F238E27FC236}">
                <a16:creationId xmlns:a16="http://schemas.microsoft.com/office/drawing/2014/main" id="{97D9A313-4E44-4303-B696-2BDDCDB9D04A}"/>
              </a:ext>
            </a:extLst>
          </p:cNvPr>
          <p:cNvSpPr>
            <a:spLocks noGrp="1"/>
          </p:cNvSpPr>
          <p:nvPr/>
        </p:nvSpPr>
        <p:spPr>
          <a:xfrm>
            <a:off x="6070397" y="3049140"/>
            <a:ext cx="246171" cy="4686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5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5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295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2</a:t>
            </a:r>
          </a:p>
        </p:txBody>
      </p:sp>
      <p:sp>
        <p:nvSpPr>
          <p:cNvPr id="34" name="anim_to4848_0_1">
            <a:extLst>
              <a:ext uri="{FF2B5EF4-FFF2-40B4-BE49-F238E27FC236}">
                <a16:creationId xmlns:a16="http://schemas.microsoft.com/office/drawing/2014/main" id="{0625C8DF-E9B2-4F84-BA92-2A7AEDC2DD59}"/>
              </a:ext>
            </a:extLst>
          </p:cNvPr>
          <p:cNvSpPr>
            <a:spLocks noGrp="1"/>
          </p:cNvSpPr>
          <p:nvPr/>
        </p:nvSpPr>
        <p:spPr>
          <a:xfrm>
            <a:off x="6903011" y="2804841"/>
            <a:ext cx="214016" cy="72096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4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4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454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35" name="anim_to4851_0_1">
            <a:extLst>
              <a:ext uri="{FF2B5EF4-FFF2-40B4-BE49-F238E27FC236}">
                <a16:creationId xmlns:a16="http://schemas.microsoft.com/office/drawing/2014/main" id="{AF112585-5B4E-4C72-AF77-8B8B02516A50}"/>
              </a:ext>
            </a:extLst>
          </p:cNvPr>
          <p:cNvSpPr>
            <a:spLocks noGrp="1"/>
          </p:cNvSpPr>
          <p:nvPr/>
        </p:nvSpPr>
        <p:spPr>
          <a:xfrm>
            <a:off x="7078927" y="3048672"/>
            <a:ext cx="246171" cy="4686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5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5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295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3</a:t>
            </a:r>
          </a:p>
        </p:txBody>
      </p:sp>
      <p:sp>
        <p:nvSpPr>
          <p:cNvPr id="36" name="anim_to4857_0_1">
            <a:extLst>
              <a:ext uri="{FF2B5EF4-FFF2-40B4-BE49-F238E27FC236}">
                <a16:creationId xmlns:a16="http://schemas.microsoft.com/office/drawing/2014/main" id="{1879FBD4-267C-4784-89EE-96D3F5D203EE}"/>
              </a:ext>
            </a:extLst>
          </p:cNvPr>
          <p:cNvSpPr>
            <a:spLocks noGrp="1"/>
          </p:cNvSpPr>
          <p:nvPr/>
        </p:nvSpPr>
        <p:spPr>
          <a:xfrm>
            <a:off x="4885952" y="3813839"/>
            <a:ext cx="214016" cy="72096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4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4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454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37" name="anim_to4860_0_1">
            <a:extLst>
              <a:ext uri="{FF2B5EF4-FFF2-40B4-BE49-F238E27FC236}">
                <a16:creationId xmlns:a16="http://schemas.microsoft.com/office/drawing/2014/main" id="{308B8BF3-A178-41A4-BF19-93D34322CC1F}"/>
              </a:ext>
            </a:extLst>
          </p:cNvPr>
          <p:cNvSpPr>
            <a:spLocks noGrp="1"/>
          </p:cNvSpPr>
          <p:nvPr/>
        </p:nvSpPr>
        <p:spPr>
          <a:xfrm>
            <a:off x="5061868" y="4057670"/>
            <a:ext cx="246171" cy="4686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5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5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295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4</a:t>
            </a:r>
          </a:p>
        </p:txBody>
      </p:sp>
      <p:sp>
        <p:nvSpPr>
          <p:cNvPr id="38" name="anim_to4866_0_1">
            <a:extLst>
              <a:ext uri="{FF2B5EF4-FFF2-40B4-BE49-F238E27FC236}">
                <a16:creationId xmlns:a16="http://schemas.microsoft.com/office/drawing/2014/main" id="{340CDEB1-B28E-47F0-9507-010C6F158B94}"/>
              </a:ext>
            </a:extLst>
          </p:cNvPr>
          <p:cNvSpPr>
            <a:spLocks noGrp="1"/>
          </p:cNvSpPr>
          <p:nvPr/>
        </p:nvSpPr>
        <p:spPr>
          <a:xfrm>
            <a:off x="5894482" y="3811027"/>
            <a:ext cx="214016" cy="72096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4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4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454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39" name="anim_to4869_0_1">
            <a:extLst>
              <a:ext uri="{FF2B5EF4-FFF2-40B4-BE49-F238E27FC236}">
                <a16:creationId xmlns:a16="http://schemas.microsoft.com/office/drawing/2014/main" id="{10863CF1-EF99-4225-BCD9-F71218630AC4}"/>
              </a:ext>
            </a:extLst>
          </p:cNvPr>
          <p:cNvSpPr>
            <a:spLocks noGrp="1"/>
          </p:cNvSpPr>
          <p:nvPr/>
        </p:nvSpPr>
        <p:spPr>
          <a:xfrm>
            <a:off x="6070397" y="4054858"/>
            <a:ext cx="246171" cy="4686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5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5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295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5</a:t>
            </a:r>
          </a:p>
        </p:txBody>
      </p:sp>
      <p:sp>
        <p:nvSpPr>
          <p:cNvPr id="40" name="anim_to4875_0_1">
            <a:extLst>
              <a:ext uri="{FF2B5EF4-FFF2-40B4-BE49-F238E27FC236}">
                <a16:creationId xmlns:a16="http://schemas.microsoft.com/office/drawing/2014/main" id="{678FD164-0B13-4CD6-9B6D-FC97A5B00173}"/>
              </a:ext>
            </a:extLst>
          </p:cNvPr>
          <p:cNvSpPr>
            <a:spLocks noGrp="1"/>
          </p:cNvSpPr>
          <p:nvPr/>
        </p:nvSpPr>
        <p:spPr>
          <a:xfrm>
            <a:off x="6903011" y="3813370"/>
            <a:ext cx="214016" cy="72096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4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4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454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41" name="anim_to4878_0_1">
            <a:extLst>
              <a:ext uri="{FF2B5EF4-FFF2-40B4-BE49-F238E27FC236}">
                <a16:creationId xmlns:a16="http://schemas.microsoft.com/office/drawing/2014/main" id="{FDC61D36-0798-49EB-9001-51A13162AD4A}"/>
              </a:ext>
            </a:extLst>
          </p:cNvPr>
          <p:cNvSpPr>
            <a:spLocks noGrp="1"/>
          </p:cNvSpPr>
          <p:nvPr/>
        </p:nvSpPr>
        <p:spPr>
          <a:xfrm>
            <a:off x="7078927" y="4057201"/>
            <a:ext cx="246171" cy="4686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5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5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295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6</a:t>
            </a:r>
          </a:p>
        </p:txBody>
      </p:sp>
      <p:sp>
        <p:nvSpPr>
          <p:cNvPr id="42" name="anim_to4884_0_1">
            <a:extLst>
              <a:ext uri="{FF2B5EF4-FFF2-40B4-BE49-F238E27FC236}">
                <a16:creationId xmlns:a16="http://schemas.microsoft.com/office/drawing/2014/main" id="{2AB4018A-AC85-40D4-BDAC-6A6811BD0299}"/>
              </a:ext>
            </a:extLst>
          </p:cNvPr>
          <p:cNvSpPr>
            <a:spLocks noGrp="1"/>
          </p:cNvSpPr>
          <p:nvPr/>
        </p:nvSpPr>
        <p:spPr>
          <a:xfrm>
            <a:off x="4885952" y="4822837"/>
            <a:ext cx="214016" cy="72096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4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4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454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43" name="anim_to4887_0_1">
            <a:extLst>
              <a:ext uri="{FF2B5EF4-FFF2-40B4-BE49-F238E27FC236}">
                <a16:creationId xmlns:a16="http://schemas.microsoft.com/office/drawing/2014/main" id="{281D3936-6A86-464F-8343-129B42938FB8}"/>
              </a:ext>
            </a:extLst>
          </p:cNvPr>
          <p:cNvSpPr>
            <a:spLocks noGrp="1"/>
          </p:cNvSpPr>
          <p:nvPr/>
        </p:nvSpPr>
        <p:spPr>
          <a:xfrm>
            <a:off x="5061868" y="5066668"/>
            <a:ext cx="246171" cy="4686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5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5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295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7</a:t>
            </a:r>
          </a:p>
        </p:txBody>
      </p:sp>
      <p:sp>
        <p:nvSpPr>
          <p:cNvPr id="44" name="anim_to4893_0_1">
            <a:extLst>
              <a:ext uri="{FF2B5EF4-FFF2-40B4-BE49-F238E27FC236}">
                <a16:creationId xmlns:a16="http://schemas.microsoft.com/office/drawing/2014/main" id="{E705684A-60D5-40A3-B940-F5B48F833C59}"/>
              </a:ext>
            </a:extLst>
          </p:cNvPr>
          <p:cNvSpPr>
            <a:spLocks noGrp="1"/>
          </p:cNvSpPr>
          <p:nvPr/>
        </p:nvSpPr>
        <p:spPr>
          <a:xfrm>
            <a:off x="5894482" y="4821899"/>
            <a:ext cx="214016" cy="72096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4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4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454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45" name="anim_to4896_0_1">
            <a:extLst>
              <a:ext uri="{FF2B5EF4-FFF2-40B4-BE49-F238E27FC236}">
                <a16:creationId xmlns:a16="http://schemas.microsoft.com/office/drawing/2014/main" id="{86CE8774-605A-4ED8-88CC-01FFCC8381F5}"/>
              </a:ext>
            </a:extLst>
          </p:cNvPr>
          <p:cNvSpPr>
            <a:spLocks noGrp="1"/>
          </p:cNvSpPr>
          <p:nvPr/>
        </p:nvSpPr>
        <p:spPr>
          <a:xfrm>
            <a:off x="6070397" y="5065730"/>
            <a:ext cx="246171" cy="4686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5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5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295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8</a:t>
            </a:r>
          </a:p>
        </p:txBody>
      </p:sp>
      <p:sp>
        <p:nvSpPr>
          <p:cNvPr id="46" name="anim_to4902_0_1">
            <a:extLst>
              <a:ext uri="{FF2B5EF4-FFF2-40B4-BE49-F238E27FC236}">
                <a16:creationId xmlns:a16="http://schemas.microsoft.com/office/drawing/2014/main" id="{603BD640-E553-4495-A0EA-B65D265492C8}"/>
              </a:ext>
            </a:extLst>
          </p:cNvPr>
          <p:cNvSpPr>
            <a:spLocks noGrp="1"/>
          </p:cNvSpPr>
          <p:nvPr/>
        </p:nvSpPr>
        <p:spPr>
          <a:xfrm>
            <a:off x="6903011" y="4821431"/>
            <a:ext cx="214016" cy="72096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4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4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454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47" name="anim_to4905_0_1">
            <a:extLst>
              <a:ext uri="{FF2B5EF4-FFF2-40B4-BE49-F238E27FC236}">
                <a16:creationId xmlns:a16="http://schemas.microsoft.com/office/drawing/2014/main" id="{315054CA-6340-4EBF-897B-7F3E8B66A2F1}"/>
              </a:ext>
            </a:extLst>
          </p:cNvPr>
          <p:cNvSpPr>
            <a:spLocks noGrp="1"/>
          </p:cNvSpPr>
          <p:nvPr/>
        </p:nvSpPr>
        <p:spPr>
          <a:xfrm>
            <a:off x="7078927" y="5065262"/>
            <a:ext cx="246171" cy="4686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5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5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2952" b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9</a:t>
            </a:r>
          </a:p>
        </p:txBody>
      </p:sp>
      <p:sp>
        <p:nvSpPr>
          <p:cNvPr id="48" name="anim_to4909_0_1">
            <a:extLst>
              <a:ext uri="{FF2B5EF4-FFF2-40B4-BE49-F238E27FC236}">
                <a16:creationId xmlns:a16="http://schemas.microsoft.com/office/drawing/2014/main" id="{F9DB204F-5E2F-4F7C-806A-A627CD0AEF53}"/>
              </a:ext>
            </a:extLst>
          </p:cNvPr>
          <p:cNvSpPr>
            <a:spLocks noGrp="1"/>
          </p:cNvSpPr>
          <p:nvPr/>
        </p:nvSpPr>
        <p:spPr>
          <a:xfrm>
            <a:off x="325951" y="5570915"/>
            <a:ext cx="11559148" cy="55711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09" b="0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509" b="0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pPr>
            <a:r>
              <a:rPr sz="3509" b="0">
                <a:solidFill>
                  <a:srgbClr val="DDDDDD"/>
                </a:solidFill>
                <a:latin typeface="Consolas"/>
                <a:ea typeface="Consolas"/>
                <a:cs typeface="Consolas"/>
              </a:rPr>
              <a:t>These values are learned during backpropagation</a:t>
            </a:r>
          </a:p>
        </p:txBody>
      </p:sp>
    </p:spTree>
    <p:extLst>
      <p:ext uri="{BB962C8B-B14F-4D97-AF65-F5344CB8AC3E}">
        <p14:creationId xmlns:p14="http://schemas.microsoft.com/office/powerpoint/2010/main" val="4385471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63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70588 E" pathEditMode="relative" ptsTypes="">
                                      <p:cBhvr>
                                        <p:cTn id="149" dur="8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70588 E" pathEditMode="relative" ptsTypes="">
                                      <p:cBhvr>
                                        <p:cTn id="151" dur="8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70588 E" pathEditMode="relative" ptsTypes="">
                                      <p:cBhvr>
                                        <p:cTn id="153" dur="8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70588 E" pathEditMode="relative" ptsTypes="">
                                      <p:cBhvr>
                                        <p:cTn id="155" dur="8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70588 E" pathEditMode="relative" ptsTypes="">
                                      <p:cBhvr>
                                        <p:cTn id="157" dur="8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70588 E" pathEditMode="relative" ptsTypes="">
                                      <p:cBhvr>
                                        <p:cTn id="159" dur="8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70588 E" pathEditMode="relative" ptsTypes="">
                                      <p:cBhvr>
                                        <p:cTn id="161" dur="8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70588 E" pathEditMode="relative" ptsTypes="">
                                      <p:cBhvr>
                                        <p:cTn id="163" dur="8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70588 E" pathEditMode="relative" ptsTypes="">
                                      <p:cBhvr>
                                        <p:cTn id="165" dur="8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70588 E" pathEditMode="relative" ptsTypes="">
                                      <p:cBhvr>
                                        <p:cTn id="167" dur="8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70588 E" pathEditMode="relative" ptsTypes="">
                                      <p:cBhvr>
                                        <p:cTn id="169" dur="8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70588 E" pathEditMode="relative" ptsTypes="">
                                      <p:cBhvr>
                                        <p:cTn id="171" dur="8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70588 E" pathEditMode="relative" ptsTypes="">
                                      <p:cBhvr>
                                        <p:cTn id="173" dur="8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70588 E" pathEditMode="relative" ptsTypes="">
                                      <p:cBhvr>
                                        <p:cTn id="175" dur="8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70588 E" pathEditMode="relative" ptsTypes="">
                                      <p:cBhvr>
                                        <p:cTn id="177" dur="8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70588 E" pathEditMode="relative" ptsTypes="">
                                      <p:cBhvr>
                                        <p:cTn id="179" dur="8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70588 E" pathEditMode="relative" ptsTypes="">
                                      <p:cBhvr>
                                        <p:cTn id="181" dur="8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70588 E" pathEditMode="relative" ptsTypes="">
                                      <p:cBhvr>
                                        <p:cTn id="183" dur="8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70588 E" pathEditMode="relative" ptsTypes="">
                                      <p:cBhvr>
                                        <p:cTn id="185" dur="8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70588 E" pathEditMode="relative" ptsTypes="">
                                      <p:cBhvr>
                                        <p:cTn id="187" dur="8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70588 E" pathEditMode="relative" ptsTypes="">
                                      <p:cBhvr>
                                        <p:cTn id="189" dur="8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70588 E" pathEditMode="relative" ptsTypes="">
                                      <p:cBhvr>
                                        <p:cTn id="191" dur="8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70588 E" pathEditMode="relative" ptsTypes="">
                                      <p:cBhvr>
                                        <p:cTn id="193" dur="8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70588 E" pathEditMode="relative" ptsTypes="">
                                      <p:cBhvr>
                                        <p:cTn id="195" dur="8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70588 E" pathEditMode="relative" ptsTypes="">
                                      <p:cBhvr>
                                        <p:cTn id="197" dur="8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70588 E" pathEditMode="relative" ptsTypes="">
                                      <p:cBhvr>
                                        <p:cTn id="199" dur="8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70588 E" pathEditMode="relative" ptsTypes="">
                                      <p:cBhvr>
                                        <p:cTn id="201" dur="8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70588 E" pathEditMode="relative" ptsTypes="">
                                      <p:cBhvr>
                                        <p:cTn id="203" dur="8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8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 animBg="1"/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/>
      <p:bldP spid="11" grpId="0"/>
      <p:bldP spid="12" grpId="0"/>
      <p:bldP spid="13" grpId="0"/>
      <p:bldP spid="14" grpId="0"/>
      <p:bldP spid="15" grpId="0"/>
      <p:bldP spid="16" grpId="0"/>
      <p:bldP spid="17" grpId="0"/>
      <p:bldP spid="18" grpId="0"/>
      <p:bldP spid="19" grpId="0"/>
      <p:bldP spid="20" grpId="0" animBg="1"/>
      <p:bldP spid="20" grpId="1" animBg="1"/>
      <p:bldP spid="21" grpId="0" animBg="1"/>
      <p:bldP spid="21" grpId="1" animBg="1"/>
      <p:bldP spid="22" grpId="0" animBg="1"/>
      <p:bldP spid="22" grpId="1" animBg="1"/>
      <p:bldP spid="23" grpId="0" animBg="1"/>
      <p:bldP spid="23" grpId="1" animBg="1"/>
      <p:bldP spid="24" grpId="0" animBg="1"/>
      <p:bldP spid="24" grpId="1" animBg="1"/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/>
      <p:bldP spid="29" grpId="1"/>
      <p:bldP spid="30" grpId="0"/>
      <p:bldP spid="30" grpId="1"/>
      <p:bldP spid="31" grpId="0"/>
      <p:bldP spid="31" grpId="1"/>
      <p:bldP spid="32" grpId="0"/>
      <p:bldP spid="32" grpId="1"/>
      <p:bldP spid="33" grpId="0"/>
      <p:bldP spid="33" grpId="1"/>
      <p:bldP spid="34" grpId="0"/>
      <p:bldP spid="34" grpId="1"/>
      <p:bldP spid="35" grpId="0"/>
      <p:bldP spid="35" grpId="1"/>
      <p:bldP spid="36" grpId="0"/>
      <p:bldP spid="36" grpId="1"/>
      <p:bldP spid="37" grpId="0"/>
      <p:bldP spid="37" grpId="1"/>
      <p:bldP spid="38" grpId="0"/>
      <p:bldP spid="38" grpId="1"/>
      <p:bldP spid="39" grpId="0"/>
      <p:bldP spid="39" grpId="1"/>
      <p:bldP spid="40" grpId="0"/>
      <p:bldP spid="40" grpId="1"/>
      <p:bldP spid="41" grpId="0"/>
      <p:bldP spid="41" grpId="1"/>
      <p:bldP spid="42" grpId="0"/>
      <p:bldP spid="42" grpId="1"/>
      <p:bldP spid="43" grpId="0"/>
      <p:bldP spid="43" grpId="1"/>
      <p:bldP spid="44" grpId="0"/>
      <p:bldP spid="44" grpId="1"/>
      <p:bldP spid="45" grpId="0"/>
      <p:bldP spid="45" grpId="1"/>
      <p:bldP spid="46" grpId="0"/>
      <p:bldP spid="46" grpId="1"/>
      <p:bldP spid="47" grpId="0"/>
      <p:bldP spid="47" grpId="1"/>
      <p:bldP spid="48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" name="anim_to5070_0_1">
            <a:extLst>
              <a:ext uri="{FF2B5EF4-FFF2-40B4-BE49-F238E27FC236}">
                <a16:creationId xmlns:a16="http://schemas.microsoft.com/office/drawing/2014/main" id="{7572C301-2D60-4258-9291-1E98F28E0001}"/>
              </a:ext>
            </a:extLst>
          </p:cNvPr>
          <p:cNvSpPr>
            <a:spLocks noGrp="1"/>
          </p:cNvSpPr>
          <p:nvPr/>
        </p:nvSpPr>
        <p:spPr>
          <a:xfrm>
            <a:off x="1979082" y="1337860"/>
            <a:ext cx="1123061" cy="49316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07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107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107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Input</a:t>
            </a:r>
          </a:p>
        </p:txBody>
      </p:sp>
      <p:sp>
        <p:nvSpPr>
          <p:cNvPr id="2" name="anim_o5033_1">
            <a:extLst>
              <a:ext uri="{FF2B5EF4-FFF2-40B4-BE49-F238E27FC236}">
                <a16:creationId xmlns:a16="http://schemas.microsoft.com/office/drawing/2014/main" id="{6CD8D7EE-6658-497D-8CBD-ADA88CFCA0EF}"/>
              </a:ext>
            </a:extLst>
          </p:cNvPr>
          <p:cNvSpPr>
            <a:spLocks noGrp="1"/>
          </p:cNvSpPr>
          <p:nvPr/>
        </p:nvSpPr>
        <p:spPr>
          <a:xfrm>
            <a:off x="1339555" y="2586208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5034_1">
            <a:extLst>
              <a:ext uri="{FF2B5EF4-FFF2-40B4-BE49-F238E27FC236}">
                <a16:creationId xmlns:a16="http://schemas.microsoft.com/office/drawing/2014/main" id="{F5294DDF-FC0D-4931-85BC-90D80B8852BC}"/>
              </a:ext>
            </a:extLst>
          </p:cNvPr>
          <p:cNvSpPr>
            <a:spLocks noGrp="1"/>
          </p:cNvSpPr>
          <p:nvPr/>
        </p:nvSpPr>
        <p:spPr>
          <a:xfrm>
            <a:off x="1678609" y="2586208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5035_1">
            <a:extLst>
              <a:ext uri="{FF2B5EF4-FFF2-40B4-BE49-F238E27FC236}">
                <a16:creationId xmlns:a16="http://schemas.microsoft.com/office/drawing/2014/main" id="{ABD6FA9D-D206-46A0-8FD7-06FCB872B5AA}"/>
              </a:ext>
            </a:extLst>
          </p:cNvPr>
          <p:cNvSpPr>
            <a:spLocks noGrp="1"/>
          </p:cNvSpPr>
          <p:nvPr/>
        </p:nvSpPr>
        <p:spPr>
          <a:xfrm>
            <a:off x="2017663" y="2586208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5036_1">
            <a:extLst>
              <a:ext uri="{FF2B5EF4-FFF2-40B4-BE49-F238E27FC236}">
                <a16:creationId xmlns:a16="http://schemas.microsoft.com/office/drawing/2014/main" id="{82F96E7F-555C-4D45-A761-B68B2FB01EC3}"/>
              </a:ext>
            </a:extLst>
          </p:cNvPr>
          <p:cNvSpPr>
            <a:spLocks noGrp="1"/>
          </p:cNvSpPr>
          <p:nvPr/>
        </p:nvSpPr>
        <p:spPr>
          <a:xfrm>
            <a:off x="2356717" y="2586208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5037_1">
            <a:extLst>
              <a:ext uri="{FF2B5EF4-FFF2-40B4-BE49-F238E27FC236}">
                <a16:creationId xmlns:a16="http://schemas.microsoft.com/office/drawing/2014/main" id="{251DA7D5-6BD2-4D7C-88FC-C18BAA356740}"/>
              </a:ext>
            </a:extLst>
          </p:cNvPr>
          <p:cNvSpPr>
            <a:spLocks noGrp="1"/>
          </p:cNvSpPr>
          <p:nvPr/>
        </p:nvSpPr>
        <p:spPr>
          <a:xfrm>
            <a:off x="2695771" y="2586208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5038_1">
            <a:extLst>
              <a:ext uri="{FF2B5EF4-FFF2-40B4-BE49-F238E27FC236}">
                <a16:creationId xmlns:a16="http://schemas.microsoft.com/office/drawing/2014/main" id="{BE6DF514-7B47-45C0-86FE-9C7348CD0BCF}"/>
              </a:ext>
            </a:extLst>
          </p:cNvPr>
          <p:cNvSpPr>
            <a:spLocks noGrp="1"/>
          </p:cNvSpPr>
          <p:nvPr/>
        </p:nvSpPr>
        <p:spPr>
          <a:xfrm>
            <a:off x="3034825" y="2586208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5039_1">
            <a:extLst>
              <a:ext uri="{FF2B5EF4-FFF2-40B4-BE49-F238E27FC236}">
                <a16:creationId xmlns:a16="http://schemas.microsoft.com/office/drawing/2014/main" id="{C8B8936D-7FB5-4DD1-85ED-B6546F3E3BB5}"/>
              </a:ext>
            </a:extLst>
          </p:cNvPr>
          <p:cNvSpPr>
            <a:spLocks noGrp="1"/>
          </p:cNvSpPr>
          <p:nvPr/>
        </p:nvSpPr>
        <p:spPr>
          <a:xfrm>
            <a:off x="1339555" y="2925262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5040_1">
            <a:extLst>
              <a:ext uri="{FF2B5EF4-FFF2-40B4-BE49-F238E27FC236}">
                <a16:creationId xmlns:a16="http://schemas.microsoft.com/office/drawing/2014/main" id="{81BBF981-AD2B-44EB-9FF8-94AE0D221053}"/>
              </a:ext>
            </a:extLst>
          </p:cNvPr>
          <p:cNvSpPr>
            <a:spLocks noGrp="1"/>
          </p:cNvSpPr>
          <p:nvPr/>
        </p:nvSpPr>
        <p:spPr>
          <a:xfrm>
            <a:off x="1678609" y="2925262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5041_1">
            <a:extLst>
              <a:ext uri="{FF2B5EF4-FFF2-40B4-BE49-F238E27FC236}">
                <a16:creationId xmlns:a16="http://schemas.microsoft.com/office/drawing/2014/main" id="{D5087D86-678C-4ABE-9C12-1EC5B7AEAA99}"/>
              </a:ext>
            </a:extLst>
          </p:cNvPr>
          <p:cNvSpPr>
            <a:spLocks noGrp="1"/>
          </p:cNvSpPr>
          <p:nvPr/>
        </p:nvSpPr>
        <p:spPr>
          <a:xfrm>
            <a:off x="2017663" y="2925262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5042_1">
            <a:extLst>
              <a:ext uri="{FF2B5EF4-FFF2-40B4-BE49-F238E27FC236}">
                <a16:creationId xmlns:a16="http://schemas.microsoft.com/office/drawing/2014/main" id="{7F323E40-9230-4563-9141-341F47F1C7B1}"/>
              </a:ext>
            </a:extLst>
          </p:cNvPr>
          <p:cNvSpPr>
            <a:spLocks noGrp="1"/>
          </p:cNvSpPr>
          <p:nvPr/>
        </p:nvSpPr>
        <p:spPr>
          <a:xfrm>
            <a:off x="2356717" y="2925262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5043_1">
            <a:extLst>
              <a:ext uri="{FF2B5EF4-FFF2-40B4-BE49-F238E27FC236}">
                <a16:creationId xmlns:a16="http://schemas.microsoft.com/office/drawing/2014/main" id="{F01C1198-8831-4623-8289-75780C1B9527}"/>
              </a:ext>
            </a:extLst>
          </p:cNvPr>
          <p:cNvSpPr>
            <a:spLocks noGrp="1"/>
          </p:cNvSpPr>
          <p:nvPr/>
        </p:nvSpPr>
        <p:spPr>
          <a:xfrm>
            <a:off x="2695771" y="2925262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5044_1">
            <a:extLst>
              <a:ext uri="{FF2B5EF4-FFF2-40B4-BE49-F238E27FC236}">
                <a16:creationId xmlns:a16="http://schemas.microsoft.com/office/drawing/2014/main" id="{49635142-C7A8-4ADC-80E4-FBA865AFE2B4}"/>
              </a:ext>
            </a:extLst>
          </p:cNvPr>
          <p:cNvSpPr>
            <a:spLocks noGrp="1"/>
          </p:cNvSpPr>
          <p:nvPr/>
        </p:nvSpPr>
        <p:spPr>
          <a:xfrm>
            <a:off x="3034825" y="2925262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5045_1">
            <a:extLst>
              <a:ext uri="{FF2B5EF4-FFF2-40B4-BE49-F238E27FC236}">
                <a16:creationId xmlns:a16="http://schemas.microsoft.com/office/drawing/2014/main" id="{5CC1C8AD-FA85-4879-A7B1-2CE072060FBC}"/>
              </a:ext>
            </a:extLst>
          </p:cNvPr>
          <p:cNvSpPr>
            <a:spLocks noGrp="1"/>
          </p:cNvSpPr>
          <p:nvPr/>
        </p:nvSpPr>
        <p:spPr>
          <a:xfrm>
            <a:off x="1339555" y="3264317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5046_1">
            <a:extLst>
              <a:ext uri="{FF2B5EF4-FFF2-40B4-BE49-F238E27FC236}">
                <a16:creationId xmlns:a16="http://schemas.microsoft.com/office/drawing/2014/main" id="{6491431F-9A39-4852-AB61-D242510FC346}"/>
              </a:ext>
            </a:extLst>
          </p:cNvPr>
          <p:cNvSpPr>
            <a:spLocks noGrp="1"/>
          </p:cNvSpPr>
          <p:nvPr/>
        </p:nvSpPr>
        <p:spPr>
          <a:xfrm>
            <a:off x="1678609" y="3264317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5047_1">
            <a:extLst>
              <a:ext uri="{FF2B5EF4-FFF2-40B4-BE49-F238E27FC236}">
                <a16:creationId xmlns:a16="http://schemas.microsoft.com/office/drawing/2014/main" id="{D1DC55D4-6F21-48C1-84FC-055947689833}"/>
              </a:ext>
            </a:extLst>
          </p:cNvPr>
          <p:cNvSpPr>
            <a:spLocks noGrp="1"/>
          </p:cNvSpPr>
          <p:nvPr/>
        </p:nvSpPr>
        <p:spPr>
          <a:xfrm>
            <a:off x="2017663" y="3264317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5048_1">
            <a:extLst>
              <a:ext uri="{FF2B5EF4-FFF2-40B4-BE49-F238E27FC236}">
                <a16:creationId xmlns:a16="http://schemas.microsoft.com/office/drawing/2014/main" id="{5598C9B1-06AE-440F-B441-104302B50D30}"/>
              </a:ext>
            </a:extLst>
          </p:cNvPr>
          <p:cNvSpPr>
            <a:spLocks noGrp="1"/>
          </p:cNvSpPr>
          <p:nvPr/>
        </p:nvSpPr>
        <p:spPr>
          <a:xfrm>
            <a:off x="2356717" y="3264317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5049_1">
            <a:extLst>
              <a:ext uri="{FF2B5EF4-FFF2-40B4-BE49-F238E27FC236}">
                <a16:creationId xmlns:a16="http://schemas.microsoft.com/office/drawing/2014/main" id="{45C35CBF-4FEC-4221-AC67-FAE536868812}"/>
              </a:ext>
            </a:extLst>
          </p:cNvPr>
          <p:cNvSpPr>
            <a:spLocks noGrp="1"/>
          </p:cNvSpPr>
          <p:nvPr/>
        </p:nvSpPr>
        <p:spPr>
          <a:xfrm>
            <a:off x="2695771" y="3264317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5050_1">
            <a:extLst>
              <a:ext uri="{FF2B5EF4-FFF2-40B4-BE49-F238E27FC236}">
                <a16:creationId xmlns:a16="http://schemas.microsoft.com/office/drawing/2014/main" id="{6111B27B-10BD-4F9C-8A1B-38995967B7AB}"/>
              </a:ext>
            </a:extLst>
          </p:cNvPr>
          <p:cNvSpPr>
            <a:spLocks noGrp="1"/>
          </p:cNvSpPr>
          <p:nvPr/>
        </p:nvSpPr>
        <p:spPr>
          <a:xfrm>
            <a:off x="3034825" y="3264317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5051_1">
            <a:extLst>
              <a:ext uri="{FF2B5EF4-FFF2-40B4-BE49-F238E27FC236}">
                <a16:creationId xmlns:a16="http://schemas.microsoft.com/office/drawing/2014/main" id="{FE2799E4-B0F8-4847-946A-838F5C6586CB}"/>
              </a:ext>
            </a:extLst>
          </p:cNvPr>
          <p:cNvSpPr>
            <a:spLocks noGrp="1"/>
          </p:cNvSpPr>
          <p:nvPr/>
        </p:nvSpPr>
        <p:spPr>
          <a:xfrm>
            <a:off x="1339555" y="3603371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5052_1">
            <a:extLst>
              <a:ext uri="{FF2B5EF4-FFF2-40B4-BE49-F238E27FC236}">
                <a16:creationId xmlns:a16="http://schemas.microsoft.com/office/drawing/2014/main" id="{6FF1BDC7-F80F-4A32-BA01-A256DE2791A1}"/>
              </a:ext>
            </a:extLst>
          </p:cNvPr>
          <p:cNvSpPr>
            <a:spLocks noGrp="1"/>
          </p:cNvSpPr>
          <p:nvPr/>
        </p:nvSpPr>
        <p:spPr>
          <a:xfrm>
            <a:off x="1678609" y="3603371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5053_1">
            <a:extLst>
              <a:ext uri="{FF2B5EF4-FFF2-40B4-BE49-F238E27FC236}">
                <a16:creationId xmlns:a16="http://schemas.microsoft.com/office/drawing/2014/main" id="{EE4B99B0-C82A-4FC0-9F7B-734058CA84E7}"/>
              </a:ext>
            </a:extLst>
          </p:cNvPr>
          <p:cNvSpPr>
            <a:spLocks noGrp="1"/>
          </p:cNvSpPr>
          <p:nvPr/>
        </p:nvSpPr>
        <p:spPr>
          <a:xfrm>
            <a:off x="2017663" y="3603371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5054_1">
            <a:extLst>
              <a:ext uri="{FF2B5EF4-FFF2-40B4-BE49-F238E27FC236}">
                <a16:creationId xmlns:a16="http://schemas.microsoft.com/office/drawing/2014/main" id="{97FD0555-8866-41E0-961C-590F6E826CD5}"/>
              </a:ext>
            </a:extLst>
          </p:cNvPr>
          <p:cNvSpPr>
            <a:spLocks noGrp="1"/>
          </p:cNvSpPr>
          <p:nvPr/>
        </p:nvSpPr>
        <p:spPr>
          <a:xfrm>
            <a:off x="2356717" y="3603371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5055_1">
            <a:extLst>
              <a:ext uri="{FF2B5EF4-FFF2-40B4-BE49-F238E27FC236}">
                <a16:creationId xmlns:a16="http://schemas.microsoft.com/office/drawing/2014/main" id="{0EDD142E-6AE0-407C-8BE4-CFEA80378983}"/>
              </a:ext>
            </a:extLst>
          </p:cNvPr>
          <p:cNvSpPr>
            <a:spLocks noGrp="1"/>
          </p:cNvSpPr>
          <p:nvPr/>
        </p:nvSpPr>
        <p:spPr>
          <a:xfrm>
            <a:off x="2695771" y="3603371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5056_1">
            <a:extLst>
              <a:ext uri="{FF2B5EF4-FFF2-40B4-BE49-F238E27FC236}">
                <a16:creationId xmlns:a16="http://schemas.microsoft.com/office/drawing/2014/main" id="{D384960D-8224-4A30-8190-8D3BA84FA5EB}"/>
              </a:ext>
            </a:extLst>
          </p:cNvPr>
          <p:cNvSpPr>
            <a:spLocks noGrp="1"/>
          </p:cNvSpPr>
          <p:nvPr/>
        </p:nvSpPr>
        <p:spPr>
          <a:xfrm>
            <a:off x="3034825" y="3603371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5057_1">
            <a:extLst>
              <a:ext uri="{FF2B5EF4-FFF2-40B4-BE49-F238E27FC236}">
                <a16:creationId xmlns:a16="http://schemas.microsoft.com/office/drawing/2014/main" id="{CF7A7045-E777-41F1-BEDA-4B2AF64F0AA9}"/>
              </a:ext>
            </a:extLst>
          </p:cNvPr>
          <p:cNvSpPr>
            <a:spLocks noGrp="1"/>
          </p:cNvSpPr>
          <p:nvPr/>
        </p:nvSpPr>
        <p:spPr>
          <a:xfrm>
            <a:off x="1339555" y="3942425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5058_1">
            <a:extLst>
              <a:ext uri="{FF2B5EF4-FFF2-40B4-BE49-F238E27FC236}">
                <a16:creationId xmlns:a16="http://schemas.microsoft.com/office/drawing/2014/main" id="{974D992C-FFAA-4BCF-AB0E-149BEDD09EA6}"/>
              </a:ext>
            </a:extLst>
          </p:cNvPr>
          <p:cNvSpPr>
            <a:spLocks noGrp="1"/>
          </p:cNvSpPr>
          <p:nvPr/>
        </p:nvSpPr>
        <p:spPr>
          <a:xfrm>
            <a:off x="1678609" y="3942425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5059_1">
            <a:extLst>
              <a:ext uri="{FF2B5EF4-FFF2-40B4-BE49-F238E27FC236}">
                <a16:creationId xmlns:a16="http://schemas.microsoft.com/office/drawing/2014/main" id="{93AF61B0-6AC2-4682-A624-AE53D42A8C0F}"/>
              </a:ext>
            </a:extLst>
          </p:cNvPr>
          <p:cNvSpPr>
            <a:spLocks noGrp="1"/>
          </p:cNvSpPr>
          <p:nvPr/>
        </p:nvSpPr>
        <p:spPr>
          <a:xfrm>
            <a:off x="2017663" y="3942425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5060_1">
            <a:extLst>
              <a:ext uri="{FF2B5EF4-FFF2-40B4-BE49-F238E27FC236}">
                <a16:creationId xmlns:a16="http://schemas.microsoft.com/office/drawing/2014/main" id="{DC54784D-C162-48AB-B27B-C5B473E1F426}"/>
              </a:ext>
            </a:extLst>
          </p:cNvPr>
          <p:cNvSpPr>
            <a:spLocks noGrp="1"/>
          </p:cNvSpPr>
          <p:nvPr/>
        </p:nvSpPr>
        <p:spPr>
          <a:xfrm>
            <a:off x="2356717" y="3942425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5061_1">
            <a:extLst>
              <a:ext uri="{FF2B5EF4-FFF2-40B4-BE49-F238E27FC236}">
                <a16:creationId xmlns:a16="http://schemas.microsoft.com/office/drawing/2014/main" id="{B9840332-97A0-406B-8DDE-230FC2DE0D30}"/>
              </a:ext>
            </a:extLst>
          </p:cNvPr>
          <p:cNvSpPr>
            <a:spLocks noGrp="1"/>
          </p:cNvSpPr>
          <p:nvPr/>
        </p:nvSpPr>
        <p:spPr>
          <a:xfrm>
            <a:off x="2695771" y="3942425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5062_1">
            <a:extLst>
              <a:ext uri="{FF2B5EF4-FFF2-40B4-BE49-F238E27FC236}">
                <a16:creationId xmlns:a16="http://schemas.microsoft.com/office/drawing/2014/main" id="{282F2ED6-DA03-45EA-857F-94CA6CA8A1E1}"/>
              </a:ext>
            </a:extLst>
          </p:cNvPr>
          <p:cNvSpPr>
            <a:spLocks noGrp="1"/>
          </p:cNvSpPr>
          <p:nvPr/>
        </p:nvSpPr>
        <p:spPr>
          <a:xfrm>
            <a:off x="3034825" y="3942425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5063_1">
            <a:extLst>
              <a:ext uri="{FF2B5EF4-FFF2-40B4-BE49-F238E27FC236}">
                <a16:creationId xmlns:a16="http://schemas.microsoft.com/office/drawing/2014/main" id="{630A49AE-50F7-4762-8E52-83D4F988CBDE}"/>
              </a:ext>
            </a:extLst>
          </p:cNvPr>
          <p:cNvSpPr>
            <a:spLocks noGrp="1"/>
          </p:cNvSpPr>
          <p:nvPr/>
        </p:nvSpPr>
        <p:spPr>
          <a:xfrm>
            <a:off x="1339555" y="4281479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5064_1">
            <a:extLst>
              <a:ext uri="{FF2B5EF4-FFF2-40B4-BE49-F238E27FC236}">
                <a16:creationId xmlns:a16="http://schemas.microsoft.com/office/drawing/2014/main" id="{F5CB4A5E-679F-48A2-9E9D-28D488105193}"/>
              </a:ext>
            </a:extLst>
          </p:cNvPr>
          <p:cNvSpPr>
            <a:spLocks noGrp="1"/>
          </p:cNvSpPr>
          <p:nvPr/>
        </p:nvSpPr>
        <p:spPr>
          <a:xfrm>
            <a:off x="1678609" y="4281479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5065_1">
            <a:extLst>
              <a:ext uri="{FF2B5EF4-FFF2-40B4-BE49-F238E27FC236}">
                <a16:creationId xmlns:a16="http://schemas.microsoft.com/office/drawing/2014/main" id="{06AD5942-73EC-485C-A77F-A1F01C73486F}"/>
              </a:ext>
            </a:extLst>
          </p:cNvPr>
          <p:cNvSpPr>
            <a:spLocks noGrp="1"/>
          </p:cNvSpPr>
          <p:nvPr/>
        </p:nvSpPr>
        <p:spPr>
          <a:xfrm>
            <a:off x="2017663" y="4281479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5066_1">
            <a:extLst>
              <a:ext uri="{FF2B5EF4-FFF2-40B4-BE49-F238E27FC236}">
                <a16:creationId xmlns:a16="http://schemas.microsoft.com/office/drawing/2014/main" id="{FD0B42A2-DD93-4DE4-A365-3B8CD9FBF954}"/>
              </a:ext>
            </a:extLst>
          </p:cNvPr>
          <p:cNvSpPr>
            <a:spLocks noGrp="1"/>
          </p:cNvSpPr>
          <p:nvPr/>
        </p:nvSpPr>
        <p:spPr>
          <a:xfrm>
            <a:off x="2356717" y="4281479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5067_1">
            <a:extLst>
              <a:ext uri="{FF2B5EF4-FFF2-40B4-BE49-F238E27FC236}">
                <a16:creationId xmlns:a16="http://schemas.microsoft.com/office/drawing/2014/main" id="{2AF7A373-EC0F-4387-854B-BD730A254F9D}"/>
              </a:ext>
            </a:extLst>
          </p:cNvPr>
          <p:cNvSpPr>
            <a:spLocks noGrp="1"/>
          </p:cNvSpPr>
          <p:nvPr/>
        </p:nvSpPr>
        <p:spPr>
          <a:xfrm>
            <a:off x="2695771" y="4281479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5068_1">
            <a:extLst>
              <a:ext uri="{FF2B5EF4-FFF2-40B4-BE49-F238E27FC236}">
                <a16:creationId xmlns:a16="http://schemas.microsoft.com/office/drawing/2014/main" id="{D3B27C1A-114D-45F1-8288-3DB8B09B661D}"/>
              </a:ext>
            </a:extLst>
          </p:cNvPr>
          <p:cNvSpPr>
            <a:spLocks noGrp="1"/>
          </p:cNvSpPr>
          <p:nvPr/>
        </p:nvSpPr>
        <p:spPr>
          <a:xfrm>
            <a:off x="3034825" y="4281479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4996_1">
            <a:extLst>
              <a:ext uri="{FF2B5EF4-FFF2-40B4-BE49-F238E27FC236}">
                <a16:creationId xmlns:a16="http://schemas.microsoft.com/office/drawing/2014/main" id="{DF9C6AFA-83B2-4615-870F-09E8B85BD0FD}"/>
              </a:ext>
            </a:extLst>
          </p:cNvPr>
          <p:cNvSpPr>
            <a:spLocks noGrp="1"/>
          </p:cNvSpPr>
          <p:nvPr/>
        </p:nvSpPr>
        <p:spPr>
          <a:xfrm>
            <a:off x="1513925" y="2411838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4997_1">
            <a:extLst>
              <a:ext uri="{FF2B5EF4-FFF2-40B4-BE49-F238E27FC236}">
                <a16:creationId xmlns:a16="http://schemas.microsoft.com/office/drawing/2014/main" id="{167831D0-3399-4C49-AECC-1C5DC4F1EDCD}"/>
              </a:ext>
            </a:extLst>
          </p:cNvPr>
          <p:cNvSpPr>
            <a:spLocks noGrp="1"/>
          </p:cNvSpPr>
          <p:nvPr/>
        </p:nvSpPr>
        <p:spPr>
          <a:xfrm>
            <a:off x="1852979" y="2411838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4998_1">
            <a:extLst>
              <a:ext uri="{FF2B5EF4-FFF2-40B4-BE49-F238E27FC236}">
                <a16:creationId xmlns:a16="http://schemas.microsoft.com/office/drawing/2014/main" id="{C394DF09-0FE5-47BD-B110-C55904D9C714}"/>
              </a:ext>
            </a:extLst>
          </p:cNvPr>
          <p:cNvSpPr>
            <a:spLocks noGrp="1"/>
          </p:cNvSpPr>
          <p:nvPr/>
        </p:nvSpPr>
        <p:spPr>
          <a:xfrm>
            <a:off x="2192034" y="2411838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4999_1">
            <a:extLst>
              <a:ext uri="{FF2B5EF4-FFF2-40B4-BE49-F238E27FC236}">
                <a16:creationId xmlns:a16="http://schemas.microsoft.com/office/drawing/2014/main" id="{09D72213-AFAC-44AA-ADE2-A8526D9997E5}"/>
              </a:ext>
            </a:extLst>
          </p:cNvPr>
          <p:cNvSpPr>
            <a:spLocks noGrp="1"/>
          </p:cNvSpPr>
          <p:nvPr/>
        </p:nvSpPr>
        <p:spPr>
          <a:xfrm>
            <a:off x="2531088" y="2411838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5000_1">
            <a:extLst>
              <a:ext uri="{FF2B5EF4-FFF2-40B4-BE49-F238E27FC236}">
                <a16:creationId xmlns:a16="http://schemas.microsoft.com/office/drawing/2014/main" id="{76D3186D-22EF-47CD-805C-1FB966C45535}"/>
              </a:ext>
            </a:extLst>
          </p:cNvPr>
          <p:cNvSpPr>
            <a:spLocks noGrp="1"/>
          </p:cNvSpPr>
          <p:nvPr/>
        </p:nvSpPr>
        <p:spPr>
          <a:xfrm>
            <a:off x="2870142" y="2411838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5001_1">
            <a:extLst>
              <a:ext uri="{FF2B5EF4-FFF2-40B4-BE49-F238E27FC236}">
                <a16:creationId xmlns:a16="http://schemas.microsoft.com/office/drawing/2014/main" id="{B9A67222-3698-4463-8951-D1ADF07D7B05}"/>
              </a:ext>
            </a:extLst>
          </p:cNvPr>
          <p:cNvSpPr>
            <a:spLocks noGrp="1"/>
          </p:cNvSpPr>
          <p:nvPr/>
        </p:nvSpPr>
        <p:spPr>
          <a:xfrm>
            <a:off x="3209196" y="2411838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5002_1">
            <a:extLst>
              <a:ext uri="{FF2B5EF4-FFF2-40B4-BE49-F238E27FC236}">
                <a16:creationId xmlns:a16="http://schemas.microsoft.com/office/drawing/2014/main" id="{36B473DC-D7C5-4900-9657-269D48BD21ED}"/>
              </a:ext>
            </a:extLst>
          </p:cNvPr>
          <p:cNvSpPr>
            <a:spLocks noGrp="1"/>
          </p:cNvSpPr>
          <p:nvPr/>
        </p:nvSpPr>
        <p:spPr>
          <a:xfrm>
            <a:off x="1513925" y="2750892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5003_1">
            <a:extLst>
              <a:ext uri="{FF2B5EF4-FFF2-40B4-BE49-F238E27FC236}">
                <a16:creationId xmlns:a16="http://schemas.microsoft.com/office/drawing/2014/main" id="{868D0E7F-BFA9-4F9B-A8CB-5981B30C26D4}"/>
              </a:ext>
            </a:extLst>
          </p:cNvPr>
          <p:cNvSpPr>
            <a:spLocks noGrp="1"/>
          </p:cNvSpPr>
          <p:nvPr/>
        </p:nvSpPr>
        <p:spPr>
          <a:xfrm>
            <a:off x="1852979" y="2750892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5004_1">
            <a:extLst>
              <a:ext uri="{FF2B5EF4-FFF2-40B4-BE49-F238E27FC236}">
                <a16:creationId xmlns:a16="http://schemas.microsoft.com/office/drawing/2014/main" id="{3B3CCEB0-DE29-4FF6-80E8-D850F341B709}"/>
              </a:ext>
            </a:extLst>
          </p:cNvPr>
          <p:cNvSpPr>
            <a:spLocks noGrp="1"/>
          </p:cNvSpPr>
          <p:nvPr/>
        </p:nvSpPr>
        <p:spPr>
          <a:xfrm>
            <a:off x="2192034" y="2750892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5005_1">
            <a:extLst>
              <a:ext uri="{FF2B5EF4-FFF2-40B4-BE49-F238E27FC236}">
                <a16:creationId xmlns:a16="http://schemas.microsoft.com/office/drawing/2014/main" id="{618B17C9-0F66-4104-A3A0-84D880DFCF3C}"/>
              </a:ext>
            </a:extLst>
          </p:cNvPr>
          <p:cNvSpPr>
            <a:spLocks noGrp="1"/>
          </p:cNvSpPr>
          <p:nvPr/>
        </p:nvSpPr>
        <p:spPr>
          <a:xfrm>
            <a:off x="2531088" y="2750892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5006_1">
            <a:extLst>
              <a:ext uri="{FF2B5EF4-FFF2-40B4-BE49-F238E27FC236}">
                <a16:creationId xmlns:a16="http://schemas.microsoft.com/office/drawing/2014/main" id="{8D0CD92A-5900-4599-989A-DC320BAC53A5}"/>
              </a:ext>
            </a:extLst>
          </p:cNvPr>
          <p:cNvSpPr>
            <a:spLocks noGrp="1"/>
          </p:cNvSpPr>
          <p:nvPr/>
        </p:nvSpPr>
        <p:spPr>
          <a:xfrm>
            <a:off x="2870142" y="2750892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5007_1">
            <a:extLst>
              <a:ext uri="{FF2B5EF4-FFF2-40B4-BE49-F238E27FC236}">
                <a16:creationId xmlns:a16="http://schemas.microsoft.com/office/drawing/2014/main" id="{D73DD8C1-8AAE-456D-B70E-1FE1A66022F9}"/>
              </a:ext>
            </a:extLst>
          </p:cNvPr>
          <p:cNvSpPr>
            <a:spLocks noGrp="1"/>
          </p:cNvSpPr>
          <p:nvPr/>
        </p:nvSpPr>
        <p:spPr>
          <a:xfrm>
            <a:off x="3209196" y="2750892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5008_1">
            <a:extLst>
              <a:ext uri="{FF2B5EF4-FFF2-40B4-BE49-F238E27FC236}">
                <a16:creationId xmlns:a16="http://schemas.microsoft.com/office/drawing/2014/main" id="{F54C416F-3CA3-4857-83A6-7D0965BCE8E8}"/>
              </a:ext>
            </a:extLst>
          </p:cNvPr>
          <p:cNvSpPr>
            <a:spLocks noGrp="1"/>
          </p:cNvSpPr>
          <p:nvPr/>
        </p:nvSpPr>
        <p:spPr>
          <a:xfrm>
            <a:off x="1513925" y="3089946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5009_1">
            <a:extLst>
              <a:ext uri="{FF2B5EF4-FFF2-40B4-BE49-F238E27FC236}">
                <a16:creationId xmlns:a16="http://schemas.microsoft.com/office/drawing/2014/main" id="{424F4A55-44C1-4500-B11A-40625F99D5FB}"/>
              </a:ext>
            </a:extLst>
          </p:cNvPr>
          <p:cNvSpPr>
            <a:spLocks noGrp="1"/>
          </p:cNvSpPr>
          <p:nvPr/>
        </p:nvSpPr>
        <p:spPr>
          <a:xfrm>
            <a:off x="1852979" y="3089946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5010_1">
            <a:extLst>
              <a:ext uri="{FF2B5EF4-FFF2-40B4-BE49-F238E27FC236}">
                <a16:creationId xmlns:a16="http://schemas.microsoft.com/office/drawing/2014/main" id="{B267E18B-3488-4283-83DF-AA9A101AE100}"/>
              </a:ext>
            </a:extLst>
          </p:cNvPr>
          <p:cNvSpPr>
            <a:spLocks noGrp="1"/>
          </p:cNvSpPr>
          <p:nvPr/>
        </p:nvSpPr>
        <p:spPr>
          <a:xfrm>
            <a:off x="2192034" y="3089946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o5011_1">
            <a:extLst>
              <a:ext uri="{FF2B5EF4-FFF2-40B4-BE49-F238E27FC236}">
                <a16:creationId xmlns:a16="http://schemas.microsoft.com/office/drawing/2014/main" id="{829F1AC1-5268-4B05-8275-EC68254D8375}"/>
              </a:ext>
            </a:extLst>
          </p:cNvPr>
          <p:cNvSpPr>
            <a:spLocks noGrp="1"/>
          </p:cNvSpPr>
          <p:nvPr/>
        </p:nvSpPr>
        <p:spPr>
          <a:xfrm>
            <a:off x="2531088" y="3089946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4" name="anim_o5012_1">
            <a:extLst>
              <a:ext uri="{FF2B5EF4-FFF2-40B4-BE49-F238E27FC236}">
                <a16:creationId xmlns:a16="http://schemas.microsoft.com/office/drawing/2014/main" id="{36EA89CC-A963-496D-86B7-AC4D8AE98619}"/>
              </a:ext>
            </a:extLst>
          </p:cNvPr>
          <p:cNvSpPr>
            <a:spLocks noGrp="1"/>
          </p:cNvSpPr>
          <p:nvPr/>
        </p:nvSpPr>
        <p:spPr>
          <a:xfrm>
            <a:off x="2870142" y="3089946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5" name="anim_o5013_1">
            <a:extLst>
              <a:ext uri="{FF2B5EF4-FFF2-40B4-BE49-F238E27FC236}">
                <a16:creationId xmlns:a16="http://schemas.microsoft.com/office/drawing/2014/main" id="{9248C32C-DAF4-4DEA-9511-3A244FC15150}"/>
              </a:ext>
            </a:extLst>
          </p:cNvPr>
          <p:cNvSpPr>
            <a:spLocks noGrp="1"/>
          </p:cNvSpPr>
          <p:nvPr/>
        </p:nvSpPr>
        <p:spPr>
          <a:xfrm>
            <a:off x="3209196" y="3089946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6" name="anim_o5014_1">
            <a:extLst>
              <a:ext uri="{FF2B5EF4-FFF2-40B4-BE49-F238E27FC236}">
                <a16:creationId xmlns:a16="http://schemas.microsoft.com/office/drawing/2014/main" id="{9D592555-01BC-4735-9BA4-9623FA49DC09}"/>
              </a:ext>
            </a:extLst>
          </p:cNvPr>
          <p:cNvSpPr>
            <a:spLocks noGrp="1"/>
          </p:cNvSpPr>
          <p:nvPr/>
        </p:nvSpPr>
        <p:spPr>
          <a:xfrm>
            <a:off x="1513925" y="3429000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7" name="anim_o5015_1">
            <a:extLst>
              <a:ext uri="{FF2B5EF4-FFF2-40B4-BE49-F238E27FC236}">
                <a16:creationId xmlns:a16="http://schemas.microsoft.com/office/drawing/2014/main" id="{EAE5E6C7-EC40-45C1-8552-7910478B1C0C}"/>
              </a:ext>
            </a:extLst>
          </p:cNvPr>
          <p:cNvSpPr>
            <a:spLocks noGrp="1"/>
          </p:cNvSpPr>
          <p:nvPr/>
        </p:nvSpPr>
        <p:spPr>
          <a:xfrm>
            <a:off x="1852979" y="3429000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" name="anim_o5016_1">
            <a:extLst>
              <a:ext uri="{FF2B5EF4-FFF2-40B4-BE49-F238E27FC236}">
                <a16:creationId xmlns:a16="http://schemas.microsoft.com/office/drawing/2014/main" id="{E3D0E15C-2C2E-4D48-9DE1-12090ECE25E6}"/>
              </a:ext>
            </a:extLst>
          </p:cNvPr>
          <p:cNvSpPr>
            <a:spLocks noGrp="1"/>
          </p:cNvSpPr>
          <p:nvPr/>
        </p:nvSpPr>
        <p:spPr>
          <a:xfrm>
            <a:off x="2192034" y="3429000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o5017_1">
            <a:extLst>
              <a:ext uri="{FF2B5EF4-FFF2-40B4-BE49-F238E27FC236}">
                <a16:creationId xmlns:a16="http://schemas.microsoft.com/office/drawing/2014/main" id="{E546898F-8D32-46AD-960F-3CFE6C45E3BD}"/>
              </a:ext>
            </a:extLst>
          </p:cNvPr>
          <p:cNvSpPr>
            <a:spLocks noGrp="1"/>
          </p:cNvSpPr>
          <p:nvPr/>
        </p:nvSpPr>
        <p:spPr>
          <a:xfrm>
            <a:off x="2531088" y="3429000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0" name="anim_o5018_1">
            <a:extLst>
              <a:ext uri="{FF2B5EF4-FFF2-40B4-BE49-F238E27FC236}">
                <a16:creationId xmlns:a16="http://schemas.microsoft.com/office/drawing/2014/main" id="{58E1F23C-4E49-4BB8-98B0-A12339FA38FC}"/>
              </a:ext>
            </a:extLst>
          </p:cNvPr>
          <p:cNvSpPr>
            <a:spLocks noGrp="1"/>
          </p:cNvSpPr>
          <p:nvPr/>
        </p:nvSpPr>
        <p:spPr>
          <a:xfrm>
            <a:off x="2870142" y="3429000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" name="anim_o5019_1">
            <a:extLst>
              <a:ext uri="{FF2B5EF4-FFF2-40B4-BE49-F238E27FC236}">
                <a16:creationId xmlns:a16="http://schemas.microsoft.com/office/drawing/2014/main" id="{85726EA1-9810-4395-8E54-CE4142D4843D}"/>
              </a:ext>
            </a:extLst>
          </p:cNvPr>
          <p:cNvSpPr>
            <a:spLocks noGrp="1"/>
          </p:cNvSpPr>
          <p:nvPr/>
        </p:nvSpPr>
        <p:spPr>
          <a:xfrm>
            <a:off x="3209196" y="3429000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2" name="anim_o5020_1">
            <a:extLst>
              <a:ext uri="{FF2B5EF4-FFF2-40B4-BE49-F238E27FC236}">
                <a16:creationId xmlns:a16="http://schemas.microsoft.com/office/drawing/2014/main" id="{8DB80810-1D91-4B96-8FFA-FEDA52B646DA}"/>
              </a:ext>
            </a:extLst>
          </p:cNvPr>
          <p:cNvSpPr>
            <a:spLocks noGrp="1"/>
          </p:cNvSpPr>
          <p:nvPr/>
        </p:nvSpPr>
        <p:spPr>
          <a:xfrm>
            <a:off x="1513925" y="3768054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3" name="anim_o5021_1">
            <a:extLst>
              <a:ext uri="{FF2B5EF4-FFF2-40B4-BE49-F238E27FC236}">
                <a16:creationId xmlns:a16="http://schemas.microsoft.com/office/drawing/2014/main" id="{F4C2B6FE-8887-4A9B-A2A7-C7F997CFA360}"/>
              </a:ext>
            </a:extLst>
          </p:cNvPr>
          <p:cNvSpPr>
            <a:spLocks noGrp="1"/>
          </p:cNvSpPr>
          <p:nvPr/>
        </p:nvSpPr>
        <p:spPr>
          <a:xfrm>
            <a:off x="1852979" y="3768054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4" name="anim_o5022_1">
            <a:extLst>
              <a:ext uri="{FF2B5EF4-FFF2-40B4-BE49-F238E27FC236}">
                <a16:creationId xmlns:a16="http://schemas.microsoft.com/office/drawing/2014/main" id="{D24DAEAC-7309-4CCB-B6A5-802864AAEA64}"/>
              </a:ext>
            </a:extLst>
          </p:cNvPr>
          <p:cNvSpPr>
            <a:spLocks noGrp="1"/>
          </p:cNvSpPr>
          <p:nvPr/>
        </p:nvSpPr>
        <p:spPr>
          <a:xfrm>
            <a:off x="2192034" y="3768054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5" name="anim_o5023_1">
            <a:extLst>
              <a:ext uri="{FF2B5EF4-FFF2-40B4-BE49-F238E27FC236}">
                <a16:creationId xmlns:a16="http://schemas.microsoft.com/office/drawing/2014/main" id="{5067478D-6D7E-4BAE-AEEA-569CA59B6A27}"/>
              </a:ext>
            </a:extLst>
          </p:cNvPr>
          <p:cNvSpPr>
            <a:spLocks noGrp="1"/>
          </p:cNvSpPr>
          <p:nvPr/>
        </p:nvSpPr>
        <p:spPr>
          <a:xfrm>
            <a:off x="2531088" y="3768054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6" name="anim_o5024_1">
            <a:extLst>
              <a:ext uri="{FF2B5EF4-FFF2-40B4-BE49-F238E27FC236}">
                <a16:creationId xmlns:a16="http://schemas.microsoft.com/office/drawing/2014/main" id="{14E4697D-D552-4697-984E-D8A05BEEAE70}"/>
              </a:ext>
            </a:extLst>
          </p:cNvPr>
          <p:cNvSpPr>
            <a:spLocks noGrp="1"/>
          </p:cNvSpPr>
          <p:nvPr/>
        </p:nvSpPr>
        <p:spPr>
          <a:xfrm>
            <a:off x="2870142" y="3768054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7" name="anim_o5025_1">
            <a:extLst>
              <a:ext uri="{FF2B5EF4-FFF2-40B4-BE49-F238E27FC236}">
                <a16:creationId xmlns:a16="http://schemas.microsoft.com/office/drawing/2014/main" id="{A91CE760-B201-4FB5-BF49-BE32E4998D3D}"/>
              </a:ext>
            </a:extLst>
          </p:cNvPr>
          <p:cNvSpPr>
            <a:spLocks noGrp="1"/>
          </p:cNvSpPr>
          <p:nvPr/>
        </p:nvSpPr>
        <p:spPr>
          <a:xfrm>
            <a:off x="3209196" y="3768054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8" name="anim_o5026_1">
            <a:extLst>
              <a:ext uri="{FF2B5EF4-FFF2-40B4-BE49-F238E27FC236}">
                <a16:creationId xmlns:a16="http://schemas.microsoft.com/office/drawing/2014/main" id="{7753CD4B-47C5-4F65-8D48-C96790812704}"/>
              </a:ext>
            </a:extLst>
          </p:cNvPr>
          <p:cNvSpPr>
            <a:spLocks noGrp="1"/>
          </p:cNvSpPr>
          <p:nvPr/>
        </p:nvSpPr>
        <p:spPr>
          <a:xfrm>
            <a:off x="1513925" y="4107108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9" name="anim_o5027_1">
            <a:extLst>
              <a:ext uri="{FF2B5EF4-FFF2-40B4-BE49-F238E27FC236}">
                <a16:creationId xmlns:a16="http://schemas.microsoft.com/office/drawing/2014/main" id="{F3AB18E6-84CF-4EBB-A75D-91DB0CCAB250}"/>
              </a:ext>
            </a:extLst>
          </p:cNvPr>
          <p:cNvSpPr>
            <a:spLocks noGrp="1"/>
          </p:cNvSpPr>
          <p:nvPr/>
        </p:nvSpPr>
        <p:spPr>
          <a:xfrm>
            <a:off x="1852979" y="4107108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0" name="anim_o5028_1">
            <a:extLst>
              <a:ext uri="{FF2B5EF4-FFF2-40B4-BE49-F238E27FC236}">
                <a16:creationId xmlns:a16="http://schemas.microsoft.com/office/drawing/2014/main" id="{C1FEAE1E-E37D-425F-B5B5-91633F5C63C4}"/>
              </a:ext>
            </a:extLst>
          </p:cNvPr>
          <p:cNvSpPr>
            <a:spLocks noGrp="1"/>
          </p:cNvSpPr>
          <p:nvPr/>
        </p:nvSpPr>
        <p:spPr>
          <a:xfrm>
            <a:off x="2192034" y="4107108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1" name="anim_o5029_1">
            <a:extLst>
              <a:ext uri="{FF2B5EF4-FFF2-40B4-BE49-F238E27FC236}">
                <a16:creationId xmlns:a16="http://schemas.microsoft.com/office/drawing/2014/main" id="{34CE6C55-A3B8-43D3-A18E-D9925B59C30E}"/>
              </a:ext>
            </a:extLst>
          </p:cNvPr>
          <p:cNvSpPr>
            <a:spLocks noGrp="1"/>
          </p:cNvSpPr>
          <p:nvPr/>
        </p:nvSpPr>
        <p:spPr>
          <a:xfrm>
            <a:off x="2531088" y="4107108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2" name="anim_o5030_1">
            <a:extLst>
              <a:ext uri="{FF2B5EF4-FFF2-40B4-BE49-F238E27FC236}">
                <a16:creationId xmlns:a16="http://schemas.microsoft.com/office/drawing/2014/main" id="{C3134A06-F336-44A0-BB9F-8BA8CF5051D6}"/>
              </a:ext>
            </a:extLst>
          </p:cNvPr>
          <p:cNvSpPr>
            <a:spLocks noGrp="1"/>
          </p:cNvSpPr>
          <p:nvPr/>
        </p:nvSpPr>
        <p:spPr>
          <a:xfrm>
            <a:off x="2870142" y="4107108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3" name="anim_o5031_1">
            <a:extLst>
              <a:ext uri="{FF2B5EF4-FFF2-40B4-BE49-F238E27FC236}">
                <a16:creationId xmlns:a16="http://schemas.microsoft.com/office/drawing/2014/main" id="{38DB1A00-7AC3-4195-AD67-3EC65B73E117}"/>
              </a:ext>
            </a:extLst>
          </p:cNvPr>
          <p:cNvSpPr>
            <a:spLocks noGrp="1"/>
          </p:cNvSpPr>
          <p:nvPr/>
        </p:nvSpPr>
        <p:spPr>
          <a:xfrm>
            <a:off x="3209196" y="4107108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4" name="anim_o4959_1">
            <a:extLst>
              <a:ext uri="{FF2B5EF4-FFF2-40B4-BE49-F238E27FC236}">
                <a16:creationId xmlns:a16="http://schemas.microsoft.com/office/drawing/2014/main" id="{B2DDDC4A-8D6D-477C-9C23-208159D4028F}"/>
              </a:ext>
            </a:extLst>
          </p:cNvPr>
          <p:cNvSpPr>
            <a:spLocks noGrp="1"/>
          </p:cNvSpPr>
          <p:nvPr/>
        </p:nvSpPr>
        <p:spPr>
          <a:xfrm>
            <a:off x="1688296" y="2237467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5" name="anim_o4960_1">
            <a:extLst>
              <a:ext uri="{FF2B5EF4-FFF2-40B4-BE49-F238E27FC236}">
                <a16:creationId xmlns:a16="http://schemas.microsoft.com/office/drawing/2014/main" id="{7A107E09-673D-4D0F-8E94-C8CB1C647193}"/>
              </a:ext>
            </a:extLst>
          </p:cNvPr>
          <p:cNvSpPr>
            <a:spLocks noGrp="1"/>
          </p:cNvSpPr>
          <p:nvPr/>
        </p:nvSpPr>
        <p:spPr>
          <a:xfrm>
            <a:off x="2027350" y="2237467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6" name="anim_o4961_1">
            <a:extLst>
              <a:ext uri="{FF2B5EF4-FFF2-40B4-BE49-F238E27FC236}">
                <a16:creationId xmlns:a16="http://schemas.microsoft.com/office/drawing/2014/main" id="{649E2694-559F-4ECC-9C97-0C883754D725}"/>
              </a:ext>
            </a:extLst>
          </p:cNvPr>
          <p:cNvSpPr>
            <a:spLocks noGrp="1"/>
          </p:cNvSpPr>
          <p:nvPr/>
        </p:nvSpPr>
        <p:spPr>
          <a:xfrm>
            <a:off x="2366404" y="2237467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7" name="anim_o4962_1">
            <a:extLst>
              <a:ext uri="{FF2B5EF4-FFF2-40B4-BE49-F238E27FC236}">
                <a16:creationId xmlns:a16="http://schemas.microsoft.com/office/drawing/2014/main" id="{FD3C163E-EDC4-4CD3-A3AA-94EEC4B6C78A}"/>
              </a:ext>
            </a:extLst>
          </p:cNvPr>
          <p:cNvSpPr>
            <a:spLocks noGrp="1"/>
          </p:cNvSpPr>
          <p:nvPr/>
        </p:nvSpPr>
        <p:spPr>
          <a:xfrm>
            <a:off x="2705458" y="2237467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8" name="anim_o4963_1">
            <a:extLst>
              <a:ext uri="{FF2B5EF4-FFF2-40B4-BE49-F238E27FC236}">
                <a16:creationId xmlns:a16="http://schemas.microsoft.com/office/drawing/2014/main" id="{4D5B8600-131E-4DE9-86BF-263767FDCFDD}"/>
              </a:ext>
            </a:extLst>
          </p:cNvPr>
          <p:cNvSpPr>
            <a:spLocks noGrp="1"/>
          </p:cNvSpPr>
          <p:nvPr/>
        </p:nvSpPr>
        <p:spPr>
          <a:xfrm>
            <a:off x="3044513" y="2237467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9" name="anim_o4964_1">
            <a:extLst>
              <a:ext uri="{FF2B5EF4-FFF2-40B4-BE49-F238E27FC236}">
                <a16:creationId xmlns:a16="http://schemas.microsoft.com/office/drawing/2014/main" id="{8973191E-ECC6-4E0A-B6C8-887671B01CE1}"/>
              </a:ext>
            </a:extLst>
          </p:cNvPr>
          <p:cNvSpPr>
            <a:spLocks noGrp="1"/>
          </p:cNvSpPr>
          <p:nvPr/>
        </p:nvSpPr>
        <p:spPr>
          <a:xfrm>
            <a:off x="3383567" y="2237467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0" name="anim_o4965_1">
            <a:extLst>
              <a:ext uri="{FF2B5EF4-FFF2-40B4-BE49-F238E27FC236}">
                <a16:creationId xmlns:a16="http://schemas.microsoft.com/office/drawing/2014/main" id="{68AC7447-4641-46E1-B171-64A7C0F2B319}"/>
              </a:ext>
            </a:extLst>
          </p:cNvPr>
          <p:cNvSpPr>
            <a:spLocks noGrp="1"/>
          </p:cNvSpPr>
          <p:nvPr/>
        </p:nvSpPr>
        <p:spPr>
          <a:xfrm>
            <a:off x="1688296" y="2576521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1" name="anim_o4966_1">
            <a:extLst>
              <a:ext uri="{FF2B5EF4-FFF2-40B4-BE49-F238E27FC236}">
                <a16:creationId xmlns:a16="http://schemas.microsoft.com/office/drawing/2014/main" id="{0B4C3CA7-C410-4B27-AF56-03C0EB80D34E}"/>
              </a:ext>
            </a:extLst>
          </p:cNvPr>
          <p:cNvSpPr>
            <a:spLocks noGrp="1"/>
          </p:cNvSpPr>
          <p:nvPr/>
        </p:nvSpPr>
        <p:spPr>
          <a:xfrm>
            <a:off x="2027350" y="2576521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2" name="anim_o4967_1">
            <a:extLst>
              <a:ext uri="{FF2B5EF4-FFF2-40B4-BE49-F238E27FC236}">
                <a16:creationId xmlns:a16="http://schemas.microsoft.com/office/drawing/2014/main" id="{AB529254-7BEE-4E61-9ECD-020387B0B233}"/>
              </a:ext>
            </a:extLst>
          </p:cNvPr>
          <p:cNvSpPr>
            <a:spLocks noGrp="1"/>
          </p:cNvSpPr>
          <p:nvPr/>
        </p:nvSpPr>
        <p:spPr>
          <a:xfrm>
            <a:off x="2366404" y="2576521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3" name="anim_o4968_1">
            <a:extLst>
              <a:ext uri="{FF2B5EF4-FFF2-40B4-BE49-F238E27FC236}">
                <a16:creationId xmlns:a16="http://schemas.microsoft.com/office/drawing/2014/main" id="{FCEE67DF-127A-45B1-9B5C-C07E75DE034B}"/>
              </a:ext>
            </a:extLst>
          </p:cNvPr>
          <p:cNvSpPr>
            <a:spLocks noGrp="1"/>
          </p:cNvSpPr>
          <p:nvPr/>
        </p:nvSpPr>
        <p:spPr>
          <a:xfrm>
            <a:off x="2705458" y="2576521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4" name="anim_o4969_1">
            <a:extLst>
              <a:ext uri="{FF2B5EF4-FFF2-40B4-BE49-F238E27FC236}">
                <a16:creationId xmlns:a16="http://schemas.microsoft.com/office/drawing/2014/main" id="{7A42E82D-4793-4EC6-9A42-A0DBD71C575A}"/>
              </a:ext>
            </a:extLst>
          </p:cNvPr>
          <p:cNvSpPr>
            <a:spLocks noGrp="1"/>
          </p:cNvSpPr>
          <p:nvPr/>
        </p:nvSpPr>
        <p:spPr>
          <a:xfrm>
            <a:off x="3044513" y="2576521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5" name="anim_o4970_1">
            <a:extLst>
              <a:ext uri="{FF2B5EF4-FFF2-40B4-BE49-F238E27FC236}">
                <a16:creationId xmlns:a16="http://schemas.microsoft.com/office/drawing/2014/main" id="{86B78835-BB9A-4C49-AD7C-8793D36DA18E}"/>
              </a:ext>
            </a:extLst>
          </p:cNvPr>
          <p:cNvSpPr>
            <a:spLocks noGrp="1"/>
          </p:cNvSpPr>
          <p:nvPr/>
        </p:nvSpPr>
        <p:spPr>
          <a:xfrm>
            <a:off x="3383567" y="2576521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6" name="anim_o4971_1">
            <a:extLst>
              <a:ext uri="{FF2B5EF4-FFF2-40B4-BE49-F238E27FC236}">
                <a16:creationId xmlns:a16="http://schemas.microsoft.com/office/drawing/2014/main" id="{9A6B3E5E-8834-401F-98D7-C42B5E34BFCB}"/>
              </a:ext>
            </a:extLst>
          </p:cNvPr>
          <p:cNvSpPr>
            <a:spLocks noGrp="1"/>
          </p:cNvSpPr>
          <p:nvPr/>
        </p:nvSpPr>
        <p:spPr>
          <a:xfrm>
            <a:off x="1688296" y="2915575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7" name="anim_o4972_1">
            <a:extLst>
              <a:ext uri="{FF2B5EF4-FFF2-40B4-BE49-F238E27FC236}">
                <a16:creationId xmlns:a16="http://schemas.microsoft.com/office/drawing/2014/main" id="{8A160218-9175-4990-8263-B731E4CFF600}"/>
              </a:ext>
            </a:extLst>
          </p:cNvPr>
          <p:cNvSpPr>
            <a:spLocks noGrp="1"/>
          </p:cNvSpPr>
          <p:nvPr/>
        </p:nvSpPr>
        <p:spPr>
          <a:xfrm>
            <a:off x="2027350" y="2915575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8" name="anim_o4973_1">
            <a:extLst>
              <a:ext uri="{FF2B5EF4-FFF2-40B4-BE49-F238E27FC236}">
                <a16:creationId xmlns:a16="http://schemas.microsoft.com/office/drawing/2014/main" id="{AE7B7820-4460-470D-B87B-1C99FDD1D640}"/>
              </a:ext>
            </a:extLst>
          </p:cNvPr>
          <p:cNvSpPr>
            <a:spLocks noGrp="1"/>
          </p:cNvSpPr>
          <p:nvPr/>
        </p:nvSpPr>
        <p:spPr>
          <a:xfrm>
            <a:off x="2366404" y="2915575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9" name="anim_o4974_1">
            <a:extLst>
              <a:ext uri="{FF2B5EF4-FFF2-40B4-BE49-F238E27FC236}">
                <a16:creationId xmlns:a16="http://schemas.microsoft.com/office/drawing/2014/main" id="{12A9DDCB-33AC-4B57-9168-3F6D8E96029D}"/>
              </a:ext>
            </a:extLst>
          </p:cNvPr>
          <p:cNvSpPr>
            <a:spLocks noGrp="1"/>
          </p:cNvSpPr>
          <p:nvPr/>
        </p:nvSpPr>
        <p:spPr>
          <a:xfrm>
            <a:off x="2705458" y="2915575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0" name="anim_o4975_1">
            <a:extLst>
              <a:ext uri="{FF2B5EF4-FFF2-40B4-BE49-F238E27FC236}">
                <a16:creationId xmlns:a16="http://schemas.microsoft.com/office/drawing/2014/main" id="{53A8C90D-FC38-49A5-80ED-270BF5B01431}"/>
              </a:ext>
            </a:extLst>
          </p:cNvPr>
          <p:cNvSpPr>
            <a:spLocks noGrp="1"/>
          </p:cNvSpPr>
          <p:nvPr/>
        </p:nvSpPr>
        <p:spPr>
          <a:xfrm>
            <a:off x="3044513" y="2915575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1" name="anim_o4976_1">
            <a:extLst>
              <a:ext uri="{FF2B5EF4-FFF2-40B4-BE49-F238E27FC236}">
                <a16:creationId xmlns:a16="http://schemas.microsoft.com/office/drawing/2014/main" id="{1AEE46DE-FCFF-4416-AF33-DC3EA3F77AA8}"/>
              </a:ext>
            </a:extLst>
          </p:cNvPr>
          <p:cNvSpPr>
            <a:spLocks noGrp="1"/>
          </p:cNvSpPr>
          <p:nvPr/>
        </p:nvSpPr>
        <p:spPr>
          <a:xfrm>
            <a:off x="3383567" y="2915575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2" name="anim_o4977_1">
            <a:extLst>
              <a:ext uri="{FF2B5EF4-FFF2-40B4-BE49-F238E27FC236}">
                <a16:creationId xmlns:a16="http://schemas.microsoft.com/office/drawing/2014/main" id="{165F34B9-B4E7-4074-8F1F-16AFFDA674EB}"/>
              </a:ext>
            </a:extLst>
          </p:cNvPr>
          <p:cNvSpPr>
            <a:spLocks noGrp="1"/>
          </p:cNvSpPr>
          <p:nvPr/>
        </p:nvSpPr>
        <p:spPr>
          <a:xfrm>
            <a:off x="1688296" y="3254629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3" name="anim_o4978_1">
            <a:extLst>
              <a:ext uri="{FF2B5EF4-FFF2-40B4-BE49-F238E27FC236}">
                <a16:creationId xmlns:a16="http://schemas.microsoft.com/office/drawing/2014/main" id="{FF9E6E69-7539-4D9C-8711-CCF2AF2B0FB3}"/>
              </a:ext>
            </a:extLst>
          </p:cNvPr>
          <p:cNvSpPr>
            <a:spLocks noGrp="1"/>
          </p:cNvSpPr>
          <p:nvPr/>
        </p:nvSpPr>
        <p:spPr>
          <a:xfrm>
            <a:off x="2027350" y="3254629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4" name="anim_o4979_1">
            <a:extLst>
              <a:ext uri="{FF2B5EF4-FFF2-40B4-BE49-F238E27FC236}">
                <a16:creationId xmlns:a16="http://schemas.microsoft.com/office/drawing/2014/main" id="{676EDD56-35D7-4E28-831D-AC3C272E965C}"/>
              </a:ext>
            </a:extLst>
          </p:cNvPr>
          <p:cNvSpPr>
            <a:spLocks noGrp="1"/>
          </p:cNvSpPr>
          <p:nvPr/>
        </p:nvSpPr>
        <p:spPr>
          <a:xfrm>
            <a:off x="2366404" y="3254629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5" name="anim_o4980_1">
            <a:extLst>
              <a:ext uri="{FF2B5EF4-FFF2-40B4-BE49-F238E27FC236}">
                <a16:creationId xmlns:a16="http://schemas.microsoft.com/office/drawing/2014/main" id="{1EF0552B-AC7A-4452-8D8C-57781FDBC086}"/>
              </a:ext>
            </a:extLst>
          </p:cNvPr>
          <p:cNvSpPr>
            <a:spLocks noGrp="1"/>
          </p:cNvSpPr>
          <p:nvPr/>
        </p:nvSpPr>
        <p:spPr>
          <a:xfrm>
            <a:off x="2705458" y="3254629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6" name="anim_o4981_1">
            <a:extLst>
              <a:ext uri="{FF2B5EF4-FFF2-40B4-BE49-F238E27FC236}">
                <a16:creationId xmlns:a16="http://schemas.microsoft.com/office/drawing/2014/main" id="{D83433F6-5553-458C-B786-6CFF6E0607A7}"/>
              </a:ext>
            </a:extLst>
          </p:cNvPr>
          <p:cNvSpPr>
            <a:spLocks noGrp="1"/>
          </p:cNvSpPr>
          <p:nvPr/>
        </p:nvSpPr>
        <p:spPr>
          <a:xfrm>
            <a:off x="3044513" y="3254629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7" name="anim_o4982_1">
            <a:extLst>
              <a:ext uri="{FF2B5EF4-FFF2-40B4-BE49-F238E27FC236}">
                <a16:creationId xmlns:a16="http://schemas.microsoft.com/office/drawing/2014/main" id="{403CA29C-C080-442A-86E9-ECAF9C1D4C14}"/>
              </a:ext>
            </a:extLst>
          </p:cNvPr>
          <p:cNvSpPr>
            <a:spLocks noGrp="1"/>
          </p:cNvSpPr>
          <p:nvPr/>
        </p:nvSpPr>
        <p:spPr>
          <a:xfrm>
            <a:off x="3383567" y="3254629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8" name="anim_o4983_1">
            <a:extLst>
              <a:ext uri="{FF2B5EF4-FFF2-40B4-BE49-F238E27FC236}">
                <a16:creationId xmlns:a16="http://schemas.microsoft.com/office/drawing/2014/main" id="{DE79A298-EF75-4D22-A864-3EAAB6A5C2D1}"/>
              </a:ext>
            </a:extLst>
          </p:cNvPr>
          <p:cNvSpPr>
            <a:spLocks noGrp="1"/>
          </p:cNvSpPr>
          <p:nvPr/>
        </p:nvSpPr>
        <p:spPr>
          <a:xfrm>
            <a:off x="1688296" y="3593683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9" name="anim_o4984_1">
            <a:extLst>
              <a:ext uri="{FF2B5EF4-FFF2-40B4-BE49-F238E27FC236}">
                <a16:creationId xmlns:a16="http://schemas.microsoft.com/office/drawing/2014/main" id="{1414B46D-A4ED-4760-9BB2-C9884455D87E}"/>
              </a:ext>
            </a:extLst>
          </p:cNvPr>
          <p:cNvSpPr>
            <a:spLocks noGrp="1"/>
          </p:cNvSpPr>
          <p:nvPr/>
        </p:nvSpPr>
        <p:spPr>
          <a:xfrm>
            <a:off x="2027350" y="3593683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0" name="anim_o4985_1">
            <a:extLst>
              <a:ext uri="{FF2B5EF4-FFF2-40B4-BE49-F238E27FC236}">
                <a16:creationId xmlns:a16="http://schemas.microsoft.com/office/drawing/2014/main" id="{727EFDC4-C5FD-4FC1-9B6C-CBFC4E6F5DFE}"/>
              </a:ext>
            </a:extLst>
          </p:cNvPr>
          <p:cNvSpPr>
            <a:spLocks noGrp="1"/>
          </p:cNvSpPr>
          <p:nvPr/>
        </p:nvSpPr>
        <p:spPr>
          <a:xfrm>
            <a:off x="2366404" y="3593683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1" name="anim_o4986_1">
            <a:extLst>
              <a:ext uri="{FF2B5EF4-FFF2-40B4-BE49-F238E27FC236}">
                <a16:creationId xmlns:a16="http://schemas.microsoft.com/office/drawing/2014/main" id="{42AF49BF-5D63-46CC-AFD4-653F33A65809}"/>
              </a:ext>
            </a:extLst>
          </p:cNvPr>
          <p:cNvSpPr>
            <a:spLocks noGrp="1"/>
          </p:cNvSpPr>
          <p:nvPr/>
        </p:nvSpPr>
        <p:spPr>
          <a:xfrm>
            <a:off x="2705458" y="3593683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2" name="anim_o4987_1">
            <a:extLst>
              <a:ext uri="{FF2B5EF4-FFF2-40B4-BE49-F238E27FC236}">
                <a16:creationId xmlns:a16="http://schemas.microsoft.com/office/drawing/2014/main" id="{236D66C1-ECC2-472C-A820-EC5117AF9F80}"/>
              </a:ext>
            </a:extLst>
          </p:cNvPr>
          <p:cNvSpPr>
            <a:spLocks noGrp="1"/>
          </p:cNvSpPr>
          <p:nvPr/>
        </p:nvSpPr>
        <p:spPr>
          <a:xfrm>
            <a:off x="3044513" y="3593683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3" name="anim_o4988_1">
            <a:extLst>
              <a:ext uri="{FF2B5EF4-FFF2-40B4-BE49-F238E27FC236}">
                <a16:creationId xmlns:a16="http://schemas.microsoft.com/office/drawing/2014/main" id="{C8AF37CA-FF02-4E51-A107-25C3B5D9B11C}"/>
              </a:ext>
            </a:extLst>
          </p:cNvPr>
          <p:cNvSpPr>
            <a:spLocks noGrp="1"/>
          </p:cNvSpPr>
          <p:nvPr/>
        </p:nvSpPr>
        <p:spPr>
          <a:xfrm>
            <a:off x="3383567" y="3593683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4" name="anim_o4989_1">
            <a:extLst>
              <a:ext uri="{FF2B5EF4-FFF2-40B4-BE49-F238E27FC236}">
                <a16:creationId xmlns:a16="http://schemas.microsoft.com/office/drawing/2014/main" id="{9BAE164F-635A-4316-844A-3E97BF1234FC}"/>
              </a:ext>
            </a:extLst>
          </p:cNvPr>
          <p:cNvSpPr>
            <a:spLocks noGrp="1"/>
          </p:cNvSpPr>
          <p:nvPr/>
        </p:nvSpPr>
        <p:spPr>
          <a:xfrm>
            <a:off x="1688296" y="3932738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5" name="anim_o4990_1">
            <a:extLst>
              <a:ext uri="{FF2B5EF4-FFF2-40B4-BE49-F238E27FC236}">
                <a16:creationId xmlns:a16="http://schemas.microsoft.com/office/drawing/2014/main" id="{D8F6A77F-FD7C-4C54-8D26-31E3C88BD269}"/>
              </a:ext>
            </a:extLst>
          </p:cNvPr>
          <p:cNvSpPr>
            <a:spLocks noGrp="1"/>
          </p:cNvSpPr>
          <p:nvPr/>
        </p:nvSpPr>
        <p:spPr>
          <a:xfrm>
            <a:off x="2027350" y="3932738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6" name="anim_o4991_1">
            <a:extLst>
              <a:ext uri="{FF2B5EF4-FFF2-40B4-BE49-F238E27FC236}">
                <a16:creationId xmlns:a16="http://schemas.microsoft.com/office/drawing/2014/main" id="{29AAF044-339A-493C-A70F-D43081AFB48E}"/>
              </a:ext>
            </a:extLst>
          </p:cNvPr>
          <p:cNvSpPr>
            <a:spLocks noGrp="1"/>
          </p:cNvSpPr>
          <p:nvPr/>
        </p:nvSpPr>
        <p:spPr>
          <a:xfrm>
            <a:off x="2366404" y="3932738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7" name="anim_o4992_1">
            <a:extLst>
              <a:ext uri="{FF2B5EF4-FFF2-40B4-BE49-F238E27FC236}">
                <a16:creationId xmlns:a16="http://schemas.microsoft.com/office/drawing/2014/main" id="{7AB7A118-EC6B-4A01-BB1C-F257BED61BAF}"/>
              </a:ext>
            </a:extLst>
          </p:cNvPr>
          <p:cNvSpPr>
            <a:spLocks noGrp="1"/>
          </p:cNvSpPr>
          <p:nvPr/>
        </p:nvSpPr>
        <p:spPr>
          <a:xfrm>
            <a:off x="2705458" y="3932738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8" name="anim_o4993_1">
            <a:extLst>
              <a:ext uri="{FF2B5EF4-FFF2-40B4-BE49-F238E27FC236}">
                <a16:creationId xmlns:a16="http://schemas.microsoft.com/office/drawing/2014/main" id="{40E876C1-2678-467D-8512-3E8A2B71A406}"/>
              </a:ext>
            </a:extLst>
          </p:cNvPr>
          <p:cNvSpPr>
            <a:spLocks noGrp="1"/>
          </p:cNvSpPr>
          <p:nvPr/>
        </p:nvSpPr>
        <p:spPr>
          <a:xfrm>
            <a:off x="3044513" y="3932738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9" name="anim_o4994_1">
            <a:extLst>
              <a:ext uri="{FF2B5EF4-FFF2-40B4-BE49-F238E27FC236}">
                <a16:creationId xmlns:a16="http://schemas.microsoft.com/office/drawing/2014/main" id="{F311350D-E0A7-4AC9-8555-02384D967659}"/>
              </a:ext>
            </a:extLst>
          </p:cNvPr>
          <p:cNvSpPr>
            <a:spLocks noGrp="1"/>
          </p:cNvSpPr>
          <p:nvPr/>
        </p:nvSpPr>
        <p:spPr>
          <a:xfrm>
            <a:off x="3383567" y="3932738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0" name="anim_to5191_0_1">
            <a:extLst>
              <a:ext uri="{FF2B5EF4-FFF2-40B4-BE49-F238E27FC236}">
                <a16:creationId xmlns:a16="http://schemas.microsoft.com/office/drawing/2014/main" id="{1ECA3DF4-8CEF-4C2B-B288-FD6D1EB60C74}"/>
              </a:ext>
            </a:extLst>
          </p:cNvPr>
          <p:cNvSpPr>
            <a:spLocks noGrp="1"/>
          </p:cNvSpPr>
          <p:nvPr/>
        </p:nvSpPr>
        <p:spPr>
          <a:xfrm>
            <a:off x="4164361" y="3132209"/>
            <a:ext cx="239918" cy="59358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73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73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73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*</a:t>
            </a:r>
          </a:p>
        </p:txBody>
      </p:sp>
      <p:sp>
        <p:nvSpPr>
          <p:cNvPr id="111" name="anim_to5170_0_1">
            <a:extLst>
              <a:ext uri="{FF2B5EF4-FFF2-40B4-BE49-F238E27FC236}">
                <a16:creationId xmlns:a16="http://schemas.microsoft.com/office/drawing/2014/main" id="{10391303-20D8-41DC-ADD1-A63B68BE7744}"/>
              </a:ext>
            </a:extLst>
          </p:cNvPr>
          <p:cNvSpPr>
            <a:spLocks noGrp="1"/>
          </p:cNvSpPr>
          <p:nvPr/>
        </p:nvSpPr>
        <p:spPr>
          <a:xfrm>
            <a:off x="4566344" y="1019750"/>
            <a:ext cx="260397" cy="5193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272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272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3272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112" name="anim_to5173_0_1">
            <a:extLst>
              <a:ext uri="{FF2B5EF4-FFF2-40B4-BE49-F238E27FC236}">
                <a16:creationId xmlns:a16="http://schemas.microsoft.com/office/drawing/2014/main" id="{F8E3809E-0536-4B8B-829B-C13D5752E186}"/>
              </a:ext>
            </a:extLst>
          </p:cNvPr>
          <p:cNvSpPr>
            <a:spLocks noGrp="1"/>
          </p:cNvSpPr>
          <p:nvPr/>
        </p:nvSpPr>
        <p:spPr>
          <a:xfrm>
            <a:off x="4788640" y="1195406"/>
            <a:ext cx="187994" cy="337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27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127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2127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113" name="anim_to5177_0_1">
            <a:extLst>
              <a:ext uri="{FF2B5EF4-FFF2-40B4-BE49-F238E27FC236}">
                <a16:creationId xmlns:a16="http://schemas.microsoft.com/office/drawing/2014/main" id="{0C72FDB5-64A6-4D78-A8C9-AAB3B446707A}"/>
              </a:ext>
            </a:extLst>
          </p:cNvPr>
          <p:cNvSpPr>
            <a:spLocks noGrp="1"/>
          </p:cNvSpPr>
          <p:nvPr/>
        </p:nvSpPr>
        <p:spPr>
          <a:xfrm>
            <a:off x="4566344" y="3150948"/>
            <a:ext cx="260397" cy="5193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272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272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pPr>
            <a:r>
              <a:rPr sz="3272" b="0">
                <a:solidFill>
                  <a:srgbClr val="FF862F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114" name="anim_to5180_0_1">
            <a:extLst>
              <a:ext uri="{FF2B5EF4-FFF2-40B4-BE49-F238E27FC236}">
                <a16:creationId xmlns:a16="http://schemas.microsoft.com/office/drawing/2014/main" id="{70419E82-065C-4BE9-8B53-F8E227F62D45}"/>
              </a:ext>
            </a:extLst>
          </p:cNvPr>
          <p:cNvSpPr>
            <a:spLocks noGrp="1"/>
          </p:cNvSpPr>
          <p:nvPr/>
        </p:nvSpPr>
        <p:spPr>
          <a:xfrm>
            <a:off x="4788640" y="3326603"/>
            <a:ext cx="187994" cy="337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27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127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pPr>
            <a:r>
              <a:rPr sz="2127" b="0">
                <a:solidFill>
                  <a:srgbClr val="FF862F"/>
                </a:solidFill>
                <a:latin typeface="Cambria Math"/>
                <a:ea typeface="Cambria Math"/>
                <a:cs typeface="Cambria Math"/>
              </a:rPr>
              <a:t>2</a:t>
            </a:r>
          </a:p>
        </p:txBody>
      </p:sp>
      <p:sp>
        <p:nvSpPr>
          <p:cNvPr id="115" name="anim_to5184_0_1">
            <a:extLst>
              <a:ext uri="{FF2B5EF4-FFF2-40B4-BE49-F238E27FC236}">
                <a16:creationId xmlns:a16="http://schemas.microsoft.com/office/drawing/2014/main" id="{BCB518D1-A228-4A4C-AD03-DBB44F0E5760}"/>
              </a:ext>
            </a:extLst>
          </p:cNvPr>
          <p:cNvSpPr>
            <a:spLocks noGrp="1"/>
          </p:cNvSpPr>
          <p:nvPr/>
        </p:nvSpPr>
        <p:spPr>
          <a:xfrm>
            <a:off x="4566344" y="5281808"/>
            <a:ext cx="260397" cy="5193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272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272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pPr>
            <a:r>
              <a:rPr sz="3272" b="0">
                <a:solidFill>
                  <a:srgbClr val="9A72AC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116" name="anim_to5187_0_1">
            <a:extLst>
              <a:ext uri="{FF2B5EF4-FFF2-40B4-BE49-F238E27FC236}">
                <a16:creationId xmlns:a16="http://schemas.microsoft.com/office/drawing/2014/main" id="{1B5D0438-8A79-452E-A99E-764B91F0E61E}"/>
              </a:ext>
            </a:extLst>
          </p:cNvPr>
          <p:cNvSpPr>
            <a:spLocks noGrp="1"/>
          </p:cNvSpPr>
          <p:nvPr/>
        </p:nvSpPr>
        <p:spPr>
          <a:xfrm>
            <a:off x="4788640" y="5457463"/>
            <a:ext cx="187994" cy="337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27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127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pPr>
            <a:r>
              <a:rPr sz="2127" b="0">
                <a:solidFill>
                  <a:srgbClr val="9A72AC"/>
                </a:solidFill>
                <a:latin typeface="Cambria Math"/>
                <a:ea typeface="Cambria Math"/>
                <a:cs typeface="Cambria Math"/>
              </a:rPr>
              <a:t>3</a:t>
            </a:r>
          </a:p>
        </p:txBody>
      </p:sp>
      <p:sp>
        <p:nvSpPr>
          <p:cNvPr id="117" name="anim_o5098_1">
            <a:extLst>
              <a:ext uri="{FF2B5EF4-FFF2-40B4-BE49-F238E27FC236}">
                <a16:creationId xmlns:a16="http://schemas.microsoft.com/office/drawing/2014/main" id="{A491381C-1371-422D-A0BF-77AA5963ACD4}"/>
              </a:ext>
            </a:extLst>
          </p:cNvPr>
          <p:cNvSpPr>
            <a:spLocks noGrp="1"/>
          </p:cNvSpPr>
          <p:nvPr/>
        </p:nvSpPr>
        <p:spPr>
          <a:xfrm>
            <a:off x="5238677" y="963592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8" name="anim_o5099_1">
            <a:extLst>
              <a:ext uri="{FF2B5EF4-FFF2-40B4-BE49-F238E27FC236}">
                <a16:creationId xmlns:a16="http://schemas.microsoft.com/office/drawing/2014/main" id="{B2B56688-6497-46E5-8C13-B906BF6FCCB0}"/>
              </a:ext>
            </a:extLst>
          </p:cNvPr>
          <p:cNvSpPr>
            <a:spLocks noGrp="1"/>
          </p:cNvSpPr>
          <p:nvPr/>
        </p:nvSpPr>
        <p:spPr>
          <a:xfrm>
            <a:off x="5577732" y="963592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9" name="anim_o5100_1">
            <a:extLst>
              <a:ext uri="{FF2B5EF4-FFF2-40B4-BE49-F238E27FC236}">
                <a16:creationId xmlns:a16="http://schemas.microsoft.com/office/drawing/2014/main" id="{4414A798-7A77-4A34-B837-100E70ED52CC}"/>
              </a:ext>
            </a:extLst>
          </p:cNvPr>
          <p:cNvSpPr>
            <a:spLocks noGrp="1"/>
          </p:cNvSpPr>
          <p:nvPr/>
        </p:nvSpPr>
        <p:spPr>
          <a:xfrm>
            <a:off x="5916786" y="963592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0" name="anim_o5101_1">
            <a:extLst>
              <a:ext uri="{FF2B5EF4-FFF2-40B4-BE49-F238E27FC236}">
                <a16:creationId xmlns:a16="http://schemas.microsoft.com/office/drawing/2014/main" id="{611B4854-6315-4EFD-8C61-55F34CB779BA}"/>
              </a:ext>
            </a:extLst>
          </p:cNvPr>
          <p:cNvSpPr>
            <a:spLocks noGrp="1"/>
          </p:cNvSpPr>
          <p:nvPr/>
        </p:nvSpPr>
        <p:spPr>
          <a:xfrm>
            <a:off x="5238677" y="1302646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1" name="anim_o5102_1">
            <a:extLst>
              <a:ext uri="{FF2B5EF4-FFF2-40B4-BE49-F238E27FC236}">
                <a16:creationId xmlns:a16="http://schemas.microsoft.com/office/drawing/2014/main" id="{84BB382A-7BCF-46A0-8C12-D0A89BE9F46A}"/>
              </a:ext>
            </a:extLst>
          </p:cNvPr>
          <p:cNvSpPr>
            <a:spLocks noGrp="1"/>
          </p:cNvSpPr>
          <p:nvPr/>
        </p:nvSpPr>
        <p:spPr>
          <a:xfrm>
            <a:off x="5577732" y="1302646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2" name="anim_o5103_1">
            <a:extLst>
              <a:ext uri="{FF2B5EF4-FFF2-40B4-BE49-F238E27FC236}">
                <a16:creationId xmlns:a16="http://schemas.microsoft.com/office/drawing/2014/main" id="{893B6C62-16DE-4895-A093-8BDAE02DB533}"/>
              </a:ext>
            </a:extLst>
          </p:cNvPr>
          <p:cNvSpPr>
            <a:spLocks noGrp="1"/>
          </p:cNvSpPr>
          <p:nvPr/>
        </p:nvSpPr>
        <p:spPr>
          <a:xfrm>
            <a:off x="5916786" y="1302646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3" name="anim_o5104_1">
            <a:extLst>
              <a:ext uri="{FF2B5EF4-FFF2-40B4-BE49-F238E27FC236}">
                <a16:creationId xmlns:a16="http://schemas.microsoft.com/office/drawing/2014/main" id="{17489A3F-E576-47C2-9407-879278D741E9}"/>
              </a:ext>
            </a:extLst>
          </p:cNvPr>
          <p:cNvSpPr>
            <a:spLocks noGrp="1"/>
          </p:cNvSpPr>
          <p:nvPr/>
        </p:nvSpPr>
        <p:spPr>
          <a:xfrm>
            <a:off x="5238677" y="1641700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4" name="anim_o5105_1">
            <a:extLst>
              <a:ext uri="{FF2B5EF4-FFF2-40B4-BE49-F238E27FC236}">
                <a16:creationId xmlns:a16="http://schemas.microsoft.com/office/drawing/2014/main" id="{C16739B8-B7A3-45A6-94D8-6CD69CE4BEB8}"/>
              </a:ext>
            </a:extLst>
          </p:cNvPr>
          <p:cNvSpPr>
            <a:spLocks noGrp="1"/>
          </p:cNvSpPr>
          <p:nvPr/>
        </p:nvSpPr>
        <p:spPr>
          <a:xfrm>
            <a:off x="5577732" y="1641700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5" name="anim_o5106_1">
            <a:extLst>
              <a:ext uri="{FF2B5EF4-FFF2-40B4-BE49-F238E27FC236}">
                <a16:creationId xmlns:a16="http://schemas.microsoft.com/office/drawing/2014/main" id="{8C8AFA6A-8927-4B77-9FB7-0399091B7748}"/>
              </a:ext>
            </a:extLst>
          </p:cNvPr>
          <p:cNvSpPr>
            <a:spLocks noGrp="1"/>
          </p:cNvSpPr>
          <p:nvPr/>
        </p:nvSpPr>
        <p:spPr>
          <a:xfrm>
            <a:off x="5916786" y="1641700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6" name="anim_o5129_1">
            <a:extLst>
              <a:ext uri="{FF2B5EF4-FFF2-40B4-BE49-F238E27FC236}">
                <a16:creationId xmlns:a16="http://schemas.microsoft.com/office/drawing/2014/main" id="{740DA8E5-ED15-48F6-80B4-9128FDA03AF9}"/>
              </a:ext>
            </a:extLst>
          </p:cNvPr>
          <p:cNvSpPr>
            <a:spLocks noGrp="1"/>
          </p:cNvSpPr>
          <p:nvPr/>
        </p:nvSpPr>
        <p:spPr>
          <a:xfrm>
            <a:off x="5238677" y="3094789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7" name="anim_o5130_1">
            <a:extLst>
              <a:ext uri="{FF2B5EF4-FFF2-40B4-BE49-F238E27FC236}">
                <a16:creationId xmlns:a16="http://schemas.microsoft.com/office/drawing/2014/main" id="{9E7E4780-04D4-4393-BEF3-B263246A9AAA}"/>
              </a:ext>
            </a:extLst>
          </p:cNvPr>
          <p:cNvSpPr>
            <a:spLocks noGrp="1"/>
          </p:cNvSpPr>
          <p:nvPr/>
        </p:nvSpPr>
        <p:spPr>
          <a:xfrm>
            <a:off x="5577732" y="3094789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8" name="anim_o5131_1">
            <a:extLst>
              <a:ext uri="{FF2B5EF4-FFF2-40B4-BE49-F238E27FC236}">
                <a16:creationId xmlns:a16="http://schemas.microsoft.com/office/drawing/2014/main" id="{31FA1B7E-1AFF-4D1A-BF13-2698DC5D2D38}"/>
              </a:ext>
            </a:extLst>
          </p:cNvPr>
          <p:cNvSpPr>
            <a:spLocks noGrp="1"/>
          </p:cNvSpPr>
          <p:nvPr/>
        </p:nvSpPr>
        <p:spPr>
          <a:xfrm>
            <a:off x="5916786" y="3094789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9" name="anim_o5132_1">
            <a:extLst>
              <a:ext uri="{FF2B5EF4-FFF2-40B4-BE49-F238E27FC236}">
                <a16:creationId xmlns:a16="http://schemas.microsoft.com/office/drawing/2014/main" id="{B1465AA6-EA1C-46E9-9656-CE321A9AA122}"/>
              </a:ext>
            </a:extLst>
          </p:cNvPr>
          <p:cNvSpPr>
            <a:spLocks noGrp="1"/>
          </p:cNvSpPr>
          <p:nvPr/>
        </p:nvSpPr>
        <p:spPr>
          <a:xfrm>
            <a:off x="5238677" y="3433844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0" name="anim_o5133_1">
            <a:extLst>
              <a:ext uri="{FF2B5EF4-FFF2-40B4-BE49-F238E27FC236}">
                <a16:creationId xmlns:a16="http://schemas.microsoft.com/office/drawing/2014/main" id="{4D798F85-BD97-424A-B3F4-810894930D98}"/>
              </a:ext>
            </a:extLst>
          </p:cNvPr>
          <p:cNvSpPr>
            <a:spLocks noGrp="1"/>
          </p:cNvSpPr>
          <p:nvPr/>
        </p:nvSpPr>
        <p:spPr>
          <a:xfrm>
            <a:off x="5577732" y="3433844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1" name="anim_o5134_1">
            <a:extLst>
              <a:ext uri="{FF2B5EF4-FFF2-40B4-BE49-F238E27FC236}">
                <a16:creationId xmlns:a16="http://schemas.microsoft.com/office/drawing/2014/main" id="{116B8E41-E7A7-4890-A981-22D632C4271F}"/>
              </a:ext>
            </a:extLst>
          </p:cNvPr>
          <p:cNvSpPr>
            <a:spLocks noGrp="1"/>
          </p:cNvSpPr>
          <p:nvPr/>
        </p:nvSpPr>
        <p:spPr>
          <a:xfrm>
            <a:off x="5916786" y="3433844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2" name="anim_o5135_1">
            <a:extLst>
              <a:ext uri="{FF2B5EF4-FFF2-40B4-BE49-F238E27FC236}">
                <a16:creationId xmlns:a16="http://schemas.microsoft.com/office/drawing/2014/main" id="{65A282DE-F229-4AA9-B284-9FFDEDB8BE6B}"/>
              </a:ext>
            </a:extLst>
          </p:cNvPr>
          <p:cNvSpPr>
            <a:spLocks noGrp="1"/>
          </p:cNvSpPr>
          <p:nvPr/>
        </p:nvSpPr>
        <p:spPr>
          <a:xfrm>
            <a:off x="5238677" y="3772898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3" name="anim_o5136_1">
            <a:extLst>
              <a:ext uri="{FF2B5EF4-FFF2-40B4-BE49-F238E27FC236}">
                <a16:creationId xmlns:a16="http://schemas.microsoft.com/office/drawing/2014/main" id="{DE9B82AD-1C10-49EF-A4BF-85B1A186A1D3}"/>
              </a:ext>
            </a:extLst>
          </p:cNvPr>
          <p:cNvSpPr>
            <a:spLocks noGrp="1"/>
          </p:cNvSpPr>
          <p:nvPr/>
        </p:nvSpPr>
        <p:spPr>
          <a:xfrm>
            <a:off x="5577732" y="3772898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4" name="anim_o5137_1">
            <a:extLst>
              <a:ext uri="{FF2B5EF4-FFF2-40B4-BE49-F238E27FC236}">
                <a16:creationId xmlns:a16="http://schemas.microsoft.com/office/drawing/2014/main" id="{3E063E87-FA33-4C6D-B9F0-CD6B59B15734}"/>
              </a:ext>
            </a:extLst>
          </p:cNvPr>
          <p:cNvSpPr>
            <a:spLocks noGrp="1"/>
          </p:cNvSpPr>
          <p:nvPr/>
        </p:nvSpPr>
        <p:spPr>
          <a:xfrm>
            <a:off x="5916786" y="3772898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5" name="anim_o5160_1">
            <a:extLst>
              <a:ext uri="{FF2B5EF4-FFF2-40B4-BE49-F238E27FC236}">
                <a16:creationId xmlns:a16="http://schemas.microsoft.com/office/drawing/2014/main" id="{1551C1D7-EF12-4E5B-8311-F901E306D5CE}"/>
              </a:ext>
            </a:extLst>
          </p:cNvPr>
          <p:cNvSpPr>
            <a:spLocks noGrp="1"/>
          </p:cNvSpPr>
          <p:nvPr/>
        </p:nvSpPr>
        <p:spPr>
          <a:xfrm>
            <a:off x="5238677" y="5225987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6" name="anim_o5161_1">
            <a:extLst>
              <a:ext uri="{FF2B5EF4-FFF2-40B4-BE49-F238E27FC236}">
                <a16:creationId xmlns:a16="http://schemas.microsoft.com/office/drawing/2014/main" id="{7AB71DCA-0968-45F3-B049-1E4256874721}"/>
              </a:ext>
            </a:extLst>
          </p:cNvPr>
          <p:cNvSpPr>
            <a:spLocks noGrp="1"/>
          </p:cNvSpPr>
          <p:nvPr/>
        </p:nvSpPr>
        <p:spPr>
          <a:xfrm>
            <a:off x="5577732" y="5225987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7" name="anim_o5162_1">
            <a:extLst>
              <a:ext uri="{FF2B5EF4-FFF2-40B4-BE49-F238E27FC236}">
                <a16:creationId xmlns:a16="http://schemas.microsoft.com/office/drawing/2014/main" id="{9D5D3C33-C559-483B-A898-C53DE8F9EECE}"/>
              </a:ext>
            </a:extLst>
          </p:cNvPr>
          <p:cNvSpPr>
            <a:spLocks noGrp="1"/>
          </p:cNvSpPr>
          <p:nvPr/>
        </p:nvSpPr>
        <p:spPr>
          <a:xfrm>
            <a:off x="5916786" y="5225987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8" name="anim_o5163_1">
            <a:extLst>
              <a:ext uri="{FF2B5EF4-FFF2-40B4-BE49-F238E27FC236}">
                <a16:creationId xmlns:a16="http://schemas.microsoft.com/office/drawing/2014/main" id="{4CD64ECC-D321-46C0-A447-CDE087C6829F}"/>
              </a:ext>
            </a:extLst>
          </p:cNvPr>
          <p:cNvSpPr>
            <a:spLocks noGrp="1"/>
          </p:cNvSpPr>
          <p:nvPr/>
        </p:nvSpPr>
        <p:spPr>
          <a:xfrm>
            <a:off x="5238677" y="5565041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9" name="anim_o5164_1">
            <a:extLst>
              <a:ext uri="{FF2B5EF4-FFF2-40B4-BE49-F238E27FC236}">
                <a16:creationId xmlns:a16="http://schemas.microsoft.com/office/drawing/2014/main" id="{81845210-F16A-49B0-9C44-4408949D0D73}"/>
              </a:ext>
            </a:extLst>
          </p:cNvPr>
          <p:cNvSpPr>
            <a:spLocks noGrp="1"/>
          </p:cNvSpPr>
          <p:nvPr/>
        </p:nvSpPr>
        <p:spPr>
          <a:xfrm>
            <a:off x="5577732" y="5565041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0" name="anim_o5165_1">
            <a:extLst>
              <a:ext uri="{FF2B5EF4-FFF2-40B4-BE49-F238E27FC236}">
                <a16:creationId xmlns:a16="http://schemas.microsoft.com/office/drawing/2014/main" id="{862A655B-1FE9-4BA5-A39A-DA85A221D29E}"/>
              </a:ext>
            </a:extLst>
          </p:cNvPr>
          <p:cNvSpPr>
            <a:spLocks noGrp="1"/>
          </p:cNvSpPr>
          <p:nvPr/>
        </p:nvSpPr>
        <p:spPr>
          <a:xfrm>
            <a:off x="5916786" y="5565041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1" name="anim_o5166_1">
            <a:extLst>
              <a:ext uri="{FF2B5EF4-FFF2-40B4-BE49-F238E27FC236}">
                <a16:creationId xmlns:a16="http://schemas.microsoft.com/office/drawing/2014/main" id="{71C6D6A4-0723-4EC0-974A-1011B099462F}"/>
              </a:ext>
            </a:extLst>
          </p:cNvPr>
          <p:cNvSpPr>
            <a:spLocks noGrp="1"/>
          </p:cNvSpPr>
          <p:nvPr/>
        </p:nvSpPr>
        <p:spPr>
          <a:xfrm>
            <a:off x="5238677" y="5904095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2" name="anim_o5167_1">
            <a:extLst>
              <a:ext uri="{FF2B5EF4-FFF2-40B4-BE49-F238E27FC236}">
                <a16:creationId xmlns:a16="http://schemas.microsoft.com/office/drawing/2014/main" id="{B42547E7-27B3-4614-BBEF-64B857DCA18A}"/>
              </a:ext>
            </a:extLst>
          </p:cNvPr>
          <p:cNvSpPr>
            <a:spLocks noGrp="1"/>
          </p:cNvSpPr>
          <p:nvPr/>
        </p:nvSpPr>
        <p:spPr>
          <a:xfrm>
            <a:off x="5577732" y="5904095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3" name="anim_o5168_1">
            <a:extLst>
              <a:ext uri="{FF2B5EF4-FFF2-40B4-BE49-F238E27FC236}">
                <a16:creationId xmlns:a16="http://schemas.microsoft.com/office/drawing/2014/main" id="{ED07F106-537D-4D82-8BAD-5C79A46CD6D6}"/>
              </a:ext>
            </a:extLst>
          </p:cNvPr>
          <p:cNvSpPr>
            <a:spLocks noGrp="1"/>
          </p:cNvSpPr>
          <p:nvPr/>
        </p:nvSpPr>
        <p:spPr>
          <a:xfrm>
            <a:off x="5916786" y="5904095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4" name="anim_o5088_1">
            <a:extLst>
              <a:ext uri="{FF2B5EF4-FFF2-40B4-BE49-F238E27FC236}">
                <a16:creationId xmlns:a16="http://schemas.microsoft.com/office/drawing/2014/main" id="{D727E247-3843-435C-BD83-1FC194F83051}"/>
              </a:ext>
            </a:extLst>
          </p:cNvPr>
          <p:cNvSpPr>
            <a:spLocks noGrp="1"/>
          </p:cNvSpPr>
          <p:nvPr/>
        </p:nvSpPr>
        <p:spPr>
          <a:xfrm>
            <a:off x="5413048" y="789221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5" name="anim_o5089_1">
            <a:extLst>
              <a:ext uri="{FF2B5EF4-FFF2-40B4-BE49-F238E27FC236}">
                <a16:creationId xmlns:a16="http://schemas.microsoft.com/office/drawing/2014/main" id="{EC102B1D-3FC8-406A-ACC0-B72866FE7562}"/>
              </a:ext>
            </a:extLst>
          </p:cNvPr>
          <p:cNvSpPr>
            <a:spLocks noGrp="1"/>
          </p:cNvSpPr>
          <p:nvPr/>
        </p:nvSpPr>
        <p:spPr>
          <a:xfrm>
            <a:off x="5752102" y="789221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6" name="anim_o5090_1">
            <a:extLst>
              <a:ext uri="{FF2B5EF4-FFF2-40B4-BE49-F238E27FC236}">
                <a16:creationId xmlns:a16="http://schemas.microsoft.com/office/drawing/2014/main" id="{6541BDE1-1277-4366-8448-E1A601D08BE7}"/>
              </a:ext>
            </a:extLst>
          </p:cNvPr>
          <p:cNvSpPr>
            <a:spLocks noGrp="1"/>
          </p:cNvSpPr>
          <p:nvPr/>
        </p:nvSpPr>
        <p:spPr>
          <a:xfrm>
            <a:off x="6091156" y="789221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7" name="anim_o5091_1">
            <a:extLst>
              <a:ext uri="{FF2B5EF4-FFF2-40B4-BE49-F238E27FC236}">
                <a16:creationId xmlns:a16="http://schemas.microsoft.com/office/drawing/2014/main" id="{2BE8688D-7BC4-4F86-98C9-3074823BAE35}"/>
              </a:ext>
            </a:extLst>
          </p:cNvPr>
          <p:cNvSpPr>
            <a:spLocks noGrp="1"/>
          </p:cNvSpPr>
          <p:nvPr/>
        </p:nvSpPr>
        <p:spPr>
          <a:xfrm>
            <a:off x="5413048" y="1128275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8" name="anim_o5092_1">
            <a:extLst>
              <a:ext uri="{FF2B5EF4-FFF2-40B4-BE49-F238E27FC236}">
                <a16:creationId xmlns:a16="http://schemas.microsoft.com/office/drawing/2014/main" id="{76A4C111-57A6-40C5-A729-1C8EAC641C82}"/>
              </a:ext>
            </a:extLst>
          </p:cNvPr>
          <p:cNvSpPr>
            <a:spLocks noGrp="1"/>
          </p:cNvSpPr>
          <p:nvPr/>
        </p:nvSpPr>
        <p:spPr>
          <a:xfrm>
            <a:off x="5752102" y="1128275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9" name="anim_o5093_1">
            <a:extLst>
              <a:ext uri="{FF2B5EF4-FFF2-40B4-BE49-F238E27FC236}">
                <a16:creationId xmlns:a16="http://schemas.microsoft.com/office/drawing/2014/main" id="{86DFA756-983E-4751-938B-047436C789D7}"/>
              </a:ext>
            </a:extLst>
          </p:cNvPr>
          <p:cNvSpPr>
            <a:spLocks noGrp="1"/>
          </p:cNvSpPr>
          <p:nvPr/>
        </p:nvSpPr>
        <p:spPr>
          <a:xfrm>
            <a:off x="6091156" y="1128275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0" name="anim_o5094_1">
            <a:extLst>
              <a:ext uri="{FF2B5EF4-FFF2-40B4-BE49-F238E27FC236}">
                <a16:creationId xmlns:a16="http://schemas.microsoft.com/office/drawing/2014/main" id="{23284EB1-850E-4B17-A77F-BB72380B9BDB}"/>
              </a:ext>
            </a:extLst>
          </p:cNvPr>
          <p:cNvSpPr>
            <a:spLocks noGrp="1"/>
          </p:cNvSpPr>
          <p:nvPr/>
        </p:nvSpPr>
        <p:spPr>
          <a:xfrm>
            <a:off x="5413048" y="1467330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1" name="anim_o5095_1">
            <a:extLst>
              <a:ext uri="{FF2B5EF4-FFF2-40B4-BE49-F238E27FC236}">
                <a16:creationId xmlns:a16="http://schemas.microsoft.com/office/drawing/2014/main" id="{04C01F5D-F350-4630-B90B-86FED7E77C03}"/>
              </a:ext>
            </a:extLst>
          </p:cNvPr>
          <p:cNvSpPr>
            <a:spLocks noGrp="1"/>
          </p:cNvSpPr>
          <p:nvPr/>
        </p:nvSpPr>
        <p:spPr>
          <a:xfrm>
            <a:off x="5752102" y="1467330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2" name="anim_o5096_1">
            <a:extLst>
              <a:ext uri="{FF2B5EF4-FFF2-40B4-BE49-F238E27FC236}">
                <a16:creationId xmlns:a16="http://schemas.microsoft.com/office/drawing/2014/main" id="{971F198F-5381-4083-B00A-68B48510D448}"/>
              </a:ext>
            </a:extLst>
          </p:cNvPr>
          <p:cNvSpPr>
            <a:spLocks noGrp="1"/>
          </p:cNvSpPr>
          <p:nvPr/>
        </p:nvSpPr>
        <p:spPr>
          <a:xfrm>
            <a:off x="6091156" y="1467330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3" name="anim_o5119_1">
            <a:extLst>
              <a:ext uri="{FF2B5EF4-FFF2-40B4-BE49-F238E27FC236}">
                <a16:creationId xmlns:a16="http://schemas.microsoft.com/office/drawing/2014/main" id="{5212D61F-53FA-4360-B50D-1F6514868DE3}"/>
              </a:ext>
            </a:extLst>
          </p:cNvPr>
          <p:cNvSpPr>
            <a:spLocks noGrp="1"/>
          </p:cNvSpPr>
          <p:nvPr/>
        </p:nvSpPr>
        <p:spPr>
          <a:xfrm>
            <a:off x="5413048" y="2920419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4" name="anim_o5120_1">
            <a:extLst>
              <a:ext uri="{FF2B5EF4-FFF2-40B4-BE49-F238E27FC236}">
                <a16:creationId xmlns:a16="http://schemas.microsoft.com/office/drawing/2014/main" id="{3C0367EB-CAA8-4051-B28C-86F4032C502A}"/>
              </a:ext>
            </a:extLst>
          </p:cNvPr>
          <p:cNvSpPr>
            <a:spLocks noGrp="1"/>
          </p:cNvSpPr>
          <p:nvPr/>
        </p:nvSpPr>
        <p:spPr>
          <a:xfrm>
            <a:off x="5752102" y="2920419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5" name="anim_o5121_1">
            <a:extLst>
              <a:ext uri="{FF2B5EF4-FFF2-40B4-BE49-F238E27FC236}">
                <a16:creationId xmlns:a16="http://schemas.microsoft.com/office/drawing/2014/main" id="{E9A2340F-E80E-4E95-960F-8D186584AC3A}"/>
              </a:ext>
            </a:extLst>
          </p:cNvPr>
          <p:cNvSpPr>
            <a:spLocks noGrp="1"/>
          </p:cNvSpPr>
          <p:nvPr/>
        </p:nvSpPr>
        <p:spPr>
          <a:xfrm>
            <a:off x="6091156" y="2920419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6" name="anim_o5122_1">
            <a:extLst>
              <a:ext uri="{FF2B5EF4-FFF2-40B4-BE49-F238E27FC236}">
                <a16:creationId xmlns:a16="http://schemas.microsoft.com/office/drawing/2014/main" id="{EA5D44F0-EA1E-47BF-9416-DBF12111C7FB}"/>
              </a:ext>
            </a:extLst>
          </p:cNvPr>
          <p:cNvSpPr>
            <a:spLocks noGrp="1"/>
          </p:cNvSpPr>
          <p:nvPr/>
        </p:nvSpPr>
        <p:spPr>
          <a:xfrm>
            <a:off x="5413048" y="3259473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7" name="anim_o5123_1">
            <a:extLst>
              <a:ext uri="{FF2B5EF4-FFF2-40B4-BE49-F238E27FC236}">
                <a16:creationId xmlns:a16="http://schemas.microsoft.com/office/drawing/2014/main" id="{18A14D47-B23D-493B-9AD5-C1A20E15078D}"/>
              </a:ext>
            </a:extLst>
          </p:cNvPr>
          <p:cNvSpPr>
            <a:spLocks noGrp="1"/>
          </p:cNvSpPr>
          <p:nvPr/>
        </p:nvSpPr>
        <p:spPr>
          <a:xfrm>
            <a:off x="5752102" y="3259473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8" name="anim_o5124_1">
            <a:extLst>
              <a:ext uri="{FF2B5EF4-FFF2-40B4-BE49-F238E27FC236}">
                <a16:creationId xmlns:a16="http://schemas.microsoft.com/office/drawing/2014/main" id="{E0B4B595-38FE-4F4D-9015-3B592ACA9DBB}"/>
              </a:ext>
            </a:extLst>
          </p:cNvPr>
          <p:cNvSpPr>
            <a:spLocks noGrp="1"/>
          </p:cNvSpPr>
          <p:nvPr/>
        </p:nvSpPr>
        <p:spPr>
          <a:xfrm>
            <a:off x="6091156" y="3259473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9" name="anim_o5125_1">
            <a:extLst>
              <a:ext uri="{FF2B5EF4-FFF2-40B4-BE49-F238E27FC236}">
                <a16:creationId xmlns:a16="http://schemas.microsoft.com/office/drawing/2014/main" id="{6224BFD6-A350-4650-A567-4C42AD2C396B}"/>
              </a:ext>
            </a:extLst>
          </p:cNvPr>
          <p:cNvSpPr>
            <a:spLocks noGrp="1"/>
          </p:cNvSpPr>
          <p:nvPr/>
        </p:nvSpPr>
        <p:spPr>
          <a:xfrm>
            <a:off x="5413048" y="3598527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0" name="anim_o5126_1">
            <a:extLst>
              <a:ext uri="{FF2B5EF4-FFF2-40B4-BE49-F238E27FC236}">
                <a16:creationId xmlns:a16="http://schemas.microsoft.com/office/drawing/2014/main" id="{699B25D4-0A2A-4365-BF2B-F5F3C2BF9EB7}"/>
              </a:ext>
            </a:extLst>
          </p:cNvPr>
          <p:cNvSpPr>
            <a:spLocks noGrp="1"/>
          </p:cNvSpPr>
          <p:nvPr/>
        </p:nvSpPr>
        <p:spPr>
          <a:xfrm>
            <a:off x="5752102" y="3598527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1" name="anim_o5127_1">
            <a:extLst>
              <a:ext uri="{FF2B5EF4-FFF2-40B4-BE49-F238E27FC236}">
                <a16:creationId xmlns:a16="http://schemas.microsoft.com/office/drawing/2014/main" id="{B1DFFCC6-A921-4ED4-8D11-C8D6FD525ACC}"/>
              </a:ext>
            </a:extLst>
          </p:cNvPr>
          <p:cNvSpPr>
            <a:spLocks noGrp="1"/>
          </p:cNvSpPr>
          <p:nvPr/>
        </p:nvSpPr>
        <p:spPr>
          <a:xfrm>
            <a:off x="6091156" y="3598527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2" name="anim_o5150_1">
            <a:extLst>
              <a:ext uri="{FF2B5EF4-FFF2-40B4-BE49-F238E27FC236}">
                <a16:creationId xmlns:a16="http://schemas.microsoft.com/office/drawing/2014/main" id="{C7673141-26F5-4F6E-AC1A-F9AAA30790B1}"/>
              </a:ext>
            </a:extLst>
          </p:cNvPr>
          <p:cNvSpPr>
            <a:spLocks noGrp="1"/>
          </p:cNvSpPr>
          <p:nvPr/>
        </p:nvSpPr>
        <p:spPr>
          <a:xfrm>
            <a:off x="5413048" y="5051616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3" name="anim_o5151_1">
            <a:extLst>
              <a:ext uri="{FF2B5EF4-FFF2-40B4-BE49-F238E27FC236}">
                <a16:creationId xmlns:a16="http://schemas.microsoft.com/office/drawing/2014/main" id="{DE8729A1-7EF8-402E-B448-CD0BEAF8D31D}"/>
              </a:ext>
            </a:extLst>
          </p:cNvPr>
          <p:cNvSpPr>
            <a:spLocks noGrp="1"/>
          </p:cNvSpPr>
          <p:nvPr/>
        </p:nvSpPr>
        <p:spPr>
          <a:xfrm>
            <a:off x="5752102" y="5051616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4" name="anim_o5152_1">
            <a:extLst>
              <a:ext uri="{FF2B5EF4-FFF2-40B4-BE49-F238E27FC236}">
                <a16:creationId xmlns:a16="http://schemas.microsoft.com/office/drawing/2014/main" id="{AE1805EB-C6F7-4A87-BA44-FEE673F37E1D}"/>
              </a:ext>
            </a:extLst>
          </p:cNvPr>
          <p:cNvSpPr>
            <a:spLocks noGrp="1"/>
          </p:cNvSpPr>
          <p:nvPr/>
        </p:nvSpPr>
        <p:spPr>
          <a:xfrm>
            <a:off x="6091156" y="5051616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5" name="anim_o5153_1">
            <a:extLst>
              <a:ext uri="{FF2B5EF4-FFF2-40B4-BE49-F238E27FC236}">
                <a16:creationId xmlns:a16="http://schemas.microsoft.com/office/drawing/2014/main" id="{5FE38CFF-F174-43A4-AE04-09D7374DB61C}"/>
              </a:ext>
            </a:extLst>
          </p:cNvPr>
          <p:cNvSpPr>
            <a:spLocks noGrp="1"/>
          </p:cNvSpPr>
          <p:nvPr/>
        </p:nvSpPr>
        <p:spPr>
          <a:xfrm>
            <a:off x="5413048" y="5390670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6" name="anim_o5154_1">
            <a:extLst>
              <a:ext uri="{FF2B5EF4-FFF2-40B4-BE49-F238E27FC236}">
                <a16:creationId xmlns:a16="http://schemas.microsoft.com/office/drawing/2014/main" id="{117798FF-7D29-473E-9BF6-83DF57AE28E0}"/>
              </a:ext>
            </a:extLst>
          </p:cNvPr>
          <p:cNvSpPr>
            <a:spLocks noGrp="1"/>
          </p:cNvSpPr>
          <p:nvPr/>
        </p:nvSpPr>
        <p:spPr>
          <a:xfrm>
            <a:off x="5752102" y="5390670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7" name="anim_o5155_1">
            <a:extLst>
              <a:ext uri="{FF2B5EF4-FFF2-40B4-BE49-F238E27FC236}">
                <a16:creationId xmlns:a16="http://schemas.microsoft.com/office/drawing/2014/main" id="{5CD92E4C-0DBE-4C99-AD4D-92FF6C387051}"/>
              </a:ext>
            </a:extLst>
          </p:cNvPr>
          <p:cNvSpPr>
            <a:spLocks noGrp="1"/>
          </p:cNvSpPr>
          <p:nvPr/>
        </p:nvSpPr>
        <p:spPr>
          <a:xfrm>
            <a:off x="6091156" y="5390670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8" name="anim_o5156_1">
            <a:extLst>
              <a:ext uri="{FF2B5EF4-FFF2-40B4-BE49-F238E27FC236}">
                <a16:creationId xmlns:a16="http://schemas.microsoft.com/office/drawing/2014/main" id="{FD730254-853F-4757-8C42-2EA7A19C9B2F}"/>
              </a:ext>
            </a:extLst>
          </p:cNvPr>
          <p:cNvSpPr>
            <a:spLocks noGrp="1"/>
          </p:cNvSpPr>
          <p:nvPr/>
        </p:nvSpPr>
        <p:spPr>
          <a:xfrm>
            <a:off x="5413048" y="5729725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9" name="anim_o5157_1">
            <a:extLst>
              <a:ext uri="{FF2B5EF4-FFF2-40B4-BE49-F238E27FC236}">
                <a16:creationId xmlns:a16="http://schemas.microsoft.com/office/drawing/2014/main" id="{208EA2F5-F2E2-478A-8754-FE1F99F3132E}"/>
              </a:ext>
            </a:extLst>
          </p:cNvPr>
          <p:cNvSpPr>
            <a:spLocks noGrp="1"/>
          </p:cNvSpPr>
          <p:nvPr/>
        </p:nvSpPr>
        <p:spPr>
          <a:xfrm>
            <a:off x="5752102" y="5729725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0" name="anim_o5158_1">
            <a:extLst>
              <a:ext uri="{FF2B5EF4-FFF2-40B4-BE49-F238E27FC236}">
                <a16:creationId xmlns:a16="http://schemas.microsoft.com/office/drawing/2014/main" id="{3706E977-2C2F-494B-8943-AB1ECD15B442}"/>
              </a:ext>
            </a:extLst>
          </p:cNvPr>
          <p:cNvSpPr>
            <a:spLocks noGrp="1"/>
          </p:cNvSpPr>
          <p:nvPr/>
        </p:nvSpPr>
        <p:spPr>
          <a:xfrm>
            <a:off x="6091156" y="5729725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1" name="anim_o5078_1">
            <a:extLst>
              <a:ext uri="{FF2B5EF4-FFF2-40B4-BE49-F238E27FC236}">
                <a16:creationId xmlns:a16="http://schemas.microsoft.com/office/drawing/2014/main" id="{04AF8FAD-3B18-438F-8057-871CCEF47B0F}"/>
              </a:ext>
            </a:extLst>
          </p:cNvPr>
          <p:cNvSpPr>
            <a:spLocks noGrp="1"/>
          </p:cNvSpPr>
          <p:nvPr/>
        </p:nvSpPr>
        <p:spPr>
          <a:xfrm>
            <a:off x="5587419" y="614850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2" name="anim_o5079_1">
            <a:extLst>
              <a:ext uri="{FF2B5EF4-FFF2-40B4-BE49-F238E27FC236}">
                <a16:creationId xmlns:a16="http://schemas.microsoft.com/office/drawing/2014/main" id="{3B1AF324-0D44-485D-B01D-4B98D03C7A32}"/>
              </a:ext>
            </a:extLst>
          </p:cNvPr>
          <p:cNvSpPr>
            <a:spLocks noGrp="1"/>
          </p:cNvSpPr>
          <p:nvPr/>
        </p:nvSpPr>
        <p:spPr>
          <a:xfrm>
            <a:off x="5926473" y="614850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3" name="anim_o5080_1">
            <a:extLst>
              <a:ext uri="{FF2B5EF4-FFF2-40B4-BE49-F238E27FC236}">
                <a16:creationId xmlns:a16="http://schemas.microsoft.com/office/drawing/2014/main" id="{910B9832-3364-44E8-9B57-84B3DE02CECC}"/>
              </a:ext>
            </a:extLst>
          </p:cNvPr>
          <p:cNvSpPr>
            <a:spLocks noGrp="1"/>
          </p:cNvSpPr>
          <p:nvPr/>
        </p:nvSpPr>
        <p:spPr>
          <a:xfrm>
            <a:off x="6265527" y="614850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4" name="anim_o5081_1">
            <a:extLst>
              <a:ext uri="{FF2B5EF4-FFF2-40B4-BE49-F238E27FC236}">
                <a16:creationId xmlns:a16="http://schemas.microsoft.com/office/drawing/2014/main" id="{3B29BDA0-94F6-4657-9BF4-BEBA090C4C0F}"/>
              </a:ext>
            </a:extLst>
          </p:cNvPr>
          <p:cNvSpPr>
            <a:spLocks noGrp="1"/>
          </p:cNvSpPr>
          <p:nvPr/>
        </p:nvSpPr>
        <p:spPr>
          <a:xfrm>
            <a:off x="5587419" y="953905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5" name="anim_o5082_1">
            <a:extLst>
              <a:ext uri="{FF2B5EF4-FFF2-40B4-BE49-F238E27FC236}">
                <a16:creationId xmlns:a16="http://schemas.microsoft.com/office/drawing/2014/main" id="{B1F884E2-03F1-4ACB-A441-5C94A299FC93}"/>
              </a:ext>
            </a:extLst>
          </p:cNvPr>
          <p:cNvSpPr>
            <a:spLocks noGrp="1"/>
          </p:cNvSpPr>
          <p:nvPr/>
        </p:nvSpPr>
        <p:spPr>
          <a:xfrm>
            <a:off x="5926473" y="953905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6" name="anim_o5083_1">
            <a:extLst>
              <a:ext uri="{FF2B5EF4-FFF2-40B4-BE49-F238E27FC236}">
                <a16:creationId xmlns:a16="http://schemas.microsoft.com/office/drawing/2014/main" id="{88EE9261-3C50-4996-9CE3-940066A9CC2C}"/>
              </a:ext>
            </a:extLst>
          </p:cNvPr>
          <p:cNvSpPr>
            <a:spLocks noGrp="1"/>
          </p:cNvSpPr>
          <p:nvPr/>
        </p:nvSpPr>
        <p:spPr>
          <a:xfrm>
            <a:off x="6265527" y="953905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7" name="anim_o5084_1">
            <a:extLst>
              <a:ext uri="{FF2B5EF4-FFF2-40B4-BE49-F238E27FC236}">
                <a16:creationId xmlns:a16="http://schemas.microsoft.com/office/drawing/2014/main" id="{E95DCC35-B31F-4A5F-A6C2-D13639E31064}"/>
              </a:ext>
            </a:extLst>
          </p:cNvPr>
          <p:cNvSpPr>
            <a:spLocks noGrp="1"/>
          </p:cNvSpPr>
          <p:nvPr/>
        </p:nvSpPr>
        <p:spPr>
          <a:xfrm>
            <a:off x="5587419" y="1292959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8" name="anim_o5085_1">
            <a:extLst>
              <a:ext uri="{FF2B5EF4-FFF2-40B4-BE49-F238E27FC236}">
                <a16:creationId xmlns:a16="http://schemas.microsoft.com/office/drawing/2014/main" id="{5AEEA3DF-3B5B-4269-A33D-A0569E15849A}"/>
              </a:ext>
            </a:extLst>
          </p:cNvPr>
          <p:cNvSpPr>
            <a:spLocks noGrp="1"/>
          </p:cNvSpPr>
          <p:nvPr/>
        </p:nvSpPr>
        <p:spPr>
          <a:xfrm>
            <a:off x="5926473" y="1292959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9" name="anim_o5086_1">
            <a:extLst>
              <a:ext uri="{FF2B5EF4-FFF2-40B4-BE49-F238E27FC236}">
                <a16:creationId xmlns:a16="http://schemas.microsoft.com/office/drawing/2014/main" id="{0CADE5EF-BFE0-419A-8079-BAF1F8D8318F}"/>
              </a:ext>
            </a:extLst>
          </p:cNvPr>
          <p:cNvSpPr>
            <a:spLocks noGrp="1"/>
          </p:cNvSpPr>
          <p:nvPr/>
        </p:nvSpPr>
        <p:spPr>
          <a:xfrm>
            <a:off x="6265527" y="1292959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0" name="anim_o5109_1">
            <a:extLst>
              <a:ext uri="{FF2B5EF4-FFF2-40B4-BE49-F238E27FC236}">
                <a16:creationId xmlns:a16="http://schemas.microsoft.com/office/drawing/2014/main" id="{3608A693-1216-4A78-9938-74444848DEBD}"/>
              </a:ext>
            </a:extLst>
          </p:cNvPr>
          <p:cNvSpPr>
            <a:spLocks noGrp="1"/>
          </p:cNvSpPr>
          <p:nvPr/>
        </p:nvSpPr>
        <p:spPr>
          <a:xfrm>
            <a:off x="5587419" y="2746048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1" name="anim_o5110_1">
            <a:extLst>
              <a:ext uri="{FF2B5EF4-FFF2-40B4-BE49-F238E27FC236}">
                <a16:creationId xmlns:a16="http://schemas.microsoft.com/office/drawing/2014/main" id="{B75F54AD-A83B-4B32-B13E-F4C3500ADEEE}"/>
              </a:ext>
            </a:extLst>
          </p:cNvPr>
          <p:cNvSpPr>
            <a:spLocks noGrp="1"/>
          </p:cNvSpPr>
          <p:nvPr/>
        </p:nvSpPr>
        <p:spPr>
          <a:xfrm>
            <a:off x="5926473" y="2746048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2" name="anim_o5111_1">
            <a:extLst>
              <a:ext uri="{FF2B5EF4-FFF2-40B4-BE49-F238E27FC236}">
                <a16:creationId xmlns:a16="http://schemas.microsoft.com/office/drawing/2014/main" id="{7B9E4E5C-9638-482C-8B75-68B00702F013}"/>
              </a:ext>
            </a:extLst>
          </p:cNvPr>
          <p:cNvSpPr>
            <a:spLocks noGrp="1"/>
          </p:cNvSpPr>
          <p:nvPr/>
        </p:nvSpPr>
        <p:spPr>
          <a:xfrm>
            <a:off x="6265527" y="2746048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3" name="anim_o5112_1">
            <a:extLst>
              <a:ext uri="{FF2B5EF4-FFF2-40B4-BE49-F238E27FC236}">
                <a16:creationId xmlns:a16="http://schemas.microsoft.com/office/drawing/2014/main" id="{36BD3B9B-B5A8-4F8B-AD2A-ED9BECE80462}"/>
              </a:ext>
            </a:extLst>
          </p:cNvPr>
          <p:cNvSpPr>
            <a:spLocks noGrp="1"/>
          </p:cNvSpPr>
          <p:nvPr/>
        </p:nvSpPr>
        <p:spPr>
          <a:xfrm>
            <a:off x="5587419" y="3085102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4" name="anim_o5113_1">
            <a:extLst>
              <a:ext uri="{FF2B5EF4-FFF2-40B4-BE49-F238E27FC236}">
                <a16:creationId xmlns:a16="http://schemas.microsoft.com/office/drawing/2014/main" id="{7895EC10-024D-430A-A1DC-DA1AE77065E3}"/>
              </a:ext>
            </a:extLst>
          </p:cNvPr>
          <p:cNvSpPr>
            <a:spLocks noGrp="1"/>
          </p:cNvSpPr>
          <p:nvPr/>
        </p:nvSpPr>
        <p:spPr>
          <a:xfrm>
            <a:off x="5926473" y="3085102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5" name="anim_o5114_1">
            <a:extLst>
              <a:ext uri="{FF2B5EF4-FFF2-40B4-BE49-F238E27FC236}">
                <a16:creationId xmlns:a16="http://schemas.microsoft.com/office/drawing/2014/main" id="{0EBFD456-EEBC-4898-8834-9EC3202FB599}"/>
              </a:ext>
            </a:extLst>
          </p:cNvPr>
          <p:cNvSpPr>
            <a:spLocks noGrp="1"/>
          </p:cNvSpPr>
          <p:nvPr/>
        </p:nvSpPr>
        <p:spPr>
          <a:xfrm>
            <a:off x="6265527" y="3085102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6" name="anim_o5115_1">
            <a:extLst>
              <a:ext uri="{FF2B5EF4-FFF2-40B4-BE49-F238E27FC236}">
                <a16:creationId xmlns:a16="http://schemas.microsoft.com/office/drawing/2014/main" id="{305C6F08-6D2F-4483-8CCB-911B82A0F614}"/>
              </a:ext>
            </a:extLst>
          </p:cNvPr>
          <p:cNvSpPr>
            <a:spLocks noGrp="1"/>
          </p:cNvSpPr>
          <p:nvPr/>
        </p:nvSpPr>
        <p:spPr>
          <a:xfrm>
            <a:off x="5587419" y="3424156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7" name="anim_o5116_1">
            <a:extLst>
              <a:ext uri="{FF2B5EF4-FFF2-40B4-BE49-F238E27FC236}">
                <a16:creationId xmlns:a16="http://schemas.microsoft.com/office/drawing/2014/main" id="{72E51778-5587-4788-8CC2-05B9C9126442}"/>
              </a:ext>
            </a:extLst>
          </p:cNvPr>
          <p:cNvSpPr>
            <a:spLocks noGrp="1"/>
          </p:cNvSpPr>
          <p:nvPr/>
        </p:nvSpPr>
        <p:spPr>
          <a:xfrm>
            <a:off x="5926473" y="3424156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8" name="anim_o5117_1">
            <a:extLst>
              <a:ext uri="{FF2B5EF4-FFF2-40B4-BE49-F238E27FC236}">
                <a16:creationId xmlns:a16="http://schemas.microsoft.com/office/drawing/2014/main" id="{9FDBC2B3-86BF-4FF8-B49C-9C793BB399AD}"/>
              </a:ext>
            </a:extLst>
          </p:cNvPr>
          <p:cNvSpPr>
            <a:spLocks noGrp="1"/>
          </p:cNvSpPr>
          <p:nvPr/>
        </p:nvSpPr>
        <p:spPr>
          <a:xfrm>
            <a:off x="6265527" y="3424156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9" name="anim_o5140_1">
            <a:extLst>
              <a:ext uri="{FF2B5EF4-FFF2-40B4-BE49-F238E27FC236}">
                <a16:creationId xmlns:a16="http://schemas.microsoft.com/office/drawing/2014/main" id="{2C9D7336-236A-47B0-A8C4-D961E593E85C}"/>
              </a:ext>
            </a:extLst>
          </p:cNvPr>
          <p:cNvSpPr>
            <a:spLocks noGrp="1"/>
          </p:cNvSpPr>
          <p:nvPr/>
        </p:nvSpPr>
        <p:spPr>
          <a:xfrm>
            <a:off x="5587419" y="4877246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0" name="anim_o5141_1">
            <a:extLst>
              <a:ext uri="{FF2B5EF4-FFF2-40B4-BE49-F238E27FC236}">
                <a16:creationId xmlns:a16="http://schemas.microsoft.com/office/drawing/2014/main" id="{A9AB0407-5ADA-45BA-97ED-895C92F67C56}"/>
              </a:ext>
            </a:extLst>
          </p:cNvPr>
          <p:cNvSpPr>
            <a:spLocks noGrp="1"/>
          </p:cNvSpPr>
          <p:nvPr/>
        </p:nvSpPr>
        <p:spPr>
          <a:xfrm>
            <a:off x="5926473" y="4877246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1" name="anim_o5142_1">
            <a:extLst>
              <a:ext uri="{FF2B5EF4-FFF2-40B4-BE49-F238E27FC236}">
                <a16:creationId xmlns:a16="http://schemas.microsoft.com/office/drawing/2014/main" id="{CBB16810-349D-41F1-B093-4F77507EFC92}"/>
              </a:ext>
            </a:extLst>
          </p:cNvPr>
          <p:cNvSpPr>
            <a:spLocks noGrp="1"/>
          </p:cNvSpPr>
          <p:nvPr/>
        </p:nvSpPr>
        <p:spPr>
          <a:xfrm>
            <a:off x="6265527" y="4877246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2" name="anim_o5143_1">
            <a:extLst>
              <a:ext uri="{FF2B5EF4-FFF2-40B4-BE49-F238E27FC236}">
                <a16:creationId xmlns:a16="http://schemas.microsoft.com/office/drawing/2014/main" id="{AB9A11D9-A4E6-4FA9-AFF2-6CF9B6E8D07F}"/>
              </a:ext>
            </a:extLst>
          </p:cNvPr>
          <p:cNvSpPr>
            <a:spLocks noGrp="1"/>
          </p:cNvSpPr>
          <p:nvPr/>
        </p:nvSpPr>
        <p:spPr>
          <a:xfrm>
            <a:off x="5587419" y="5216300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3" name="anim_o5144_1">
            <a:extLst>
              <a:ext uri="{FF2B5EF4-FFF2-40B4-BE49-F238E27FC236}">
                <a16:creationId xmlns:a16="http://schemas.microsoft.com/office/drawing/2014/main" id="{1B3EB4D2-23C6-4C65-A786-7BB4EAACDADB}"/>
              </a:ext>
            </a:extLst>
          </p:cNvPr>
          <p:cNvSpPr>
            <a:spLocks noGrp="1"/>
          </p:cNvSpPr>
          <p:nvPr/>
        </p:nvSpPr>
        <p:spPr>
          <a:xfrm>
            <a:off x="5926473" y="5216300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4" name="anim_o5145_1">
            <a:extLst>
              <a:ext uri="{FF2B5EF4-FFF2-40B4-BE49-F238E27FC236}">
                <a16:creationId xmlns:a16="http://schemas.microsoft.com/office/drawing/2014/main" id="{19CA2253-6F10-4F38-ADA4-F2A29AEC9154}"/>
              </a:ext>
            </a:extLst>
          </p:cNvPr>
          <p:cNvSpPr>
            <a:spLocks noGrp="1"/>
          </p:cNvSpPr>
          <p:nvPr/>
        </p:nvSpPr>
        <p:spPr>
          <a:xfrm>
            <a:off x="6265527" y="5216300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5" name="anim_o5146_1">
            <a:extLst>
              <a:ext uri="{FF2B5EF4-FFF2-40B4-BE49-F238E27FC236}">
                <a16:creationId xmlns:a16="http://schemas.microsoft.com/office/drawing/2014/main" id="{F542C4CB-66EC-4580-9584-1C58491AC3FD}"/>
              </a:ext>
            </a:extLst>
          </p:cNvPr>
          <p:cNvSpPr>
            <a:spLocks noGrp="1"/>
          </p:cNvSpPr>
          <p:nvPr/>
        </p:nvSpPr>
        <p:spPr>
          <a:xfrm>
            <a:off x="5587419" y="5555354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6" name="anim_o5147_1">
            <a:extLst>
              <a:ext uri="{FF2B5EF4-FFF2-40B4-BE49-F238E27FC236}">
                <a16:creationId xmlns:a16="http://schemas.microsoft.com/office/drawing/2014/main" id="{BA769076-D537-4E28-8931-3361B522B56B}"/>
              </a:ext>
            </a:extLst>
          </p:cNvPr>
          <p:cNvSpPr>
            <a:spLocks noGrp="1"/>
          </p:cNvSpPr>
          <p:nvPr/>
        </p:nvSpPr>
        <p:spPr>
          <a:xfrm>
            <a:off x="5926473" y="5555354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7" name="anim_o5148_1">
            <a:extLst>
              <a:ext uri="{FF2B5EF4-FFF2-40B4-BE49-F238E27FC236}">
                <a16:creationId xmlns:a16="http://schemas.microsoft.com/office/drawing/2014/main" id="{21D9E07F-4EF4-4789-8A9C-6891699341BF}"/>
              </a:ext>
            </a:extLst>
          </p:cNvPr>
          <p:cNvSpPr>
            <a:spLocks noGrp="1"/>
          </p:cNvSpPr>
          <p:nvPr/>
        </p:nvSpPr>
        <p:spPr>
          <a:xfrm>
            <a:off x="6265527" y="5555354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8" name="anim_o5305_1">
            <a:extLst>
              <a:ext uri="{FF2B5EF4-FFF2-40B4-BE49-F238E27FC236}">
                <a16:creationId xmlns:a16="http://schemas.microsoft.com/office/drawing/2014/main" id="{2B80EAC2-2783-4FE8-B822-1764AD7B23C8}"/>
              </a:ext>
            </a:extLst>
          </p:cNvPr>
          <p:cNvSpPr>
            <a:spLocks noGrp="1"/>
          </p:cNvSpPr>
          <p:nvPr/>
        </p:nvSpPr>
        <p:spPr>
          <a:xfrm>
            <a:off x="6798326" y="1248285"/>
            <a:ext cx="495179" cy="99036"/>
          </a:xfrm>
          <a:custGeom>
            <a:avLst/>
            <a:gdLst/>
            <a:ahLst/>
            <a:cxnLst/>
            <a:rect l="0" t="0" r="0" b="0"/>
            <a:pathLst>
              <a:path w="495179" h="99036">
                <a:moveTo>
                  <a:pt x="0" y="68568"/>
                </a:moveTo>
                <a:lnTo>
                  <a:pt x="396143" y="68568"/>
                </a:lnTo>
                <a:lnTo>
                  <a:pt x="396143" y="99036"/>
                </a:lnTo>
                <a:lnTo>
                  <a:pt x="495179" y="49518"/>
                </a:lnTo>
                <a:lnTo>
                  <a:pt x="396143" y="0"/>
                </a:lnTo>
                <a:lnTo>
                  <a:pt x="396143" y="30468"/>
                </a:lnTo>
                <a:lnTo>
                  <a:pt x="0" y="30468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99" name="anim_o5306_1">
            <a:extLst>
              <a:ext uri="{FF2B5EF4-FFF2-40B4-BE49-F238E27FC236}">
                <a16:creationId xmlns:a16="http://schemas.microsoft.com/office/drawing/2014/main" id="{A38C9B40-9D90-4B9D-9261-6A561F7D561B}"/>
              </a:ext>
            </a:extLst>
          </p:cNvPr>
          <p:cNvSpPr>
            <a:spLocks noGrp="1"/>
          </p:cNvSpPr>
          <p:nvPr/>
        </p:nvSpPr>
        <p:spPr>
          <a:xfrm>
            <a:off x="6798326" y="3379482"/>
            <a:ext cx="495179" cy="99036"/>
          </a:xfrm>
          <a:custGeom>
            <a:avLst/>
            <a:gdLst/>
            <a:ahLst/>
            <a:cxnLst/>
            <a:rect l="0" t="0" r="0" b="0"/>
            <a:pathLst>
              <a:path w="495179" h="99036">
                <a:moveTo>
                  <a:pt x="0" y="68568"/>
                </a:moveTo>
                <a:lnTo>
                  <a:pt x="396143" y="68568"/>
                </a:lnTo>
                <a:lnTo>
                  <a:pt x="396143" y="99036"/>
                </a:lnTo>
                <a:lnTo>
                  <a:pt x="495179" y="49518"/>
                </a:lnTo>
                <a:lnTo>
                  <a:pt x="396143" y="0"/>
                </a:lnTo>
                <a:lnTo>
                  <a:pt x="396143" y="30468"/>
                </a:lnTo>
                <a:lnTo>
                  <a:pt x="0" y="30468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200" name="anim_o5307_1">
            <a:extLst>
              <a:ext uri="{FF2B5EF4-FFF2-40B4-BE49-F238E27FC236}">
                <a16:creationId xmlns:a16="http://schemas.microsoft.com/office/drawing/2014/main" id="{6B952AC2-E72A-44F8-A82A-D2878C3D7E3C}"/>
              </a:ext>
            </a:extLst>
          </p:cNvPr>
          <p:cNvSpPr>
            <a:spLocks noGrp="1"/>
          </p:cNvSpPr>
          <p:nvPr/>
        </p:nvSpPr>
        <p:spPr>
          <a:xfrm>
            <a:off x="6798326" y="5510680"/>
            <a:ext cx="495179" cy="99036"/>
          </a:xfrm>
          <a:custGeom>
            <a:avLst/>
            <a:gdLst/>
            <a:ahLst/>
            <a:cxnLst/>
            <a:rect l="0" t="0" r="0" b="0"/>
            <a:pathLst>
              <a:path w="495179" h="99036">
                <a:moveTo>
                  <a:pt x="0" y="68568"/>
                </a:moveTo>
                <a:lnTo>
                  <a:pt x="396143" y="68568"/>
                </a:lnTo>
                <a:lnTo>
                  <a:pt x="396143" y="99036"/>
                </a:lnTo>
                <a:lnTo>
                  <a:pt x="495179" y="49518"/>
                </a:lnTo>
                <a:lnTo>
                  <a:pt x="396143" y="0"/>
                </a:lnTo>
                <a:lnTo>
                  <a:pt x="396143" y="30468"/>
                </a:lnTo>
                <a:lnTo>
                  <a:pt x="0" y="30468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201" name="anim_o5195_1">
            <a:extLst>
              <a:ext uri="{FF2B5EF4-FFF2-40B4-BE49-F238E27FC236}">
                <a16:creationId xmlns:a16="http://schemas.microsoft.com/office/drawing/2014/main" id="{69E721A4-274F-4EC9-A772-E16E62EFADFD}"/>
              </a:ext>
            </a:extLst>
          </p:cNvPr>
          <p:cNvSpPr>
            <a:spLocks noGrp="1"/>
          </p:cNvSpPr>
          <p:nvPr/>
        </p:nvSpPr>
        <p:spPr>
          <a:xfrm>
            <a:off x="8634063" y="619694"/>
            <a:ext cx="339054" cy="339054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2" name="anim_o5196_1">
            <a:extLst>
              <a:ext uri="{FF2B5EF4-FFF2-40B4-BE49-F238E27FC236}">
                <a16:creationId xmlns:a16="http://schemas.microsoft.com/office/drawing/2014/main" id="{E71726C9-34EB-4AAC-8781-F6489E8F2E7B}"/>
              </a:ext>
            </a:extLst>
          </p:cNvPr>
          <p:cNvSpPr>
            <a:spLocks noGrp="1"/>
          </p:cNvSpPr>
          <p:nvPr/>
        </p:nvSpPr>
        <p:spPr>
          <a:xfrm>
            <a:off x="8973117" y="619694"/>
            <a:ext cx="339054" cy="339054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3" name="anim_o5197_1">
            <a:extLst>
              <a:ext uri="{FF2B5EF4-FFF2-40B4-BE49-F238E27FC236}">
                <a16:creationId xmlns:a16="http://schemas.microsoft.com/office/drawing/2014/main" id="{17991F47-786D-44F4-AFD1-621C74588C63}"/>
              </a:ext>
            </a:extLst>
          </p:cNvPr>
          <p:cNvSpPr>
            <a:spLocks noGrp="1"/>
          </p:cNvSpPr>
          <p:nvPr/>
        </p:nvSpPr>
        <p:spPr>
          <a:xfrm>
            <a:off x="9312171" y="619694"/>
            <a:ext cx="339054" cy="339054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4" name="anim_o5198_1">
            <a:extLst>
              <a:ext uri="{FF2B5EF4-FFF2-40B4-BE49-F238E27FC236}">
                <a16:creationId xmlns:a16="http://schemas.microsoft.com/office/drawing/2014/main" id="{64CE2213-7290-4171-89BB-6C97A594D291}"/>
              </a:ext>
            </a:extLst>
          </p:cNvPr>
          <p:cNvSpPr>
            <a:spLocks noGrp="1"/>
          </p:cNvSpPr>
          <p:nvPr/>
        </p:nvSpPr>
        <p:spPr>
          <a:xfrm>
            <a:off x="9651225" y="619694"/>
            <a:ext cx="339054" cy="339054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5" name="anim_o5199_1">
            <a:extLst>
              <a:ext uri="{FF2B5EF4-FFF2-40B4-BE49-F238E27FC236}">
                <a16:creationId xmlns:a16="http://schemas.microsoft.com/office/drawing/2014/main" id="{C2B9C78E-D619-46C6-8441-5195067A1A09}"/>
              </a:ext>
            </a:extLst>
          </p:cNvPr>
          <p:cNvSpPr>
            <a:spLocks noGrp="1"/>
          </p:cNvSpPr>
          <p:nvPr/>
        </p:nvSpPr>
        <p:spPr>
          <a:xfrm>
            <a:off x="8634063" y="958748"/>
            <a:ext cx="339054" cy="339054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6" name="anim_o5200_1">
            <a:extLst>
              <a:ext uri="{FF2B5EF4-FFF2-40B4-BE49-F238E27FC236}">
                <a16:creationId xmlns:a16="http://schemas.microsoft.com/office/drawing/2014/main" id="{DE21F023-1F6D-40ED-9687-072C78FD3555}"/>
              </a:ext>
            </a:extLst>
          </p:cNvPr>
          <p:cNvSpPr>
            <a:spLocks noGrp="1"/>
          </p:cNvSpPr>
          <p:nvPr/>
        </p:nvSpPr>
        <p:spPr>
          <a:xfrm>
            <a:off x="8973117" y="958748"/>
            <a:ext cx="339054" cy="339054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7" name="anim_o5201_1">
            <a:extLst>
              <a:ext uri="{FF2B5EF4-FFF2-40B4-BE49-F238E27FC236}">
                <a16:creationId xmlns:a16="http://schemas.microsoft.com/office/drawing/2014/main" id="{D6A9724D-FC3A-48CC-A73F-E58812947AC8}"/>
              </a:ext>
            </a:extLst>
          </p:cNvPr>
          <p:cNvSpPr>
            <a:spLocks noGrp="1"/>
          </p:cNvSpPr>
          <p:nvPr/>
        </p:nvSpPr>
        <p:spPr>
          <a:xfrm>
            <a:off x="9312171" y="958748"/>
            <a:ext cx="339054" cy="339054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8" name="anim_o5202_1">
            <a:extLst>
              <a:ext uri="{FF2B5EF4-FFF2-40B4-BE49-F238E27FC236}">
                <a16:creationId xmlns:a16="http://schemas.microsoft.com/office/drawing/2014/main" id="{8AEE8F6D-0D24-4877-9BE1-63840EC7D7B9}"/>
              </a:ext>
            </a:extLst>
          </p:cNvPr>
          <p:cNvSpPr>
            <a:spLocks noGrp="1"/>
          </p:cNvSpPr>
          <p:nvPr/>
        </p:nvSpPr>
        <p:spPr>
          <a:xfrm>
            <a:off x="9651225" y="958748"/>
            <a:ext cx="339054" cy="339054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9" name="anim_o5203_1">
            <a:extLst>
              <a:ext uri="{FF2B5EF4-FFF2-40B4-BE49-F238E27FC236}">
                <a16:creationId xmlns:a16="http://schemas.microsoft.com/office/drawing/2014/main" id="{E9F538D8-531B-4430-B67E-72232866B87D}"/>
              </a:ext>
            </a:extLst>
          </p:cNvPr>
          <p:cNvSpPr>
            <a:spLocks noGrp="1"/>
          </p:cNvSpPr>
          <p:nvPr/>
        </p:nvSpPr>
        <p:spPr>
          <a:xfrm>
            <a:off x="8634063" y="1297802"/>
            <a:ext cx="339054" cy="339054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0" name="anim_o5204_1">
            <a:extLst>
              <a:ext uri="{FF2B5EF4-FFF2-40B4-BE49-F238E27FC236}">
                <a16:creationId xmlns:a16="http://schemas.microsoft.com/office/drawing/2014/main" id="{C2894AD0-7ED1-4493-870F-973F3B1EB830}"/>
              </a:ext>
            </a:extLst>
          </p:cNvPr>
          <p:cNvSpPr>
            <a:spLocks noGrp="1"/>
          </p:cNvSpPr>
          <p:nvPr/>
        </p:nvSpPr>
        <p:spPr>
          <a:xfrm>
            <a:off x="8973117" y="1297802"/>
            <a:ext cx="339054" cy="339054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1" name="anim_o5205_1">
            <a:extLst>
              <a:ext uri="{FF2B5EF4-FFF2-40B4-BE49-F238E27FC236}">
                <a16:creationId xmlns:a16="http://schemas.microsoft.com/office/drawing/2014/main" id="{9C7EF596-D8E3-41C8-9DC0-DD9D9AF98678}"/>
              </a:ext>
            </a:extLst>
          </p:cNvPr>
          <p:cNvSpPr>
            <a:spLocks noGrp="1"/>
          </p:cNvSpPr>
          <p:nvPr/>
        </p:nvSpPr>
        <p:spPr>
          <a:xfrm>
            <a:off x="9312171" y="1297802"/>
            <a:ext cx="339054" cy="339054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2" name="anim_o5206_1">
            <a:extLst>
              <a:ext uri="{FF2B5EF4-FFF2-40B4-BE49-F238E27FC236}">
                <a16:creationId xmlns:a16="http://schemas.microsoft.com/office/drawing/2014/main" id="{90AB701C-AD8D-465B-B0D7-1FFC3D2D44B8}"/>
              </a:ext>
            </a:extLst>
          </p:cNvPr>
          <p:cNvSpPr>
            <a:spLocks noGrp="1"/>
          </p:cNvSpPr>
          <p:nvPr/>
        </p:nvSpPr>
        <p:spPr>
          <a:xfrm>
            <a:off x="9651225" y="1297802"/>
            <a:ext cx="339054" cy="339054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3" name="anim_o5207_1">
            <a:extLst>
              <a:ext uri="{FF2B5EF4-FFF2-40B4-BE49-F238E27FC236}">
                <a16:creationId xmlns:a16="http://schemas.microsoft.com/office/drawing/2014/main" id="{D3EA66BD-4ED1-4F14-850E-41BB06629B3B}"/>
              </a:ext>
            </a:extLst>
          </p:cNvPr>
          <p:cNvSpPr>
            <a:spLocks noGrp="1"/>
          </p:cNvSpPr>
          <p:nvPr/>
        </p:nvSpPr>
        <p:spPr>
          <a:xfrm>
            <a:off x="8634063" y="1636857"/>
            <a:ext cx="339054" cy="339054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4" name="anim_o5208_1">
            <a:extLst>
              <a:ext uri="{FF2B5EF4-FFF2-40B4-BE49-F238E27FC236}">
                <a16:creationId xmlns:a16="http://schemas.microsoft.com/office/drawing/2014/main" id="{0DB10C81-1992-42C8-A14B-649169AF6110}"/>
              </a:ext>
            </a:extLst>
          </p:cNvPr>
          <p:cNvSpPr>
            <a:spLocks noGrp="1"/>
          </p:cNvSpPr>
          <p:nvPr/>
        </p:nvSpPr>
        <p:spPr>
          <a:xfrm>
            <a:off x="8973117" y="1636857"/>
            <a:ext cx="339054" cy="339054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5" name="anim_o5209_1">
            <a:extLst>
              <a:ext uri="{FF2B5EF4-FFF2-40B4-BE49-F238E27FC236}">
                <a16:creationId xmlns:a16="http://schemas.microsoft.com/office/drawing/2014/main" id="{98E2D01F-00AD-44A5-A38B-F06F84C7828C}"/>
              </a:ext>
            </a:extLst>
          </p:cNvPr>
          <p:cNvSpPr>
            <a:spLocks noGrp="1"/>
          </p:cNvSpPr>
          <p:nvPr/>
        </p:nvSpPr>
        <p:spPr>
          <a:xfrm>
            <a:off x="9312171" y="1636857"/>
            <a:ext cx="339054" cy="339054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6" name="anim_o5210_1">
            <a:extLst>
              <a:ext uri="{FF2B5EF4-FFF2-40B4-BE49-F238E27FC236}">
                <a16:creationId xmlns:a16="http://schemas.microsoft.com/office/drawing/2014/main" id="{C9E19FE4-BA34-4819-9E13-C9417D7ECCE2}"/>
              </a:ext>
            </a:extLst>
          </p:cNvPr>
          <p:cNvSpPr>
            <a:spLocks noGrp="1"/>
          </p:cNvSpPr>
          <p:nvPr/>
        </p:nvSpPr>
        <p:spPr>
          <a:xfrm>
            <a:off x="9651225" y="1636857"/>
            <a:ext cx="339054" cy="339054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7" name="anim_o5212_1">
            <a:extLst>
              <a:ext uri="{FF2B5EF4-FFF2-40B4-BE49-F238E27FC236}">
                <a16:creationId xmlns:a16="http://schemas.microsoft.com/office/drawing/2014/main" id="{53298DE2-BA6B-4EB2-A62F-54D055B90DF6}"/>
              </a:ext>
            </a:extLst>
          </p:cNvPr>
          <p:cNvSpPr>
            <a:spLocks noGrp="1"/>
          </p:cNvSpPr>
          <p:nvPr/>
        </p:nvSpPr>
        <p:spPr>
          <a:xfrm>
            <a:off x="8634063" y="2750892"/>
            <a:ext cx="339054" cy="339054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8" name="anim_o5213_1">
            <a:extLst>
              <a:ext uri="{FF2B5EF4-FFF2-40B4-BE49-F238E27FC236}">
                <a16:creationId xmlns:a16="http://schemas.microsoft.com/office/drawing/2014/main" id="{E7F9E9CB-2203-4C6E-9DB7-AA02DA511C18}"/>
              </a:ext>
            </a:extLst>
          </p:cNvPr>
          <p:cNvSpPr>
            <a:spLocks noGrp="1"/>
          </p:cNvSpPr>
          <p:nvPr/>
        </p:nvSpPr>
        <p:spPr>
          <a:xfrm>
            <a:off x="8973117" y="2750892"/>
            <a:ext cx="339054" cy="339054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9" name="anim_o5214_1">
            <a:extLst>
              <a:ext uri="{FF2B5EF4-FFF2-40B4-BE49-F238E27FC236}">
                <a16:creationId xmlns:a16="http://schemas.microsoft.com/office/drawing/2014/main" id="{05B00F4F-1F5B-47F5-AF3C-D784E41655E0}"/>
              </a:ext>
            </a:extLst>
          </p:cNvPr>
          <p:cNvSpPr>
            <a:spLocks noGrp="1"/>
          </p:cNvSpPr>
          <p:nvPr/>
        </p:nvSpPr>
        <p:spPr>
          <a:xfrm>
            <a:off x="9312171" y="2750892"/>
            <a:ext cx="339054" cy="339054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0" name="anim_o5215_1">
            <a:extLst>
              <a:ext uri="{FF2B5EF4-FFF2-40B4-BE49-F238E27FC236}">
                <a16:creationId xmlns:a16="http://schemas.microsoft.com/office/drawing/2014/main" id="{4D3DACF7-4B01-468D-ADE8-AA66FF0B21B1}"/>
              </a:ext>
            </a:extLst>
          </p:cNvPr>
          <p:cNvSpPr>
            <a:spLocks noGrp="1"/>
          </p:cNvSpPr>
          <p:nvPr/>
        </p:nvSpPr>
        <p:spPr>
          <a:xfrm>
            <a:off x="9651225" y="2750892"/>
            <a:ext cx="339054" cy="339054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1" name="anim_o5216_1">
            <a:extLst>
              <a:ext uri="{FF2B5EF4-FFF2-40B4-BE49-F238E27FC236}">
                <a16:creationId xmlns:a16="http://schemas.microsoft.com/office/drawing/2014/main" id="{33700481-410B-4342-87CA-5218E01D7D0D}"/>
              </a:ext>
            </a:extLst>
          </p:cNvPr>
          <p:cNvSpPr>
            <a:spLocks noGrp="1"/>
          </p:cNvSpPr>
          <p:nvPr/>
        </p:nvSpPr>
        <p:spPr>
          <a:xfrm>
            <a:off x="8634063" y="3089946"/>
            <a:ext cx="339054" cy="339054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2" name="anim_o5217_1">
            <a:extLst>
              <a:ext uri="{FF2B5EF4-FFF2-40B4-BE49-F238E27FC236}">
                <a16:creationId xmlns:a16="http://schemas.microsoft.com/office/drawing/2014/main" id="{10BA0794-A252-4CA3-9510-2CEC804E1A3E}"/>
              </a:ext>
            </a:extLst>
          </p:cNvPr>
          <p:cNvSpPr>
            <a:spLocks noGrp="1"/>
          </p:cNvSpPr>
          <p:nvPr/>
        </p:nvSpPr>
        <p:spPr>
          <a:xfrm>
            <a:off x="8973117" y="3089946"/>
            <a:ext cx="339054" cy="339054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3" name="anim_o5218_1">
            <a:extLst>
              <a:ext uri="{FF2B5EF4-FFF2-40B4-BE49-F238E27FC236}">
                <a16:creationId xmlns:a16="http://schemas.microsoft.com/office/drawing/2014/main" id="{FDD5AABF-F357-4DBA-944C-017FB3860C18}"/>
              </a:ext>
            </a:extLst>
          </p:cNvPr>
          <p:cNvSpPr>
            <a:spLocks noGrp="1"/>
          </p:cNvSpPr>
          <p:nvPr/>
        </p:nvSpPr>
        <p:spPr>
          <a:xfrm>
            <a:off x="9312171" y="3089946"/>
            <a:ext cx="339054" cy="339054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4" name="anim_o5219_1">
            <a:extLst>
              <a:ext uri="{FF2B5EF4-FFF2-40B4-BE49-F238E27FC236}">
                <a16:creationId xmlns:a16="http://schemas.microsoft.com/office/drawing/2014/main" id="{14763CE6-146B-465F-8404-0928DFB371B9}"/>
              </a:ext>
            </a:extLst>
          </p:cNvPr>
          <p:cNvSpPr>
            <a:spLocks noGrp="1"/>
          </p:cNvSpPr>
          <p:nvPr/>
        </p:nvSpPr>
        <p:spPr>
          <a:xfrm>
            <a:off x="9651225" y="3089946"/>
            <a:ext cx="339054" cy="339054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5" name="anim_o5220_1">
            <a:extLst>
              <a:ext uri="{FF2B5EF4-FFF2-40B4-BE49-F238E27FC236}">
                <a16:creationId xmlns:a16="http://schemas.microsoft.com/office/drawing/2014/main" id="{2FBC6BC2-DC2E-404B-A892-010EBEE22264}"/>
              </a:ext>
            </a:extLst>
          </p:cNvPr>
          <p:cNvSpPr>
            <a:spLocks noGrp="1"/>
          </p:cNvSpPr>
          <p:nvPr/>
        </p:nvSpPr>
        <p:spPr>
          <a:xfrm>
            <a:off x="8634063" y="3429000"/>
            <a:ext cx="339054" cy="339054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6" name="anim_o5221_1">
            <a:extLst>
              <a:ext uri="{FF2B5EF4-FFF2-40B4-BE49-F238E27FC236}">
                <a16:creationId xmlns:a16="http://schemas.microsoft.com/office/drawing/2014/main" id="{6E7CA267-68CB-4B88-BFD4-ABA88EB48745}"/>
              </a:ext>
            </a:extLst>
          </p:cNvPr>
          <p:cNvSpPr>
            <a:spLocks noGrp="1"/>
          </p:cNvSpPr>
          <p:nvPr/>
        </p:nvSpPr>
        <p:spPr>
          <a:xfrm>
            <a:off x="8973117" y="3429000"/>
            <a:ext cx="339054" cy="339054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7" name="anim_o5222_1">
            <a:extLst>
              <a:ext uri="{FF2B5EF4-FFF2-40B4-BE49-F238E27FC236}">
                <a16:creationId xmlns:a16="http://schemas.microsoft.com/office/drawing/2014/main" id="{FAE893F4-F728-40FD-8039-63FFC66417AF}"/>
              </a:ext>
            </a:extLst>
          </p:cNvPr>
          <p:cNvSpPr>
            <a:spLocks noGrp="1"/>
          </p:cNvSpPr>
          <p:nvPr/>
        </p:nvSpPr>
        <p:spPr>
          <a:xfrm>
            <a:off x="9312171" y="3429000"/>
            <a:ext cx="339054" cy="339054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8" name="anim_o5223_1">
            <a:extLst>
              <a:ext uri="{FF2B5EF4-FFF2-40B4-BE49-F238E27FC236}">
                <a16:creationId xmlns:a16="http://schemas.microsoft.com/office/drawing/2014/main" id="{0C5EFA56-3298-49CB-813C-57EEBD66ED33}"/>
              </a:ext>
            </a:extLst>
          </p:cNvPr>
          <p:cNvSpPr>
            <a:spLocks noGrp="1"/>
          </p:cNvSpPr>
          <p:nvPr/>
        </p:nvSpPr>
        <p:spPr>
          <a:xfrm>
            <a:off x="9651225" y="3429000"/>
            <a:ext cx="339054" cy="339054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9" name="anim_o5224_1">
            <a:extLst>
              <a:ext uri="{FF2B5EF4-FFF2-40B4-BE49-F238E27FC236}">
                <a16:creationId xmlns:a16="http://schemas.microsoft.com/office/drawing/2014/main" id="{BA75550F-90ED-40F2-85CD-604CED826031}"/>
              </a:ext>
            </a:extLst>
          </p:cNvPr>
          <p:cNvSpPr>
            <a:spLocks noGrp="1"/>
          </p:cNvSpPr>
          <p:nvPr/>
        </p:nvSpPr>
        <p:spPr>
          <a:xfrm>
            <a:off x="8634063" y="3768054"/>
            <a:ext cx="339054" cy="339054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0" name="anim_o5225_1">
            <a:extLst>
              <a:ext uri="{FF2B5EF4-FFF2-40B4-BE49-F238E27FC236}">
                <a16:creationId xmlns:a16="http://schemas.microsoft.com/office/drawing/2014/main" id="{2024A92E-FB07-4C2C-81FE-F89B2154B26A}"/>
              </a:ext>
            </a:extLst>
          </p:cNvPr>
          <p:cNvSpPr>
            <a:spLocks noGrp="1"/>
          </p:cNvSpPr>
          <p:nvPr/>
        </p:nvSpPr>
        <p:spPr>
          <a:xfrm>
            <a:off x="8973117" y="3768054"/>
            <a:ext cx="339054" cy="339054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1" name="anim_o5226_1">
            <a:extLst>
              <a:ext uri="{FF2B5EF4-FFF2-40B4-BE49-F238E27FC236}">
                <a16:creationId xmlns:a16="http://schemas.microsoft.com/office/drawing/2014/main" id="{1D1FCF58-4F0B-4047-9D0E-7C2702A9F326}"/>
              </a:ext>
            </a:extLst>
          </p:cNvPr>
          <p:cNvSpPr>
            <a:spLocks noGrp="1"/>
          </p:cNvSpPr>
          <p:nvPr/>
        </p:nvSpPr>
        <p:spPr>
          <a:xfrm>
            <a:off x="9312171" y="3768054"/>
            <a:ext cx="339054" cy="339054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2" name="anim_o5227_1">
            <a:extLst>
              <a:ext uri="{FF2B5EF4-FFF2-40B4-BE49-F238E27FC236}">
                <a16:creationId xmlns:a16="http://schemas.microsoft.com/office/drawing/2014/main" id="{46C33A24-6B1E-420D-8E3F-5EEA6DC5B801}"/>
              </a:ext>
            </a:extLst>
          </p:cNvPr>
          <p:cNvSpPr>
            <a:spLocks noGrp="1"/>
          </p:cNvSpPr>
          <p:nvPr/>
        </p:nvSpPr>
        <p:spPr>
          <a:xfrm>
            <a:off x="9651225" y="3768054"/>
            <a:ext cx="339054" cy="339054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3" name="anim_o5229_1">
            <a:extLst>
              <a:ext uri="{FF2B5EF4-FFF2-40B4-BE49-F238E27FC236}">
                <a16:creationId xmlns:a16="http://schemas.microsoft.com/office/drawing/2014/main" id="{78F31D13-AA7B-4756-A5BB-FDCE4A187FB2}"/>
              </a:ext>
            </a:extLst>
          </p:cNvPr>
          <p:cNvSpPr>
            <a:spLocks noGrp="1"/>
          </p:cNvSpPr>
          <p:nvPr/>
        </p:nvSpPr>
        <p:spPr>
          <a:xfrm>
            <a:off x="8634063" y="4882089"/>
            <a:ext cx="339054" cy="339054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4" name="anim_o5230_1">
            <a:extLst>
              <a:ext uri="{FF2B5EF4-FFF2-40B4-BE49-F238E27FC236}">
                <a16:creationId xmlns:a16="http://schemas.microsoft.com/office/drawing/2014/main" id="{5B67A28C-BF6F-4DFA-A31F-1DDC449AD005}"/>
              </a:ext>
            </a:extLst>
          </p:cNvPr>
          <p:cNvSpPr>
            <a:spLocks noGrp="1"/>
          </p:cNvSpPr>
          <p:nvPr/>
        </p:nvSpPr>
        <p:spPr>
          <a:xfrm>
            <a:off x="8973117" y="4882089"/>
            <a:ext cx="339054" cy="339054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5" name="anim_o5231_1">
            <a:extLst>
              <a:ext uri="{FF2B5EF4-FFF2-40B4-BE49-F238E27FC236}">
                <a16:creationId xmlns:a16="http://schemas.microsoft.com/office/drawing/2014/main" id="{29D01CD6-F218-463D-9A07-895F1A15EC6B}"/>
              </a:ext>
            </a:extLst>
          </p:cNvPr>
          <p:cNvSpPr>
            <a:spLocks noGrp="1"/>
          </p:cNvSpPr>
          <p:nvPr/>
        </p:nvSpPr>
        <p:spPr>
          <a:xfrm>
            <a:off x="9312171" y="4882089"/>
            <a:ext cx="339054" cy="339054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6" name="anim_o5232_1">
            <a:extLst>
              <a:ext uri="{FF2B5EF4-FFF2-40B4-BE49-F238E27FC236}">
                <a16:creationId xmlns:a16="http://schemas.microsoft.com/office/drawing/2014/main" id="{EDDD04F4-767D-440C-BBD5-1EDA881E5732}"/>
              </a:ext>
            </a:extLst>
          </p:cNvPr>
          <p:cNvSpPr>
            <a:spLocks noGrp="1"/>
          </p:cNvSpPr>
          <p:nvPr/>
        </p:nvSpPr>
        <p:spPr>
          <a:xfrm>
            <a:off x="9651225" y="4882089"/>
            <a:ext cx="339054" cy="339054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7" name="anim_o5233_1">
            <a:extLst>
              <a:ext uri="{FF2B5EF4-FFF2-40B4-BE49-F238E27FC236}">
                <a16:creationId xmlns:a16="http://schemas.microsoft.com/office/drawing/2014/main" id="{0379A652-E82C-41E7-8E8F-D1399FD1A6B1}"/>
              </a:ext>
            </a:extLst>
          </p:cNvPr>
          <p:cNvSpPr>
            <a:spLocks noGrp="1"/>
          </p:cNvSpPr>
          <p:nvPr/>
        </p:nvSpPr>
        <p:spPr>
          <a:xfrm>
            <a:off x="8634063" y="5221143"/>
            <a:ext cx="339054" cy="339054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8" name="anim_o5234_1">
            <a:extLst>
              <a:ext uri="{FF2B5EF4-FFF2-40B4-BE49-F238E27FC236}">
                <a16:creationId xmlns:a16="http://schemas.microsoft.com/office/drawing/2014/main" id="{84EAB0C8-8F37-4735-958C-DAED3B18C40E}"/>
              </a:ext>
            </a:extLst>
          </p:cNvPr>
          <p:cNvSpPr>
            <a:spLocks noGrp="1"/>
          </p:cNvSpPr>
          <p:nvPr/>
        </p:nvSpPr>
        <p:spPr>
          <a:xfrm>
            <a:off x="8973117" y="5221143"/>
            <a:ext cx="339054" cy="339054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9" name="anim_o5235_1">
            <a:extLst>
              <a:ext uri="{FF2B5EF4-FFF2-40B4-BE49-F238E27FC236}">
                <a16:creationId xmlns:a16="http://schemas.microsoft.com/office/drawing/2014/main" id="{323DAB1F-960E-4BF5-9651-FF84E4674833}"/>
              </a:ext>
            </a:extLst>
          </p:cNvPr>
          <p:cNvSpPr>
            <a:spLocks noGrp="1"/>
          </p:cNvSpPr>
          <p:nvPr/>
        </p:nvSpPr>
        <p:spPr>
          <a:xfrm>
            <a:off x="9312171" y="5221143"/>
            <a:ext cx="339054" cy="339054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0" name="anim_o5236_1">
            <a:extLst>
              <a:ext uri="{FF2B5EF4-FFF2-40B4-BE49-F238E27FC236}">
                <a16:creationId xmlns:a16="http://schemas.microsoft.com/office/drawing/2014/main" id="{65A788F7-45FE-4E09-A75D-302933EFAF9F}"/>
              </a:ext>
            </a:extLst>
          </p:cNvPr>
          <p:cNvSpPr>
            <a:spLocks noGrp="1"/>
          </p:cNvSpPr>
          <p:nvPr/>
        </p:nvSpPr>
        <p:spPr>
          <a:xfrm>
            <a:off x="9651225" y="5221143"/>
            <a:ext cx="339054" cy="339054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1" name="anim_o5237_1">
            <a:extLst>
              <a:ext uri="{FF2B5EF4-FFF2-40B4-BE49-F238E27FC236}">
                <a16:creationId xmlns:a16="http://schemas.microsoft.com/office/drawing/2014/main" id="{E04E1EB6-4BBF-4E7B-85E2-7EC982556B96}"/>
              </a:ext>
            </a:extLst>
          </p:cNvPr>
          <p:cNvSpPr>
            <a:spLocks noGrp="1"/>
          </p:cNvSpPr>
          <p:nvPr/>
        </p:nvSpPr>
        <p:spPr>
          <a:xfrm>
            <a:off x="8634063" y="5560198"/>
            <a:ext cx="339054" cy="339054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2" name="anim_o5238_1">
            <a:extLst>
              <a:ext uri="{FF2B5EF4-FFF2-40B4-BE49-F238E27FC236}">
                <a16:creationId xmlns:a16="http://schemas.microsoft.com/office/drawing/2014/main" id="{A7CDAA55-4021-4386-9365-BB9F9A41EB6A}"/>
              </a:ext>
            </a:extLst>
          </p:cNvPr>
          <p:cNvSpPr>
            <a:spLocks noGrp="1"/>
          </p:cNvSpPr>
          <p:nvPr/>
        </p:nvSpPr>
        <p:spPr>
          <a:xfrm>
            <a:off x="8973117" y="5560198"/>
            <a:ext cx="339054" cy="339054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3" name="anim_o5239_1">
            <a:extLst>
              <a:ext uri="{FF2B5EF4-FFF2-40B4-BE49-F238E27FC236}">
                <a16:creationId xmlns:a16="http://schemas.microsoft.com/office/drawing/2014/main" id="{39D3BB0A-C35B-4395-A2FD-E0240561BDBC}"/>
              </a:ext>
            </a:extLst>
          </p:cNvPr>
          <p:cNvSpPr>
            <a:spLocks noGrp="1"/>
          </p:cNvSpPr>
          <p:nvPr/>
        </p:nvSpPr>
        <p:spPr>
          <a:xfrm>
            <a:off x="9312171" y="5560198"/>
            <a:ext cx="339054" cy="339054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4" name="anim_o5240_1">
            <a:extLst>
              <a:ext uri="{FF2B5EF4-FFF2-40B4-BE49-F238E27FC236}">
                <a16:creationId xmlns:a16="http://schemas.microsoft.com/office/drawing/2014/main" id="{17ED3778-2ADA-4482-9734-F559AAF385EA}"/>
              </a:ext>
            </a:extLst>
          </p:cNvPr>
          <p:cNvSpPr>
            <a:spLocks noGrp="1"/>
          </p:cNvSpPr>
          <p:nvPr/>
        </p:nvSpPr>
        <p:spPr>
          <a:xfrm>
            <a:off x="9651225" y="5560198"/>
            <a:ext cx="339054" cy="339054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5" name="anim_o5241_1">
            <a:extLst>
              <a:ext uri="{FF2B5EF4-FFF2-40B4-BE49-F238E27FC236}">
                <a16:creationId xmlns:a16="http://schemas.microsoft.com/office/drawing/2014/main" id="{72C0A4FC-891F-4760-8D31-A6E386042B46}"/>
              </a:ext>
            </a:extLst>
          </p:cNvPr>
          <p:cNvSpPr>
            <a:spLocks noGrp="1"/>
          </p:cNvSpPr>
          <p:nvPr/>
        </p:nvSpPr>
        <p:spPr>
          <a:xfrm>
            <a:off x="8634063" y="5899252"/>
            <a:ext cx="339054" cy="339054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6" name="anim_o5242_1">
            <a:extLst>
              <a:ext uri="{FF2B5EF4-FFF2-40B4-BE49-F238E27FC236}">
                <a16:creationId xmlns:a16="http://schemas.microsoft.com/office/drawing/2014/main" id="{C92F7BC3-A006-4355-9694-7393B6E7522A}"/>
              </a:ext>
            </a:extLst>
          </p:cNvPr>
          <p:cNvSpPr>
            <a:spLocks noGrp="1"/>
          </p:cNvSpPr>
          <p:nvPr/>
        </p:nvSpPr>
        <p:spPr>
          <a:xfrm>
            <a:off x="8973117" y="5899252"/>
            <a:ext cx="339054" cy="339054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7" name="anim_o5243_1">
            <a:extLst>
              <a:ext uri="{FF2B5EF4-FFF2-40B4-BE49-F238E27FC236}">
                <a16:creationId xmlns:a16="http://schemas.microsoft.com/office/drawing/2014/main" id="{4AC983A7-32A6-486F-B75E-5AE84FC3EBF3}"/>
              </a:ext>
            </a:extLst>
          </p:cNvPr>
          <p:cNvSpPr>
            <a:spLocks noGrp="1"/>
          </p:cNvSpPr>
          <p:nvPr/>
        </p:nvSpPr>
        <p:spPr>
          <a:xfrm>
            <a:off x="9312171" y="5899252"/>
            <a:ext cx="339054" cy="339054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8" name="anim_o5244_1">
            <a:extLst>
              <a:ext uri="{FF2B5EF4-FFF2-40B4-BE49-F238E27FC236}">
                <a16:creationId xmlns:a16="http://schemas.microsoft.com/office/drawing/2014/main" id="{5698E57C-F635-4ECC-BDC2-624350C4936B}"/>
              </a:ext>
            </a:extLst>
          </p:cNvPr>
          <p:cNvSpPr>
            <a:spLocks noGrp="1"/>
          </p:cNvSpPr>
          <p:nvPr/>
        </p:nvSpPr>
        <p:spPr>
          <a:xfrm>
            <a:off x="9651225" y="5899252"/>
            <a:ext cx="339054" cy="339054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346039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1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1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1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1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1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1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1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1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1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1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1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1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1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1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1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1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1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1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1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1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1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1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1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1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1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1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1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1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1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1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1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1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1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1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1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1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1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1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1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1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1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1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1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1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1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1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1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1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1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1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1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1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1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" dur="1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9" dur="1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1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5" dur="1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1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1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1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7" dur="1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0" dur="1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3" dur="1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6" dur="1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1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1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1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8" dur="1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1" dur="1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4" dur="1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7" dur="1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0" dur="1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3" dur="1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6" dur="1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9" dur="1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2" dur="1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5" dur="1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8" dur="1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1" dur="1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4" dur="1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7" dur="1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0" dur="1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1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1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9" dur="1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2" dur="1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5" dur="1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8" dur="1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1" dur="1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2" fill="hold">
                      <p:stCondLst>
                        <p:cond delay="indefinite"/>
                      </p:stCondLst>
                      <p:childTnLst>
                        <p:par>
                          <p:cTn id="333" fill="hold">
                            <p:stCondLst>
                              <p:cond delay="0"/>
                            </p:stCondLst>
                            <p:childTnLst>
                              <p:par>
                                <p:cTn id="3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6" dur="3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7" fill="hold">
                            <p:stCondLst>
                              <p:cond delay="300"/>
                            </p:stCondLst>
                            <p:childTnLst>
                              <p:par>
                                <p:cTn id="3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0" dur="12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3" dur="12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6" dur="12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9" dur="12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2" dur="12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5" dur="12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8" dur="12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1" dur="12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4" dur="12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7" dur="12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0" dur="12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3" dur="12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6" dur="12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9" dur="12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2" dur="12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5" dur="12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8" dur="12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1" dur="12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4" dur="12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7" dur="12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0" dur="12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3" dur="12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6" dur="12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9" dur="12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2" dur="12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5" dur="12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8" dur="12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1" dur="12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4" dur="12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7" dur="12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0" dur="12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3" dur="12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6" dur="12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9" dur="12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2" dur="12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5" dur="12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8" dur="12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1" dur="12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4" dur="12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7" dur="12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0" dur="12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3" dur="12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6" dur="12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9" dur="12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2" dur="12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5" dur="12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8" dur="12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1" dur="12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4" dur="12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7" dur="12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0" dur="12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3" dur="12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6" dur="12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9" dur="12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2" dur="12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5" dur="12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8" dur="12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1" dur="12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4" dur="12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7" dur="12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0" dur="12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3" dur="12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6" dur="12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9" dur="12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2" dur="12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5" dur="12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8" dur="12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1" dur="12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4" dur="12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7" dur="12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0" dur="12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3" dur="12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6" dur="12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9" dur="12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2" dur="12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5" dur="12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8" dur="12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1" dur="12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4" dur="12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7" dur="12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0" dur="12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3" dur="12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6" dur="12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9" dur="12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2" dur="12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5" dur="12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8" dur="12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9" fill="hold">
                      <p:stCondLst>
                        <p:cond delay="indefinite"/>
                      </p:stCondLst>
                      <p:childTnLst>
                        <p:par>
                          <p:cTn id="600" fill="hold">
                            <p:stCondLst>
                              <p:cond delay="0"/>
                            </p:stCondLst>
                            <p:childTnLst>
                              <p:par>
                                <p:cTn id="6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3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6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9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0" fill="hold">
                      <p:stCondLst>
                        <p:cond delay="indefinite"/>
                      </p:stCondLst>
                      <p:childTnLst>
                        <p:par>
                          <p:cTn id="611" fill="hold">
                            <p:stCondLst>
                              <p:cond delay="0"/>
                            </p:stCondLst>
                            <p:childTnLst>
                              <p:par>
                                <p:cTn id="6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4" dur="10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7" dur="10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0" dur="10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3" dur="10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6" dur="10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9" dur="10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2" dur="10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5" dur="10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8" dur="10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1" dur="10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4" dur="10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7" dur="10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0" dur="10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3" dur="10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6" dur="10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9" dur="10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2" dur="10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5" dur="10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8" dur="10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1" dur="10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4" dur="10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7" dur="10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0" dur="10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3" dur="10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6" dur="10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9" dur="10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2" dur="10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5" dur="10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8" dur="1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1" dur="10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4" dur="10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7" dur="10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0" dur="10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3" dur="10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6" dur="10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9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2" dur="10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5" dur="10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8" dur="10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1" dur="10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4" dur="10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7" dur="10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0" dur="10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3" dur="10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6" dur="10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9" dur="10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2" dur="10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5" dur="10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9" grpId="0"/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/>
      <p:bldP spid="111" grpId="0"/>
      <p:bldP spid="112" grpId="0"/>
      <p:bldP spid="113" grpId="0"/>
      <p:bldP spid="114" grpId="0"/>
      <p:bldP spid="115" grpId="0"/>
      <p:bldP spid="116" grpId="0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 animBg="1"/>
      <p:bldP spid="161" grpId="0" animBg="1"/>
      <p:bldP spid="162" grpId="0" animBg="1"/>
      <p:bldP spid="163" grpId="0" animBg="1"/>
      <p:bldP spid="164" grpId="0" animBg="1"/>
      <p:bldP spid="165" grpId="0" animBg="1"/>
      <p:bldP spid="166" grpId="0" animBg="1"/>
      <p:bldP spid="167" grpId="0" animBg="1"/>
      <p:bldP spid="168" grpId="0" animBg="1"/>
      <p:bldP spid="169" grpId="0" animBg="1"/>
      <p:bldP spid="170" grpId="0" animBg="1"/>
      <p:bldP spid="171" grpId="0" animBg="1"/>
      <p:bldP spid="172" grpId="0" animBg="1"/>
      <p:bldP spid="173" grpId="0" animBg="1"/>
      <p:bldP spid="174" grpId="0" animBg="1"/>
      <p:bldP spid="175" grpId="0" animBg="1"/>
      <p:bldP spid="176" grpId="0" animBg="1"/>
      <p:bldP spid="177" grpId="0" animBg="1"/>
      <p:bldP spid="178" grpId="0" animBg="1"/>
      <p:bldP spid="179" grpId="0" animBg="1"/>
      <p:bldP spid="180" grpId="0" animBg="1"/>
      <p:bldP spid="181" grpId="0" animBg="1"/>
      <p:bldP spid="182" grpId="0" animBg="1"/>
      <p:bldP spid="183" grpId="0" animBg="1"/>
      <p:bldP spid="184" grpId="0" animBg="1"/>
      <p:bldP spid="185" grpId="0" animBg="1"/>
      <p:bldP spid="186" grpId="0" animBg="1"/>
      <p:bldP spid="187" grpId="0" animBg="1"/>
      <p:bldP spid="188" grpId="0" animBg="1"/>
      <p:bldP spid="189" grpId="0" animBg="1"/>
      <p:bldP spid="190" grpId="0" animBg="1"/>
      <p:bldP spid="191" grpId="0" animBg="1"/>
      <p:bldP spid="192" grpId="0" animBg="1"/>
      <p:bldP spid="193" grpId="0" animBg="1"/>
      <p:bldP spid="194" grpId="0" animBg="1"/>
      <p:bldP spid="195" grpId="0" animBg="1"/>
      <p:bldP spid="196" grpId="0" animBg="1"/>
      <p:bldP spid="197" grpId="0" animBg="1"/>
      <p:bldP spid="198" grpId="0" animBg="1"/>
      <p:bldP spid="199" grpId="0" animBg="1"/>
      <p:bldP spid="200" grpId="0" animBg="1"/>
      <p:bldP spid="201" grpId="0" animBg="1"/>
      <p:bldP spid="202" grpId="0" animBg="1"/>
      <p:bldP spid="203" grpId="0" animBg="1"/>
      <p:bldP spid="204" grpId="0" animBg="1"/>
      <p:bldP spid="205" grpId="0" animBg="1"/>
      <p:bldP spid="206" grpId="0" animBg="1"/>
      <p:bldP spid="207" grpId="0" animBg="1"/>
      <p:bldP spid="208" grpId="0" animBg="1"/>
      <p:bldP spid="209" grpId="0" animBg="1"/>
      <p:bldP spid="210" grpId="0" animBg="1"/>
      <p:bldP spid="211" grpId="0" animBg="1"/>
      <p:bldP spid="212" grpId="0" animBg="1"/>
      <p:bldP spid="213" grpId="0" animBg="1"/>
      <p:bldP spid="214" grpId="0" animBg="1"/>
      <p:bldP spid="215" grpId="0" animBg="1"/>
      <p:bldP spid="216" grpId="0" animBg="1"/>
      <p:bldP spid="217" grpId="0" animBg="1"/>
      <p:bldP spid="218" grpId="0" animBg="1"/>
      <p:bldP spid="219" grpId="0" animBg="1"/>
      <p:bldP spid="220" grpId="0" animBg="1"/>
      <p:bldP spid="221" grpId="0" animBg="1"/>
      <p:bldP spid="222" grpId="0" animBg="1"/>
      <p:bldP spid="223" grpId="0" animBg="1"/>
      <p:bldP spid="224" grpId="0" animBg="1"/>
      <p:bldP spid="225" grpId="0" animBg="1"/>
      <p:bldP spid="226" grpId="0" animBg="1"/>
      <p:bldP spid="227" grpId="0" animBg="1"/>
      <p:bldP spid="228" grpId="0" animBg="1"/>
      <p:bldP spid="229" grpId="0" animBg="1"/>
      <p:bldP spid="230" grpId="0" animBg="1"/>
      <p:bldP spid="231" grpId="0" animBg="1"/>
      <p:bldP spid="232" grpId="0" animBg="1"/>
      <p:bldP spid="233" grpId="0" animBg="1"/>
      <p:bldP spid="234" grpId="0" animBg="1"/>
      <p:bldP spid="235" grpId="0" animBg="1"/>
      <p:bldP spid="236" grpId="0" animBg="1"/>
      <p:bldP spid="237" grpId="0" animBg="1"/>
      <p:bldP spid="238" grpId="0" animBg="1"/>
      <p:bldP spid="239" grpId="0" animBg="1"/>
      <p:bldP spid="240" grpId="0" animBg="1"/>
      <p:bldP spid="241" grpId="0" animBg="1"/>
      <p:bldP spid="242" grpId="0" animBg="1"/>
      <p:bldP spid="243" grpId="0" animBg="1"/>
      <p:bldP spid="244" grpId="0" animBg="1"/>
      <p:bldP spid="245" grpId="0" animBg="1"/>
      <p:bldP spid="246" grpId="0" animBg="1"/>
      <p:bldP spid="247" grpId="0" animBg="1"/>
      <p:bldP spid="248" grpId="0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" name="anim_o5305_1">
            <a:extLst>
              <a:ext uri="{FF2B5EF4-FFF2-40B4-BE49-F238E27FC236}">
                <a16:creationId xmlns:a16="http://schemas.microsoft.com/office/drawing/2014/main" id="{25E4A39F-8FDC-4503-B13D-088C109D6646}"/>
              </a:ext>
            </a:extLst>
          </p:cNvPr>
          <p:cNvSpPr>
            <a:spLocks noGrp="1"/>
          </p:cNvSpPr>
          <p:nvPr/>
        </p:nvSpPr>
        <p:spPr>
          <a:xfrm>
            <a:off x="6798326" y="1248285"/>
            <a:ext cx="495179" cy="99036"/>
          </a:xfrm>
          <a:custGeom>
            <a:avLst/>
            <a:gdLst/>
            <a:ahLst/>
            <a:cxnLst/>
            <a:rect l="0" t="0" r="0" b="0"/>
            <a:pathLst>
              <a:path w="495179" h="99036">
                <a:moveTo>
                  <a:pt x="0" y="68568"/>
                </a:moveTo>
                <a:lnTo>
                  <a:pt x="396143" y="68568"/>
                </a:lnTo>
                <a:lnTo>
                  <a:pt x="396143" y="99036"/>
                </a:lnTo>
                <a:lnTo>
                  <a:pt x="495179" y="49518"/>
                </a:lnTo>
                <a:lnTo>
                  <a:pt x="396143" y="0"/>
                </a:lnTo>
                <a:lnTo>
                  <a:pt x="396143" y="30468"/>
                </a:lnTo>
                <a:lnTo>
                  <a:pt x="0" y="30468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5306_1">
            <a:extLst>
              <a:ext uri="{FF2B5EF4-FFF2-40B4-BE49-F238E27FC236}">
                <a16:creationId xmlns:a16="http://schemas.microsoft.com/office/drawing/2014/main" id="{FBCD016A-D81C-4FBF-959D-DA0AC907F2B5}"/>
              </a:ext>
            </a:extLst>
          </p:cNvPr>
          <p:cNvSpPr>
            <a:spLocks noGrp="1"/>
          </p:cNvSpPr>
          <p:nvPr/>
        </p:nvSpPr>
        <p:spPr>
          <a:xfrm>
            <a:off x="6798326" y="3379482"/>
            <a:ext cx="495179" cy="99036"/>
          </a:xfrm>
          <a:custGeom>
            <a:avLst/>
            <a:gdLst/>
            <a:ahLst/>
            <a:cxnLst/>
            <a:rect l="0" t="0" r="0" b="0"/>
            <a:pathLst>
              <a:path w="495179" h="99036">
                <a:moveTo>
                  <a:pt x="0" y="68568"/>
                </a:moveTo>
                <a:lnTo>
                  <a:pt x="396143" y="68568"/>
                </a:lnTo>
                <a:lnTo>
                  <a:pt x="396143" y="99036"/>
                </a:lnTo>
                <a:lnTo>
                  <a:pt x="495179" y="49518"/>
                </a:lnTo>
                <a:lnTo>
                  <a:pt x="396143" y="0"/>
                </a:lnTo>
                <a:lnTo>
                  <a:pt x="396143" y="30468"/>
                </a:lnTo>
                <a:lnTo>
                  <a:pt x="0" y="30468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5307_1">
            <a:extLst>
              <a:ext uri="{FF2B5EF4-FFF2-40B4-BE49-F238E27FC236}">
                <a16:creationId xmlns:a16="http://schemas.microsoft.com/office/drawing/2014/main" id="{0B24F489-2961-486D-89D6-02E30866D837}"/>
              </a:ext>
            </a:extLst>
          </p:cNvPr>
          <p:cNvSpPr>
            <a:spLocks noGrp="1"/>
          </p:cNvSpPr>
          <p:nvPr/>
        </p:nvSpPr>
        <p:spPr>
          <a:xfrm>
            <a:off x="6798326" y="5510680"/>
            <a:ext cx="495179" cy="99036"/>
          </a:xfrm>
          <a:custGeom>
            <a:avLst/>
            <a:gdLst/>
            <a:ahLst/>
            <a:cxnLst/>
            <a:rect l="0" t="0" r="0" b="0"/>
            <a:pathLst>
              <a:path w="495179" h="99036">
                <a:moveTo>
                  <a:pt x="0" y="68568"/>
                </a:moveTo>
                <a:lnTo>
                  <a:pt x="396143" y="68568"/>
                </a:lnTo>
                <a:lnTo>
                  <a:pt x="396143" y="99036"/>
                </a:lnTo>
                <a:lnTo>
                  <a:pt x="495179" y="49518"/>
                </a:lnTo>
                <a:lnTo>
                  <a:pt x="396143" y="0"/>
                </a:lnTo>
                <a:lnTo>
                  <a:pt x="396143" y="30468"/>
                </a:lnTo>
                <a:lnTo>
                  <a:pt x="0" y="30468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5195_1">
            <a:extLst>
              <a:ext uri="{FF2B5EF4-FFF2-40B4-BE49-F238E27FC236}">
                <a16:creationId xmlns:a16="http://schemas.microsoft.com/office/drawing/2014/main" id="{49F7A278-CC9B-443A-BC30-F4723BE1DB0A}"/>
              </a:ext>
            </a:extLst>
          </p:cNvPr>
          <p:cNvSpPr>
            <a:spLocks noGrp="1"/>
          </p:cNvSpPr>
          <p:nvPr/>
        </p:nvSpPr>
        <p:spPr>
          <a:xfrm>
            <a:off x="8634063" y="619694"/>
            <a:ext cx="339054" cy="339054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5196_1">
            <a:extLst>
              <a:ext uri="{FF2B5EF4-FFF2-40B4-BE49-F238E27FC236}">
                <a16:creationId xmlns:a16="http://schemas.microsoft.com/office/drawing/2014/main" id="{692B2C0E-9832-49D2-BB12-E52B08D8A47F}"/>
              </a:ext>
            </a:extLst>
          </p:cNvPr>
          <p:cNvSpPr>
            <a:spLocks noGrp="1"/>
          </p:cNvSpPr>
          <p:nvPr/>
        </p:nvSpPr>
        <p:spPr>
          <a:xfrm>
            <a:off x="8973117" y="619694"/>
            <a:ext cx="339054" cy="339054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5197_1">
            <a:extLst>
              <a:ext uri="{FF2B5EF4-FFF2-40B4-BE49-F238E27FC236}">
                <a16:creationId xmlns:a16="http://schemas.microsoft.com/office/drawing/2014/main" id="{27CC4D6B-4149-4965-B6E3-AC0AF1346CE9}"/>
              </a:ext>
            </a:extLst>
          </p:cNvPr>
          <p:cNvSpPr>
            <a:spLocks noGrp="1"/>
          </p:cNvSpPr>
          <p:nvPr/>
        </p:nvSpPr>
        <p:spPr>
          <a:xfrm>
            <a:off x="9312171" y="619694"/>
            <a:ext cx="339054" cy="339054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5198_1">
            <a:extLst>
              <a:ext uri="{FF2B5EF4-FFF2-40B4-BE49-F238E27FC236}">
                <a16:creationId xmlns:a16="http://schemas.microsoft.com/office/drawing/2014/main" id="{69BFF01E-4268-499E-BE67-08468769C03E}"/>
              </a:ext>
            </a:extLst>
          </p:cNvPr>
          <p:cNvSpPr>
            <a:spLocks noGrp="1"/>
          </p:cNvSpPr>
          <p:nvPr/>
        </p:nvSpPr>
        <p:spPr>
          <a:xfrm>
            <a:off x="9651225" y="619694"/>
            <a:ext cx="339054" cy="339054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5199_1">
            <a:extLst>
              <a:ext uri="{FF2B5EF4-FFF2-40B4-BE49-F238E27FC236}">
                <a16:creationId xmlns:a16="http://schemas.microsoft.com/office/drawing/2014/main" id="{820C0554-540C-48C4-96B8-4F2BB047959A}"/>
              </a:ext>
            </a:extLst>
          </p:cNvPr>
          <p:cNvSpPr>
            <a:spLocks noGrp="1"/>
          </p:cNvSpPr>
          <p:nvPr/>
        </p:nvSpPr>
        <p:spPr>
          <a:xfrm>
            <a:off x="8634063" y="958748"/>
            <a:ext cx="339054" cy="339054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5200_1">
            <a:extLst>
              <a:ext uri="{FF2B5EF4-FFF2-40B4-BE49-F238E27FC236}">
                <a16:creationId xmlns:a16="http://schemas.microsoft.com/office/drawing/2014/main" id="{745E2107-D76F-43F1-90BE-A961161C56F2}"/>
              </a:ext>
            </a:extLst>
          </p:cNvPr>
          <p:cNvSpPr>
            <a:spLocks noGrp="1"/>
          </p:cNvSpPr>
          <p:nvPr/>
        </p:nvSpPr>
        <p:spPr>
          <a:xfrm>
            <a:off x="8973117" y="958748"/>
            <a:ext cx="339054" cy="339054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5201_1">
            <a:extLst>
              <a:ext uri="{FF2B5EF4-FFF2-40B4-BE49-F238E27FC236}">
                <a16:creationId xmlns:a16="http://schemas.microsoft.com/office/drawing/2014/main" id="{BB8E8A4C-D2C1-4010-9E83-5BC708738315}"/>
              </a:ext>
            </a:extLst>
          </p:cNvPr>
          <p:cNvSpPr>
            <a:spLocks noGrp="1"/>
          </p:cNvSpPr>
          <p:nvPr/>
        </p:nvSpPr>
        <p:spPr>
          <a:xfrm>
            <a:off x="9312171" y="958748"/>
            <a:ext cx="339054" cy="339054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5202_1">
            <a:extLst>
              <a:ext uri="{FF2B5EF4-FFF2-40B4-BE49-F238E27FC236}">
                <a16:creationId xmlns:a16="http://schemas.microsoft.com/office/drawing/2014/main" id="{6C160B74-78EE-4DC2-89C5-0AEC4F472B93}"/>
              </a:ext>
            </a:extLst>
          </p:cNvPr>
          <p:cNvSpPr>
            <a:spLocks noGrp="1"/>
          </p:cNvSpPr>
          <p:nvPr/>
        </p:nvSpPr>
        <p:spPr>
          <a:xfrm>
            <a:off x="9651225" y="958748"/>
            <a:ext cx="339054" cy="339054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5203_1">
            <a:extLst>
              <a:ext uri="{FF2B5EF4-FFF2-40B4-BE49-F238E27FC236}">
                <a16:creationId xmlns:a16="http://schemas.microsoft.com/office/drawing/2014/main" id="{A0D8D486-B3F9-45E5-9BC8-BAAEB4910012}"/>
              </a:ext>
            </a:extLst>
          </p:cNvPr>
          <p:cNvSpPr>
            <a:spLocks noGrp="1"/>
          </p:cNvSpPr>
          <p:nvPr/>
        </p:nvSpPr>
        <p:spPr>
          <a:xfrm>
            <a:off x="8634063" y="1297802"/>
            <a:ext cx="339054" cy="339054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5204_1">
            <a:extLst>
              <a:ext uri="{FF2B5EF4-FFF2-40B4-BE49-F238E27FC236}">
                <a16:creationId xmlns:a16="http://schemas.microsoft.com/office/drawing/2014/main" id="{5C4A470C-E7E0-44C2-A0E7-96112D56F453}"/>
              </a:ext>
            </a:extLst>
          </p:cNvPr>
          <p:cNvSpPr>
            <a:spLocks noGrp="1"/>
          </p:cNvSpPr>
          <p:nvPr/>
        </p:nvSpPr>
        <p:spPr>
          <a:xfrm>
            <a:off x="8973117" y="1297802"/>
            <a:ext cx="339054" cy="339054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5205_1">
            <a:extLst>
              <a:ext uri="{FF2B5EF4-FFF2-40B4-BE49-F238E27FC236}">
                <a16:creationId xmlns:a16="http://schemas.microsoft.com/office/drawing/2014/main" id="{19913359-2AED-4A9B-AED3-C8619D81EA27}"/>
              </a:ext>
            </a:extLst>
          </p:cNvPr>
          <p:cNvSpPr>
            <a:spLocks noGrp="1"/>
          </p:cNvSpPr>
          <p:nvPr/>
        </p:nvSpPr>
        <p:spPr>
          <a:xfrm>
            <a:off x="9312171" y="1297802"/>
            <a:ext cx="339054" cy="339054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5206_1">
            <a:extLst>
              <a:ext uri="{FF2B5EF4-FFF2-40B4-BE49-F238E27FC236}">
                <a16:creationId xmlns:a16="http://schemas.microsoft.com/office/drawing/2014/main" id="{9DC7036D-7BE3-4546-8FD2-AE288D0DD681}"/>
              </a:ext>
            </a:extLst>
          </p:cNvPr>
          <p:cNvSpPr>
            <a:spLocks noGrp="1"/>
          </p:cNvSpPr>
          <p:nvPr/>
        </p:nvSpPr>
        <p:spPr>
          <a:xfrm>
            <a:off x="9651225" y="1297802"/>
            <a:ext cx="339054" cy="339054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5207_1">
            <a:extLst>
              <a:ext uri="{FF2B5EF4-FFF2-40B4-BE49-F238E27FC236}">
                <a16:creationId xmlns:a16="http://schemas.microsoft.com/office/drawing/2014/main" id="{D31BCF18-672B-4A5B-A381-72F09031005C}"/>
              </a:ext>
            </a:extLst>
          </p:cNvPr>
          <p:cNvSpPr>
            <a:spLocks noGrp="1"/>
          </p:cNvSpPr>
          <p:nvPr/>
        </p:nvSpPr>
        <p:spPr>
          <a:xfrm>
            <a:off x="8634063" y="1636857"/>
            <a:ext cx="339054" cy="339054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5208_1">
            <a:extLst>
              <a:ext uri="{FF2B5EF4-FFF2-40B4-BE49-F238E27FC236}">
                <a16:creationId xmlns:a16="http://schemas.microsoft.com/office/drawing/2014/main" id="{5591F530-6A88-400E-95BF-133562719B4C}"/>
              </a:ext>
            </a:extLst>
          </p:cNvPr>
          <p:cNvSpPr>
            <a:spLocks noGrp="1"/>
          </p:cNvSpPr>
          <p:nvPr/>
        </p:nvSpPr>
        <p:spPr>
          <a:xfrm>
            <a:off x="8973117" y="1636857"/>
            <a:ext cx="339054" cy="339054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5209_1">
            <a:extLst>
              <a:ext uri="{FF2B5EF4-FFF2-40B4-BE49-F238E27FC236}">
                <a16:creationId xmlns:a16="http://schemas.microsoft.com/office/drawing/2014/main" id="{C8026F3F-8376-447E-A87F-51F64D01F88F}"/>
              </a:ext>
            </a:extLst>
          </p:cNvPr>
          <p:cNvSpPr>
            <a:spLocks noGrp="1"/>
          </p:cNvSpPr>
          <p:nvPr/>
        </p:nvSpPr>
        <p:spPr>
          <a:xfrm>
            <a:off x="9312171" y="1636857"/>
            <a:ext cx="339054" cy="339054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5210_1">
            <a:extLst>
              <a:ext uri="{FF2B5EF4-FFF2-40B4-BE49-F238E27FC236}">
                <a16:creationId xmlns:a16="http://schemas.microsoft.com/office/drawing/2014/main" id="{C34F0AB9-5F7B-4C53-9857-BA53DC942718}"/>
              </a:ext>
            </a:extLst>
          </p:cNvPr>
          <p:cNvSpPr>
            <a:spLocks noGrp="1"/>
          </p:cNvSpPr>
          <p:nvPr/>
        </p:nvSpPr>
        <p:spPr>
          <a:xfrm>
            <a:off x="9651225" y="1636857"/>
            <a:ext cx="339054" cy="339054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5212_1">
            <a:extLst>
              <a:ext uri="{FF2B5EF4-FFF2-40B4-BE49-F238E27FC236}">
                <a16:creationId xmlns:a16="http://schemas.microsoft.com/office/drawing/2014/main" id="{E5B8E40B-5F93-43F9-A14B-E8B24F01BF59}"/>
              </a:ext>
            </a:extLst>
          </p:cNvPr>
          <p:cNvSpPr>
            <a:spLocks noGrp="1"/>
          </p:cNvSpPr>
          <p:nvPr/>
        </p:nvSpPr>
        <p:spPr>
          <a:xfrm>
            <a:off x="8634063" y="2750892"/>
            <a:ext cx="339054" cy="339054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5213_1">
            <a:extLst>
              <a:ext uri="{FF2B5EF4-FFF2-40B4-BE49-F238E27FC236}">
                <a16:creationId xmlns:a16="http://schemas.microsoft.com/office/drawing/2014/main" id="{87DE1DB4-2056-4AAE-9E7C-1E93BB0B322B}"/>
              </a:ext>
            </a:extLst>
          </p:cNvPr>
          <p:cNvSpPr>
            <a:spLocks noGrp="1"/>
          </p:cNvSpPr>
          <p:nvPr/>
        </p:nvSpPr>
        <p:spPr>
          <a:xfrm>
            <a:off x="8973117" y="2750892"/>
            <a:ext cx="339054" cy="339054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5214_1">
            <a:extLst>
              <a:ext uri="{FF2B5EF4-FFF2-40B4-BE49-F238E27FC236}">
                <a16:creationId xmlns:a16="http://schemas.microsoft.com/office/drawing/2014/main" id="{47A24E1A-0795-4BAA-A473-5248336E4F59}"/>
              </a:ext>
            </a:extLst>
          </p:cNvPr>
          <p:cNvSpPr>
            <a:spLocks noGrp="1"/>
          </p:cNvSpPr>
          <p:nvPr/>
        </p:nvSpPr>
        <p:spPr>
          <a:xfrm>
            <a:off x="9312171" y="2750892"/>
            <a:ext cx="339054" cy="339054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5215_1">
            <a:extLst>
              <a:ext uri="{FF2B5EF4-FFF2-40B4-BE49-F238E27FC236}">
                <a16:creationId xmlns:a16="http://schemas.microsoft.com/office/drawing/2014/main" id="{80E85340-4E4F-4E4D-9F02-AF2027B679F5}"/>
              </a:ext>
            </a:extLst>
          </p:cNvPr>
          <p:cNvSpPr>
            <a:spLocks noGrp="1"/>
          </p:cNvSpPr>
          <p:nvPr/>
        </p:nvSpPr>
        <p:spPr>
          <a:xfrm>
            <a:off x="9651225" y="2750892"/>
            <a:ext cx="339054" cy="339054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5216_1">
            <a:extLst>
              <a:ext uri="{FF2B5EF4-FFF2-40B4-BE49-F238E27FC236}">
                <a16:creationId xmlns:a16="http://schemas.microsoft.com/office/drawing/2014/main" id="{EB6081D2-4E68-46C9-B9ED-51CF14EC2B6D}"/>
              </a:ext>
            </a:extLst>
          </p:cNvPr>
          <p:cNvSpPr>
            <a:spLocks noGrp="1"/>
          </p:cNvSpPr>
          <p:nvPr/>
        </p:nvSpPr>
        <p:spPr>
          <a:xfrm>
            <a:off x="8634063" y="3089946"/>
            <a:ext cx="339054" cy="339054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5217_1">
            <a:extLst>
              <a:ext uri="{FF2B5EF4-FFF2-40B4-BE49-F238E27FC236}">
                <a16:creationId xmlns:a16="http://schemas.microsoft.com/office/drawing/2014/main" id="{CF6C25A4-D70A-4FD5-B350-0808CA2935C5}"/>
              </a:ext>
            </a:extLst>
          </p:cNvPr>
          <p:cNvSpPr>
            <a:spLocks noGrp="1"/>
          </p:cNvSpPr>
          <p:nvPr/>
        </p:nvSpPr>
        <p:spPr>
          <a:xfrm>
            <a:off x="8973117" y="3089946"/>
            <a:ext cx="339054" cy="339054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5218_1">
            <a:extLst>
              <a:ext uri="{FF2B5EF4-FFF2-40B4-BE49-F238E27FC236}">
                <a16:creationId xmlns:a16="http://schemas.microsoft.com/office/drawing/2014/main" id="{60716AEB-CB75-4A8C-938E-E7A0D16E6F60}"/>
              </a:ext>
            </a:extLst>
          </p:cNvPr>
          <p:cNvSpPr>
            <a:spLocks noGrp="1"/>
          </p:cNvSpPr>
          <p:nvPr/>
        </p:nvSpPr>
        <p:spPr>
          <a:xfrm>
            <a:off x="9312171" y="3089946"/>
            <a:ext cx="339054" cy="339054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5219_1">
            <a:extLst>
              <a:ext uri="{FF2B5EF4-FFF2-40B4-BE49-F238E27FC236}">
                <a16:creationId xmlns:a16="http://schemas.microsoft.com/office/drawing/2014/main" id="{289C9ACB-1857-4FBA-94A8-377FC771E980}"/>
              </a:ext>
            </a:extLst>
          </p:cNvPr>
          <p:cNvSpPr>
            <a:spLocks noGrp="1"/>
          </p:cNvSpPr>
          <p:nvPr/>
        </p:nvSpPr>
        <p:spPr>
          <a:xfrm>
            <a:off x="9651225" y="3089946"/>
            <a:ext cx="339054" cy="339054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5220_1">
            <a:extLst>
              <a:ext uri="{FF2B5EF4-FFF2-40B4-BE49-F238E27FC236}">
                <a16:creationId xmlns:a16="http://schemas.microsoft.com/office/drawing/2014/main" id="{C3EB574D-2174-4D85-AB9C-2A574989C590}"/>
              </a:ext>
            </a:extLst>
          </p:cNvPr>
          <p:cNvSpPr>
            <a:spLocks noGrp="1"/>
          </p:cNvSpPr>
          <p:nvPr/>
        </p:nvSpPr>
        <p:spPr>
          <a:xfrm>
            <a:off x="8634063" y="3429000"/>
            <a:ext cx="339054" cy="339054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5221_1">
            <a:extLst>
              <a:ext uri="{FF2B5EF4-FFF2-40B4-BE49-F238E27FC236}">
                <a16:creationId xmlns:a16="http://schemas.microsoft.com/office/drawing/2014/main" id="{1CA202E7-9977-49FC-84D9-5ABCAE006261}"/>
              </a:ext>
            </a:extLst>
          </p:cNvPr>
          <p:cNvSpPr>
            <a:spLocks noGrp="1"/>
          </p:cNvSpPr>
          <p:nvPr/>
        </p:nvSpPr>
        <p:spPr>
          <a:xfrm>
            <a:off x="8973117" y="3429000"/>
            <a:ext cx="339054" cy="339054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5222_1">
            <a:extLst>
              <a:ext uri="{FF2B5EF4-FFF2-40B4-BE49-F238E27FC236}">
                <a16:creationId xmlns:a16="http://schemas.microsoft.com/office/drawing/2014/main" id="{94E2AC9F-24A7-4AB6-AC1C-C1167EAC0E57}"/>
              </a:ext>
            </a:extLst>
          </p:cNvPr>
          <p:cNvSpPr>
            <a:spLocks noGrp="1"/>
          </p:cNvSpPr>
          <p:nvPr/>
        </p:nvSpPr>
        <p:spPr>
          <a:xfrm>
            <a:off x="9312171" y="3429000"/>
            <a:ext cx="339054" cy="339054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5223_1">
            <a:extLst>
              <a:ext uri="{FF2B5EF4-FFF2-40B4-BE49-F238E27FC236}">
                <a16:creationId xmlns:a16="http://schemas.microsoft.com/office/drawing/2014/main" id="{5DFB8646-94D5-4F20-805C-20731B00B5E9}"/>
              </a:ext>
            </a:extLst>
          </p:cNvPr>
          <p:cNvSpPr>
            <a:spLocks noGrp="1"/>
          </p:cNvSpPr>
          <p:nvPr/>
        </p:nvSpPr>
        <p:spPr>
          <a:xfrm>
            <a:off x="9651225" y="3429000"/>
            <a:ext cx="339054" cy="339054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5224_1">
            <a:extLst>
              <a:ext uri="{FF2B5EF4-FFF2-40B4-BE49-F238E27FC236}">
                <a16:creationId xmlns:a16="http://schemas.microsoft.com/office/drawing/2014/main" id="{D849402E-E2DE-4737-940F-E011D1E6B49C}"/>
              </a:ext>
            </a:extLst>
          </p:cNvPr>
          <p:cNvSpPr>
            <a:spLocks noGrp="1"/>
          </p:cNvSpPr>
          <p:nvPr/>
        </p:nvSpPr>
        <p:spPr>
          <a:xfrm>
            <a:off x="8634063" y="3768054"/>
            <a:ext cx="339054" cy="339054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5225_1">
            <a:extLst>
              <a:ext uri="{FF2B5EF4-FFF2-40B4-BE49-F238E27FC236}">
                <a16:creationId xmlns:a16="http://schemas.microsoft.com/office/drawing/2014/main" id="{2D8F09BC-176E-4CEF-BE6F-E606989553FB}"/>
              </a:ext>
            </a:extLst>
          </p:cNvPr>
          <p:cNvSpPr>
            <a:spLocks noGrp="1"/>
          </p:cNvSpPr>
          <p:nvPr/>
        </p:nvSpPr>
        <p:spPr>
          <a:xfrm>
            <a:off x="8973117" y="3768054"/>
            <a:ext cx="339054" cy="339054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5226_1">
            <a:extLst>
              <a:ext uri="{FF2B5EF4-FFF2-40B4-BE49-F238E27FC236}">
                <a16:creationId xmlns:a16="http://schemas.microsoft.com/office/drawing/2014/main" id="{18E6D769-6EE4-42D6-AF3F-895A71B25D75}"/>
              </a:ext>
            </a:extLst>
          </p:cNvPr>
          <p:cNvSpPr>
            <a:spLocks noGrp="1"/>
          </p:cNvSpPr>
          <p:nvPr/>
        </p:nvSpPr>
        <p:spPr>
          <a:xfrm>
            <a:off x="9312171" y="3768054"/>
            <a:ext cx="339054" cy="339054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5227_1">
            <a:extLst>
              <a:ext uri="{FF2B5EF4-FFF2-40B4-BE49-F238E27FC236}">
                <a16:creationId xmlns:a16="http://schemas.microsoft.com/office/drawing/2014/main" id="{1A88CF32-C0B3-47DA-A9F2-79EC82AD0949}"/>
              </a:ext>
            </a:extLst>
          </p:cNvPr>
          <p:cNvSpPr>
            <a:spLocks noGrp="1"/>
          </p:cNvSpPr>
          <p:nvPr/>
        </p:nvSpPr>
        <p:spPr>
          <a:xfrm>
            <a:off x="9651225" y="3768054"/>
            <a:ext cx="339054" cy="339054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5229_1">
            <a:extLst>
              <a:ext uri="{FF2B5EF4-FFF2-40B4-BE49-F238E27FC236}">
                <a16:creationId xmlns:a16="http://schemas.microsoft.com/office/drawing/2014/main" id="{BFF82353-DD52-4918-B992-7C859409CCE0}"/>
              </a:ext>
            </a:extLst>
          </p:cNvPr>
          <p:cNvSpPr>
            <a:spLocks noGrp="1"/>
          </p:cNvSpPr>
          <p:nvPr/>
        </p:nvSpPr>
        <p:spPr>
          <a:xfrm>
            <a:off x="8634063" y="4882089"/>
            <a:ext cx="339054" cy="339054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5230_1">
            <a:extLst>
              <a:ext uri="{FF2B5EF4-FFF2-40B4-BE49-F238E27FC236}">
                <a16:creationId xmlns:a16="http://schemas.microsoft.com/office/drawing/2014/main" id="{685EF771-B4DA-4177-8D84-FB860E7DC232}"/>
              </a:ext>
            </a:extLst>
          </p:cNvPr>
          <p:cNvSpPr>
            <a:spLocks noGrp="1"/>
          </p:cNvSpPr>
          <p:nvPr/>
        </p:nvSpPr>
        <p:spPr>
          <a:xfrm>
            <a:off x="8973117" y="4882089"/>
            <a:ext cx="339054" cy="339054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5231_1">
            <a:extLst>
              <a:ext uri="{FF2B5EF4-FFF2-40B4-BE49-F238E27FC236}">
                <a16:creationId xmlns:a16="http://schemas.microsoft.com/office/drawing/2014/main" id="{71669EB3-632B-4EE2-A346-7569B8CF924C}"/>
              </a:ext>
            </a:extLst>
          </p:cNvPr>
          <p:cNvSpPr>
            <a:spLocks noGrp="1"/>
          </p:cNvSpPr>
          <p:nvPr/>
        </p:nvSpPr>
        <p:spPr>
          <a:xfrm>
            <a:off x="9312171" y="4882089"/>
            <a:ext cx="339054" cy="339054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5232_1">
            <a:extLst>
              <a:ext uri="{FF2B5EF4-FFF2-40B4-BE49-F238E27FC236}">
                <a16:creationId xmlns:a16="http://schemas.microsoft.com/office/drawing/2014/main" id="{3AFC26F2-6428-4A3A-B6E3-E09CEBF5DC92}"/>
              </a:ext>
            </a:extLst>
          </p:cNvPr>
          <p:cNvSpPr>
            <a:spLocks noGrp="1"/>
          </p:cNvSpPr>
          <p:nvPr/>
        </p:nvSpPr>
        <p:spPr>
          <a:xfrm>
            <a:off x="9651225" y="4882089"/>
            <a:ext cx="339054" cy="339054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5233_1">
            <a:extLst>
              <a:ext uri="{FF2B5EF4-FFF2-40B4-BE49-F238E27FC236}">
                <a16:creationId xmlns:a16="http://schemas.microsoft.com/office/drawing/2014/main" id="{8F996A35-4D79-4E21-ABCE-4A96EA3033C8}"/>
              </a:ext>
            </a:extLst>
          </p:cNvPr>
          <p:cNvSpPr>
            <a:spLocks noGrp="1"/>
          </p:cNvSpPr>
          <p:nvPr/>
        </p:nvSpPr>
        <p:spPr>
          <a:xfrm>
            <a:off x="8634063" y="5221143"/>
            <a:ext cx="339054" cy="339054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5234_1">
            <a:extLst>
              <a:ext uri="{FF2B5EF4-FFF2-40B4-BE49-F238E27FC236}">
                <a16:creationId xmlns:a16="http://schemas.microsoft.com/office/drawing/2014/main" id="{A02A8C90-A691-42D7-914D-552664072EF1}"/>
              </a:ext>
            </a:extLst>
          </p:cNvPr>
          <p:cNvSpPr>
            <a:spLocks noGrp="1"/>
          </p:cNvSpPr>
          <p:nvPr/>
        </p:nvSpPr>
        <p:spPr>
          <a:xfrm>
            <a:off x="8973117" y="5221143"/>
            <a:ext cx="339054" cy="339054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5235_1">
            <a:extLst>
              <a:ext uri="{FF2B5EF4-FFF2-40B4-BE49-F238E27FC236}">
                <a16:creationId xmlns:a16="http://schemas.microsoft.com/office/drawing/2014/main" id="{0D750B69-F32E-4C99-A40F-7E6DFFBA85C6}"/>
              </a:ext>
            </a:extLst>
          </p:cNvPr>
          <p:cNvSpPr>
            <a:spLocks noGrp="1"/>
          </p:cNvSpPr>
          <p:nvPr/>
        </p:nvSpPr>
        <p:spPr>
          <a:xfrm>
            <a:off x="9312171" y="5221143"/>
            <a:ext cx="339054" cy="339054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5236_1">
            <a:extLst>
              <a:ext uri="{FF2B5EF4-FFF2-40B4-BE49-F238E27FC236}">
                <a16:creationId xmlns:a16="http://schemas.microsoft.com/office/drawing/2014/main" id="{9EB6AD3F-0540-48D0-8B56-F8FA3153F613}"/>
              </a:ext>
            </a:extLst>
          </p:cNvPr>
          <p:cNvSpPr>
            <a:spLocks noGrp="1"/>
          </p:cNvSpPr>
          <p:nvPr/>
        </p:nvSpPr>
        <p:spPr>
          <a:xfrm>
            <a:off x="9651225" y="5221143"/>
            <a:ext cx="339054" cy="339054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5237_1">
            <a:extLst>
              <a:ext uri="{FF2B5EF4-FFF2-40B4-BE49-F238E27FC236}">
                <a16:creationId xmlns:a16="http://schemas.microsoft.com/office/drawing/2014/main" id="{5B2CF16D-CD0D-4A8C-B175-D1AF237A2DA0}"/>
              </a:ext>
            </a:extLst>
          </p:cNvPr>
          <p:cNvSpPr>
            <a:spLocks noGrp="1"/>
          </p:cNvSpPr>
          <p:nvPr/>
        </p:nvSpPr>
        <p:spPr>
          <a:xfrm>
            <a:off x="8634063" y="5560198"/>
            <a:ext cx="339054" cy="339054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5238_1">
            <a:extLst>
              <a:ext uri="{FF2B5EF4-FFF2-40B4-BE49-F238E27FC236}">
                <a16:creationId xmlns:a16="http://schemas.microsoft.com/office/drawing/2014/main" id="{E268B049-BE1B-43E5-855A-2410F9D998F0}"/>
              </a:ext>
            </a:extLst>
          </p:cNvPr>
          <p:cNvSpPr>
            <a:spLocks noGrp="1"/>
          </p:cNvSpPr>
          <p:nvPr/>
        </p:nvSpPr>
        <p:spPr>
          <a:xfrm>
            <a:off x="8973117" y="5560198"/>
            <a:ext cx="339054" cy="339054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5239_1">
            <a:extLst>
              <a:ext uri="{FF2B5EF4-FFF2-40B4-BE49-F238E27FC236}">
                <a16:creationId xmlns:a16="http://schemas.microsoft.com/office/drawing/2014/main" id="{B3831C57-ACAC-45A5-BEC3-90A092409E45}"/>
              </a:ext>
            </a:extLst>
          </p:cNvPr>
          <p:cNvSpPr>
            <a:spLocks noGrp="1"/>
          </p:cNvSpPr>
          <p:nvPr/>
        </p:nvSpPr>
        <p:spPr>
          <a:xfrm>
            <a:off x="9312171" y="5560198"/>
            <a:ext cx="339054" cy="339054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5240_1">
            <a:extLst>
              <a:ext uri="{FF2B5EF4-FFF2-40B4-BE49-F238E27FC236}">
                <a16:creationId xmlns:a16="http://schemas.microsoft.com/office/drawing/2014/main" id="{9335FA48-9AB2-4063-942C-450CE1FD8A8A}"/>
              </a:ext>
            </a:extLst>
          </p:cNvPr>
          <p:cNvSpPr>
            <a:spLocks noGrp="1"/>
          </p:cNvSpPr>
          <p:nvPr/>
        </p:nvSpPr>
        <p:spPr>
          <a:xfrm>
            <a:off x="9651225" y="5560198"/>
            <a:ext cx="339054" cy="339054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5241_1">
            <a:extLst>
              <a:ext uri="{FF2B5EF4-FFF2-40B4-BE49-F238E27FC236}">
                <a16:creationId xmlns:a16="http://schemas.microsoft.com/office/drawing/2014/main" id="{ED264D6F-44DA-4EAF-9068-D71236BEDE56}"/>
              </a:ext>
            </a:extLst>
          </p:cNvPr>
          <p:cNvSpPr>
            <a:spLocks noGrp="1"/>
          </p:cNvSpPr>
          <p:nvPr/>
        </p:nvSpPr>
        <p:spPr>
          <a:xfrm>
            <a:off x="8634063" y="5899252"/>
            <a:ext cx="339054" cy="339054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5242_1">
            <a:extLst>
              <a:ext uri="{FF2B5EF4-FFF2-40B4-BE49-F238E27FC236}">
                <a16:creationId xmlns:a16="http://schemas.microsoft.com/office/drawing/2014/main" id="{E3A9569D-7FF6-4555-A0D9-DBB687596B33}"/>
              </a:ext>
            </a:extLst>
          </p:cNvPr>
          <p:cNvSpPr>
            <a:spLocks noGrp="1"/>
          </p:cNvSpPr>
          <p:nvPr/>
        </p:nvSpPr>
        <p:spPr>
          <a:xfrm>
            <a:off x="8973117" y="5899252"/>
            <a:ext cx="339054" cy="339054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5243_1">
            <a:extLst>
              <a:ext uri="{FF2B5EF4-FFF2-40B4-BE49-F238E27FC236}">
                <a16:creationId xmlns:a16="http://schemas.microsoft.com/office/drawing/2014/main" id="{5F7D67E6-A762-4B2B-BAA5-3B42F4491BC4}"/>
              </a:ext>
            </a:extLst>
          </p:cNvPr>
          <p:cNvSpPr>
            <a:spLocks noGrp="1"/>
          </p:cNvSpPr>
          <p:nvPr/>
        </p:nvSpPr>
        <p:spPr>
          <a:xfrm>
            <a:off x="9312171" y="5899252"/>
            <a:ext cx="339054" cy="339054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5244_1">
            <a:extLst>
              <a:ext uri="{FF2B5EF4-FFF2-40B4-BE49-F238E27FC236}">
                <a16:creationId xmlns:a16="http://schemas.microsoft.com/office/drawing/2014/main" id="{5B885B04-446A-4A9B-800A-D652341E2E94}"/>
              </a:ext>
            </a:extLst>
          </p:cNvPr>
          <p:cNvSpPr>
            <a:spLocks noGrp="1"/>
          </p:cNvSpPr>
          <p:nvPr/>
        </p:nvSpPr>
        <p:spPr>
          <a:xfrm>
            <a:off x="9651225" y="5899252"/>
            <a:ext cx="339054" cy="339054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to5070_0_1">
            <a:extLst>
              <a:ext uri="{FF2B5EF4-FFF2-40B4-BE49-F238E27FC236}">
                <a16:creationId xmlns:a16="http://schemas.microsoft.com/office/drawing/2014/main" id="{5D9DDC97-0029-44EC-BE92-6498DE1B5A7A}"/>
              </a:ext>
            </a:extLst>
          </p:cNvPr>
          <p:cNvSpPr>
            <a:spLocks noGrp="1"/>
          </p:cNvSpPr>
          <p:nvPr/>
        </p:nvSpPr>
        <p:spPr>
          <a:xfrm>
            <a:off x="1979082" y="1337860"/>
            <a:ext cx="1123061" cy="49316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07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107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107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Input</a:t>
            </a:r>
          </a:p>
        </p:txBody>
      </p:sp>
      <p:sp>
        <p:nvSpPr>
          <p:cNvPr id="53" name="anim_to5191_0_1">
            <a:extLst>
              <a:ext uri="{FF2B5EF4-FFF2-40B4-BE49-F238E27FC236}">
                <a16:creationId xmlns:a16="http://schemas.microsoft.com/office/drawing/2014/main" id="{4F9C3CEC-11F1-44E6-A01D-6253E517278F}"/>
              </a:ext>
            </a:extLst>
          </p:cNvPr>
          <p:cNvSpPr>
            <a:spLocks noGrp="1"/>
          </p:cNvSpPr>
          <p:nvPr/>
        </p:nvSpPr>
        <p:spPr>
          <a:xfrm>
            <a:off x="4164361" y="3132209"/>
            <a:ext cx="239918" cy="59358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73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73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739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*</a:t>
            </a:r>
          </a:p>
        </p:txBody>
      </p:sp>
      <p:sp>
        <p:nvSpPr>
          <p:cNvPr id="54" name="anim_to5170_0_1">
            <a:extLst>
              <a:ext uri="{FF2B5EF4-FFF2-40B4-BE49-F238E27FC236}">
                <a16:creationId xmlns:a16="http://schemas.microsoft.com/office/drawing/2014/main" id="{E83EB3FA-2DCB-4AFF-A281-9D482FC3DA68}"/>
              </a:ext>
            </a:extLst>
          </p:cNvPr>
          <p:cNvSpPr>
            <a:spLocks noGrp="1"/>
          </p:cNvSpPr>
          <p:nvPr/>
        </p:nvSpPr>
        <p:spPr>
          <a:xfrm>
            <a:off x="4566344" y="1019750"/>
            <a:ext cx="260397" cy="5193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272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272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3272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55" name="anim_to5173_0_1">
            <a:extLst>
              <a:ext uri="{FF2B5EF4-FFF2-40B4-BE49-F238E27FC236}">
                <a16:creationId xmlns:a16="http://schemas.microsoft.com/office/drawing/2014/main" id="{3A5C9B92-6F2C-4076-BDB2-587C7E3B71FC}"/>
              </a:ext>
            </a:extLst>
          </p:cNvPr>
          <p:cNvSpPr>
            <a:spLocks noGrp="1"/>
          </p:cNvSpPr>
          <p:nvPr/>
        </p:nvSpPr>
        <p:spPr>
          <a:xfrm>
            <a:off x="4788640" y="1195406"/>
            <a:ext cx="187994" cy="337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27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127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2127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56" name="anim_to5177_0_1">
            <a:extLst>
              <a:ext uri="{FF2B5EF4-FFF2-40B4-BE49-F238E27FC236}">
                <a16:creationId xmlns:a16="http://schemas.microsoft.com/office/drawing/2014/main" id="{EEA9E0BB-F857-4D18-93D9-0A1B218FAB26}"/>
              </a:ext>
            </a:extLst>
          </p:cNvPr>
          <p:cNvSpPr>
            <a:spLocks noGrp="1"/>
          </p:cNvSpPr>
          <p:nvPr/>
        </p:nvSpPr>
        <p:spPr>
          <a:xfrm>
            <a:off x="4566344" y="3150948"/>
            <a:ext cx="260397" cy="5193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272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272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pPr>
            <a:r>
              <a:rPr sz="3272" b="0">
                <a:solidFill>
                  <a:srgbClr val="FF862F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57" name="anim_to5180_0_1">
            <a:extLst>
              <a:ext uri="{FF2B5EF4-FFF2-40B4-BE49-F238E27FC236}">
                <a16:creationId xmlns:a16="http://schemas.microsoft.com/office/drawing/2014/main" id="{B718A871-B261-48C4-A005-C2CE77418B1E}"/>
              </a:ext>
            </a:extLst>
          </p:cNvPr>
          <p:cNvSpPr>
            <a:spLocks noGrp="1"/>
          </p:cNvSpPr>
          <p:nvPr/>
        </p:nvSpPr>
        <p:spPr>
          <a:xfrm>
            <a:off x="4788640" y="3326603"/>
            <a:ext cx="187994" cy="337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27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127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pPr>
            <a:r>
              <a:rPr sz="2127" b="0">
                <a:solidFill>
                  <a:srgbClr val="FF862F"/>
                </a:solidFill>
                <a:latin typeface="Cambria Math"/>
                <a:ea typeface="Cambria Math"/>
                <a:cs typeface="Cambria Math"/>
              </a:rPr>
              <a:t>2</a:t>
            </a:r>
          </a:p>
        </p:txBody>
      </p:sp>
      <p:sp>
        <p:nvSpPr>
          <p:cNvPr id="58" name="anim_to5184_0_1">
            <a:extLst>
              <a:ext uri="{FF2B5EF4-FFF2-40B4-BE49-F238E27FC236}">
                <a16:creationId xmlns:a16="http://schemas.microsoft.com/office/drawing/2014/main" id="{D97F1F01-93A6-47B5-AD25-8E7BBB3150D6}"/>
              </a:ext>
            </a:extLst>
          </p:cNvPr>
          <p:cNvSpPr>
            <a:spLocks noGrp="1"/>
          </p:cNvSpPr>
          <p:nvPr/>
        </p:nvSpPr>
        <p:spPr>
          <a:xfrm>
            <a:off x="4566344" y="5281808"/>
            <a:ext cx="260397" cy="5193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272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272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pPr>
            <a:r>
              <a:rPr sz="3272" b="0">
                <a:solidFill>
                  <a:srgbClr val="9A72AC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59" name="anim_to5187_0_1">
            <a:extLst>
              <a:ext uri="{FF2B5EF4-FFF2-40B4-BE49-F238E27FC236}">
                <a16:creationId xmlns:a16="http://schemas.microsoft.com/office/drawing/2014/main" id="{E66C370C-9A69-4488-92A9-CE5F643C14DC}"/>
              </a:ext>
            </a:extLst>
          </p:cNvPr>
          <p:cNvSpPr>
            <a:spLocks noGrp="1"/>
          </p:cNvSpPr>
          <p:nvPr/>
        </p:nvSpPr>
        <p:spPr>
          <a:xfrm>
            <a:off x="4788640" y="5457463"/>
            <a:ext cx="187994" cy="337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27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127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pPr>
            <a:r>
              <a:rPr sz="2127" b="0">
                <a:solidFill>
                  <a:srgbClr val="9A72AC"/>
                </a:solidFill>
                <a:latin typeface="Cambria Math"/>
                <a:ea typeface="Cambria Math"/>
                <a:cs typeface="Cambria Math"/>
              </a:rPr>
              <a:t>3</a:t>
            </a:r>
          </a:p>
        </p:txBody>
      </p:sp>
      <p:sp>
        <p:nvSpPr>
          <p:cNvPr id="60" name="anim_o5033_1">
            <a:extLst>
              <a:ext uri="{FF2B5EF4-FFF2-40B4-BE49-F238E27FC236}">
                <a16:creationId xmlns:a16="http://schemas.microsoft.com/office/drawing/2014/main" id="{ED366423-9D63-42B5-AB3D-8FB540A26BCD}"/>
              </a:ext>
            </a:extLst>
          </p:cNvPr>
          <p:cNvSpPr>
            <a:spLocks noGrp="1"/>
          </p:cNvSpPr>
          <p:nvPr/>
        </p:nvSpPr>
        <p:spPr>
          <a:xfrm>
            <a:off x="1339555" y="2586208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" name="anim_o5034_1">
            <a:extLst>
              <a:ext uri="{FF2B5EF4-FFF2-40B4-BE49-F238E27FC236}">
                <a16:creationId xmlns:a16="http://schemas.microsoft.com/office/drawing/2014/main" id="{19558EDC-0C85-4246-AEE8-F88DC5883AF1}"/>
              </a:ext>
            </a:extLst>
          </p:cNvPr>
          <p:cNvSpPr>
            <a:spLocks noGrp="1"/>
          </p:cNvSpPr>
          <p:nvPr/>
        </p:nvSpPr>
        <p:spPr>
          <a:xfrm>
            <a:off x="1678609" y="2586208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2" name="anim_o5035_1">
            <a:extLst>
              <a:ext uri="{FF2B5EF4-FFF2-40B4-BE49-F238E27FC236}">
                <a16:creationId xmlns:a16="http://schemas.microsoft.com/office/drawing/2014/main" id="{E9D92180-74D5-48DB-B0E6-BB1FE5214103}"/>
              </a:ext>
            </a:extLst>
          </p:cNvPr>
          <p:cNvSpPr>
            <a:spLocks noGrp="1"/>
          </p:cNvSpPr>
          <p:nvPr/>
        </p:nvSpPr>
        <p:spPr>
          <a:xfrm>
            <a:off x="2017663" y="2586208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3" name="anim_o5036_1">
            <a:extLst>
              <a:ext uri="{FF2B5EF4-FFF2-40B4-BE49-F238E27FC236}">
                <a16:creationId xmlns:a16="http://schemas.microsoft.com/office/drawing/2014/main" id="{D661F55E-A551-4960-A677-7E0E0343E123}"/>
              </a:ext>
            </a:extLst>
          </p:cNvPr>
          <p:cNvSpPr>
            <a:spLocks noGrp="1"/>
          </p:cNvSpPr>
          <p:nvPr/>
        </p:nvSpPr>
        <p:spPr>
          <a:xfrm>
            <a:off x="2356717" y="2586208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4" name="anim_o5037_1">
            <a:extLst>
              <a:ext uri="{FF2B5EF4-FFF2-40B4-BE49-F238E27FC236}">
                <a16:creationId xmlns:a16="http://schemas.microsoft.com/office/drawing/2014/main" id="{81A15467-5742-4951-8DC0-FC52A3182A0C}"/>
              </a:ext>
            </a:extLst>
          </p:cNvPr>
          <p:cNvSpPr>
            <a:spLocks noGrp="1"/>
          </p:cNvSpPr>
          <p:nvPr/>
        </p:nvSpPr>
        <p:spPr>
          <a:xfrm>
            <a:off x="2695771" y="2586208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5" name="anim_o5038_1">
            <a:extLst>
              <a:ext uri="{FF2B5EF4-FFF2-40B4-BE49-F238E27FC236}">
                <a16:creationId xmlns:a16="http://schemas.microsoft.com/office/drawing/2014/main" id="{29E5D6A1-6F9D-45D2-92BD-30AED77B28FB}"/>
              </a:ext>
            </a:extLst>
          </p:cNvPr>
          <p:cNvSpPr>
            <a:spLocks noGrp="1"/>
          </p:cNvSpPr>
          <p:nvPr/>
        </p:nvSpPr>
        <p:spPr>
          <a:xfrm>
            <a:off x="3034825" y="2586208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6" name="anim_o5039_1">
            <a:extLst>
              <a:ext uri="{FF2B5EF4-FFF2-40B4-BE49-F238E27FC236}">
                <a16:creationId xmlns:a16="http://schemas.microsoft.com/office/drawing/2014/main" id="{63AEF762-0A6E-4CF7-B8C3-B667B91C9451}"/>
              </a:ext>
            </a:extLst>
          </p:cNvPr>
          <p:cNvSpPr>
            <a:spLocks noGrp="1"/>
          </p:cNvSpPr>
          <p:nvPr/>
        </p:nvSpPr>
        <p:spPr>
          <a:xfrm>
            <a:off x="1339555" y="2925262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7" name="anim_o5040_1">
            <a:extLst>
              <a:ext uri="{FF2B5EF4-FFF2-40B4-BE49-F238E27FC236}">
                <a16:creationId xmlns:a16="http://schemas.microsoft.com/office/drawing/2014/main" id="{9EE53203-35CD-433F-863B-993C73ED5E18}"/>
              </a:ext>
            </a:extLst>
          </p:cNvPr>
          <p:cNvSpPr>
            <a:spLocks noGrp="1"/>
          </p:cNvSpPr>
          <p:nvPr/>
        </p:nvSpPr>
        <p:spPr>
          <a:xfrm>
            <a:off x="1678609" y="2925262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8" name="anim_o5041_1">
            <a:extLst>
              <a:ext uri="{FF2B5EF4-FFF2-40B4-BE49-F238E27FC236}">
                <a16:creationId xmlns:a16="http://schemas.microsoft.com/office/drawing/2014/main" id="{413FBA31-B063-4F2D-B381-86E97D471E37}"/>
              </a:ext>
            </a:extLst>
          </p:cNvPr>
          <p:cNvSpPr>
            <a:spLocks noGrp="1"/>
          </p:cNvSpPr>
          <p:nvPr/>
        </p:nvSpPr>
        <p:spPr>
          <a:xfrm>
            <a:off x="2017663" y="2925262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9" name="anim_o5042_1">
            <a:extLst>
              <a:ext uri="{FF2B5EF4-FFF2-40B4-BE49-F238E27FC236}">
                <a16:creationId xmlns:a16="http://schemas.microsoft.com/office/drawing/2014/main" id="{7EF5492F-225E-42D3-A050-2C30AEB1E322}"/>
              </a:ext>
            </a:extLst>
          </p:cNvPr>
          <p:cNvSpPr>
            <a:spLocks noGrp="1"/>
          </p:cNvSpPr>
          <p:nvPr/>
        </p:nvSpPr>
        <p:spPr>
          <a:xfrm>
            <a:off x="2356717" y="2925262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0" name="anim_o5043_1">
            <a:extLst>
              <a:ext uri="{FF2B5EF4-FFF2-40B4-BE49-F238E27FC236}">
                <a16:creationId xmlns:a16="http://schemas.microsoft.com/office/drawing/2014/main" id="{A2974BD6-E75B-46C5-9C56-5FB91DCF3127}"/>
              </a:ext>
            </a:extLst>
          </p:cNvPr>
          <p:cNvSpPr>
            <a:spLocks noGrp="1"/>
          </p:cNvSpPr>
          <p:nvPr/>
        </p:nvSpPr>
        <p:spPr>
          <a:xfrm>
            <a:off x="2695771" y="2925262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1" name="anim_o5044_1">
            <a:extLst>
              <a:ext uri="{FF2B5EF4-FFF2-40B4-BE49-F238E27FC236}">
                <a16:creationId xmlns:a16="http://schemas.microsoft.com/office/drawing/2014/main" id="{7D0407CC-43C0-4CF1-8622-5FF161FE4B7F}"/>
              </a:ext>
            </a:extLst>
          </p:cNvPr>
          <p:cNvSpPr>
            <a:spLocks noGrp="1"/>
          </p:cNvSpPr>
          <p:nvPr/>
        </p:nvSpPr>
        <p:spPr>
          <a:xfrm>
            <a:off x="3034825" y="2925262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2" name="anim_o5045_1">
            <a:extLst>
              <a:ext uri="{FF2B5EF4-FFF2-40B4-BE49-F238E27FC236}">
                <a16:creationId xmlns:a16="http://schemas.microsoft.com/office/drawing/2014/main" id="{D8B87FC2-5B69-4002-BE46-C67C3B2439E4}"/>
              </a:ext>
            </a:extLst>
          </p:cNvPr>
          <p:cNvSpPr>
            <a:spLocks noGrp="1"/>
          </p:cNvSpPr>
          <p:nvPr/>
        </p:nvSpPr>
        <p:spPr>
          <a:xfrm>
            <a:off x="1339555" y="3264317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3" name="anim_o5046_1">
            <a:extLst>
              <a:ext uri="{FF2B5EF4-FFF2-40B4-BE49-F238E27FC236}">
                <a16:creationId xmlns:a16="http://schemas.microsoft.com/office/drawing/2014/main" id="{452AAC82-8F23-4488-A057-A5C4047C8E10}"/>
              </a:ext>
            </a:extLst>
          </p:cNvPr>
          <p:cNvSpPr>
            <a:spLocks noGrp="1"/>
          </p:cNvSpPr>
          <p:nvPr/>
        </p:nvSpPr>
        <p:spPr>
          <a:xfrm>
            <a:off x="1678609" y="3264317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4" name="anim_o5047_1">
            <a:extLst>
              <a:ext uri="{FF2B5EF4-FFF2-40B4-BE49-F238E27FC236}">
                <a16:creationId xmlns:a16="http://schemas.microsoft.com/office/drawing/2014/main" id="{3FFDA496-58D5-4878-B700-1D48FAA13814}"/>
              </a:ext>
            </a:extLst>
          </p:cNvPr>
          <p:cNvSpPr>
            <a:spLocks noGrp="1"/>
          </p:cNvSpPr>
          <p:nvPr/>
        </p:nvSpPr>
        <p:spPr>
          <a:xfrm>
            <a:off x="2017663" y="3264317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5" name="anim_o5048_1">
            <a:extLst>
              <a:ext uri="{FF2B5EF4-FFF2-40B4-BE49-F238E27FC236}">
                <a16:creationId xmlns:a16="http://schemas.microsoft.com/office/drawing/2014/main" id="{E3B728E6-B578-4723-A3FD-1C1E6C2E16EC}"/>
              </a:ext>
            </a:extLst>
          </p:cNvPr>
          <p:cNvSpPr>
            <a:spLocks noGrp="1"/>
          </p:cNvSpPr>
          <p:nvPr/>
        </p:nvSpPr>
        <p:spPr>
          <a:xfrm>
            <a:off x="2356717" y="3264317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6" name="anim_o5049_1">
            <a:extLst>
              <a:ext uri="{FF2B5EF4-FFF2-40B4-BE49-F238E27FC236}">
                <a16:creationId xmlns:a16="http://schemas.microsoft.com/office/drawing/2014/main" id="{8000D329-22F3-4B20-88BF-52BBFB0A592F}"/>
              </a:ext>
            </a:extLst>
          </p:cNvPr>
          <p:cNvSpPr>
            <a:spLocks noGrp="1"/>
          </p:cNvSpPr>
          <p:nvPr/>
        </p:nvSpPr>
        <p:spPr>
          <a:xfrm>
            <a:off x="2695771" y="3264317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7" name="anim_o5050_1">
            <a:extLst>
              <a:ext uri="{FF2B5EF4-FFF2-40B4-BE49-F238E27FC236}">
                <a16:creationId xmlns:a16="http://schemas.microsoft.com/office/drawing/2014/main" id="{CF20DE6D-2C36-40C8-8ACB-29062FA37EFD}"/>
              </a:ext>
            </a:extLst>
          </p:cNvPr>
          <p:cNvSpPr>
            <a:spLocks noGrp="1"/>
          </p:cNvSpPr>
          <p:nvPr/>
        </p:nvSpPr>
        <p:spPr>
          <a:xfrm>
            <a:off x="3034825" y="3264317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8" name="anim_o5051_1">
            <a:extLst>
              <a:ext uri="{FF2B5EF4-FFF2-40B4-BE49-F238E27FC236}">
                <a16:creationId xmlns:a16="http://schemas.microsoft.com/office/drawing/2014/main" id="{9CE1FDE0-8C41-4932-AC72-D8B8C7D4D639}"/>
              </a:ext>
            </a:extLst>
          </p:cNvPr>
          <p:cNvSpPr>
            <a:spLocks noGrp="1"/>
          </p:cNvSpPr>
          <p:nvPr/>
        </p:nvSpPr>
        <p:spPr>
          <a:xfrm>
            <a:off x="1339555" y="3603371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9" name="anim_o5052_1">
            <a:extLst>
              <a:ext uri="{FF2B5EF4-FFF2-40B4-BE49-F238E27FC236}">
                <a16:creationId xmlns:a16="http://schemas.microsoft.com/office/drawing/2014/main" id="{2F0C22CE-420F-44FB-A40F-6D9378047A1E}"/>
              </a:ext>
            </a:extLst>
          </p:cNvPr>
          <p:cNvSpPr>
            <a:spLocks noGrp="1"/>
          </p:cNvSpPr>
          <p:nvPr/>
        </p:nvSpPr>
        <p:spPr>
          <a:xfrm>
            <a:off x="1678609" y="3603371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0" name="anim_o5053_1">
            <a:extLst>
              <a:ext uri="{FF2B5EF4-FFF2-40B4-BE49-F238E27FC236}">
                <a16:creationId xmlns:a16="http://schemas.microsoft.com/office/drawing/2014/main" id="{081DF9A8-35CF-4802-8DA2-C557E7D69613}"/>
              </a:ext>
            </a:extLst>
          </p:cNvPr>
          <p:cNvSpPr>
            <a:spLocks noGrp="1"/>
          </p:cNvSpPr>
          <p:nvPr/>
        </p:nvSpPr>
        <p:spPr>
          <a:xfrm>
            <a:off x="2017663" y="3603371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1" name="anim_o5054_1">
            <a:extLst>
              <a:ext uri="{FF2B5EF4-FFF2-40B4-BE49-F238E27FC236}">
                <a16:creationId xmlns:a16="http://schemas.microsoft.com/office/drawing/2014/main" id="{FF80FD95-FFC8-4141-97B8-61F103F70BDF}"/>
              </a:ext>
            </a:extLst>
          </p:cNvPr>
          <p:cNvSpPr>
            <a:spLocks noGrp="1"/>
          </p:cNvSpPr>
          <p:nvPr/>
        </p:nvSpPr>
        <p:spPr>
          <a:xfrm>
            <a:off x="2356717" y="3603371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2" name="anim_o5055_1">
            <a:extLst>
              <a:ext uri="{FF2B5EF4-FFF2-40B4-BE49-F238E27FC236}">
                <a16:creationId xmlns:a16="http://schemas.microsoft.com/office/drawing/2014/main" id="{CE60290C-3779-4ABF-B2D3-82ADBF8B75A6}"/>
              </a:ext>
            </a:extLst>
          </p:cNvPr>
          <p:cNvSpPr>
            <a:spLocks noGrp="1"/>
          </p:cNvSpPr>
          <p:nvPr/>
        </p:nvSpPr>
        <p:spPr>
          <a:xfrm>
            <a:off x="2695771" y="3603371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3" name="anim_o5056_1">
            <a:extLst>
              <a:ext uri="{FF2B5EF4-FFF2-40B4-BE49-F238E27FC236}">
                <a16:creationId xmlns:a16="http://schemas.microsoft.com/office/drawing/2014/main" id="{12FCE387-8F7C-46AC-8D1A-26E06DA75059}"/>
              </a:ext>
            </a:extLst>
          </p:cNvPr>
          <p:cNvSpPr>
            <a:spLocks noGrp="1"/>
          </p:cNvSpPr>
          <p:nvPr/>
        </p:nvSpPr>
        <p:spPr>
          <a:xfrm>
            <a:off x="3034825" y="3603371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4" name="anim_o5057_1">
            <a:extLst>
              <a:ext uri="{FF2B5EF4-FFF2-40B4-BE49-F238E27FC236}">
                <a16:creationId xmlns:a16="http://schemas.microsoft.com/office/drawing/2014/main" id="{A0361BEE-818D-4E78-99FE-A8B90C20713C}"/>
              </a:ext>
            </a:extLst>
          </p:cNvPr>
          <p:cNvSpPr>
            <a:spLocks noGrp="1"/>
          </p:cNvSpPr>
          <p:nvPr/>
        </p:nvSpPr>
        <p:spPr>
          <a:xfrm>
            <a:off x="1339555" y="3942425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5" name="anim_o5058_1">
            <a:extLst>
              <a:ext uri="{FF2B5EF4-FFF2-40B4-BE49-F238E27FC236}">
                <a16:creationId xmlns:a16="http://schemas.microsoft.com/office/drawing/2014/main" id="{4D177AAF-B9FD-44D7-A6E6-3D66061C57C1}"/>
              </a:ext>
            </a:extLst>
          </p:cNvPr>
          <p:cNvSpPr>
            <a:spLocks noGrp="1"/>
          </p:cNvSpPr>
          <p:nvPr/>
        </p:nvSpPr>
        <p:spPr>
          <a:xfrm>
            <a:off x="1678609" y="3942425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6" name="anim_o5059_1">
            <a:extLst>
              <a:ext uri="{FF2B5EF4-FFF2-40B4-BE49-F238E27FC236}">
                <a16:creationId xmlns:a16="http://schemas.microsoft.com/office/drawing/2014/main" id="{260E96B1-5858-4BB8-BFBE-5F96AC0D6C47}"/>
              </a:ext>
            </a:extLst>
          </p:cNvPr>
          <p:cNvSpPr>
            <a:spLocks noGrp="1"/>
          </p:cNvSpPr>
          <p:nvPr/>
        </p:nvSpPr>
        <p:spPr>
          <a:xfrm>
            <a:off x="2017663" y="3942425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7" name="anim_o5060_1">
            <a:extLst>
              <a:ext uri="{FF2B5EF4-FFF2-40B4-BE49-F238E27FC236}">
                <a16:creationId xmlns:a16="http://schemas.microsoft.com/office/drawing/2014/main" id="{0D2AB644-795A-4256-94AE-778D8A365832}"/>
              </a:ext>
            </a:extLst>
          </p:cNvPr>
          <p:cNvSpPr>
            <a:spLocks noGrp="1"/>
          </p:cNvSpPr>
          <p:nvPr/>
        </p:nvSpPr>
        <p:spPr>
          <a:xfrm>
            <a:off x="2356717" y="3942425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8" name="anim_o5061_1">
            <a:extLst>
              <a:ext uri="{FF2B5EF4-FFF2-40B4-BE49-F238E27FC236}">
                <a16:creationId xmlns:a16="http://schemas.microsoft.com/office/drawing/2014/main" id="{F49B850A-96C6-45D0-A7DD-B54D10AEFC5A}"/>
              </a:ext>
            </a:extLst>
          </p:cNvPr>
          <p:cNvSpPr>
            <a:spLocks noGrp="1"/>
          </p:cNvSpPr>
          <p:nvPr/>
        </p:nvSpPr>
        <p:spPr>
          <a:xfrm>
            <a:off x="2695771" y="3942425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9" name="anim_o5062_1">
            <a:extLst>
              <a:ext uri="{FF2B5EF4-FFF2-40B4-BE49-F238E27FC236}">
                <a16:creationId xmlns:a16="http://schemas.microsoft.com/office/drawing/2014/main" id="{90D54E82-5CB1-4D39-B209-FCB0775C908A}"/>
              </a:ext>
            </a:extLst>
          </p:cNvPr>
          <p:cNvSpPr>
            <a:spLocks noGrp="1"/>
          </p:cNvSpPr>
          <p:nvPr/>
        </p:nvSpPr>
        <p:spPr>
          <a:xfrm>
            <a:off x="3034825" y="3942425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0" name="anim_o5063_1">
            <a:extLst>
              <a:ext uri="{FF2B5EF4-FFF2-40B4-BE49-F238E27FC236}">
                <a16:creationId xmlns:a16="http://schemas.microsoft.com/office/drawing/2014/main" id="{55DBAC4D-847E-4021-BC9F-E97A952C15B8}"/>
              </a:ext>
            </a:extLst>
          </p:cNvPr>
          <p:cNvSpPr>
            <a:spLocks noGrp="1"/>
          </p:cNvSpPr>
          <p:nvPr/>
        </p:nvSpPr>
        <p:spPr>
          <a:xfrm>
            <a:off x="1339555" y="4281479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1" name="anim_o5064_1">
            <a:extLst>
              <a:ext uri="{FF2B5EF4-FFF2-40B4-BE49-F238E27FC236}">
                <a16:creationId xmlns:a16="http://schemas.microsoft.com/office/drawing/2014/main" id="{E982CD11-00B4-44D6-BC9E-441689E3FCE2}"/>
              </a:ext>
            </a:extLst>
          </p:cNvPr>
          <p:cNvSpPr>
            <a:spLocks noGrp="1"/>
          </p:cNvSpPr>
          <p:nvPr/>
        </p:nvSpPr>
        <p:spPr>
          <a:xfrm>
            <a:off x="1678609" y="4281479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2" name="anim_o5065_1">
            <a:extLst>
              <a:ext uri="{FF2B5EF4-FFF2-40B4-BE49-F238E27FC236}">
                <a16:creationId xmlns:a16="http://schemas.microsoft.com/office/drawing/2014/main" id="{9B66AAF0-8810-4381-87D9-B5C5E3D322CE}"/>
              </a:ext>
            </a:extLst>
          </p:cNvPr>
          <p:cNvSpPr>
            <a:spLocks noGrp="1"/>
          </p:cNvSpPr>
          <p:nvPr/>
        </p:nvSpPr>
        <p:spPr>
          <a:xfrm>
            <a:off x="2017663" y="4281479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3" name="anim_o5066_1">
            <a:extLst>
              <a:ext uri="{FF2B5EF4-FFF2-40B4-BE49-F238E27FC236}">
                <a16:creationId xmlns:a16="http://schemas.microsoft.com/office/drawing/2014/main" id="{10E9AC39-15EB-4161-9C84-734E67D348B5}"/>
              </a:ext>
            </a:extLst>
          </p:cNvPr>
          <p:cNvSpPr>
            <a:spLocks noGrp="1"/>
          </p:cNvSpPr>
          <p:nvPr/>
        </p:nvSpPr>
        <p:spPr>
          <a:xfrm>
            <a:off x="2356717" y="4281479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4" name="anim_o5067_1">
            <a:extLst>
              <a:ext uri="{FF2B5EF4-FFF2-40B4-BE49-F238E27FC236}">
                <a16:creationId xmlns:a16="http://schemas.microsoft.com/office/drawing/2014/main" id="{CC204912-7770-4A7B-AE55-2B468965D1AD}"/>
              </a:ext>
            </a:extLst>
          </p:cNvPr>
          <p:cNvSpPr>
            <a:spLocks noGrp="1"/>
          </p:cNvSpPr>
          <p:nvPr/>
        </p:nvSpPr>
        <p:spPr>
          <a:xfrm>
            <a:off x="2695771" y="4281479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5" name="anim_o5068_1">
            <a:extLst>
              <a:ext uri="{FF2B5EF4-FFF2-40B4-BE49-F238E27FC236}">
                <a16:creationId xmlns:a16="http://schemas.microsoft.com/office/drawing/2014/main" id="{8926E21C-A563-4D37-AC45-40FAFC7D256E}"/>
              </a:ext>
            </a:extLst>
          </p:cNvPr>
          <p:cNvSpPr>
            <a:spLocks noGrp="1"/>
          </p:cNvSpPr>
          <p:nvPr/>
        </p:nvSpPr>
        <p:spPr>
          <a:xfrm>
            <a:off x="3034825" y="4281479"/>
            <a:ext cx="339054" cy="339054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6" name="anim_o5098_1">
            <a:extLst>
              <a:ext uri="{FF2B5EF4-FFF2-40B4-BE49-F238E27FC236}">
                <a16:creationId xmlns:a16="http://schemas.microsoft.com/office/drawing/2014/main" id="{DE64F414-273F-4E68-ABD3-A7B41C794AAD}"/>
              </a:ext>
            </a:extLst>
          </p:cNvPr>
          <p:cNvSpPr>
            <a:spLocks noGrp="1"/>
          </p:cNvSpPr>
          <p:nvPr/>
        </p:nvSpPr>
        <p:spPr>
          <a:xfrm>
            <a:off x="5238677" y="963592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7" name="anim_o5099_1">
            <a:extLst>
              <a:ext uri="{FF2B5EF4-FFF2-40B4-BE49-F238E27FC236}">
                <a16:creationId xmlns:a16="http://schemas.microsoft.com/office/drawing/2014/main" id="{DC899579-3E6D-4C88-AAED-8CFA0ED066EC}"/>
              </a:ext>
            </a:extLst>
          </p:cNvPr>
          <p:cNvSpPr>
            <a:spLocks noGrp="1"/>
          </p:cNvSpPr>
          <p:nvPr/>
        </p:nvSpPr>
        <p:spPr>
          <a:xfrm>
            <a:off x="5577732" y="963592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8" name="anim_o5100_1">
            <a:extLst>
              <a:ext uri="{FF2B5EF4-FFF2-40B4-BE49-F238E27FC236}">
                <a16:creationId xmlns:a16="http://schemas.microsoft.com/office/drawing/2014/main" id="{5D742CCB-C0C7-40FD-92A5-CDC75C10CA4B}"/>
              </a:ext>
            </a:extLst>
          </p:cNvPr>
          <p:cNvSpPr>
            <a:spLocks noGrp="1"/>
          </p:cNvSpPr>
          <p:nvPr/>
        </p:nvSpPr>
        <p:spPr>
          <a:xfrm>
            <a:off x="5916786" y="963592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9" name="anim_o5101_1">
            <a:extLst>
              <a:ext uri="{FF2B5EF4-FFF2-40B4-BE49-F238E27FC236}">
                <a16:creationId xmlns:a16="http://schemas.microsoft.com/office/drawing/2014/main" id="{02DF5ED1-5690-4795-BE06-53824C573A91}"/>
              </a:ext>
            </a:extLst>
          </p:cNvPr>
          <p:cNvSpPr>
            <a:spLocks noGrp="1"/>
          </p:cNvSpPr>
          <p:nvPr/>
        </p:nvSpPr>
        <p:spPr>
          <a:xfrm>
            <a:off x="5238677" y="1302646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0" name="anim_o5102_1">
            <a:extLst>
              <a:ext uri="{FF2B5EF4-FFF2-40B4-BE49-F238E27FC236}">
                <a16:creationId xmlns:a16="http://schemas.microsoft.com/office/drawing/2014/main" id="{E7445CD0-3993-4064-809C-3413A7655410}"/>
              </a:ext>
            </a:extLst>
          </p:cNvPr>
          <p:cNvSpPr>
            <a:spLocks noGrp="1"/>
          </p:cNvSpPr>
          <p:nvPr/>
        </p:nvSpPr>
        <p:spPr>
          <a:xfrm>
            <a:off x="5577732" y="1302646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1" name="anim_o5103_1">
            <a:extLst>
              <a:ext uri="{FF2B5EF4-FFF2-40B4-BE49-F238E27FC236}">
                <a16:creationId xmlns:a16="http://schemas.microsoft.com/office/drawing/2014/main" id="{CA8A9A7C-E606-4A41-A64B-843C70A50A45}"/>
              </a:ext>
            </a:extLst>
          </p:cNvPr>
          <p:cNvSpPr>
            <a:spLocks noGrp="1"/>
          </p:cNvSpPr>
          <p:nvPr/>
        </p:nvSpPr>
        <p:spPr>
          <a:xfrm>
            <a:off x="5916786" y="1302646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2" name="anim_o5104_1">
            <a:extLst>
              <a:ext uri="{FF2B5EF4-FFF2-40B4-BE49-F238E27FC236}">
                <a16:creationId xmlns:a16="http://schemas.microsoft.com/office/drawing/2014/main" id="{88E452A3-8CED-41E4-8131-DEBA9CD23376}"/>
              </a:ext>
            </a:extLst>
          </p:cNvPr>
          <p:cNvSpPr>
            <a:spLocks noGrp="1"/>
          </p:cNvSpPr>
          <p:nvPr/>
        </p:nvSpPr>
        <p:spPr>
          <a:xfrm>
            <a:off x="5238677" y="1641700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3" name="anim_o5105_1">
            <a:extLst>
              <a:ext uri="{FF2B5EF4-FFF2-40B4-BE49-F238E27FC236}">
                <a16:creationId xmlns:a16="http://schemas.microsoft.com/office/drawing/2014/main" id="{2285FF16-136A-42E5-BDF6-41958659A35C}"/>
              </a:ext>
            </a:extLst>
          </p:cNvPr>
          <p:cNvSpPr>
            <a:spLocks noGrp="1"/>
          </p:cNvSpPr>
          <p:nvPr/>
        </p:nvSpPr>
        <p:spPr>
          <a:xfrm>
            <a:off x="5577732" y="1641700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4" name="anim_o5106_1">
            <a:extLst>
              <a:ext uri="{FF2B5EF4-FFF2-40B4-BE49-F238E27FC236}">
                <a16:creationId xmlns:a16="http://schemas.microsoft.com/office/drawing/2014/main" id="{8367066E-831B-4FCD-BDA2-C6C372441DA7}"/>
              </a:ext>
            </a:extLst>
          </p:cNvPr>
          <p:cNvSpPr>
            <a:spLocks noGrp="1"/>
          </p:cNvSpPr>
          <p:nvPr/>
        </p:nvSpPr>
        <p:spPr>
          <a:xfrm>
            <a:off x="5916786" y="1641700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5" name="anim_o5129_1">
            <a:extLst>
              <a:ext uri="{FF2B5EF4-FFF2-40B4-BE49-F238E27FC236}">
                <a16:creationId xmlns:a16="http://schemas.microsoft.com/office/drawing/2014/main" id="{5D42AF61-9B35-469D-B5F9-B30903AFF55F}"/>
              </a:ext>
            </a:extLst>
          </p:cNvPr>
          <p:cNvSpPr>
            <a:spLocks noGrp="1"/>
          </p:cNvSpPr>
          <p:nvPr/>
        </p:nvSpPr>
        <p:spPr>
          <a:xfrm>
            <a:off x="5238677" y="3094789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6" name="anim_o5130_1">
            <a:extLst>
              <a:ext uri="{FF2B5EF4-FFF2-40B4-BE49-F238E27FC236}">
                <a16:creationId xmlns:a16="http://schemas.microsoft.com/office/drawing/2014/main" id="{B90FA789-74D6-4584-B69A-C65DF2510B50}"/>
              </a:ext>
            </a:extLst>
          </p:cNvPr>
          <p:cNvSpPr>
            <a:spLocks noGrp="1"/>
          </p:cNvSpPr>
          <p:nvPr/>
        </p:nvSpPr>
        <p:spPr>
          <a:xfrm>
            <a:off x="5577732" y="3094789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7" name="anim_o5131_1">
            <a:extLst>
              <a:ext uri="{FF2B5EF4-FFF2-40B4-BE49-F238E27FC236}">
                <a16:creationId xmlns:a16="http://schemas.microsoft.com/office/drawing/2014/main" id="{C2B1F6AE-4F17-49FB-A59E-77FFA2D04642}"/>
              </a:ext>
            </a:extLst>
          </p:cNvPr>
          <p:cNvSpPr>
            <a:spLocks noGrp="1"/>
          </p:cNvSpPr>
          <p:nvPr/>
        </p:nvSpPr>
        <p:spPr>
          <a:xfrm>
            <a:off x="5916786" y="3094789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8" name="anim_o5132_1">
            <a:extLst>
              <a:ext uri="{FF2B5EF4-FFF2-40B4-BE49-F238E27FC236}">
                <a16:creationId xmlns:a16="http://schemas.microsoft.com/office/drawing/2014/main" id="{DC1ECA0E-E5AF-478F-9E90-6D90040E0FB8}"/>
              </a:ext>
            </a:extLst>
          </p:cNvPr>
          <p:cNvSpPr>
            <a:spLocks noGrp="1"/>
          </p:cNvSpPr>
          <p:nvPr/>
        </p:nvSpPr>
        <p:spPr>
          <a:xfrm>
            <a:off x="5238677" y="3433844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9" name="anim_o5133_1">
            <a:extLst>
              <a:ext uri="{FF2B5EF4-FFF2-40B4-BE49-F238E27FC236}">
                <a16:creationId xmlns:a16="http://schemas.microsoft.com/office/drawing/2014/main" id="{592D941F-2680-4FEA-9E05-A3F6754B4467}"/>
              </a:ext>
            </a:extLst>
          </p:cNvPr>
          <p:cNvSpPr>
            <a:spLocks noGrp="1"/>
          </p:cNvSpPr>
          <p:nvPr/>
        </p:nvSpPr>
        <p:spPr>
          <a:xfrm>
            <a:off x="5577732" y="3433844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0" name="anim_o5134_1">
            <a:extLst>
              <a:ext uri="{FF2B5EF4-FFF2-40B4-BE49-F238E27FC236}">
                <a16:creationId xmlns:a16="http://schemas.microsoft.com/office/drawing/2014/main" id="{AADF087E-A5BA-496F-9A6C-51291071EB91}"/>
              </a:ext>
            </a:extLst>
          </p:cNvPr>
          <p:cNvSpPr>
            <a:spLocks noGrp="1"/>
          </p:cNvSpPr>
          <p:nvPr/>
        </p:nvSpPr>
        <p:spPr>
          <a:xfrm>
            <a:off x="5916786" y="3433844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1" name="anim_o5135_1">
            <a:extLst>
              <a:ext uri="{FF2B5EF4-FFF2-40B4-BE49-F238E27FC236}">
                <a16:creationId xmlns:a16="http://schemas.microsoft.com/office/drawing/2014/main" id="{38068B61-B7AB-45FE-A44C-2097F850607A}"/>
              </a:ext>
            </a:extLst>
          </p:cNvPr>
          <p:cNvSpPr>
            <a:spLocks noGrp="1"/>
          </p:cNvSpPr>
          <p:nvPr/>
        </p:nvSpPr>
        <p:spPr>
          <a:xfrm>
            <a:off x="5238677" y="3772898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2" name="anim_o5136_1">
            <a:extLst>
              <a:ext uri="{FF2B5EF4-FFF2-40B4-BE49-F238E27FC236}">
                <a16:creationId xmlns:a16="http://schemas.microsoft.com/office/drawing/2014/main" id="{713FA15C-5CC2-4934-913B-C169DE12CCBB}"/>
              </a:ext>
            </a:extLst>
          </p:cNvPr>
          <p:cNvSpPr>
            <a:spLocks noGrp="1"/>
          </p:cNvSpPr>
          <p:nvPr/>
        </p:nvSpPr>
        <p:spPr>
          <a:xfrm>
            <a:off x="5577732" y="3772898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3" name="anim_o5137_1">
            <a:extLst>
              <a:ext uri="{FF2B5EF4-FFF2-40B4-BE49-F238E27FC236}">
                <a16:creationId xmlns:a16="http://schemas.microsoft.com/office/drawing/2014/main" id="{99A3B60E-9D9C-4D15-956F-D23F54C8A0A0}"/>
              </a:ext>
            </a:extLst>
          </p:cNvPr>
          <p:cNvSpPr>
            <a:spLocks noGrp="1"/>
          </p:cNvSpPr>
          <p:nvPr/>
        </p:nvSpPr>
        <p:spPr>
          <a:xfrm>
            <a:off x="5916786" y="3772898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4" name="anim_o5160_1">
            <a:extLst>
              <a:ext uri="{FF2B5EF4-FFF2-40B4-BE49-F238E27FC236}">
                <a16:creationId xmlns:a16="http://schemas.microsoft.com/office/drawing/2014/main" id="{BCE97623-2E84-49B3-8F86-783C0E532661}"/>
              </a:ext>
            </a:extLst>
          </p:cNvPr>
          <p:cNvSpPr>
            <a:spLocks noGrp="1"/>
          </p:cNvSpPr>
          <p:nvPr/>
        </p:nvSpPr>
        <p:spPr>
          <a:xfrm>
            <a:off x="5238677" y="5225987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5" name="anim_o5161_1">
            <a:extLst>
              <a:ext uri="{FF2B5EF4-FFF2-40B4-BE49-F238E27FC236}">
                <a16:creationId xmlns:a16="http://schemas.microsoft.com/office/drawing/2014/main" id="{C9A95CF4-BD34-4932-A195-ABD40F5EDB90}"/>
              </a:ext>
            </a:extLst>
          </p:cNvPr>
          <p:cNvSpPr>
            <a:spLocks noGrp="1"/>
          </p:cNvSpPr>
          <p:nvPr/>
        </p:nvSpPr>
        <p:spPr>
          <a:xfrm>
            <a:off x="5577732" y="5225987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6" name="anim_o5162_1">
            <a:extLst>
              <a:ext uri="{FF2B5EF4-FFF2-40B4-BE49-F238E27FC236}">
                <a16:creationId xmlns:a16="http://schemas.microsoft.com/office/drawing/2014/main" id="{DFA2F1B6-0E8E-433E-9852-9AD5989A73DB}"/>
              </a:ext>
            </a:extLst>
          </p:cNvPr>
          <p:cNvSpPr>
            <a:spLocks noGrp="1"/>
          </p:cNvSpPr>
          <p:nvPr/>
        </p:nvSpPr>
        <p:spPr>
          <a:xfrm>
            <a:off x="5916786" y="5225987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7" name="anim_o5163_1">
            <a:extLst>
              <a:ext uri="{FF2B5EF4-FFF2-40B4-BE49-F238E27FC236}">
                <a16:creationId xmlns:a16="http://schemas.microsoft.com/office/drawing/2014/main" id="{82CA94B6-185D-48F9-B333-0BC55F19AE2F}"/>
              </a:ext>
            </a:extLst>
          </p:cNvPr>
          <p:cNvSpPr>
            <a:spLocks noGrp="1"/>
          </p:cNvSpPr>
          <p:nvPr/>
        </p:nvSpPr>
        <p:spPr>
          <a:xfrm>
            <a:off x="5238677" y="5565041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8" name="anim_o5164_1">
            <a:extLst>
              <a:ext uri="{FF2B5EF4-FFF2-40B4-BE49-F238E27FC236}">
                <a16:creationId xmlns:a16="http://schemas.microsoft.com/office/drawing/2014/main" id="{AF2D0F67-4452-4849-982F-4960559C5458}"/>
              </a:ext>
            </a:extLst>
          </p:cNvPr>
          <p:cNvSpPr>
            <a:spLocks noGrp="1"/>
          </p:cNvSpPr>
          <p:nvPr/>
        </p:nvSpPr>
        <p:spPr>
          <a:xfrm>
            <a:off x="5577732" y="5565041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9" name="anim_o5165_1">
            <a:extLst>
              <a:ext uri="{FF2B5EF4-FFF2-40B4-BE49-F238E27FC236}">
                <a16:creationId xmlns:a16="http://schemas.microsoft.com/office/drawing/2014/main" id="{4C5F8759-4452-479C-AE33-670A6EF87D8F}"/>
              </a:ext>
            </a:extLst>
          </p:cNvPr>
          <p:cNvSpPr>
            <a:spLocks noGrp="1"/>
          </p:cNvSpPr>
          <p:nvPr/>
        </p:nvSpPr>
        <p:spPr>
          <a:xfrm>
            <a:off x="5916786" y="5565041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0" name="anim_o5166_1">
            <a:extLst>
              <a:ext uri="{FF2B5EF4-FFF2-40B4-BE49-F238E27FC236}">
                <a16:creationId xmlns:a16="http://schemas.microsoft.com/office/drawing/2014/main" id="{2645BF78-D5C1-487D-BAC6-521E964A5B64}"/>
              </a:ext>
            </a:extLst>
          </p:cNvPr>
          <p:cNvSpPr>
            <a:spLocks noGrp="1"/>
          </p:cNvSpPr>
          <p:nvPr/>
        </p:nvSpPr>
        <p:spPr>
          <a:xfrm>
            <a:off x="5238677" y="5904095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1" name="anim_o5167_1">
            <a:extLst>
              <a:ext uri="{FF2B5EF4-FFF2-40B4-BE49-F238E27FC236}">
                <a16:creationId xmlns:a16="http://schemas.microsoft.com/office/drawing/2014/main" id="{04D18ECE-BB6A-47ED-8F7F-C18CD465EE5D}"/>
              </a:ext>
            </a:extLst>
          </p:cNvPr>
          <p:cNvSpPr>
            <a:spLocks noGrp="1"/>
          </p:cNvSpPr>
          <p:nvPr/>
        </p:nvSpPr>
        <p:spPr>
          <a:xfrm>
            <a:off x="5577732" y="5904095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2" name="anim_o5168_1">
            <a:extLst>
              <a:ext uri="{FF2B5EF4-FFF2-40B4-BE49-F238E27FC236}">
                <a16:creationId xmlns:a16="http://schemas.microsoft.com/office/drawing/2014/main" id="{927ED951-50D3-42F8-B161-EA1FD609AB0E}"/>
              </a:ext>
            </a:extLst>
          </p:cNvPr>
          <p:cNvSpPr>
            <a:spLocks noGrp="1"/>
          </p:cNvSpPr>
          <p:nvPr/>
        </p:nvSpPr>
        <p:spPr>
          <a:xfrm>
            <a:off x="5916786" y="5904095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3" name="anim_o4996_1">
            <a:extLst>
              <a:ext uri="{FF2B5EF4-FFF2-40B4-BE49-F238E27FC236}">
                <a16:creationId xmlns:a16="http://schemas.microsoft.com/office/drawing/2014/main" id="{1FCB1FA9-5403-47C3-883A-3FA755A36939}"/>
              </a:ext>
            </a:extLst>
          </p:cNvPr>
          <p:cNvSpPr>
            <a:spLocks noGrp="1"/>
          </p:cNvSpPr>
          <p:nvPr/>
        </p:nvSpPr>
        <p:spPr>
          <a:xfrm>
            <a:off x="1513925" y="2411838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4" name="anim_o4997_1">
            <a:extLst>
              <a:ext uri="{FF2B5EF4-FFF2-40B4-BE49-F238E27FC236}">
                <a16:creationId xmlns:a16="http://schemas.microsoft.com/office/drawing/2014/main" id="{FECD4BE1-7078-4B23-B46A-AF98846C84AF}"/>
              </a:ext>
            </a:extLst>
          </p:cNvPr>
          <p:cNvSpPr>
            <a:spLocks noGrp="1"/>
          </p:cNvSpPr>
          <p:nvPr/>
        </p:nvSpPr>
        <p:spPr>
          <a:xfrm>
            <a:off x="1852979" y="2411838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5" name="anim_o4998_1">
            <a:extLst>
              <a:ext uri="{FF2B5EF4-FFF2-40B4-BE49-F238E27FC236}">
                <a16:creationId xmlns:a16="http://schemas.microsoft.com/office/drawing/2014/main" id="{BD5AB7CC-7C81-45E0-855F-7A0C7C56A586}"/>
              </a:ext>
            </a:extLst>
          </p:cNvPr>
          <p:cNvSpPr>
            <a:spLocks noGrp="1"/>
          </p:cNvSpPr>
          <p:nvPr/>
        </p:nvSpPr>
        <p:spPr>
          <a:xfrm>
            <a:off x="2192034" y="2411838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6" name="anim_o4999_1">
            <a:extLst>
              <a:ext uri="{FF2B5EF4-FFF2-40B4-BE49-F238E27FC236}">
                <a16:creationId xmlns:a16="http://schemas.microsoft.com/office/drawing/2014/main" id="{0B8F412E-E6B4-43F7-9EAA-1DC68EE0514E}"/>
              </a:ext>
            </a:extLst>
          </p:cNvPr>
          <p:cNvSpPr>
            <a:spLocks noGrp="1"/>
          </p:cNvSpPr>
          <p:nvPr/>
        </p:nvSpPr>
        <p:spPr>
          <a:xfrm>
            <a:off x="2531088" y="2411838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7" name="anim_o5000_1">
            <a:extLst>
              <a:ext uri="{FF2B5EF4-FFF2-40B4-BE49-F238E27FC236}">
                <a16:creationId xmlns:a16="http://schemas.microsoft.com/office/drawing/2014/main" id="{F8DF86C7-965F-4061-83E0-76858900ACDB}"/>
              </a:ext>
            </a:extLst>
          </p:cNvPr>
          <p:cNvSpPr>
            <a:spLocks noGrp="1"/>
          </p:cNvSpPr>
          <p:nvPr/>
        </p:nvSpPr>
        <p:spPr>
          <a:xfrm>
            <a:off x="2870142" y="2411838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8" name="anim_o5001_1">
            <a:extLst>
              <a:ext uri="{FF2B5EF4-FFF2-40B4-BE49-F238E27FC236}">
                <a16:creationId xmlns:a16="http://schemas.microsoft.com/office/drawing/2014/main" id="{CEF31F3A-7CCB-4378-970D-94CC5BC8FF13}"/>
              </a:ext>
            </a:extLst>
          </p:cNvPr>
          <p:cNvSpPr>
            <a:spLocks noGrp="1"/>
          </p:cNvSpPr>
          <p:nvPr/>
        </p:nvSpPr>
        <p:spPr>
          <a:xfrm>
            <a:off x="3209196" y="2411838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9" name="anim_o5002_1">
            <a:extLst>
              <a:ext uri="{FF2B5EF4-FFF2-40B4-BE49-F238E27FC236}">
                <a16:creationId xmlns:a16="http://schemas.microsoft.com/office/drawing/2014/main" id="{AC4829E5-8BC9-47BE-B85E-FC87FDA2BEA1}"/>
              </a:ext>
            </a:extLst>
          </p:cNvPr>
          <p:cNvSpPr>
            <a:spLocks noGrp="1"/>
          </p:cNvSpPr>
          <p:nvPr/>
        </p:nvSpPr>
        <p:spPr>
          <a:xfrm>
            <a:off x="1513925" y="2750892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0" name="anim_o5003_1">
            <a:extLst>
              <a:ext uri="{FF2B5EF4-FFF2-40B4-BE49-F238E27FC236}">
                <a16:creationId xmlns:a16="http://schemas.microsoft.com/office/drawing/2014/main" id="{4C3CF45F-283E-4E47-8D39-23D59150C413}"/>
              </a:ext>
            </a:extLst>
          </p:cNvPr>
          <p:cNvSpPr>
            <a:spLocks noGrp="1"/>
          </p:cNvSpPr>
          <p:nvPr/>
        </p:nvSpPr>
        <p:spPr>
          <a:xfrm>
            <a:off x="1852979" y="2750892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1" name="anim_o5004_1">
            <a:extLst>
              <a:ext uri="{FF2B5EF4-FFF2-40B4-BE49-F238E27FC236}">
                <a16:creationId xmlns:a16="http://schemas.microsoft.com/office/drawing/2014/main" id="{34FB6B20-EE32-44F0-83C4-54720CA8A255}"/>
              </a:ext>
            </a:extLst>
          </p:cNvPr>
          <p:cNvSpPr>
            <a:spLocks noGrp="1"/>
          </p:cNvSpPr>
          <p:nvPr/>
        </p:nvSpPr>
        <p:spPr>
          <a:xfrm>
            <a:off x="2192034" y="2750892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2" name="anim_o5005_1">
            <a:extLst>
              <a:ext uri="{FF2B5EF4-FFF2-40B4-BE49-F238E27FC236}">
                <a16:creationId xmlns:a16="http://schemas.microsoft.com/office/drawing/2014/main" id="{6E708E87-E055-4E54-BBA1-734E23EB09A4}"/>
              </a:ext>
            </a:extLst>
          </p:cNvPr>
          <p:cNvSpPr>
            <a:spLocks noGrp="1"/>
          </p:cNvSpPr>
          <p:nvPr/>
        </p:nvSpPr>
        <p:spPr>
          <a:xfrm>
            <a:off x="2531088" y="2750892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3" name="anim_o5006_1">
            <a:extLst>
              <a:ext uri="{FF2B5EF4-FFF2-40B4-BE49-F238E27FC236}">
                <a16:creationId xmlns:a16="http://schemas.microsoft.com/office/drawing/2014/main" id="{602950E1-6CB2-4957-9497-09864E7AA11F}"/>
              </a:ext>
            </a:extLst>
          </p:cNvPr>
          <p:cNvSpPr>
            <a:spLocks noGrp="1"/>
          </p:cNvSpPr>
          <p:nvPr/>
        </p:nvSpPr>
        <p:spPr>
          <a:xfrm>
            <a:off x="2870142" y="2750892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4" name="anim_o5007_1">
            <a:extLst>
              <a:ext uri="{FF2B5EF4-FFF2-40B4-BE49-F238E27FC236}">
                <a16:creationId xmlns:a16="http://schemas.microsoft.com/office/drawing/2014/main" id="{4712B108-CCCB-44EB-9EB1-246A9BFF2576}"/>
              </a:ext>
            </a:extLst>
          </p:cNvPr>
          <p:cNvSpPr>
            <a:spLocks noGrp="1"/>
          </p:cNvSpPr>
          <p:nvPr/>
        </p:nvSpPr>
        <p:spPr>
          <a:xfrm>
            <a:off x="3209196" y="2750892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5" name="anim_o5008_1">
            <a:extLst>
              <a:ext uri="{FF2B5EF4-FFF2-40B4-BE49-F238E27FC236}">
                <a16:creationId xmlns:a16="http://schemas.microsoft.com/office/drawing/2014/main" id="{F2F6BD67-362F-44A2-B5F1-2E4CB7B99F4E}"/>
              </a:ext>
            </a:extLst>
          </p:cNvPr>
          <p:cNvSpPr>
            <a:spLocks noGrp="1"/>
          </p:cNvSpPr>
          <p:nvPr/>
        </p:nvSpPr>
        <p:spPr>
          <a:xfrm>
            <a:off x="1513925" y="3089946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6" name="anim_o5009_1">
            <a:extLst>
              <a:ext uri="{FF2B5EF4-FFF2-40B4-BE49-F238E27FC236}">
                <a16:creationId xmlns:a16="http://schemas.microsoft.com/office/drawing/2014/main" id="{652C7160-EFAE-46E7-A78D-53346CD2A29D}"/>
              </a:ext>
            </a:extLst>
          </p:cNvPr>
          <p:cNvSpPr>
            <a:spLocks noGrp="1"/>
          </p:cNvSpPr>
          <p:nvPr/>
        </p:nvSpPr>
        <p:spPr>
          <a:xfrm>
            <a:off x="1852979" y="3089946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7" name="anim_o5010_1">
            <a:extLst>
              <a:ext uri="{FF2B5EF4-FFF2-40B4-BE49-F238E27FC236}">
                <a16:creationId xmlns:a16="http://schemas.microsoft.com/office/drawing/2014/main" id="{B8D30239-89E9-400C-BAB0-BAAA6D0312E4}"/>
              </a:ext>
            </a:extLst>
          </p:cNvPr>
          <p:cNvSpPr>
            <a:spLocks noGrp="1"/>
          </p:cNvSpPr>
          <p:nvPr/>
        </p:nvSpPr>
        <p:spPr>
          <a:xfrm>
            <a:off x="2192034" y="3089946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8" name="anim_o5011_1">
            <a:extLst>
              <a:ext uri="{FF2B5EF4-FFF2-40B4-BE49-F238E27FC236}">
                <a16:creationId xmlns:a16="http://schemas.microsoft.com/office/drawing/2014/main" id="{F6C491B2-58A4-481C-B483-624106548C17}"/>
              </a:ext>
            </a:extLst>
          </p:cNvPr>
          <p:cNvSpPr>
            <a:spLocks noGrp="1"/>
          </p:cNvSpPr>
          <p:nvPr/>
        </p:nvSpPr>
        <p:spPr>
          <a:xfrm>
            <a:off x="2531088" y="3089946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9" name="anim_o5012_1">
            <a:extLst>
              <a:ext uri="{FF2B5EF4-FFF2-40B4-BE49-F238E27FC236}">
                <a16:creationId xmlns:a16="http://schemas.microsoft.com/office/drawing/2014/main" id="{F13F7FB5-D4EA-4C85-B8AA-3FBBC9CA218F}"/>
              </a:ext>
            </a:extLst>
          </p:cNvPr>
          <p:cNvSpPr>
            <a:spLocks noGrp="1"/>
          </p:cNvSpPr>
          <p:nvPr/>
        </p:nvSpPr>
        <p:spPr>
          <a:xfrm>
            <a:off x="2870142" y="3089946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0" name="anim_o5013_1">
            <a:extLst>
              <a:ext uri="{FF2B5EF4-FFF2-40B4-BE49-F238E27FC236}">
                <a16:creationId xmlns:a16="http://schemas.microsoft.com/office/drawing/2014/main" id="{D0EB2FC1-F72B-4185-809E-393A3F7DCCDA}"/>
              </a:ext>
            </a:extLst>
          </p:cNvPr>
          <p:cNvSpPr>
            <a:spLocks noGrp="1"/>
          </p:cNvSpPr>
          <p:nvPr/>
        </p:nvSpPr>
        <p:spPr>
          <a:xfrm>
            <a:off x="3209196" y="3089946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1" name="anim_o5014_1">
            <a:extLst>
              <a:ext uri="{FF2B5EF4-FFF2-40B4-BE49-F238E27FC236}">
                <a16:creationId xmlns:a16="http://schemas.microsoft.com/office/drawing/2014/main" id="{6F4E3BAD-C8A2-4DBA-AFE5-CD3EF33FD68A}"/>
              </a:ext>
            </a:extLst>
          </p:cNvPr>
          <p:cNvSpPr>
            <a:spLocks noGrp="1"/>
          </p:cNvSpPr>
          <p:nvPr/>
        </p:nvSpPr>
        <p:spPr>
          <a:xfrm>
            <a:off x="1513925" y="3429000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2" name="anim_o5015_1">
            <a:extLst>
              <a:ext uri="{FF2B5EF4-FFF2-40B4-BE49-F238E27FC236}">
                <a16:creationId xmlns:a16="http://schemas.microsoft.com/office/drawing/2014/main" id="{42A1CDEE-38DC-4AB5-9AF4-8DB92B6194BC}"/>
              </a:ext>
            </a:extLst>
          </p:cNvPr>
          <p:cNvSpPr>
            <a:spLocks noGrp="1"/>
          </p:cNvSpPr>
          <p:nvPr/>
        </p:nvSpPr>
        <p:spPr>
          <a:xfrm>
            <a:off x="1852979" y="3429000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3" name="anim_o5016_1">
            <a:extLst>
              <a:ext uri="{FF2B5EF4-FFF2-40B4-BE49-F238E27FC236}">
                <a16:creationId xmlns:a16="http://schemas.microsoft.com/office/drawing/2014/main" id="{47FF5B96-3A99-40FC-9666-5AFEC7476708}"/>
              </a:ext>
            </a:extLst>
          </p:cNvPr>
          <p:cNvSpPr>
            <a:spLocks noGrp="1"/>
          </p:cNvSpPr>
          <p:nvPr/>
        </p:nvSpPr>
        <p:spPr>
          <a:xfrm>
            <a:off x="2192034" y="3429000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4" name="anim_o5017_1">
            <a:extLst>
              <a:ext uri="{FF2B5EF4-FFF2-40B4-BE49-F238E27FC236}">
                <a16:creationId xmlns:a16="http://schemas.microsoft.com/office/drawing/2014/main" id="{95FD1C70-EFB4-4F0C-915A-C1F8BA324BA4}"/>
              </a:ext>
            </a:extLst>
          </p:cNvPr>
          <p:cNvSpPr>
            <a:spLocks noGrp="1"/>
          </p:cNvSpPr>
          <p:nvPr/>
        </p:nvSpPr>
        <p:spPr>
          <a:xfrm>
            <a:off x="2531088" y="3429000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5" name="anim_o5018_1">
            <a:extLst>
              <a:ext uri="{FF2B5EF4-FFF2-40B4-BE49-F238E27FC236}">
                <a16:creationId xmlns:a16="http://schemas.microsoft.com/office/drawing/2014/main" id="{A72D657F-8CC5-42F9-AC1A-5ECF1947533D}"/>
              </a:ext>
            </a:extLst>
          </p:cNvPr>
          <p:cNvSpPr>
            <a:spLocks noGrp="1"/>
          </p:cNvSpPr>
          <p:nvPr/>
        </p:nvSpPr>
        <p:spPr>
          <a:xfrm>
            <a:off x="2870142" y="3429000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6" name="anim_o5019_1">
            <a:extLst>
              <a:ext uri="{FF2B5EF4-FFF2-40B4-BE49-F238E27FC236}">
                <a16:creationId xmlns:a16="http://schemas.microsoft.com/office/drawing/2014/main" id="{9D3F39C2-41E1-4649-8022-B18B4D352ECE}"/>
              </a:ext>
            </a:extLst>
          </p:cNvPr>
          <p:cNvSpPr>
            <a:spLocks noGrp="1"/>
          </p:cNvSpPr>
          <p:nvPr/>
        </p:nvSpPr>
        <p:spPr>
          <a:xfrm>
            <a:off x="3209196" y="3429000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7" name="anim_o5020_1">
            <a:extLst>
              <a:ext uri="{FF2B5EF4-FFF2-40B4-BE49-F238E27FC236}">
                <a16:creationId xmlns:a16="http://schemas.microsoft.com/office/drawing/2014/main" id="{DF01038A-8D2B-4E54-B730-E83C9636CA75}"/>
              </a:ext>
            </a:extLst>
          </p:cNvPr>
          <p:cNvSpPr>
            <a:spLocks noGrp="1"/>
          </p:cNvSpPr>
          <p:nvPr/>
        </p:nvSpPr>
        <p:spPr>
          <a:xfrm>
            <a:off x="1513925" y="3768054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8" name="anim_o5021_1">
            <a:extLst>
              <a:ext uri="{FF2B5EF4-FFF2-40B4-BE49-F238E27FC236}">
                <a16:creationId xmlns:a16="http://schemas.microsoft.com/office/drawing/2014/main" id="{7EE9A78E-7D6F-4DE3-AA43-71E8D042783F}"/>
              </a:ext>
            </a:extLst>
          </p:cNvPr>
          <p:cNvSpPr>
            <a:spLocks noGrp="1"/>
          </p:cNvSpPr>
          <p:nvPr/>
        </p:nvSpPr>
        <p:spPr>
          <a:xfrm>
            <a:off x="1852979" y="3768054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9" name="anim_o5022_1">
            <a:extLst>
              <a:ext uri="{FF2B5EF4-FFF2-40B4-BE49-F238E27FC236}">
                <a16:creationId xmlns:a16="http://schemas.microsoft.com/office/drawing/2014/main" id="{4DB67E46-2F19-478A-89CD-2DA8EA822F15}"/>
              </a:ext>
            </a:extLst>
          </p:cNvPr>
          <p:cNvSpPr>
            <a:spLocks noGrp="1"/>
          </p:cNvSpPr>
          <p:nvPr/>
        </p:nvSpPr>
        <p:spPr>
          <a:xfrm>
            <a:off x="2192034" y="3768054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0" name="anim_o5023_1">
            <a:extLst>
              <a:ext uri="{FF2B5EF4-FFF2-40B4-BE49-F238E27FC236}">
                <a16:creationId xmlns:a16="http://schemas.microsoft.com/office/drawing/2014/main" id="{CF491F66-0AB5-4D7E-A2B8-FB9146730ACF}"/>
              </a:ext>
            </a:extLst>
          </p:cNvPr>
          <p:cNvSpPr>
            <a:spLocks noGrp="1"/>
          </p:cNvSpPr>
          <p:nvPr/>
        </p:nvSpPr>
        <p:spPr>
          <a:xfrm>
            <a:off x="2531088" y="3768054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1" name="anim_o5024_1">
            <a:extLst>
              <a:ext uri="{FF2B5EF4-FFF2-40B4-BE49-F238E27FC236}">
                <a16:creationId xmlns:a16="http://schemas.microsoft.com/office/drawing/2014/main" id="{DFE32317-3C1E-4C9D-925F-C495E0554F30}"/>
              </a:ext>
            </a:extLst>
          </p:cNvPr>
          <p:cNvSpPr>
            <a:spLocks noGrp="1"/>
          </p:cNvSpPr>
          <p:nvPr/>
        </p:nvSpPr>
        <p:spPr>
          <a:xfrm>
            <a:off x="2870142" y="3768054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2" name="anim_o5025_1">
            <a:extLst>
              <a:ext uri="{FF2B5EF4-FFF2-40B4-BE49-F238E27FC236}">
                <a16:creationId xmlns:a16="http://schemas.microsoft.com/office/drawing/2014/main" id="{A6BD8CEA-4D02-44DA-85F5-84D91C8F0B36}"/>
              </a:ext>
            </a:extLst>
          </p:cNvPr>
          <p:cNvSpPr>
            <a:spLocks noGrp="1"/>
          </p:cNvSpPr>
          <p:nvPr/>
        </p:nvSpPr>
        <p:spPr>
          <a:xfrm>
            <a:off x="3209196" y="3768054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3" name="anim_o5026_1">
            <a:extLst>
              <a:ext uri="{FF2B5EF4-FFF2-40B4-BE49-F238E27FC236}">
                <a16:creationId xmlns:a16="http://schemas.microsoft.com/office/drawing/2014/main" id="{6115FFD9-5A01-46B0-8EA6-5B2A55CC1FDE}"/>
              </a:ext>
            </a:extLst>
          </p:cNvPr>
          <p:cNvSpPr>
            <a:spLocks noGrp="1"/>
          </p:cNvSpPr>
          <p:nvPr/>
        </p:nvSpPr>
        <p:spPr>
          <a:xfrm>
            <a:off x="1513925" y="4107108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4" name="anim_o5027_1">
            <a:extLst>
              <a:ext uri="{FF2B5EF4-FFF2-40B4-BE49-F238E27FC236}">
                <a16:creationId xmlns:a16="http://schemas.microsoft.com/office/drawing/2014/main" id="{9E720B94-A986-48EF-8696-CDC9C0E7DCE2}"/>
              </a:ext>
            </a:extLst>
          </p:cNvPr>
          <p:cNvSpPr>
            <a:spLocks noGrp="1"/>
          </p:cNvSpPr>
          <p:nvPr/>
        </p:nvSpPr>
        <p:spPr>
          <a:xfrm>
            <a:off x="1852979" y="4107108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5" name="anim_o5028_1">
            <a:extLst>
              <a:ext uri="{FF2B5EF4-FFF2-40B4-BE49-F238E27FC236}">
                <a16:creationId xmlns:a16="http://schemas.microsoft.com/office/drawing/2014/main" id="{DDC89E19-3C24-4E62-B795-261EC5E1DE39}"/>
              </a:ext>
            </a:extLst>
          </p:cNvPr>
          <p:cNvSpPr>
            <a:spLocks noGrp="1"/>
          </p:cNvSpPr>
          <p:nvPr/>
        </p:nvSpPr>
        <p:spPr>
          <a:xfrm>
            <a:off x="2192034" y="4107108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6" name="anim_o5029_1">
            <a:extLst>
              <a:ext uri="{FF2B5EF4-FFF2-40B4-BE49-F238E27FC236}">
                <a16:creationId xmlns:a16="http://schemas.microsoft.com/office/drawing/2014/main" id="{BA3086B9-5874-47ED-AF3C-3A7681AF5408}"/>
              </a:ext>
            </a:extLst>
          </p:cNvPr>
          <p:cNvSpPr>
            <a:spLocks noGrp="1"/>
          </p:cNvSpPr>
          <p:nvPr/>
        </p:nvSpPr>
        <p:spPr>
          <a:xfrm>
            <a:off x="2531088" y="4107108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7" name="anim_o5030_1">
            <a:extLst>
              <a:ext uri="{FF2B5EF4-FFF2-40B4-BE49-F238E27FC236}">
                <a16:creationId xmlns:a16="http://schemas.microsoft.com/office/drawing/2014/main" id="{983415BB-E213-4292-A633-6F61DC0D3A4A}"/>
              </a:ext>
            </a:extLst>
          </p:cNvPr>
          <p:cNvSpPr>
            <a:spLocks noGrp="1"/>
          </p:cNvSpPr>
          <p:nvPr/>
        </p:nvSpPr>
        <p:spPr>
          <a:xfrm>
            <a:off x="2870142" y="4107108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8" name="anim_o5031_1">
            <a:extLst>
              <a:ext uri="{FF2B5EF4-FFF2-40B4-BE49-F238E27FC236}">
                <a16:creationId xmlns:a16="http://schemas.microsoft.com/office/drawing/2014/main" id="{BBB56788-0F09-4F27-B8DD-918DD1B6FE10}"/>
              </a:ext>
            </a:extLst>
          </p:cNvPr>
          <p:cNvSpPr>
            <a:spLocks noGrp="1"/>
          </p:cNvSpPr>
          <p:nvPr/>
        </p:nvSpPr>
        <p:spPr>
          <a:xfrm>
            <a:off x="3209196" y="4107108"/>
            <a:ext cx="339054" cy="339054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9" name="anim_o5088_1">
            <a:extLst>
              <a:ext uri="{FF2B5EF4-FFF2-40B4-BE49-F238E27FC236}">
                <a16:creationId xmlns:a16="http://schemas.microsoft.com/office/drawing/2014/main" id="{8A388F83-0268-4448-BD7E-A8C49166B42C}"/>
              </a:ext>
            </a:extLst>
          </p:cNvPr>
          <p:cNvSpPr>
            <a:spLocks noGrp="1"/>
          </p:cNvSpPr>
          <p:nvPr/>
        </p:nvSpPr>
        <p:spPr>
          <a:xfrm>
            <a:off x="5413048" y="789221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0" name="anim_o5089_1">
            <a:extLst>
              <a:ext uri="{FF2B5EF4-FFF2-40B4-BE49-F238E27FC236}">
                <a16:creationId xmlns:a16="http://schemas.microsoft.com/office/drawing/2014/main" id="{D846CC13-68B0-4DCE-A077-7F5B2C7D3719}"/>
              </a:ext>
            </a:extLst>
          </p:cNvPr>
          <p:cNvSpPr>
            <a:spLocks noGrp="1"/>
          </p:cNvSpPr>
          <p:nvPr/>
        </p:nvSpPr>
        <p:spPr>
          <a:xfrm>
            <a:off x="5752102" y="789221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1" name="anim_o5090_1">
            <a:extLst>
              <a:ext uri="{FF2B5EF4-FFF2-40B4-BE49-F238E27FC236}">
                <a16:creationId xmlns:a16="http://schemas.microsoft.com/office/drawing/2014/main" id="{3E7E79AA-2FAD-41E7-A3B5-940648BA0C15}"/>
              </a:ext>
            </a:extLst>
          </p:cNvPr>
          <p:cNvSpPr>
            <a:spLocks noGrp="1"/>
          </p:cNvSpPr>
          <p:nvPr/>
        </p:nvSpPr>
        <p:spPr>
          <a:xfrm>
            <a:off x="6091156" y="789221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2" name="anim_o5091_1">
            <a:extLst>
              <a:ext uri="{FF2B5EF4-FFF2-40B4-BE49-F238E27FC236}">
                <a16:creationId xmlns:a16="http://schemas.microsoft.com/office/drawing/2014/main" id="{D2DCE377-8A1C-4D3F-BA3B-336B59C9713A}"/>
              </a:ext>
            </a:extLst>
          </p:cNvPr>
          <p:cNvSpPr>
            <a:spLocks noGrp="1"/>
          </p:cNvSpPr>
          <p:nvPr/>
        </p:nvSpPr>
        <p:spPr>
          <a:xfrm>
            <a:off x="5413048" y="1128275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3" name="anim_o5092_1">
            <a:extLst>
              <a:ext uri="{FF2B5EF4-FFF2-40B4-BE49-F238E27FC236}">
                <a16:creationId xmlns:a16="http://schemas.microsoft.com/office/drawing/2014/main" id="{B5E54EDA-7A5D-444B-8A12-09E0072F9385}"/>
              </a:ext>
            </a:extLst>
          </p:cNvPr>
          <p:cNvSpPr>
            <a:spLocks noGrp="1"/>
          </p:cNvSpPr>
          <p:nvPr/>
        </p:nvSpPr>
        <p:spPr>
          <a:xfrm>
            <a:off x="5752102" y="1128275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4" name="anim_o5093_1">
            <a:extLst>
              <a:ext uri="{FF2B5EF4-FFF2-40B4-BE49-F238E27FC236}">
                <a16:creationId xmlns:a16="http://schemas.microsoft.com/office/drawing/2014/main" id="{22D0F971-4EDF-4B9D-ADC5-43CF18A20817}"/>
              </a:ext>
            </a:extLst>
          </p:cNvPr>
          <p:cNvSpPr>
            <a:spLocks noGrp="1"/>
          </p:cNvSpPr>
          <p:nvPr/>
        </p:nvSpPr>
        <p:spPr>
          <a:xfrm>
            <a:off x="6091156" y="1128275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5" name="anim_o5094_1">
            <a:extLst>
              <a:ext uri="{FF2B5EF4-FFF2-40B4-BE49-F238E27FC236}">
                <a16:creationId xmlns:a16="http://schemas.microsoft.com/office/drawing/2014/main" id="{ED96B37C-848E-4179-89AB-33D8F80B2A8A}"/>
              </a:ext>
            </a:extLst>
          </p:cNvPr>
          <p:cNvSpPr>
            <a:spLocks noGrp="1"/>
          </p:cNvSpPr>
          <p:nvPr/>
        </p:nvSpPr>
        <p:spPr>
          <a:xfrm>
            <a:off x="5413048" y="1467330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6" name="anim_o5095_1">
            <a:extLst>
              <a:ext uri="{FF2B5EF4-FFF2-40B4-BE49-F238E27FC236}">
                <a16:creationId xmlns:a16="http://schemas.microsoft.com/office/drawing/2014/main" id="{A72388E0-1C2B-4337-83E0-F7BEAF82EF40}"/>
              </a:ext>
            </a:extLst>
          </p:cNvPr>
          <p:cNvSpPr>
            <a:spLocks noGrp="1"/>
          </p:cNvSpPr>
          <p:nvPr/>
        </p:nvSpPr>
        <p:spPr>
          <a:xfrm>
            <a:off x="5752102" y="1467330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7" name="anim_o5096_1">
            <a:extLst>
              <a:ext uri="{FF2B5EF4-FFF2-40B4-BE49-F238E27FC236}">
                <a16:creationId xmlns:a16="http://schemas.microsoft.com/office/drawing/2014/main" id="{30F59342-1518-4685-9D53-F70127F1A683}"/>
              </a:ext>
            </a:extLst>
          </p:cNvPr>
          <p:cNvSpPr>
            <a:spLocks noGrp="1"/>
          </p:cNvSpPr>
          <p:nvPr/>
        </p:nvSpPr>
        <p:spPr>
          <a:xfrm>
            <a:off x="6091156" y="1467330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8" name="anim_o5119_1">
            <a:extLst>
              <a:ext uri="{FF2B5EF4-FFF2-40B4-BE49-F238E27FC236}">
                <a16:creationId xmlns:a16="http://schemas.microsoft.com/office/drawing/2014/main" id="{4638F1FD-0557-4DE0-AEB8-1D8FF79BEE76}"/>
              </a:ext>
            </a:extLst>
          </p:cNvPr>
          <p:cNvSpPr>
            <a:spLocks noGrp="1"/>
          </p:cNvSpPr>
          <p:nvPr/>
        </p:nvSpPr>
        <p:spPr>
          <a:xfrm>
            <a:off x="5413048" y="2920419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9" name="anim_o5120_1">
            <a:extLst>
              <a:ext uri="{FF2B5EF4-FFF2-40B4-BE49-F238E27FC236}">
                <a16:creationId xmlns:a16="http://schemas.microsoft.com/office/drawing/2014/main" id="{0A4FF617-901B-4538-AB2A-2F734B6695B9}"/>
              </a:ext>
            </a:extLst>
          </p:cNvPr>
          <p:cNvSpPr>
            <a:spLocks noGrp="1"/>
          </p:cNvSpPr>
          <p:nvPr/>
        </p:nvSpPr>
        <p:spPr>
          <a:xfrm>
            <a:off x="5752102" y="2920419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0" name="anim_o5121_1">
            <a:extLst>
              <a:ext uri="{FF2B5EF4-FFF2-40B4-BE49-F238E27FC236}">
                <a16:creationId xmlns:a16="http://schemas.microsoft.com/office/drawing/2014/main" id="{CB9E823D-FEA9-4931-B051-EA6CFEF52031}"/>
              </a:ext>
            </a:extLst>
          </p:cNvPr>
          <p:cNvSpPr>
            <a:spLocks noGrp="1"/>
          </p:cNvSpPr>
          <p:nvPr/>
        </p:nvSpPr>
        <p:spPr>
          <a:xfrm>
            <a:off x="6091156" y="2920419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1" name="anim_o5122_1">
            <a:extLst>
              <a:ext uri="{FF2B5EF4-FFF2-40B4-BE49-F238E27FC236}">
                <a16:creationId xmlns:a16="http://schemas.microsoft.com/office/drawing/2014/main" id="{296B46FF-F2AC-4F46-BD7A-FFF95A527E30}"/>
              </a:ext>
            </a:extLst>
          </p:cNvPr>
          <p:cNvSpPr>
            <a:spLocks noGrp="1"/>
          </p:cNvSpPr>
          <p:nvPr/>
        </p:nvSpPr>
        <p:spPr>
          <a:xfrm>
            <a:off x="5413048" y="3259473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2" name="anim_o5123_1">
            <a:extLst>
              <a:ext uri="{FF2B5EF4-FFF2-40B4-BE49-F238E27FC236}">
                <a16:creationId xmlns:a16="http://schemas.microsoft.com/office/drawing/2014/main" id="{69E10313-5BCD-4867-9069-25EF33D3C214}"/>
              </a:ext>
            </a:extLst>
          </p:cNvPr>
          <p:cNvSpPr>
            <a:spLocks noGrp="1"/>
          </p:cNvSpPr>
          <p:nvPr/>
        </p:nvSpPr>
        <p:spPr>
          <a:xfrm>
            <a:off x="5752102" y="3259473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3" name="anim_o5124_1">
            <a:extLst>
              <a:ext uri="{FF2B5EF4-FFF2-40B4-BE49-F238E27FC236}">
                <a16:creationId xmlns:a16="http://schemas.microsoft.com/office/drawing/2014/main" id="{ADE74520-268E-4E44-B747-2A8A551ECDFA}"/>
              </a:ext>
            </a:extLst>
          </p:cNvPr>
          <p:cNvSpPr>
            <a:spLocks noGrp="1"/>
          </p:cNvSpPr>
          <p:nvPr/>
        </p:nvSpPr>
        <p:spPr>
          <a:xfrm>
            <a:off x="6091156" y="3259473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4" name="anim_o5125_1">
            <a:extLst>
              <a:ext uri="{FF2B5EF4-FFF2-40B4-BE49-F238E27FC236}">
                <a16:creationId xmlns:a16="http://schemas.microsoft.com/office/drawing/2014/main" id="{92FE83ED-1481-4C3D-AF83-E13B80F916BC}"/>
              </a:ext>
            </a:extLst>
          </p:cNvPr>
          <p:cNvSpPr>
            <a:spLocks noGrp="1"/>
          </p:cNvSpPr>
          <p:nvPr/>
        </p:nvSpPr>
        <p:spPr>
          <a:xfrm>
            <a:off x="5413048" y="3598527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5" name="anim_o5126_1">
            <a:extLst>
              <a:ext uri="{FF2B5EF4-FFF2-40B4-BE49-F238E27FC236}">
                <a16:creationId xmlns:a16="http://schemas.microsoft.com/office/drawing/2014/main" id="{80754FBF-190C-4128-8538-D427BCFF1F62}"/>
              </a:ext>
            </a:extLst>
          </p:cNvPr>
          <p:cNvSpPr>
            <a:spLocks noGrp="1"/>
          </p:cNvSpPr>
          <p:nvPr/>
        </p:nvSpPr>
        <p:spPr>
          <a:xfrm>
            <a:off x="5752102" y="3598527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6" name="anim_o5127_1">
            <a:extLst>
              <a:ext uri="{FF2B5EF4-FFF2-40B4-BE49-F238E27FC236}">
                <a16:creationId xmlns:a16="http://schemas.microsoft.com/office/drawing/2014/main" id="{5E59B7B3-26BE-40A6-9708-54D518DA746F}"/>
              </a:ext>
            </a:extLst>
          </p:cNvPr>
          <p:cNvSpPr>
            <a:spLocks noGrp="1"/>
          </p:cNvSpPr>
          <p:nvPr/>
        </p:nvSpPr>
        <p:spPr>
          <a:xfrm>
            <a:off x="6091156" y="3598527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7" name="anim_o5150_1">
            <a:extLst>
              <a:ext uri="{FF2B5EF4-FFF2-40B4-BE49-F238E27FC236}">
                <a16:creationId xmlns:a16="http://schemas.microsoft.com/office/drawing/2014/main" id="{5F40D17F-DC92-49D1-8EC6-48688E7F5AF6}"/>
              </a:ext>
            </a:extLst>
          </p:cNvPr>
          <p:cNvSpPr>
            <a:spLocks noGrp="1"/>
          </p:cNvSpPr>
          <p:nvPr/>
        </p:nvSpPr>
        <p:spPr>
          <a:xfrm>
            <a:off x="5413048" y="5051616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8" name="anim_o5151_1">
            <a:extLst>
              <a:ext uri="{FF2B5EF4-FFF2-40B4-BE49-F238E27FC236}">
                <a16:creationId xmlns:a16="http://schemas.microsoft.com/office/drawing/2014/main" id="{02058C72-0820-43BE-AD55-223D2B4F637B}"/>
              </a:ext>
            </a:extLst>
          </p:cNvPr>
          <p:cNvSpPr>
            <a:spLocks noGrp="1"/>
          </p:cNvSpPr>
          <p:nvPr/>
        </p:nvSpPr>
        <p:spPr>
          <a:xfrm>
            <a:off x="5752102" y="5051616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9" name="anim_o5152_1">
            <a:extLst>
              <a:ext uri="{FF2B5EF4-FFF2-40B4-BE49-F238E27FC236}">
                <a16:creationId xmlns:a16="http://schemas.microsoft.com/office/drawing/2014/main" id="{8C1F276E-B2C1-46ED-9123-69DBD223261B}"/>
              </a:ext>
            </a:extLst>
          </p:cNvPr>
          <p:cNvSpPr>
            <a:spLocks noGrp="1"/>
          </p:cNvSpPr>
          <p:nvPr/>
        </p:nvSpPr>
        <p:spPr>
          <a:xfrm>
            <a:off x="6091156" y="5051616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0" name="anim_o5153_1">
            <a:extLst>
              <a:ext uri="{FF2B5EF4-FFF2-40B4-BE49-F238E27FC236}">
                <a16:creationId xmlns:a16="http://schemas.microsoft.com/office/drawing/2014/main" id="{F8E77A59-DC90-42E4-9CDC-9F4052CFD046}"/>
              </a:ext>
            </a:extLst>
          </p:cNvPr>
          <p:cNvSpPr>
            <a:spLocks noGrp="1"/>
          </p:cNvSpPr>
          <p:nvPr/>
        </p:nvSpPr>
        <p:spPr>
          <a:xfrm>
            <a:off x="5413048" y="5390670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1" name="anim_o5154_1">
            <a:extLst>
              <a:ext uri="{FF2B5EF4-FFF2-40B4-BE49-F238E27FC236}">
                <a16:creationId xmlns:a16="http://schemas.microsoft.com/office/drawing/2014/main" id="{C70FB2F8-1FB8-450B-920A-EB6372ABB012}"/>
              </a:ext>
            </a:extLst>
          </p:cNvPr>
          <p:cNvSpPr>
            <a:spLocks noGrp="1"/>
          </p:cNvSpPr>
          <p:nvPr/>
        </p:nvSpPr>
        <p:spPr>
          <a:xfrm>
            <a:off x="5752102" y="5390670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2" name="anim_o5155_1">
            <a:extLst>
              <a:ext uri="{FF2B5EF4-FFF2-40B4-BE49-F238E27FC236}">
                <a16:creationId xmlns:a16="http://schemas.microsoft.com/office/drawing/2014/main" id="{91466AFC-F75D-4277-92DE-129F912C1289}"/>
              </a:ext>
            </a:extLst>
          </p:cNvPr>
          <p:cNvSpPr>
            <a:spLocks noGrp="1"/>
          </p:cNvSpPr>
          <p:nvPr/>
        </p:nvSpPr>
        <p:spPr>
          <a:xfrm>
            <a:off x="6091156" y="5390670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3" name="anim_o5156_1">
            <a:extLst>
              <a:ext uri="{FF2B5EF4-FFF2-40B4-BE49-F238E27FC236}">
                <a16:creationId xmlns:a16="http://schemas.microsoft.com/office/drawing/2014/main" id="{3ADC438A-E923-4666-A590-FCE96CE78C80}"/>
              </a:ext>
            </a:extLst>
          </p:cNvPr>
          <p:cNvSpPr>
            <a:spLocks noGrp="1"/>
          </p:cNvSpPr>
          <p:nvPr/>
        </p:nvSpPr>
        <p:spPr>
          <a:xfrm>
            <a:off x="5413048" y="5729725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4" name="anim_o5157_1">
            <a:extLst>
              <a:ext uri="{FF2B5EF4-FFF2-40B4-BE49-F238E27FC236}">
                <a16:creationId xmlns:a16="http://schemas.microsoft.com/office/drawing/2014/main" id="{6D80FACB-3D76-4309-A915-C4909D9E2E1A}"/>
              </a:ext>
            </a:extLst>
          </p:cNvPr>
          <p:cNvSpPr>
            <a:spLocks noGrp="1"/>
          </p:cNvSpPr>
          <p:nvPr/>
        </p:nvSpPr>
        <p:spPr>
          <a:xfrm>
            <a:off x="5752102" y="5729725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5" name="anim_o5158_1">
            <a:extLst>
              <a:ext uri="{FF2B5EF4-FFF2-40B4-BE49-F238E27FC236}">
                <a16:creationId xmlns:a16="http://schemas.microsoft.com/office/drawing/2014/main" id="{DF41C639-8167-45DD-B939-D39B56988B72}"/>
              </a:ext>
            </a:extLst>
          </p:cNvPr>
          <p:cNvSpPr>
            <a:spLocks noGrp="1"/>
          </p:cNvSpPr>
          <p:nvPr/>
        </p:nvSpPr>
        <p:spPr>
          <a:xfrm>
            <a:off x="6091156" y="5729725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6" name="anim_o4959_1">
            <a:extLst>
              <a:ext uri="{FF2B5EF4-FFF2-40B4-BE49-F238E27FC236}">
                <a16:creationId xmlns:a16="http://schemas.microsoft.com/office/drawing/2014/main" id="{08F6528B-4AF2-49BA-9B27-ADF5EB29625A}"/>
              </a:ext>
            </a:extLst>
          </p:cNvPr>
          <p:cNvSpPr>
            <a:spLocks noGrp="1"/>
          </p:cNvSpPr>
          <p:nvPr/>
        </p:nvSpPr>
        <p:spPr>
          <a:xfrm>
            <a:off x="1688296" y="2237467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7" name="anim_o4960_1">
            <a:extLst>
              <a:ext uri="{FF2B5EF4-FFF2-40B4-BE49-F238E27FC236}">
                <a16:creationId xmlns:a16="http://schemas.microsoft.com/office/drawing/2014/main" id="{A6243107-7714-440F-A72A-554AAAE21D2A}"/>
              </a:ext>
            </a:extLst>
          </p:cNvPr>
          <p:cNvSpPr>
            <a:spLocks noGrp="1"/>
          </p:cNvSpPr>
          <p:nvPr/>
        </p:nvSpPr>
        <p:spPr>
          <a:xfrm>
            <a:off x="2027350" y="2237467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8" name="anim_o4961_1">
            <a:extLst>
              <a:ext uri="{FF2B5EF4-FFF2-40B4-BE49-F238E27FC236}">
                <a16:creationId xmlns:a16="http://schemas.microsoft.com/office/drawing/2014/main" id="{E1D584D5-DA08-4EF9-A1E1-4B6B53A4A573}"/>
              </a:ext>
            </a:extLst>
          </p:cNvPr>
          <p:cNvSpPr>
            <a:spLocks noGrp="1"/>
          </p:cNvSpPr>
          <p:nvPr/>
        </p:nvSpPr>
        <p:spPr>
          <a:xfrm>
            <a:off x="2366404" y="2237467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9" name="anim_o4962_1">
            <a:extLst>
              <a:ext uri="{FF2B5EF4-FFF2-40B4-BE49-F238E27FC236}">
                <a16:creationId xmlns:a16="http://schemas.microsoft.com/office/drawing/2014/main" id="{6266A13E-99E6-4DD5-8641-CCF6C77AC121}"/>
              </a:ext>
            </a:extLst>
          </p:cNvPr>
          <p:cNvSpPr>
            <a:spLocks noGrp="1"/>
          </p:cNvSpPr>
          <p:nvPr/>
        </p:nvSpPr>
        <p:spPr>
          <a:xfrm>
            <a:off x="2705458" y="2237467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0" name="anim_o4963_1">
            <a:extLst>
              <a:ext uri="{FF2B5EF4-FFF2-40B4-BE49-F238E27FC236}">
                <a16:creationId xmlns:a16="http://schemas.microsoft.com/office/drawing/2014/main" id="{8658193F-F8D0-459A-90FA-479063F0E2E1}"/>
              </a:ext>
            </a:extLst>
          </p:cNvPr>
          <p:cNvSpPr>
            <a:spLocks noGrp="1"/>
          </p:cNvSpPr>
          <p:nvPr/>
        </p:nvSpPr>
        <p:spPr>
          <a:xfrm>
            <a:off x="3044513" y="2237467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1" name="anim_o4964_1">
            <a:extLst>
              <a:ext uri="{FF2B5EF4-FFF2-40B4-BE49-F238E27FC236}">
                <a16:creationId xmlns:a16="http://schemas.microsoft.com/office/drawing/2014/main" id="{6F459A92-BF23-4C61-A388-6B85A54A1AB8}"/>
              </a:ext>
            </a:extLst>
          </p:cNvPr>
          <p:cNvSpPr>
            <a:spLocks noGrp="1"/>
          </p:cNvSpPr>
          <p:nvPr/>
        </p:nvSpPr>
        <p:spPr>
          <a:xfrm>
            <a:off x="3383567" y="2237467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2" name="anim_o4965_1">
            <a:extLst>
              <a:ext uri="{FF2B5EF4-FFF2-40B4-BE49-F238E27FC236}">
                <a16:creationId xmlns:a16="http://schemas.microsoft.com/office/drawing/2014/main" id="{4CE1F19F-0959-422D-AACE-34A199E0E403}"/>
              </a:ext>
            </a:extLst>
          </p:cNvPr>
          <p:cNvSpPr>
            <a:spLocks noGrp="1"/>
          </p:cNvSpPr>
          <p:nvPr/>
        </p:nvSpPr>
        <p:spPr>
          <a:xfrm>
            <a:off x="1688296" y="2576521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3" name="anim_o4966_1">
            <a:extLst>
              <a:ext uri="{FF2B5EF4-FFF2-40B4-BE49-F238E27FC236}">
                <a16:creationId xmlns:a16="http://schemas.microsoft.com/office/drawing/2014/main" id="{1117327C-D85A-48A1-AF85-4E4DCAFBD628}"/>
              </a:ext>
            </a:extLst>
          </p:cNvPr>
          <p:cNvSpPr>
            <a:spLocks noGrp="1"/>
          </p:cNvSpPr>
          <p:nvPr/>
        </p:nvSpPr>
        <p:spPr>
          <a:xfrm>
            <a:off x="2027350" y="2576521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4" name="anim_o4967_1">
            <a:extLst>
              <a:ext uri="{FF2B5EF4-FFF2-40B4-BE49-F238E27FC236}">
                <a16:creationId xmlns:a16="http://schemas.microsoft.com/office/drawing/2014/main" id="{7E78536A-D279-4C6D-B854-8C0C9F3C1AE4}"/>
              </a:ext>
            </a:extLst>
          </p:cNvPr>
          <p:cNvSpPr>
            <a:spLocks noGrp="1"/>
          </p:cNvSpPr>
          <p:nvPr/>
        </p:nvSpPr>
        <p:spPr>
          <a:xfrm>
            <a:off x="2366404" y="2576521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5" name="anim_o4968_1">
            <a:extLst>
              <a:ext uri="{FF2B5EF4-FFF2-40B4-BE49-F238E27FC236}">
                <a16:creationId xmlns:a16="http://schemas.microsoft.com/office/drawing/2014/main" id="{91380CDA-B177-470D-9965-A67BE493A3AB}"/>
              </a:ext>
            </a:extLst>
          </p:cNvPr>
          <p:cNvSpPr>
            <a:spLocks noGrp="1"/>
          </p:cNvSpPr>
          <p:nvPr/>
        </p:nvSpPr>
        <p:spPr>
          <a:xfrm>
            <a:off x="2705458" y="2576521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6" name="anim_o4969_1">
            <a:extLst>
              <a:ext uri="{FF2B5EF4-FFF2-40B4-BE49-F238E27FC236}">
                <a16:creationId xmlns:a16="http://schemas.microsoft.com/office/drawing/2014/main" id="{9B363235-0C18-4909-BB5D-D221DF7D5CAE}"/>
              </a:ext>
            </a:extLst>
          </p:cNvPr>
          <p:cNvSpPr>
            <a:spLocks noGrp="1"/>
          </p:cNvSpPr>
          <p:nvPr/>
        </p:nvSpPr>
        <p:spPr>
          <a:xfrm>
            <a:off x="3044513" y="2576521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7" name="anim_o4970_1">
            <a:extLst>
              <a:ext uri="{FF2B5EF4-FFF2-40B4-BE49-F238E27FC236}">
                <a16:creationId xmlns:a16="http://schemas.microsoft.com/office/drawing/2014/main" id="{67F1203C-FB7C-4DDB-A97F-E7B71B284503}"/>
              </a:ext>
            </a:extLst>
          </p:cNvPr>
          <p:cNvSpPr>
            <a:spLocks noGrp="1"/>
          </p:cNvSpPr>
          <p:nvPr/>
        </p:nvSpPr>
        <p:spPr>
          <a:xfrm>
            <a:off x="3383567" y="2576521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8" name="anim_o4971_1">
            <a:extLst>
              <a:ext uri="{FF2B5EF4-FFF2-40B4-BE49-F238E27FC236}">
                <a16:creationId xmlns:a16="http://schemas.microsoft.com/office/drawing/2014/main" id="{125E45CC-A350-468B-8079-9CEE6EF81C7C}"/>
              </a:ext>
            </a:extLst>
          </p:cNvPr>
          <p:cNvSpPr>
            <a:spLocks noGrp="1"/>
          </p:cNvSpPr>
          <p:nvPr/>
        </p:nvSpPr>
        <p:spPr>
          <a:xfrm>
            <a:off x="1688296" y="2915575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9" name="anim_o4972_1">
            <a:extLst>
              <a:ext uri="{FF2B5EF4-FFF2-40B4-BE49-F238E27FC236}">
                <a16:creationId xmlns:a16="http://schemas.microsoft.com/office/drawing/2014/main" id="{75C8BDD8-371A-43AD-AC19-88A85F832390}"/>
              </a:ext>
            </a:extLst>
          </p:cNvPr>
          <p:cNvSpPr>
            <a:spLocks noGrp="1"/>
          </p:cNvSpPr>
          <p:nvPr/>
        </p:nvSpPr>
        <p:spPr>
          <a:xfrm>
            <a:off x="2027350" y="2915575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0" name="anim_o4973_1">
            <a:extLst>
              <a:ext uri="{FF2B5EF4-FFF2-40B4-BE49-F238E27FC236}">
                <a16:creationId xmlns:a16="http://schemas.microsoft.com/office/drawing/2014/main" id="{036424C2-36FE-4ECF-AF6E-D2AB6291CCA6}"/>
              </a:ext>
            </a:extLst>
          </p:cNvPr>
          <p:cNvSpPr>
            <a:spLocks noGrp="1"/>
          </p:cNvSpPr>
          <p:nvPr/>
        </p:nvSpPr>
        <p:spPr>
          <a:xfrm>
            <a:off x="2366404" y="2915575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1" name="anim_o4974_1">
            <a:extLst>
              <a:ext uri="{FF2B5EF4-FFF2-40B4-BE49-F238E27FC236}">
                <a16:creationId xmlns:a16="http://schemas.microsoft.com/office/drawing/2014/main" id="{2CA87FCE-78CC-4E91-A7D4-846E1BC94475}"/>
              </a:ext>
            </a:extLst>
          </p:cNvPr>
          <p:cNvSpPr>
            <a:spLocks noGrp="1"/>
          </p:cNvSpPr>
          <p:nvPr/>
        </p:nvSpPr>
        <p:spPr>
          <a:xfrm>
            <a:off x="2705458" y="2915575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2" name="anim_o4975_1">
            <a:extLst>
              <a:ext uri="{FF2B5EF4-FFF2-40B4-BE49-F238E27FC236}">
                <a16:creationId xmlns:a16="http://schemas.microsoft.com/office/drawing/2014/main" id="{1821A177-05FC-4807-9AA5-337AFBCF7197}"/>
              </a:ext>
            </a:extLst>
          </p:cNvPr>
          <p:cNvSpPr>
            <a:spLocks noGrp="1"/>
          </p:cNvSpPr>
          <p:nvPr/>
        </p:nvSpPr>
        <p:spPr>
          <a:xfrm>
            <a:off x="3044513" y="2915575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3" name="anim_o4976_1">
            <a:extLst>
              <a:ext uri="{FF2B5EF4-FFF2-40B4-BE49-F238E27FC236}">
                <a16:creationId xmlns:a16="http://schemas.microsoft.com/office/drawing/2014/main" id="{239EC2A4-935F-4A01-8758-1F4D7110B679}"/>
              </a:ext>
            </a:extLst>
          </p:cNvPr>
          <p:cNvSpPr>
            <a:spLocks noGrp="1"/>
          </p:cNvSpPr>
          <p:nvPr/>
        </p:nvSpPr>
        <p:spPr>
          <a:xfrm>
            <a:off x="3383567" y="2915575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4" name="anim_o4977_1">
            <a:extLst>
              <a:ext uri="{FF2B5EF4-FFF2-40B4-BE49-F238E27FC236}">
                <a16:creationId xmlns:a16="http://schemas.microsoft.com/office/drawing/2014/main" id="{5E6B80B8-0594-4007-B81A-8221BD8477D3}"/>
              </a:ext>
            </a:extLst>
          </p:cNvPr>
          <p:cNvSpPr>
            <a:spLocks noGrp="1"/>
          </p:cNvSpPr>
          <p:nvPr/>
        </p:nvSpPr>
        <p:spPr>
          <a:xfrm>
            <a:off x="1688296" y="3254629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5" name="anim_o4978_1">
            <a:extLst>
              <a:ext uri="{FF2B5EF4-FFF2-40B4-BE49-F238E27FC236}">
                <a16:creationId xmlns:a16="http://schemas.microsoft.com/office/drawing/2014/main" id="{42091DF3-4140-45BA-98ED-1C9DCF8DA669}"/>
              </a:ext>
            </a:extLst>
          </p:cNvPr>
          <p:cNvSpPr>
            <a:spLocks noGrp="1"/>
          </p:cNvSpPr>
          <p:nvPr/>
        </p:nvSpPr>
        <p:spPr>
          <a:xfrm>
            <a:off x="2027350" y="3254629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6" name="anim_o4979_1">
            <a:extLst>
              <a:ext uri="{FF2B5EF4-FFF2-40B4-BE49-F238E27FC236}">
                <a16:creationId xmlns:a16="http://schemas.microsoft.com/office/drawing/2014/main" id="{B1230B65-C094-490A-8BF4-0B12E3225FEA}"/>
              </a:ext>
            </a:extLst>
          </p:cNvPr>
          <p:cNvSpPr>
            <a:spLocks noGrp="1"/>
          </p:cNvSpPr>
          <p:nvPr/>
        </p:nvSpPr>
        <p:spPr>
          <a:xfrm>
            <a:off x="2366404" y="3254629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7" name="anim_o4980_1">
            <a:extLst>
              <a:ext uri="{FF2B5EF4-FFF2-40B4-BE49-F238E27FC236}">
                <a16:creationId xmlns:a16="http://schemas.microsoft.com/office/drawing/2014/main" id="{AE6787A7-A8AE-441E-964B-BAAF2D527FD9}"/>
              </a:ext>
            </a:extLst>
          </p:cNvPr>
          <p:cNvSpPr>
            <a:spLocks noGrp="1"/>
          </p:cNvSpPr>
          <p:nvPr/>
        </p:nvSpPr>
        <p:spPr>
          <a:xfrm>
            <a:off x="2705458" y="3254629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8" name="anim_o4981_1">
            <a:extLst>
              <a:ext uri="{FF2B5EF4-FFF2-40B4-BE49-F238E27FC236}">
                <a16:creationId xmlns:a16="http://schemas.microsoft.com/office/drawing/2014/main" id="{7D59B687-802A-40F1-8DBD-5B5B023A8F2C}"/>
              </a:ext>
            </a:extLst>
          </p:cNvPr>
          <p:cNvSpPr>
            <a:spLocks noGrp="1"/>
          </p:cNvSpPr>
          <p:nvPr/>
        </p:nvSpPr>
        <p:spPr>
          <a:xfrm>
            <a:off x="3044513" y="3254629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9" name="anim_o4982_1">
            <a:extLst>
              <a:ext uri="{FF2B5EF4-FFF2-40B4-BE49-F238E27FC236}">
                <a16:creationId xmlns:a16="http://schemas.microsoft.com/office/drawing/2014/main" id="{66235214-13B8-4E93-8CC1-B7B73FCAB313}"/>
              </a:ext>
            </a:extLst>
          </p:cNvPr>
          <p:cNvSpPr>
            <a:spLocks noGrp="1"/>
          </p:cNvSpPr>
          <p:nvPr/>
        </p:nvSpPr>
        <p:spPr>
          <a:xfrm>
            <a:off x="3383567" y="3254629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0" name="anim_o4983_1">
            <a:extLst>
              <a:ext uri="{FF2B5EF4-FFF2-40B4-BE49-F238E27FC236}">
                <a16:creationId xmlns:a16="http://schemas.microsoft.com/office/drawing/2014/main" id="{F123B24E-8BCA-4225-8FD7-9CDA93193838}"/>
              </a:ext>
            </a:extLst>
          </p:cNvPr>
          <p:cNvSpPr>
            <a:spLocks noGrp="1"/>
          </p:cNvSpPr>
          <p:nvPr/>
        </p:nvSpPr>
        <p:spPr>
          <a:xfrm>
            <a:off x="1688296" y="3593683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1" name="anim_o4984_1">
            <a:extLst>
              <a:ext uri="{FF2B5EF4-FFF2-40B4-BE49-F238E27FC236}">
                <a16:creationId xmlns:a16="http://schemas.microsoft.com/office/drawing/2014/main" id="{36818CBE-AFE9-4163-ACF8-02A3ADD78B88}"/>
              </a:ext>
            </a:extLst>
          </p:cNvPr>
          <p:cNvSpPr>
            <a:spLocks noGrp="1"/>
          </p:cNvSpPr>
          <p:nvPr/>
        </p:nvSpPr>
        <p:spPr>
          <a:xfrm>
            <a:off x="2027350" y="3593683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2" name="anim_o4985_1">
            <a:extLst>
              <a:ext uri="{FF2B5EF4-FFF2-40B4-BE49-F238E27FC236}">
                <a16:creationId xmlns:a16="http://schemas.microsoft.com/office/drawing/2014/main" id="{7D440471-C469-4982-8E6B-48A978C730E5}"/>
              </a:ext>
            </a:extLst>
          </p:cNvPr>
          <p:cNvSpPr>
            <a:spLocks noGrp="1"/>
          </p:cNvSpPr>
          <p:nvPr/>
        </p:nvSpPr>
        <p:spPr>
          <a:xfrm>
            <a:off x="2366404" y="3593683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3" name="anim_o4986_1">
            <a:extLst>
              <a:ext uri="{FF2B5EF4-FFF2-40B4-BE49-F238E27FC236}">
                <a16:creationId xmlns:a16="http://schemas.microsoft.com/office/drawing/2014/main" id="{3868B7EC-C210-400C-87DB-ECEE8326CCAB}"/>
              </a:ext>
            </a:extLst>
          </p:cNvPr>
          <p:cNvSpPr>
            <a:spLocks noGrp="1"/>
          </p:cNvSpPr>
          <p:nvPr/>
        </p:nvSpPr>
        <p:spPr>
          <a:xfrm>
            <a:off x="2705458" y="3593683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4" name="anim_o4987_1">
            <a:extLst>
              <a:ext uri="{FF2B5EF4-FFF2-40B4-BE49-F238E27FC236}">
                <a16:creationId xmlns:a16="http://schemas.microsoft.com/office/drawing/2014/main" id="{7236CCB1-4ACD-4DE5-94D0-63AD71EF6A5B}"/>
              </a:ext>
            </a:extLst>
          </p:cNvPr>
          <p:cNvSpPr>
            <a:spLocks noGrp="1"/>
          </p:cNvSpPr>
          <p:nvPr/>
        </p:nvSpPr>
        <p:spPr>
          <a:xfrm>
            <a:off x="3044513" y="3593683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5" name="anim_o4988_1">
            <a:extLst>
              <a:ext uri="{FF2B5EF4-FFF2-40B4-BE49-F238E27FC236}">
                <a16:creationId xmlns:a16="http://schemas.microsoft.com/office/drawing/2014/main" id="{85EA2406-36C0-455F-99C1-A511F8BCD2D3}"/>
              </a:ext>
            </a:extLst>
          </p:cNvPr>
          <p:cNvSpPr>
            <a:spLocks noGrp="1"/>
          </p:cNvSpPr>
          <p:nvPr/>
        </p:nvSpPr>
        <p:spPr>
          <a:xfrm>
            <a:off x="3383567" y="3593683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6" name="anim_o4989_1">
            <a:extLst>
              <a:ext uri="{FF2B5EF4-FFF2-40B4-BE49-F238E27FC236}">
                <a16:creationId xmlns:a16="http://schemas.microsoft.com/office/drawing/2014/main" id="{8F8A0341-6856-4F05-A93E-AD912C5D7791}"/>
              </a:ext>
            </a:extLst>
          </p:cNvPr>
          <p:cNvSpPr>
            <a:spLocks noGrp="1"/>
          </p:cNvSpPr>
          <p:nvPr/>
        </p:nvSpPr>
        <p:spPr>
          <a:xfrm>
            <a:off x="1688296" y="3932738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7" name="anim_o4990_1">
            <a:extLst>
              <a:ext uri="{FF2B5EF4-FFF2-40B4-BE49-F238E27FC236}">
                <a16:creationId xmlns:a16="http://schemas.microsoft.com/office/drawing/2014/main" id="{59317BAA-9D60-422F-BBAA-3093C18E60B3}"/>
              </a:ext>
            </a:extLst>
          </p:cNvPr>
          <p:cNvSpPr>
            <a:spLocks noGrp="1"/>
          </p:cNvSpPr>
          <p:nvPr/>
        </p:nvSpPr>
        <p:spPr>
          <a:xfrm>
            <a:off x="2027350" y="3932738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8" name="anim_o4991_1">
            <a:extLst>
              <a:ext uri="{FF2B5EF4-FFF2-40B4-BE49-F238E27FC236}">
                <a16:creationId xmlns:a16="http://schemas.microsoft.com/office/drawing/2014/main" id="{E945749F-FE8C-4103-B2BB-F599D03BB7DC}"/>
              </a:ext>
            </a:extLst>
          </p:cNvPr>
          <p:cNvSpPr>
            <a:spLocks noGrp="1"/>
          </p:cNvSpPr>
          <p:nvPr/>
        </p:nvSpPr>
        <p:spPr>
          <a:xfrm>
            <a:off x="2366404" y="3932738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9" name="anim_o4992_1">
            <a:extLst>
              <a:ext uri="{FF2B5EF4-FFF2-40B4-BE49-F238E27FC236}">
                <a16:creationId xmlns:a16="http://schemas.microsoft.com/office/drawing/2014/main" id="{5E7B9EE7-CB69-45FC-9EE2-3D6D8825A04D}"/>
              </a:ext>
            </a:extLst>
          </p:cNvPr>
          <p:cNvSpPr>
            <a:spLocks noGrp="1"/>
          </p:cNvSpPr>
          <p:nvPr/>
        </p:nvSpPr>
        <p:spPr>
          <a:xfrm>
            <a:off x="2705458" y="3932738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0" name="anim_o4993_1">
            <a:extLst>
              <a:ext uri="{FF2B5EF4-FFF2-40B4-BE49-F238E27FC236}">
                <a16:creationId xmlns:a16="http://schemas.microsoft.com/office/drawing/2014/main" id="{8D77B27F-3D05-4D5E-A363-9030938A3673}"/>
              </a:ext>
            </a:extLst>
          </p:cNvPr>
          <p:cNvSpPr>
            <a:spLocks noGrp="1"/>
          </p:cNvSpPr>
          <p:nvPr/>
        </p:nvSpPr>
        <p:spPr>
          <a:xfrm>
            <a:off x="3044513" y="3932738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1" name="anim_o4994_1">
            <a:extLst>
              <a:ext uri="{FF2B5EF4-FFF2-40B4-BE49-F238E27FC236}">
                <a16:creationId xmlns:a16="http://schemas.microsoft.com/office/drawing/2014/main" id="{4989EC72-A8AB-49C6-9B94-F892287D58EA}"/>
              </a:ext>
            </a:extLst>
          </p:cNvPr>
          <p:cNvSpPr>
            <a:spLocks noGrp="1"/>
          </p:cNvSpPr>
          <p:nvPr/>
        </p:nvSpPr>
        <p:spPr>
          <a:xfrm>
            <a:off x="3383567" y="3932738"/>
            <a:ext cx="339054" cy="339054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2" name="anim_o5078_1">
            <a:extLst>
              <a:ext uri="{FF2B5EF4-FFF2-40B4-BE49-F238E27FC236}">
                <a16:creationId xmlns:a16="http://schemas.microsoft.com/office/drawing/2014/main" id="{3E1FE717-A15F-49A7-9363-44E7A6BFDF23}"/>
              </a:ext>
            </a:extLst>
          </p:cNvPr>
          <p:cNvSpPr>
            <a:spLocks noGrp="1"/>
          </p:cNvSpPr>
          <p:nvPr/>
        </p:nvSpPr>
        <p:spPr>
          <a:xfrm>
            <a:off x="5587419" y="614850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3" name="anim_o5079_1">
            <a:extLst>
              <a:ext uri="{FF2B5EF4-FFF2-40B4-BE49-F238E27FC236}">
                <a16:creationId xmlns:a16="http://schemas.microsoft.com/office/drawing/2014/main" id="{F207E79A-F1F9-4807-AC9C-A3457C07084E}"/>
              </a:ext>
            </a:extLst>
          </p:cNvPr>
          <p:cNvSpPr>
            <a:spLocks noGrp="1"/>
          </p:cNvSpPr>
          <p:nvPr/>
        </p:nvSpPr>
        <p:spPr>
          <a:xfrm>
            <a:off x="5926473" y="614850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4" name="anim_o5080_1">
            <a:extLst>
              <a:ext uri="{FF2B5EF4-FFF2-40B4-BE49-F238E27FC236}">
                <a16:creationId xmlns:a16="http://schemas.microsoft.com/office/drawing/2014/main" id="{53E57743-CD63-45AD-97AA-53FCEECEFDD5}"/>
              </a:ext>
            </a:extLst>
          </p:cNvPr>
          <p:cNvSpPr>
            <a:spLocks noGrp="1"/>
          </p:cNvSpPr>
          <p:nvPr/>
        </p:nvSpPr>
        <p:spPr>
          <a:xfrm>
            <a:off x="6265527" y="614850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5" name="anim_o5081_1">
            <a:extLst>
              <a:ext uri="{FF2B5EF4-FFF2-40B4-BE49-F238E27FC236}">
                <a16:creationId xmlns:a16="http://schemas.microsoft.com/office/drawing/2014/main" id="{F04A5A7B-D3C8-41A4-AF1F-052B075C8ED0}"/>
              </a:ext>
            </a:extLst>
          </p:cNvPr>
          <p:cNvSpPr>
            <a:spLocks noGrp="1"/>
          </p:cNvSpPr>
          <p:nvPr/>
        </p:nvSpPr>
        <p:spPr>
          <a:xfrm>
            <a:off x="5587419" y="953905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6" name="anim_o5082_1">
            <a:extLst>
              <a:ext uri="{FF2B5EF4-FFF2-40B4-BE49-F238E27FC236}">
                <a16:creationId xmlns:a16="http://schemas.microsoft.com/office/drawing/2014/main" id="{0C45EF34-F580-4E8F-A789-CDC12C96531E}"/>
              </a:ext>
            </a:extLst>
          </p:cNvPr>
          <p:cNvSpPr>
            <a:spLocks noGrp="1"/>
          </p:cNvSpPr>
          <p:nvPr/>
        </p:nvSpPr>
        <p:spPr>
          <a:xfrm>
            <a:off x="5926473" y="953905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7" name="anim_o5083_1">
            <a:extLst>
              <a:ext uri="{FF2B5EF4-FFF2-40B4-BE49-F238E27FC236}">
                <a16:creationId xmlns:a16="http://schemas.microsoft.com/office/drawing/2014/main" id="{03A29959-F3E2-4838-AEE0-36F92AA2AE26}"/>
              </a:ext>
            </a:extLst>
          </p:cNvPr>
          <p:cNvSpPr>
            <a:spLocks noGrp="1"/>
          </p:cNvSpPr>
          <p:nvPr/>
        </p:nvSpPr>
        <p:spPr>
          <a:xfrm>
            <a:off x="6265527" y="953905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8" name="anim_o5084_1">
            <a:extLst>
              <a:ext uri="{FF2B5EF4-FFF2-40B4-BE49-F238E27FC236}">
                <a16:creationId xmlns:a16="http://schemas.microsoft.com/office/drawing/2014/main" id="{EE0CB4BD-9E7F-4ED4-8882-AF461E78256C}"/>
              </a:ext>
            </a:extLst>
          </p:cNvPr>
          <p:cNvSpPr>
            <a:spLocks noGrp="1"/>
          </p:cNvSpPr>
          <p:nvPr/>
        </p:nvSpPr>
        <p:spPr>
          <a:xfrm>
            <a:off x="5587419" y="1292959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9" name="anim_o5085_1">
            <a:extLst>
              <a:ext uri="{FF2B5EF4-FFF2-40B4-BE49-F238E27FC236}">
                <a16:creationId xmlns:a16="http://schemas.microsoft.com/office/drawing/2014/main" id="{FABBC5F6-4D7B-4FD8-9151-0799EA72200B}"/>
              </a:ext>
            </a:extLst>
          </p:cNvPr>
          <p:cNvSpPr>
            <a:spLocks noGrp="1"/>
          </p:cNvSpPr>
          <p:nvPr/>
        </p:nvSpPr>
        <p:spPr>
          <a:xfrm>
            <a:off x="5926473" y="1292959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0" name="anim_o5086_1">
            <a:extLst>
              <a:ext uri="{FF2B5EF4-FFF2-40B4-BE49-F238E27FC236}">
                <a16:creationId xmlns:a16="http://schemas.microsoft.com/office/drawing/2014/main" id="{EE3A95B1-D94D-473E-9AD8-ED04A898EC0D}"/>
              </a:ext>
            </a:extLst>
          </p:cNvPr>
          <p:cNvSpPr>
            <a:spLocks noGrp="1"/>
          </p:cNvSpPr>
          <p:nvPr/>
        </p:nvSpPr>
        <p:spPr>
          <a:xfrm>
            <a:off x="6265527" y="1292959"/>
            <a:ext cx="339054" cy="339054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1" name="anim_o5109_1">
            <a:extLst>
              <a:ext uri="{FF2B5EF4-FFF2-40B4-BE49-F238E27FC236}">
                <a16:creationId xmlns:a16="http://schemas.microsoft.com/office/drawing/2014/main" id="{1069AACB-D488-47DF-9A0A-17766F859294}"/>
              </a:ext>
            </a:extLst>
          </p:cNvPr>
          <p:cNvSpPr>
            <a:spLocks noGrp="1"/>
          </p:cNvSpPr>
          <p:nvPr/>
        </p:nvSpPr>
        <p:spPr>
          <a:xfrm>
            <a:off x="5587419" y="2746048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2" name="anim_o5110_1">
            <a:extLst>
              <a:ext uri="{FF2B5EF4-FFF2-40B4-BE49-F238E27FC236}">
                <a16:creationId xmlns:a16="http://schemas.microsoft.com/office/drawing/2014/main" id="{D6802968-88D8-42A6-9E27-ED48EF33C8C9}"/>
              </a:ext>
            </a:extLst>
          </p:cNvPr>
          <p:cNvSpPr>
            <a:spLocks noGrp="1"/>
          </p:cNvSpPr>
          <p:nvPr/>
        </p:nvSpPr>
        <p:spPr>
          <a:xfrm>
            <a:off x="5926473" y="2746048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3" name="anim_o5111_1">
            <a:extLst>
              <a:ext uri="{FF2B5EF4-FFF2-40B4-BE49-F238E27FC236}">
                <a16:creationId xmlns:a16="http://schemas.microsoft.com/office/drawing/2014/main" id="{84850779-D83C-4405-9304-E56086244EB0}"/>
              </a:ext>
            </a:extLst>
          </p:cNvPr>
          <p:cNvSpPr>
            <a:spLocks noGrp="1"/>
          </p:cNvSpPr>
          <p:nvPr/>
        </p:nvSpPr>
        <p:spPr>
          <a:xfrm>
            <a:off x="6265527" y="2746048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4" name="anim_o5112_1">
            <a:extLst>
              <a:ext uri="{FF2B5EF4-FFF2-40B4-BE49-F238E27FC236}">
                <a16:creationId xmlns:a16="http://schemas.microsoft.com/office/drawing/2014/main" id="{35D6C1E8-9CE6-470A-99E4-ED292EA9EAFA}"/>
              </a:ext>
            </a:extLst>
          </p:cNvPr>
          <p:cNvSpPr>
            <a:spLocks noGrp="1"/>
          </p:cNvSpPr>
          <p:nvPr/>
        </p:nvSpPr>
        <p:spPr>
          <a:xfrm>
            <a:off x="5587419" y="3085102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5" name="anim_o5113_1">
            <a:extLst>
              <a:ext uri="{FF2B5EF4-FFF2-40B4-BE49-F238E27FC236}">
                <a16:creationId xmlns:a16="http://schemas.microsoft.com/office/drawing/2014/main" id="{648F133F-2E8E-429F-93BC-3475EB8E6820}"/>
              </a:ext>
            </a:extLst>
          </p:cNvPr>
          <p:cNvSpPr>
            <a:spLocks noGrp="1"/>
          </p:cNvSpPr>
          <p:nvPr/>
        </p:nvSpPr>
        <p:spPr>
          <a:xfrm>
            <a:off x="5926473" y="3085102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6" name="anim_o5114_1">
            <a:extLst>
              <a:ext uri="{FF2B5EF4-FFF2-40B4-BE49-F238E27FC236}">
                <a16:creationId xmlns:a16="http://schemas.microsoft.com/office/drawing/2014/main" id="{14063386-5BC4-4C93-8D8C-B4B8C15A0057}"/>
              </a:ext>
            </a:extLst>
          </p:cNvPr>
          <p:cNvSpPr>
            <a:spLocks noGrp="1"/>
          </p:cNvSpPr>
          <p:nvPr/>
        </p:nvSpPr>
        <p:spPr>
          <a:xfrm>
            <a:off x="6265527" y="3085102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7" name="anim_o5115_1">
            <a:extLst>
              <a:ext uri="{FF2B5EF4-FFF2-40B4-BE49-F238E27FC236}">
                <a16:creationId xmlns:a16="http://schemas.microsoft.com/office/drawing/2014/main" id="{914A2821-E321-46B4-9971-F24BF6B9CD9F}"/>
              </a:ext>
            </a:extLst>
          </p:cNvPr>
          <p:cNvSpPr>
            <a:spLocks noGrp="1"/>
          </p:cNvSpPr>
          <p:nvPr/>
        </p:nvSpPr>
        <p:spPr>
          <a:xfrm>
            <a:off x="5587419" y="3424156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8" name="anim_o5116_1">
            <a:extLst>
              <a:ext uri="{FF2B5EF4-FFF2-40B4-BE49-F238E27FC236}">
                <a16:creationId xmlns:a16="http://schemas.microsoft.com/office/drawing/2014/main" id="{7A4A89CE-CAF0-4313-8036-E633EB710149}"/>
              </a:ext>
            </a:extLst>
          </p:cNvPr>
          <p:cNvSpPr>
            <a:spLocks noGrp="1"/>
          </p:cNvSpPr>
          <p:nvPr/>
        </p:nvSpPr>
        <p:spPr>
          <a:xfrm>
            <a:off x="5926473" y="3424156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9" name="anim_o5117_1">
            <a:extLst>
              <a:ext uri="{FF2B5EF4-FFF2-40B4-BE49-F238E27FC236}">
                <a16:creationId xmlns:a16="http://schemas.microsoft.com/office/drawing/2014/main" id="{AF72122B-12F9-435A-ABBF-EE56EB0F6C54}"/>
              </a:ext>
            </a:extLst>
          </p:cNvPr>
          <p:cNvSpPr>
            <a:spLocks noGrp="1"/>
          </p:cNvSpPr>
          <p:nvPr/>
        </p:nvSpPr>
        <p:spPr>
          <a:xfrm>
            <a:off x="6265527" y="3424156"/>
            <a:ext cx="339054" cy="339054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0" name="anim_o5140_1">
            <a:extLst>
              <a:ext uri="{FF2B5EF4-FFF2-40B4-BE49-F238E27FC236}">
                <a16:creationId xmlns:a16="http://schemas.microsoft.com/office/drawing/2014/main" id="{8B65DCEA-42A1-4AED-8C35-2528D6DE84AA}"/>
              </a:ext>
            </a:extLst>
          </p:cNvPr>
          <p:cNvSpPr>
            <a:spLocks noGrp="1"/>
          </p:cNvSpPr>
          <p:nvPr/>
        </p:nvSpPr>
        <p:spPr>
          <a:xfrm>
            <a:off x="5587419" y="4877246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1" name="anim_o5141_1">
            <a:extLst>
              <a:ext uri="{FF2B5EF4-FFF2-40B4-BE49-F238E27FC236}">
                <a16:creationId xmlns:a16="http://schemas.microsoft.com/office/drawing/2014/main" id="{863413F8-1E31-4C3A-A77F-1FB845BD501E}"/>
              </a:ext>
            </a:extLst>
          </p:cNvPr>
          <p:cNvSpPr>
            <a:spLocks noGrp="1"/>
          </p:cNvSpPr>
          <p:nvPr/>
        </p:nvSpPr>
        <p:spPr>
          <a:xfrm>
            <a:off x="5926473" y="4877246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2" name="anim_o5142_1">
            <a:extLst>
              <a:ext uri="{FF2B5EF4-FFF2-40B4-BE49-F238E27FC236}">
                <a16:creationId xmlns:a16="http://schemas.microsoft.com/office/drawing/2014/main" id="{005E56E7-0C95-4335-9A38-D206788C6F20}"/>
              </a:ext>
            </a:extLst>
          </p:cNvPr>
          <p:cNvSpPr>
            <a:spLocks noGrp="1"/>
          </p:cNvSpPr>
          <p:nvPr/>
        </p:nvSpPr>
        <p:spPr>
          <a:xfrm>
            <a:off x="6265527" y="4877246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3" name="anim_o5143_1">
            <a:extLst>
              <a:ext uri="{FF2B5EF4-FFF2-40B4-BE49-F238E27FC236}">
                <a16:creationId xmlns:a16="http://schemas.microsoft.com/office/drawing/2014/main" id="{AE436853-5CAA-42A7-AFD7-ECF63BFB2DDE}"/>
              </a:ext>
            </a:extLst>
          </p:cNvPr>
          <p:cNvSpPr>
            <a:spLocks noGrp="1"/>
          </p:cNvSpPr>
          <p:nvPr/>
        </p:nvSpPr>
        <p:spPr>
          <a:xfrm>
            <a:off x="5587419" y="5216300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4" name="anim_o5144_1">
            <a:extLst>
              <a:ext uri="{FF2B5EF4-FFF2-40B4-BE49-F238E27FC236}">
                <a16:creationId xmlns:a16="http://schemas.microsoft.com/office/drawing/2014/main" id="{D74FE5A6-A0C2-40CD-B248-6E30D363D33E}"/>
              </a:ext>
            </a:extLst>
          </p:cNvPr>
          <p:cNvSpPr>
            <a:spLocks noGrp="1"/>
          </p:cNvSpPr>
          <p:nvPr/>
        </p:nvSpPr>
        <p:spPr>
          <a:xfrm>
            <a:off x="5926473" y="5216300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5" name="anim_o5145_1">
            <a:extLst>
              <a:ext uri="{FF2B5EF4-FFF2-40B4-BE49-F238E27FC236}">
                <a16:creationId xmlns:a16="http://schemas.microsoft.com/office/drawing/2014/main" id="{7F735C01-47D0-4D4E-B957-D463EEE8152F}"/>
              </a:ext>
            </a:extLst>
          </p:cNvPr>
          <p:cNvSpPr>
            <a:spLocks noGrp="1"/>
          </p:cNvSpPr>
          <p:nvPr/>
        </p:nvSpPr>
        <p:spPr>
          <a:xfrm>
            <a:off x="6265527" y="5216300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6" name="anim_o5146_1">
            <a:extLst>
              <a:ext uri="{FF2B5EF4-FFF2-40B4-BE49-F238E27FC236}">
                <a16:creationId xmlns:a16="http://schemas.microsoft.com/office/drawing/2014/main" id="{28083883-8D72-4CD3-9B07-0E8901EB3F8D}"/>
              </a:ext>
            </a:extLst>
          </p:cNvPr>
          <p:cNvSpPr>
            <a:spLocks noGrp="1"/>
          </p:cNvSpPr>
          <p:nvPr/>
        </p:nvSpPr>
        <p:spPr>
          <a:xfrm>
            <a:off x="5587419" y="5555354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7" name="anim_o5147_1">
            <a:extLst>
              <a:ext uri="{FF2B5EF4-FFF2-40B4-BE49-F238E27FC236}">
                <a16:creationId xmlns:a16="http://schemas.microsoft.com/office/drawing/2014/main" id="{F48DADDF-2230-43BC-87B5-757CD4AFFB1C}"/>
              </a:ext>
            </a:extLst>
          </p:cNvPr>
          <p:cNvSpPr>
            <a:spLocks noGrp="1"/>
          </p:cNvSpPr>
          <p:nvPr/>
        </p:nvSpPr>
        <p:spPr>
          <a:xfrm>
            <a:off x="5926473" y="5555354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8" name="anim_o5148_1">
            <a:extLst>
              <a:ext uri="{FF2B5EF4-FFF2-40B4-BE49-F238E27FC236}">
                <a16:creationId xmlns:a16="http://schemas.microsoft.com/office/drawing/2014/main" id="{60537AFF-0B61-41A8-968A-E4CE1DC64603}"/>
              </a:ext>
            </a:extLst>
          </p:cNvPr>
          <p:cNvSpPr>
            <a:spLocks noGrp="1"/>
          </p:cNvSpPr>
          <p:nvPr/>
        </p:nvSpPr>
        <p:spPr>
          <a:xfrm>
            <a:off x="6265527" y="5555354"/>
            <a:ext cx="339054" cy="339054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9" name="anim_to5252_0_1">
            <a:extLst>
              <a:ext uri="{FF2B5EF4-FFF2-40B4-BE49-F238E27FC236}">
                <a16:creationId xmlns:a16="http://schemas.microsoft.com/office/drawing/2014/main" id="{96DBA96B-5CB8-452F-ADE7-17F597866363}"/>
              </a:ext>
            </a:extLst>
          </p:cNvPr>
          <p:cNvSpPr>
            <a:spLocks noGrp="1"/>
          </p:cNvSpPr>
          <p:nvPr/>
        </p:nvSpPr>
        <p:spPr>
          <a:xfrm>
            <a:off x="10126063" y="1099942"/>
            <a:ext cx="275533" cy="39572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49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49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49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250" name="anim_to5271_0_1">
            <a:extLst>
              <a:ext uri="{FF2B5EF4-FFF2-40B4-BE49-F238E27FC236}">
                <a16:creationId xmlns:a16="http://schemas.microsoft.com/office/drawing/2014/main" id="{3E2BAD38-867C-4E1E-9C8F-6E0D8EA39AC6}"/>
              </a:ext>
            </a:extLst>
          </p:cNvPr>
          <p:cNvSpPr>
            <a:spLocks noGrp="1"/>
          </p:cNvSpPr>
          <p:nvPr/>
        </p:nvSpPr>
        <p:spPr>
          <a:xfrm>
            <a:off x="10126063" y="3231139"/>
            <a:ext cx="275533" cy="39572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49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49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49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251" name="anim_to5290_0_1">
            <a:extLst>
              <a:ext uri="{FF2B5EF4-FFF2-40B4-BE49-F238E27FC236}">
                <a16:creationId xmlns:a16="http://schemas.microsoft.com/office/drawing/2014/main" id="{DB67F615-E22C-450D-8BD8-A376443053F9}"/>
              </a:ext>
            </a:extLst>
          </p:cNvPr>
          <p:cNvSpPr>
            <a:spLocks noGrp="1"/>
          </p:cNvSpPr>
          <p:nvPr/>
        </p:nvSpPr>
        <p:spPr>
          <a:xfrm>
            <a:off x="10126063" y="5362337"/>
            <a:ext cx="275533" cy="39572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49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49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49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252" name="anim_to5256_0_1">
            <a:extLst>
              <a:ext uri="{FF2B5EF4-FFF2-40B4-BE49-F238E27FC236}">
                <a16:creationId xmlns:a16="http://schemas.microsoft.com/office/drawing/2014/main" id="{7D3BE940-B8FF-44A8-96E4-3DD662D0E357}"/>
              </a:ext>
            </a:extLst>
          </p:cNvPr>
          <p:cNvSpPr>
            <a:spLocks noGrp="1"/>
          </p:cNvSpPr>
          <p:nvPr/>
        </p:nvSpPr>
        <p:spPr>
          <a:xfrm>
            <a:off x="10460369" y="1088723"/>
            <a:ext cx="212217" cy="39572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493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493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2493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b</a:t>
            </a:r>
          </a:p>
        </p:txBody>
      </p:sp>
      <p:sp>
        <p:nvSpPr>
          <p:cNvPr id="253" name="anim_to5259_0_1">
            <a:extLst>
              <a:ext uri="{FF2B5EF4-FFF2-40B4-BE49-F238E27FC236}">
                <a16:creationId xmlns:a16="http://schemas.microsoft.com/office/drawing/2014/main" id="{ED7ED472-F7E2-4656-8A32-F4979C64C7AA}"/>
              </a:ext>
            </a:extLst>
          </p:cNvPr>
          <p:cNvSpPr>
            <a:spLocks noGrp="1"/>
          </p:cNvSpPr>
          <p:nvPr/>
        </p:nvSpPr>
        <p:spPr>
          <a:xfrm>
            <a:off x="10634486" y="1222556"/>
            <a:ext cx="152305" cy="25721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620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620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1620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254" name="anim_to5275_0_1">
            <a:extLst>
              <a:ext uri="{FF2B5EF4-FFF2-40B4-BE49-F238E27FC236}">
                <a16:creationId xmlns:a16="http://schemas.microsoft.com/office/drawing/2014/main" id="{F505C3D4-26D7-4072-BC2E-A578E80C7C82}"/>
              </a:ext>
            </a:extLst>
          </p:cNvPr>
          <p:cNvSpPr>
            <a:spLocks noGrp="1"/>
          </p:cNvSpPr>
          <p:nvPr/>
        </p:nvSpPr>
        <p:spPr>
          <a:xfrm>
            <a:off x="10460369" y="3219921"/>
            <a:ext cx="212217" cy="39572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493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493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pPr>
            <a:r>
              <a:rPr sz="2493" b="0">
                <a:solidFill>
                  <a:srgbClr val="FF862F"/>
                </a:solidFill>
                <a:latin typeface="Cambria Math"/>
                <a:ea typeface="Cambria Math"/>
                <a:cs typeface="Cambria Math"/>
              </a:rPr>
              <a:t>b</a:t>
            </a:r>
          </a:p>
        </p:txBody>
      </p:sp>
      <p:sp>
        <p:nvSpPr>
          <p:cNvPr id="255" name="anim_to5278_0_1">
            <a:extLst>
              <a:ext uri="{FF2B5EF4-FFF2-40B4-BE49-F238E27FC236}">
                <a16:creationId xmlns:a16="http://schemas.microsoft.com/office/drawing/2014/main" id="{0425DF57-FA94-4C6F-BFCF-71033BC0EEC6}"/>
              </a:ext>
            </a:extLst>
          </p:cNvPr>
          <p:cNvSpPr>
            <a:spLocks noGrp="1"/>
          </p:cNvSpPr>
          <p:nvPr/>
        </p:nvSpPr>
        <p:spPr>
          <a:xfrm>
            <a:off x="10634486" y="3353754"/>
            <a:ext cx="152305" cy="25721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620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620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pPr>
            <a:r>
              <a:rPr sz="1620" b="0">
                <a:solidFill>
                  <a:srgbClr val="FF862F"/>
                </a:solidFill>
                <a:latin typeface="Cambria Math"/>
                <a:ea typeface="Cambria Math"/>
                <a:cs typeface="Cambria Math"/>
              </a:rPr>
              <a:t>2</a:t>
            </a:r>
          </a:p>
        </p:txBody>
      </p:sp>
      <p:sp>
        <p:nvSpPr>
          <p:cNvPr id="256" name="anim_to5294_0_1">
            <a:extLst>
              <a:ext uri="{FF2B5EF4-FFF2-40B4-BE49-F238E27FC236}">
                <a16:creationId xmlns:a16="http://schemas.microsoft.com/office/drawing/2014/main" id="{C9DD1ECB-7DED-4A9F-B8A7-28A785F96737}"/>
              </a:ext>
            </a:extLst>
          </p:cNvPr>
          <p:cNvSpPr>
            <a:spLocks noGrp="1"/>
          </p:cNvSpPr>
          <p:nvPr/>
        </p:nvSpPr>
        <p:spPr>
          <a:xfrm>
            <a:off x="10460369" y="5350861"/>
            <a:ext cx="212217" cy="39572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493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493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pPr>
            <a:r>
              <a:rPr sz="2493" b="0">
                <a:solidFill>
                  <a:srgbClr val="9A72AC"/>
                </a:solidFill>
                <a:latin typeface="Cambria Math"/>
                <a:ea typeface="Cambria Math"/>
                <a:cs typeface="Cambria Math"/>
              </a:rPr>
              <a:t>b</a:t>
            </a:r>
          </a:p>
        </p:txBody>
      </p:sp>
      <p:sp>
        <p:nvSpPr>
          <p:cNvPr id="257" name="anim_to5297_0_1">
            <a:extLst>
              <a:ext uri="{FF2B5EF4-FFF2-40B4-BE49-F238E27FC236}">
                <a16:creationId xmlns:a16="http://schemas.microsoft.com/office/drawing/2014/main" id="{8F14FA2B-4028-4F76-B04E-8854C5717913}"/>
              </a:ext>
            </a:extLst>
          </p:cNvPr>
          <p:cNvSpPr>
            <a:spLocks noGrp="1"/>
          </p:cNvSpPr>
          <p:nvPr/>
        </p:nvSpPr>
        <p:spPr>
          <a:xfrm>
            <a:off x="10634486" y="5484694"/>
            <a:ext cx="152305" cy="25721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620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620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pPr>
            <a:r>
              <a:rPr sz="1620" b="0">
                <a:solidFill>
                  <a:srgbClr val="9A72AC"/>
                </a:solidFill>
                <a:latin typeface="Cambria Math"/>
                <a:ea typeface="Cambria Math"/>
                <a:cs typeface="Cambria Math"/>
              </a:rPr>
              <a:t>3</a:t>
            </a:r>
          </a:p>
        </p:txBody>
      </p:sp>
      <p:sp>
        <p:nvSpPr>
          <p:cNvPr id="258" name="anim_to5245_0_1">
            <a:extLst>
              <a:ext uri="{FF2B5EF4-FFF2-40B4-BE49-F238E27FC236}">
                <a16:creationId xmlns:a16="http://schemas.microsoft.com/office/drawing/2014/main" id="{96CEEB69-5237-401B-B2E8-CB44964BEB36}"/>
              </a:ext>
            </a:extLst>
          </p:cNvPr>
          <p:cNvSpPr>
            <a:spLocks noGrp="1"/>
          </p:cNvSpPr>
          <p:nvPr/>
        </p:nvSpPr>
        <p:spPr>
          <a:xfrm>
            <a:off x="7477726" y="1070188"/>
            <a:ext cx="1039603" cy="4552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68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868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868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ReLU(</a:t>
            </a:r>
          </a:p>
        </p:txBody>
      </p:sp>
      <p:sp>
        <p:nvSpPr>
          <p:cNvPr id="259" name="anim_to5262_0_1">
            <a:extLst>
              <a:ext uri="{FF2B5EF4-FFF2-40B4-BE49-F238E27FC236}">
                <a16:creationId xmlns:a16="http://schemas.microsoft.com/office/drawing/2014/main" id="{C0EC8892-E7EB-4FE8-BE3D-FCA36B879EBD}"/>
              </a:ext>
            </a:extLst>
          </p:cNvPr>
          <p:cNvSpPr>
            <a:spLocks noGrp="1"/>
          </p:cNvSpPr>
          <p:nvPr/>
        </p:nvSpPr>
        <p:spPr>
          <a:xfrm>
            <a:off x="10845564" y="1070188"/>
            <a:ext cx="238401" cy="4552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68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868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868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)</a:t>
            </a:r>
          </a:p>
        </p:txBody>
      </p:sp>
      <p:sp>
        <p:nvSpPr>
          <p:cNvPr id="260" name="anim_to5264_0_1">
            <a:extLst>
              <a:ext uri="{FF2B5EF4-FFF2-40B4-BE49-F238E27FC236}">
                <a16:creationId xmlns:a16="http://schemas.microsoft.com/office/drawing/2014/main" id="{81F8F59D-0E40-4DA0-B2A7-F2DE2824C7B0}"/>
              </a:ext>
            </a:extLst>
          </p:cNvPr>
          <p:cNvSpPr>
            <a:spLocks noGrp="1"/>
          </p:cNvSpPr>
          <p:nvPr/>
        </p:nvSpPr>
        <p:spPr>
          <a:xfrm>
            <a:off x="7477726" y="3201386"/>
            <a:ext cx="1039603" cy="4552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68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868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868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ReLU(</a:t>
            </a:r>
          </a:p>
        </p:txBody>
      </p:sp>
      <p:sp>
        <p:nvSpPr>
          <p:cNvPr id="261" name="anim_to5281_0_1">
            <a:extLst>
              <a:ext uri="{FF2B5EF4-FFF2-40B4-BE49-F238E27FC236}">
                <a16:creationId xmlns:a16="http://schemas.microsoft.com/office/drawing/2014/main" id="{3AA8DDDB-2AEE-4E04-93D0-BD04E71E3087}"/>
              </a:ext>
            </a:extLst>
          </p:cNvPr>
          <p:cNvSpPr>
            <a:spLocks noGrp="1"/>
          </p:cNvSpPr>
          <p:nvPr/>
        </p:nvSpPr>
        <p:spPr>
          <a:xfrm>
            <a:off x="10845564" y="3201386"/>
            <a:ext cx="238401" cy="4552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68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868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868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)</a:t>
            </a:r>
          </a:p>
        </p:txBody>
      </p:sp>
      <p:sp>
        <p:nvSpPr>
          <p:cNvPr id="262" name="anim_to5283_0_1">
            <a:extLst>
              <a:ext uri="{FF2B5EF4-FFF2-40B4-BE49-F238E27FC236}">
                <a16:creationId xmlns:a16="http://schemas.microsoft.com/office/drawing/2014/main" id="{2829FFCD-6BEC-4B9F-810B-CBD1A3AF5EE5}"/>
              </a:ext>
            </a:extLst>
          </p:cNvPr>
          <p:cNvSpPr>
            <a:spLocks noGrp="1"/>
          </p:cNvSpPr>
          <p:nvPr/>
        </p:nvSpPr>
        <p:spPr>
          <a:xfrm>
            <a:off x="7477726" y="5332583"/>
            <a:ext cx="1039603" cy="4552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68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868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868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ReLU(</a:t>
            </a:r>
          </a:p>
        </p:txBody>
      </p:sp>
      <p:sp>
        <p:nvSpPr>
          <p:cNvPr id="263" name="anim_to5300_0_1">
            <a:extLst>
              <a:ext uri="{FF2B5EF4-FFF2-40B4-BE49-F238E27FC236}">
                <a16:creationId xmlns:a16="http://schemas.microsoft.com/office/drawing/2014/main" id="{117CCDFB-2E47-46FC-87D5-E284C9225722}"/>
              </a:ext>
            </a:extLst>
          </p:cNvPr>
          <p:cNvSpPr>
            <a:spLocks noGrp="1"/>
          </p:cNvSpPr>
          <p:nvPr/>
        </p:nvSpPr>
        <p:spPr>
          <a:xfrm>
            <a:off x="10845564" y="5332583"/>
            <a:ext cx="238401" cy="4552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68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868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868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)</a:t>
            </a:r>
          </a:p>
        </p:txBody>
      </p:sp>
      <p:sp>
        <p:nvSpPr>
          <p:cNvPr id="264" name="anim_to5360_0_1">
            <a:extLst>
              <a:ext uri="{FF2B5EF4-FFF2-40B4-BE49-F238E27FC236}">
                <a16:creationId xmlns:a16="http://schemas.microsoft.com/office/drawing/2014/main" id="{7B611E72-90EC-4BB5-A826-EA015F7C3E76}"/>
              </a:ext>
            </a:extLst>
          </p:cNvPr>
          <p:cNvSpPr>
            <a:spLocks noGrp="1"/>
          </p:cNvSpPr>
          <p:nvPr/>
        </p:nvSpPr>
        <p:spPr>
          <a:xfrm>
            <a:off x="11355857" y="1075209"/>
            <a:ext cx="305212" cy="4451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8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265" name="anim_to5364_0_1">
            <a:extLst>
              <a:ext uri="{FF2B5EF4-FFF2-40B4-BE49-F238E27FC236}">
                <a16:creationId xmlns:a16="http://schemas.microsoft.com/office/drawing/2014/main" id="{D0A71D92-8B7B-4053-B181-5AE567FB1DE4}"/>
              </a:ext>
            </a:extLst>
          </p:cNvPr>
          <p:cNvSpPr>
            <a:spLocks noGrp="1"/>
          </p:cNvSpPr>
          <p:nvPr/>
        </p:nvSpPr>
        <p:spPr>
          <a:xfrm>
            <a:off x="11355857" y="3206407"/>
            <a:ext cx="305212" cy="4451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8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266" name="anim_to5368_0_1">
            <a:extLst>
              <a:ext uri="{FF2B5EF4-FFF2-40B4-BE49-F238E27FC236}">
                <a16:creationId xmlns:a16="http://schemas.microsoft.com/office/drawing/2014/main" id="{D4141BCF-27FF-4C58-A5D9-AF0943461701}"/>
              </a:ext>
            </a:extLst>
          </p:cNvPr>
          <p:cNvSpPr>
            <a:spLocks noGrp="1"/>
          </p:cNvSpPr>
          <p:nvPr/>
        </p:nvSpPr>
        <p:spPr>
          <a:xfrm>
            <a:off x="11355857" y="5337604"/>
            <a:ext cx="305212" cy="4451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8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267" name="anim_o5326_1">
            <a:extLst>
              <a:ext uri="{FF2B5EF4-FFF2-40B4-BE49-F238E27FC236}">
                <a16:creationId xmlns:a16="http://schemas.microsoft.com/office/drawing/2014/main" id="{59DD1E7D-6227-43B8-A203-86F4F72DFA46}"/>
              </a:ext>
            </a:extLst>
          </p:cNvPr>
          <p:cNvSpPr>
            <a:spLocks noGrp="1"/>
          </p:cNvSpPr>
          <p:nvPr/>
        </p:nvSpPr>
        <p:spPr>
          <a:xfrm>
            <a:off x="9345457" y="3278828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8" name="anim_o5327_1">
            <a:extLst>
              <a:ext uri="{FF2B5EF4-FFF2-40B4-BE49-F238E27FC236}">
                <a16:creationId xmlns:a16="http://schemas.microsoft.com/office/drawing/2014/main" id="{21008D6F-9506-4214-85E0-646E25B40AFB}"/>
              </a:ext>
            </a:extLst>
          </p:cNvPr>
          <p:cNvSpPr>
            <a:spLocks noGrp="1"/>
          </p:cNvSpPr>
          <p:nvPr/>
        </p:nvSpPr>
        <p:spPr>
          <a:xfrm>
            <a:off x="9345457" y="3278828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9" name="anim_o5328_1">
            <a:extLst>
              <a:ext uri="{FF2B5EF4-FFF2-40B4-BE49-F238E27FC236}">
                <a16:creationId xmlns:a16="http://schemas.microsoft.com/office/drawing/2014/main" id="{8B9F1BBE-F3D9-490E-B931-2E2BE5120996}"/>
              </a:ext>
            </a:extLst>
          </p:cNvPr>
          <p:cNvSpPr>
            <a:spLocks noGrp="1"/>
          </p:cNvSpPr>
          <p:nvPr/>
        </p:nvSpPr>
        <p:spPr>
          <a:xfrm>
            <a:off x="9345457" y="3278828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0" name="anim_o5329_1">
            <a:extLst>
              <a:ext uri="{FF2B5EF4-FFF2-40B4-BE49-F238E27FC236}">
                <a16:creationId xmlns:a16="http://schemas.microsoft.com/office/drawing/2014/main" id="{54B1142F-478F-47ED-8C65-F0ACE94DE10F}"/>
              </a:ext>
            </a:extLst>
          </p:cNvPr>
          <p:cNvSpPr>
            <a:spLocks noGrp="1"/>
          </p:cNvSpPr>
          <p:nvPr/>
        </p:nvSpPr>
        <p:spPr>
          <a:xfrm>
            <a:off x="9345457" y="3278828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1" name="anim_o5330_1">
            <a:extLst>
              <a:ext uri="{FF2B5EF4-FFF2-40B4-BE49-F238E27FC236}">
                <a16:creationId xmlns:a16="http://schemas.microsoft.com/office/drawing/2014/main" id="{F008B59C-F8F3-41D1-848F-866F95AFB2B5}"/>
              </a:ext>
            </a:extLst>
          </p:cNvPr>
          <p:cNvSpPr>
            <a:spLocks noGrp="1"/>
          </p:cNvSpPr>
          <p:nvPr/>
        </p:nvSpPr>
        <p:spPr>
          <a:xfrm>
            <a:off x="9345457" y="3278828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2" name="anim_o5331_1">
            <a:extLst>
              <a:ext uri="{FF2B5EF4-FFF2-40B4-BE49-F238E27FC236}">
                <a16:creationId xmlns:a16="http://schemas.microsoft.com/office/drawing/2014/main" id="{C43D9E2A-85C2-4A88-AD09-3D32E8BD9753}"/>
              </a:ext>
            </a:extLst>
          </p:cNvPr>
          <p:cNvSpPr>
            <a:spLocks noGrp="1"/>
          </p:cNvSpPr>
          <p:nvPr/>
        </p:nvSpPr>
        <p:spPr>
          <a:xfrm>
            <a:off x="9345457" y="3278828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3" name="anim_o5332_1">
            <a:extLst>
              <a:ext uri="{FF2B5EF4-FFF2-40B4-BE49-F238E27FC236}">
                <a16:creationId xmlns:a16="http://schemas.microsoft.com/office/drawing/2014/main" id="{F55E451C-6805-4E03-9DDC-A69C063ECE99}"/>
              </a:ext>
            </a:extLst>
          </p:cNvPr>
          <p:cNvSpPr>
            <a:spLocks noGrp="1"/>
          </p:cNvSpPr>
          <p:nvPr/>
        </p:nvSpPr>
        <p:spPr>
          <a:xfrm>
            <a:off x="9345457" y="3278828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4" name="anim_o5333_1">
            <a:extLst>
              <a:ext uri="{FF2B5EF4-FFF2-40B4-BE49-F238E27FC236}">
                <a16:creationId xmlns:a16="http://schemas.microsoft.com/office/drawing/2014/main" id="{73262EEE-EA20-41CC-98EF-9D3D0A0BFB6A}"/>
              </a:ext>
            </a:extLst>
          </p:cNvPr>
          <p:cNvSpPr>
            <a:spLocks noGrp="1"/>
          </p:cNvSpPr>
          <p:nvPr/>
        </p:nvSpPr>
        <p:spPr>
          <a:xfrm>
            <a:off x="9345457" y="3278828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5" name="anim_o5334_1">
            <a:extLst>
              <a:ext uri="{FF2B5EF4-FFF2-40B4-BE49-F238E27FC236}">
                <a16:creationId xmlns:a16="http://schemas.microsoft.com/office/drawing/2014/main" id="{E954179F-2304-4C5A-8F5F-B5E9705BB071}"/>
              </a:ext>
            </a:extLst>
          </p:cNvPr>
          <p:cNvSpPr>
            <a:spLocks noGrp="1"/>
          </p:cNvSpPr>
          <p:nvPr/>
        </p:nvSpPr>
        <p:spPr>
          <a:xfrm>
            <a:off x="9345457" y="3278828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6" name="anim_o5335_1">
            <a:extLst>
              <a:ext uri="{FF2B5EF4-FFF2-40B4-BE49-F238E27FC236}">
                <a16:creationId xmlns:a16="http://schemas.microsoft.com/office/drawing/2014/main" id="{72B32DFE-515E-4E15-8EB5-4F30E4F01992}"/>
              </a:ext>
            </a:extLst>
          </p:cNvPr>
          <p:cNvSpPr>
            <a:spLocks noGrp="1"/>
          </p:cNvSpPr>
          <p:nvPr/>
        </p:nvSpPr>
        <p:spPr>
          <a:xfrm>
            <a:off x="9345457" y="3278828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7" name="anim_o5336_1">
            <a:extLst>
              <a:ext uri="{FF2B5EF4-FFF2-40B4-BE49-F238E27FC236}">
                <a16:creationId xmlns:a16="http://schemas.microsoft.com/office/drawing/2014/main" id="{C25125D6-2510-4B72-BC36-810E82DBB056}"/>
              </a:ext>
            </a:extLst>
          </p:cNvPr>
          <p:cNvSpPr>
            <a:spLocks noGrp="1"/>
          </p:cNvSpPr>
          <p:nvPr/>
        </p:nvSpPr>
        <p:spPr>
          <a:xfrm>
            <a:off x="9345457" y="3278828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8" name="anim_o5337_1">
            <a:extLst>
              <a:ext uri="{FF2B5EF4-FFF2-40B4-BE49-F238E27FC236}">
                <a16:creationId xmlns:a16="http://schemas.microsoft.com/office/drawing/2014/main" id="{3EA8A797-7EFC-4630-933A-9EAE01A26381}"/>
              </a:ext>
            </a:extLst>
          </p:cNvPr>
          <p:cNvSpPr>
            <a:spLocks noGrp="1"/>
          </p:cNvSpPr>
          <p:nvPr/>
        </p:nvSpPr>
        <p:spPr>
          <a:xfrm>
            <a:off x="9345457" y="3278828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9" name="anim_o5338_1">
            <a:extLst>
              <a:ext uri="{FF2B5EF4-FFF2-40B4-BE49-F238E27FC236}">
                <a16:creationId xmlns:a16="http://schemas.microsoft.com/office/drawing/2014/main" id="{DCDBBA28-B587-4CCE-A2C6-383B4302BE6B}"/>
              </a:ext>
            </a:extLst>
          </p:cNvPr>
          <p:cNvSpPr>
            <a:spLocks noGrp="1"/>
          </p:cNvSpPr>
          <p:nvPr/>
        </p:nvSpPr>
        <p:spPr>
          <a:xfrm>
            <a:off x="9345457" y="3278828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0" name="anim_o5339_1">
            <a:extLst>
              <a:ext uri="{FF2B5EF4-FFF2-40B4-BE49-F238E27FC236}">
                <a16:creationId xmlns:a16="http://schemas.microsoft.com/office/drawing/2014/main" id="{51437C71-6745-415F-8FA1-326B76D778EA}"/>
              </a:ext>
            </a:extLst>
          </p:cNvPr>
          <p:cNvSpPr>
            <a:spLocks noGrp="1"/>
          </p:cNvSpPr>
          <p:nvPr/>
        </p:nvSpPr>
        <p:spPr>
          <a:xfrm>
            <a:off x="9345457" y="3278828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1" name="anim_o5340_1">
            <a:extLst>
              <a:ext uri="{FF2B5EF4-FFF2-40B4-BE49-F238E27FC236}">
                <a16:creationId xmlns:a16="http://schemas.microsoft.com/office/drawing/2014/main" id="{C0389A2A-A439-4FCB-B34E-00105627D979}"/>
              </a:ext>
            </a:extLst>
          </p:cNvPr>
          <p:cNvSpPr>
            <a:spLocks noGrp="1"/>
          </p:cNvSpPr>
          <p:nvPr/>
        </p:nvSpPr>
        <p:spPr>
          <a:xfrm>
            <a:off x="9345457" y="3278828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2" name="anim_o5341_1">
            <a:extLst>
              <a:ext uri="{FF2B5EF4-FFF2-40B4-BE49-F238E27FC236}">
                <a16:creationId xmlns:a16="http://schemas.microsoft.com/office/drawing/2014/main" id="{7BBBE165-5B79-4D70-87A2-AF1DA9CA06B6}"/>
              </a:ext>
            </a:extLst>
          </p:cNvPr>
          <p:cNvSpPr>
            <a:spLocks noGrp="1"/>
          </p:cNvSpPr>
          <p:nvPr/>
        </p:nvSpPr>
        <p:spPr>
          <a:xfrm>
            <a:off x="9345457" y="3278828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3" name="anim_o5343_1">
            <a:extLst>
              <a:ext uri="{FF2B5EF4-FFF2-40B4-BE49-F238E27FC236}">
                <a16:creationId xmlns:a16="http://schemas.microsoft.com/office/drawing/2014/main" id="{5DB8681D-A31C-43C5-A00D-238AE763D5C5}"/>
              </a:ext>
            </a:extLst>
          </p:cNvPr>
          <p:cNvSpPr>
            <a:spLocks noGrp="1"/>
          </p:cNvSpPr>
          <p:nvPr/>
        </p:nvSpPr>
        <p:spPr>
          <a:xfrm>
            <a:off x="9345457" y="5410001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4" name="anim_o5344_1">
            <a:extLst>
              <a:ext uri="{FF2B5EF4-FFF2-40B4-BE49-F238E27FC236}">
                <a16:creationId xmlns:a16="http://schemas.microsoft.com/office/drawing/2014/main" id="{07BA7EA4-F9AE-41B6-A5CD-FD32EB129295}"/>
              </a:ext>
            </a:extLst>
          </p:cNvPr>
          <p:cNvSpPr>
            <a:spLocks noGrp="1"/>
          </p:cNvSpPr>
          <p:nvPr/>
        </p:nvSpPr>
        <p:spPr>
          <a:xfrm>
            <a:off x="9345457" y="5410001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5" name="anim_o5345_1">
            <a:extLst>
              <a:ext uri="{FF2B5EF4-FFF2-40B4-BE49-F238E27FC236}">
                <a16:creationId xmlns:a16="http://schemas.microsoft.com/office/drawing/2014/main" id="{FD5E2763-0E3C-43B8-95F3-5FA19121E4EE}"/>
              </a:ext>
            </a:extLst>
          </p:cNvPr>
          <p:cNvSpPr>
            <a:spLocks noGrp="1"/>
          </p:cNvSpPr>
          <p:nvPr/>
        </p:nvSpPr>
        <p:spPr>
          <a:xfrm>
            <a:off x="9345457" y="5410001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6" name="anim_o5346_1">
            <a:extLst>
              <a:ext uri="{FF2B5EF4-FFF2-40B4-BE49-F238E27FC236}">
                <a16:creationId xmlns:a16="http://schemas.microsoft.com/office/drawing/2014/main" id="{8E665868-E878-478A-B3F3-1AA1E454E26B}"/>
              </a:ext>
            </a:extLst>
          </p:cNvPr>
          <p:cNvSpPr>
            <a:spLocks noGrp="1"/>
          </p:cNvSpPr>
          <p:nvPr/>
        </p:nvSpPr>
        <p:spPr>
          <a:xfrm>
            <a:off x="9345457" y="5410001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7" name="anim_o5347_1">
            <a:extLst>
              <a:ext uri="{FF2B5EF4-FFF2-40B4-BE49-F238E27FC236}">
                <a16:creationId xmlns:a16="http://schemas.microsoft.com/office/drawing/2014/main" id="{A6787AB3-36A3-4EE9-B964-2CBC02D4C35D}"/>
              </a:ext>
            </a:extLst>
          </p:cNvPr>
          <p:cNvSpPr>
            <a:spLocks noGrp="1"/>
          </p:cNvSpPr>
          <p:nvPr/>
        </p:nvSpPr>
        <p:spPr>
          <a:xfrm>
            <a:off x="9345457" y="5410001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8" name="anim_o5348_1">
            <a:extLst>
              <a:ext uri="{FF2B5EF4-FFF2-40B4-BE49-F238E27FC236}">
                <a16:creationId xmlns:a16="http://schemas.microsoft.com/office/drawing/2014/main" id="{709E60F5-CFD7-46F1-9B23-2F97D1559A01}"/>
              </a:ext>
            </a:extLst>
          </p:cNvPr>
          <p:cNvSpPr>
            <a:spLocks noGrp="1"/>
          </p:cNvSpPr>
          <p:nvPr/>
        </p:nvSpPr>
        <p:spPr>
          <a:xfrm>
            <a:off x="9345457" y="5410001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9" name="anim_o5349_1">
            <a:extLst>
              <a:ext uri="{FF2B5EF4-FFF2-40B4-BE49-F238E27FC236}">
                <a16:creationId xmlns:a16="http://schemas.microsoft.com/office/drawing/2014/main" id="{D0842222-10AA-47F2-B7D5-E196F6995FF7}"/>
              </a:ext>
            </a:extLst>
          </p:cNvPr>
          <p:cNvSpPr>
            <a:spLocks noGrp="1"/>
          </p:cNvSpPr>
          <p:nvPr/>
        </p:nvSpPr>
        <p:spPr>
          <a:xfrm>
            <a:off x="9345457" y="5410001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0" name="anim_o5350_1">
            <a:extLst>
              <a:ext uri="{FF2B5EF4-FFF2-40B4-BE49-F238E27FC236}">
                <a16:creationId xmlns:a16="http://schemas.microsoft.com/office/drawing/2014/main" id="{F9850F8E-DA33-4296-BF14-63D39E011048}"/>
              </a:ext>
            </a:extLst>
          </p:cNvPr>
          <p:cNvSpPr>
            <a:spLocks noGrp="1"/>
          </p:cNvSpPr>
          <p:nvPr/>
        </p:nvSpPr>
        <p:spPr>
          <a:xfrm>
            <a:off x="9345457" y="5410001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1" name="anim_o5351_1">
            <a:extLst>
              <a:ext uri="{FF2B5EF4-FFF2-40B4-BE49-F238E27FC236}">
                <a16:creationId xmlns:a16="http://schemas.microsoft.com/office/drawing/2014/main" id="{4C13C856-F3E6-43FE-9E62-03E7515987BF}"/>
              </a:ext>
            </a:extLst>
          </p:cNvPr>
          <p:cNvSpPr>
            <a:spLocks noGrp="1"/>
          </p:cNvSpPr>
          <p:nvPr/>
        </p:nvSpPr>
        <p:spPr>
          <a:xfrm>
            <a:off x="9345457" y="5410001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2" name="anim_o5352_1">
            <a:extLst>
              <a:ext uri="{FF2B5EF4-FFF2-40B4-BE49-F238E27FC236}">
                <a16:creationId xmlns:a16="http://schemas.microsoft.com/office/drawing/2014/main" id="{8A902DFC-7C78-4090-B6A4-DF1111DDAC1F}"/>
              </a:ext>
            </a:extLst>
          </p:cNvPr>
          <p:cNvSpPr>
            <a:spLocks noGrp="1"/>
          </p:cNvSpPr>
          <p:nvPr/>
        </p:nvSpPr>
        <p:spPr>
          <a:xfrm>
            <a:off x="9345457" y="5410001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3" name="anim_o5353_1">
            <a:extLst>
              <a:ext uri="{FF2B5EF4-FFF2-40B4-BE49-F238E27FC236}">
                <a16:creationId xmlns:a16="http://schemas.microsoft.com/office/drawing/2014/main" id="{4119C88D-1CB7-4651-9CB1-50F57C533B95}"/>
              </a:ext>
            </a:extLst>
          </p:cNvPr>
          <p:cNvSpPr>
            <a:spLocks noGrp="1"/>
          </p:cNvSpPr>
          <p:nvPr/>
        </p:nvSpPr>
        <p:spPr>
          <a:xfrm>
            <a:off x="9345457" y="5410001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4" name="anim_o5354_1">
            <a:extLst>
              <a:ext uri="{FF2B5EF4-FFF2-40B4-BE49-F238E27FC236}">
                <a16:creationId xmlns:a16="http://schemas.microsoft.com/office/drawing/2014/main" id="{8281F1C3-41E8-435D-85EB-5A32C49F6C9F}"/>
              </a:ext>
            </a:extLst>
          </p:cNvPr>
          <p:cNvSpPr>
            <a:spLocks noGrp="1"/>
          </p:cNvSpPr>
          <p:nvPr/>
        </p:nvSpPr>
        <p:spPr>
          <a:xfrm>
            <a:off x="9345457" y="5410001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5" name="anim_o5355_1">
            <a:extLst>
              <a:ext uri="{FF2B5EF4-FFF2-40B4-BE49-F238E27FC236}">
                <a16:creationId xmlns:a16="http://schemas.microsoft.com/office/drawing/2014/main" id="{628DA85E-2BA4-4995-820C-577A307001BA}"/>
              </a:ext>
            </a:extLst>
          </p:cNvPr>
          <p:cNvSpPr>
            <a:spLocks noGrp="1"/>
          </p:cNvSpPr>
          <p:nvPr/>
        </p:nvSpPr>
        <p:spPr>
          <a:xfrm>
            <a:off x="9345457" y="5410001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6" name="anim_o5356_1">
            <a:extLst>
              <a:ext uri="{FF2B5EF4-FFF2-40B4-BE49-F238E27FC236}">
                <a16:creationId xmlns:a16="http://schemas.microsoft.com/office/drawing/2014/main" id="{15EC88D3-2271-466F-A6EF-7A5831C79B48}"/>
              </a:ext>
            </a:extLst>
          </p:cNvPr>
          <p:cNvSpPr>
            <a:spLocks noGrp="1"/>
          </p:cNvSpPr>
          <p:nvPr/>
        </p:nvSpPr>
        <p:spPr>
          <a:xfrm>
            <a:off x="9345457" y="5410001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7" name="anim_o5357_1">
            <a:extLst>
              <a:ext uri="{FF2B5EF4-FFF2-40B4-BE49-F238E27FC236}">
                <a16:creationId xmlns:a16="http://schemas.microsoft.com/office/drawing/2014/main" id="{D7E7F88B-174B-4015-9831-92FADE0422E2}"/>
              </a:ext>
            </a:extLst>
          </p:cNvPr>
          <p:cNvSpPr>
            <a:spLocks noGrp="1"/>
          </p:cNvSpPr>
          <p:nvPr/>
        </p:nvSpPr>
        <p:spPr>
          <a:xfrm>
            <a:off x="9345457" y="5410001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8" name="anim_o5358_1">
            <a:extLst>
              <a:ext uri="{FF2B5EF4-FFF2-40B4-BE49-F238E27FC236}">
                <a16:creationId xmlns:a16="http://schemas.microsoft.com/office/drawing/2014/main" id="{6B4B067E-5B66-4FD4-9E3A-A15EA3DF391C}"/>
              </a:ext>
            </a:extLst>
          </p:cNvPr>
          <p:cNvSpPr>
            <a:spLocks noGrp="1"/>
          </p:cNvSpPr>
          <p:nvPr/>
        </p:nvSpPr>
        <p:spPr>
          <a:xfrm>
            <a:off x="9345457" y="5410001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9" name="anim_o5309_1">
            <a:extLst>
              <a:ext uri="{FF2B5EF4-FFF2-40B4-BE49-F238E27FC236}">
                <a16:creationId xmlns:a16="http://schemas.microsoft.com/office/drawing/2014/main" id="{C4E6EA04-5741-4120-99CF-FD0B6338AC3A}"/>
              </a:ext>
            </a:extLst>
          </p:cNvPr>
          <p:cNvSpPr>
            <a:spLocks noGrp="1"/>
          </p:cNvSpPr>
          <p:nvPr/>
        </p:nvSpPr>
        <p:spPr>
          <a:xfrm>
            <a:off x="9345457" y="1147631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0" name="anim_o5310_1">
            <a:extLst>
              <a:ext uri="{FF2B5EF4-FFF2-40B4-BE49-F238E27FC236}">
                <a16:creationId xmlns:a16="http://schemas.microsoft.com/office/drawing/2014/main" id="{2C951AE8-B2D9-4845-8858-5A53619580C0}"/>
              </a:ext>
            </a:extLst>
          </p:cNvPr>
          <p:cNvSpPr>
            <a:spLocks noGrp="1"/>
          </p:cNvSpPr>
          <p:nvPr/>
        </p:nvSpPr>
        <p:spPr>
          <a:xfrm>
            <a:off x="9345457" y="1147631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1" name="anim_o5311_1">
            <a:extLst>
              <a:ext uri="{FF2B5EF4-FFF2-40B4-BE49-F238E27FC236}">
                <a16:creationId xmlns:a16="http://schemas.microsoft.com/office/drawing/2014/main" id="{F855E0DA-8B5D-4651-93D4-CC7F464016EA}"/>
              </a:ext>
            </a:extLst>
          </p:cNvPr>
          <p:cNvSpPr>
            <a:spLocks noGrp="1"/>
          </p:cNvSpPr>
          <p:nvPr/>
        </p:nvSpPr>
        <p:spPr>
          <a:xfrm>
            <a:off x="9345457" y="1147631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2" name="anim_o5312_1">
            <a:extLst>
              <a:ext uri="{FF2B5EF4-FFF2-40B4-BE49-F238E27FC236}">
                <a16:creationId xmlns:a16="http://schemas.microsoft.com/office/drawing/2014/main" id="{D62F099E-3E53-46D4-AC5B-C0E8FE282F1C}"/>
              </a:ext>
            </a:extLst>
          </p:cNvPr>
          <p:cNvSpPr>
            <a:spLocks noGrp="1"/>
          </p:cNvSpPr>
          <p:nvPr/>
        </p:nvSpPr>
        <p:spPr>
          <a:xfrm>
            <a:off x="9345457" y="1147631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3" name="anim_o5313_1">
            <a:extLst>
              <a:ext uri="{FF2B5EF4-FFF2-40B4-BE49-F238E27FC236}">
                <a16:creationId xmlns:a16="http://schemas.microsoft.com/office/drawing/2014/main" id="{3AEF5014-AC6B-44D7-98D8-92EB4EA667B4}"/>
              </a:ext>
            </a:extLst>
          </p:cNvPr>
          <p:cNvSpPr>
            <a:spLocks noGrp="1"/>
          </p:cNvSpPr>
          <p:nvPr/>
        </p:nvSpPr>
        <p:spPr>
          <a:xfrm>
            <a:off x="9345457" y="1147631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4" name="anim_o5314_1">
            <a:extLst>
              <a:ext uri="{FF2B5EF4-FFF2-40B4-BE49-F238E27FC236}">
                <a16:creationId xmlns:a16="http://schemas.microsoft.com/office/drawing/2014/main" id="{C19D722A-9F1E-441F-80A8-F81A407E3AC1}"/>
              </a:ext>
            </a:extLst>
          </p:cNvPr>
          <p:cNvSpPr>
            <a:spLocks noGrp="1"/>
          </p:cNvSpPr>
          <p:nvPr/>
        </p:nvSpPr>
        <p:spPr>
          <a:xfrm>
            <a:off x="9345457" y="1147631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5" name="anim_o5315_1">
            <a:extLst>
              <a:ext uri="{FF2B5EF4-FFF2-40B4-BE49-F238E27FC236}">
                <a16:creationId xmlns:a16="http://schemas.microsoft.com/office/drawing/2014/main" id="{8C5B8464-F1D6-40F1-90F6-17C2A43CFDD3}"/>
              </a:ext>
            </a:extLst>
          </p:cNvPr>
          <p:cNvSpPr>
            <a:spLocks noGrp="1"/>
          </p:cNvSpPr>
          <p:nvPr/>
        </p:nvSpPr>
        <p:spPr>
          <a:xfrm>
            <a:off x="9345457" y="1147631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6" name="anim_o5316_1">
            <a:extLst>
              <a:ext uri="{FF2B5EF4-FFF2-40B4-BE49-F238E27FC236}">
                <a16:creationId xmlns:a16="http://schemas.microsoft.com/office/drawing/2014/main" id="{116FCFF8-05A5-435D-A97F-A03484A4DCFC}"/>
              </a:ext>
            </a:extLst>
          </p:cNvPr>
          <p:cNvSpPr>
            <a:spLocks noGrp="1"/>
          </p:cNvSpPr>
          <p:nvPr/>
        </p:nvSpPr>
        <p:spPr>
          <a:xfrm>
            <a:off x="9345457" y="1147631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7" name="anim_o5317_1">
            <a:extLst>
              <a:ext uri="{FF2B5EF4-FFF2-40B4-BE49-F238E27FC236}">
                <a16:creationId xmlns:a16="http://schemas.microsoft.com/office/drawing/2014/main" id="{A7B07B6D-BEB2-40B5-AADC-CD066D8725C0}"/>
              </a:ext>
            </a:extLst>
          </p:cNvPr>
          <p:cNvSpPr>
            <a:spLocks noGrp="1"/>
          </p:cNvSpPr>
          <p:nvPr/>
        </p:nvSpPr>
        <p:spPr>
          <a:xfrm>
            <a:off x="9345457" y="1147631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8" name="anim_o5318_1">
            <a:extLst>
              <a:ext uri="{FF2B5EF4-FFF2-40B4-BE49-F238E27FC236}">
                <a16:creationId xmlns:a16="http://schemas.microsoft.com/office/drawing/2014/main" id="{AD1B8508-3FDF-4577-AE99-7A71404FD756}"/>
              </a:ext>
            </a:extLst>
          </p:cNvPr>
          <p:cNvSpPr>
            <a:spLocks noGrp="1"/>
          </p:cNvSpPr>
          <p:nvPr/>
        </p:nvSpPr>
        <p:spPr>
          <a:xfrm>
            <a:off x="9345457" y="1147631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9" name="anim_o5319_1">
            <a:extLst>
              <a:ext uri="{FF2B5EF4-FFF2-40B4-BE49-F238E27FC236}">
                <a16:creationId xmlns:a16="http://schemas.microsoft.com/office/drawing/2014/main" id="{3DB30D34-DBE8-4657-8811-A081D658239E}"/>
              </a:ext>
            </a:extLst>
          </p:cNvPr>
          <p:cNvSpPr>
            <a:spLocks noGrp="1"/>
          </p:cNvSpPr>
          <p:nvPr/>
        </p:nvSpPr>
        <p:spPr>
          <a:xfrm>
            <a:off x="9345457" y="1147631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0" name="anim_o5320_1">
            <a:extLst>
              <a:ext uri="{FF2B5EF4-FFF2-40B4-BE49-F238E27FC236}">
                <a16:creationId xmlns:a16="http://schemas.microsoft.com/office/drawing/2014/main" id="{E0986230-FABC-4CDB-9BA2-89647DCD2FFE}"/>
              </a:ext>
            </a:extLst>
          </p:cNvPr>
          <p:cNvSpPr>
            <a:spLocks noGrp="1"/>
          </p:cNvSpPr>
          <p:nvPr/>
        </p:nvSpPr>
        <p:spPr>
          <a:xfrm>
            <a:off x="9345457" y="1147631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1" name="anim_o5321_1">
            <a:extLst>
              <a:ext uri="{FF2B5EF4-FFF2-40B4-BE49-F238E27FC236}">
                <a16:creationId xmlns:a16="http://schemas.microsoft.com/office/drawing/2014/main" id="{EED27B7D-67F8-48E4-A4BF-36CBB24700CE}"/>
              </a:ext>
            </a:extLst>
          </p:cNvPr>
          <p:cNvSpPr>
            <a:spLocks noGrp="1"/>
          </p:cNvSpPr>
          <p:nvPr/>
        </p:nvSpPr>
        <p:spPr>
          <a:xfrm>
            <a:off x="9345457" y="1147631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2" name="anim_o5322_1">
            <a:extLst>
              <a:ext uri="{FF2B5EF4-FFF2-40B4-BE49-F238E27FC236}">
                <a16:creationId xmlns:a16="http://schemas.microsoft.com/office/drawing/2014/main" id="{86CDC4A2-143F-4F78-898F-7CD8F116AC71}"/>
              </a:ext>
            </a:extLst>
          </p:cNvPr>
          <p:cNvSpPr>
            <a:spLocks noGrp="1"/>
          </p:cNvSpPr>
          <p:nvPr/>
        </p:nvSpPr>
        <p:spPr>
          <a:xfrm>
            <a:off x="9345457" y="1147631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3" name="anim_o5323_1">
            <a:extLst>
              <a:ext uri="{FF2B5EF4-FFF2-40B4-BE49-F238E27FC236}">
                <a16:creationId xmlns:a16="http://schemas.microsoft.com/office/drawing/2014/main" id="{24FB38F2-CCEE-4774-97EA-00EEE02955F6}"/>
              </a:ext>
            </a:extLst>
          </p:cNvPr>
          <p:cNvSpPr>
            <a:spLocks noGrp="1"/>
          </p:cNvSpPr>
          <p:nvPr/>
        </p:nvSpPr>
        <p:spPr>
          <a:xfrm>
            <a:off x="9345457" y="1147631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4" name="anim_o5324_1">
            <a:extLst>
              <a:ext uri="{FF2B5EF4-FFF2-40B4-BE49-F238E27FC236}">
                <a16:creationId xmlns:a16="http://schemas.microsoft.com/office/drawing/2014/main" id="{FF4112B5-81FB-480D-9046-39CF70EFB74B}"/>
              </a:ext>
            </a:extLst>
          </p:cNvPr>
          <p:cNvSpPr>
            <a:spLocks noGrp="1"/>
          </p:cNvSpPr>
          <p:nvPr/>
        </p:nvSpPr>
        <p:spPr>
          <a:xfrm>
            <a:off x="9345457" y="1147631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793694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3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3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3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00"/>
                            </p:stCondLst>
                            <p:childTnLst>
                              <p:par>
                                <p:cTn id="65" presetID="63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911379 0.0318014 E" pathEditMode="relative" ptsTypes="">
                                      <p:cBhvr>
                                        <p:cTn id="66" dur="1500" fill="hold"/>
                                        <p:tgtEl>
                                          <p:spTgt spid="3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8" dur="1500" fill="hold"/>
                                        <p:tgtEl>
                                          <p:spTgt spid="31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6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911379 0 E" pathEditMode="relative" ptsTypes="">
                                      <p:cBhvr>
                                        <p:cTn id="70" dur="1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2" dur="15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7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911379 -0.0318014 E" pathEditMode="relative" ptsTypes="">
                                      <p:cBhvr>
                                        <p:cTn id="74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6" dur="1500" fill="hold"/>
                                        <p:tgtEl>
                                          <p:spTgt spid="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7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5891 0.0393903 E" pathEditMode="relative" ptsTypes="">
                                      <p:cBhvr>
                                        <p:cTn id="78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0" dur="1500" fill="hold"/>
                                        <p:tgtEl>
                                          <p:spTgt spid="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8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87369 0.0393903 E" pathEditMode="relative" ptsTypes="">
                                      <p:cBhvr>
                                        <p:cTn id="82" dur="1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4" dur="1500" fill="hold"/>
                                        <p:tgtEl>
                                          <p:spTgt spid="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8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115827 0.0393903 E" pathEditMode="relative" ptsTypes="">
                                      <p:cBhvr>
                                        <p:cTn id="86" dur="1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8" dur="1500" fill="hold"/>
                                        <p:tgtEl>
                                          <p:spTgt spid="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8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144286 0.0393903 E" pathEditMode="relative" ptsTypes="">
                                      <p:cBhvr>
                                        <p:cTn id="90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2" dur="1500" fill="hold"/>
                                        <p:tgtEl>
                                          <p:spTgt spid="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9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5891 0.034331 E" pathEditMode="relative" ptsTypes="">
                                      <p:cBhvr>
                                        <p:cTn id="94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6" dur="1500" fill="hold"/>
                                        <p:tgtEl>
                                          <p:spTgt spid="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9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87369 0.034331 E" pathEditMode="relative" ptsTypes="">
                                      <p:cBhvr>
                                        <p:cTn id="98" dur="1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0" dur="1500" fill="hold"/>
                                        <p:tgtEl>
                                          <p:spTgt spid="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0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115827 0.034331 E" pathEditMode="relative" ptsTypes="">
                                      <p:cBhvr>
                                        <p:cTn id="102" dur="1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4" dur="1500" fill="hold"/>
                                        <p:tgtEl>
                                          <p:spTgt spid="1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0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144286 0.034331 E" pathEditMode="relative" ptsTypes="">
                                      <p:cBhvr>
                                        <p:cTn id="106" dur="1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8" dur="1500" fill="hold"/>
                                        <p:tgtEl>
                                          <p:spTgt spid="1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0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5891 0.0292717 E" pathEditMode="relative" ptsTypes="">
                                      <p:cBhvr>
                                        <p:cTn id="110" dur="1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2" dur="1500" fill="hold"/>
                                        <p:tgtEl>
                                          <p:spTgt spid="1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1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87369 0.0292717 E" pathEditMode="relative" ptsTypes="">
                                      <p:cBhvr>
                                        <p:cTn id="114" dur="1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6" dur="1500" fill="hold"/>
                                        <p:tgtEl>
                                          <p:spTgt spid="1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1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115827 0.0292717 E" pathEditMode="relative" ptsTypes="">
                                      <p:cBhvr>
                                        <p:cTn id="118" dur="1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0" dur="1500" fill="hold"/>
                                        <p:tgtEl>
                                          <p:spTgt spid="1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2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144286 0.0292717 E" pathEditMode="relative" ptsTypes="">
                                      <p:cBhvr>
                                        <p:cTn id="122" dur="1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4" dur="1500" fill="hold"/>
                                        <p:tgtEl>
                                          <p:spTgt spid="1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5891 0.0242124 E" pathEditMode="relative" ptsTypes="">
                                      <p:cBhvr>
                                        <p:cTn id="126" dur="1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8" dur="1500" fill="hold"/>
                                        <p:tgtEl>
                                          <p:spTgt spid="1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2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87369 0.0242124 E" pathEditMode="relative" ptsTypes="">
                                      <p:cBhvr>
                                        <p:cTn id="130" dur="1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2" dur="1500" fill="hold"/>
                                        <p:tgtEl>
                                          <p:spTgt spid="1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3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115827 0.0242124 E" pathEditMode="relative" ptsTypes="">
                                      <p:cBhvr>
                                        <p:cTn id="134" dur="1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6" dur="1500" fill="hold"/>
                                        <p:tgtEl>
                                          <p:spTgt spid="1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3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144286 0.0242124 E" pathEditMode="relative" ptsTypes="">
                                      <p:cBhvr>
                                        <p:cTn id="138" dur="1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0" dur="1500" fill="hold"/>
                                        <p:tgtEl>
                                          <p:spTgt spid="1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4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5891 0.007589 E" pathEditMode="relative" ptsTypes="">
                                      <p:cBhvr>
                                        <p:cTn id="142" dur="1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4" dur="1500" fill="hold"/>
                                        <p:tgtEl>
                                          <p:spTgt spid="2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4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87369 0.007589 E" pathEditMode="relative" ptsTypes="">
                                      <p:cBhvr>
                                        <p:cTn id="146" dur="1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8" dur="1500" fill="hold"/>
                                        <p:tgtEl>
                                          <p:spTgt spid="2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4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115827 0.007589 E" pathEditMode="relative" ptsTypes="">
                                      <p:cBhvr>
                                        <p:cTn id="150" dur="1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2" dur="1500" fill="hold"/>
                                        <p:tgtEl>
                                          <p:spTgt spid="2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5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144286 0.007589 E" pathEditMode="relative" ptsTypes="">
                                      <p:cBhvr>
                                        <p:cTn id="154" dur="1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6" dur="1500" fill="hold"/>
                                        <p:tgtEl>
                                          <p:spTgt spid="2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5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5891 0.0025297 E" pathEditMode="relative" ptsTypes="">
                                      <p:cBhvr>
                                        <p:cTn id="158" dur="1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0" dur="1500" fill="hold"/>
                                        <p:tgtEl>
                                          <p:spTgt spid="2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87369 0.0025297 E" pathEditMode="relative" ptsTypes="">
                                      <p:cBhvr>
                                        <p:cTn id="162" dur="1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4" dur="1500" fill="hold"/>
                                        <p:tgtEl>
                                          <p:spTgt spid="2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6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115827 0.0025297 E" pathEditMode="relative" ptsTypes="">
                                      <p:cBhvr>
                                        <p:cTn id="166" dur="1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8" dur="1500" fill="hold"/>
                                        <p:tgtEl>
                                          <p:spTgt spid="2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6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144286 0.0025297 E" pathEditMode="relative" ptsTypes="">
                                      <p:cBhvr>
                                        <p:cTn id="170" dur="1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2" dur="1500" fill="hold"/>
                                        <p:tgtEl>
                                          <p:spTgt spid="2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7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5891 -0.0025297 E" pathEditMode="relative" ptsTypes="">
                                      <p:cBhvr>
                                        <p:cTn id="174" dur="1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6" dur="1500" fill="hold"/>
                                        <p:tgtEl>
                                          <p:spTgt spid="2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7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87369 -0.0025297 E" pathEditMode="relative" ptsTypes="">
                                      <p:cBhvr>
                                        <p:cTn id="178" dur="1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0" dur="1500" fill="hold"/>
                                        <p:tgtEl>
                                          <p:spTgt spid="2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8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115827 -0.0025297 E" pathEditMode="relative" ptsTypes="">
                                      <p:cBhvr>
                                        <p:cTn id="182" dur="1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4" dur="15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8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144286 -0.0025297 E" pathEditMode="relative" ptsTypes="">
                                      <p:cBhvr>
                                        <p:cTn id="186" dur="1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8" dur="1500" fill="hold"/>
                                        <p:tgtEl>
                                          <p:spTgt spid="3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8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5891 -0.007589 E" pathEditMode="relative" ptsTypes="">
                                      <p:cBhvr>
                                        <p:cTn id="190" dur="1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2" dur="1500" fill="hold"/>
                                        <p:tgtEl>
                                          <p:spTgt spid="3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9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87369 -0.007589 E" pathEditMode="relative" ptsTypes="">
                                      <p:cBhvr>
                                        <p:cTn id="194" dur="1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6" dur="15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9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115827 -0.007589 E" pathEditMode="relative" ptsTypes="">
                                      <p:cBhvr>
                                        <p:cTn id="198" dur="1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0" dur="1500" fill="hold"/>
                                        <p:tgtEl>
                                          <p:spTgt spid="3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20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144286 -0.007589 E" pathEditMode="relative" ptsTypes="">
                                      <p:cBhvr>
                                        <p:cTn id="202" dur="1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4" dur="1500" fill="hold"/>
                                        <p:tgtEl>
                                          <p:spTgt spid="3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20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5891 -0.0242124 E" pathEditMode="relative" ptsTypes="">
                                      <p:cBhvr>
                                        <p:cTn id="206" dur="1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8" dur="1500" fill="hold"/>
                                        <p:tgtEl>
                                          <p:spTgt spid="3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20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87369 -0.0242124 E" pathEditMode="relative" ptsTypes="">
                                      <p:cBhvr>
                                        <p:cTn id="210" dur="1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2" dur="1500" fill="hold"/>
                                        <p:tgtEl>
                                          <p:spTgt spid="3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21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115827 -0.0242124 E" pathEditMode="relative" ptsTypes="">
                                      <p:cBhvr>
                                        <p:cTn id="214" dur="1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6" dur="1500" fill="hold"/>
                                        <p:tgtEl>
                                          <p:spTgt spid="3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21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144286 -0.0242124 E" pathEditMode="relative" ptsTypes="">
                                      <p:cBhvr>
                                        <p:cTn id="218" dur="1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0" dur="1500" fill="hold"/>
                                        <p:tgtEl>
                                          <p:spTgt spid="3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22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5891 -0.0292717 E" pathEditMode="relative" ptsTypes="">
                                      <p:cBhvr>
                                        <p:cTn id="222" dur="1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4" dur="1500" fill="hold"/>
                                        <p:tgtEl>
                                          <p:spTgt spid="4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2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87369 -0.0292717 E" pathEditMode="relative" ptsTypes="">
                                      <p:cBhvr>
                                        <p:cTn id="226" dur="1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8" dur="1500" fill="hold"/>
                                        <p:tgtEl>
                                          <p:spTgt spid="4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22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115827 -0.0292717 E" pathEditMode="relative" ptsTypes="">
                                      <p:cBhvr>
                                        <p:cTn id="230" dur="1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2" dur="1500" fill="hold"/>
                                        <p:tgtEl>
                                          <p:spTgt spid="4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23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144286 -0.0292717 E" pathEditMode="relative" ptsTypes="">
                                      <p:cBhvr>
                                        <p:cTn id="234" dur="1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6" dur="1500" fill="hold"/>
                                        <p:tgtEl>
                                          <p:spTgt spid="4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23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5891 -0.034331 E" pathEditMode="relative" ptsTypes="">
                                      <p:cBhvr>
                                        <p:cTn id="238" dur="1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0" dur="15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24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87369 -0.034331 E" pathEditMode="relative" ptsTypes="">
                                      <p:cBhvr>
                                        <p:cTn id="242" dur="1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4" dur="1500" fill="hold"/>
                                        <p:tgtEl>
                                          <p:spTgt spid="4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24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115827 -0.034331 E" pathEditMode="relative" ptsTypes="">
                                      <p:cBhvr>
                                        <p:cTn id="246" dur="1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8" dur="1500" fill="hold"/>
                                        <p:tgtEl>
                                          <p:spTgt spid="4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24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144286 -0.034331 E" pathEditMode="relative" ptsTypes="">
                                      <p:cBhvr>
                                        <p:cTn id="250" dur="1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2" dur="15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25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5891 -0.0393903 E" pathEditMode="relative" ptsTypes="">
                                      <p:cBhvr>
                                        <p:cTn id="254" dur="1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6" dur="15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25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087369 -0.0393903 E" pathEditMode="relative" ptsTypes="">
                                      <p:cBhvr>
                                        <p:cTn id="258" dur="1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0" dur="15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2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115827 -0.0393903 E" pathEditMode="relative" ptsTypes="">
                                      <p:cBhvr>
                                        <p:cTn id="262" dur="1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4" dur="1500" fill="hold"/>
                                        <p:tgtEl>
                                          <p:spTgt spid="5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26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144286 -0.0393903 E" pathEditMode="relative" ptsTypes="">
                                      <p:cBhvr>
                                        <p:cTn id="266" dur="1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8" dur="1500" fill="hold"/>
                                        <p:tgtEl>
                                          <p:spTgt spid="5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2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1" dur="1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654222 -0.0668625 E" pathEditMode="relative" ptsTypes="">
                                      <p:cBhvr>
                                        <p:cTn id="273" dur="150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6" dur="1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903859 -0.0668625 E" pathEditMode="relative" ptsTypes="">
                                      <p:cBhvr>
                                        <p:cTn id="278" dur="1500" fill="hold"/>
                                        <p:tgtEl>
                                          <p:spTgt spid="2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1" dur="1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153496 -0.0668625 E" pathEditMode="relative" ptsTypes="">
                                      <p:cBhvr>
                                        <p:cTn id="283" dur="1500" fill="hold"/>
                                        <p:tgtEl>
                                          <p:spTgt spid="2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6" dur="1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403133 -0.0668625 E" pathEditMode="relative" ptsTypes="">
                                      <p:cBhvr>
                                        <p:cTn id="288" dur="1500" fill="hold"/>
                                        <p:tgtEl>
                                          <p:spTgt spid="2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1" dur="1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654222 -0.0224826 E" pathEditMode="relative" ptsTypes="">
                                      <p:cBhvr>
                                        <p:cTn id="293" dur="1500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6" dur="1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903859 -0.0224826 E" pathEditMode="relative" ptsTypes="">
                                      <p:cBhvr>
                                        <p:cTn id="298" dur="1500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1" dur="1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153496 -0.0224826 E" pathEditMode="relative" ptsTypes="">
                                      <p:cBhvr>
                                        <p:cTn id="303" dur="1500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6" dur="1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403133 -0.0224826 E" pathEditMode="relative" ptsTypes="">
                                      <p:cBhvr>
                                        <p:cTn id="308" dur="1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1" dur="1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654222 0.0218973 E" pathEditMode="relative" ptsTypes="">
                                      <p:cBhvr>
                                        <p:cTn id="313" dur="15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1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903859 0.0218973 E" pathEditMode="relative" ptsTypes="">
                                      <p:cBhvr>
                                        <p:cTn id="318" dur="1500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1" dur="1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153496 0.0218973 E" pathEditMode="relative" ptsTypes="">
                                      <p:cBhvr>
                                        <p:cTn id="323" dur="15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6" dur="1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403133 0.0218973 E" pathEditMode="relative" ptsTypes="">
                                      <p:cBhvr>
                                        <p:cTn id="328" dur="1500" fill="hold"/>
                                        <p:tgtEl>
                                          <p:spTgt spid="2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1" dur="1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654222 0.0662772 E" pathEditMode="relative" ptsTypes="">
                                      <p:cBhvr>
                                        <p:cTn id="333" dur="1500" fill="hold"/>
                                        <p:tgtEl>
                                          <p:spTgt spid="2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6" dur="1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903859 0.0662772 E" pathEditMode="relative" ptsTypes="">
                                      <p:cBhvr>
                                        <p:cTn id="338" dur="15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1" dur="1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153496 0.0662772 E" pathEditMode="relative" ptsTypes="">
                                      <p:cBhvr>
                                        <p:cTn id="343" dur="1500" fill="hold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6" dur="1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403133 0.0662772 E" pathEditMode="relative" ptsTypes="">
                                      <p:cBhvr>
                                        <p:cTn id="348" dur="1500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32426 0.0275242 E" pathEditMode="relative" ptsTypes="">
                                      <p:cBhvr>
                                        <p:cTn id="350" dur="1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2" dur="1500" fill="hold"/>
                                        <p:tgtEl>
                                          <p:spTgt spid="5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35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678784 0 E" pathEditMode="relative" ptsTypes="">
                                      <p:cBhvr>
                                        <p:cTn id="354" dur="1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6" dur="1500" fill="hold"/>
                                        <p:tgtEl>
                                          <p:spTgt spid="5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35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13384 0.0320753 E" pathEditMode="relative" ptsTypes="">
                                      <p:cBhvr>
                                        <p:cTn id="358" dur="1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0" dur="1500" fill="hold"/>
                                        <p:tgtEl>
                                          <p:spTgt spid="5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3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29004 0.0308105 E" pathEditMode="relative" ptsTypes="">
                                      <p:cBhvr>
                                        <p:cTn id="362" dur="1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4" dur="1500" fill="hold"/>
                                        <p:tgtEl>
                                          <p:spTgt spid="5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36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13384 0.000274 E" pathEditMode="relative" ptsTypes="">
                                      <p:cBhvr>
                                        <p:cTn id="366" dur="1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8" dur="1500" fill="hold"/>
                                        <p:tgtEl>
                                          <p:spTgt spid="5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36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29004 -0.0009909 E" pathEditMode="relative" ptsTypes="">
                                      <p:cBhvr>
                                        <p:cTn id="370" dur="1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2" dur="1500" fill="hold"/>
                                        <p:tgtEl>
                                          <p:spTgt spid="5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37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13384 -0.0315224 E" pathEditMode="relative" ptsTypes="">
                                      <p:cBhvr>
                                        <p:cTn id="374" dur="1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6" dur="1500" fill="hold"/>
                                        <p:tgtEl>
                                          <p:spTgt spid="5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37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29004 -0.0327872 E" pathEditMode="relative" ptsTypes="">
                                      <p:cBhvr>
                                        <p:cTn id="378" dur="1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0" dur="1500" fill="hold"/>
                                        <p:tgtEl>
                                          <p:spTgt spid="5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38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180676 0.0318014 E" pathEditMode="relative" ptsTypes="">
                                      <p:cBhvr>
                                        <p:cTn id="382" dur="1500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3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4" dur="1500" fill="hold"/>
                                        <p:tgtEl>
                                          <p:spTgt spid="24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38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180676 0 E" pathEditMode="relative" ptsTypes="">
                                      <p:cBhvr>
                                        <p:cTn id="386" dur="150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7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8" dur="1500" fill="hold"/>
                                        <p:tgtEl>
                                          <p:spTgt spid="25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38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180676 -0.0318014 E" pathEditMode="relative" ptsTypes="">
                                      <p:cBhvr>
                                        <p:cTn id="390" dur="1500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1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2" dur="1500" fill="hold"/>
                                        <p:tgtEl>
                                          <p:spTgt spid="25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39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206079 0.0319688 E" pathEditMode="relative" ptsTypes="">
                                      <p:cBhvr>
                                        <p:cTn id="394" dur="15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5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6" dur="1500" fill="hold"/>
                                        <p:tgtEl>
                                          <p:spTgt spid="25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39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218179 0.0310051 E" pathEditMode="relative" ptsTypes="">
                                      <p:cBhvr>
                                        <p:cTn id="398" dur="1500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9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0" dur="1500" fill="hold"/>
                                        <p:tgtEl>
                                          <p:spTgt spid="25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40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206079 0.0001674 E" pathEditMode="relative" ptsTypes="">
                                      <p:cBhvr>
                                        <p:cTn id="402" dur="1500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3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4" dur="1500" fill="hold"/>
                                        <p:tgtEl>
                                          <p:spTgt spid="25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40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218179 -0.0007963 E" pathEditMode="relative" ptsTypes="">
                                      <p:cBhvr>
                                        <p:cTn id="406" dur="15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7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8" dur="1500" fill="hold"/>
                                        <p:tgtEl>
                                          <p:spTgt spid="25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40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206079 -0.0316301 E" pathEditMode="relative" ptsTypes="">
                                      <p:cBhvr>
                                        <p:cTn id="410" dur="15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1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2" dur="1500" fill="hold"/>
                                        <p:tgtEl>
                                          <p:spTgt spid="25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41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218179 -0.0325938 E" pathEditMode="relative" ptsTypes="">
                                      <p:cBhvr>
                                        <p:cTn id="414" dur="15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5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6" dur="1500" fill="hold"/>
                                        <p:tgtEl>
                                          <p:spTgt spid="25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41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990454 0.0318014 E" pathEditMode="relative" ptsTypes="">
                                      <p:cBhvr>
                                        <p:cTn id="418" dur="15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9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0" dur="1500" fill="hold"/>
                                        <p:tgtEl>
                                          <p:spTgt spid="25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42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23951 0.0318014 E" pathEditMode="relative" ptsTypes="">
                                      <p:cBhvr>
                                        <p:cTn id="422" dur="1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3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4" dur="1500" fill="hold"/>
                                        <p:tgtEl>
                                          <p:spTgt spid="25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42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990454 0 E" pathEditMode="relative" ptsTypes="">
                                      <p:cBhvr>
                                        <p:cTn id="426" dur="1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7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8" dur="1500" fill="hold"/>
                                        <p:tgtEl>
                                          <p:spTgt spid="26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42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23951 0 E" pathEditMode="relative" ptsTypes="">
                                      <p:cBhvr>
                                        <p:cTn id="430" dur="1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1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2" dur="1500" fill="hold"/>
                                        <p:tgtEl>
                                          <p:spTgt spid="26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43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990454 -0.0318014 E" pathEditMode="relative" ptsTypes="">
                                      <p:cBhvr>
                                        <p:cTn id="434" dur="1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5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6" dur="1500" fill="hold"/>
                                        <p:tgtEl>
                                          <p:spTgt spid="26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43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23951 -0.0318014 E" pathEditMode="relative" ptsTypes="">
                                      <p:cBhvr>
                                        <p:cTn id="438" dur="1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9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0" dur="1500" fill="hold"/>
                                        <p:tgtEl>
                                          <p:spTgt spid="26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44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285145 0.0318014 E" pathEditMode="relative" ptsTypes="">
                                      <p:cBhvr>
                                        <p:cTn id="442" dur="150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3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4" dur="1500" fill="hold"/>
                                        <p:tgtEl>
                                          <p:spTgt spid="26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44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285145 0 E" pathEditMode="relative" ptsTypes="">
                                      <p:cBhvr>
                                        <p:cTn id="446" dur="150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7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8" dur="1500" fill="hold"/>
                                        <p:tgtEl>
                                          <p:spTgt spid="26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44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1285145 -0.0318014 E" pathEditMode="relative" ptsTypes="">
                                      <p:cBhvr>
                                        <p:cTn id="450" dur="150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1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2" dur="1500" fill="hold"/>
                                        <p:tgtEl>
                                          <p:spTgt spid="26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45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46643 0.0100463 E" pathEditMode="relative" ptsTypes="">
                                      <p:cBhvr>
                                        <p:cTn id="454" dur="1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6" dur="1500" fill="hold"/>
                                        <p:tgtEl>
                                          <p:spTgt spid="6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45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75102 0.0100463 E" pathEditMode="relative" ptsTypes="">
                                      <p:cBhvr>
                                        <p:cTn id="458" dur="1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0" dur="1500" fill="hold"/>
                                        <p:tgtEl>
                                          <p:spTgt spid="6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4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03561 0.0100463 E" pathEditMode="relative" ptsTypes="">
                                      <p:cBhvr>
                                        <p:cTn id="462" dur="1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4" dur="1500" fill="hold"/>
                                        <p:tgtEl>
                                          <p:spTgt spid="6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46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32019 0.0100463 E" pathEditMode="relative" ptsTypes="">
                                      <p:cBhvr>
                                        <p:cTn id="466" dur="1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8" dur="1500" fill="hold"/>
                                        <p:tgtEl>
                                          <p:spTgt spid="6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46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60478 0.0100463 E" pathEditMode="relative" ptsTypes="">
                                      <p:cBhvr>
                                        <p:cTn id="470" dur="1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2" dur="1500" fill="hold"/>
                                        <p:tgtEl>
                                          <p:spTgt spid="6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47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8936 0.0100463 E" pathEditMode="relative" ptsTypes="">
                                      <p:cBhvr>
                                        <p:cTn id="474" dur="1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6" dur="1500" fill="hold"/>
                                        <p:tgtEl>
                                          <p:spTgt spid="6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47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46643 0.004987 E" pathEditMode="relative" ptsTypes="">
                                      <p:cBhvr>
                                        <p:cTn id="478" dur="1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0" dur="1500" fill="hold"/>
                                        <p:tgtEl>
                                          <p:spTgt spid="6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48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75102 0.004987 E" pathEditMode="relative" ptsTypes="">
                                      <p:cBhvr>
                                        <p:cTn id="482" dur="1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4" dur="1500" fill="hold"/>
                                        <p:tgtEl>
                                          <p:spTgt spid="6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48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03561 0.004987 E" pathEditMode="relative" ptsTypes="">
                                      <p:cBhvr>
                                        <p:cTn id="486" dur="1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8" dur="1500" fill="hold"/>
                                        <p:tgtEl>
                                          <p:spTgt spid="6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48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32019 0.004987 E" pathEditMode="relative" ptsTypes="">
                                      <p:cBhvr>
                                        <p:cTn id="490" dur="1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2" dur="1500" fill="hold"/>
                                        <p:tgtEl>
                                          <p:spTgt spid="6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49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60478 0.004987 E" pathEditMode="relative" ptsTypes="">
                                      <p:cBhvr>
                                        <p:cTn id="494" dur="1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6" dur="1500" fill="hold"/>
                                        <p:tgtEl>
                                          <p:spTgt spid="7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49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8936 0.004987 E" pathEditMode="relative" ptsTypes="">
                                      <p:cBhvr>
                                        <p:cTn id="498" dur="1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0" dur="1500" fill="hold"/>
                                        <p:tgtEl>
                                          <p:spTgt spid="7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50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46643 -7.23e-05 E" pathEditMode="relative" ptsTypes="">
                                      <p:cBhvr>
                                        <p:cTn id="502" dur="1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4" dur="1500" fill="hold"/>
                                        <p:tgtEl>
                                          <p:spTgt spid="7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50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75102 -7.23e-05 E" pathEditMode="relative" ptsTypes="">
                                      <p:cBhvr>
                                        <p:cTn id="506" dur="1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8" dur="1500" fill="hold"/>
                                        <p:tgtEl>
                                          <p:spTgt spid="7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50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03561 -7.23e-05 E" pathEditMode="relative" ptsTypes="">
                                      <p:cBhvr>
                                        <p:cTn id="510" dur="1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2" dur="1500" fill="hold"/>
                                        <p:tgtEl>
                                          <p:spTgt spid="7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51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32019 -7.23e-05 E" pathEditMode="relative" ptsTypes="">
                                      <p:cBhvr>
                                        <p:cTn id="514" dur="1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6" dur="1500" fill="hold"/>
                                        <p:tgtEl>
                                          <p:spTgt spid="7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51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60478 -7.23e-05 E" pathEditMode="relative" ptsTypes="">
                                      <p:cBhvr>
                                        <p:cTn id="518" dur="1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0" dur="1500" fill="hold"/>
                                        <p:tgtEl>
                                          <p:spTgt spid="7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52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8936 -7.23e-05 E" pathEditMode="relative" ptsTypes="">
                                      <p:cBhvr>
                                        <p:cTn id="522" dur="1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4" dur="1500" fill="hold"/>
                                        <p:tgtEl>
                                          <p:spTgt spid="7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5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46643 -0.0051316 E" pathEditMode="relative" ptsTypes="">
                                      <p:cBhvr>
                                        <p:cTn id="526" dur="1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8" dur="1500" fill="hold"/>
                                        <p:tgtEl>
                                          <p:spTgt spid="7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52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75102 -0.0051316 E" pathEditMode="relative" ptsTypes="">
                                      <p:cBhvr>
                                        <p:cTn id="530" dur="1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32" dur="1500" fill="hold"/>
                                        <p:tgtEl>
                                          <p:spTgt spid="7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53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03561 -0.0051316 E" pathEditMode="relative" ptsTypes="">
                                      <p:cBhvr>
                                        <p:cTn id="534" dur="1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36" dur="1500" fill="hold"/>
                                        <p:tgtEl>
                                          <p:spTgt spid="8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53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32019 -0.0051316 E" pathEditMode="relative" ptsTypes="">
                                      <p:cBhvr>
                                        <p:cTn id="538" dur="1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0" dur="1500" fill="hold"/>
                                        <p:tgtEl>
                                          <p:spTgt spid="8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54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60478 -0.0051316 E" pathEditMode="relative" ptsTypes="">
                                      <p:cBhvr>
                                        <p:cTn id="542" dur="1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4" dur="1500" fill="hold"/>
                                        <p:tgtEl>
                                          <p:spTgt spid="8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54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8936 -0.0051316 E" pathEditMode="relative" ptsTypes="">
                                      <p:cBhvr>
                                        <p:cTn id="546" dur="1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8" dur="1500" fill="hold"/>
                                        <p:tgtEl>
                                          <p:spTgt spid="8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54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46643 -0.0101909 E" pathEditMode="relative" ptsTypes="">
                                      <p:cBhvr>
                                        <p:cTn id="550" dur="1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52" dur="1500" fill="hold"/>
                                        <p:tgtEl>
                                          <p:spTgt spid="8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55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75102 -0.0101909 E" pathEditMode="relative" ptsTypes="">
                                      <p:cBhvr>
                                        <p:cTn id="554" dur="1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56" dur="1500" fill="hold"/>
                                        <p:tgtEl>
                                          <p:spTgt spid="8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55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03561 -0.0101909 E" pathEditMode="relative" ptsTypes="">
                                      <p:cBhvr>
                                        <p:cTn id="558" dur="1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60" dur="1500" fill="hold"/>
                                        <p:tgtEl>
                                          <p:spTgt spid="8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5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32019 -0.0101909 E" pathEditMode="relative" ptsTypes="">
                                      <p:cBhvr>
                                        <p:cTn id="562" dur="1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64" dur="1500" fill="hold"/>
                                        <p:tgtEl>
                                          <p:spTgt spid="8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56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60478 -0.0101909 E" pathEditMode="relative" ptsTypes="">
                                      <p:cBhvr>
                                        <p:cTn id="566" dur="1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68" dur="1500" fill="hold"/>
                                        <p:tgtEl>
                                          <p:spTgt spid="8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56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8936 -0.0101909 E" pathEditMode="relative" ptsTypes="">
                                      <p:cBhvr>
                                        <p:cTn id="570" dur="1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72" dur="1500" fill="hold"/>
                                        <p:tgtEl>
                                          <p:spTgt spid="8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57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46643 -0.0152502 E" pathEditMode="relative" ptsTypes="">
                                      <p:cBhvr>
                                        <p:cTn id="574" dur="1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76" dur="1500" fill="hold"/>
                                        <p:tgtEl>
                                          <p:spTgt spid="9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57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75102 -0.0152502 E" pathEditMode="relative" ptsTypes="">
                                      <p:cBhvr>
                                        <p:cTn id="578" dur="1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80" dur="1500" fill="hold"/>
                                        <p:tgtEl>
                                          <p:spTgt spid="9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58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03561 -0.0152502 E" pathEditMode="relative" ptsTypes="">
                                      <p:cBhvr>
                                        <p:cTn id="582" dur="1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84" dur="1500" fill="hold"/>
                                        <p:tgtEl>
                                          <p:spTgt spid="9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58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32019 -0.0152502 E" pathEditMode="relative" ptsTypes="">
                                      <p:cBhvr>
                                        <p:cTn id="586" dur="1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88" dur="1500" fill="hold"/>
                                        <p:tgtEl>
                                          <p:spTgt spid="9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58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60478 -0.0152502 E" pathEditMode="relative" ptsTypes="">
                                      <p:cBhvr>
                                        <p:cTn id="590" dur="1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92" dur="1500" fill="hold"/>
                                        <p:tgtEl>
                                          <p:spTgt spid="9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59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8936 -0.0152502 E" pathEditMode="relative" ptsTypes="">
                                      <p:cBhvr>
                                        <p:cTn id="594" dur="1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96" dur="1500" fill="hold"/>
                                        <p:tgtEl>
                                          <p:spTgt spid="9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5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9" dur="1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654222 -0.0986603 E" pathEditMode="relative" ptsTypes="">
                                      <p:cBhvr>
                                        <p:cTn id="601" dur="1500" fill="hold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4" dur="1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903859 -0.0986603 E" pathEditMode="relative" ptsTypes="">
                                      <p:cBhvr>
                                        <p:cTn id="606" dur="150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9" dur="1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153496 -0.0986603 E" pathEditMode="relative" ptsTypes="">
                                      <p:cBhvr>
                                        <p:cTn id="611" dur="1500" fill="hold"/>
                                        <p:tgtEl>
                                          <p:spTgt spid="2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4" dur="1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403133 -0.0986603 E" pathEditMode="relative" ptsTypes="">
                                      <p:cBhvr>
                                        <p:cTn id="616" dur="150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9" dur="1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654222 -0.0542804 E" pathEditMode="relative" ptsTypes="">
                                      <p:cBhvr>
                                        <p:cTn id="621" dur="150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4" dur="1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903859 -0.0542804 E" pathEditMode="relative" ptsTypes="">
                                      <p:cBhvr>
                                        <p:cTn id="626" dur="1500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9" dur="1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153496 -0.0542804 E" pathEditMode="relative" ptsTypes="">
                                      <p:cBhvr>
                                        <p:cTn id="631" dur="150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4" dur="1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403133 -0.0542804 E" pathEditMode="relative" ptsTypes="">
                                      <p:cBhvr>
                                        <p:cTn id="636" dur="15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9" dur="1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654222 -0.0099005 E" pathEditMode="relative" ptsTypes="">
                                      <p:cBhvr>
                                        <p:cTn id="641" dur="1500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4" dur="1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903859 -0.0099005 E" pathEditMode="relative" ptsTypes="">
                                      <p:cBhvr>
                                        <p:cTn id="646" dur="1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9" dur="1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153496 -0.0099005 E" pathEditMode="relative" ptsTypes="">
                                      <p:cBhvr>
                                        <p:cTn id="651" dur="150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4" dur="1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403133 -0.0099005 E" pathEditMode="relative" ptsTypes="">
                                      <p:cBhvr>
                                        <p:cTn id="656" dur="15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9" dur="1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654222 0.0344794 E" pathEditMode="relative" ptsTypes="">
                                      <p:cBhvr>
                                        <p:cTn id="661" dur="1500" fill="hold"/>
                                        <p:tgtEl>
                                          <p:spTgt spid="2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4" dur="1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903859 0.0344794 E" pathEditMode="relative" ptsTypes="">
                                      <p:cBhvr>
                                        <p:cTn id="666" dur="1500" fill="hold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9" dur="1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153496 0.0344794 E" pathEditMode="relative" ptsTypes="">
                                      <p:cBhvr>
                                        <p:cTn id="671" dur="1500" fill="hold"/>
                                        <p:tgtEl>
                                          <p:spTgt spid="2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4" dur="1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403133 0.0344794 E" pathEditMode="relative" ptsTypes="">
                                      <p:cBhvr>
                                        <p:cTn id="676" dur="1500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73917 0.0342588 E" pathEditMode="relative" ptsTypes="">
                                      <p:cBhvr>
                                        <p:cTn id="678" dur="1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80" dur="15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68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02376 0.0342588 E" pathEditMode="relative" ptsTypes="">
                                      <p:cBhvr>
                                        <p:cTn id="682" dur="1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84" dur="1500" fill="hold"/>
                                        <p:tgtEl>
                                          <p:spTgt spid="9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68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30835 0.0342588 E" pathEditMode="relative" ptsTypes="">
                                      <p:cBhvr>
                                        <p:cTn id="686" dur="1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88" dur="1500" fill="hold"/>
                                        <p:tgtEl>
                                          <p:spTgt spid="9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68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73917 0.0291994 E" pathEditMode="relative" ptsTypes="">
                                      <p:cBhvr>
                                        <p:cTn id="690" dur="1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92" dur="1500" fill="hold"/>
                                        <p:tgtEl>
                                          <p:spTgt spid="9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69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02376 0.0291994 E" pathEditMode="relative" ptsTypes="">
                                      <p:cBhvr>
                                        <p:cTn id="694" dur="1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96" dur="15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69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30835 0.0291994 E" pathEditMode="relative" ptsTypes="">
                                      <p:cBhvr>
                                        <p:cTn id="698" dur="1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00" dur="1500" fill="hold"/>
                                        <p:tgtEl>
                                          <p:spTgt spid="10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70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73917 0.0241401 E" pathEditMode="relative" ptsTypes="">
                                      <p:cBhvr>
                                        <p:cTn id="702" dur="1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04" dur="1500" fill="hold"/>
                                        <p:tgtEl>
                                          <p:spTgt spid="10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70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02376 0.0241401 E" pathEditMode="relative" ptsTypes="">
                                      <p:cBhvr>
                                        <p:cTn id="706" dur="1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08" dur="15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70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30835 0.0241401 E" pathEditMode="relative" ptsTypes="">
                                      <p:cBhvr>
                                        <p:cTn id="710" dur="1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12" dur="1500" fill="hold"/>
                                        <p:tgtEl>
                                          <p:spTgt spid="10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71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73917 0.0024574 E" pathEditMode="relative" ptsTypes="">
                                      <p:cBhvr>
                                        <p:cTn id="714" dur="1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16" dur="1500" fill="hold"/>
                                        <p:tgtEl>
                                          <p:spTgt spid="10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71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02376 0.0024574 E" pathEditMode="relative" ptsTypes="">
                                      <p:cBhvr>
                                        <p:cTn id="718" dur="1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20" dur="1500" fill="hold"/>
                                        <p:tgtEl>
                                          <p:spTgt spid="10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72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30835 0.0024574 E" pathEditMode="relative" ptsTypes="">
                                      <p:cBhvr>
                                        <p:cTn id="722" dur="1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24" dur="1500" fill="hold"/>
                                        <p:tgtEl>
                                          <p:spTgt spid="10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7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73917 -0.0026019 E" pathEditMode="relative" ptsTypes="">
                                      <p:cBhvr>
                                        <p:cTn id="726" dur="1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28" dur="1500" fill="hold"/>
                                        <p:tgtEl>
                                          <p:spTgt spid="10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72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02376 -0.0026019 E" pathEditMode="relative" ptsTypes="">
                                      <p:cBhvr>
                                        <p:cTn id="730" dur="1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32" dur="1500" fill="hold"/>
                                        <p:tgtEl>
                                          <p:spTgt spid="10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73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30835 -0.0026019 E" pathEditMode="relative" ptsTypes="">
                                      <p:cBhvr>
                                        <p:cTn id="734" dur="1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36" dur="1500" fill="hold"/>
                                        <p:tgtEl>
                                          <p:spTgt spid="11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73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73917 -0.0076612 E" pathEditMode="relative" ptsTypes="">
                                      <p:cBhvr>
                                        <p:cTn id="738" dur="1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40" dur="1500" fill="hold"/>
                                        <p:tgtEl>
                                          <p:spTgt spid="11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74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02376 -0.0076612 E" pathEditMode="relative" ptsTypes="">
                                      <p:cBhvr>
                                        <p:cTn id="742" dur="1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44" dur="1500" fill="hold"/>
                                        <p:tgtEl>
                                          <p:spTgt spid="11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74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30835 -0.0076612 E" pathEditMode="relative" ptsTypes="">
                                      <p:cBhvr>
                                        <p:cTn id="746" dur="1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48" dur="1500" fill="hold"/>
                                        <p:tgtEl>
                                          <p:spTgt spid="11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74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73917 -0.029344 E" pathEditMode="relative" ptsTypes="">
                                      <p:cBhvr>
                                        <p:cTn id="750" dur="1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52" dur="15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75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02376 -0.029344 E" pathEditMode="relative" ptsTypes="">
                                      <p:cBhvr>
                                        <p:cTn id="754" dur="1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56" dur="1500" fill="hold"/>
                                        <p:tgtEl>
                                          <p:spTgt spid="11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75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30835 -0.029344 E" pathEditMode="relative" ptsTypes="">
                                      <p:cBhvr>
                                        <p:cTn id="758" dur="1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60" dur="1500" fill="hold"/>
                                        <p:tgtEl>
                                          <p:spTgt spid="11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7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73917 -0.0344033 E" pathEditMode="relative" ptsTypes="">
                                      <p:cBhvr>
                                        <p:cTn id="762" dur="1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64" dur="15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76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02376 -0.0344033 E" pathEditMode="relative" ptsTypes="">
                                      <p:cBhvr>
                                        <p:cTn id="766" dur="1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68" dur="15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76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30835 -0.0344033 E" pathEditMode="relative" ptsTypes="">
                                      <p:cBhvr>
                                        <p:cTn id="770" dur="1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72" dur="15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77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73917 -0.0394626 E" pathEditMode="relative" ptsTypes="">
                                      <p:cBhvr>
                                        <p:cTn id="774" dur="1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76" dur="15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77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02376 -0.0394626 E" pathEditMode="relative" ptsTypes="">
                                      <p:cBhvr>
                                        <p:cTn id="778" dur="1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80" dur="1500" fill="hold"/>
                                        <p:tgtEl>
                                          <p:spTgt spid="12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78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30835 -0.0394626 E" pathEditMode="relative" ptsTypes="">
                                      <p:cBhvr>
                                        <p:cTn id="782" dur="1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84" dur="1500" fill="hold"/>
                                        <p:tgtEl>
                                          <p:spTgt spid="12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78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61279 0.0126483 E" pathEditMode="relative" ptsTypes="">
                                      <p:cBhvr>
                                        <p:cTn id="786" dur="1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88" dur="1500" fill="hold"/>
                                        <p:tgtEl>
                                          <p:spTgt spid="12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78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89738 0.0126483 E" pathEditMode="relative" ptsTypes="">
                                      <p:cBhvr>
                                        <p:cTn id="790" dur="1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92" dur="1500" fill="hold"/>
                                        <p:tgtEl>
                                          <p:spTgt spid="12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79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18196 0.0126483 E" pathEditMode="relative" ptsTypes="">
                                      <p:cBhvr>
                                        <p:cTn id="794" dur="1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96" dur="1500" fill="hold"/>
                                        <p:tgtEl>
                                          <p:spTgt spid="12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79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46655 0.0126483 E" pathEditMode="relative" ptsTypes="">
                                      <p:cBhvr>
                                        <p:cTn id="798" dur="1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00" dur="1500" fill="hold"/>
                                        <p:tgtEl>
                                          <p:spTgt spid="12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80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75114 0.0126483 E" pathEditMode="relative" ptsTypes="">
                                      <p:cBhvr>
                                        <p:cTn id="802" dur="1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04" dur="1500" fill="hold"/>
                                        <p:tgtEl>
                                          <p:spTgt spid="12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80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603572 0.0126483 E" pathEditMode="relative" ptsTypes="">
                                      <p:cBhvr>
                                        <p:cTn id="806" dur="1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08" dur="1500" fill="hold"/>
                                        <p:tgtEl>
                                          <p:spTgt spid="12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80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61279 0.007589 E" pathEditMode="relative" ptsTypes="">
                                      <p:cBhvr>
                                        <p:cTn id="810" dur="1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12" dur="1500" fill="hold"/>
                                        <p:tgtEl>
                                          <p:spTgt spid="12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81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89738 0.007589 E" pathEditMode="relative" ptsTypes="">
                                      <p:cBhvr>
                                        <p:cTn id="814" dur="1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16" dur="1500" fill="hold"/>
                                        <p:tgtEl>
                                          <p:spTgt spid="13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81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18196 0.007589 E" pathEditMode="relative" ptsTypes="">
                                      <p:cBhvr>
                                        <p:cTn id="818" dur="1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20" dur="1500" fill="hold"/>
                                        <p:tgtEl>
                                          <p:spTgt spid="13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82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46655 0.007589 E" pathEditMode="relative" ptsTypes="">
                                      <p:cBhvr>
                                        <p:cTn id="822" dur="1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24" dur="1500" fill="hold"/>
                                        <p:tgtEl>
                                          <p:spTgt spid="13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8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75114 0.007589 E" pathEditMode="relative" ptsTypes="">
                                      <p:cBhvr>
                                        <p:cTn id="826" dur="1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28" dur="1500" fill="hold"/>
                                        <p:tgtEl>
                                          <p:spTgt spid="13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82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603572 0.007589 E" pathEditMode="relative" ptsTypes="">
                                      <p:cBhvr>
                                        <p:cTn id="830" dur="1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32" dur="1500" fill="hold"/>
                                        <p:tgtEl>
                                          <p:spTgt spid="13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83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61279 0.0025297 E" pathEditMode="relative" ptsTypes="">
                                      <p:cBhvr>
                                        <p:cTn id="834" dur="1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36" dur="1500" fill="hold"/>
                                        <p:tgtEl>
                                          <p:spTgt spid="13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83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89738 0.0025297 E" pathEditMode="relative" ptsTypes="">
                                      <p:cBhvr>
                                        <p:cTn id="838" dur="1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40" dur="1500" fill="hold"/>
                                        <p:tgtEl>
                                          <p:spTgt spid="13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84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18196 0.0025297 E" pathEditMode="relative" ptsTypes="">
                                      <p:cBhvr>
                                        <p:cTn id="842" dur="1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44" dur="1500" fill="hold"/>
                                        <p:tgtEl>
                                          <p:spTgt spid="13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84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46655 0.0025297 E" pathEditMode="relative" ptsTypes="">
                                      <p:cBhvr>
                                        <p:cTn id="846" dur="1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48" dur="1500" fill="hold"/>
                                        <p:tgtEl>
                                          <p:spTgt spid="13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84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75114 0.0025297 E" pathEditMode="relative" ptsTypes="">
                                      <p:cBhvr>
                                        <p:cTn id="850" dur="1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52" dur="1500" fill="hold"/>
                                        <p:tgtEl>
                                          <p:spTgt spid="13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85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603572 0.0025297 E" pathEditMode="relative" ptsTypes="">
                                      <p:cBhvr>
                                        <p:cTn id="854" dur="1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56" dur="1500" fill="hold"/>
                                        <p:tgtEl>
                                          <p:spTgt spid="14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85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61279 -0.0025297 E" pathEditMode="relative" ptsTypes="">
                                      <p:cBhvr>
                                        <p:cTn id="858" dur="1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60" dur="1500" fill="hold"/>
                                        <p:tgtEl>
                                          <p:spTgt spid="14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8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89738 -0.0025297 E" pathEditMode="relative" ptsTypes="">
                                      <p:cBhvr>
                                        <p:cTn id="862" dur="1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64" dur="1500" fill="hold"/>
                                        <p:tgtEl>
                                          <p:spTgt spid="14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86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18196 -0.0025297 E" pathEditMode="relative" ptsTypes="">
                                      <p:cBhvr>
                                        <p:cTn id="866" dur="1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68" dur="1500" fill="hold"/>
                                        <p:tgtEl>
                                          <p:spTgt spid="14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86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46655 -0.0025297 E" pathEditMode="relative" ptsTypes="">
                                      <p:cBhvr>
                                        <p:cTn id="870" dur="1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72" dur="1500" fill="hold"/>
                                        <p:tgtEl>
                                          <p:spTgt spid="14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87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75114 -0.0025297 E" pathEditMode="relative" ptsTypes="">
                                      <p:cBhvr>
                                        <p:cTn id="874" dur="1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76" dur="1500" fill="hold"/>
                                        <p:tgtEl>
                                          <p:spTgt spid="14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87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603572 -0.0025297 E" pathEditMode="relative" ptsTypes="">
                                      <p:cBhvr>
                                        <p:cTn id="878" dur="1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80" dur="1500" fill="hold"/>
                                        <p:tgtEl>
                                          <p:spTgt spid="14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88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61279 -0.007589 E" pathEditMode="relative" ptsTypes="">
                                      <p:cBhvr>
                                        <p:cTn id="882" dur="1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84" dur="1500" fill="hold"/>
                                        <p:tgtEl>
                                          <p:spTgt spid="14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88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89738 -0.007589 E" pathEditMode="relative" ptsTypes="">
                                      <p:cBhvr>
                                        <p:cTn id="886" dur="1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88" dur="1500" fill="hold"/>
                                        <p:tgtEl>
                                          <p:spTgt spid="14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88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18196 -0.007589 E" pathEditMode="relative" ptsTypes="">
                                      <p:cBhvr>
                                        <p:cTn id="890" dur="1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92" dur="1500" fill="hold"/>
                                        <p:tgtEl>
                                          <p:spTgt spid="14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89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46655 -0.007589 E" pathEditMode="relative" ptsTypes="">
                                      <p:cBhvr>
                                        <p:cTn id="894" dur="1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96" dur="1500" fill="hold"/>
                                        <p:tgtEl>
                                          <p:spTgt spid="15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89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75114 -0.007589 E" pathEditMode="relative" ptsTypes="">
                                      <p:cBhvr>
                                        <p:cTn id="898" dur="1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00" dur="1500" fill="hold"/>
                                        <p:tgtEl>
                                          <p:spTgt spid="15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90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603572 -0.007589 E" pathEditMode="relative" ptsTypes="">
                                      <p:cBhvr>
                                        <p:cTn id="902" dur="1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04" dur="1500" fill="hold"/>
                                        <p:tgtEl>
                                          <p:spTgt spid="15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90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61279 -0.0126483 E" pathEditMode="relative" ptsTypes="">
                                      <p:cBhvr>
                                        <p:cTn id="906" dur="1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08" dur="1500" fill="hold"/>
                                        <p:tgtEl>
                                          <p:spTgt spid="15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90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89738 -0.0126483 E" pathEditMode="relative" ptsTypes="">
                                      <p:cBhvr>
                                        <p:cTn id="910" dur="1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12" dur="1500" fill="hold"/>
                                        <p:tgtEl>
                                          <p:spTgt spid="15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91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18196 -0.0126483 E" pathEditMode="relative" ptsTypes="">
                                      <p:cBhvr>
                                        <p:cTn id="914" dur="1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16" dur="1500" fill="hold"/>
                                        <p:tgtEl>
                                          <p:spTgt spid="15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91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46655 -0.0126483 E" pathEditMode="relative" ptsTypes="">
                                      <p:cBhvr>
                                        <p:cTn id="918" dur="1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20" dur="1500" fill="hold"/>
                                        <p:tgtEl>
                                          <p:spTgt spid="15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92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75114 -0.0126483 E" pathEditMode="relative" ptsTypes="">
                                      <p:cBhvr>
                                        <p:cTn id="922" dur="1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24" dur="1500" fill="hold"/>
                                        <p:tgtEl>
                                          <p:spTgt spid="15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9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603572 -0.0126483 E" pathEditMode="relative" ptsTypes="">
                                      <p:cBhvr>
                                        <p:cTn id="926" dur="1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28" dur="1500" fill="hold"/>
                                        <p:tgtEl>
                                          <p:spTgt spid="15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9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1" dur="1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654222 -0.0350611 E" pathEditMode="relative" ptsTypes="">
                                      <p:cBhvr>
                                        <p:cTn id="933" dur="15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6" dur="1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903859 -0.0350611 E" pathEditMode="relative" ptsTypes="">
                                      <p:cBhvr>
                                        <p:cTn id="938" dur="1500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1" dur="1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153496 -0.0350611 E" pathEditMode="relative" ptsTypes="">
                                      <p:cBhvr>
                                        <p:cTn id="943" dur="1500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6" dur="1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403133 -0.0350611 E" pathEditMode="relative" ptsTypes="">
                                      <p:cBhvr>
                                        <p:cTn id="948" dur="1500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1" dur="1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654222 0.0093188 E" pathEditMode="relative" ptsTypes="">
                                      <p:cBhvr>
                                        <p:cTn id="953" dur="1500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6" dur="1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903859 0.0093188 E" pathEditMode="relative" ptsTypes="">
                                      <p:cBhvr>
                                        <p:cTn id="958" dur="1500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1" dur="1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153496 0.0093188 E" pathEditMode="relative" ptsTypes="">
                                      <p:cBhvr>
                                        <p:cTn id="963" dur="1500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6" dur="1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403133 0.0093188 E" pathEditMode="relative" ptsTypes="">
                                      <p:cBhvr>
                                        <p:cTn id="968" dur="1500" fill="hold"/>
                                        <p:tgtEl>
                                          <p:spTgt spid="3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1" dur="1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654222 0.0536987 E" pathEditMode="relative" ptsTypes="">
                                      <p:cBhvr>
                                        <p:cTn id="973" dur="1500" fill="hold"/>
                                        <p:tgtEl>
                                          <p:spTgt spid="3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6" dur="1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903859 0.0536987 E" pathEditMode="relative" ptsTypes="">
                                      <p:cBhvr>
                                        <p:cTn id="978" dur="150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1" dur="1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153496 0.0536987 E" pathEditMode="relative" ptsTypes="">
                                      <p:cBhvr>
                                        <p:cTn id="983" dur="1500" fill="hold"/>
                                        <p:tgtEl>
                                          <p:spTgt spid="3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6" dur="1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403133 0.0536987 E" pathEditMode="relative" ptsTypes="">
                                      <p:cBhvr>
                                        <p:cTn id="988" dur="1500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1" dur="1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654222 0.0980786 E" pathEditMode="relative" ptsTypes="">
                                      <p:cBhvr>
                                        <p:cTn id="993" dur="150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6" dur="1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903859 0.0980786 E" pathEditMode="relative" ptsTypes="">
                                      <p:cBhvr>
                                        <p:cTn id="998" dur="1500" fill="hold"/>
                                        <p:tgtEl>
                                          <p:spTgt spid="3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1" dur="1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153496 0.0980786 E" pathEditMode="relative" ptsTypes="">
                                      <p:cBhvr>
                                        <p:cTn id="1003" dur="1500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6" dur="1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403133 0.0980786 E" pathEditMode="relative" ptsTypes="">
                                      <p:cBhvr>
                                        <p:cTn id="1008" dur="1500" fill="hold"/>
                                        <p:tgtEl>
                                          <p:spTgt spid="3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88553 0.0368607 E" pathEditMode="relative" ptsTypes="">
                                      <p:cBhvr>
                                        <p:cTn id="1010" dur="1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12" dur="1500" fill="hold"/>
                                        <p:tgtEl>
                                          <p:spTgt spid="15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01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17012 0.0368607 E" pathEditMode="relative" ptsTypes="">
                                      <p:cBhvr>
                                        <p:cTn id="1014" dur="1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16" dur="1500" fill="hold"/>
                                        <p:tgtEl>
                                          <p:spTgt spid="16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01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45471 0.0368607 E" pathEditMode="relative" ptsTypes="">
                                      <p:cBhvr>
                                        <p:cTn id="1018" dur="15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20" dur="1500" fill="hold"/>
                                        <p:tgtEl>
                                          <p:spTgt spid="16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02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88553 0.0318014 E" pathEditMode="relative" ptsTypes="">
                                      <p:cBhvr>
                                        <p:cTn id="1022" dur="1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24" dur="1500" fill="hold"/>
                                        <p:tgtEl>
                                          <p:spTgt spid="16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0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17012 0.0318014 E" pathEditMode="relative" ptsTypes="">
                                      <p:cBhvr>
                                        <p:cTn id="1026" dur="1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28" dur="1500" fill="hold"/>
                                        <p:tgtEl>
                                          <p:spTgt spid="16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02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45471 0.0318014 E" pathEditMode="relative" ptsTypes="">
                                      <p:cBhvr>
                                        <p:cTn id="1030" dur="15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32" dur="1500" fill="hold"/>
                                        <p:tgtEl>
                                          <p:spTgt spid="16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03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88553 0.0267421 E" pathEditMode="relative" ptsTypes="">
                                      <p:cBhvr>
                                        <p:cTn id="1034" dur="15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36" dur="1500" fill="hold"/>
                                        <p:tgtEl>
                                          <p:spTgt spid="16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03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17012 0.0267421 E" pathEditMode="relative" ptsTypes="">
                                      <p:cBhvr>
                                        <p:cTn id="1038" dur="1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40" dur="1500" fill="hold"/>
                                        <p:tgtEl>
                                          <p:spTgt spid="16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04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45471 0.0267421 E" pathEditMode="relative" ptsTypes="">
                                      <p:cBhvr>
                                        <p:cTn id="1042" dur="15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44" dur="1500" fill="hold"/>
                                        <p:tgtEl>
                                          <p:spTgt spid="16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04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88553 0.0050593 E" pathEditMode="relative" ptsTypes="">
                                      <p:cBhvr>
                                        <p:cTn id="1046" dur="1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48" dur="1500" fill="hold"/>
                                        <p:tgtEl>
                                          <p:spTgt spid="16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04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17012 0.0050593 E" pathEditMode="relative" ptsTypes="">
                                      <p:cBhvr>
                                        <p:cTn id="1050" dur="1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52" dur="1500" fill="hold"/>
                                        <p:tgtEl>
                                          <p:spTgt spid="16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05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45471 0.0050593 E" pathEditMode="relative" ptsTypes="">
                                      <p:cBhvr>
                                        <p:cTn id="1054" dur="1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56" dur="1500" fill="hold"/>
                                        <p:tgtEl>
                                          <p:spTgt spid="17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05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88553 0 E" pathEditMode="relative" ptsTypes="">
                                      <p:cBhvr>
                                        <p:cTn id="1058" dur="1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60" dur="1500" fill="hold"/>
                                        <p:tgtEl>
                                          <p:spTgt spid="17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0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17012 0 E" pathEditMode="relative" ptsTypes="">
                                      <p:cBhvr>
                                        <p:cTn id="1062" dur="1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64" dur="1500" fill="hold"/>
                                        <p:tgtEl>
                                          <p:spTgt spid="17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06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45471 0 E" pathEditMode="relative" ptsTypes="">
                                      <p:cBhvr>
                                        <p:cTn id="1066" dur="1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68" dur="1500" fill="hold"/>
                                        <p:tgtEl>
                                          <p:spTgt spid="17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06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88553 -0.0050593 E" pathEditMode="relative" ptsTypes="">
                                      <p:cBhvr>
                                        <p:cTn id="1070" dur="1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72" dur="1500" fill="hold"/>
                                        <p:tgtEl>
                                          <p:spTgt spid="17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07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17012 -0.0050593 E" pathEditMode="relative" ptsTypes="">
                                      <p:cBhvr>
                                        <p:cTn id="1074" dur="1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76" dur="1500" fill="hold"/>
                                        <p:tgtEl>
                                          <p:spTgt spid="17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07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45471 -0.0050593 E" pathEditMode="relative" ptsTypes="">
                                      <p:cBhvr>
                                        <p:cTn id="1078" dur="1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80" dur="1500" fill="hold"/>
                                        <p:tgtEl>
                                          <p:spTgt spid="17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08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88553 -0.0267421 E" pathEditMode="relative" ptsTypes="">
                                      <p:cBhvr>
                                        <p:cTn id="1082" dur="15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84" dur="1500" fill="hold"/>
                                        <p:tgtEl>
                                          <p:spTgt spid="17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08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17012 -0.0267421 E" pathEditMode="relative" ptsTypes="">
                                      <p:cBhvr>
                                        <p:cTn id="1086" dur="15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8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88" dur="1500" fill="hold"/>
                                        <p:tgtEl>
                                          <p:spTgt spid="17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08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45471 -0.0267421 E" pathEditMode="relative" ptsTypes="">
                                      <p:cBhvr>
                                        <p:cTn id="1090" dur="15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92" dur="1500" fill="hold"/>
                                        <p:tgtEl>
                                          <p:spTgt spid="17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09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88553 -0.0318014 E" pathEditMode="relative" ptsTypes="">
                                      <p:cBhvr>
                                        <p:cTn id="1094" dur="15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96" dur="1500" fill="hold"/>
                                        <p:tgtEl>
                                          <p:spTgt spid="18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09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17012 -0.0318014 E" pathEditMode="relative" ptsTypes="">
                                      <p:cBhvr>
                                        <p:cTn id="1098" dur="1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00" dur="1500" fill="hold"/>
                                        <p:tgtEl>
                                          <p:spTgt spid="18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10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45471 -0.0318014 E" pathEditMode="relative" ptsTypes="">
                                      <p:cBhvr>
                                        <p:cTn id="1102" dur="15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0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04" dur="1500" fill="hold"/>
                                        <p:tgtEl>
                                          <p:spTgt spid="18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10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88553 -0.0368607 E" pathEditMode="relative" ptsTypes="">
                                      <p:cBhvr>
                                        <p:cTn id="1106" dur="1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08" dur="1500" fill="hold"/>
                                        <p:tgtEl>
                                          <p:spTgt spid="18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10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17012 -0.0368607 E" pathEditMode="relative" ptsTypes="">
                                      <p:cBhvr>
                                        <p:cTn id="1110" dur="15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12" dur="1500" fill="hold"/>
                                        <p:tgtEl>
                                          <p:spTgt spid="18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11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45471 -0.0368607 E" pathEditMode="relative" ptsTypes="">
                                      <p:cBhvr>
                                        <p:cTn id="1114" dur="15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16" dur="1500" fill="hold"/>
                                        <p:tgtEl>
                                          <p:spTgt spid="18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11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75915 0.0152502 E" pathEditMode="relative" ptsTypes="">
                                      <p:cBhvr>
                                        <p:cTn id="1118" dur="15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20" dur="1500" fill="hold"/>
                                        <p:tgtEl>
                                          <p:spTgt spid="18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12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04374 0.0152502 E" pathEditMode="relative" ptsTypes="">
                                      <p:cBhvr>
                                        <p:cTn id="1122" dur="15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24" dur="1500" fill="hold"/>
                                        <p:tgtEl>
                                          <p:spTgt spid="18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1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32832 0.0152502 E" pathEditMode="relative" ptsTypes="">
                                      <p:cBhvr>
                                        <p:cTn id="1126" dur="1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28" dur="1500" fill="hold"/>
                                        <p:tgtEl>
                                          <p:spTgt spid="18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12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61291 0.0152502 E" pathEditMode="relative" ptsTypes="">
                                      <p:cBhvr>
                                        <p:cTn id="1130" dur="1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32" dur="1500" fill="hold"/>
                                        <p:tgtEl>
                                          <p:spTgt spid="18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13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975 0.0152502 E" pathEditMode="relative" ptsTypes="">
                                      <p:cBhvr>
                                        <p:cTn id="1134" dur="1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36" dur="1500" fill="hold"/>
                                        <p:tgtEl>
                                          <p:spTgt spid="19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13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618208 0.0152502 E" pathEditMode="relative" ptsTypes="">
                                      <p:cBhvr>
                                        <p:cTn id="1138" dur="1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40" dur="1500" fill="hold"/>
                                        <p:tgtEl>
                                          <p:spTgt spid="19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14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75915 0.0101909 E" pathEditMode="relative" ptsTypes="">
                                      <p:cBhvr>
                                        <p:cTn id="1142" dur="1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44" dur="1500" fill="hold"/>
                                        <p:tgtEl>
                                          <p:spTgt spid="19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14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04374 0.0101909 E" pathEditMode="relative" ptsTypes="">
                                      <p:cBhvr>
                                        <p:cTn id="1146" dur="1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48" dur="1500" fill="hold"/>
                                        <p:tgtEl>
                                          <p:spTgt spid="19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14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32832 0.0101909 E" pathEditMode="relative" ptsTypes="">
                                      <p:cBhvr>
                                        <p:cTn id="1150" dur="1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52" dur="1500" fill="hold"/>
                                        <p:tgtEl>
                                          <p:spTgt spid="19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15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61291 0.0101909 E" pathEditMode="relative" ptsTypes="">
                                      <p:cBhvr>
                                        <p:cTn id="1154" dur="15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56" dur="1500" fill="hold"/>
                                        <p:tgtEl>
                                          <p:spTgt spid="19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15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975 0.0101909 E" pathEditMode="relative" ptsTypes="">
                                      <p:cBhvr>
                                        <p:cTn id="1158" dur="1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60" dur="1500" fill="hold"/>
                                        <p:tgtEl>
                                          <p:spTgt spid="19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1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618208 0.0101909 E" pathEditMode="relative" ptsTypes="">
                                      <p:cBhvr>
                                        <p:cTn id="1162" dur="15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64" dur="1500" fill="hold"/>
                                        <p:tgtEl>
                                          <p:spTgt spid="19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16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75915 0.0051316 E" pathEditMode="relative" ptsTypes="">
                                      <p:cBhvr>
                                        <p:cTn id="1166" dur="15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68" dur="1500" fill="hold"/>
                                        <p:tgtEl>
                                          <p:spTgt spid="19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16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04374 0.0051316 E" pathEditMode="relative" ptsTypes="">
                                      <p:cBhvr>
                                        <p:cTn id="1170" dur="15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72" dur="1500" fill="hold"/>
                                        <p:tgtEl>
                                          <p:spTgt spid="19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17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32832 0.0051316 E" pathEditMode="relative" ptsTypes="">
                                      <p:cBhvr>
                                        <p:cTn id="1174" dur="1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76" dur="1500" fill="hold"/>
                                        <p:tgtEl>
                                          <p:spTgt spid="20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17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61291 0.0051316 E" pathEditMode="relative" ptsTypes="">
                                      <p:cBhvr>
                                        <p:cTn id="1178" dur="1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80" dur="1500" fill="hold"/>
                                        <p:tgtEl>
                                          <p:spTgt spid="20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18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975 0.0051316 E" pathEditMode="relative" ptsTypes="">
                                      <p:cBhvr>
                                        <p:cTn id="1182" dur="1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84" dur="15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18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618208 0.0051316 E" pathEditMode="relative" ptsTypes="">
                                      <p:cBhvr>
                                        <p:cTn id="1186" dur="1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88" dur="1500" fill="hold"/>
                                        <p:tgtEl>
                                          <p:spTgt spid="20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18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75915 7.23e-05 E" pathEditMode="relative" ptsTypes="">
                                      <p:cBhvr>
                                        <p:cTn id="1190" dur="1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92" dur="1500" fill="hold"/>
                                        <p:tgtEl>
                                          <p:spTgt spid="20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19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04374 7.23e-05 E" pathEditMode="relative" ptsTypes="">
                                      <p:cBhvr>
                                        <p:cTn id="1194" dur="1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96" dur="15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19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32832 7.23e-05 E" pathEditMode="relative" ptsTypes="">
                                      <p:cBhvr>
                                        <p:cTn id="1198" dur="1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00" dur="1500" fill="hold"/>
                                        <p:tgtEl>
                                          <p:spTgt spid="20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20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61291 7.23e-05 E" pathEditMode="relative" ptsTypes="">
                                      <p:cBhvr>
                                        <p:cTn id="1202" dur="1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0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04" dur="1500" fill="hold"/>
                                        <p:tgtEl>
                                          <p:spTgt spid="20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20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975 7.23e-05 E" pathEditMode="relative" ptsTypes="">
                                      <p:cBhvr>
                                        <p:cTn id="1206" dur="1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08" dur="1500" fill="hold"/>
                                        <p:tgtEl>
                                          <p:spTgt spid="20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20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618208 7.23e-05 E" pathEditMode="relative" ptsTypes="">
                                      <p:cBhvr>
                                        <p:cTn id="1210" dur="15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12" dur="1500" fill="hold"/>
                                        <p:tgtEl>
                                          <p:spTgt spid="20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21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75915 -0.004987 E" pathEditMode="relative" ptsTypes="">
                                      <p:cBhvr>
                                        <p:cTn id="1214" dur="15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16" dur="1500" fill="hold"/>
                                        <p:tgtEl>
                                          <p:spTgt spid="21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21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04374 -0.004987 E" pathEditMode="relative" ptsTypes="">
                                      <p:cBhvr>
                                        <p:cTn id="1218" dur="15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20" dur="1500" fill="hold"/>
                                        <p:tgtEl>
                                          <p:spTgt spid="21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22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32832 -0.004987 E" pathEditMode="relative" ptsTypes="">
                                      <p:cBhvr>
                                        <p:cTn id="1222" dur="15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24" dur="1500" fill="hold"/>
                                        <p:tgtEl>
                                          <p:spTgt spid="21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2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61291 -0.004987 E" pathEditMode="relative" ptsTypes="">
                                      <p:cBhvr>
                                        <p:cTn id="1226" dur="15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28" dur="1500" fill="hold"/>
                                        <p:tgtEl>
                                          <p:spTgt spid="21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22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975 -0.004987 E" pathEditMode="relative" ptsTypes="">
                                      <p:cBhvr>
                                        <p:cTn id="1230" dur="15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32" dur="1500" fill="hold"/>
                                        <p:tgtEl>
                                          <p:spTgt spid="21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23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618208 -0.004987 E" pathEditMode="relative" ptsTypes="">
                                      <p:cBhvr>
                                        <p:cTn id="1234" dur="15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36" dur="1500" fill="hold"/>
                                        <p:tgtEl>
                                          <p:spTgt spid="21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23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75915 -0.0100463 E" pathEditMode="relative" ptsTypes="">
                                      <p:cBhvr>
                                        <p:cTn id="1238" dur="15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40" dur="15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24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04374 -0.0100463 E" pathEditMode="relative" ptsTypes="">
                                      <p:cBhvr>
                                        <p:cTn id="1242" dur="1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44" dur="1500" fill="hold"/>
                                        <p:tgtEl>
                                          <p:spTgt spid="21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24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32832 -0.0100463 E" pathEditMode="relative" ptsTypes="">
                                      <p:cBhvr>
                                        <p:cTn id="1246" dur="15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48" dur="1500" fill="hold"/>
                                        <p:tgtEl>
                                          <p:spTgt spid="21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24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61291 -0.0100463 E" pathEditMode="relative" ptsTypes="">
                                      <p:cBhvr>
                                        <p:cTn id="1250" dur="15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52" dur="15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25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58975 -0.0100463 E" pathEditMode="relative" ptsTypes="">
                                      <p:cBhvr>
                                        <p:cTn id="1254" dur="1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56" dur="15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25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618208 -0.0100463 E" pathEditMode="relative" ptsTypes="">
                                      <p:cBhvr>
                                        <p:cTn id="1258" dur="15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60" dur="15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2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03189 0.0394626 E" pathEditMode="relative" ptsTypes="">
                                      <p:cBhvr>
                                        <p:cTn id="1262" dur="15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64" dur="1500" fill="hold"/>
                                        <p:tgtEl>
                                          <p:spTgt spid="22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26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31648 0.0394626 E" pathEditMode="relative" ptsTypes="">
                                      <p:cBhvr>
                                        <p:cTn id="1266" dur="1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68" dur="1500" fill="hold"/>
                                        <p:tgtEl>
                                          <p:spTgt spid="22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26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60106 0.0394626 E" pathEditMode="relative" ptsTypes="">
                                      <p:cBhvr>
                                        <p:cTn id="1270" dur="15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72" dur="1500" fill="hold"/>
                                        <p:tgtEl>
                                          <p:spTgt spid="22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27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03189 0.0344033 E" pathEditMode="relative" ptsTypes="">
                                      <p:cBhvr>
                                        <p:cTn id="1274" dur="15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76" dur="1500" fill="hold"/>
                                        <p:tgtEl>
                                          <p:spTgt spid="22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27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31648 0.0344033 E" pathEditMode="relative" ptsTypes="">
                                      <p:cBhvr>
                                        <p:cTn id="1278" dur="15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80" dur="1500" fill="hold"/>
                                        <p:tgtEl>
                                          <p:spTgt spid="22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28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60106 0.0344033 E" pathEditMode="relative" ptsTypes="">
                                      <p:cBhvr>
                                        <p:cTn id="1282" dur="15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84" dur="1500" fill="hold"/>
                                        <p:tgtEl>
                                          <p:spTgt spid="22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28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03189 0.029344 E" pathEditMode="relative" ptsTypes="">
                                      <p:cBhvr>
                                        <p:cTn id="1286" dur="15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8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88" dur="1500" fill="hold"/>
                                        <p:tgtEl>
                                          <p:spTgt spid="22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28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31648 0.029344 E" pathEditMode="relative" ptsTypes="">
                                      <p:cBhvr>
                                        <p:cTn id="1290" dur="15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9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92" dur="1500" fill="hold"/>
                                        <p:tgtEl>
                                          <p:spTgt spid="22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29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60106 0.029344 E" pathEditMode="relative" ptsTypes="">
                                      <p:cBhvr>
                                        <p:cTn id="1294" dur="15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96" dur="1500" fill="hold"/>
                                        <p:tgtEl>
                                          <p:spTgt spid="23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29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03189 0.0076612 E" pathEditMode="relative" ptsTypes="">
                                      <p:cBhvr>
                                        <p:cTn id="1298" dur="1500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9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00" dur="1500" fill="hold"/>
                                        <p:tgtEl>
                                          <p:spTgt spid="23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30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31648 0.0076612 E" pathEditMode="relative" ptsTypes="">
                                      <p:cBhvr>
                                        <p:cTn id="1302" dur="15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0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04" dur="1500" fill="hold"/>
                                        <p:tgtEl>
                                          <p:spTgt spid="23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30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60106 0.0076612 E" pathEditMode="relative" ptsTypes="">
                                      <p:cBhvr>
                                        <p:cTn id="1306" dur="1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08" dur="1500" fill="hold"/>
                                        <p:tgtEl>
                                          <p:spTgt spid="23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30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03189 0.0026019 E" pathEditMode="relative" ptsTypes="">
                                      <p:cBhvr>
                                        <p:cTn id="1310" dur="1500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12" dur="1500" fill="hold"/>
                                        <p:tgtEl>
                                          <p:spTgt spid="23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31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31648 0.0026019 E" pathEditMode="relative" ptsTypes="">
                                      <p:cBhvr>
                                        <p:cTn id="1314" dur="15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16" dur="1500" fill="hold"/>
                                        <p:tgtEl>
                                          <p:spTgt spid="23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31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60106 0.0026019 E" pathEditMode="relative" ptsTypes="">
                                      <p:cBhvr>
                                        <p:cTn id="1318" dur="15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20" dur="1500" fill="hold"/>
                                        <p:tgtEl>
                                          <p:spTgt spid="23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32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03189 -0.0024574 E" pathEditMode="relative" ptsTypes="">
                                      <p:cBhvr>
                                        <p:cTn id="1322" dur="1500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24" dur="1500" fill="hold"/>
                                        <p:tgtEl>
                                          <p:spTgt spid="23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3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31648 -0.0024574 E" pathEditMode="relative" ptsTypes="">
                                      <p:cBhvr>
                                        <p:cTn id="1326" dur="15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28" dur="1500" fill="hold"/>
                                        <p:tgtEl>
                                          <p:spTgt spid="23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32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60106 -0.0024574 E" pathEditMode="relative" ptsTypes="">
                                      <p:cBhvr>
                                        <p:cTn id="1330" dur="1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32" dur="1500" fill="hold"/>
                                        <p:tgtEl>
                                          <p:spTgt spid="23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33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03189 -0.0241401 E" pathEditMode="relative" ptsTypes="">
                                      <p:cBhvr>
                                        <p:cTn id="1334" dur="150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36" dur="1500" fill="hold"/>
                                        <p:tgtEl>
                                          <p:spTgt spid="24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33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31648 -0.0241401 E" pathEditMode="relative" ptsTypes="">
                                      <p:cBhvr>
                                        <p:cTn id="1338" dur="15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40" dur="1500" fill="hold"/>
                                        <p:tgtEl>
                                          <p:spTgt spid="24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34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60106 -0.0241401 E" pathEditMode="relative" ptsTypes="">
                                      <p:cBhvr>
                                        <p:cTn id="1342" dur="15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44" dur="1500" fill="hold"/>
                                        <p:tgtEl>
                                          <p:spTgt spid="24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34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03189 -0.0291994 E" pathEditMode="relative" ptsTypes="">
                                      <p:cBhvr>
                                        <p:cTn id="1346" dur="15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48" dur="1500" fill="hold"/>
                                        <p:tgtEl>
                                          <p:spTgt spid="24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34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31648 -0.0291994 E" pathEditMode="relative" ptsTypes="">
                                      <p:cBhvr>
                                        <p:cTn id="1350" dur="15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52" dur="1500" fill="hold"/>
                                        <p:tgtEl>
                                          <p:spTgt spid="24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35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60106 -0.0291994 E" pathEditMode="relative" ptsTypes="">
                                      <p:cBhvr>
                                        <p:cTn id="1354" dur="1500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56" dur="1500" fill="hold"/>
                                        <p:tgtEl>
                                          <p:spTgt spid="24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35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03189 -0.0342588 E" pathEditMode="relative" ptsTypes="">
                                      <p:cBhvr>
                                        <p:cTn id="1358" dur="1500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60" dur="1500" fill="hold"/>
                                        <p:tgtEl>
                                          <p:spTgt spid="24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3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31648 -0.0342588 E" pathEditMode="relative" ptsTypes="">
                                      <p:cBhvr>
                                        <p:cTn id="1362" dur="150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64" dur="1500" fill="hold"/>
                                        <p:tgtEl>
                                          <p:spTgt spid="24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  <p:par>
                                <p:cTn id="136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60106 -0.0342588 E" pathEditMode="relative" ptsTypes="">
                                      <p:cBhvr>
                                        <p:cTn id="1366" dur="1500" fill="hold"/>
                                        <p:tgtEl>
                                          <p:spTgt spid="2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68" dur="1500" fill="hold"/>
                                        <p:tgtEl>
                                          <p:spTgt spid="24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767" y="89767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9" fill="hold">
                      <p:stCondLst>
                        <p:cond delay="indefinite"/>
                      </p:stCondLst>
                      <p:childTnLst>
                        <p:par>
                          <p:cTn id="1370" fill="hold">
                            <p:stCondLst>
                              <p:cond delay="0"/>
                            </p:stCondLst>
                            <p:childTnLst>
                              <p:par>
                                <p:cTn id="1371" presetID="10" presetClass="exit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72" dur="10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54222 -0.0986603 L 0.0739812 -0.3928357 E" pathEditMode="relative" ptsTypes="">
                                      <p:cBhvr>
                                        <p:cTn id="1375" dur="1000" fill="hold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7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03859 -0.0986603 L 0.0989449 -0.3928357 E" pathEditMode="relative" ptsTypes="">
                                      <p:cBhvr>
                                        <p:cTn id="1377" dur="100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7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53496 -0.0986603 L 0.1239086 -0.3928357 E" pathEditMode="relative" ptsTypes="">
                                      <p:cBhvr>
                                        <p:cTn id="1379" dur="1000" fill="hold"/>
                                        <p:tgtEl>
                                          <p:spTgt spid="2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8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03133 -0.0986603 L 0.1488723 -0.3928357 E" pathEditMode="relative" ptsTypes="">
                                      <p:cBhvr>
                                        <p:cTn id="1381" dur="100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8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54222 -0.0542804 L 0.0739812 -0.3484558 E" pathEditMode="relative" ptsTypes="">
                                      <p:cBhvr>
                                        <p:cTn id="1383" dur="100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8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03859 -0.0542804 L 0.0989449 -0.3484558 E" pathEditMode="relative" ptsTypes="">
                                      <p:cBhvr>
                                        <p:cTn id="1385" dur="1000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8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53496 -0.0542804 L 0.1239086 -0.3484558 E" pathEditMode="relative" ptsTypes="">
                                      <p:cBhvr>
                                        <p:cTn id="1387" dur="100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8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03133 -0.0542804 L 0.1488723 -0.3484558 E" pathEditMode="relative" ptsTypes="">
                                      <p:cBhvr>
                                        <p:cTn id="1389" dur="10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9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54222 -0.0099005 L 0.0739812 -0.3040759 E" pathEditMode="relative" ptsTypes="">
                                      <p:cBhvr>
                                        <p:cTn id="1391" dur="1000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9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03859 -0.0099005 L 0.0989449 -0.3040759 E" pathEditMode="relative" ptsTypes="">
                                      <p:cBhvr>
                                        <p:cTn id="1393" dur="10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9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53496 -0.0099005 L 0.1239086 -0.3040759 E" pathEditMode="relative" ptsTypes="">
                                      <p:cBhvr>
                                        <p:cTn id="1395" dur="100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9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03133 -0.0099005 L 0.1488723 -0.3040759 E" pathEditMode="relative" ptsTypes="">
                                      <p:cBhvr>
                                        <p:cTn id="1397" dur="10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9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54222 0.0344794 L 0.0739812 -0.259696 E" pathEditMode="relative" ptsTypes="">
                                      <p:cBhvr>
                                        <p:cTn id="1399" dur="1000" fill="hold"/>
                                        <p:tgtEl>
                                          <p:spTgt spid="2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0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03859 0.0344794 L 0.0989449 -0.259696 E" pathEditMode="relative" ptsTypes="">
                                      <p:cBhvr>
                                        <p:cTn id="1401" dur="1000" fill="hold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0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53496 0.0344794 L 0.1239086 -0.259696 E" pathEditMode="relative" ptsTypes="">
                                      <p:cBhvr>
                                        <p:cTn id="1403" dur="1000" fill="hold"/>
                                        <p:tgtEl>
                                          <p:spTgt spid="2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0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03133 0.0344794 L 0.1488723 -0.259696 E" pathEditMode="relative" ptsTypes="">
                                      <p:cBhvr>
                                        <p:cTn id="1405" dur="1000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6" fill="hold">
                            <p:stCondLst>
                              <p:cond delay="1000"/>
                            </p:stCondLst>
                            <p:childTnLst>
                              <p:par>
                                <p:cTn id="1407" presetID="10" presetClass="exit" presetSubtype="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08" dur="10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0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54222 -0.0350611 L 0.0825401 0.2134664 E" pathEditMode="relative" ptsTypes="">
                                      <p:cBhvr>
                                        <p:cTn id="1411" dur="1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1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03859 -0.0350611 L 0.1075038 0.2134664 E" pathEditMode="relative" ptsTypes="">
                                      <p:cBhvr>
                                        <p:cTn id="1413" dur="1000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1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53496 -0.0350611 L 0.1324675 0.2134664 E" pathEditMode="relative" ptsTypes="">
                                      <p:cBhvr>
                                        <p:cTn id="1415" dur="1000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1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03133 -0.0350611 L 0.1574312 0.2134664 E" pathEditMode="relative" ptsTypes="">
                                      <p:cBhvr>
                                        <p:cTn id="1417" dur="1000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1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54222 0.0093188 L 0.0825401 0.2578463 E" pathEditMode="relative" ptsTypes="">
                                      <p:cBhvr>
                                        <p:cTn id="1419" dur="1000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2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03859 0.0093188 L 0.1075038 0.2578463 E" pathEditMode="relative" ptsTypes="">
                                      <p:cBhvr>
                                        <p:cTn id="1421" dur="1000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2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53496 0.0093188 L 0.1324675 0.2578463 E" pathEditMode="relative" ptsTypes="">
                                      <p:cBhvr>
                                        <p:cTn id="1423" dur="1000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2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03133 0.0093188 L 0.1574312 0.2578463 E" pathEditMode="relative" ptsTypes="">
                                      <p:cBhvr>
                                        <p:cTn id="1425" dur="1000" fill="hold"/>
                                        <p:tgtEl>
                                          <p:spTgt spid="3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2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54222 0.0536987 L 0.0825401 0.3022262 E" pathEditMode="relative" ptsTypes="">
                                      <p:cBhvr>
                                        <p:cTn id="1427" dur="1000" fill="hold"/>
                                        <p:tgtEl>
                                          <p:spTgt spid="3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2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03859 0.0536987 L 0.1075038 0.3022262 E" pathEditMode="relative" ptsTypes="">
                                      <p:cBhvr>
                                        <p:cTn id="1429" dur="100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3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53496 0.0536987 L 0.1324675 0.3022262 E" pathEditMode="relative" ptsTypes="">
                                      <p:cBhvr>
                                        <p:cTn id="1431" dur="1000" fill="hold"/>
                                        <p:tgtEl>
                                          <p:spTgt spid="3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3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03133 0.0536987 L 0.1574312 0.3022262 E" pathEditMode="relative" ptsTypes="">
                                      <p:cBhvr>
                                        <p:cTn id="1433" dur="1000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3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54222 0.0980786 L 0.0825401 0.3466061 E" pathEditMode="relative" ptsTypes="">
                                      <p:cBhvr>
                                        <p:cTn id="1435" dur="100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3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03859 0.0980786 L 0.1075038 0.3466061 E" pathEditMode="relative" ptsTypes="">
                                      <p:cBhvr>
                                        <p:cTn id="1437" dur="1000" fill="hold"/>
                                        <p:tgtEl>
                                          <p:spTgt spid="3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3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53496 0.0980786 L 0.1324675 0.3466061 E" pathEditMode="relative" ptsTypes="">
                                      <p:cBhvr>
                                        <p:cTn id="1439" dur="1000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4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03133 0.0980786 L 0.1574312 0.3466061 E" pathEditMode="relative" ptsTypes="">
                                      <p:cBhvr>
                                        <p:cTn id="1441" dur="1000" fill="hold"/>
                                        <p:tgtEl>
                                          <p:spTgt spid="3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5" grpId="0" animBg="1"/>
      <p:bldP spid="315" grpId="1" animBg="1"/>
      <p:bldP spid="2" grpId="0" animBg="1"/>
      <p:bldP spid="2" grpId="1" animBg="1"/>
      <p:bldP spid="3" grpId="0" animBg="1"/>
      <p:bldP spid="3" grpId="1" animBg="1"/>
      <p:bldP spid="4" grpId="0" animBg="1"/>
      <p:bldP spid="4" grpId="1" animBg="1"/>
      <p:bldP spid="5" grpId="0" animBg="1"/>
      <p:bldP spid="5" grpId="1" animBg="1"/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9" grpId="0" animBg="1"/>
      <p:bldP spid="9" grpId="1" animBg="1"/>
      <p:bldP spid="10" grpId="0" animBg="1"/>
      <p:bldP spid="10" grpId="1" animBg="1"/>
      <p:bldP spid="11" grpId="0" animBg="1"/>
      <p:bldP spid="11" grpId="1" animBg="1"/>
      <p:bldP spid="12" grpId="0" animBg="1"/>
      <p:bldP spid="12" grpId="1" animBg="1"/>
      <p:bldP spid="13" grpId="0" animBg="1"/>
      <p:bldP spid="13" grpId="1" animBg="1"/>
      <p:bldP spid="14" grpId="0" animBg="1"/>
      <p:bldP spid="14" grpId="1" animBg="1"/>
      <p:bldP spid="15" grpId="0" animBg="1"/>
      <p:bldP spid="15" grpId="1" animBg="1"/>
      <p:bldP spid="16" grpId="0" animBg="1"/>
      <p:bldP spid="16" grpId="1" animBg="1"/>
      <p:bldP spid="17" grpId="0" animBg="1"/>
      <p:bldP spid="17" grpId="1" animBg="1"/>
      <p:bldP spid="18" grpId="0" animBg="1"/>
      <p:bldP spid="18" grpId="1" animBg="1"/>
      <p:bldP spid="19" grpId="0" animBg="1"/>
      <p:bldP spid="19" grpId="1" animBg="1"/>
      <p:bldP spid="20" grpId="0" animBg="1"/>
      <p:bldP spid="20" grpId="1" animBg="1"/>
      <p:bldP spid="21" grpId="0" animBg="1"/>
      <p:bldP spid="21" grpId="1" animBg="1"/>
      <p:bldP spid="22" grpId="0" animBg="1"/>
      <p:bldP spid="22" grpId="1" animBg="1"/>
      <p:bldP spid="23" grpId="0" animBg="1"/>
      <p:bldP spid="23" grpId="1" animBg="1"/>
      <p:bldP spid="24" grpId="0" animBg="1"/>
      <p:bldP spid="24" grpId="1" animBg="1"/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  <p:bldP spid="33" grpId="0" animBg="1"/>
      <p:bldP spid="33" grpId="1" animBg="1"/>
      <p:bldP spid="34" grpId="0" animBg="1"/>
      <p:bldP spid="34" grpId="1" animBg="1"/>
      <p:bldP spid="35" grpId="0" animBg="1"/>
      <p:bldP spid="35" grpId="1" animBg="1"/>
      <p:bldP spid="36" grpId="0" animBg="1"/>
      <p:bldP spid="36" grpId="1" animBg="1"/>
      <p:bldP spid="37" grpId="0" animBg="1"/>
      <p:bldP spid="37" grpId="1" animBg="1"/>
      <p:bldP spid="38" grpId="0" animBg="1"/>
      <p:bldP spid="38" grpId="1" animBg="1"/>
      <p:bldP spid="39" grpId="0" animBg="1"/>
      <p:bldP spid="39" grpId="1" animBg="1"/>
      <p:bldP spid="40" grpId="0" animBg="1"/>
      <p:bldP spid="40" grpId="1" animBg="1"/>
      <p:bldP spid="41" grpId="0" animBg="1"/>
      <p:bldP spid="41" grpId="1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  <p:bldP spid="51" grpId="0" animBg="1"/>
      <p:bldP spid="51" grpId="1" animBg="1"/>
      <p:bldP spid="52" grpId="0"/>
      <p:bldP spid="52" grpId="1"/>
      <p:bldP spid="53" grpId="0"/>
      <p:bldP spid="53" grpId="1"/>
      <p:bldP spid="54" grpId="0"/>
      <p:bldP spid="54" grpId="1"/>
      <p:bldP spid="55" grpId="0"/>
      <p:bldP spid="55" grpId="1"/>
      <p:bldP spid="56" grpId="0"/>
      <p:bldP spid="56" grpId="1"/>
      <p:bldP spid="57" grpId="0"/>
      <p:bldP spid="57" grpId="1"/>
      <p:bldP spid="58" grpId="0"/>
      <p:bldP spid="58" grpId="1"/>
      <p:bldP spid="59" grpId="0"/>
      <p:bldP spid="59" grpId="1"/>
      <p:bldP spid="60" grpId="0" animBg="1"/>
      <p:bldP spid="60" grpId="1" animBg="1"/>
      <p:bldP spid="61" grpId="0" animBg="1"/>
      <p:bldP spid="61" grpId="1" animBg="1"/>
      <p:bldP spid="62" grpId="0" animBg="1"/>
      <p:bldP spid="62" grpId="1" animBg="1"/>
      <p:bldP spid="63" grpId="0" animBg="1"/>
      <p:bldP spid="63" grpId="1" animBg="1"/>
      <p:bldP spid="64" grpId="0" animBg="1"/>
      <p:bldP spid="64" grpId="1" animBg="1"/>
      <p:bldP spid="65" grpId="0" animBg="1"/>
      <p:bldP spid="65" grpId="1" animBg="1"/>
      <p:bldP spid="66" grpId="0" animBg="1"/>
      <p:bldP spid="66" grpId="1" animBg="1"/>
      <p:bldP spid="67" grpId="0" animBg="1"/>
      <p:bldP spid="67" grpId="1" animBg="1"/>
      <p:bldP spid="68" grpId="0" animBg="1"/>
      <p:bldP spid="68" grpId="1" animBg="1"/>
      <p:bldP spid="69" grpId="0" animBg="1"/>
      <p:bldP spid="69" grpId="1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  <p:bldP spid="79" grpId="0" animBg="1"/>
      <p:bldP spid="79" grpId="1" animBg="1"/>
      <p:bldP spid="80" grpId="0" animBg="1"/>
      <p:bldP spid="80" grpId="1" animBg="1"/>
      <p:bldP spid="81" grpId="0" animBg="1"/>
      <p:bldP spid="81" grpId="1" animBg="1"/>
      <p:bldP spid="82" grpId="0" animBg="1"/>
      <p:bldP spid="82" grpId="1" animBg="1"/>
      <p:bldP spid="83" grpId="0" animBg="1"/>
      <p:bldP spid="83" grpId="1" animBg="1"/>
      <p:bldP spid="84" grpId="0" animBg="1"/>
      <p:bldP spid="84" grpId="1" animBg="1"/>
      <p:bldP spid="85" grpId="0" animBg="1"/>
      <p:bldP spid="85" grpId="1" animBg="1"/>
      <p:bldP spid="86" grpId="0" animBg="1"/>
      <p:bldP spid="86" grpId="1" animBg="1"/>
      <p:bldP spid="87" grpId="0" animBg="1"/>
      <p:bldP spid="87" grpId="1" animBg="1"/>
      <p:bldP spid="88" grpId="0" animBg="1"/>
      <p:bldP spid="88" grpId="1" animBg="1"/>
      <p:bldP spid="89" grpId="0" animBg="1"/>
      <p:bldP spid="89" grpId="1" animBg="1"/>
      <p:bldP spid="90" grpId="0" animBg="1"/>
      <p:bldP spid="90" grpId="1" animBg="1"/>
      <p:bldP spid="91" grpId="0" animBg="1"/>
      <p:bldP spid="91" grpId="1" animBg="1"/>
      <p:bldP spid="92" grpId="0" animBg="1"/>
      <p:bldP spid="92" grpId="1" animBg="1"/>
      <p:bldP spid="93" grpId="0" animBg="1"/>
      <p:bldP spid="93" grpId="1" animBg="1"/>
      <p:bldP spid="94" grpId="0" animBg="1"/>
      <p:bldP spid="94" grpId="1" animBg="1"/>
      <p:bldP spid="95" grpId="0" animBg="1"/>
      <p:bldP spid="95" grpId="1" animBg="1"/>
      <p:bldP spid="96" grpId="0" animBg="1"/>
      <p:bldP spid="96" grpId="1" animBg="1"/>
      <p:bldP spid="97" grpId="0" animBg="1"/>
      <p:bldP spid="97" grpId="1" animBg="1"/>
      <p:bldP spid="98" grpId="0" animBg="1"/>
      <p:bldP spid="98" grpId="1" animBg="1"/>
      <p:bldP spid="99" grpId="0" animBg="1"/>
      <p:bldP spid="99" grpId="1" animBg="1"/>
      <p:bldP spid="100" grpId="0" animBg="1"/>
      <p:bldP spid="100" grpId="1" animBg="1"/>
      <p:bldP spid="101" grpId="0" animBg="1"/>
      <p:bldP spid="101" grpId="1" animBg="1"/>
      <p:bldP spid="102" grpId="0" animBg="1"/>
      <p:bldP spid="102" grpId="1" animBg="1"/>
      <p:bldP spid="103" grpId="0" animBg="1"/>
      <p:bldP spid="103" grpId="1" animBg="1"/>
      <p:bldP spid="104" grpId="0" animBg="1"/>
      <p:bldP spid="104" grpId="1" animBg="1"/>
      <p:bldP spid="105" grpId="0" animBg="1"/>
      <p:bldP spid="105" grpId="1" animBg="1"/>
      <p:bldP spid="106" grpId="0" animBg="1"/>
      <p:bldP spid="106" grpId="1" animBg="1"/>
      <p:bldP spid="107" grpId="0" animBg="1"/>
      <p:bldP spid="107" grpId="1" animBg="1"/>
      <p:bldP spid="108" grpId="0" animBg="1"/>
      <p:bldP spid="108" grpId="1" animBg="1"/>
      <p:bldP spid="109" grpId="0" animBg="1"/>
      <p:bldP spid="109" grpId="1" animBg="1"/>
      <p:bldP spid="110" grpId="0" animBg="1"/>
      <p:bldP spid="110" grpId="1" animBg="1"/>
      <p:bldP spid="111" grpId="0" animBg="1"/>
      <p:bldP spid="111" grpId="1" animBg="1"/>
      <p:bldP spid="112" grpId="0" animBg="1"/>
      <p:bldP spid="112" grpId="1" animBg="1"/>
      <p:bldP spid="113" grpId="0" animBg="1"/>
      <p:bldP spid="113" grpId="1" animBg="1"/>
      <p:bldP spid="114" grpId="0" animBg="1"/>
      <p:bldP spid="114" grpId="1" animBg="1"/>
      <p:bldP spid="115" grpId="0" animBg="1"/>
      <p:bldP spid="115" grpId="1" animBg="1"/>
      <p:bldP spid="116" grpId="0" animBg="1"/>
      <p:bldP spid="116" grpId="1" animBg="1"/>
      <p:bldP spid="117" grpId="0" animBg="1"/>
      <p:bldP spid="117" grpId="1" animBg="1"/>
      <p:bldP spid="118" grpId="0" animBg="1"/>
      <p:bldP spid="118" grpId="1" animBg="1"/>
      <p:bldP spid="119" grpId="0" animBg="1"/>
      <p:bldP spid="119" grpId="1" animBg="1"/>
      <p:bldP spid="120" grpId="0" animBg="1"/>
      <p:bldP spid="120" grpId="1" animBg="1"/>
      <p:bldP spid="121" grpId="0" animBg="1"/>
      <p:bldP spid="121" grpId="1" animBg="1"/>
      <p:bldP spid="122" grpId="0" animBg="1"/>
      <p:bldP spid="122" grpId="1" animBg="1"/>
      <p:bldP spid="123" grpId="0" animBg="1"/>
      <p:bldP spid="123" grpId="1" animBg="1"/>
      <p:bldP spid="124" grpId="0" animBg="1"/>
      <p:bldP spid="124" grpId="1" animBg="1"/>
      <p:bldP spid="125" grpId="0" animBg="1"/>
      <p:bldP spid="125" grpId="1" animBg="1"/>
      <p:bldP spid="126" grpId="0" animBg="1"/>
      <p:bldP spid="126" grpId="1" animBg="1"/>
      <p:bldP spid="127" grpId="0" animBg="1"/>
      <p:bldP spid="127" grpId="1" animBg="1"/>
      <p:bldP spid="128" grpId="0" animBg="1"/>
      <p:bldP spid="128" grpId="1" animBg="1"/>
      <p:bldP spid="129" grpId="0" animBg="1"/>
      <p:bldP spid="129" grpId="1" animBg="1"/>
      <p:bldP spid="130" grpId="0" animBg="1"/>
      <p:bldP spid="130" grpId="1" animBg="1"/>
      <p:bldP spid="131" grpId="0" animBg="1"/>
      <p:bldP spid="131" grpId="1" animBg="1"/>
      <p:bldP spid="132" grpId="0" animBg="1"/>
      <p:bldP spid="132" grpId="1" animBg="1"/>
      <p:bldP spid="133" grpId="0" animBg="1"/>
      <p:bldP spid="133" grpId="1" animBg="1"/>
      <p:bldP spid="134" grpId="0" animBg="1"/>
      <p:bldP spid="134" grpId="1" animBg="1"/>
      <p:bldP spid="135" grpId="0" animBg="1"/>
      <p:bldP spid="135" grpId="1" animBg="1"/>
      <p:bldP spid="136" grpId="0" animBg="1"/>
      <p:bldP spid="136" grpId="1" animBg="1"/>
      <p:bldP spid="137" grpId="0" animBg="1"/>
      <p:bldP spid="137" grpId="1" animBg="1"/>
      <p:bldP spid="138" grpId="0" animBg="1"/>
      <p:bldP spid="138" grpId="1" animBg="1"/>
      <p:bldP spid="139" grpId="0" animBg="1"/>
      <p:bldP spid="139" grpId="1" animBg="1"/>
      <p:bldP spid="140" grpId="0" animBg="1"/>
      <p:bldP spid="140" grpId="1" animBg="1"/>
      <p:bldP spid="141" grpId="0" animBg="1"/>
      <p:bldP spid="141" grpId="1" animBg="1"/>
      <p:bldP spid="142" grpId="0" animBg="1"/>
      <p:bldP spid="142" grpId="1" animBg="1"/>
      <p:bldP spid="143" grpId="0" animBg="1"/>
      <p:bldP spid="143" grpId="1" animBg="1"/>
      <p:bldP spid="144" grpId="0" animBg="1"/>
      <p:bldP spid="144" grpId="1" animBg="1"/>
      <p:bldP spid="145" grpId="0" animBg="1"/>
      <p:bldP spid="145" grpId="1" animBg="1"/>
      <p:bldP spid="146" grpId="0" animBg="1"/>
      <p:bldP spid="146" grpId="1" animBg="1"/>
      <p:bldP spid="147" grpId="0" animBg="1"/>
      <p:bldP spid="147" grpId="1" animBg="1"/>
      <p:bldP spid="148" grpId="0" animBg="1"/>
      <p:bldP spid="148" grpId="1" animBg="1"/>
      <p:bldP spid="149" grpId="0" animBg="1"/>
      <p:bldP spid="149" grpId="1" animBg="1"/>
      <p:bldP spid="150" grpId="0" animBg="1"/>
      <p:bldP spid="150" grpId="1" animBg="1"/>
      <p:bldP spid="151" grpId="0" animBg="1"/>
      <p:bldP spid="151" grpId="1" animBg="1"/>
      <p:bldP spid="152" grpId="0" animBg="1"/>
      <p:bldP spid="152" grpId="1" animBg="1"/>
      <p:bldP spid="153" grpId="0" animBg="1"/>
      <p:bldP spid="153" grpId="1" animBg="1"/>
      <p:bldP spid="154" grpId="0" animBg="1"/>
      <p:bldP spid="154" grpId="1" animBg="1"/>
      <p:bldP spid="155" grpId="0" animBg="1"/>
      <p:bldP spid="155" grpId="1" animBg="1"/>
      <p:bldP spid="156" grpId="0" animBg="1"/>
      <p:bldP spid="156" grpId="1" animBg="1"/>
      <p:bldP spid="157" grpId="0" animBg="1"/>
      <p:bldP spid="157" grpId="1" animBg="1"/>
      <p:bldP spid="158" grpId="0" animBg="1"/>
      <p:bldP spid="158" grpId="1" animBg="1"/>
      <p:bldP spid="159" grpId="0" animBg="1"/>
      <p:bldP spid="159" grpId="1" animBg="1"/>
      <p:bldP spid="160" grpId="0" animBg="1"/>
      <p:bldP spid="160" grpId="1" animBg="1"/>
      <p:bldP spid="161" grpId="0" animBg="1"/>
      <p:bldP spid="161" grpId="1" animBg="1"/>
      <p:bldP spid="162" grpId="0" animBg="1"/>
      <p:bldP spid="162" grpId="1" animBg="1"/>
      <p:bldP spid="163" grpId="0" animBg="1"/>
      <p:bldP spid="163" grpId="1" animBg="1"/>
      <p:bldP spid="164" grpId="0" animBg="1"/>
      <p:bldP spid="164" grpId="1" animBg="1"/>
      <p:bldP spid="165" grpId="0" animBg="1"/>
      <p:bldP spid="165" grpId="1" animBg="1"/>
      <p:bldP spid="166" grpId="0" animBg="1"/>
      <p:bldP spid="166" grpId="1" animBg="1"/>
      <p:bldP spid="167" grpId="0" animBg="1"/>
      <p:bldP spid="167" grpId="1" animBg="1"/>
      <p:bldP spid="168" grpId="0" animBg="1"/>
      <p:bldP spid="168" grpId="1" animBg="1"/>
      <p:bldP spid="169" grpId="0" animBg="1"/>
      <p:bldP spid="169" grpId="1" animBg="1"/>
      <p:bldP spid="170" grpId="0" animBg="1"/>
      <p:bldP spid="170" grpId="1" animBg="1"/>
      <p:bldP spid="171" grpId="0" animBg="1"/>
      <p:bldP spid="171" grpId="1" animBg="1"/>
      <p:bldP spid="172" grpId="0" animBg="1"/>
      <p:bldP spid="172" grpId="1" animBg="1"/>
      <p:bldP spid="173" grpId="0" animBg="1"/>
      <p:bldP spid="173" grpId="1" animBg="1"/>
      <p:bldP spid="174" grpId="0" animBg="1"/>
      <p:bldP spid="174" grpId="1" animBg="1"/>
      <p:bldP spid="175" grpId="0" animBg="1"/>
      <p:bldP spid="175" grpId="1" animBg="1"/>
      <p:bldP spid="176" grpId="0" animBg="1"/>
      <p:bldP spid="176" grpId="1" animBg="1"/>
      <p:bldP spid="177" grpId="0" animBg="1"/>
      <p:bldP spid="177" grpId="1" animBg="1"/>
      <p:bldP spid="178" grpId="0" animBg="1"/>
      <p:bldP spid="178" grpId="1" animBg="1"/>
      <p:bldP spid="179" grpId="0" animBg="1"/>
      <p:bldP spid="179" grpId="1" animBg="1"/>
      <p:bldP spid="180" grpId="0" animBg="1"/>
      <p:bldP spid="180" grpId="1" animBg="1"/>
      <p:bldP spid="181" grpId="0" animBg="1"/>
      <p:bldP spid="181" grpId="1" animBg="1"/>
      <p:bldP spid="182" grpId="0" animBg="1"/>
      <p:bldP spid="182" grpId="1" animBg="1"/>
      <p:bldP spid="183" grpId="0" animBg="1"/>
      <p:bldP spid="183" grpId="1" animBg="1"/>
      <p:bldP spid="184" grpId="0" animBg="1"/>
      <p:bldP spid="184" grpId="1" animBg="1"/>
      <p:bldP spid="185" grpId="0" animBg="1"/>
      <p:bldP spid="185" grpId="1" animBg="1"/>
      <p:bldP spid="186" grpId="0" animBg="1"/>
      <p:bldP spid="186" grpId="1" animBg="1"/>
      <p:bldP spid="187" grpId="0" animBg="1"/>
      <p:bldP spid="187" grpId="1" animBg="1"/>
      <p:bldP spid="188" grpId="0" animBg="1"/>
      <p:bldP spid="188" grpId="1" animBg="1"/>
      <p:bldP spid="189" grpId="0" animBg="1"/>
      <p:bldP spid="189" grpId="1" animBg="1"/>
      <p:bldP spid="190" grpId="0" animBg="1"/>
      <p:bldP spid="190" grpId="1" animBg="1"/>
      <p:bldP spid="191" grpId="0" animBg="1"/>
      <p:bldP spid="191" grpId="1" animBg="1"/>
      <p:bldP spid="192" grpId="0" animBg="1"/>
      <p:bldP spid="192" grpId="1" animBg="1"/>
      <p:bldP spid="193" grpId="0" animBg="1"/>
      <p:bldP spid="193" grpId="1" animBg="1"/>
      <p:bldP spid="194" grpId="0" animBg="1"/>
      <p:bldP spid="194" grpId="1" animBg="1"/>
      <p:bldP spid="195" grpId="0" animBg="1"/>
      <p:bldP spid="195" grpId="1" animBg="1"/>
      <p:bldP spid="196" grpId="0" animBg="1"/>
      <p:bldP spid="196" grpId="1" animBg="1"/>
      <p:bldP spid="197" grpId="0" animBg="1"/>
      <p:bldP spid="197" grpId="1" animBg="1"/>
      <p:bldP spid="198" grpId="0" animBg="1"/>
      <p:bldP spid="198" grpId="1" animBg="1"/>
      <p:bldP spid="199" grpId="0" animBg="1"/>
      <p:bldP spid="199" grpId="1" animBg="1"/>
      <p:bldP spid="200" grpId="0" animBg="1"/>
      <p:bldP spid="200" grpId="1" animBg="1"/>
      <p:bldP spid="201" grpId="0" animBg="1"/>
      <p:bldP spid="201" grpId="1" animBg="1"/>
      <p:bldP spid="202" grpId="0" animBg="1"/>
      <p:bldP spid="202" grpId="1" animBg="1"/>
      <p:bldP spid="203" grpId="0" animBg="1"/>
      <p:bldP spid="203" grpId="1" animBg="1"/>
      <p:bldP spid="204" grpId="0" animBg="1"/>
      <p:bldP spid="204" grpId="1" animBg="1"/>
      <p:bldP spid="205" grpId="0" animBg="1"/>
      <p:bldP spid="205" grpId="1" animBg="1"/>
      <p:bldP spid="206" grpId="0" animBg="1"/>
      <p:bldP spid="206" grpId="1" animBg="1"/>
      <p:bldP spid="207" grpId="0" animBg="1"/>
      <p:bldP spid="207" grpId="1" animBg="1"/>
      <p:bldP spid="208" grpId="0" animBg="1"/>
      <p:bldP spid="208" grpId="1" animBg="1"/>
      <p:bldP spid="209" grpId="0" animBg="1"/>
      <p:bldP spid="209" grpId="1" animBg="1"/>
      <p:bldP spid="210" grpId="0" animBg="1"/>
      <p:bldP spid="210" grpId="1" animBg="1"/>
      <p:bldP spid="211" grpId="0" animBg="1"/>
      <p:bldP spid="211" grpId="1" animBg="1"/>
      <p:bldP spid="212" grpId="0" animBg="1"/>
      <p:bldP spid="212" grpId="1" animBg="1"/>
      <p:bldP spid="213" grpId="0" animBg="1"/>
      <p:bldP spid="213" grpId="1" animBg="1"/>
      <p:bldP spid="214" grpId="0" animBg="1"/>
      <p:bldP spid="214" grpId="1" animBg="1"/>
      <p:bldP spid="215" grpId="0" animBg="1"/>
      <p:bldP spid="215" grpId="1" animBg="1"/>
      <p:bldP spid="216" grpId="0" animBg="1"/>
      <p:bldP spid="216" grpId="1" animBg="1"/>
      <p:bldP spid="217" grpId="0" animBg="1"/>
      <p:bldP spid="217" grpId="1" animBg="1"/>
      <p:bldP spid="218" grpId="0" animBg="1"/>
      <p:bldP spid="218" grpId="1" animBg="1"/>
      <p:bldP spid="219" grpId="0" animBg="1"/>
      <p:bldP spid="219" grpId="1" animBg="1"/>
      <p:bldP spid="220" grpId="0" animBg="1"/>
      <p:bldP spid="220" grpId="1" animBg="1"/>
      <p:bldP spid="221" grpId="0" animBg="1"/>
      <p:bldP spid="221" grpId="1" animBg="1"/>
      <p:bldP spid="222" grpId="0" animBg="1"/>
      <p:bldP spid="222" grpId="1" animBg="1"/>
      <p:bldP spid="223" grpId="0" animBg="1"/>
      <p:bldP spid="223" grpId="1" animBg="1"/>
      <p:bldP spid="224" grpId="0" animBg="1"/>
      <p:bldP spid="224" grpId="1" animBg="1"/>
      <p:bldP spid="225" grpId="0" animBg="1"/>
      <p:bldP spid="225" grpId="1" animBg="1"/>
      <p:bldP spid="226" grpId="0" animBg="1"/>
      <p:bldP spid="226" grpId="1" animBg="1"/>
      <p:bldP spid="227" grpId="0" animBg="1"/>
      <p:bldP spid="227" grpId="1" animBg="1"/>
      <p:bldP spid="228" grpId="0" animBg="1"/>
      <p:bldP spid="228" grpId="1" animBg="1"/>
      <p:bldP spid="229" grpId="0" animBg="1"/>
      <p:bldP spid="229" grpId="1" animBg="1"/>
      <p:bldP spid="230" grpId="0" animBg="1"/>
      <p:bldP spid="230" grpId="1" animBg="1"/>
      <p:bldP spid="231" grpId="0" animBg="1"/>
      <p:bldP spid="231" grpId="1" animBg="1"/>
      <p:bldP spid="232" grpId="0" animBg="1"/>
      <p:bldP spid="232" grpId="1" animBg="1"/>
      <p:bldP spid="233" grpId="0" animBg="1"/>
      <p:bldP spid="233" grpId="1" animBg="1"/>
      <p:bldP spid="234" grpId="0" animBg="1"/>
      <p:bldP spid="234" grpId="1" animBg="1"/>
      <p:bldP spid="235" grpId="0" animBg="1"/>
      <p:bldP spid="235" grpId="1" animBg="1"/>
      <p:bldP spid="236" grpId="0" animBg="1"/>
      <p:bldP spid="236" grpId="1" animBg="1"/>
      <p:bldP spid="237" grpId="0" animBg="1"/>
      <p:bldP spid="237" grpId="1" animBg="1"/>
      <p:bldP spid="238" grpId="0" animBg="1"/>
      <p:bldP spid="238" grpId="1" animBg="1"/>
      <p:bldP spid="239" grpId="0" animBg="1"/>
      <p:bldP spid="239" grpId="1" animBg="1"/>
      <p:bldP spid="240" grpId="0" animBg="1"/>
      <p:bldP spid="240" grpId="1" animBg="1"/>
      <p:bldP spid="241" grpId="0" animBg="1"/>
      <p:bldP spid="241" grpId="1" animBg="1"/>
      <p:bldP spid="242" grpId="0" animBg="1"/>
      <p:bldP spid="242" grpId="1" animBg="1"/>
      <p:bldP spid="243" grpId="0" animBg="1"/>
      <p:bldP spid="243" grpId="1" animBg="1"/>
      <p:bldP spid="244" grpId="0" animBg="1"/>
      <p:bldP spid="244" grpId="1" animBg="1"/>
      <p:bldP spid="245" grpId="0" animBg="1"/>
      <p:bldP spid="245" grpId="1" animBg="1"/>
      <p:bldP spid="246" grpId="0" animBg="1"/>
      <p:bldP spid="246" grpId="1" animBg="1"/>
      <p:bldP spid="247" grpId="0" animBg="1"/>
      <p:bldP spid="247" grpId="1" animBg="1"/>
      <p:bldP spid="248" grpId="0" animBg="1"/>
      <p:bldP spid="248" grpId="1" animBg="1"/>
      <p:bldP spid="249" grpId="0"/>
      <p:bldP spid="249" grpId="1"/>
      <p:bldP spid="249" grpId="2"/>
      <p:bldP spid="250" grpId="0"/>
      <p:bldP spid="250" grpId="1"/>
      <p:bldP spid="250" grpId="2"/>
      <p:bldP spid="251" grpId="0"/>
      <p:bldP spid="251" grpId="1"/>
      <p:bldP spid="251" grpId="2"/>
      <p:bldP spid="252" grpId="0"/>
      <p:bldP spid="252" grpId="1"/>
      <p:bldP spid="252" grpId="2"/>
      <p:bldP spid="253" grpId="0"/>
      <p:bldP spid="253" grpId="1"/>
      <p:bldP spid="253" grpId="2"/>
      <p:bldP spid="254" grpId="0"/>
      <p:bldP spid="254" grpId="1"/>
      <p:bldP spid="254" grpId="2"/>
      <p:bldP spid="255" grpId="0"/>
      <p:bldP spid="255" grpId="1"/>
      <p:bldP spid="255" grpId="2"/>
      <p:bldP spid="256" grpId="0"/>
      <p:bldP spid="256" grpId="1"/>
      <p:bldP spid="256" grpId="2"/>
      <p:bldP spid="257" grpId="0"/>
      <p:bldP spid="257" grpId="1"/>
      <p:bldP spid="257" grpId="2"/>
      <p:bldP spid="258" grpId="0"/>
      <p:bldP spid="258" grpId="1"/>
      <p:bldP spid="258" grpId="2"/>
      <p:bldP spid="259" grpId="0"/>
      <p:bldP spid="259" grpId="1"/>
      <p:bldP spid="259" grpId="2"/>
      <p:bldP spid="260" grpId="0"/>
      <p:bldP spid="260" grpId="1"/>
      <p:bldP spid="260" grpId="2"/>
      <p:bldP spid="261" grpId="0"/>
      <p:bldP spid="261" grpId="1"/>
      <p:bldP spid="261" grpId="2"/>
      <p:bldP spid="262" grpId="0"/>
      <p:bldP spid="262" grpId="1"/>
      <p:bldP spid="262" grpId="2"/>
      <p:bldP spid="263" grpId="0"/>
      <p:bldP spid="263" grpId="1"/>
      <p:bldP spid="263" grpId="2"/>
      <p:bldP spid="264" grpId="0"/>
      <p:bldP spid="264" grpId="1"/>
      <p:bldP spid="264" grpId="2"/>
      <p:bldP spid="264" grpId="3"/>
      <p:bldP spid="265" grpId="0"/>
      <p:bldP spid="265" grpId="1"/>
      <p:bldP spid="265" grpId="2"/>
      <p:bldP spid="266" grpId="0"/>
      <p:bldP spid="266" grpId="1"/>
      <p:bldP spid="266" grpId="2"/>
      <p:bldP spid="266" grpId="3"/>
      <p:bldP spid="267" grpId="0" animBg="1"/>
      <p:bldP spid="267" grpId="1" animBg="1"/>
      <p:bldP spid="268" grpId="0" animBg="1"/>
      <p:bldP spid="268" grpId="1" animBg="1"/>
      <p:bldP spid="269" grpId="0" animBg="1"/>
      <p:bldP spid="269" grpId="1" animBg="1"/>
      <p:bldP spid="270" grpId="0" animBg="1"/>
      <p:bldP spid="270" grpId="1" animBg="1"/>
      <p:bldP spid="271" grpId="0" animBg="1"/>
      <p:bldP spid="271" grpId="1" animBg="1"/>
      <p:bldP spid="272" grpId="0" animBg="1"/>
      <p:bldP spid="272" grpId="1" animBg="1"/>
      <p:bldP spid="273" grpId="0" animBg="1"/>
      <p:bldP spid="273" grpId="1" animBg="1"/>
      <p:bldP spid="274" grpId="0" animBg="1"/>
      <p:bldP spid="274" grpId="1" animBg="1"/>
      <p:bldP spid="275" grpId="0" animBg="1"/>
      <p:bldP spid="275" grpId="1" animBg="1"/>
      <p:bldP spid="276" grpId="0" animBg="1"/>
      <p:bldP spid="276" grpId="1" animBg="1"/>
      <p:bldP spid="277" grpId="0" animBg="1"/>
      <p:bldP spid="277" grpId="1" animBg="1"/>
      <p:bldP spid="278" grpId="0" animBg="1"/>
      <p:bldP spid="278" grpId="1" animBg="1"/>
      <p:bldP spid="279" grpId="0" animBg="1"/>
      <p:bldP spid="279" grpId="1" animBg="1"/>
      <p:bldP spid="280" grpId="0" animBg="1"/>
      <p:bldP spid="280" grpId="1" animBg="1"/>
      <p:bldP spid="281" grpId="0" animBg="1"/>
      <p:bldP spid="281" grpId="1" animBg="1"/>
      <p:bldP spid="282" grpId="0" animBg="1"/>
      <p:bldP spid="282" grpId="1" animBg="1"/>
      <p:bldP spid="283" grpId="0" animBg="1"/>
      <p:bldP spid="283" grpId="1" animBg="1"/>
      <p:bldP spid="283" grpId="2" animBg="1"/>
      <p:bldP spid="284" grpId="0" animBg="1"/>
      <p:bldP spid="284" grpId="1" animBg="1"/>
      <p:bldP spid="284" grpId="2" animBg="1"/>
      <p:bldP spid="285" grpId="0" animBg="1"/>
      <p:bldP spid="285" grpId="1" animBg="1"/>
      <p:bldP spid="285" grpId="2" animBg="1"/>
      <p:bldP spid="286" grpId="0" animBg="1"/>
      <p:bldP spid="286" grpId="1" animBg="1"/>
      <p:bldP spid="286" grpId="2" animBg="1"/>
      <p:bldP spid="287" grpId="0" animBg="1"/>
      <p:bldP spid="287" grpId="1" animBg="1"/>
      <p:bldP spid="287" grpId="2" animBg="1"/>
      <p:bldP spid="288" grpId="0" animBg="1"/>
      <p:bldP spid="288" grpId="1" animBg="1"/>
      <p:bldP spid="288" grpId="2" animBg="1"/>
      <p:bldP spid="289" grpId="0" animBg="1"/>
      <p:bldP spid="289" grpId="1" animBg="1"/>
      <p:bldP spid="289" grpId="2" animBg="1"/>
      <p:bldP spid="290" grpId="0" animBg="1"/>
      <p:bldP spid="290" grpId="1" animBg="1"/>
      <p:bldP spid="290" grpId="2" animBg="1"/>
      <p:bldP spid="291" grpId="0" animBg="1"/>
      <p:bldP spid="291" grpId="1" animBg="1"/>
      <p:bldP spid="291" grpId="2" animBg="1"/>
      <p:bldP spid="292" grpId="0" animBg="1"/>
      <p:bldP spid="292" grpId="1" animBg="1"/>
      <p:bldP spid="292" grpId="2" animBg="1"/>
      <p:bldP spid="293" grpId="0" animBg="1"/>
      <p:bldP spid="293" grpId="1" animBg="1"/>
      <p:bldP spid="293" grpId="2" animBg="1"/>
      <p:bldP spid="294" grpId="0" animBg="1"/>
      <p:bldP spid="294" grpId="1" animBg="1"/>
      <p:bldP spid="294" grpId="2" animBg="1"/>
      <p:bldP spid="295" grpId="0" animBg="1"/>
      <p:bldP spid="295" grpId="1" animBg="1"/>
      <p:bldP spid="295" grpId="2" animBg="1"/>
      <p:bldP spid="296" grpId="0" animBg="1"/>
      <p:bldP spid="296" grpId="1" animBg="1"/>
      <p:bldP spid="296" grpId="2" animBg="1"/>
      <p:bldP spid="297" grpId="0" animBg="1"/>
      <p:bldP spid="297" grpId="1" animBg="1"/>
      <p:bldP spid="297" grpId="2" animBg="1"/>
      <p:bldP spid="298" grpId="0" animBg="1"/>
      <p:bldP spid="298" grpId="1" animBg="1"/>
      <p:bldP spid="298" grpId="2" animBg="1"/>
      <p:bldP spid="299" grpId="0" animBg="1"/>
      <p:bldP spid="299" grpId="1" animBg="1"/>
      <p:bldP spid="299" grpId="2" animBg="1"/>
      <p:bldP spid="300" grpId="0" animBg="1"/>
      <p:bldP spid="300" grpId="1" animBg="1"/>
      <p:bldP spid="300" grpId="2" animBg="1"/>
      <p:bldP spid="301" grpId="0" animBg="1"/>
      <p:bldP spid="301" grpId="1" animBg="1"/>
      <p:bldP spid="301" grpId="2" animBg="1"/>
      <p:bldP spid="302" grpId="0" animBg="1"/>
      <p:bldP spid="302" grpId="1" animBg="1"/>
      <p:bldP spid="302" grpId="2" animBg="1"/>
      <p:bldP spid="303" grpId="0" animBg="1"/>
      <p:bldP spid="303" grpId="1" animBg="1"/>
      <p:bldP spid="303" grpId="2" animBg="1"/>
      <p:bldP spid="304" grpId="0" animBg="1"/>
      <p:bldP spid="304" grpId="1" animBg="1"/>
      <p:bldP spid="304" grpId="2" animBg="1"/>
      <p:bldP spid="305" grpId="0" animBg="1"/>
      <p:bldP spid="305" grpId="1" animBg="1"/>
      <p:bldP spid="305" grpId="2" animBg="1"/>
      <p:bldP spid="306" grpId="0" animBg="1"/>
      <p:bldP spid="306" grpId="1" animBg="1"/>
      <p:bldP spid="306" grpId="2" animBg="1"/>
      <p:bldP spid="307" grpId="0" animBg="1"/>
      <p:bldP spid="307" grpId="1" animBg="1"/>
      <p:bldP spid="307" grpId="2" animBg="1"/>
      <p:bldP spid="308" grpId="0" animBg="1"/>
      <p:bldP spid="308" grpId="1" animBg="1"/>
      <p:bldP spid="308" grpId="2" animBg="1"/>
      <p:bldP spid="309" grpId="0" animBg="1"/>
      <p:bldP spid="309" grpId="1" animBg="1"/>
      <p:bldP spid="309" grpId="2" animBg="1"/>
      <p:bldP spid="310" grpId="0" animBg="1"/>
      <p:bldP spid="310" grpId="1" animBg="1"/>
      <p:bldP spid="310" grpId="2" animBg="1"/>
      <p:bldP spid="311" grpId="0" animBg="1"/>
      <p:bldP spid="311" grpId="1" animBg="1"/>
      <p:bldP spid="311" grpId="2" animBg="1"/>
      <p:bldP spid="312" grpId="0" animBg="1"/>
      <p:bldP spid="312" grpId="1" animBg="1"/>
      <p:bldP spid="312" grpId="2" animBg="1"/>
      <p:bldP spid="313" grpId="0" animBg="1"/>
      <p:bldP spid="313" grpId="1" animBg="1"/>
      <p:bldP spid="313" grpId="2" animBg="1"/>
      <p:bldP spid="314" grpId="0" animBg="1"/>
      <p:bldP spid="314" grpId="1" animBg="1"/>
      <p:bldP spid="314" grpId="2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" name="anim_o5305_1">
            <a:extLst>
              <a:ext uri="{FF2B5EF4-FFF2-40B4-BE49-F238E27FC236}">
                <a16:creationId xmlns:a16="http://schemas.microsoft.com/office/drawing/2014/main" id="{156B52DE-FDFE-4FE1-982E-D02E219C09AE}"/>
              </a:ext>
            </a:extLst>
          </p:cNvPr>
          <p:cNvSpPr>
            <a:spLocks noGrp="1"/>
          </p:cNvSpPr>
          <p:nvPr/>
        </p:nvSpPr>
        <p:spPr>
          <a:xfrm>
            <a:off x="5712510" y="1471446"/>
            <a:ext cx="444506" cy="88901"/>
          </a:xfrm>
          <a:custGeom>
            <a:avLst/>
            <a:gdLst/>
            <a:ahLst/>
            <a:cxnLst/>
            <a:rect l="0" t="0" r="0" b="0"/>
            <a:pathLst>
              <a:path w="444506" h="88901">
                <a:moveTo>
                  <a:pt x="0" y="63501"/>
                </a:moveTo>
                <a:lnTo>
                  <a:pt x="355605" y="63501"/>
                </a:lnTo>
                <a:lnTo>
                  <a:pt x="355605" y="88901"/>
                </a:lnTo>
                <a:lnTo>
                  <a:pt x="444506" y="44451"/>
                </a:lnTo>
                <a:lnTo>
                  <a:pt x="355605" y="0"/>
                </a:lnTo>
                <a:lnTo>
                  <a:pt x="355605" y="25401"/>
                </a:lnTo>
                <a:lnTo>
                  <a:pt x="0" y="25401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5306_1">
            <a:extLst>
              <a:ext uri="{FF2B5EF4-FFF2-40B4-BE49-F238E27FC236}">
                <a16:creationId xmlns:a16="http://schemas.microsoft.com/office/drawing/2014/main" id="{1DA1B073-4DE3-465C-8B30-919BC7092623}"/>
              </a:ext>
            </a:extLst>
          </p:cNvPr>
          <p:cNvSpPr>
            <a:spLocks noGrp="1"/>
          </p:cNvSpPr>
          <p:nvPr/>
        </p:nvSpPr>
        <p:spPr>
          <a:xfrm>
            <a:off x="5712510" y="3384549"/>
            <a:ext cx="444506" cy="88901"/>
          </a:xfrm>
          <a:custGeom>
            <a:avLst/>
            <a:gdLst/>
            <a:ahLst/>
            <a:cxnLst/>
            <a:rect l="0" t="0" r="0" b="0"/>
            <a:pathLst>
              <a:path w="444506" h="88901">
                <a:moveTo>
                  <a:pt x="0" y="63501"/>
                </a:moveTo>
                <a:lnTo>
                  <a:pt x="355605" y="63501"/>
                </a:lnTo>
                <a:lnTo>
                  <a:pt x="355605" y="88901"/>
                </a:lnTo>
                <a:lnTo>
                  <a:pt x="444506" y="44451"/>
                </a:lnTo>
                <a:lnTo>
                  <a:pt x="355605" y="0"/>
                </a:lnTo>
                <a:lnTo>
                  <a:pt x="355605" y="25401"/>
                </a:lnTo>
                <a:lnTo>
                  <a:pt x="0" y="25401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5307_1">
            <a:extLst>
              <a:ext uri="{FF2B5EF4-FFF2-40B4-BE49-F238E27FC236}">
                <a16:creationId xmlns:a16="http://schemas.microsoft.com/office/drawing/2014/main" id="{2D67C29C-2890-49C4-93BF-F3A2B08E3059}"/>
              </a:ext>
            </a:extLst>
          </p:cNvPr>
          <p:cNvSpPr>
            <a:spLocks noGrp="1"/>
          </p:cNvSpPr>
          <p:nvPr/>
        </p:nvSpPr>
        <p:spPr>
          <a:xfrm>
            <a:off x="5712510" y="5297653"/>
            <a:ext cx="444506" cy="88901"/>
          </a:xfrm>
          <a:custGeom>
            <a:avLst/>
            <a:gdLst/>
            <a:ahLst/>
            <a:cxnLst/>
            <a:rect l="0" t="0" r="0" b="0"/>
            <a:pathLst>
              <a:path w="444506" h="88901">
                <a:moveTo>
                  <a:pt x="0" y="63501"/>
                </a:moveTo>
                <a:lnTo>
                  <a:pt x="355605" y="63501"/>
                </a:lnTo>
                <a:lnTo>
                  <a:pt x="355605" y="88901"/>
                </a:lnTo>
                <a:lnTo>
                  <a:pt x="444506" y="44451"/>
                </a:lnTo>
                <a:lnTo>
                  <a:pt x="355605" y="0"/>
                </a:lnTo>
                <a:lnTo>
                  <a:pt x="355605" y="25401"/>
                </a:lnTo>
                <a:lnTo>
                  <a:pt x="0" y="25401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5195_1">
            <a:extLst>
              <a:ext uri="{FF2B5EF4-FFF2-40B4-BE49-F238E27FC236}">
                <a16:creationId xmlns:a16="http://schemas.microsoft.com/office/drawing/2014/main" id="{544F83BF-EA14-4B1C-AF8F-59B1DD7C1007}"/>
              </a:ext>
            </a:extLst>
          </p:cNvPr>
          <p:cNvSpPr>
            <a:spLocks noGrp="1"/>
          </p:cNvSpPr>
          <p:nvPr/>
        </p:nvSpPr>
        <p:spPr>
          <a:xfrm>
            <a:off x="7360388" y="907181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5196_1">
            <a:extLst>
              <a:ext uri="{FF2B5EF4-FFF2-40B4-BE49-F238E27FC236}">
                <a16:creationId xmlns:a16="http://schemas.microsoft.com/office/drawing/2014/main" id="{F6AA6EEB-C9BA-4080-BFED-6FD00F6E8613}"/>
              </a:ext>
            </a:extLst>
          </p:cNvPr>
          <p:cNvSpPr>
            <a:spLocks noGrp="1"/>
          </p:cNvSpPr>
          <p:nvPr/>
        </p:nvSpPr>
        <p:spPr>
          <a:xfrm>
            <a:off x="7664745" y="907181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5197_1">
            <a:extLst>
              <a:ext uri="{FF2B5EF4-FFF2-40B4-BE49-F238E27FC236}">
                <a16:creationId xmlns:a16="http://schemas.microsoft.com/office/drawing/2014/main" id="{5C469E13-693D-4B91-BAC4-127CC5D9DF7E}"/>
              </a:ext>
            </a:extLst>
          </p:cNvPr>
          <p:cNvSpPr>
            <a:spLocks noGrp="1"/>
          </p:cNvSpPr>
          <p:nvPr/>
        </p:nvSpPr>
        <p:spPr>
          <a:xfrm>
            <a:off x="7969102" y="907181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5198_1">
            <a:extLst>
              <a:ext uri="{FF2B5EF4-FFF2-40B4-BE49-F238E27FC236}">
                <a16:creationId xmlns:a16="http://schemas.microsoft.com/office/drawing/2014/main" id="{CC4C75DB-6075-41F0-A2C3-EBBBA57666FF}"/>
              </a:ext>
            </a:extLst>
          </p:cNvPr>
          <p:cNvSpPr>
            <a:spLocks noGrp="1"/>
          </p:cNvSpPr>
          <p:nvPr/>
        </p:nvSpPr>
        <p:spPr>
          <a:xfrm>
            <a:off x="8273460" y="907181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5199_1">
            <a:extLst>
              <a:ext uri="{FF2B5EF4-FFF2-40B4-BE49-F238E27FC236}">
                <a16:creationId xmlns:a16="http://schemas.microsoft.com/office/drawing/2014/main" id="{F704B147-F088-4B69-99DE-EC58B04E4A0F}"/>
              </a:ext>
            </a:extLst>
          </p:cNvPr>
          <p:cNvSpPr>
            <a:spLocks noGrp="1"/>
          </p:cNvSpPr>
          <p:nvPr/>
        </p:nvSpPr>
        <p:spPr>
          <a:xfrm>
            <a:off x="7360388" y="1211539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5200_1">
            <a:extLst>
              <a:ext uri="{FF2B5EF4-FFF2-40B4-BE49-F238E27FC236}">
                <a16:creationId xmlns:a16="http://schemas.microsoft.com/office/drawing/2014/main" id="{EB64FB0F-5765-47A2-9675-55FAE29B02C8}"/>
              </a:ext>
            </a:extLst>
          </p:cNvPr>
          <p:cNvSpPr>
            <a:spLocks noGrp="1"/>
          </p:cNvSpPr>
          <p:nvPr/>
        </p:nvSpPr>
        <p:spPr>
          <a:xfrm>
            <a:off x="7664745" y="1211539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5201_1">
            <a:extLst>
              <a:ext uri="{FF2B5EF4-FFF2-40B4-BE49-F238E27FC236}">
                <a16:creationId xmlns:a16="http://schemas.microsoft.com/office/drawing/2014/main" id="{356F61DD-3BDC-45C2-B7B6-38244CD37C87}"/>
              </a:ext>
            </a:extLst>
          </p:cNvPr>
          <p:cNvSpPr>
            <a:spLocks noGrp="1"/>
          </p:cNvSpPr>
          <p:nvPr/>
        </p:nvSpPr>
        <p:spPr>
          <a:xfrm>
            <a:off x="7969102" y="1211539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5202_1">
            <a:extLst>
              <a:ext uri="{FF2B5EF4-FFF2-40B4-BE49-F238E27FC236}">
                <a16:creationId xmlns:a16="http://schemas.microsoft.com/office/drawing/2014/main" id="{8C9893F7-721E-4CC1-AA12-755CC2BAD862}"/>
              </a:ext>
            </a:extLst>
          </p:cNvPr>
          <p:cNvSpPr>
            <a:spLocks noGrp="1"/>
          </p:cNvSpPr>
          <p:nvPr/>
        </p:nvSpPr>
        <p:spPr>
          <a:xfrm>
            <a:off x="8273460" y="1211539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5203_1">
            <a:extLst>
              <a:ext uri="{FF2B5EF4-FFF2-40B4-BE49-F238E27FC236}">
                <a16:creationId xmlns:a16="http://schemas.microsoft.com/office/drawing/2014/main" id="{59DD29C8-CBE0-4FDA-B8C2-3BEAD3385CFA}"/>
              </a:ext>
            </a:extLst>
          </p:cNvPr>
          <p:cNvSpPr>
            <a:spLocks noGrp="1"/>
          </p:cNvSpPr>
          <p:nvPr/>
        </p:nvSpPr>
        <p:spPr>
          <a:xfrm>
            <a:off x="7360388" y="1515896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5204_1">
            <a:extLst>
              <a:ext uri="{FF2B5EF4-FFF2-40B4-BE49-F238E27FC236}">
                <a16:creationId xmlns:a16="http://schemas.microsoft.com/office/drawing/2014/main" id="{4A1B5AFC-7CEE-4496-9BB6-B6862244D683}"/>
              </a:ext>
            </a:extLst>
          </p:cNvPr>
          <p:cNvSpPr>
            <a:spLocks noGrp="1"/>
          </p:cNvSpPr>
          <p:nvPr/>
        </p:nvSpPr>
        <p:spPr>
          <a:xfrm>
            <a:off x="7664745" y="1515896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5205_1">
            <a:extLst>
              <a:ext uri="{FF2B5EF4-FFF2-40B4-BE49-F238E27FC236}">
                <a16:creationId xmlns:a16="http://schemas.microsoft.com/office/drawing/2014/main" id="{A0E2203C-916E-4CB3-BEDE-CACB542B9790}"/>
              </a:ext>
            </a:extLst>
          </p:cNvPr>
          <p:cNvSpPr>
            <a:spLocks noGrp="1"/>
          </p:cNvSpPr>
          <p:nvPr/>
        </p:nvSpPr>
        <p:spPr>
          <a:xfrm>
            <a:off x="7969102" y="1515896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5206_1">
            <a:extLst>
              <a:ext uri="{FF2B5EF4-FFF2-40B4-BE49-F238E27FC236}">
                <a16:creationId xmlns:a16="http://schemas.microsoft.com/office/drawing/2014/main" id="{039F8744-F8D4-4D6D-8F87-66CA2AEFDB71}"/>
              </a:ext>
            </a:extLst>
          </p:cNvPr>
          <p:cNvSpPr>
            <a:spLocks noGrp="1"/>
          </p:cNvSpPr>
          <p:nvPr/>
        </p:nvSpPr>
        <p:spPr>
          <a:xfrm>
            <a:off x="8273460" y="1515896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5207_1">
            <a:extLst>
              <a:ext uri="{FF2B5EF4-FFF2-40B4-BE49-F238E27FC236}">
                <a16:creationId xmlns:a16="http://schemas.microsoft.com/office/drawing/2014/main" id="{77C342A9-6D0A-4E6E-9783-947A177D5EA5}"/>
              </a:ext>
            </a:extLst>
          </p:cNvPr>
          <p:cNvSpPr>
            <a:spLocks noGrp="1"/>
          </p:cNvSpPr>
          <p:nvPr/>
        </p:nvSpPr>
        <p:spPr>
          <a:xfrm>
            <a:off x="7360388" y="1820254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5208_1">
            <a:extLst>
              <a:ext uri="{FF2B5EF4-FFF2-40B4-BE49-F238E27FC236}">
                <a16:creationId xmlns:a16="http://schemas.microsoft.com/office/drawing/2014/main" id="{0CCFC12A-C03C-4222-A0AA-32E0831FC03F}"/>
              </a:ext>
            </a:extLst>
          </p:cNvPr>
          <p:cNvSpPr>
            <a:spLocks noGrp="1"/>
          </p:cNvSpPr>
          <p:nvPr/>
        </p:nvSpPr>
        <p:spPr>
          <a:xfrm>
            <a:off x="7664745" y="1820254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5209_1">
            <a:extLst>
              <a:ext uri="{FF2B5EF4-FFF2-40B4-BE49-F238E27FC236}">
                <a16:creationId xmlns:a16="http://schemas.microsoft.com/office/drawing/2014/main" id="{776E127E-BAD4-4237-B00F-E95EEEFC34C9}"/>
              </a:ext>
            </a:extLst>
          </p:cNvPr>
          <p:cNvSpPr>
            <a:spLocks noGrp="1"/>
          </p:cNvSpPr>
          <p:nvPr/>
        </p:nvSpPr>
        <p:spPr>
          <a:xfrm>
            <a:off x="7969102" y="1820254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5210_1">
            <a:extLst>
              <a:ext uri="{FF2B5EF4-FFF2-40B4-BE49-F238E27FC236}">
                <a16:creationId xmlns:a16="http://schemas.microsoft.com/office/drawing/2014/main" id="{B61B587F-38E3-4A13-9847-777F7BD6CCE1}"/>
              </a:ext>
            </a:extLst>
          </p:cNvPr>
          <p:cNvSpPr>
            <a:spLocks noGrp="1"/>
          </p:cNvSpPr>
          <p:nvPr/>
        </p:nvSpPr>
        <p:spPr>
          <a:xfrm>
            <a:off x="8273460" y="1820254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5212_1">
            <a:extLst>
              <a:ext uri="{FF2B5EF4-FFF2-40B4-BE49-F238E27FC236}">
                <a16:creationId xmlns:a16="http://schemas.microsoft.com/office/drawing/2014/main" id="{B8787195-D0CE-46A1-A79E-3522171DAE82}"/>
              </a:ext>
            </a:extLst>
          </p:cNvPr>
          <p:cNvSpPr>
            <a:spLocks noGrp="1"/>
          </p:cNvSpPr>
          <p:nvPr/>
        </p:nvSpPr>
        <p:spPr>
          <a:xfrm>
            <a:off x="7360388" y="2820285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5213_1">
            <a:extLst>
              <a:ext uri="{FF2B5EF4-FFF2-40B4-BE49-F238E27FC236}">
                <a16:creationId xmlns:a16="http://schemas.microsoft.com/office/drawing/2014/main" id="{5F9BF2B6-E464-453A-9C3A-77E9884DE96F}"/>
              </a:ext>
            </a:extLst>
          </p:cNvPr>
          <p:cNvSpPr>
            <a:spLocks noGrp="1"/>
          </p:cNvSpPr>
          <p:nvPr/>
        </p:nvSpPr>
        <p:spPr>
          <a:xfrm>
            <a:off x="7664745" y="2820285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5214_1">
            <a:extLst>
              <a:ext uri="{FF2B5EF4-FFF2-40B4-BE49-F238E27FC236}">
                <a16:creationId xmlns:a16="http://schemas.microsoft.com/office/drawing/2014/main" id="{5303E6CF-C954-4454-B6EC-555C99307DB0}"/>
              </a:ext>
            </a:extLst>
          </p:cNvPr>
          <p:cNvSpPr>
            <a:spLocks noGrp="1"/>
          </p:cNvSpPr>
          <p:nvPr/>
        </p:nvSpPr>
        <p:spPr>
          <a:xfrm>
            <a:off x="7969102" y="2820285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5215_1">
            <a:extLst>
              <a:ext uri="{FF2B5EF4-FFF2-40B4-BE49-F238E27FC236}">
                <a16:creationId xmlns:a16="http://schemas.microsoft.com/office/drawing/2014/main" id="{09FBC2BC-D4EA-470B-9E83-6DA8AC63E3D3}"/>
              </a:ext>
            </a:extLst>
          </p:cNvPr>
          <p:cNvSpPr>
            <a:spLocks noGrp="1"/>
          </p:cNvSpPr>
          <p:nvPr/>
        </p:nvSpPr>
        <p:spPr>
          <a:xfrm>
            <a:off x="8273460" y="2820285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5216_1">
            <a:extLst>
              <a:ext uri="{FF2B5EF4-FFF2-40B4-BE49-F238E27FC236}">
                <a16:creationId xmlns:a16="http://schemas.microsoft.com/office/drawing/2014/main" id="{2B8B6BEB-C5E8-4BF6-9BEB-4EAFB82D07BF}"/>
              </a:ext>
            </a:extLst>
          </p:cNvPr>
          <p:cNvSpPr>
            <a:spLocks noGrp="1"/>
          </p:cNvSpPr>
          <p:nvPr/>
        </p:nvSpPr>
        <p:spPr>
          <a:xfrm>
            <a:off x="7360388" y="3124643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5217_1">
            <a:extLst>
              <a:ext uri="{FF2B5EF4-FFF2-40B4-BE49-F238E27FC236}">
                <a16:creationId xmlns:a16="http://schemas.microsoft.com/office/drawing/2014/main" id="{A3A2B739-A661-4F39-8218-DDF6FB8A0117}"/>
              </a:ext>
            </a:extLst>
          </p:cNvPr>
          <p:cNvSpPr>
            <a:spLocks noGrp="1"/>
          </p:cNvSpPr>
          <p:nvPr/>
        </p:nvSpPr>
        <p:spPr>
          <a:xfrm>
            <a:off x="7664745" y="3124643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5218_1">
            <a:extLst>
              <a:ext uri="{FF2B5EF4-FFF2-40B4-BE49-F238E27FC236}">
                <a16:creationId xmlns:a16="http://schemas.microsoft.com/office/drawing/2014/main" id="{88F5B932-9B9D-4F94-9A89-0048077B608B}"/>
              </a:ext>
            </a:extLst>
          </p:cNvPr>
          <p:cNvSpPr>
            <a:spLocks noGrp="1"/>
          </p:cNvSpPr>
          <p:nvPr/>
        </p:nvSpPr>
        <p:spPr>
          <a:xfrm>
            <a:off x="7969102" y="3124643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5219_1">
            <a:extLst>
              <a:ext uri="{FF2B5EF4-FFF2-40B4-BE49-F238E27FC236}">
                <a16:creationId xmlns:a16="http://schemas.microsoft.com/office/drawing/2014/main" id="{4A23FCBF-8C08-4212-8AAE-DB0B8E4BBC0C}"/>
              </a:ext>
            </a:extLst>
          </p:cNvPr>
          <p:cNvSpPr>
            <a:spLocks noGrp="1"/>
          </p:cNvSpPr>
          <p:nvPr/>
        </p:nvSpPr>
        <p:spPr>
          <a:xfrm>
            <a:off x="8273460" y="3124643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5220_1">
            <a:extLst>
              <a:ext uri="{FF2B5EF4-FFF2-40B4-BE49-F238E27FC236}">
                <a16:creationId xmlns:a16="http://schemas.microsoft.com/office/drawing/2014/main" id="{314994CD-3ACC-4B38-8E48-ED1259D1831C}"/>
              </a:ext>
            </a:extLst>
          </p:cNvPr>
          <p:cNvSpPr>
            <a:spLocks noGrp="1"/>
          </p:cNvSpPr>
          <p:nvPr/>
        </p:nvSpPr>
        <p:spPr>
          <a:xfrm>
            <a:off x="7360388" y="3429000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5221_1">
            <a:extLst>
              <a:ext uri="{FF2B5EF4-FFF2-40B4-BE49-F238E27FC236}">
                <a16:creationId xmlns:a16="http://schemas.microsoft.com/office/drawing/2014/main" id="{EAEC5554-01DE-444E-8F40-752F9E38FB96}"/>
              </a:ext>
            </a:extLst>
          </p:cNvPr>
          <p:cNvSpPr>
            <a:spLocks noGrp="1"/>
          </p:cNvSpPr>
          <p:nvPr/>
        </p:nvSpPr>
        <p:spPr>
          <a:xfrm>
            <a:off x="7664745" y="3429000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5222_1">
            <a:extLst>
              <a:ext uri="{FF2B5EF4-FFF2-40B4-BE49-F238E27FC236}">
                <a16:creationId xmlns:a16="http://schemas.microsoft.com/office/drawing/2014/main" id="{8BD31162-0F8C-4F3A-9024-73C1B44F4377}"/>
              </a:ext>
            </a:extLst>
          </p:cNvPr>
          <p:cNvSpPr>
            <a:spLocks noGrp="1"/>
          </p:cNvSpPr>
          <p:nvPr/>
        </p:nvSpPr>
        <p:spPr>
          <a:xfrm>
            <a:off x="7969102" y="3429000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5223_1">
            <a:extLst>
              <a:ext uri="{FF2B5EF4-FFF2-40B4-BE49-F238E27FC236}">
                <a16:creationId xmlns:a16="http://schemas.microsoft.com/office/drawing/2014/main" id="{4A3D1117-16E3-4806-9DC7-A317255F4713}"/>
              </a:ext>
            </a:extLst>
          </p:cNvPr>
          <p:cNvSpPr>
            <a:spLocks noGrp="1"/>
          </p:cNvSpPr>
          <p:nvPr/>
        </p:nvSpPr>
        <p:spPr>
          <a:xfrm>
            <a:off x="8273460" y="3429000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5224_1">
            <a:extLst>
              <a:ext uri="{FF2B5EF4-FFF2-40B4-BE49-F238E27FC236}">
                <a16:creationId xmlns:a16="http://schemas.microsoft.com/office/drawing/2014/main" id="{A0F204AE-2685-43DB-B69F-7E43550F0F7D}"/>
              </a:ext>
            </a:extLst>
          </p:cNvPr>
          <p:cNvSpPr>
            <a:spLocks noGrp="1"/>
          </p:cNvSpPr>
          <p:nvPr/>
        </p:nvSpPr>
        <p:spPr>
          <a:xfrm>
            <a:off x="7360388" y="3733357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5225_1">
            <a:extLst>
              <a:ext uri="{FF2B5EF4-FFF2-40B4-BE49-F238E27FC236}">
                <a16:creationId xmlns:a16="http://schemas.microsoft.com/office/drawing/2014/main" id="{E80789C1-880E-4548-9F36-221EBD273C07}"/>
              </a:ext>
            </a:extLst>
          </p:cNvPr>
          <p:cNvSpPr>
            <a:spLocks noGrp="1"/>
          </p:cNvSpPr>
          <p:nvPr/>
        </p:nvSpPr>
        <p:spPr>
          <a:xfrm>
            <a:off x="7664745" y="3733357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5226_1">
            <a:extLst>
              <a:ext uri="{FF2B5EF4-FFF2-40B4-BE49-F238E27FC236}">
                <a16:creationId xmlns:a16="http://schemas.microsoft.com/office/drawing/2014/main" id="{7B997386-4F30-4C75-B21A-F5BE6CD9220E}"/>
              </a:ext>
            </a:extLst>
          </p:cNvPr>
          <p:cNvSpPr>
            <a:spLocks noGrp="1"/>
          </p:cNvSpPr>
          <p:nvPr/>
        </p:nvSpPr>
        <p:spPr>
          <a:xfrm>
            <a:off x="7969102" y="3733357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5227_1">
            <a:extLst>
              <a:ext uri="{FF2B5EF4-FFF2-40B4-BE49-F238E27FC236}">
                <a16:creationId xmlns:a16="http://schemas.microsoft.com/office/drawing/2014/main" id="{AAF74FE4-0DE7-45C6-82E4-F8195D6C30B9}"/>
              </a:ext>
            </a:extLst>
          </p:cNvPr>
          <p:cNvSpPr>
            <a:spLocks noGrp="1"/>
          </p:cNvSpPr>
          <p:nvPr/>
        </p:nvSpPr>
        <p:spPr>
          <a:xfrm>
            <a:off x="8273460" y="3733357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5229_1">
            <a:extLst>
              <a:ext uri="{FF2B5EF4-FFF2-40B4-BE49-F238E27FC236}">
                <a16:creationId xmlns:a16="http://schemas.microsoft.com/office/drawing/2014/main" id="{C47DFAEB-F161-488B-A947-BAA01F26B1F0}"/>
              </a:ext>
            </a:extLst>
          </p:cNvPr>
          <p:cNvSpPr>
            <a:spLocks noGrp="1"/>
          </p:cNvSpPr>
          <p:nvPr/>
        </p:nvSpPr>
        <p:spPr>
          <a:xfrm>
            <a:off x="7360388" y="4733389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5230_1">
            <a:extLst>
              <a:ext uri="{FF2B5EF4-FFF2-40B4-BE49-F238E27FC236}">
                <a16:creationId xmlns:a16="http://schemas.microsoft.com/office/drawing/2014/main" id="{C1185780-DA43-4A66-B5DA-05663B0F15CF}"/>
              </a:ext>
            </a:extLst>
          </p:cNvPr>
          <p:cNvSpPr>
            <a:spLocks noGrp="1"/>
          </p:cNvSpPr>
          <p:nvPr/>
        </p:nvSpPr>
        <p:spPr>
          <a:xfrm>
            <a:off x="7664745" y="4733389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5231_1">
            <a:extLst>
              <a:ext uri="{FF2B5EF4-FFF2-40B4-BE49-F238E27FC236}">
                <a16:creationId xmlns:a16="http://schemas.microsoft.com/office/drawing/2014/main" id="{F3FFC730-0461-4F66-84FF-8B4FC1B34625}"/>
              </a:ext>
            </a:extLst>
          </p:cNvPr>
          <p:cNvSpPr>
            <a:spLocks noGrp="1"/>
          </p:cNvSpPr>
          <p:nvPr/>
        </p:nvSpPr>
        <p:spPr>
          <a:xfrm>
            <a:off x="7969102" y="4733389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5232_1">
            <a:extLst>
              <a:ext uri="{FF2B5EF4-FFF2-40B4-BE49-F238E27FC236}">
                <a16:creationId xmlns:a16="http://schemas.microsoft.com/office/drawing/2014/main" id="{BB54A0FE-A3DA-4684-AA64-E15822DF7C82}"/>
              </a:ext>
            </a:extLst>
          </p:cNvPr>
          <p:cNvSpPr>
            <a:spLocks noGrp="1"/>
          </p:cNvSpPr>
          <p:nvPr/>
        </p:nvSpPr>
        <p:spPr>
          <a:xfrm>
            <a:off x="8273460" y="4733389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5233_1">
            <a:extLst>
              <a:ext uri="{FF2B5EF4-FFF2-40B4-BE49-F238E27FC236}">
                <a16:creationId xmlns:a16="http://schemas.microsoft.com/office/drawing/2014/main" id="{1E35D6E3-C2A7-4861-B5EE-A8C034295C06}"/>
              </a:ext>
            </a:extLst>
          </p:cNvPr>
          <p:cNvSpPr>
            <a:spLocks noGrp="1"/>
          </p:cNvSpPr>
          <p:nvPr/>
        </p:nvSpPr>
        <p:spPr>
          <a:xfrm>
            <a:off x="7360388" y="5037746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5234_1">
            <a:extLst>
              <a:ext uri="{FF2B5EF4-FFF2-40B4-BE49-F238E27FC236}">
                <a16:creationId xmlns:a16="http://schemas.microsoft.com/office/drawing/2014/main" id="{CB41D097-AF28-41D8-99C3-25EF5000912A}"/>
              </a:ext>
            </a:extLst>
          </p:cNvPr>
          <p:cNvSpPr>
            <a:spLocks noGrp="1"/>
          </p:cNvSpPr>
          <p:nvPr/>
        </p:nvSpPr>
        <p:spPr>
          <a:xfrm>
            <a:off x="7664745" y="5037746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5235_1">
            <a:extLst>
              <a:ext uri="{FF2B5EF4-FFF2-40B4-BE49-F238E27FC236}">
                <a16:creationId xmlns:a16="http://schemas.microsoft.com/office/drawing/2014/main" id="{1CC822C2-C9DB-491B-B811-73E0BF1F6FF6}"/>
              </a:ext>
            </a:extLst>
          </p:cNvPr>
          <p:cNvSpPr>
            <a:spLocks noGrp="1"/>
          </p:cNvSpPr>
          <p:nvPr/>
        </p:nvSpPr>
        <p:spPr>
          <a:xfrm>
            <a:off x="7969102" y="5037746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5236_1">
            <a:extLst>
              <a:ext uri="{FF2B5EF4-FFF2-40B4-BE49-F238E27FC236}">
                <a16:creationId xmlns:a16="http://schemas.microsoft.com/office/drawing/2014/main" id="{EC938AB2-B015-46C9-BB0F-D0DC676A2BDB}"/>
              </a:ext>
            </a:extLst>
          </p:cNvPr>
          <p:cNvSpPr>
            <a:spLocks noGrp="1"/>
          </p:cNvSpPr>
          <p:nvPr/>
        </p:nvSpPr>
        <p:spPr>
          <a:xfrm>
            <a:off x="8273460" y="5037746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5237_1">
            <a:extLst>
              <a:ext uri="{FF2B5EF4-FFF2-40B4-BE49-F238E27FC236}">
                <a16:creationId xmlns:a16="http://schemas.microsoft.com/office/drawing/2014/main" id="{1BDD4192-D34E-4082-98AF-2FD1B20F1B70}"/>
              </a:ext>
            </a:extLst>
          </p:cNvPr>
          <p:cNvSpPr>
            <a:spLocks noGrp="1"/>
          </p:cNvSpPr>
          <p:nvPr/>
        </p:nvSpPr>
        <p:spPr>
          <a:xfrm>
            <a:off x="7360388" y="5342104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5238_1">
            <a:extLst>
              <a:ext uri="{FF2B5EF4-FFF2-40B4-BE49-F238E27FC236}">
                <a16:creationId xmlns:a16="http://schemas.microsoft.com/office/drawing/2014/main" id="{0C545789-BB10-488A-952D-990090DDD7B0}"/>
              </a:ext>
            </a:extLst>
          </p:cNvPr>
          <p:cNvSpPr>
            <a:spLocks noGrp="1"/>
          </p:cNvSpPr>
          <p:nvPr/>
        </p:nvSpPr>
        <p:spPr>
          <a:xfrm>
            <a:off x="7664745" y="5342104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5239_1">
            <a:extLst>
              <a:ext uri="{FF2B5EF4-FFF2-40B4-BE49-F238E27FC236}">
                <a16:creationId xmlns:a16="http://schemas.microsoft.com/office/drawing/2014/main" id="{57D404A6-02D1-432F-BB49-AFB5BB9E4C92}"/>
              </a:ext>
            </a:extLst>
          </p:cNvPr>
          <p:cNvSpPr>
            <a:spLocks noGrp="1"/>
          </p:cNvSpPr>
          <p:nvPr/>
        </p:nvSpPr>
        <p:spPr>
          <a:xfrm>
            <a:off x="7969102" y="5342104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5240_1">
            <a:extLst>
              <a:ext uri="{FF2B5EF4-FFF2-40B4-BE49-F238E27FC236}">
                <a16:creationId xmlns:a16="http://schemas.microsoft.com/office/drawing/2014/main" id="{9AB56382-7913-4CEF-BC60-B40074164E57}"/>
              </a:ext>
            </a:extLst>
          </p:cNvPr>
          <p:cNvSpPr>
            <a:spLocks noGrp="1"/>
          </p:cNvSpPr>
          <p:nvPr/>
        </p:nvSpPr>
        <p:spPr>
          <a:xfrm>
            <a:off x="8273460" y="5342104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5241_1">
            <a:extLst>
              <a:ext uri="{FF2B5EF4-FFF2-40B4-BE49-F238E27FC236}">
                <a16:creationId xmlns:a16="http://schemas.microsoft.com/office/drawing/2014/main" id="{8E08A56B-DF31-46C8-B544-5BBA7BD0C931}"/>
              </a:ext>
            </a:extLst>
          </p:cNvPr>
          <p:cNvSpPr>
            <a:spLocks noGrp="1"/>
          </p:cNvSpPr>
          <p:nvPr/>
        </p:nvSpPr>
        <p:spPr>
          <a:xfrm>
            <a:off x="7360388" y="5646461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5242_1">
            <a:extLst>
              <a:ext uri="{FF2B5EF4-FFF2-40B4-BE49-F238E27FC236}">
                <a16:creationId xmlns:a16="http://schemas.microsoft.com/office/drawing/2014/main" id="{C19DACFA-2C2E-48F7-BD6C-D142E707DA2F}"/>
              </a:ext>
            </a:extLst>
          </p:cNvPr>
          <p:cNvSpPr>
            <a:spLocks noGrp="1"/>
          </p:cNvSpPr>
          <p:nvPr/>
        </p:nvSpPr>
        <p:spPr>
          <a:xfrm>
            <a:off x="7664745" y="5646461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5243_1">
            <a:extLst>
              <a:ext uri="{FF2B5EF4-FFF2-40B4-BE49-F238E27FC236}">
                <a16:creationId xmlns:a16="http://schemas.microsoft.com/office/drawing/2014/main" id="{4222E20E-8773-48BB-BDEE-11DCEB43FBFD}"/>
              </a:ext>
            </a:extLst>
          </p:cNvPr>
          <p:cNvSpPr>
            <a:spLocks noGrp="1"/>
          </p:cNvSpPr>
          <p:nvPr/>
        </p:nvSpPr>
        <p:spPr>
          <a:xfrm>
            <a:off x="7969102" y="5646461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5244_1">
            <a:extLst>
              <a:ext uri="{FF2B5EF4-FFF2-40B4-BE49-F238E27FC236}">
                <a16:creationId xmlns:a16="http://schemas.microsoft.com/office/drawing/2014/main" id="{9905CE8E-672F-4AF7-A79D-2D591008867F}"/>
              </a:ext>
            </a:extLst>
          </p:cNvPr>
          <p:cNvSpPr>
            <a:spLocks noGrp="1"/>
          </p:cNvSpPr>
          <p:nvPr/>
        </p:nvSpPr>
        <p:spPr>
          <a:xfrm>
            <a:off x="8273460" y="5646461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5326_1">
            <a:extLst>
              <a:ext uri="{FF2B5EF4-FFF2-40B4-BE49-F238E27FC236}">
                <a16:creationId xmlns:a16="http://schemas.microsoft.com/office/drawing/2014/main" id="{7F41008B-6100-4915-BEBE-03663BF3D0A6}"/>
              </a:ext>
            </a:extLst>
          </p:cNvPr>
          <p:cNvSpPr>
            <a:spLocks noGrp="1"/>
          </p:cNvSpPr>
          <p:nvPr/>
        </p:nvSpPr>
        <p:spPr>
          <a:xfrm>
            <a:off x="10143084" y="2820285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o5327_1">
            <a:extLst>
              <a:ext uri="{FF2B5EF4-FFF2-40B4-BE49-F238E27FC236}">
                <a16:creationId xmlns:a16="http://schemas.microsoft.com/office/drawing/2014/main" id="{3DE595B4-FEBA-4494-9459-BCE51FFD70AE}"/>
              </a:ext>
            </a:extLst>
          </p:cNvPr>
          <p:cNvSpPr>
            <a:spLocks noGrp="1"/>
          </p:cNvSpPr>
          <p:nvPr/>
        </p:nvSpPr>
        <p:spPr>
          <a:xfrm>
            <a:off x="10447441" y="2820285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4" name="anim_o5328_1">
            <a:extLst>
              <a:ext uri="{FF2B5EF4-FFF2-40B4-BE49-F238E27FC236}">
                <a16:creationId xmlns:a16="http://schemas.microsoft.com/office/drawing/2014/main" id="{D2C41484-DAE4-4AC2-B3F5-C1F749DC0B66}"/>
              </a:ext>
            </a:extLst>
          </p:cNvPr>
          <p:cNvSpPr>
            <a:spLocks noGrp="1"/>
          </p:cNvSpPr>
          <p:nvPr/>
        </p:nvSpPr>
        <p:spPr>
          <a:xfrm>
            <a:off x="10751799" y="2820285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5" name="anim_o5329_1">
            <a:extLst>
              <a:ext uri="{FF2B5EF4-FFF2-40B4-BE49-F238E27FC236}">
                <a16:creationId xmlns:a16="http://schemas.microsoft.com/office/drawing/2014/main" id="{D9C0BCFC-DD2C-49A7-BA0F-B9DFF3120A19}"/>
              </a:ext>
            </a:extLst>
          </p:cNvPr>
          <p:cNvSpPr>
            <a:spLocks noGrp="1"/>
          </p:cNvSpPr>
          <p:nvPr/>
        </p:nvSpPr>
        <p:spPr>
          <a:xfrm>
            <a:off x="11056156" y="2820285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6" name="anim_o5330_1">
            <a:extLst>
              <a:ext uri="{FF2B5EF4-FFF2-40B4-BE49-F238E27FC236}">
                <a16:creationId xmlns:a16="http://schemas.microsoft.com/office/drawing/2014/main" id="{EF9CB2B2-6ABD-4FDC-A5AF-1F42B38F6B0A}"/>
              </a:ext>
            </a:extLst>
          </p:cNvPr>
          <p:cNvSpPr>
            <a:spLocks noGrp="1"/>
          </p:cNvSpPr>
          <p:nvPr/>
        </p:nvSpPr>
        <p:spPr>
          <a:xfrm>
            <a:off x="10143084" y="3124643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7" name="anim_o5331_1">
            <a:extLst>
              <a:ext uri="{FF2B5EF4-FFF2-40B4-BE49-F238E27FC236}">
                <a16:creationId xmlns:a16="http://schemas.microsoft.com/office/drawing/2014/main" id="{67942F03-A932-48BA-85F9-840F756ABB38}"/>
              </a:ext>
            </a:extLst>
          </p:cNvPr>
          <p:cNvSpPr>
            <a:spLocks noGrp="1"/>
          </p:cNvSpPr>
          <p:nvPr/>
        </p:nvSpPr>
        <p:spPr>
          <a:xfrm>
            <a:off x="10447441" y="3124643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" name="anim_o5332_1">
            <a:extLst>
              <a:ext uri="{FF2B5EF4-FFF2-40B4-BE49-F238E27FC236}">
                <a16:creationId xmlns:a16="http://schemas.microsoft.com/office/drawing/2014/main" id="{96AFABD8-18EB-4FCF-BAE8-7F2E37FF90F3}"/>
              </a:ext>
            </a:extLst>
          </p:cNvPr>
          <p:cNvSpPr>
            <a:spLocks noGrp="1"/>
          </p:cNvSpPr>
          <p:nvPr/>
        </p:nvSpPr>
        <p:spPr>
          <a:xfrm>
            <a:off x="10751799" y="3124643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o5333_1">
            <a:extLst>
              <a:ext uri="{FF2B5EF4-FFF2-40B4-BE49-F238E27FC236}">
                <a16:creationId xmlns:a16="http://schemas.microsoft.com/office/drawing/2014/main" id="{0825FB0B-5076-4CDE-A812-8DECEE0093F3}"/>
              </a:ext>
            </a:extLst>
          </p:cNvPr>
          <p:cNvSpPr>
            <a:spLocks noGrp="1"/>
          </p:cNvSpPr>
          <p:nvPr/>
        </p:nvSpPr>
        <p:spPr>
          <a:xfrm>
            <a:off x="11056156" y="3124643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0" name="anim_o5334_1">
            <a:extLst>
              <a:ext uri="{FF2B5EF4-FFF2-40B4-BE49-F238E27FC236}">
                <a16:creationId xmlns:a16="http://schemas.microsoft.com/office/drawing/2014/main" id="{485EB3E5-54B6-4799-832C-404EDAC9A6D9}"/>
              </a:ext>
            </a:extLst>
          </p:cNvPr>
          <p:cNvSpPr>
            <a:spLocks noGrp="1"/>
          </p:cNvSpPr>
          <p:nvPr/>
        </p:nvSpPr>
        <p:spPr>
          <a:xfrm>
            <a:off x="10143084" y="3429000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" name="anim_o5335_1">
            <a:extLst>
              <a:ext uri="{FF2B5EF4-FFF2-40B4-BE49-F238E27FC236}">
                <a16:creationId xmlns:a16="http://schemas.microsoft.com/office/drawing/2014/main" id="{69B2BBA1-D5BA-4DAD-A624-391D4398DBE0}"/>
              </a:ext>
            </a:extLst>
          </p:cNvPr>
          <p:cNvSpPr>
            <a:spLocks noGrp="1"/>
          </p:cNvSpPr>
          <p:nvPr/>
        </p:nvSpPr>
        <p:spPr>
          <a:xfrm>
            <a:off x="10447441" y="3429000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2" name="anim_o5336_1">
            <a:extLst>
              <a:ext uri="{FF2B5EF4-FFF2-40B4-BE49-F238E27FC236}">
                <a16:creationId xmlns:a16="http://schemas.microsoft.com/office/drawing/2014/main" id="{34B72DB2-854F-40EF-9874-F8B6967080D5}"/>
              </a:ext>
            </a:extLst>
          </p:cNvPr>
          <p:cNvSpPr>
            <a:spLocks noGrp="1"/>
          </p:cNvSpPr>
          <p:nvPr/>
        </p:nvSpPr>
        <p:spPr>
          <a:xfrm>
            <a:off x="10751799" y="3429000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3" name="anim_o5337_1">
            <a:extLst>
              <a:ext uri="{FF2B5EF4-FFF2-40B4-BE49-F238E27FC236}">
                <a16:creationId xmlns:a16="http://schemas.microsoft.com/office/drawing/2014/main" id="{DC724DE3-5ACD-403F-9F3A-5A0E2AE77A6D}"/>
              </a:ext>
            </a:extLst>
          </p:cNvPr>
          <p:cNvSpPr>
            <a:spLocks noGrp="1"/>
          </p:cNvSpPr>
          <p:nvPr/>
        </p:nvSpPr>
        <p:spPr>
          <a:xfrm>
            <a:off x="11056156" y="3429000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4" name="anim_o5338_1">
            <a:extLst>
              <a:ext uri="{FF2B5EF4-FFF2-40B4-BE49-F238E27FC236}">
                <a16:creationId xmlns:a16="http://schemas.microsoft.com/office/drawing/2014/main" id="{0B516BE8-4EE3-449F-BA85-3974AF8BE14A}"/>
              </a:ext>
            </a:extLst>
          </p:cNvPr>
          <p:cNvSpPr>
            <a:spLocks noGrp="1"/>
          </p:cNvSpPr>
          <p:nvPr/>
        </p:nvSpPr>
        <p:spPr>
          <a:xfrm>
            <a:off x="10143084" y="3733357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5" name="anim_o5339_1">
            <a:extLst>
              <a:ext uri="{FF2B5EF4-FFF2-40B4-BE49-F238E27FC236}">
                <a16:creationId xmlns:a16="http://schemas.microsoft.com/office/drawing/2014/main" id="{8CFCFB9E-03E8-4C45-8AB1-5D418213AB68}"/>
              </a:ext>
            </a:extLst>
          </p:cNvPr>
          <p:cNvSpPr>
            <a:spLocks noGrp="1"/>
          </p:cNvSpPr>
          <p:nvPr/>
        </p:nvSpPr>
        <p:spPr>
          <a:xfrm>
            <a:off x="10447441" y="3733357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6" name="anim_o5340_1">
            <a:extLst>
              <a:ext uri="{FF2B5EF4-FFF2-40B4-BE49-F238E27FC236}">
                <a16:creationId xmlns:a16="http://schemas.microsoft.com/office/drawing/2014/main" id="{739402F9-B743-45CE-B061-EEB7F0B4B91D}"/>
              </a:ext>
            </a:extLst>
          </p:cNvPr>
          <p:cNvSpPr>
            <a:spLocks noGrp="1"/>
          </p:cNvSpPr>
          <p:nvPr/>
        </p:nvSpPr>
        <p:spPr>
          <a:xfrm>
            <a:off x="10751799" y="3733357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7" name="anim_o5341_1">
            <a:extLst>
              <a:ext uri="{FF2B5EF4-FFF2-40B4-BE49-F238E27FC236}">
                <a16:creationId xmlns:a16="http://schemas.microsoft.com/office/drawing/2014/main" id="{E10E441D-142B-4994-979C-11EBE4567A36}"/>
              </a:ext>
            </a:extLst>
          </p:cNvPr>
          <p:cNvSpPr>
            <a:spLocks noGrp="1"/>
          </p:cNvSpPr>
          <p:nvPr/>
        </p:nvSpPr>
        <p:spPr>
          <a:xfrm>
            <a:off x="11056156" y="3733357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8" name="anim_to5070_0_1">
            <a:extLst>
              <a:ext uri="{FF2B5EF4-FFF2-40B4-BE49-F238E27FC236}">
                <a16:creationId xmlns:a16="http://schemas.microsoft.com/office/drawing/2014/main" id="{9CA3D75B-8D9D-4679-809B-C404C7E71C20}"/>
              </a:ext>
            </a:extLst>
          </p:cNvPr>
          <p:cNvSpPr>
            <a:spLocks noGrp="1"/>
          </p:cNvSpPr>
          <p:nvPr/>
        </p:nvSpPr>
        <p:spPr>
          <a:xfrm>
            <a:off x="1385463" y="1551854"/>
            <a:ext cx="1012033" cy="44269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78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78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78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Input</a:t>
            </a:r>
          </a:p>
        </p:txBody>
      </p:sp>
      <p:sp>
        <p:nvSpPr>
          <p:cNvPr id="69" name="anim_to5191_0_1">
            <a:extLst>
              <a:ext uri="{FF2B5EF4-FFF2-40B4-BE49-F238E27FC236}">
                <a16:creationId xmlns:a16="http://schemas.microsoft.com/office/drawing/2014/main" id="{524B2ED1-C881-4E13-927C-74F610ED7BE7}"/>
              </a:ext>
            </a:extLst>
          </p:cNvPr>
          <p:cNvSpPr>
            <a:spLocks noGrp="1"/>
          </p:cNvSpPr>
          <p:nvPr/>
        </p:nvSpPr>
        <p:spPr>
          <a:xfrm>
            <a:off x="3347113" y="3162581"/>
            <a:ext cx="219265" cy="53283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356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356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356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*</a:t>
            </a:r>
          </a:p>
        </p:txBody>
      </p:sp>
      <p:sp>
        <p:nvSpPr>
          <p:cNvPr id="70" name="anim_to5170_0_1">
            <a:extLst>
              <a:ext uri="{FF2B5EF4-FFF2-40B4-BE49-F238E27FC236}">
                <a16:creationId xmlns:a16="http://schemas.microsoft.com/office/drawing/2014/main" id="{826DA609-036E-498F-B6CB-39FB7534D3DD}"/>
              </a:ext>
            </a:extLst>
          </p:cNvPr>
          <p:cNvSpPr>
            <a:spLocks noGrp="1"/>
          </p:cNvSpPr>
          <p:nvPr/>
        </p:nvSpPr>
        <p:spPr>
          <a:xfrm>
            <a:off x="3707960" y="1266298"/>
            <a:ext cx="237648" cy="46623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37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37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2937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71" name="anim_to5173_0_1">
            <a:extLst>
              <a:ext uri="{FF2B5EF4-FFF2-40B4-BE49-F238E27FC236}">
                <a16:creationId xmlns:a16="http://schemas.microsoft.com/office/drawing/2014/main" id="{1FB360F4-18F0-4D87-BF01-C18CD68DBBBA}"/>
              </a:ext>
            </a:extLst>
          </p:cNvPr>
          <p:cNvSpPr>
            <a:spLocks noGrp="1"/>
          </p:cNvSpPr>
          <p:nvPr/>
        </p:nvSpPr>
        <p:spPr>
          <a:xfrm>
            <a:off x="3907508" y="1423978"/>
            <a:ext cx="172655" cy="30305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90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90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190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72" name="anim_to5177_0_1">
            <a:extLst>
              <a:ext uri="{FF2B5EF4-FFF2-40B4-BE49-F238E27FC236}">
                <a16:creationId xmlns:a16="http://schemas.microsoft.com/office/drawing/2014/main" id="{FA32CB49-FA74-41A3-BD27-FE6F308545FB}"/>
              </a:ext>
            </a:extLst>
          </p:cNvPr>
          <p:cNvSpPr>
            <a:spLocks noGrp="1"/>
          </p:cNvSpPr>
          <p:nvPr/>
        </p:nvSpPr>
        <p:spPr>
          <a:xfrm>
            <a:off x="3707960" y="3179402"/>
            <a:ext cx="237648" cy="46623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37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37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pPr>
            <a:r>
              <a:rPr sz="2937" b="0">
                <a:solidFill>
                  <a:srgbClr val="FF862F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73" name="anim_to5180_0_1">
            <a:extLst>
              <a:ext uri="{FF2B5EF4-FFF2-40B4-BE49-F238E27FC236}">
                <a16:creationId xmlns:a16="http://schemas.microsoft.com/office/drawing/2014/main" id="{8E6DAC83-C852-4DAF-88C2-A21B63A210D8}"/>
              </a:ext>
            </a:extLst>
          </p:cNvPr>
          <p:cNvSpPr>
            <a:spLocks noGrp="1"/>
          </p:cNvSpPr>
          <p:nvPr/>
        </p:nvSpPr>
        <p:spPr>
          <a:xfrm>
            <a:off x="3907508" y="3337082"/>
            <a:ext cx="172655" cy="30305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909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909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pPr>
            <a:r>
              <a:rPr sz="1909" b="0">
                <a:solidFill>
                  <a:srgbClr val="FF862F"/>
                </a:solidFill>
                <a:latin typeface="Cambria Math"/>
                <a:ea typeface="Cambria Math"/>
                <a:cs typeface="Cambria Math"/>
              </a:rPr>
              <a:t>2</a:t>
            </a:r>
          </a:p>
        </p:txBody>
      </p:sp>
      <p:sp>
        <p:nvSpPr>
          <p:cNvPr id="74" name="anim_to5184_0_1">
            <a:extLst>
              <a:ext uri="{FF2B5EF4-FFF2-40B4-BE49-F238E27FC236}">
                <a16:creationId xmlns:a16="http://schemas.microsoft.com/office/drawing/2014/main" id="{F8978E22-23DB-4F7C-A77A-923132801C2E}"/>
              </a:ext>
            </a:extLst>
          </p:cNvPr>
          <p:cNvSpPr>
            <a:spLocks noGrp="1"/>
          </p:cNvSpPr>
          <p:nvPr/>
        </p:nvSpPr>
        <p:spPr>
          <a:xfrm>
            <a:off x="3707960" y="5092202"/>
            <a:ext cx="237648" cy="46623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37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37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pPr>
            <a:r>
              <a:rPr sz="2937" b="0">
                <a:solidFill>
                  <a:srgbClr val="9A72AC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75" name="anim_to5187_0_1">
            <a:extLst>
              <a:ext uri="{FF2B5EF4-FFF2-40B4-BE49-F238E27FC236}">
                <a16:creationId xmlns:a16="http://schemas.microsoft.com/office/drawing/2014/main" id="{72DEA6CB-1ECB-4FD3-BE8C-46EE19035C87}"/>
              </a:ext>
            </a:extLst>
          </p:cNvPr>
          <p:cNvSpPr>
            <a:spLocks noGrp="1"/>
          </p:cNvSpPr>
          <p:nvPr/>
        </p:nvSpPr>
        <p:spPr>
          <a:xfrm>
            <a:off x="3907508" y="5249883"/>
            <a:ext cx="172655" cy="30305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909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909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pPr>
            <a:r>
              <a:rPr sz="1909" b="0">
                <a:solidFill>
                  <a:srgbClr val="9A72AC"/>
                </a:solidFill>
                <a:latin typeface="Cambria Math"/>
                <a:ea typeface="Cambria Math"/>
                <a:cs typeface="Cambria Math"/>
              </a:rPr>
              <a:t>3</a:t>
            </a:r>
          </a:p>
        </p:txBody>
      </p:sp>
      <p:sp>
        <p:nvSpPr>
          <p:cNvPr id="76" name="anim_to5252_0_1">
            <a:extLst>
              <a:ext uri="{FF2B5EF4-FFF2-40B4-BE49-F238E27FC236}">
                <a16:creationId xmlns:a16="http://schemas.microsoft.com/office/drawing/2014/main" id="{173F5C0D-76BB-400B-8043-9A895B301FFD}"/>
              </a:ext>
            </a:extLst>
          </p:cNvPr>
          <p:cNvSpPr>
            <a:spLocks noGrp="1"/>
          </p:cNvSpPr>
          <p:nvPr/>
        </p:nvSpPr>
        <p:spPr>
          <a:xfrm>
            <a:off x="8698731" y="1338283"/>
            <a:ext cx="251235" cy="35522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77" name="anim_to5271_0_1">
            <a:extLst>
              <a:ext uri="{FF2B5EF4-FFF2-40B4-BE49-F238E27FC236}">
                <a16:creationId xmlns:a16="http://schemas.microsoft.com/office/drawing/2014/main" id="{BEF09202-FB13-4174-93AC-E9AAF744AC0F}"/>
              </a:ext>
            </a:extLst>
          </p:cNvPr>
          <p:cNvSpPr>
            <a:spLocks noGrp="1"/>
          </p:cNvSpPr>
          <p:nvPr/>
        </p:nvSpPr>
        <p:spPr>
          <a:xfrm>
            <a:off x="8698731" y="3251387"/>
            <a:ext cx="251235" cy="35522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78" name="anim_to5290_0_1">
            <a:extLst>
              <a:ext uri="{FF2B5EF4-FFF2-40B4-BE49-F238E27FC236}">
                <a16:creationId xmlns:a16="http://schemas.microsoft.com/office/drawing/2014/main" id="{7EDD22F1-2439-48B5-AEAB-5B9CDCA153AE}"/>
              </a:ext>
            </a:extLst>
          </p:cNvPr>
          <p:cNvSpPr>
            <a:spLocks noGrp="1"/>
          </p:cNvSpPr>
          <p:nvPr/>
        </p:nvSpPr>
        <p:spPr>
          <a:xfrm>
            <a:off x="8698731" y="5164491"/>
            <a:ext cx="251235" cy="35522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79" name="anim_to5256_0_1">
            <a:extLst>
              <a:ext uri="{FF2B5EF4-FFF2-40B4-BE49-F238E27FC236}">
                <a16:creationId xmlns:a16="http://schemas.microsoft.com/office/drawing/2014/main" id="{2FEFBFAC-E00A-4D59-8E50-2C6FBBBDD87F}"/>
              </a:ext>
            </a:extLst>
          </p:cNvPr>
          <p:cNvSpPr>
            <a:spLocks noGrp="1"/>
          </p:cNvSpPr>
          <p:nvPr/>
        </p:nvSpPr>
        <p:spPr>
          <a:xfrm>
            <a:off x="8998826" y="1328213"/>
            <a:ext cx="194399" cy="35522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38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38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2238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b</a:t>
            </a:r>
          </a:p>
        </p:txBody>
      </p:sp>
      <p:sp>
        <p:nvSpPr>
          <p:cNvPr id="80" name="anim_to5259_0_1">
            <a:extLst>
              <a:ext uri="{FF2B5EF4-FFF2-40B4-BE49-F238E27FC236}">
                <a16:creationId xmlns:a16="http://schemas.microsoft.com/office/drawing/2014/main" id="{0650EE39-B848-45AF-8734-36174911C4AB}"/>
              </a:ext>
            </a:extLst>
          </p:cNvPr>
          <p:cNvSpPr>
            <a:spLocks noGrp="1"/>
          </p:cNvSpPr>
          <p:nvPr/>
        </p:nvSpPr>
        <p:spPr>
          <a:xfrm>
            <a:off x="9155125" y="1448350"/>
            <a:ext cx="140618" cy="23089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454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454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1454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81" name="anim_to5275_0_1">
            <a:extLst>
              <a:ext uri="{FF2B5EF4-FFF2-40B4-BE49-F238E27FC236}">
                <a16:creationId xmlns:a16="http://schemas.microsoft.com/office/drawing/2014/main" id="{4A47283A-DFFD-434D-AA73-ED0C9C3ACF87}"/>
              </a:ext>
            </a:extLst>
          </p:cNvPr>
          <p:cNvSpPr>
            <a:spLocks noGrp="1"/>
          </p:cNvSpPr>
          <p:nvPr/>
        </p:nvSpPr>
        <p:spPr>
          <a:xfrm>
            <a:off x="8998826" y="3241316"/>
            <a:ext cx="194399" cy="35522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38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38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pPr>
            <a:r>
              <a:rPr sz="2238" b="0">
                <a:solidFill>
                  <a:srgbClr val="FF862F"/>
                </a:solidFill>
                <a:latin typeface="Cambria Math"/>
                <a:ea typeface="Cambria Math"/>
                <a:cs typeface="Cambria Math"/>
              </a:rPr>
              <a:t>b</a:t>
            </a:r>
          </a:p>
        </p:txBody>
      </p:sp>
      <p:sp>
        <p:nvSpPr>
          <p:cNvPr id="82" name="anim_to5278_0_1">
            <a:extLst>
              <a:ext uri="{FF2B5EF4-FFF2-40B4-BE49-F238E27FC236}">
                <a16:creationId xmlns:a16="http://schemas.microsoft.com/office/drawing/2014/main" id="{92223FF2-3B6C-4ABA-A79D-EA542F9CFCE6}"/>
              </a:ext>
            </a:extLst>
          </p:cNvPr>
          <p:cNvSpPr>
            <a:spLocks noGrp="1"/>
          </p:cNvSpPr>
          <p:nvPr/>
        </p:nvSpPr>
        <p:spPr>
          <a:xfrm>
            <a:off x="9155125" y="3361454"/>
            <a:ext cx="140618" cy="23089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454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454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pPr>
            <a:r>
              <a:rPr sz="1454" b="0">
                <a:solidFill>
                  <a:srgbClr val="FF862F"/>
                </a:solidFill>
                <a:latin typeface="Cambria Math"/>
                <a:ea typeface="Cambria Math"/>
                <a:cs typeface="Cambria Math"/>
              </a:rPr>
              <a:t>2</a:t>
            </a:r>
          </a:p>
        </p:txBody>
      </p:sp>
      <p:sp>
        <p:nvSpPr>
          <p:cNvPr id="83" name="anim_to5294_0_1">
            <a:extLst>
              <a:ext uri="{FF2B5EF4-FFF2-40B4-BE49-F238E27FC236}">
                <a16:creationId xmlns:a16="http://schemas.microsoft.com/office/drawing/2014/main" id="{1813CCEB-89ED-48A7-8B5F-9DB27BF211F0}"/>
              </a:ext>
            </a:extLst>
          </p:cNvPr>
          <p:cNvSpPr>
            <a:spLocks noGrp="1"/>
          </p:cNvSpPr>
          <p:nvPr/>
        </p:nvSpPr>
        <p:spPr>
          <a:xfrm>
            <a:off x="8998826" y="5154189"/>
            <a:ext cx="194399" cy="35522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38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38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pPr>
            <a:r>
              <a:rPr sz="2238" b="0">
                <a:solidFill>
                  <a:srgbClr val="9A72AC"/>
                </a:solidFill>
                <a:latin typeface="Cambria Math"/>
                <a:ea typeface="Cambria Math"/>
                <a:cs typeface="Cambria Math"/>
              </a:rPr>
              <a:t>b</a:t>
            </a:r>
          </a:p>
        </p:txBody>
      </p:sp>
      <p:sp>
        <p:nvSpPr>
          <p:cNvPr id="84" name="anim_to5297_0_1">
            <a:extLst>
              <a:ext uri="{FF2B5EF4-FFF2-40B4-BE49-F238E27FC236}">
                <a16:creationId xmlns:a16="http://schemas.microsoft.com/office/drawing/2014/main" id="{5C972D07-C9FE-48F1-B2C7-B7F276D0719B}"/>
              </a:ext>
            </a:extLst>
          </p:cNvPr>
          <p:cNvSpPr>
            <a:spLocks noGrp="1"/>
          </p:cNvSpPr>
          <p:nvPr/>
        </p:nvSpPr>
        <p:spPr>
          <a:xfrm>
            <a:off x="9155125" y="5274327"/>
            <a:ext cx="140618" cy="23089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454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454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pPr>
            <a:r>
              <a:rPr sz="1454" b="0">
                <a:solidFill>
                  <a:srgbClr val="9A72AC"/>
                </a:solidFill>
                <a:latin typeface="Cambria Math"/>
                <a:ea typeface="Cambria Math"/>
                <a:cs typeface="Cambria Math"/>
              </a:rPr>
              <a:t>3</a:t>
            </a:r>
          </a:p>
        </p:txBody>
      </p:sp>
      <p:sp>
        <p:nvSpPr>
          <p:cNvPr id="85" name="anim_to5245_0_1">
            <a:extLst>
              <a:ext uri="{FF2B5EF4-FFF2-40B4-BE49-F238E27FC236}">
                <a16:creationId xmlns:a16="http://schemas.microsoft.com/office/drawing/2014/main" id="{1219EF28-3161-4048-B22C-75DCB7AA1428}"/>
              </a:ext>
            </a:extLst>
          </p:cNvPr>
          <p:cNvSpPr>
            <a:spLocks noGrp="1"/>
          </p:cNvSpPr>
          <p:nvPr/>
        </p:nvSpPr>
        <p:spPr>
          <a:xfrm>
            <a:off x="6321409" y="1311575"/>
            <a:ext cx="937115" cy="4086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574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ReLU(</a:t>
            </a:r>
          </a:p>
        </p:txBody>
      </p:sp>
      <p:sp>
        <p:nvSpPr>
          <p:cNvPr id="86" name="anim_to5262_0_1">
            <a:extLst>
              <a:ext uri="{FF2B5EF4-FFF2-40B4-BE49-F238E27FC236}">
                <a16:creationId xmlns:a16="http://schemas.microsoft.com/office/drawing/2014/main" id="{2CB13589-0F3B-4013-9082-D9BE9E4B8AE9}"/>
              </a:ext>
            </a:extLst>
          </p:cNvPr>
          <p:cNvSpPr>
            <a:spLocks noGrp="1"/>
          </p:cNvSpPr>
          <p:nvPr/>
        </p:nvSpPr>
        <p:spPr>
          <a:xfrm>
            <a:off x="9344603" y="1311575"/>
            <a:ext cx="217903" cy="4086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574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)</a:t>
            </a:r>
          </a:p>
        </p:txBody>
      </p:sp>
      <p:sp>
        <p:nvSpPr>
          <p:cNvPr id="87" name="anim_to5264_0_1">
            <a:extLst>
              <a:ext uri="{FF2B5EF4-FFF2-40B4-BE49-F238E27FC236}">
                <a16:creationId xmlns:a16="http://schemas.microsoft.com/office/drawing/2014/main" id="{1DBC74D5-1465-43B5-8C12-C449A4A7E0A0}"/>
              </a:ext>
            </a:extLst>
          </p:cNvPr>
          <p:cNvSpPr>
            <a:spLocks noGrp="1"/>
          </p:cNvSpPr>
          <p:nvPr/>
        </p:nvSpPr>
        <p:spPr>
          <a:xfrm>
            <a:off x="6321409" y="3224678"/>
            <a:ext cx="937115" cy="4086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574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ReLU(</a:t>
            </a:r>
          </a:p>
        </p:txBody>
      </p:sp>
      <p:sp>
        <p:nvSpPr>
          <p:cNvPr id="88" name="anim_to5281_0_1">
            <a:extLst>
              <a:ext uri="{FF2B5EF4-FFF2-40B4-BE49-F238E27FC236}">
                <a16:creationId xmlns:a16="http://schemas.microsoft.com/office/drawing/2014/main" id="{A492B52B-2F0E-4E49-A95A-8055595998B2}"/>
              </a:ext>
            </a:extLst>
          </p:cNvPr>
          <p:cNvSpPr>
            <a:spLocks noGrp="1"/>
          </p:cNvSpPr>
          <p:nvPr/>
        </p:nvSpPr>
        <p:spPr>
          <a:xfrm>
            <a:off x="9344603" y="3224678"/>
            <a:ext cx="217903" cy="4086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574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)</a:t>
            </a:r>
          </a:p>
        </p:txBody>
      </p:sp>
      <p:sp>
        <p:nvSpPr>
          <p:cNvPr id="89" name="anim_to5283_0_1">
            <a:extLst>
              <a:ext uri="{FF2B5EF4-FFF2-40B4-BE49-F238E27FC236}">
                <a16:creationId xmlns:a16="http://schemas.microsoft.com/office/drawing/2014/main" id="{D6A346E6-1973-46FE-AFE7-7F22E69E26BD}"/>
              </a:ext>
            </a:extLst>
          </p:cNvPr>
          <p:cNvSpPr>
            <a:spLocks noGrp="1"/>
          </p:cNvSpPr>
          <p:nvPr/>
        </p:nvSpPr>
        <p:spPr>
          <a:xfrm>
            <a:off x="6321409" y="5137782"/>
            <a:ext cx="937115" cy="4086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574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ReLU(</a:t>
            </a:r>
          </a:p>
        </p:txBody>
      </p:sp>
      <p:sp>
        <p:nvSpPr>
          <p:cNvPr id="90" name="anim_to5300_0_1">
            <a:extLst>
              <a:ext uri="{FF2B5EF4-FFF2-40B4-BE49-F238E27FC236}">
                <a16:creationId xmlns:a16="http://schemas.microsoft.com/office/drawing/2014/main" id="{DD783EE4-2E78-4C63-BA8F-86E2FD9A26B4}"/>
              </a:ext>
            </a:extLst>
          </p:cNvPr>
          <p:cNvSpPr>
            <a:spLocks noGrp="1"/>
          </p:cNvSpPr>
          <p:nvPr/>
        </p:nvSpPr>
        <p:spPr>
          <a:xfrm>
            <a:off x="9344603" y="5137782"/>
            <a:ext cx="217903" cy="4086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574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)</a:t>
            </a:r>
          </a:p>
        </p:txBody>
      </p:sp>
      <p:sp>
        <p:nvSpPr>
          <p:cNvPr id="91" name="anim_to5364_0_1">
            <a:extLst>
              <a:ext uri="{FF2B5EF4-FFF2-40B4-BE49-F238E27FC236}">
                <a16:creationId xmlns:a16="http://schemas.microsoft.com/office/drawing/2014/main" id="{14741876-3BC4-400F-A62C-87364608CAA5}"/>
              </a:ext>
            </a:extLst>
          </p:cNvPr>
          <p:cNvSpPr>
            <a:spLocks noGrp="1"/>
          </p:cNvSpPr>
          <p:nvPr/>
        </p:nvSpPr>
        <p:spPr>
          <a:xfrm>
            <a:off x="9802675" y="3229186"/>
            <a:ext cx="277877" cy="39962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17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517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517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92" name="anim_o5033_1">
            <a:extLst>
              <a:ext uri="{FF2B5EF4-FFF2-40B4-BE49-F238E27FC236}">
                <a16:creationId xmlns:a16="http://schemas.microsoft.com/office/drawing/2014/main" id="{B47B1E35-3F95-4E8A-9CEC-781D1E32DAD7}"/>
              </a:ext>
            </a:extLst>
          </p:cNvPr>
          <p:cNvSpPr>
            <a:spLocks noGrp="1"/>
          </p:cNvSpPr>
          <p:nvPr/>
        </p:nvSpPr>
        <p:spPr>
          <a:xfrm>
            <a:off x="812355" y="2672454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3" name="anim_o5034_1">
            <a:extLst>
              <a:ext uri="{FF2B5EF4-FFF2-40B4-BE49-F238E27FC236}">
                <a16:creationId xmlns:a16="http://schemas.microsoft.com/office/drawing/2014/main" id="{D1E52BC9-0B9E-4B9C-BAEF-4490EC99C100}"/>
              </a:ext>
            </a:extLst>
          </p:cNvPr>
          <p:cNvSpPr>
            <a:spLocks noGrp="1"/>
          </p:cNvSpPr>
          <p:nvPr/>
        </p:nvSpPr>
        <p:spPr>
          <a:xfrm>
            <a:off x="1116713" y="2672454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4" name="anim_o5035_1">
            <a:extLst>
              <a:ext uri="{FF2B5EF4-FFF2-40B4-BE49-F238E27FC236}">
                <a16:creationId xmlns:a16="http://schemas.microsoft.com/office/drawing/2014/main" id="{E1691753-6B55-4EAF-8F57-AE0408095C8C}"/>
              </a:ext>
            </a:extLst>
          </p:cNvPr>
          <p:cNvSpPr>
            <a:spLocks noGrp="1"/>
          </p:cNvSpPr>
          <p:nvPr/>
        </p:nvSpPr>
        <p:spPr>
          <a:xfrm>
            <a:off x="1421070" y="2672454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5" name="anim_o5036_1">
            <a:extLst>
              <a:ext uri="{FF2B5EF4-FFF2-40B4-BE49-F238E27FC236}">
                <a16:creationId xmlns:a16="http://schemas.microsoft.com/office/drawing/2014/main" id="{4DA68C15-E793-4D1D-ACDD-B2B5ACE99185}"/>
              </a:ext>
            </a:extLst>
          </p:cNvPr>
          <p:cNvSpPr>
            <a:spLocks noGrp="1"/>
          </p:cNvSpPr>
          <p:nvPr/>
        </p:nvSpPr>
        <p:spPr>
          <a:xfrm>
            <a:off x="1725428" y="2672454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6" name="anim_o5037_1">
            <a:extLst>
              <a:ext uri="{FF2B5EF4-FFF2-40B4-BE49-F238E27FC236}">
                <a16:creationId xmlns:a16="http://schemas.microsoft.com/office/drawing/2014/main" id="{905DC811-3B95-4B9C-8980-63F9EC416B26}"/>
              </a:ext>
            </a:extLst>
          </p:cNvPr>
          <p:cNvSpPr>
            <a:spLocks noGrp="1"/>
          </p:cNvSpPr>
          <p:nvPr/>
        </p:nvSpPr>
        <p:spPr>
          <a:xfrm>
            <a:off x="2029785" y="2672454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7" name="anim_o5038_1">
            <a:extLst>
              <a:ext uri="{FF2B5EF4-FFF2-40B4-BE49-F238E27FC236}">
                <a16:creationId xmlns:a16="http://schemas.microsoft.com/office/drawing/2014/main" id="{D5699478-056D-4606-8398-14F3C77080C8}"/>
              </a:ext>
            </a:extLst>
          </p:cNvPr>
          <p:cNvSpPr>
            <a:spLocks noGrp="1"/>
          </p:cNvSpPr>
          <p:nvPr/>
        </p:nvSpPr>
        <p:spPr>
          <a:xfrm>
            <a:off x="2334142" y="2672454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8" name="anim_o5039_1">
            <a:extLst>
              <a:ext uri="{FF2B5EF4-FFF2-40B4-BE49-F238E27FC236}">
                <a16:creationId xmlns:a16="http://schemas.microsoft.com/office/drawing/2014/main" id="{2754C3BD-BF5A-4E76-8E07-BA6874836ECC}"/>
              </a:ext>
            </a:extLst>
          </p:cNvPr>
          <p:cNvSpPr>
            <a:spLocks noGrp="1"/>
          </p:cNvSpPr>
          <p:nvPr/>
        </p:nvSpPr>
        <p:spPr>
          <a:xfrm>
            <a:off x="812355" y="2976812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9" name="anim_o5040_1">
            <a:extLst>
              <a:ext uri="{FF2B5EF4-FFF2-40B4-BE49-F238E27FC236}">
                <a16:creationId xmlns:a16="http://schemas.microsoft.com/office/drawing/2014/main" id="{523A0D6E-108A-40CB-A7F3-91FCA5FD039E}"/>
              </a:ext>
            </a:extLst>
          </p:cNvPr>
          <p:cNvSpPr>
            <a:spLocks noGrp="1"/>
          </p:cNvSpPr>
          <p:nvPr/>
        </p:nvSpPr>
        <p:spPr>
          <a:xfrm>
            <a:off x="1116713" y="2976812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0" name="anim_o5041_1">
            <a:extLst>
              <a:ext uri="{FF2B5EF4-FFF2-40B4-BE49-F238E27FC236}">
                <a16:creationId xmlns:a16="http://schemas.microsoft.com/office/drawing/2014/main" id="{1688810C-6D65-4FD5-9C30-98EAB3202877}"/>
              </a:ext>
            </a:extLst>
          </p:cNvPr>
          <p:cNvSpPr>
            <a:spLocks noGrp="1"/>
          </p:cNvSpPr>
          <p:nvPr/>
        </p:nvSpPr>
        <p:spPr>
          <a:xfrm>
            <a:off x="1421070" y="2976812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1" name="anim_o5042_1">
            <a:extLst>
              <a:ext uri="{FF2B5EF4-FFF2-40B4-BE49-F238E27FC236}">
                <a16:creationId xmlns:a16="http://schemas.microsoft.com/office/drawing/2014/main" id="{3210D6BD-07DE-4406-9A61-E59C7474F218}"/>
              </a:ext>
            </a:extLst>
          </p:cNvPr>
          <p:cNvSpPr>
            <a:spLocks noGrp="1"/>
          </p:cNvSpPr>
          <p:nvPr/>
        </p:nvSpPr>
        <p:spPr>
          <a:xfrm>
            <a:off x="1725428" y="2976812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2" name="anim_o5043_1">
            <a:extLst>
              <a:ext uri="{FF2B5EF4-FFF2-40B4-BE49-F238E27FC236}">
                <a16:creationId xmlns:a16="http://schemas.microsoft.com/office/drawing/2014/main" id="{FA8A8049-8282-4422-973A-C50C2DFED76B}"/>
              </a:ext>
            </a:extLst>
          </p:cNvPr>
          <p:cNvSpPr>
            <a:spLocks noGrp="1"/>
          </p:cNvSpPr>
          <p:nvPr/>
        </p:nvSpPr>
        <p:spPr>
          <a:xfrm>
            <a:off x="2029785" y="2976812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3" name="anim_o5044_1">
            <a:extLst>
              <a:ext uri="{FF2B5EF4-FFF2-40B4-BE49-F238E27FC236}">
                <a16:creationId xmlns:a16="http://schemas.microsoft.com/office/drawing/2014/main" id="{8ACBED10-DF94-418F-8654-F363AA45DD2B}"/>
              </a:ext>
            </a:extLst>
          </p:cNvPr>
          <p:cNvSpPr>
            <a:spLocks noGrp="1"/>
          </p:cNvSpPr>
          <p:nvPr/>
        </p:nvSpPr>
        <p:spPr>
          <a:xfrm>
            <a:off x="2334142" y="2976812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4" name="anim_o5045_1">
            <a:extLst>
              <a:ext uri="{FF2B5EF4-FFF2-40B4-BE49-F238E27FC236}">
                <a16:creationId xmlns:a16="http://schemas.microsoft.com/office/drawing/2014/main" id="{36A2EEFC-3DB8-4299-AB6B-D07A0B805249}"/>
              </a:ext>
            </a:extLst>
          </p:cNvPr>
          <p:cNvSpPr>
            <a:spLocks noGrp="1"/>
          </p:cNvSpPr>
          <p:nvPr/>
        </p:nvSpPr>
        <p:spPr>
          <a:xfrm>
            <a:off x="812355" y="3281169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5" name="anim_o5046_1">
            <a:extLst>
              <a:ext uri="{FF2B5EF4-FFF2-40B4-BE49-F238E27FC236}">
                <a16:creationId xmlns:a16="http://schemas.microsoft.com/office/drawing/2014/main" id="{19CD57D9-4988-4FB8-9684-EEBE9BEAB432}"/>
              </a:ext>
            </a:extLst>
          </p:cNvPr>
          <p:cNvSpPr>
            <a:spLocks noGrp="1"/>
          </p:cNvSpPr>
          <p:nvPr/>
        </p:nvSpPr>
        <p:spPr>
          <a:xfrm>
            <a:off x="1116713" y="3281169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6" name="anim_o5047_1">
            <a:extLst>
              <a:ext uri="{FF2B5EF4-FFF2-40B4-BE49-F238E27FC236}">
                <a16:creationId xmlns:a16="http://schemas.microsoft.com/office/drawing/2014/main" id="{B824CE9C-D1B1-4AF0-BB59-DA97EDEA37F7}"/>
              </a:ext>
            </a:extLst>
          </p:cNvPr>
          <p:cNvSpPr>
            <a:spLocks noGrp="1"/>
          </p:cNvSpPr>
          <p:nvPr/>
        </p:nvSpPr>
        <p:spPr>
          <a:xfrm>
            <a:off x="1421070" y="3281169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7" name="anim_o5048_1">
            <a:extLst>
              <a:ext uri="{FF2B5EF4-FFF2-40B4-BE49-F238E27FC236}">
                <a16:creationId xmlns:a16="http://schemas.microsoft.com/office/drawing/2014/main" id="{3FBCDB0F-EC37-4303-9D1E-CEEE36667C41}"/>
              </a:ext>
            </a:extLst>
          </p:cNvPr>
          <p:cNvSpPr>
            <a:spLocks noGrp="1"/>
          </p:cNvSpPr>
          <p:nvPr/>
        </p:nvSpPr>
        <p:spPr>
          <a:xfrm>
            <a:off x="1725428" y="3281169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8" name="anim_o5049_1">
            <a:extLst>
              <a:ext uri="{FF2B5EF4-FFF2-40B4-BE49-F238E27FC236}">
                <a16:creationId xmlns:a16="http://schemas.microsoft.com/office/drawing/2014/main" id="{F71B31D6-9927-4A03-B907-59D65F0FE25F}"/>
              </a:ext>
            </a:extLst>
          </p:cNvPr>
          <p:cNvSpPr>
            <a:spLocks noGrp="1"/>
          </p:cNvSpPr>
          <p:nvPr/>
        </p:nvSpPr>
        <p:spPr>
          <a:xfrm>
            <a:off x="2029785" y="3281169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9" name="anim_o5050_1">
            <a:extLst>
              <a:ext uri="{FF2B5EF4-FFF2-40B4-BE49-F238E27FC236}">
                <a16:creationId xmlns:a16="http://schemas.microsoft.com/office/drawing/2014/main" id="{5814D526-A7FE-4F90-89CA-A46FB973A313}"/>
              </a:ext>
            </a:extLst>
          </p:cNvPr>
          <p:cNvSpPr>
            <a:spLocks noGrp="1"/>
          </p:cNvSpPr>
          <p:nvPr/>
        </p:nvSpPr>
        <p:spPr>
          <a:xfrm>
            <a:off x="2334142" y="3281169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0" name="anim_o5051_1">
            <a:extLst>
              <a:ext uri="{FF2B5EF4-FFF2-40B4-BE49-F238E27FC236}">
                <a16:creationId xmlns:a16="http://schemas.microsoft.com/office/drawing/2014/main" id="{60231175-38E8-4927-A998-BBE1BBF679EB}"/>
              </a:ext>
            </a:extLst>
          </p:cNvPr>
          <p:cNvSpPr>
            <a:spLocks noGrp="1"/>
          </p:cNvSpPr>
          <p:nvPr/>
        </p:nvSpPr>
        <p:spPr>
          <a:xfrm>
            <a:off x="812355" y="3585527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1" name="anim_o5052_1">
            <a:extLst>
              <a:ext uri="{FF2B5EF4-FFF2-40B4-BE49-F238E27FC236}">
                <a16:creationId xmlns:a16="http://schemas.microsoft.com/office/drawing/2014/main" id="{762EA713-BA31-4570-97F2-5066F5172DAA}"/>
              </a:ext>
            </a:extLst>
          </p:cNvPr>
          <p:cNvSpPr>
            <a:spLocks noGrp="1"/>
          </p:cNvSpPr>
          <p:nvPr/>
        </p:nvSpPr>
        <p:spPr>
          <a:xfrm>
            <a:off x="1116713" y="3585527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2" name="anim_o5053_1">
            <a:extLst>
              <a:ext uri="{FF2B5EF4-FFF2-40B4-BE49-F238E27FC236}">
                <a16:creationId xmlns:a16="http://schemas.microsoft.com/office/drawing/2014/main" id="{44A69F4A-B932-4C39-849E-3CBBFDF83D73}"/>
              </a:ext>
            </a:extLst>
          </p:cNvPr>
          <p:cNvSpPr>
            <a:spLocks noGrp="1"/>
          </p:cNvSpPr>
          <p:nvPr/>
        </p:nvSpPr>
        <p:spPr>
          <a:xfrm>
            <a:off x="1421070" y="3585527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3" name="anim_o5054_1">
            <a:extLst>
              <a:ext uri="{FF2B5EF4-FFF2-40B4-BE49-F238E27FC236}">
                <a16:creationId xmlns:a16="http://schemas.microsoft.com/office/drawing/2014/main" id="{B9C7ECE6-C1AD-4665-AC49-468FC4561980}"/>
              </a:ext>
            </a:extLst>
          </p:cNvPr>
          <p:cNvSpPr>
            <a:spLocks noGrp="1"/>
          </p:cNvSpPr>
          <p:nvPr/>
        </p:nvSpPr>
        <p:spPr>
          <a:xfrm>
            <a:off x="1725428" y="3585527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4" name="anim_o5055_1">
            <a:extLst>
              <a:ext uri="{FF2B5EF4-FFF2-40B4-BE49-F238E27FC236}">
                <a16:creationId xmlns:a16="http://schemas.microsoft.com/office/drawing/2014/main" id="{05ABB38C-7FB8-474B-BFC6-F4A536817B02}"/>
              </a:ext>
            </a:extLst>
          </p:cNvPr>
          <p:cNvSpPr>
            <a:spLocks noGrp="1"/>
          </p:cNvSpPr>
          <p:nvPr/>
        </p:nvSpPr>
        <p:spPr>
          <a:xfrm>
            <a:off x="2029785" y="3585527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5" name="anim_o5056_1">
            <a:extLst>
              <a:ext uri="{FF2B5EF4-FFF2-40B4-BE49-F238E27FC236}">
                <a16:creationId xmlns:a16="http://schemas.microsoft.com/office/drawing/2014/main" id="{5B6E4AD0-A407-4ACE-8874-E726711CAA3F}"/>
              </a:ext>
            </a:extLst>
          </p:cNvPr>
          <p:cNvSpPr>
            <a:spLocks noGrp="1"/>
          </p:cNvSpPr>
          <p:nvPr/>
        </p:nvSpPr>
        <p:spPr>
          <a:xfrm>
            <a:off x="2334142" y="3585527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6" name="anim_o5057_1">
            <a:extLst>
              <a:ext uri="{FF2B5EF4-FFF2-40B4-BE49-F238E27FC236}">
                <a16:creationId xmlns:a16="http://schemas.microsoft.com/office/drawing/2014/main" id="{3601E7E0-C775-4B64-A014-D5B0C67D0F26}"/>
              </a:ext>
            </a:extLst>
          </p:cNvPr>
          <p:cNvSpPr>
            <a:spLocks noGrp="1"/>
          </p:cNvSpPr>
          <p:nvPr/>
        </p:nvSpPr>
        <p:spPr>
          <a:xfrm>
            <a:off x="812355" y="3889884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7" name="anim_o5058_1">
            <a:extLst>
              <a:ext uri="{FF2B5EF4-FFF2-40B4-BE49-F238E27FC236}">
                <a16:creationId xmlns:a16="http://schemas.microsoft.com/office/drawing/2014/main" id="{E87193AD-FFC0-4BF9-A18C-2F71ECA5D903}"/>
              </a:ext>
            </a:extLst>
          </p:cNvPr>
          <p:cNvSpPr>
            <a:spLocks noGrp="1"/>
          </p:cNvSpPr>
          <p:nvPr/>
        </p:nvSpPr>
        <p:spPr>
          <a:xfrm>
            <a:off x="1116713" y="3889884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8" name="anim_o5059_1">
            <a:extLst>
              <a:ext uri="{FF2B5EF4-FFF2-40B4-BE49-F238E27FC236}">
                <a16:creationId xmlns:a16="http://schemas.microsoft.com/office/drawing/2014/main" id="{E7D3669F-FBA3-4D4C-94A9-69A5CC28CFC0}"/>
              </a:ext>
            </a:extLst>
          </p:cNvPr>
          <p:cNvSpPr>
            <a:spLocks noGrp="1"/>
          </p:cNvSpPr>
          <p:nvPr/>
        </p:nvSpPr>
        <p:spPr>
          <a:xfrm>
            <a:off x="1421070" y="3889884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9" name="anim_o5060_1">
            <a:extLst>
              <a:ext uri="{FF2B5EF4-FFF2-40B4-BE49-F238E27FC236}">
                <a16:creationId xmlns:a16="http://schemas.microsoft.com/office/drawing/2014/main" id="{F6F5E67F-E624-4834-9271-0D6814F8DD85}"/>
              </a:ext>
            </a:extLst>
          </p:cNvPr>
          <p:cNvSpPr>
            <a:spLocks noGrp="1"/>
          </p:cNvSpPr>
          <p:nvPr/>
        </p:nvSpPr>
        <p:spPr>
          <a:xfrm>
            <a:off x="1725428" y="3889884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0" name="anim_o5061_1">
            <a:extLst>
              <a:ext uri="{FF2B5EF4-FFF2-40B4-BE49-F238E27FC236}">
                <a16:creationId xmlns:a16="http://schemas.microsoft.com/office/drawing/2014/main" id="{A2CB249B-03FE-45B8-8D5B-5F0A146DBBBF}"/>
              </a:ext>
            </a:extLst>
          </p:cNvPr>
          <p:cNvSpPr>
            <a:spLocks noGrp="1"/>
          </p:cNvSpPr>
          <p:nvPr/>
        </p:nvSpPr>
        <p:spPr>
          <a:xfrm>
            <a:off x="2029785" y="3889884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1" name="anim_o5062_1">
            <a:extLst>
              <a:ext uri="{FF2B5EF4-FFF2-40B4-BE49-F238E27FC236}">
                <a16:creationId xmlns:a16="http://schemas.microsoft.com/office/drawing/2014/main" id="{AD2B801F-FC96-4AF0-B43A-B9B1B069779B}"/>
              </a:ext>
            </a:extLst>
          </p:cNvPr>
          <p:cNvSpPr>
            <a:spLocks noGrp="1"/>
          </p:cNvSpPr>
          <p:nvPr/>
        </p:nvSpPr>
        <p:spPr>
          <a:xfrm>
            <a:off x="2334142" y="3889884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2" name="anim_o5063_1">
            <a:extLst>
              <a:ext uri="{FF2B5EF4-FFF2-40B4-BE49-F238E27FC236}">
                <a16:creationId xmlns:a16="http://schemas.microsoft.com/office/drawing/2014/main" id="{617CBB65-4F36-4519-A4BB-B571825BF05A}"/>
              </a:ext>
            </a:extLst>
          </p:cNvPr>
          <p:cNvSpPr>
            <a:spLocks noGrp="1"/>
          </p:cNvSpPr>
          <p:nvPr/>
        </p:nvSpPr>
        <p:spPr>
          <a:xfrm>
            <a:off x="812355" y="4194241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3" name="anim_o5064_1">
            <a:extLst>
              <a:ext uri="{FF2B5EF4-FFF2-40B4-BE49-F238E27FC236}">
                <a16:creationId xmlns:a16="http://schemas.microsoft.com/office/drawing/2014/main" id="{1B388CA2-8DE2-4138-94CB-1A21371E369C}"/>
              </a:ext>
            </a:extLst>
          </p:cNvPr>
          <p:cNvSpPr>
            <a:spLocks noGrp="1"/>
          </p:cNvSpPr>
          <p:nvPr/>
        </p:nvSpPr>
        <p:spPr>
          <a:xfrm>
            <a:off x="1116713" y="4194241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4" name="anim_o5065_1">
            <a:extLst>
              <a:ext uri="{FF2B5EF4-FFF2-40B4-BE49-F238E27FC236}">
                <a16:creationId xmlns:a16="http://schemas.microsoft.com/office/drawing/2014/main" id="{EC9E6BAC-50AD-4BB6-ACB0-CF3CD182B824}"/>
              </a:ext>
            </a:extLst>
          </p:cNvPr>
          <p:cNvSpPr>
            <a:spLocks noGrp="1"/>
          </p:cNvSpPr>
          <p:nvPr/>
        </p:nvSpPr>
        <p:spPr>
          <a:xfrm>
            <a:off x="1421070" y="4194241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5" name="anim_o5066_1">
            <a:extLst>
              <a:ext uri="{FF2B5EF4-FFF2-40B4-BE49-F238E27FC236}">
                <a16:creationId xmlns:a16="http://schemas.microsoft.com/office/drawing/2014/main" id="{E8687C92-463B-4C54-B401-0DD7134DF94F}"/>
              </a:ext>
            </a:extLst>
          </p:cNvPr>
          <p:cNvSpPr>
            <a:spLocks noGrp="1"/>
          </p:cNvSpPr>
          <p:nvPr/>
        </p:nvSpPr>
        <p:spPr>
          <a:xfrm>
            <a:off x="1725428" y="4194241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6" name="anim_o5067_1">
            <a:extLst>
              <a:ext uri="{FF2B5EF4-FFF2-40B4-BE49-F238E27FC236}">
                <a16:creationId xmlns:a16="http://schemas.microsoft.com/office/drawing/2014/main" id="{4E728D9B-1948-49CF-9B35-1A8DBC52F616}"/>
              </a:ext>
            </a:extLst>
          </p:cNvPr>
          <p:cNvSpPr>
            <a:spLocks noGrp="1"/>
          </p:cNvSpPr>
          <p:nvPr/>
        </p:nvSpPr>
        <p:spPr>
          <a:xfrm>
            <a:off x="2029785" y="4194241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7" name="anim_o5068_1">
            <a:extLst>
              <a:ext uri="{FF2B5EF4-FFF2-40B4-BE49-F238E27FC236}">
                <a16:creationId xmlns:a16="http://schemas.microsoft.com/office/drawing/2014/main" id="{089DA5A4-402A-456F-BD8F-D1FB640A42F7}"/>
              </a:ext>
            </a:extLst>
          </p:cNvPr>
          <p:cNvSpPr>
            <a:spLocks noGrp="1"/>
          </p:cNvSpPr>
          <p:nvPr/>
        </p:nvSpPr>
        <p:spPr>
          <a:xfrm>
            <a:off x="2334142" y="4194241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8" name="anim_o5343_1">
            <a:extLst>
              <a:ext uri="{FF2B5EF4-FFF2-40B4-BE49-F238E27FC236}">
                <a16:creationId xmlns:a16="http://schemas.microsoft.com/office/drawing/2014/main" id="{2173DAA2-CECE-4BDE-BFBA-43115A36A4E4}"/>
              </a:ext>
            </a:extLst>
          </p:cNvPr>
          <p:cNvSpPr>
            <a:spLocks noGrp="1"/>
          </p:cNvSpPr>
          <p:nvPr/>
        </p:nvSpPr>
        <p:spPr>
          <a:xfrm>
            <a:off x="10247435" y="2715934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9" name="anim_o5344_1">
            <a:extLst>
              <a:ext uri="{FF2B5EF4-FFF2-40B4-BE49-F238E27FC236}">
                <a16:creationId xmlns:a16="http://schemas.microsoft.com/office/drawing/2014/main" id="{7795A3D7-B01C-4B31-9394-D1EDE9363834}"/>
              </a:ext>
            </a:extLst>
          </p:cNvPr>
          <p:cNvSpPr>
            <a:spLocks noGrp="1"/>
          </p:cNvSpPr>
          <p:nvPr/>
        </p:nvSpPr>
        <p:spPr>
          <a:xfrm>
            <a:off x="10551793" y="2715934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0" name="anim_o5345_1">
            <a:extLst>
              <a:ext uri="{FF2B5EF4-FFF2-40B4-BE49-F238E27FC236}">
                <a16:creationId xmlns:a16="http://schemas.microsoft.com/office/drawing/2014/main" id="{6C10DE72-F2B6-4C01-934F-8646E98FF9E4}"/>
              </a:ext>
            </a:extLst>
          </p:cNvPr>
          <p:cNvSpPr>
            <a:spLocks noGrp="1"/>
          </p:cNvSpPr>
          <p:nvPr/>
        </p:nvSpPr>
        <p:spPr>
          <a:xfrm>
            <a:off x="10856150" y="2715934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1" name="anim_o5346_1">
            <a:extLst>
              <a:ext uri="{FF2B5EF4-FFF2-40B4-BE49-F238E27FC236}">
                <a16:creationId xmlns:a16="http://schemas.microsoft.com/office/drawing/2014/main" id="{B5896832-ECC6-41DF-A085-D6EEDD696EFD}"/>
              </a:ext>
            </a:extLst>
          </p:cNvPr>
          <p:cNvSpPr>
            <a:spLocks noGrp="1"/>
          </p:cNvSpPr>
          <p:nvPr/>
        </p:nvSpPr>
        <p:spPr>
          <a:xfrm>
            <a:off x="11160507" y="2715934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2" name="anim_o5347_1">
            <a:extLst>
              <a:ext uri="{FF2B5EF4-FFF2-40B4-BE49-F238E27FC236}">
                <a16:creationId xmlns:a16="http://schemas.microsoft.com/office/drawing/2014/main" id="{ADF5DC7C-F5C0-4A28-82F1-42B49590625E}"/>
              </a:ext>
            </a:extLst>
          </p:cNvPr>
          <p:cNvSpPr>
            <a:spLocks noGrp="1"/>
          </p:cNvSpPr>
          <p:nvPr/>
        </p:nvSpPr>
        <p:spPr>
          <a:xfrm>
            <a:off x="10247435" y="3020291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3" name="anim_o5348_1">
            <a:extLst>
              <a:ext uri="{FF2B5EF4-FFF2-40B4-BE49-F238E27FC236}">
                <a16:creationId xmlns:a16="http://schemas.microsoft.com/office/drawing/2014/main" id="{DBD19CD4-B3AB-449B-A91E-8220E3F956EE}"/>
              </a:ext>
            </a:extLst>
          </p:cNvPr>
          <p:cNvSpPr>
            <a:spLocks noGrp="1"/>
          </p:cNvSpPr>
          <p:nvPr/>
        </p:nvSpPr>
        <p:spPr>
          <a:xfrm>
            <a:off x="10551793" y="3020291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4" name="anim_o5349_1">
            <a:extLst>
              <a:ext uri="{FF2B5EF4-FFF2-40B4-BE49-F238E27FC236}">
                <a16:creationId xmlns:a16="http://schemas.microsoft.com/office/drawing/2014/main" id="{A81FCC96-9025-49B4-A507-09171DCA847B}"/>
              </a:ext>
            </a:extLst>
          </p:cNvPr>
          <p:cNvSpPr>
            <a:spLocks noGrp="1"/>
          </p:cNvSpPr>
          <p:nvPr/>
        </p:nvSpPr>
        <p:spPr>
          <a:xfrm>
            <a:off x="10856150" y="3020291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5" name="anim_o5350_1">
            <a:extLst>
              <a:ext uri="{FF2B5EF4-FFF2-40B4-BE49-F238E27FC236}">
                <a16:creationId xmlns:a16="http://schemas.microsoft.com/office/drawing/2014/main" id="{4109EC51-09E6-4115-93B0-56EB73075FC3}"/>
              </a:ext>
            </a:extLst>
          </p:cNvPr>
          <p:cNvSpPr>
            <a:spLocks noGrp="1"/>
          </p:cNvSpPr>
          <p:nvPr/>
        </p:nvSpPr>
        <p:spPr>
          <a:xfrm>
            <a:off x="11160507" y="3020291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6" name="anim_o5351_1">
            <a:extLst>
              <a:ext uri="{FF2B5EF4-FFF2-40B4-BE49-F238E27FC236}">
                <a16:creationId xmlns:a16="http://schemas.microsoft.com/office/drawing/2014/main" id="{E0584B6F-30C1-4992-B505-231C7A75E3B0}"/>
              </a:ext>
            </a:extLst>
          </p:cNvPr>
          <p:cNvSpPr>
            <a:spLocks noGrp="1"/>
          </p:cNvSpPr>
          <p:nvPr/>
        </p:nvSpPr>
        <p:spPr>
          <a:xfrm>
            <a:off x="10247435" y="3324649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7" name="anim_o5352_1">
            <a:extLst>
              <a:ext uri="{FF2B5EF4-FFF2-40B4-BE49-F238E27FC236}">
                <a16:creationId xmlns:a16="http://schemas.microsoft.com/office/drawing/2014/main" id="{A8F7B115-6E63-46D5-94AD-E957B086124A}"/>
              </a:ext>
            </a:extLst>
          </p:cNvPr>
          <p:cNvSpPr>
            <a:spLocks noGrp="1"/>
          </p:cNvSpPr>
          <p:nvPr/>
        </p:nvSpPr>
        <p:spPr>
          <a:xfrm>
            <a:off x="10551793" y="3324649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8" name="anim_o5353_1">
            <a:extLst>
              <a:ext uri="{FF2B5EF4-FFF2-40B4-BE49-F238E27FC236}">
                <a16:creationId xmlns:a16="http://schemas.microsoft.com/office/drawing/2014/main" id="{78D88C6B-9E22-49E4-83CD-0D957FF5E2C7}"/>
              </a:ext>
            </a:extLst>
          </p:cNvPr>
          <p:cNvSpPr>
            <a:spLocks noGrp="1"/>
          </p:cNvSpPr>
          <p:nvPr/>
        </p:nvSpPr>
        <p:spPr>
          <a:xfrm>
            <a:off x="10856150" y="3324649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9" name="anim_o5354_1">
            <a:extLst>
              <a:ext uri="{FF2B5EF4-FFF2-40B4-BE49-F238E27FC236}">
                <a16:creationId xmlns:a16="http://schemas.microsoft.com/office/drawing/2014/main" id="{3C9CE3E1-9788-4DAD-9E39-CD2B3FD16428}"/>
              </a:ext>
            </a:extLst>
          </p:cNvPr>
          <p:cNvSpPr>
            <a:spLocks noGrp="1"/>
          </p:cNvSpPr>
          <p:nvPr/>
        </p:nvSpPr>
        <p:spPr>
          <a:xfrm>
            <a:off x="11160507" y="3324649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0" name="anim_o5355_1">
            <a:extLst>
              <a:ext uri="{FF2B5EF4-FFF2-40B4-BE49-F238E27FC236}">
                <a16:creationId xmlns:a16="http://schemas.microsoft.com/office/drawing/2014/main" id="{52700DEB-7A7F-4B6C-92C5-C4F80EC844A6}"/>
              </a:ext>
            </a:extLst>
          </p:cNvPr>
          <p:cNvSpPr>
            <a:spLocks noGrp="1"/>
          </p:cNvSpPr>
          <p:nvPr/>
        </p:nvSpPr>
        <p:spPr>
          <a:xfrm>
            <a:off x="10247435" y="3629006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1" name="anim_o5356_1">
            <a:extLst>
              <a:ext uri="{FF2B5EF4-FFF2-40B4-BE49-F238E27FC236}">
                <a16:creationId xmlns:a16="http://schemas.microsoft.com/office/drawing/2014/main" id="{F548C34E-62C4-4911-B744-CDE8682A7A82}"/>
              </a:ext>
            </a:extLst>
          </p:cNvPr>
          <p:cNvSpPr>
            <a:spLocks noGrp="1"/>
          </p:cNvSpPr>
          <p:nvPr/>
        </p:nvSpPr>
        <p:spPr>
          <a:xfrm>
            <a:off x="10551793" y="3629006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2" name="anim_o5357_1">
            <a:extLst>
              <a:ext uri="{FF2B5EF4-FFF2-40B4-BE49-F238E27FC236}">
                <a16:creationId xmlns:a16="http://schemas.microsoft.com/office/drawing/2014/main" id="{FBB91555-E02F-4021-8226-F6B30F0E6DEE}"/>
              </a:ext>
            </a:extLst>
          </p:cNvPr>
          <p:cNvSpPr>
            <a:spLocks noGrp="1"/>
          </p:cNvSpPr>
          <p:nvPr/>
        </p:nvSpPr>
        <p:spPr>
          <a:xfrm>
            <a:off x="10856150" y="3629006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3" name="anim_o5358_1">
            <a:extLst>
              <a:ext uri="{FF2B5EF4-FFF2-40B4-BE49-F238E27FC236}">
                <a16:creationId xmlns:a16="http://schemas.microsoft.com/office/drawing/2014/main" id="{98975AB0-EC94-403E-A86B-FD8626149412}"/>
              </a:ext>
            </a:extLst>
          </p:cNvPr>
          <p:cNvSpPr>
            <a:spLocks noGrp="1"/>
          </p:cNvSpPr>
          <p:nvPr/>
        </p:nvSpPr>
        <p:spPr>
          <a:xfrm>
            <a:off x="11160507" y="3629006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4" name="anim_o5098_1">
            <a:extLst>
              <a:ext uri="{FF2B5EF4-FFF2-40B4-BE49-F238E27FC236}">
                <a16:creationId xmlns:a16="http://schemas.microsoft.com/office/drawing/2014/main" id="{05DF6822-1778-4949-AF69-54C83A9520CF}"/>
              </a:ext>
            </a:extLst>
          </p:cNvPr>
          <p:cNvSpPr>
            <a:spLocks noGrp="1"/>
          </p:cNvSpPr>
          <p:nvPr/>
        </p:nvSpPr>
        <p:spPr>
          <a:xfrm>
            <a:off x="4312466" y="1215887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5" name="anim_o5099_1">
            <a:extLst>
              <a:ext uri="{FF2B5EF4-FFF2-40B4-BE49-F238E27FC236}">
                <a16:creationId xmlns:a16="http://schemas.microsoft.com/office/drawing/2014/main" id="{98889061-4696-4FE6-A57F-A51A28694A7D}"/>
              </a:ext>
            </a:extLst>
          </p:cNvPr>
          <p:cNvSpPr>
            <a:spLocks noGrp="1"/>
          </p:cNvSpPr>
          <p:nvPr/>
        </p:nvSpPr>
        <p:spPr>
          <a:xfrm>
            <a:off x="4616823" y="1215887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6" name="anim_o5100_1">
            <a:extLst>
              <a:ext uri="{FF2B5EF4-FFF2-40B4-BE49-F238E27FC236}">
                <a16:creationId xmlns:a16="http://schemas.microsoft.com/office/drawing/2014/main" id="{C88F3AD6-86B6-4AB0-AFAF-1C60E7488704}"/>
              </a:ext>
            </a:extLst>
          </p:cNvPr>
          <p:cNvSpPr>
            <a:spLocks noGrp="1"/>
          </p:cNvSpPr>
          <p:nvPr/>
        </p:nvSpPr>
        <p:spPr>
          <a:xfrm>
            <a:off x="4921180" y="1215887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7" name="anim_o5101_1">
            <a:extLst>
              <a:ext uri="{FF2B5EF4-FFF2-40B4-BE49-F238E27FC236}">
                <a16:creationId xmlns:a16="http://schemas.microsoft.com/office/drawing/2014/main" id="{23666CD5-B588-480E-B64F-B7874AAC1688}"/>
              </a:ext>
            </a:extLst>
          </p:cNvPr>
          <p:cNvSpPr>
            <a:spLocks noGrp="1"/>
          </p:cNvSpPr>
          <p:nvPr/>
        </p:nvSpPr>
        <p:spPr>
          <a:xfrm>
            <a:off x="4312466" y="1520244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8" name="anim_o5102_1">
            <a:extLst>
              <a:ext uri="{FF2B5EF4-FFF2-40B4-BE49-F238E27FC236}">
                <a16:creationId xmlns:a16="http://schemas.microsoft.com/office/drawing/2014/main" id="{35F75E7A-20A3-4566-87F7-8A786D6CD68E}"/>
              </a:ext>
            </a:extLst>
          </p:cNvPr>
          <p:cNvSpPr>
            <a:spLocks noGrp="1"/>
          </p:cNvSpPr>
          <p:nvPr/>
        </p:nvSpPr>
        <p:spPr>
          <a:xfrm>
            <a:off x="4616823" y="1520244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9" name="anim_o5103_1">
            <a:extLst>
              <a:ext uri="{FF2B5EF4-FFF2-40B4-BE49-F238E27FC236}">
                <a16:creationId xmlns:a16="http://schemas.microsoft.com/office/drawing/2014/main" id="{4F1649BA-C0D9-49A0-ACD9-945694CB3C54}"/>
              </a:ext>
            </a:extLst>
          </p:cNvPr>
          <p:cNvSpPr>
            <a:spLocks noGrp="1"/>
          </p:cNvSpPr>
          <p:nvPr/>
        </p:nvSpPr>
        <p:spPr>
          <a:xfrm>
            <a:off x="4921180" y="1520244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0" name="anim_o5104_1">
            <a:extLst>
              <a:ext uri="{FF2B5EF4-FFF2-40B4-BE49-F238E27FC236}">
                <a16:creationId xmlns:a16="http://schemas.microsoft.com/office/drawing/2014/main" id="{014FFC6E-CE5B-4F53-8CB9-8ABED4B7F36A}"/>
              </a:ext>
            </a:extLst>
          </p:cNvPr>
          <p:cNvSpPr>
            <a:spLocks noGrp="1"/>
          </p:cNvSpPr>
          <p:nvPr/>
        </p:nvSpPr>
        <p:spPr>
          <a:xfrm>
            <a:off x="4312466" y="1824602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1" name="anim_o5105_1">
            <a:extLst>
              <a:ext uri="{FF2B5EF4-FFF2-40B4-BE49-F238E27FC236}">
                <a16:creationId xmlns:a16="http://schemas.microsoft.com/office/drawing/2014/main" id="{EC053A2C-874B-47F5-867A-8B1D374DED7C}"/>
              </a:ext>
            </a:extLst>
          </p:cNvPr>
          <p:cNvSpPr>
            <a:spLocks noGrp="1"/>
          </p:cNvSpPr>
          <p:nvPr/>
        </p:nvSpPr>
        <p:spPr>
          <a:xfrm>
            <a:off x="4616823" y="1824602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2" name="anim_o5106_1">
            <a:extLst>
              <a:ext uri="{FF2B5EF4-FFF2-40B4-BE49-F238E27FC236}">
                <a16:creationId xmlns:a16="http://schemas.microsoft.com/office/drawing/2014/main" id="{FA3BA0AF-C5B9-4861-861B-4C06E22AD85A}"/>
              </a:ext>
            </a:extLst>
          </p:cNvPr>
          <p:cNvSpPr>
            <a:spLocks noGrp="1"/>
          </p:cNvSpPr>
          <p:nvPr/>
        </p:nvSpPr>
        <p:spPr>
          <a:xfrm>
            <a:off x="4921180" y="1824602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3" name="anim_o5129_1">
            <a:extLst>
              <a:ext uri="{FF2B5EF4-FFF2-40B4-BE49-F238E27FC236}">
                <a16:creationId xmlns:a16="http://schemas.microsoft.com/office/drawing/2014/main" id="{DB082903-7B95-43BD-985D-201A75C2BD62}"/>
              </a:ext>
            </a:extLst>
          </p:cNvPr>
          <p:cNvSpPr>
            <a:spLocks noGrp="1"/>
          </p:cNvSpPr>
          <p:nvPr/>
        </p:nvSpPr>
        <p:spPr>
          <a:xfrm>
            <a:off x="4312466" y="3128991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4" name="anim_o5130_1">
            <a:extLst>
              <a:ext uri="{FF2B5EF4-FFF2-40B4-BE49-F238E27FC236}">
                <a16:creationId xmlns:a16="http://schemas.microsoft.com/office/drawing/2014/main" id="{F6EA5651-44A6-41A9-ADE8-33BFF60591AB}"/>
              </a:ext>
            </a:extLst>
          </p:cNvPr>
          <p:cNvSpPr>
            <a:spLocks noGrp="1"/>
          </p:cNvSpPr>
          <p:nvPr/>
        </p:nvSpPr>
        <p:spPr>
          <a:xfrm>
            <a:off x="4616823" y="3128991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5" name="anim_o5131_1">
            <a:extLst>
              <a:ext uri="{FF2B5EF4-FFF2-40B4-BE49-F238E27FC236}">
                <a16:creationId xmlns:a16="http://schemas.microsoft.com/office/drawing/2014/main" id="{E2EE12C1-E834-4E74-95E2-175E40B1C00C}"/>
              </a:ext>
            </a:extLst>
          </p:cNvPr>
          <p:cNvSpPr>
            <a:spLocks noGrp="1"/>
          </p:cNvSpPr>
          <p:nvPr/>
        </p:nvSpPr>
        <p:spPr>
          <a:xfrm>
            <a:off x="4921180" y="3128991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6" name="anim_o5132_1">
            <a:extLst>
              <a:ext uri="{FF2B5EF4-FFF2-40B4-BE49-F238E27FC236}">
                <a16:creationId xmlns:a16="http://schemas.microsoft.com/office/drawing/2014/main" id="{12CF3143-E4E8-4214-A3F7-F7F1AB571D90}"/>
              </a:ext>
            </a:extLst>
          </p:cNvPr>
          <p:cNvSpPr>
            <a:spLocks noGrp="1"/>
          </p:cNvSpPr>
          <p:nvPr/>
        </p:nvSpPr>
        <p:spPr>
          <a:xfrm>
            <a:off x="4312466" y="3433348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7" name="anim_o5133_1">
            <a:extLst>
              <a:ext uri="{FF2B5EF4-FFF2-40B4-BE49-F238E27FC236}">
                <a16:creationId xmlns:a16="http://schemas.microsoft.com/office/drawing/2014/main" id="{9D286B8B-1DDF-4E99-814E-F016E1D79DCD}"/>
              </a:ext>
            </a:extLst>
          </p:cNvPr>
          <p:cNvSpPr>
            <a:spLocks noGrp="1"/>
          </p:cNvSpPr>
          <p:nvPr/>
        </p:nvSpPr>
        <p:spPr>
          <a:xfrm>
            <a:off x="4616823" y="3433348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8" name="anim_o5134_1">
            <a:extLst>
              <a:ext uri="{FF2B5EF4-FFF2-40B4-BE49-F238E27FC236}">
                <a16:creationId xmlns:a16="http://schemas.microsoft.com/office/drawing/2014/main" id="{BA77FA68-410D-4E37-BCB5-2B5D81466DB1}"/>
              </a:ext>
            </a:extLst>
          </p:cNvPr>
          <p:cNvSpPr>
            <a:spLocks noGrp="1"/>
          </p:cNvSpPr>
          <p:nvPr/>
        </p:nvSpPr>
        <p:spPr>
          <a:xfrm>
            <a:off x="4921180" y="3433348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9" name="anim_o5135_1">
            <a:extLst>
              <a:ext uri="{FF2B5EF4-FFF2-40B4-BE49-F238E27FC236}">
                <a16:creationId xmlns:a16="http://schemas.microsoft.com/office/drawing/2014/main" id="{AB322EEA-EA9F-4645-9F90-B7E0786D7F51}"/>
              </a:ext>
            </a:extLst>
          </p:cNvPr>
          <p:cNvSpPr>
            <a:spLocks noGrp="1"/>
          </p:cNvSpPr>
          <p:nvPr/>
        </p:nvSpPr>
        <p:spPr>
          <a:xfrm>
            <a:off x="4312466" y="3737705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0" name="anim_o5136_1">
            <a:extLst>
              <a:ext uri="{FF2B5EF4-FFF2-40B4-BE49-F238E27FC236}">
                <a16:creationId xmlns:a16="http://schemas.microsoft.com/office/drawing/2014/main" id="{4E2936CA-4037-4719-B838-C48EE5027BD9}"/>
              </a:ext>
            </a:extLst>
          </p:cNvPr>
          <p:cNvSpPr>
            <a:spLocks noGrp="1"/>
          </p:cNvSpPr>
          <p:nvPr/>
        </p:nvSpPr>
        <p:spPr>
          <a:xfrm>
            <a:off x="4616823" y="3737705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1" name="anim_o5137_1">
            <a:extLst>
              <a:ext uri="{FF2B5EF4-FFF2-40B4-BE49-F238E27FC236}">
                <a16:creationId xmlns:a16="http://schemas.microsoft.com/office/drawing/2014/main" id="{F33D568C-5ABE-4B86-99CC-C0FC2EEFCDFF}"/>
              </a:ext>
            </a:extLst>
          </p:cNvPr>
          <p:cNvSpPr>
            <a:spLocks noGrp="1"/>
          </p:cNvSpPr>
          <p:nvPr/>
        </p:nvSpPr>
        <p:spPr>
          <a:xfrm>
            <a:off x="4921180" y="3737705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2" name="anim_o5160_1">
            <a:extLst>
              <a:ext uri="{FF2B5EF4-FFF2-40B4-BE49-F238E27FC236}">
                <a16:creationId xmlns:a16="http://schemas.microsoft.com/office/drawing/2014/main" id="{0E792149-4962-4525-80EE-66AAF175211B}"/>
              </a:ext>
            </a:extLst>
          </p:cNvPr>
          <p:cNvSpPr>
            <a:spLocks noGrp="1"/>
          </p:cNvSpPr>
          <p:nvPr/>
        </p:nvSpPr>
        <p:spPr>
          <a:xfrm>
            <a:off x="4312466" y="5042094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3" name="anim_o5161_1">
            <a:extLst>
              <a:ext uri="{FF2B5EF4-FFF2-40B4-BE49-F238E27FC236}">
                <a16:creationId xmlns:a16="http://schemas.microsoft.com/office/drawing/2014/main" id="{48258EDE-F55B-450B-BE90-D0B8C3CF63F5}"/>
              </a:ext>
            </a:extLst>
          </p:cNvPr>
          <p:cNvSpPr>
            <a:spLocks noGrp="1"/>
          </p:cNvSpPr>
          <p:nvPr/>
        </p:nvSpPr>
        <p:spPr>
          <a:xfrm>
            <a:off x="4616823" y="5042094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4" name="anim_o5162_1">
            <a:extLst>
              <a:ext uri="{FF2B5EF4-FFF2-40B4-BE49-F238E27FC236}">
                <a16:creationId xmlns:a16="http://schemas.microsoft.com/office/drawing/2014/main" id="{93DF8C53-9657-4EC1-B4ED-2B8F1C34F239}"/>
              </a:ext>
            </a:extLst>
          </p:cNvPr>
          <p:cNvSpPr>
            <a:spLocks noGrp="1"/>
          </p:cNvSpPr>
          <p:nvPr/>
        </p:nvSpPr>
        <p:spPr>
          <a:xfrm>
            <a:off x="4921180" y="5042094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5" name="anim_o5163_1">
            <a:extLst>
              <a:ext uri="{FF2B5EF4-FFF2-40B4-BE49-F238E27FC236}">
                <a16:creationId xmlns:a16="http://schemas.microsoft.com/office/drawing/2014/main" id="{A56EBFB6-4330-43D3-A7CE-A09F54B1BCC3}"/>
              </a:ext>
            </a:extLst>
          </p:cNvPr>
          <p:cNvSpPr>
            <a:spLocks noGrp="1"/>
          </p:cNvSpPr>
          <p:nvPr/>
        </p:nvSpPr>
        <p:spPr>
          <a:xfrm>
            <a:off x="4312466" y="5346452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6" name="anim_o5164_1">
            <a:extLst>
              <a:ext uri="{FF2B5EF4-FFF2-40B4-BE49-F238E27FC236}">
                <a16:creationId xmlns:a16="http://schemas.microsoft.com/office/drawing/2014/main" id="{55E652AE-D385-4D99-B3AC-77C1BEB5009D}"/>
              </a:ext>
            </a:extLst>
          </p:cNvPr>
          <p:cNvSpPr>
            <a:spLocks noGrp="1"/>
          </p:cNvSpPr>
          <p:nvPr/>
        </p:nvSpPr>
        <p:spPr>
          <a:xfrm>
            <a:off x="4616823" y="5346452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7" name="anim_o5165_1">
            <a:extLst>
              <a:ext uri="{FF2B5EF4-FFF2-40B4-BE49-F238E27FC236}">
                <a16:creationId xmlns:a16="http://schemas.microsoft.com/office/drawing/2014/main" id="{3F5E2104-74E8-4F1F-8FA0-11F54D77EA53}"/>
              </a:ext>
            </a:extLst>
          </p:cNvPr>
          <p:cNvSpPr>
            <a:spLocks noGrp="1"/>
          </p:cNvSpPr>
          <p:nvPr/>
        </p:nvSpPr>
        <p:spPr>
          <a:xfrm>
            <a:off x="4921180" y="5346452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8" name="anim_o5166_1">
            <a:extLst>
              <a:ext uri="{FF2B5EF4-FFF2-40B4-BE49-F238E27FC236}">
                <a16:creationId xmlns:a16="http://schemas.microsoft.com/office/drawing/2014/main" id="{45DC7C52-15ED-4CDA-A0F5-0DA9007341FB}"/>
              </a:ext>
            </a:extLst>
          </p:cNvPr>
          <p:cNvSpPr>
            <a:spLocks noGrp="1"/>
          </p:cNvSpPr>
          <p:nvPr/>
        </p:nvSpPr>
        <p:spPr>
          <a:xfrm>
            <a:off x="4312466" y="5650809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9" name="anim_o5167_1">
            <a:extLst>
              <a:ext uri="{FF2B5EF4-FFF2-40B4-BE49-F238E27FC236}">
                <a16:creationId xmlns:a16="http://schemas.microsoft.com/office/drawing/2014/main" id="{10AF3608-F4EF-4FA3-A076-E91307A17B22}"/>
              </a:ext>
            </a:extLst>
          </p:cNvPr>
          <p:cNvSpPr>
            <a:spLocks noGrp="1"/>
          </p:cNvSpPr>
          <p:nvPr/>
        </p:nvSpPr>
        <p:spPr>
          <a:xfrm>
            <a:off x="4616823" y="5650809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0" name="anim_o5168_1">
            <a:extLst>
              <a:ext uri="{FF2B5EF4-FFF2-40B4-BE49-F238E27FC236}">
                <a16:creationId xmlns:a16="http://schemas.microsoft.com/office/drawing/2014/main" id="{DEAD358E-8F89-4C67-9118-93A5F019F07D}"/>
              </a:ext>
            </a:extLst>
          </p:cNvPr>
          <p:cNvSpPr>
            <a:spLocks noGrp="1"/>
          </p:cNvSpPr>
          <p:nvPr/>
        </p:nvSpPr>
        <p:spPr>
          <a:xfrm>
            <a:off x="4921180" y="5650809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1" name="anim_o4996_1">
            <a:extLst>
              <a:ext uri="{FF2B5EF4-FFF2-40B4-BE49-F238E27FC236}">
                <a16:creationId xmlns:a16="http://schemas.microsoft.com/office/drawing/2014/main" id="{799312FD-A4B0-4F8B-81FE-8E1A2067CD6C}"/>
              </a:ext>
            </a:extLst>
          </p:cNvPr>
          <p:cNvSpPr>
            <a:spLocks noGrp="1"/>
          </p:cNvSpPr>
          <p:nvPr/>
        </p:nvSpPr>
        <p:spPr>
          <a:xfrm>
            <a:off x="968882" y="2515928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2" name="anim_o4997_1">
            <a:extLst>
              <a:ext uri="{FF2B5EF4-FFF2-40B4-BE49-F238E27FC236}">
                <a16:creationId xmlns:a16="http://schemas.microsoft.com/office/drawing/2014/main" id="{A3724FE7-2307-4C9E-816A-FAB533545C71}"/>
              </a:ext>
            </a:extLst>
          </p:cNvPr>
          <p:cNvSpPr>
            <a:spLocks noGrp="1"/>
          </p:cNvSpPr>
          <p:nvPr/>
        </p:nvSpPr>
        <p:spPr>
          <a:xfrm>
            <a:off x="1273239" y="2515928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3" name="anim_o4998_1">
            <a:extLst>
              <a:ext uri="{FF2B5EF4-FFF2-40B4-BE49-F238E27FC236}">
                <a16:creationId xmlns:a16="http://schemas.microsoft.com/office/drawing/2014/main" id="{C64DE36B-9097-4DE2-81B0-742E93461DE4}"/>
              </a:ext>
            </a:extLst>
          </p:cNvPr>
          <p:cNvSpPr>
            <a:spLocks noGrp="1"/>
          </p:cNvSpPr>
          <p:nvPr/>
        </p:nvSpPr>
        <p:spPr>
          <a:xfrm>
            <a:off x="1577597" y="2515928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4" name="anim_o4999_1">
            <a:extLst>
              <a:ext uri="{FF2B5EF4-FFF2-40B4-BE49-F238E27FC236}">
                <a16:creationId xmlns:a16="http://schemas.microsoft.com/office/drawing/2014/main" id="{5522AD50-38DB-483E-BE40-08A186ADD253}"/>
              </a:ext>
            </a:extLst>
          </p:cNvPr>
          <p:cNvSpPr>
            <a:spLocks noGrp="1"/>
          </p:cNvSpPr>
          <p:nvPr/>
        </p:nvSpPr>
        <p:spPr>
          <a:xfrm>
            <a:off x="1881954" y="2515928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5" name="anim_o5000_1">
            <a:extLst>
              <a:ext uri="{FF2B5EF4-FFF2-40B4-BE49-F238E27FC236}">
                <a16:creationId xmlns:a16="http://schemas.microsoft.com/office/drawing/2014/main" id="{90675EAC-9689-4C1D-B19D-8D91B9C3FC79}"/>
              </a:ext>
            </a:extLst>
          </p:cNvPr>
          <p:cNvSpPr>
            <a:spLocks noGrp="1"/>
          </p:cNvSpPr>
          <p:nvPr/>
        </p:nvSpPr>
        <p:spPr>
          <a:xfrm>
            <a:off x="2186312" y="2515928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6" name="anim_o5001_1">
            <a:extLst>
              <a:ext uri="{FF2B5EF4-FFF2-40B4-BE49-F238E27FC236}">
                <a16:creationId xmlns:a16="http://schemas.microsoft.com/office/drawing/2014/main" id="{38B164CE-9BB3-46A8-BF6D-C5B454943E00}"/>
              </a:ext>
            </a:extLst>
          </p:cNvPr>
          <p:cNvSpPr>
            <a:spLocks noGrp="1"/>
          </p:cNvSpPr>
          <p:nvPr/>
        </p:nvSpPr>
        <p:spPr>
          <a:xfrm>
            <a:off x="2490669" y="2515928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7" name="anim_o5002_1">
            <a:extLst>
              <a:ext uri="{FF2B5EF4-FFF2-40B4-BE49-F238E27FC236}">
                <a16:creationId xmlns:a16="http://schemas.microsoft.com/office/drawing/2014/main" id="{6EB4932C-0977-434F-BBF9-E4C86E0B4419}"/>
              </a:ext>
            </a:extLst>
          </p:cNvPr>
          <p:cNvSpPr>
            <a:spLocks noGrp="1"/>
          </p:cNvSpPr>
          <p:nvPr/>
        </p:nvSpPr>
        <p:spPr>
          <a:xfrm>
            <a:off x="968882" y="2820285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8" name="anim_o5003_1">
            <a:extLst>
              <a:ext uri="{FF2B5EF4-FFF2-40B4-BE49-F238E27FC236}">
                <a16:creationId xmlns:a16="http://schemas.microsoft.com/office/drawing/2014/main" id="{8EFB4481-4E81-4DA0-B7C7-5130A80A3EE5}"/>
              </a:ext>
            </a:extLst>
          </p:cNvPr>
          <p:cNvSpPr>
            <a:spLocks noGrp="1"/>
          </p:cNvSpPr>
          <p:nvPr/>
        </p:nvSpPr>
        <p:spPr>
          <a:xfrm>
            <a:off x="1273239" y="2820285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9" name="anim_o5004_1">
            <a:extLst>
              <a:ext uri="{FF2B5EF4-FFF2-40B4-BE49-F238E27FC236}">
                <a16:creationId xmlns:a16="http://schemas.microsoft.com/office/drawing/2014/main" id="{F03A0827-A346-4D1D-A0CC-467F587A40D9}"/>
              </a:ext>
            </a:extLst>
          </p:cNvPr>
          <p:cNvSpPr>
            <a:spLocks noGrp="1"/>
          </p:cNvSpPr>
          <p:nvPr/>
        </p:nvSpPr>
        <p:spPr>
          <a:xfrm>
            <a:off x="1577597" y="2820285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0" name="anim_o5005_1">
            <a:extLst>
              <a:ext uri="{FF2B5EF4-FFF2-40B4-BE49-F238E27FC236}">
                <a16:creationId xmlns:a16="http://schemas.microsoft.com/office/drawing/2014/main" id="{2D081EF0-C54D-4964-9EB7-BDADF482DF97}"/>
              </a:ext>
            </a:extLst>
          </p:cNvPr>
          <p:cNvSpPr>
            <a:spLocks noGrp="1"/>
          </p:cNvSpPr>
          <p:nvPr/>
        </p:nvSpPr>
        <p:spPr>
          <a:xfrm>
            <a:off x="1881954" y="2820285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1" name="anim_o5006_1">
            <a:extLst>
              <a:ext uri="{FF2B5EF4-FFF2-40B4-BE49-F238E27FC236}">
                <a16:creationId xmlns:a16="http://schemas.microsoft.com/office/drawing/2014/main" id="{BDA289CB-506F-49E3-837A-12EB809E950F}"/>
              </a:ext>
            </a:extLst>
          </p:cNvPr>
          <p:cNvSpPr>
            <a:spLocks noGrp="1"/>
          </p:cNvSpPr>
          <p:nvPr/>
        </p:nvSpPr>
        <p:spPr>
          <a:xfrm>
            <a:off x="2186312" y="2820285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2" name="anim_o5007_1">
            <a:extLst>
              <a:ext uri="{FF2B5EF4-FFF2-40B4-BE49-F238E27FC236}">
                <a16:creationId xmlns:a16="http://schemas.microsoft.com/office/drawing/2014/main" id="{5832F8EC-9B69-4E7B-B92D-D0FD42C3529A}"/>
              </a:ext>
            </a:extLst>
          </p:cNvPr>
          <p:cNvSpPr>
            <a:spLocks noGrp="1"/>
          </p:cNvSpPr>
          <p:nvPr/>
        </p:nvSpPr>
        <p:spPr>
          <a:xfrm>
            <a:off x="2490669" y="2820285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3" name="anim_o5008_1">
            <a:extLst>
              <a:ext uri="{FF2B5EF4-FFF2-40B4-BE49-F238E27FC236}">
                <a16:creationId xmlns:a16="http://schemas.microsoft.com/office/drawing/2014/main" id="{50A452ED-8BE8-44C6-89D2-EEF1AF083836}"/>
              </a:ext>
            </a:extLst>
          </p:cNvPr>
          <p:cNvSpPr>
            <a:spLocks noGrp="1"/>
          </p:cNvSpPr>
          <p:nvPr/>
        </p:nvSpPr>
        <p:spPr>
          <a:xfrm>
            <a:off x="968882" y="3124643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4" name="anim_o5009_1">
            <a:extLst>
              <a:ext uri="{FF2B5EF4-FFF2-40B4-BE49-F238E27FC236}">
                <a16:creationId xmlns:a16="http://schemas.microsoft.com/office/drawing/2014/main" id="{7BCE84C6-304B-43A4-AFCF-4FE40A3CFAD5}"/>
              </a:ext>
            </a:extLst>
          </p:cNvPr>
          <p:cNvSpPr>
            <a:spLocks noGrp="1"/>
          </p:cNvSpPr>
          <p:nvPr/>
        </p:nvSpPr>
        <p:spPr>
          <a:xfrm>
            <a:off x="1273239" y="3124643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5" name="anim_o5010_1">
            <a:extLst>
              <a:ext uri="{FF2B5EF4-FFF2-40B4-BE49-F238E27FC236}">
                <a16:creationId xmlns:a16="http://schemas.microsoft.com/office/drawing/2014/main" id="{DC497247-7959-4839-902C-5CE633A9D1DF}"/>
              </a:ext>
            </a:extLst>
          </p:cNvPr>
          <p:cNvSpPr>
            <a:spLocks noGrp="1"/>
          </p:cNvSpPr>
          <p:nvPr/>
        </p:nvSpPr>
        <p:spPr>
          <a:xfrm>
            <a:off x="1577597" y="3124643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6" name="anim_o5011_1">
            <a:extLst>
              <a:ext uri="{FF2B5EF4-FFF2-40B4-BE49-F238E27FC236}">
                <a16:creationId xmlns:a16="http://schemas.microsoft.com/office/drawing/2014/main" id="{12F2C928-856D-435F-98E2-EBC8E5A5BEBE}"/>
              </a:ext>
            </a:extLst>
          </p:cNvPr>
          <p:cNvSpPr>
            <a:spLocks noGrp="1"/>
          </p:cNvSpPr>
          <p:nvPr/>
        </p:nvSpPr>
        <p:spPr>
          <a:xfrm>
            <a:off x="1881954" y="3124643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7" name="anim_o5012_1">
            <a:extLst>
              <a:ext uri="{FF2B5EF4-FFF2-40B4-BE49-F238E27FC236}">
                <a16:creationId xmlns:a16="http://schemas.microsoft.com/office/drawing/2014/main" id="{33EAFC33-C27B-47C1-A3EA-837B7753180E}"/>
              </a:ext>
            </a:extLst>
          </p:cNvPr>
          <p:cNvSpPr>
            <a:spLocks noGrp="1"/>
          </p:cNvSpPr>
          <p:nvPr/>
        </p:nvSpPr>
        <p:spPr>
          <a:xfrm>
            <a:off x="2186312" y="3124643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8" name="anim_o5013_1">
            <a:extLst>
              <a:ext uri="{FF2B5EF4-FFF2-40B4-BE49-F238E27FC236}">
                <a16:creationId xmlns:a16="http://schemas.microsoft.com/office/drawing/2014/main" id="{A611802A-F9A6-4F50-821B-9284903547F0}"/>
              </a:ext>
            </a:extLst>
          </p:cNvPr>
          <p:cNvSpPr>
            <a:spLocks noGrp="1"/>
          </p:cNvSpPr>
          <p:nvPr/>
        </p:nvSpPr>
        <p:spPr>
          <a:xfrm>
            <a:off x="2490669" y="3124643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9" name="anim_o5014_1">
            <a:extLst>
              <a:ext uri="{FF2B5EF4-FFF2-40B4-BE49-F238E27FC236}">
                <a16:creationId xmlns:a16="http://schemas.microsoft.com/office/drawing/2014/main" id="{67203227-AA57-4C34-B385-1AA65187637D}"/>
              </a:ext>
            </a:extLst>
          </p:cNvPr>
          <p:cNvSpPr>
            <a:spLocks noGrp="1"/>
          </p:cNvSpPr>
          <p:nvPr/>
        </p:nvSpPr>
        <p:spPr>
          <a:xfrm>
            <a:off x="968882" y="3429000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0" name="anim_o5015_1">
            <a:extLst>
              <a:ext uri="{FF2B5EF4-FFF2-40B4-BE49-F238E27FC236}">
                <a16:creationId xmlns:a16="http://schemas.microsoft.com/office/drawing/2014/main" id="{F2A71A86-AC4A-4BC2-9FEA-BF12407F7FBE}"/>
              </a:ext>
            </a:extLst>
          </p:cNvPr>
          <p:cNvSpPr>
            <a:spLocks noGrp="1"/>
          </p:cNvSpPr>
          <p:nvPr/>
        </p:nvSpPr>
        <p:spPr>
          <a:xfrm>
            <a:off x="1273239" y="3429000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1" name="anim_o5016_1">
            <a:extLst>
              <a:ext uri="{FF2B5EF4-FFF2-40B4-BE49-F238E27FC236}">
                <a16:creationId xmlns:a16="http://schemas.microsoft.com/office/drawing/2014/main" id="{094E0536-D9B3-4A7D-8D54-447ED13A5B2C}"/>
              </a:ext>
            </a:extLst>
          </p:cNvPr>
          <p:cNvSpPr>
            <a:spLocks noGrp="1"/>
          </p:cNvSpPr>
          <p:nvPr/>
        </p:nvSpPr>
        <p:spPr>
          <a:xfrm>
            <a:off x="1577597" y="3429000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2" name="anim_o5017_1">
            <a:extLst>
              <a:ext uri="{FF2B5EF4-FFF2-40B4-BE49-F238E27FC236}">
                <a16:creationId xmlns:a16="http://schemas.microsoft.com/office/drawing/2014/main" id="{521564E3-D7E2-40E2-BBDE-EE6189CAE761}"/>
              </a:ext>
            </a:extLst>
          </p:cNvPr>
          <p:cNvSpPr>
            <a:spLocks noGrp="1"/>
          </p:cNvSpPr>
          <p:nvPr/>
        </p:nvSpPr>
        <p:spPr>
          <a:xfrm>
            <a:off x="1881954" y="3429000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3" name="anim_o5018_1">
            <a:extLst>
              <a:ext uri="{FF2B5EF4-FFF2-40B4-BE49-F238E27FC236}">
                <a16:creationId xmlns:a16="http://schemas.microsoft.com/office/drawing/2014/main" id="{0632AB55-229C-4944-BFE2-622A9D394AFB}"/>
              </a:ext>
            </a:extLst>
          </p:cNvPr>
          <p:cNvSpPr>
            <a:spLocks noGrp="1"/>
          </p:cNvSpPr>
          <p:nvPr/>
        </p:nvSpPr>
        <p:spPr>
          <a:xfrm>
            <a:off x="2186312" y="3429000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4" name="anim_o5019_1">
            <a:extLst>
              <a:ext uri="{FF2B5EF4-FFF2-40B4-BE49-F238E27FC236}">
                <a16:creationId xmlns:a16="http://schemas.microsoft.com/office/drawing/2014/main" id="{791C29D3-6C3A-400E-A6B2-E5B854B3C478}"/>
              </a:ext>
            </a:extLst>
          </p:cNvPr>
          <p:cNvSpPr>
            <a:spLocks noGrp="1"/>
          </p:cNvSpPr>
          <p:nvPr/>
        </p:nvSpPr>
        <p:spPr>
          <a:xfrm>
            <a:off x="2490669" y="3429000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5" name="anim_o5020_1">
            <a:extLst>
              <a:ext uri="{FF2B5EF4-FFF2-40B4-BE49-F238E27FC236}">
                <a16:creationId xmlns:a16="http://schemas.microsoft.com/office/drawing/2014/main" id="{190E3408-71A4-4E9B-B2E5-33768D26DBF3}"/>
              </a:ext>
            </a:extLst>
          </p:cNvPr>
          <p:cNvSpPr>
            <a:spLocks noGrp="1"/>
          </p:cNvSpPr>
          <p:nvPr/>
        </p:nvSpPr>
        <p:spPr>
          <a:xfrm>
            <a:off x="968882" y="3733357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6" name="anim_o5021_1">
            <a:extLst>
              <a:ext uri="{FF2B5EF4-FFF2-40B4-BE49-F238E27FC236}">
                <a16:creationId xmlns:a16="http://schemas.microsoft.com/office/drawing/2014/main" id="{55E5FD00-FAF2-4ECD-9B10-2C8B99CD9C49}"/>
              </a:ext>
            </a:extLst>
          </p:cNvPr>
          <p:cNvSpPr>
            <a:spLocks noGrp="1"/>
          </p:cNvSpPr>
          <p:nvPr/>
        </p:nvSpPr>
        <p:spPr>
          <a:xfrm>
            <a:off x="1273239" y="3733357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7" name="anim_o5022_1">
            <a:extLst>
              <a:ext uri="{FF2B5EF4-FFF2-40B4-BE49-F238E27FC236}">
                <a16:creationId xmlns:a16="http://schemas.microsoft.com/office/drawing/2014/main" id="{10FD7321-DA08-4161-A8CE-A0B48E7FDE60}"/>
              </a:ext>
            </a:extLst>
          </p:cNvPr>
          <p:cNvSpPr>
            <a:spLocks noGrp="1"/>
          </p:cNvSpPr>
          <p:nvPr/>
        </p:nvSpPr>
        <p:spPr>
          <a:xfrm>
            <a:off x="1577597" y="3733357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8" name="anim_o5023_1">
            <a:extLst>
              <a:ext uri="{FF2B5EF4-FFF2-40B4-BE49-F238E27FC236}">
                <a16:creationId xmlns:a16="http://schemas.microsoft.com/office/drawing/2014/main" id="{5314138D-92E2-4360-9EAA-DA933B708BB6}"/>
              </a:ext>
            </a:extLst>
          </p:cNvPr>
          <p:cNvSpPr>
            <a:spLocks noGrp="1"/>
          </p:cNvSpPr>
          <p:nvPr/>
        </p:nvSpPr>
        <p:spPr>
          <a:xfrm>
            <a:off x="1881954" y="3733357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9" name="anim_o5024_1">
            <a:extLst>
              <a:ext uri="{FF2B5EF4-FFF2-40B4-BE49-F238E27FC236}">
                <a16:creationId xmlns:a16="http://schemas.microsoft.com/office/drawing/2014/main" id="{EF9DFCE3-6424-435D-8B3E-4E71E27AC75D}"/>
              </a:ext>
            </a:extLst>
          </p:cNvPr>
          <p:cNvSpPr>
            <a:spLocks noGrp="1"/>
          </p:cNvSpPr>
          <p:nvPr/>
        </p:nvSpPr>
        <p:spPr>
          <a:xfrm>
            <a:off x="2186312" y="3733357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0" name="anim_o5025_1">
            <a:extLst>
              <a:ext uri="{FF2B5EF4-FFF2-40B4-BE49-F238E27FC236}">
                <a16:creationId xmlns:a16="http://schemas.microsoft.com/office/drawing/2014/main" id="{43F06878-5EEE-44CC-8DEE-6EDDF5BA78B7}"/>
              </a:ext>
            </a:extLst>
          </p:cNvPr>
          <p:cNvSpPr>
            <a:spLocks noGrp="1"/>
          </p:cNvSpPr>
          <p:nvPr/>
        </p:nvSpPr>
        <p:spPr>
          <a:xfrm>
            <a:off x="2490669" y="3733357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1" name="anim_o5026_1">
            <a:extLst>
              <a:ext uri="{FF2B5EF4-FFF2-40B4-BE49-F238E27FC236}">
                <a16:creationId xmlns:a16="http://schemas.microsoft.com/office/drawing/2014/main" id="{B5692A7B-0329-4B3E-9288-FA83B02CBBCD}"/>
              </a:ext>
            </a:extLst>
          </p:cNvPr>
          <p:cNvSpPr>
            <a:spLocks noGrp="1"/>
          </p:cNvSpPr>
          <p:nvPr/>
        </p:nvSpPr>
        <p:spPr>
          <a:xfrm>
            <a:off x="968882" y="4037715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2" name="anim_o5027_1">
            <a:extLst>
              <a:ext uri="{FF2B5EF4-FFF2-40B4-BE49-F238E27FC236}">
                <a16:creationId xmlns:a16="http://schemas.microsoft.com/office/drawing/2014/main" id="{49A10551-559B-45CC-AD05-853081FBDC69}"/>
              </a:ext>
            </a:extLst>
          </p:cNvPr>
          <p:cNvSpPr>
            <a:spLocks noGrp="1"/>
          </p:cNvSpPr>
          <p:nvPr/>
        </p:nvSpPr>
        <p:spPr>
          <a:xfrm>
            <a:off x="1273239" y="4037715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3" name="anim_o5028_1">
            <a:extLst>
              <a:ext uri="{FF2B5EF4-FFF2-40B4-BE49-F238E27FC236}">
                <a16:creationId xmlns:a16="http://schemas.microsoft.com/office/drawing/2014/main" id="{E24159CF-B2D5-40B2-89C2-186832A5FB3F}"/>
              </a:ext>
            </a:extLst>
          </p:cNvPr>
          <p:cNvSpPr>
            <a:spLocks noGrp="1"/>
          </p:cNvSpPr>
          <p:nvPr/>
        </p:nvSpPr>
        <p:spPr>
          <a:xfrm>
            <a:off x="1577597" y="4037715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4" name="anim_o5029_1">
            <a:extLst>
              <a:ext uri="{FF2B5EF4-FFF2-40B4-BE49-F238E27FC236}">
                <a16:creationId xmlns:a16="http://schemas.microsoft.com/office/drawing/2014/main" id="{EFB413CA-A5B5-469C-B68A-E1E8CC2A0874}"/>
              </a:ext>
            </a:extLst>
          </p:cNvPr>
          <p:cNvSpPr>
            <a:spLocks noGrp="1"/>
          </p:cNvSpPr>
          <p:nvPr/>
        </p:nvSpPr>
        <p:spPr>
          <a:xfrm>
            <a:off x="1881954" y="4037715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5" name="anim_o5030_1">
            <a:extLst>
              <a:ext uri="{FF2B5EF4-FFF2-40B4-BE49-F238E27FC236}">
                <a16:creationId xmlns:a16="http://schemas.microsoft.com/office/drawing/2014/main" id="{49034E61-57AE-4F0F-9DE8-F9C201F97F39}"/>
              </a:ext>
            </a:extLst>
          </p:cNvPr>
          <p:cNvSpPr>
            <a:spLocks noGrp="1"/>
          </p:cNvSpPr>
          <p:nvPr/>
        </p:nvSpPr>
        <p:spPr>
          <a:xfrm>
            <a:off x="2186312" y="4037715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6" name="anim_o5031_1">
            <a:extLst>
              <a:ext uri="{FF2B5EF4-FFF2-40B4-BE49-F238E27FC236}">
                <a16:creationId xmlns:a16="http://schemas.microsoft.com/office/drawing/2014/main" id="{035819D1-8C64-4CF3-B153-EF0867A1FCA8}"/>
              </a:ext>
            </a:extLst>
          </p:cNvPr>
          <p:cNvSpPr>
            <a:spLocks noGrp="1"/>
          </p:cNvSpPr>
          <p:nvPr/>
        </p:nvSpPr>
        <p:spPr>
          <a:xfrm>
            <a:off x="2490669" y="4037715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7" name="anim_o5309_1">
            <a:extLst>
              <a:ext uri="{FF2B5EF4-FFF2-40B4-BE49-F238E27FC236}">
                <a16:creationId xmlns:a16="http://schemas.microsoft.com/office/drawing/2014/main" id="{33665AA8-311B-4EBE-BE09-E58926D28DA8}"/>
              </a:ext>
            </a:extLst>
          </p:cNvPr>
          <p:cNvSpPr>
            <a:spLocks noGrp="1"/>
          </p:cNvSpPr>
          <p:nvPr/>
        </p:nvSpPr>
        <p:spPr>
          <a:xfrm>
            <a:off x="10351786" y="2611583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8" name="anim_o5310_1">
            <a:extLst>
              <a:ext uri="{FF2B5EF4-FFF2-40B4-BE49-F238E27FC236}">
                <a16:creationId xmlns:a16="http://schemas.microsoft.com/office/drawing/2014/main" id="{6E522F73-3A05-4A96-8A7D-1D65A27B6EB4}"/>
              </a:ext>
            </a:extLst>
          </p:cNvPr>
          <p:cNvSpPr>
            <a:spLocks noGrp="1"/>
          </p:cNvSpPr>
          <p:nvPr/>
        </p:nvSpPr>
        <p:spPr>
          <a:xfrm>
            <a:off x="10656144" y="2611583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9" name="anim_o5311_1">
            <a:extLst>
              <a:ext uri="{FF2B5EF4-FFF2-40B4-BE49-F238E27FC236}">
                <a16:creationId xmlns:a16="http://schemas.microsoft.com/office/drawing/2014/main" id="{C3BB186B-3F95-44D9-839E-96FBA53055D0}"/>
              </a:ext>
            </a:extLst>
          </p:cNvPr>
          <p:cNvSpPr>
            <a:spLocks noGrp="1"/>
          </p:cNvSpPr>
          <p:nvPr/>
        </p:nvSpPr>
        <p:spPr>
          <a:xfrm>
            <a:off x="10960501" y="2611583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0" name="anim_o5312_1">
            <a:extLst>
              <a:ext uri="{FF2B5EF4-FFF2-40B4-BE49-F238E27FC236}">
                <a16:creationId xmlns:a16="http://schemas.microsoft.com/office/drawing/2014/main" id="{DD4D2CA5-B391-469F-8C10-BAC322AC40C9}"/>
              </a:ext>
            </a:extLst>
          </p:cNvPr>
          <p:cNvSpPr>
            <a:spLocks noGrp="1"/>
          </p:cNvSpPr>
          <p:nvPr/>
        </p:nvSpPr>
        <p:spPr>
          <a:xfrm>
            <a:off x="11264858" y="2611583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1" name="anim_o5313_1">
            <a:extLst>
              <a:ext uri="{FF2B5EF4-FFF2-40B4-BE49-F238E27FC236}">
                <a16:creationId xmlns:a16="http://schemas.microsoft.com/office/drawing/2014/main" id="{AC5553F8-55C9-4728-8017-341A863BC54B}"/>
              </a:ext>
            </a:extLst>
          </p:cNvPr>
          <p:cNvSpPr>
            <a:spLocks noGrp="1"/>
          </p:cNvSpPr>
          <p:nvPr/>
        </p:nvSpPr>
        <p:spPr>
          <a:xfrm>
            <a:off x="10351786" y="2915940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2" name="anim_o5314_1">
            <a:extLst>
              <a:ext uri="{FF2B5EF4-FFF2-40B4-BE49-F238E27FC236}">
                <a16:creationId xmlns:a16="http://schemas.microsoft.com/office/drawing/2014/main" id="{A062A6CA-6819-4F3C-8791-47891F86DD5C}"/>
              </a:ext>
            </a:extLst>
          </p:cNvPr>
          <p:cNvSpPr>
            <a:spLocks noGrp="1"/>
          </p:cNvSpPr>
          <p:nvPr/>
        </p:nvSpPr>
        <p:spPr>
          <a:xfrm>
            <a:off x="10656144" y="2915940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3" name="anim_o5315_1">
            <a:extLst>
              <a:ext uri="{FF2B5EF4-FFF2-40B4-BE49-F238E27FC236}">
                <a16:creationId xmlns:a16="http://schemas.microsoft.com/office/drawing/2014/main" id="{7B0C25D9-E62F-4B28-BFCF-59C66B879591}"/>
              </a:ext>
            </a:extLst>
          </p:cNvPr>
          <p:cNvSpPr>
            <a:spLocks noGrp="1"/>
          </p:cNvSpPr>
          <p:nvPr/>
        </p:nvSpPr>
        <p:spPr>
          <a:xfrm>
            <a:off x="10960501" y="2915940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4" name="anim_o5316_1">
            <a:extLst>
              <a:ext uri="{FF2B5EF4-FFF2-40B4-BE49-F238E27FC236}">
                <a16:creationId xmlns:a16="http://schemas.microsoft.com/office/drawing/2014/main" id="{2BD501ED-615F-49C6-B929-1EF8ADA50E29}"/>
              </a:ext>
            </a:extLst>
          </p:cNvPr>
          <p:cNvSpPr>
            <a:spLocks noGrp="1"/>
          </p:cNvSpPr>
          <p:nvPr/>
        </p:nvSpPr>
        <p:spPr>
          <a:xfrm>
            <a:off x="11264858" y="2915940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5" name="anim_o5317_1">
            <a:extLst>
              <a:ext uri="{FF2B5EF4-FFF2-40B4-BE49-F238E27FC236}">
                <a16:creationId xmlns:a16="http://schemas.microsoft.com/office/drawing/2014/main" id="{A6C23388-C15E-4777-AE4F-6AB3E73E1815}"/>
              </a:ext>
            </a:extLst>
          </p:cNvPr>
          <p:cNvSpPr>
            <a:spLocks noGrp="1"/>
          </p:cNvSpPr>
          <p:nvPr/>
        </p:nvSpPr>
        <p:spPr>
          <a:xfrm>
            <a:off x="10351786" y="3220298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6" name="anim_o5318_1">
            <a:extLst>
              <a:ext uri="{FF2B5EF4-FFF2-40B4-BE49-F238E27FC236}">
                <a16:creationId xmlns:a16="http://schemas.microsoft.com/office/drawing/2014/main" id="{FEC3AD4D-D184-4EBC-BCEF-7B71C182F929}"/>
              </a:ext>
            </a:extLst>
          </p:cNvPr>
          <p:cNvSpPr>
            <a:spLocks noGrp="1"/>
          </p:cNvSpPr>
          <p:nvPr/>
        </p:nvSpPr>
        <p:spPr>
          <a:xfrm>
            <a:off x="10656144" y="3220298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7" name="anim_o5319_1">
            <a:extLst>
              <a:ext uri="{FF2B5EF4-FFF2-40B4-BE49-F238E27FC236}">
                <a16:creationId xmlns:a16="http://schemas.microsoft.com/office/drawing/2014/main" id="{A9637873-B87B-4566-A037-2146B48FEC07}"/>
              </a:ext>
            </a:extLst>
          </p:cNvPr>
          <p:cNvSpPr>
            <a:spLocks noGrp="1"/>
          </p:cNvSpPr>
          <p:nvPr/>
        </p:nvSpPr>
        <p:spPr>
          <a:xfrm>
            <a:off x="10960501" y="3220298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8" name="anim_o5320_1">
            <a:extLst>
              <a:ext uri="{FF2B5EF4-FFF2-40B4-BE49-F238E27FC236}">
                <a16:creationId xmlns:a16="http://schemas.microsoft.com/office/drawing/2014/main" id="{233109E8-13CD-4576-869E-3B9FF99F23ED}"/>
              </a:ext>
            </a:extLst>
          </p:cNvPr>
          <p:cNvSpPr>
            <a:spLocks noGrp="1"/>
          </p:cNvSpPr>
          <p:nvPr/>
        </p:nvSpPr>
        <p:spPr>
          <a:xfrm>
            <a:off x="11264858" y="3220298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9" name="anim_o5321_1">
            <a:extLst>
              <a:ext uri="{FF2B5EF4-FFF2-40B4-BE49-F238E27FC236}">
                <a16:creationId xmlns:a16="http://schemas.microsoft.com/office/drawing/2014/main" id="{C005764A-6702-4CD5-B391-D247B14F1237}"/>
              </a:ext>
            </a:extLst>
          </p:cNvPr>
          <p:cNvSpPr>
            <a:spLocks noGrp="1"/>
          </p:cNvSpPr>
          <p:nvPr/>
        </p:nvSpPr>
        <p:spPr>
          <a:xfrm>
            <a:off x="10351786" y="3524655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0" name="anim_o5322_1">
            <a:extLst>
              <a:ext uri="{FF2B5EF4-FFF2-40B4-BE49-F238E27FC236}">
                <a16:creationId xmlns:a16="http://schemas.microsoft.com/office/drawing/2014/main" id="{3E300653-7C86-4579-8151-641AFF25CA33}"/>
              </a:ext>
            </a:extLst>
          </p:cNvPr>
          <p:cNvSpPr>
            <a:spLocks noGrp="1"/>
          </p:cNvSpPr>
          <p:nvPr/>
        </p:nvSpPr>
        <p:spPr>
          <a:xfrm>
            <a:off x="10656144" y="3524655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1" name="anim_o5323_1">
            <a:extLst>
              <a:ext uri="{FF2B5EF4-FFF2-40B4-BE49-F238E27FC236}">
                <a16:creationId xmlns:a16="http://schemas.microsoft.com/office/drawing/2014/main" id="{63D106AB-2207-4D75-8729-860F5CD183DC}"/>
              </a:ext>
            </a:extLst>
          </p:cNvPr>
          <p:cNvSpPr>
            <a:spLocks noGrp="1"/>
          </p:cNvSpPr>
          <p:nvPr/>
        </p:nvSpPr>
        <p:spPr>
          <a:xfrm>
            <a:off x="10960501" y="3524655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2" name="anim_o5324_1">
            <a:extLst>
              <a:ext uri="{FF2B5EF4-FFF2-40B4-BE49-F238E27FC236}">
                <a16:creationId xmlns:a16="http://schemas.microsoft.com/office/drawing/2014/main" id="{A9A40183-79FC-4529-9C65-911528C0E60A}"/>
              </a:ext>
            </a:extLst>
          </p:cNvPr>
          <p:cNvSpPr>
            <a:spLocks noGrp="1"/>
          </p:cNvSpPr>
          <p:nvPr/>
        </p:nvSpPr>
        <p:spPr>
          <a:xfrm>
            <a:off x="11264858" y="3524655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3" name="anim_o5088_1">
            <a:extLst>
              <a:ext uri="{FF2B5EF4-FFF2-40B4-BE49-F238E27FC236}">
                <a16:creationId xmlns:a16="http://schemas.microsoft.com/office/drawing/2014/main" id="{229FC7A3-22D0-40EE-AD86-9608FFD4467B}"/>
              </a:ext>
            </a:extLst>
          </p:cNvPr>
          <p:cNvSpPr>
            <a:spLocks noGrp="1"/>
          </p:cNvSpPr>
          <p:nvPr/>
        </p:nvSpPr>
        <p:spPr>
          <a:xfrm>
            <a:off x="4468992" y="1059360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4" name="anim_o5089_1">
            <a:extLst>
              <a:ext uri="{FF2B5EF4-FFF2-40B4-BE49-F238E27FC236}">
                <a16:creationId xmlns:a16="http://schemas.microsoft.com/office/drawing/2014/main" id="{69A165DC-E2DB-44BC-95CD-7CF1EBECAAE2}"/>
              </a:ext>
            </a:extLst>
          </p:cNvPr>
          <p:cNvSpPr>
            <a:spLocks noGrp="1"/>
          </p:cNvSpPr>
          <p:nvPr/>
        </p:nvSpPr>
        <p:spPr>
          <a:xfrm>
            <a:off x="4773350" y="1059360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5" name="anim_o5090_1">
            <a:extLst>
              <a:ext uri="{FF2B5EF4-FFF2-40B4-BE49-F238E27FC236}">
                <a16:creationId xmlns:a16="http://schemas.microsoft.com/office/drawing/2014/main" id="{69D468D0-B115-42F0-842E-A6319F69CC75}"/>
              </a:ext>
            </a:extLst>
          </p:cNvPr>
          <p:cNvSpPr>
            <a:spLocks noGrp="1"/>
          </p:cNvSpPr>
          <p:nvPr/>
        </p:nvSpPr>
        <p:spPr>
          <a:xfrm>
            <a:off x="5077707" y="1059360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6" name="anim_o5091_1">
            <a:extLst>
              <a:ext uri="{FF2B5EF4-FFF2-40B4-BE49-F238E27FC236}">
                <a16:creationId xmlns:a16="http://schemas.microsoft.com/office/drawing/2014/main" id="{82B2B2BE-6280-4F10-96AB-5ABA6F0F7E36}"/>
              </a:ext>
            </a:extLst>
          </p:cNvPr>
          <p:cNvSpPr>
            <a:spLocks noGrp="1"/>
          </p:cNvSpPr>
          <p:nvPr/>
        </p:nvSpPr>
        <p:spPr>
          <a:xfrm>
            <a:off x="4468992" y="1363718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7" name="anim_o5092_1">
            <a:extLst>
              <a:ext uri="{FF2B5EF4-FFF2-40B4-BE49-F238E27FC236}">
                <a16:creationId xmlns:a16="http://schemas.microsoft.com/office/drawing/2014/main" id="{414ABEF2-02E2-47F3-99E8-045A0DC0B78E}"/>
              </a:ext>
            </a:extLst>
          </p:cNvPr>
          <p:cNvSpPr>
            <a:spLocks noGrp="1"/>
          </p:cNvSpPr>
          <p:nvPr/>
        </p:nvSpPr>
        <p:spPr>
          <a:xfrm>
            <a:off x="4773350" y="1363718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8" name="anim_o5093_1">
            <a:extLst>
              <a:ext uri="{FF2B5EF4-FFF2-40B4-BE49-F238E27FC236}">
                <a16:creationId xmlns:a16="http://schemas.microsoft.com/office/drawing/2014/main" id="{735FAC14-3776-4451-BCA2-4684B3E192DF}"/>
              </a:ext>
            </a:extLst>
          </p:cNvPr>
          <p:cNvSpPr>
            <a:spLocks noGrp="1"/>
          </p:cNvSpPr>
          <p:nvPr/>
        </p:nvSpPr>
        <p:spPr>
          <a:xfrm>
            <a:off x="5077707" y="1363718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9" name="anim_o5094_1">
            <a:extLst>
              <a:ext uri="{FF2B5EF4-FFF2-40B4-BE49-F238E27FC236}">
                <a16:creationId xmlns:a16="http://schemas.microsoft.com/office/drawing/2014/main" id="{86014F54-C37A-4417-B3D6-0E534D72A75A}"/>
              </a:ext>
            </a:extLst>
          </p:cNvPr>
          <p:cNvSpPr>
            <a:spLocks noGrp="1"/>
          </p:cNvSpPr>
          <p:nvPr/>
        </p:nvSpPr>
        <p:spPr>
          <a:xfrm>
            <a:off x="4468992" y="1668075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0" name="anim_o5095_1">
            <a:extLst>
              <a:ext uri="{FF2B5EF4-FFF2-40B4-BE49-F238E27FC236}">
                <a16:creationId xmlns:a16="http://schemas.microsoft.com/office/drawing/2014/main" id="{5D60204A-6DDE-4A72-A15A-59F6A1C508B6}"/>
              </a:ext>
            </a:extLst>
          </p:cNvPr>
          <p:cNvSpPr>
            <a:spLocks noGrp="1"/>
          </p:cNvSpPr>
          <p:nvPr/>
        </p:nvSpPr>
        <p:spPr>
          <a:xfrm>
            <a:off x="4773350" y="1668075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1" name="anim_o5096_1">
            <a:extLst>
              <a:ext uri="{FF2B5EF4-FFF2-40B4-BE49-F238E27FC236}">
                <a16:creationId xmlns:a16="http://schemas.microsoft.com/office/drawing/2014/main" id="{A3D3F8DE-1200-4813-9DA0-431273D7855E}"/>
              </a:ext>
            </a:extLst>
          </p:cNvPr>
          <p:cNvSpPr>
            <a:spLocks noGrp="1"/>
          </p:cNvSpPr>
          <p:nvPr/>
        </p:nvSpPr>
        <p:spPr>
          <a:xfrm>
            <a:off x="5077707" y="1668075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2" name="anim_o5119_1">
            <a:extLst>
              <a:ext uri="{FF2B5EF4-FFF2-40B4-BE49-F238E27FC236}">
                <a16:creationId xmlns:a16="http://schemas.microsoft.com/office/drawing/2014/main" id="{750643AE-9D71-4DB0-8C5F-DAA456EF0743}"/>
              </a:ext>
            </a:extLst>
          </p:cNvPr>
          <p:cNvSpPr>
            <a:spLocks noGrp="1"/>
          </p:cNvSpPr>
          <p:nvPr/>
        </p:nvSpPr>
        <p:spPr>
          <a:xfrm>
            <a:off x="4468992" y="2972464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3" name="anim_o5120_1">
            <a:extLst>
              <a:ext uri="{FF2B5EF4-FFF2-40B4-BE49-F238E27FC236}">
                <a16:creationId xmlns:a16="http://schemas.microsoft.com/office/drawing/2014/main" id="{39957250-7152-43B1-9235-8E7BB2400111}"/>
              </a:ext>
            </a:extLst>
          </p:cNvPr>
          <p:cNvSpPr>
            <a:spLocks noGrp="1"/>
          </p:cNvSpPr>
          <p:nvPr/>
        </p:nvSpPr>
        <p:spPr>
          <a:xfrm>
            <a:off x="4773350" y="2972464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4" name="anim_o5121_1">
            <a:extLst>
              <a:ext uri="{FF2B5EF4-FFF2-40B4-BE49-F238E27FC236}">
                <a16:creationId xmlns:a16="http://schemas.microsoft.com/office/drawing/2014/main" id="{A2C4530E-26B9-420D-9CC4-B3F34C0DB445}"/>
              </a:ext>
            </a:extLst>
          </p:cNvPr>
          <p:cNvSpPr>
            <a:spLocks noGrp="1"/>
          </p:cNvSpPr>
          <p:nvPr/>
        </p:nvSpPr>
        <p:spPr>
          <a:xfrm>
            <a:off x="5077707" y="2972464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5" name="anim_o5122_1">
            <a:extLst>
              <a:ext uri="{FF2B5EF4-FFF2-40B4-BE49-F238E27FC236}">
                <a16:creationId xmlns:a16="http://schemas.microsoft.com/office/drawing/2014/main" id="{D21912A8-9977-4F86-BEAB-EA48562942CA}"/>
              </a:ext>
            </a:extLst>
          </p:cNvPr>
          <p:cNvSpPr>
            <a:spLocks noGrp="1"/>
          </p:cNvSpPr>
          <p:nvPr/>
        </p:nvSpPr>
        <p:spPr>
          <a:xfrm>
            <a:off x="4468992" y="3276821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6" name="anim_o5123_1">
            <a:extLst>
              <a:ext uri="{FF2B5EF4-FFF2-40B4-BE49-F238E27FC236}">
                <a16:creationId xmlns:a16="http://schemas.microsoft.com/office/drawing/2014/main" id="{D18C2788-5A89-4FED-B082-FDE287E8297C}"/>
              </a:ext>
            </a:extLst>
          </p:cNvPr>
          <p:cNvSpPr>
            <a:spLocks noGrp="1"/>
          </p:cNvSpPr>
          <p:nvPr/>
        </p:nvSpPr>
        <p:spPr>
          <a:xfrm>
            <a:off x="4773350" y="3276821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7" name="anim_o5124_1">
            <a:extLst>
              <a:ext uri="{FF2B5EF4-FFF2-40B4-BE49-F238E27FC236}">
                <a16:creationId xmlns:a16="http://schemas.microsoft.com/office/drawing/2014/main" id="{B1444DBC-BF82-463A-9AA6-18A13BE805C7}"/>
              </a:ext>
            </a:extLst>
          </p:cNvPr>
          <p:cNvSpPr>
            <a:spLocks noGrp="1"/>
          </p:cNvSpPr>
          <p:nvPr/>
        </p:nvSpPr>
        <p:spPr>
          <a:xfrm>
            <a:off x="5077707" y="3276821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8" name="anim_o5125_1">
            <a:extLst>
              <a:ext uri="{FF2B5EF4-FFF2-40B4-BE49-F238E27FC236}">
                <a16:creationId xmlns:a16="http://schemas.microsoft.com/office/drawing/2014/main" id="{1DD20292-075E-4DF9-BA1E-9D9C31926E17}"/>
              </a:ext>
            </a:extLst>
          </p:cNvPr>
          <p:cNvSpPr>
            <a:spLocks noGrp="1"/>
          </p:cNvSpPr>
          <p:nvPr/>
        </p:nvSpPr>
        <p:spPr>
          <a:xfrm>
            <a:off x="4468992" y="3581179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9" name="anim_o5126_1">
            <a:extLst>
              <a:ext uri="{FF2B5EF4-FFF2-40B4-BE49-F238E27FC236}">
                <a16:creationId xmlns:a16="http://schemas.microsoft.com/office/drawing/2014/main" id="{53DF4C49-D99A-4FEC-A259-8B2E02AD2D54}"/>
              </a:ext>
            </a:extLst>
          </p:cNvPr>
          <p:cNvSpPr>
            <a:spLocks noGrp="1"/>
          </p:cNvSpPr>
          <p:nvPr/>
        </p:nvSpPr>
        <p:spPr>
          <a:xfrm>
            <a:off x="4773350" y="3581179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0" name="anim_o5127_1">
            <a:extLst>
              <a:ext uri="{FF2B5EF4-FFF2-40B4-BE49-F238E27FC236}">
                <a16:creationId xmlns:a16="http://schemas.microsoft.com/office/drawing/2014/main" id="{DEAE3A21-C918-404D-9F8F-563E22EC4AF0}"/>
              </a:ext>
            </a:extLst>
          </p:cNvPr>
          <p:cNvSpPr>
            <a:spLocks noGrp="1"/>
          </p:cNvSpPr>
          <p:nvPr/>
        </p:nvSpPr>
        <p:spPr>
          <a:xfrm>
            <a:off x="5077707" y="3581179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1" name="anim_o5150_1">
            <a:extLst>
              <a:ext uri="{FF2B5EF4-FFF2-40B4-BE49-F238E27FC236}">
                <a16:creationId xmlns:a16="http://schemas.microsoft.com/office/drawing/2014/main" id="{F4C3F7F3-3D4E-45DB-A23E-41ADB2198560}"/>
              </a:ext>
            </a:extLst>
          </p:cNvPr>
          <p:cNvSpPr>
            <a:spLocks noGrp="1"/>
          </p:cNvSpPr>
          <p:nvPr/>
        </p:nvSpPr>
        <p:spPr>
          <a:xfrm>
            <a:off x="4468992" y="4885568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2" name="anim_o5151_1">
            <a:extLst>
              <a:ext uri="{FF2B5EF4-FFF2-40B4-BE49-F238E27FC236}">
                <a16:creationId xmlns:a16="http://schemas.microsoft.com/office/drawing/2014/main" id="{E5BCD8C6-0B95-47CD-8CE5-E5DC49506D0C}"/>
              </a:ext>
            </a:extLst>
          </p:cNvPr>
          <p:cNvSpPr>
            <a:spLocks noGrp="1"/>
          </p:cNvSpPr>
          <p:nvPr/>
        </p:nvSpPr>
        <p:spPr>
          <a:xfrm>
            <a:off x="4773350" y="4885568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3" name="anim_o5152_1">
            <a:extLst>
              <a:ext uri="{FF2B5EF4-FFF2-40B4-BE49-F238E27FC236}">
                <a16:creationId xmlns:a16="http://schemas.microsoft.com/office/drawing/2014/main" id="{20995696-56DE-4948-977A-46CA3159DA46}"/>
              </a:ext>
            </a:extLst>
          </p:cNvPr>
          <p:cNvSpPr>
            <a:spLocks noGrp="1"/>
          </p:cNvSpPr>
          <p:nvPr/>
        </p:nvSpPr>
        <p:spPr>
          <a:xfrm>
            <a:off x="5077707" y="4885568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4" name="anim_o5153_1">
            <a:extLst>
              <a:ext uri="{FF2B5EF4-FFF2-40B4-BE49-F238E27FC236}">
                <a16:creationId xmlns:a16="http://schemas.microsoft.com/office/drawing/2014/main" id="{1C6FDC52-1777-4013-83C2-164B3D5EF702}"/>
              </a:ext>
            </a:extLst>
          </p:cNvPr>
          <p:cNvSpPr>
            <a:spLocks noGrp="1"/>
          </p:cNvSpPr>
          <p:nvPr/>
        </p:nvSpPr>
        <p:spPr>
          <a:xfrm>
            <a:off x="4468992" y="5189925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5" name="anim_o5154_1">
            <a:extLst>
              <a:ext uri="{FF2B5EF4-FFF2-40B4-BE49-F238E27FC236}">
                <a16:creationId xmlns:a16="http://schemas.microsoft.com/office/drawing/2014/main" id="{21364C3B-74DF-437B-B495-22BFA0FE4A60}"/>
              </a:ext>
            </a:extLst>
          </p:cNvPr>
          <p:cNvSpPr>
            <a:spLocks noGrp="1"/>
          </p:cNvSpPr>
          <p:nvPr/>
        </p:nvSpPr>
        <p:spPr>
          <a:xfrm>
            <a:off x="4773350" y="5189925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6" name="anim_o5155_1">
            <a:extLst>
              <a:ext uri="{FF2B5EF4-FFF2-40B4-BE49-F238E27FC236}">
                <a16:creationId xmlns:a16="http://schemas.microsoft.com/office/drawing/2014/main" id="{DE59AF0C-F056-431A-9BD8-CE4C18B874E4}"/>
              </a:ext>
            </a:extLst>
          </p:cNvPr>
          <p:cNvSpPr>
            <a:spLocks noGrp="1"/>
          </p:cNvSpPr>
          <p:nvPr/>
        </p:nvSpPr>
        <p:spPr>
          <a:xfrm>
            <a:off x="5077707" y="5189925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7" name="anim_o5156_1">
            <a:extLst>
              <a:ext uri="{FF2B5EF4-FFF2-40B4-BE49-F238E27FC236}">
                <a16:creationId xmlns:a16="http://schemas.microsoft.com/office/drawing/2014/main" id="{4D5DC87F-48BF-4A70-AEB5-1BF038AFCC4C}"/>
              </a:ext>
            </a:extLst>
          </p:cNvPr>
          <p:cNvSpPr>
            <a:spLocks noGrp="1"/>
          </p:cNvSpPr>
          <p:nvPr/>
        </p:nvSpPr>
        <p:spPr>
          <a:xfrm>
            <a:off x="4468992" y="5494282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8" name="anim_o5157_1">
            <a:extLst>
              <a:ext uri="{FF2B5EF4-FFF2-40B4-BE49-F238E27FC236}">
                <a16:creationId xmlns:a16="http://schemas.microsoft.com/office/drawing/2014/main" id="{6A421845-1F94-4385-B339-E10F9C9DBBDB}"/>
              </a:ext>
            </a:extLst>
          </p:cNvPr>
          <p:cNvSpPr>
            <a:spLocks noGrp="1"/>
          </p:cNvSpPr>
          <p:nvPr/>
        </p:nvSpPr>
        <p:spPr>
          <a:xfrm>
            <a:off x="4773350" y="5494282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9" name="anim_o5158_1">
            <a:extLst>
              <a:ext uri="{FF2B5EF4-FFF2-40B4-BE49-F238E27FC236}">
                <a16:creationId xmlns:a16="http://schemas.microsoft.com/office/drawing/2014/main" id="{778F3E82-4446-42BF-8CB9-7D014C188DF5}"/>
              </a:ext>
            </a:extLst>
          </p:cNvPr>
          <p:cNvSpPr>
            <a:spLocks noGrp="1"/>
          </p:cNvSpPr>
          <p:nvPr/>
        </p:nvSpPr>
        <p:spPr>
          <a:xfrm>
            <a:off x="5077707" y="5494282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0" name="anim_o4959_1">
            <a:extLst>
              <a:ext uri="{FF2B5EF4-FFF2-40B4-BE49-F238E27FC236}">
                <a16:creationId xmlns:a16="http://schemas.microsoft.com/office/drawing/2014/main" id="{4AA1BA92-A157-4100-993D-FCFD71613B22}"/>
              </a:ext>
            </a:extLst>
          </p:cNvPr>
          <p:cNvSpPr>
            <a:spLocks noGrp="1"/>
          </p:cNvSpPr>
          <p:nvPr/>
        </p:nvSpPr>
        <p:spPr>
          <a:xfrm>
            <a:off x="1125409" y="2359401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1" name="anim_o4960_1">
            <a:extLst>
              <a:ext uri="{FF2B5EF4-FFF2-40B4-BE49-F238E27FC236}">
                <a16:creationId xmlns:a16="http://schemas.microsoft.com/office/drawing/2014/main" id="{870F11FC-5D77-433D-A727-20F2634AC78D}"/>
              </a:ext>
            </a:extLst>
          </p:cNvPr>
          <p:cNvSpPr>
            <a:spLocks noGrp="1"/>
          </p:cNvSpPr>
          <p:nvPr/>
        </p:nvSpPr>
        <p:spPr>
          <a:xfrm>
            <a:off x="1429766" y="2359401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2" name="anim_o4961_1">
            <a:extLst>
              <a:ext uri="{FF2B5EF4-FFF2-40B4-BE49-F238E27FC236}">
                <a16:creationId xmlns:a16="http://schemas.microsoft.com/office/drawing/2014/main" id="{F79636DC-9519-4872-B4B2-86EC4A5D35FB}"/>
              </a:ext>
            </a:extLst>
          </p:cNvPr>
          <p:cNvSpPr>
            <a:spLocks noGrp="1"/>
          </p:cNvSpPr>
          <p:nvPr/>
        </p:nvSpPr>
        <p:spPr>
          <a:xfrm>
            <a:off x="1734123" y="2359401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3" name="anim_o4962_1">
            <a:extLst>
              <a:ext uri="{FF2B5EF4-FFF2-40B4-BE49-F238E27FC236}">
                <a16:creationId xmlns:a16="http://schemas.microsoft.com/office/drawing/2014/main" id="{4A04B554-95DF-4F5D-B582-81F11E06D0F7}"/>
              </a:ext>
            </a:extLst>
          </p:cNvPr>
          <p:cNvSpPr>
            <a:spLocks noGrp="1"/>
          </p:cNvSpPr>
          <p:nvPr/>
        </p:nvSpPr>
        <p:spPr>
          <a:xfrm>
            <a:off x="2038481" y="2359401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4" name="anim_o4963_1">
            <a:extLst>
              <a:ext uri="{FF2B5EF4-FFF2-40B4-BE49-F238E27FC236}">
                <a16:creationId xmlns:a16="http://schemas.microsoft.com/office/drawing/2014/main" id="{066FFE05-0581-4717-B1E7-5BC576C46DA7}"/>
              </a:ext>
            </a:extLst>
          </p:cNvPr>
          <p:cNvSpPr>
            <a:spLocks noGrp="1"/>
          </p:cNvSpPr>
          <p:nvPr/>
        </p:nvSpPr>
        <p:spPr>
          <a:xfrm>
            <a:off x="2342838" y="2359401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5" name="anim_o4964_1">
            <a:extLst>
              <a:ext uri="{FF2B5EF4-FFF2-40B4-BE49-F238E27FC236}">
                <a16:creationId xmlns:a16="http://schemas.microsoft.com/office/drawing/2014/main" id="{86F530FC-9C5A-45F0-AC0B-1572E7BD5666}"/>
              </a:ext>
            </a:extLst>
          </p:cNvPr>
          <p:cNvSpPr>
            <a:spLocks noGrp="1"/>
          </p:cNvSpPr>
          <p:nvPr/>
        </p:nvSpPr>
        <p:spPr>
          <a:xfrm>
            <a:off x="2647196" y="2359401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6" name="anim_o4965_1">
            <a:extLst>
              <a:ext uri="{FF2B5EF4-FFF2-40B4-BE49-F238E27FC236}">
                <a16:creationId xmlns:a16="http://schemas.microsoft.com/office/drawing/2014/main" id="{B355D70C-57C8-4CF4-B22F-B3A9ABFBC8C6}"/>
              </a:ext>
            </a:extLst>
          </p:cNvPr>
          <p:cNvSpPr>
            <a:spLocks noGrp="1"/>
          </p:cNvSpPr>
          <p:nvPr/>
        </p:nvSpPr>
        <p:spPr>
          <a:xfrm>
            <a:off x="1125409" y="2663759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7" name="anim_o4966_1">
            <a:extLst>
              <a:ext uri="{FF2B5EF4-FFF2-40B4-BE49-F238E27FC236}">
                <a16:creationId xmlns:a16="http://schemas.microsoft.com/office/drawing/2014/main" id="{5BAD60C8-2C18-4D6F-982A-0B3B5C0FB6BC}"/>
              </a:ext>
            </a:extLst>
          </p:cNvPr>
          <p:cNvSpPr>
            <a:spLocks noGrp="1"/>
          </p:cNvSpPr>
          <p:nvPr/>
        </p:nvSpPr>
        <p:spPr>
          <a:xfrm>
            <a:off x="1429766" y="2663759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8" name="anim_o4967_1">
            <a:extLst>
              <a:ext uri="{FF2B5EF4-FFF2-40B4-BE49-F238E27FC236}">
                <a16:creationId xmlns:a16="http://schemas.microsoft.com/office/drawing/2014/main" id="{BC62ACDA-11C1-44BA-A7DA-93B94161FFC9}"/>
              </a:ext>
            </a:extLst>
          </p:cNvPr>
          <p:cNvSpPr>
            <a:spLocks noGrp="1"/>
          </p:cNvSpPr>
          <p:nvPr/>
        </p:nvSpPr>
        <p:spPr>
          <a:xfrm>
            <a:off x="1734123" y="2663759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9" name="anim_o4968_1">
            <a:extLst>
              <a:ext uri="{FF2B5EF4-FFF2-40B4-BE49-F238E27FC236}">
                <a16:creationId xmlns:a16="http://schemas.microsoft.com/office/drawing/2014/main" id="{4EAF5814-441A-4DDD-B39F-80AB0DF61F31}"/>
              </a:ext>
            </a:extLst>
          </p:cNvPr>
          <p:cNvSpPr>
            <a:spLocks noGrp="1"/>
          </p:cNvSpPr>
          <p:nvPr/>
        </p:nvSpPr>
        <p:spPr>
          <a:xfrm>
            <a:off x="2038481" y="2663759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0" name="anim_o4969_1">
            <a:extLst>
              <a:ext uri="{FF2B5EF4-FFF2-40B4-BE49-F238E27FC236}">
                <a16:creationId xmlns:a16="http://schemas.microsoft.com/office/drawing/2014/main" id="{B9246779-21B0-4CDE-AAC3-03515DD1AA25}"/>
              </a:ext>
            </a:extLst>
          </p:cNvPr>
          <p:cNvSpPr>
            <a:spLocks noGrp="1"/>
          </p:cNvSpPr>
          <p:nvPr/>
        </p:nvSpPr>
        <p:spPr>
          <a:xfrm>
            <a:off x="2342838" y="2663759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1" name="anim_o4970_1">
            <a:extLst>
              <a:ext uri="{FF2B5EF4-FFF2-40B4-BE49-F238E27FC236}">
                <a16:creationId xmlns:a16="http://schemas.microsoft.com/office/drawing/2014/main" id="{0604A30F-2AD0-4313-8DDE-8A0398BBDBC1}"/>
              </a:ext>
            </a:extLst>
          </p:cNvPr>
          <p:cNvSpPr>
            <a:spLocks noGrp="1"/>
          </p:cNvSpPr>
          <p:nvPr/>
        </p:nvSpPr>
        <p:spPr>
          <a:xfrm>
            <a:off x="2647196" y="2663759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2" name="anim_o4971_1">
            <a:extLst>
              <a:ext uri="{FF2B5EF4-FFF2-40B4-BE49-F238E27FC236}">
                <a16:creationId xmlns:a16="http://schemas.microsoft.com/office/drawing/2014/main" id="{8A52F6E7-DAFD-4FA2-9B3E-1277CBF56A56}"/>
              </a:ext>
            </a:extLst>
          </p:cNvPr>
          <p:cNvSpPr>
            <a:spLocks noGrp="1"/>
          </p:cNvSpPr>
          <p:nvPr/>
        </p:nvSpPr>
        <p:spPr>
          <a:xfrm>
            <a:off x="1125409" y="2968116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3" name="anim_o4972_1">
            <a:extLst>
              <a:ext uri="{FF2B5EF4-FFF2-40B4-BE49-F238E27FC236}">
                <a16:creationId xmlns:a16="http://schemas.microsoft.com/office/drawing/2014/main" id="{007D265E-E55C-4333-BE4E-F6BC5C19679C}"/>
              </a:ext>
            </a:extLst>
          </p:cNvPr>
          <p:cNvSpPr>
            <a:spLocks noGrp="1"/>
          </p:cNvSpPr>
          <p:nvPr/>
        </p:nvSpPr>
        <p:spPr>
          <a:xfrm>
            <a:off x="1429766" y="2968116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4" name="anim_o4973_1">
            <a:extLst>
              <a:ext uri="{FF2B5EF4-FFF2-40B4-BE49-F238E27FC236}">
                <a16:creationId xmlns:a16="http://schemas.microsoft.com/office/drawing/2014/main" id="{A47D19AB-5F79-4A80-8BCA-485BF461580B}"/>
              </a:ext>
            </a:extLst>
          </p:cNvPr>
          <p:cNvSpPr>
            <a:spLocks noGrp="1"/>
          </p:cNvSpPr>
          <p:nvPr/>
        </p:nvSpPr>
        <p:spPr>
          <a:xfrm>
            <a:off x="1734123" y="2968116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5" name="anim_o4974_1">
            <a:extLst>
              <a:ext uri="{FF2B5EF4-FFF2-40B4-BE49-F238E27FC236}">
                <a16:creationId xmlns:a16="http://schemas.microsoft.com/office/drawing/2014/main" id="{9FFFE28C-E8BE-491A-A113-9666F8CA0FD6}"/>
              </a:ext>
            </a:extLst>
          </p:cNvPr>
          <p:cNvSpPr>
            <a:spLocks noGrp="1"/>
          </p:cNvSpPr>
          <p:nvPr/>
        </p:nvSpPr>
        <p:spPr>
          <a:xfrm>
            <a:off x="2038481" y="2968116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6" name="anim_o4975_1">
            <a:extLst>
              <a:ext uri="{FF2B5EF4-FFF2-40B4-BE49-F238E27FC236}">
                <a16:creationId xmlns:a16="http://schemas.microsoft.com/office/drawing/2014/main" id="{9F4F472A-2C31-4979-B37D-965686C91EBE}"/>
              </a:ext>
            </a:extLst>
          </p:cNvPr>
          <p:cNvSpPr>
            <a:spLocks noGrp="1"/>
          </p:cNvSpPr>
          <p:nvPr/>
        </p:nvSpPr>
        <p:spPr>
          <a:xfrm>
            <a:off x="2342838" y="2968116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7" name="anim_o4976_1">
            <a:extLst>
              <a:ext uri="{FF2B5EF4-FFF2-40B4-BE49-F238E27FC236}">
                <a16:creationId xmlns:a16="http://schemas.microsoft.com/office/drawing/2014/main" id="{636F215F-8A97-4246-A0B3-0BB9C1CFD109}"/>
              </a:ext>
            </a:extLst>
          </p:cNvPr>
          <p:cNvSpPr>
            <a:spLocks noGrp="1"/>
          </p:cNvSpPr>
          <p:nvPr/>
        </p:nvSpPr>
        <p:spPr>
          <a:xfrm>
            <a:off x="2647196" y="2968116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8" name="anim_o4977_1">
            <a:extLst>
              <a:ext uri="{FF2B5EF4-FFF2-40B4-BE49-F238E27FC236}">
                <a16:creationId xmlns:a16="http://schemas.microsoft.com/office/drawing/2014/main" id="{4065BD44-1685-4E3F-9873-E90E9F9AD366}"/>
              </a:ext>
            </a:extLst>
          </p:cNvPr>
          <p:cNvSpPr>
            <a:spLocks noGrp="1"/>
          </p:cNvSpPr>
          <p:nvPr/>
        </p:nvSpPr>
        <p:spPr>
          <a:xfrm>
            <a:off x="1125409" y="3272473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9" name="anim_o4978_1">
            <a:extLst>
              <a:ext uri="{FF2B5EF4-FFF2-40B4-BE49-F238E27FC236}">
                <a16:creationId xmlns:a16="http://schemas.microsoft.com/office/drawing/2014/main" id="{8A5D7161-5A8E-4E35-8491-0FBF8508E250}"/>
              </a:ext>
            </a:extLst>
          </p:cNvPr>
          <p:cNvSpPr>
            <a:spLocks noGrp="1"/>
          </p:cNvSpPr>
          <p:nvPr/>
        </p:nvSpPr>
        <p:spPr>
          <a:xfrm>
            <a:off x="1429766" y="3272473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0" name="anim_o4979_1">
            <a:extLst>
              <a:ext uri="{FF2B5EF4-FFF2-40B4-BE49-F238E27FC236}">
                <a16:creationId xmlns:a16="http://schemas.microsoft.com/office/drawing/2014/main" id="{C0864457-FC5A-46E3-9E37-3104AAA3B40D}"/>
              </a:ext>
            </a:extLst>
          </p:cNvPr>
          <p:cNvSpPr>
            <a:spLocks noGrp="1"/>
          </p:cNvSpPr>
          <p:nvPr/>
        </p:nvSpPr>
        <p:spPr>
          <a:xfrm>
            <a:off x="1734123" y="3272473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1" name="anim_o4980_1">
            <a:extLst>
              <a:ext uri="{FF2B5EF4-FFF2-40B4-BE49-F238E27FC236}">
                <a16:creationId xmlns:a16="http://schemas.microsoft.com/office/drawing/2014/main" id="{9A7A479D-1292-443E-9F96-8DDCE919AADC}"/>
              </a:ext>
            </a:extLst>
          </p:cNvPr>
          <p:cNvSpPr>
            <a:spLocks noGrp="1"/>
          </p:cNvSpPr>
          <p:nvPr/>
        </p:nvSpPr>
        <p:spPr>
          <a:xfrm>
            <a:off x="2038481" y="3272473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2" name="anim_o4981_1">
            <a:extLst>
              <a:ext uri="{FF2B5EF4-FFF2-40B4-BE49-F238E27FC236}">
                <a16:creationId xmlns:a16="http://schemas.microsoft.com/office/drawing/2014/main" id="{DABA8BC4-672F-4F61-825B-9E09E44B4502}"/>
              </a:ext>
            </a:extLst>
          </p:cNvPr>
          <p:cNvSpPr>
            <a:spLocks noGrp="1"/>
          </p:cNvSpPr>
          <p:nvPr/>
        </p:nvSpPr>
        <p:spPr>
          <a:xfrm>
            <a:off x="2342838" y="3272473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3" name="anim_o4982_1">
            <a:extLst>
              <a:ext uri="{FF2B5EF4-FFF2-40B4-BE49-F238E27FC236}">
                <a16:creationId xmlns:a16="http://schemas.microsoft.com/office/drawing/2014/main" id="{C6629E16-0C4C-4967-B76D-CB3AC321630B}"/>
              </a:ext>
            </a:extLst>
          </p:cNvPr>
          <p:cNvSpPr>
            <a:spLocks noGrp="1"/>
          </p:cNvSpPr>
          <p:nvPr/>
        </p:nvSpPr>
        <p:spPr>
          <a:xfrm>
            <a:off x="2647196" y="3272473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4" name="anim_o4983_1">
            <a:extLst>
              <a:ext uri="{FF2B5EF4-FFF2-40B4-BE49-F238E27FC236}">
                <a16:creationId xmlns:a16="http://schemas.microsoft.com/office/drawing/2014/main" id="{9B83F15F-6451-4002-9B38-112B6A69B314}"/>
              </a:ext>
            </a:extLst>
          </p:cNvPr>
          <p:cNvSpPr>
            <a:spLocks noGrp="1"/>
          </p:cNvSpPr>
          <p:nvPr/>
        </p:nvSpPr>
        <p:spPr>
          <a:xfrm>
            <a:off x="1125409" y="3576831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5" name="anim_o4984_1">
            <a:extLst>
              <a:ext uri="{FF2B5EF4-FFF2-40B4-BE49-F238E27FC236}">
                <a16:creationId xmlns:a16="http://schemas.microsoft.com/office/drawing/2014/main" id="{83E0D47D-499A-4C71-BFA1-E6E78B95FEDB}"/>
              </a:ext>
            </a:extLst>
          </p:cNvPr>
          <p:cNvSpPr>
            <a:spLocks noGrp="1"/>
          </p:cNvSpPr>
          <p:nvPr/>
        </p:nvSpPr>
        <p:spPr>
          <a:xfrm>
            <a:off x="1429766" y="3576831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6" name="anim_o4985_1">
            <a:extLst>
              <a:ext uri="{FF2B5EF4-FFF2-40B4-BE49-F238E27FC236}">
                <a16:creationId xmlns:a16="http://schemas.microsoft.com/office/drawing/2014/main" id="{A1B1BFE2-9213-4FF8-9510-740D004F9333}"/>
              </a:ext>
            </a:extLst>
          </p:cNvPr>
          <p:cNvSpPr>
            <a:spLocks noGrp="1"/>
          </p:cNvSpPr>
          <p:nvPr/>
        </p:nvSpPr>
        <p:spPr>
          <a:xfrm>
            <a:off x="1734123" y="3576831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7" name="anim_o4986_1">
            <a:extLst>
              <a:ext uri="{FF2B5EF4-FFF2-40B4-BE49-F238E27FC236}">
                <a16:creationId xmlns:a16="http://schemas.microsoft.com/office/drawing/2014/main" id="{1CB8CFBC-A892-4F4B-816B-0F7C0E63F406}"/>
              </a:ext>
            </a:extLst>
          </p:cNvPr>
          <p:cNvSpPr>
            <a:spLocks noGrp="1"/>
          </p:cNvSpPr>
          <p:nvPr/>
        </p:nvSpPr>
        <p:spPr>
          <a:xfrm>
            <a:off x="2038481" y="3576831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8" name="anim_o4987_1">
            <a:extLst>
              <a:ext uri="{FF2B5EF4-FFF2-40B4-BE49-F238E27FC236}">
                <a16:creationId xmlns:a16="http://schemas.microsoft.com/office/drawing/2014/main" id="{B1DD152E-4B72-4A5F-B2E5-AF5561192824}"/>
              </a:ext>
            </a:extLst>
          </p:cNvPr>
          <p:cNvSpPr>
            <a:spLocks noGrp="1"/>
          </p:cNvSpPr>
          <p:nvPr/>
        </p:nvSpPr>
        <p:spPr>
          <a:xfrm>
            <a:off x="2342838" y="3576831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9" name="anim_o4988_1">
            <a:extLst>
              <a:ext uri="{FF2B5EF4-FFF2-40B4-BE49-F238E27FC236}">
                <a16:creationId xmlns:a16="http://schemas.microsoft.com/office/drawing/2014/main" id="{3D4EC712-3AB1-4948-A82B-407113D6508B}"/>
              </a:ext>
            </a:extLst>
          </p:cNvPr>
          <p:cNvSpPr>
            <a:spLocks noGrp="1"/>
          </p:cNvSpPr>
          <p:nvPr/>
        </p:nvSpPr>
        <p:spPr>
          <a:xfrm>
            <a:off x="2647196" y="3576831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0" name="anim_o4989_1">
            <a:extLst>
              <a:ext uri="{FF2B5EF4-FFF2-40B4-BE49-F238E27FC236}">
                <a16:creationId xmlns:a16="http://schemas.microsoft.com/office/drawing/2014/main" id="{4B6B9296-D300-4A2B-B3FD-4B9A2B265789}"/>
              </a:ext>
            </a:extLst>
          </p:cNvPr>
          <p:cNvSpPr>
            <a:spLocks noGrp="1"/>
          </p:cNvSpPr>
          <p:nvPr/>
        </p:nvSpPr>
        <p:spPr>
          <a:xfrm>
            <a:off x="1125409" y="3881188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1" name="anim_o4990_1">
            <a:extLst>
              <a:ext uri="{FF2B5EF4-FFF2-40B4-BE49-F238E27FC236}">
                <a16:creationId xmlns:a16="http://schemas.microsoft.com/office/drawing/2014/main" id="{DAD02071-E5AE-4630-A6BA-594D2B05DEAF}"/>
              </a:ext>
            </a:extLst>
          </p:cNvPr>
          <p:cNvSpPr>
            <a:spLocks noGrp="1"/>
          </p:cNvSpPr>
          <p:nvPr/>
        </p:nvSpPr>
        <p:spPr>
          <a:xfrm>
            <a:off x="1429766" y="3881188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2" name="anim_o4991_1">
            <a:extLst>
              <a:ext uri="{FF2B5EF4-FFF2-40B4-BE49-F238E27FC236}">
                <a16:creationId xmlns:a16="http://schemas.microsoft.com/office/drawing/2014/main" id="{F045C61A-4D30-4894-A18E-8939AA2F0A11}"/>
              </a:ext>
            </a:extLst>
          </p:cNvPr>
          <p:cNvSpPr>
            <a:spLocks noGrp="1"/>
          </p:cNvSpPr>
          <p:nvPr/>
        </p:nvSpPr>
        <p:spPr>
          <a:xfrm>
            <a:off x="1734123" y="3881188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3" name="anim_o4992_1">
            <a:extLst>
              <a:ext uri="{FF2B5EF4-FFF2-40B4-BE49-F238E27FC236}">
                <a16:creationId xmlns:a16="http://schemas.microsoft.com/office/drawing/2014/main" id="{20482029-B987-485E-ACA4-A38A650C9E1C}"/>
              </a:ext>
            </a:extLst>
          </p:cNvPr>
          <p:cNvSpPr>
            <a:spLocks noGrp="1"/>
          </p:cNvSpPr>
          <p:nvPr/>
        </p:nvSpPr>
        <p:spPr>
          <a:xfrm>
            <a:off x="2038481" y="3881188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4" name="anim_o4993_1">
            <a:extLst>
              <a:ext uri="{FF2B5EF4-FFF2-40B4-BE49-F238E27FC236}">
                <a16:creationId xmlns:a16="http://schemas.microsoft.com/office/drawing/2014/main" id="{A0FAA338-8306-4D47-9892-799996523FE8}"/>
              </a:ext>
            </a:extLst>
          </p:cNvPr>
          <p:cNvSpPr>
            <a:spLocks noGrp="1"/>
          </p:cNvSpPr>
          <p:nvPr/>
        </p:nvSpPr>
        <p:spPr>
          <a:xfrm>
            <a:off x="2342838" y="3881188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5" name="anim_o4994_1">
            <a:extLst>
              <a:ext uri="{FF2B5EF4-FFF2-40B4-BE49-F238E27FC236}">
                <a16:creationId xmlns:a16="http://schemas.microsoft.com/office/drawing/2014/main" id="{354DC89C-A5E0-4D68-8ACD-BFB548D9A268}"/>
              </a:ext>
            </a:extLst>
          </p:cNvPr>
          <p:cNvSpPr>
            <a:spLocks noGrp="1"/>
          </p:cNvSpPr>
          <p:nvPr/>
        </p:nvSpPr>
        <p:spPr>
          <a:xfrm>
            <a:off x="2647196" y="3881188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6" name="anim_o5078_1">
            <a:extLst>
              <a:ext uri="{FF2B5EF4-FFF2-40B4-BE49-F238E27FC236}">
                <a16:creationId xmlns:a16="http://schemas.microsoft.com/office/drawing/2014/main" id="{299208A2-2E50-4D3F-9550-A7374F92C865}"/>
              </a:ext>
            </a:extLst>
          </p:cNvPr>
          <p:cNvSpPr>
            <a:spLocks noGrp="1"/>
          </p:cNvSpPr>
          <p:nvPr/>
        </p:nvSpPr>
        <p:spPr>
          <a:xfrm>
            <a:off x="4625519" y="902833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7" name="anim_o5079_1">
            <a:extLst>
              <a:ext uri="{FF2B5EF4-FFF2-40B4-BE49-F238E27FC236}">
                <a16:creationId xmlns:a16="http://schemas.microsoft.com/office/drawing/2014/main" id="{CC4A2435-1ACC-4B29-BE48-502E61FAEE07}"/>
              </a:ext>
            </a:extLst>
          </p:cNvPr>
          <p:cNvSpPr>
            <a:spLocks noGrp="1"/>
          </p:cNvSpPr>
          <p:nvPr/>
        </p:nvSpPr>
        <p:spPr>
          <a:xfrm>
            <a:off x="4929876" y="902833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8" name="anim_o5080_1">
            <a:extLst>
              <a:ext uri="{FF2B5EF4-FFF2-40B4-BE49-F238E27FC236}">
                <a16:creationId xmlns:a16="http://schemas.microsoft.com/office/drawing/2014/main" id="{74C28D36-EE6F-4F42-B025-139648E43911}"/>
              </a:ext>
            </a:extLst>
          </p:cNvPr>
          <p:cNvSpPr>
            <a:spLocks noGrp="1"/>
          </p:cNvSpPr>
          <p:nvPr/>
        </p:nvSpPr>
        <p:spPr>
          <a:xfrm>
            <a:off x="5234234" y="902833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9" name="anim_o5081_1">
            <a:extLst>
              <a:ext uri="{FF2B5EF4-FFF2-40B4-BE49-F238E27FC236}">
                <a16:creationId xmlns:a16="http://schemas.microsoft.com/office/drawing/2014/main" id="{EE87E5CD-A6A6-4759-923C-728B8392212E}"/>
              </a:ext>
            </a:extLst>
          </p:cNvPr>
          <p:cNvSpPr>
            <a:spLocks noGrp="1"/>
          </p:cNvSpPr>
          <p:nvPr/>
        </p:nvSpPr>
        <p:spPr>
          <a:xfrm>
            <a:off x="4625519" y="1207191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0" name="anim_o5082_1">
            <a:extLst>
              <a:ext uri="{FF2B5EF4-FFF2-40B4-BE49-F238E27FC236}">
                <a16:creationId xmlns:a16="http://schemas.microsoft.com/office/drawing/2014/main" id="{65815F29-6781-44DD-9698-185E1E7B40A9}"/>
              </a:ext>
            </a:extLst>
          </p:cNvPr>
          <p:cNvSpPr>
            <a:spLocks noGrp="1"/>
          </p:cNvSpPr>
          <p:nvPr/>
        </p:nvSpPr>
        <p:spPr>
          <a:xfrm>
            <a:off x="4929876" y="1207191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1" name="anim_o5083_1">
            <a:extLst>
              <a:ext uri="{FF2B5EF4-FFF2-40B4-BE49-F238E27FC236}">
                <a16:creationId xmlns:a16="http://schemas.microsoft.com/office/drawing/2014/main" id="{53A3DE16-2990-4EE0-9750-3616F1646080}"/>
              </a:ext>
            </a:extLst>
          </p:cNvPr>
          <p:cNvSpPr>
            <a:spLocks noGrp="1"/>
          </p:cNvSpPr>
          <p:nvPr/>
        </p:nvSpPr>
        <p:spPr>
          <a:xfrm>
            <a:off x="5234234" y="1207191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2" name="anim_o5084_1">
            <a:extLst>
              <a:ext uri="{FF2B5EF4-FFF2-40B4-BE49-F238E27FC236}">
                <a16:creationId xmlns:a16="http://schemas.microsoft.com/office/drawing/2014/main" id="{0E756FB7-A167-43CA-A7DA-E834D4FC2F53}"/>
              </a:ext>
            </a:extLst>
          </p:cNvPr>
          <p:cNvSpPr>
            <a:spLocks noGrp="1"/>
          </p:cNvSpPr>
          <p:nvPr/>
        </p:nvSpPr>
        <p:spPr>
          <a:xfrm>
            <a:off x="4625519" y="1511548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3" name="anim_o5085_1">
            <a:extLst>
              <a:ext uri="{FF2B5EF4-FFF2-40B4-BE49-F238E27FC236}">
                <a16:creationId xmlns:a16="http://schemas.microsoft.com/office/drawing/2014/main" id="{171425F6-4083-4DBE-8621-B31720B9FBFC}"/>
              </a:ext>
            </a:extLst>
          </p:cNvPr>
          <p:cNvSpPr>
            <a:spLocks noGrp="1"/>
          </p:cNvSpPr>
          <p:nvPr/>
        </p:nvSpPr>
        <p:spPr>
          <a:xfrm>
            <a:off x="4929876" y="1511548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4" name="anim_o5086_1">
            <a:extLst>
              <a:ext uri="{FF2B5EF4-FFF2-40B4-BE49-F238E27FC236}">
                <a16:creationId xmlns:a16="http://schemas.microsoft.com/office/drawing/2014/main" id="{6BCA20C0-AC1D-4342-BA6B-B721480484A7}"/>
              </a:ext>
            </a:extLst>
          </p:cNvPr>
          <p:cNvSpPr>
            <a:spLocks noGrp="1"/>
          </p:cNvSpPr>
          <p:nvPr/>
        </p:nvSpPr>
        <p:spPr>
          <a:xfrm>
            <a:off x="5234234" y="1511548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5" name="anim_o5109_1">
            <a:extLst>
              <a:ext uri="{FF2B5EF4-FFF2-40B4-BE49-F238E27FC236}">
                <a16:creationId xmlns:a16="http://schemas.microsoft.com/office/drawing/2014/main" id="{39BDB952-14B0-4661-BAD1-A7EC948BFEB5}"/>
              </a:ext>
            </a:extLst>
          </p:cNvPr>
          <p:cNvSpPr>
            <a:spLocks noGrp="1"/>
          </p:cNvSpPr>
          <p:nvPr/>
        </p:nvSpPr>
        <p:spPr>
          <a:xfrm>
            <a:off x="4625519" y="2815937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6" name="anim_o5110_1">
            <a:extLst>
              <a:ext uri="{FF2B5EF4-FFF2-40B4-BE49-F238E27FC236}">
                <a16:creationId xmlns:a16="http://schemas.microsoft.com/office/drawing/2014/main" id="{8DBD9223-C152-43F3-AE14-EC915096BA48}"/>
              </a:ext>
            </a:extLst>
          </p:cNvPr>
          <p:cNvSpPr>
            <a:spLocks noGrp="1"/>
          </p:cNvSpPr>
          <p:nvPr/>
        </p:nvSpPr>
        <p:spPr>
          <a:xfrm>
            <a:off x="4929876" y="2815937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7" name="anim_o5111_1">
            <a:extLst>
              <a:ext uri="{FF2B5EF4-FFF2-40B4-BE49-F238E27FC236}">
                <a16:creationId xmlns:a16="http://schemas.microsoft.com/office/drawing/2014/main" id="{0A716748-AAF5-449A-AB80-64699843A8D1}"/>
              </a:ext>
            </a:extLst>
          </p:cNvPr>
          <p:cNvSpPr>
            <a:spLocks noGrp="1"/>
          </p:cNvSpPr>
          <p:nvPr/>
        </p:nvSpPr>
        <p:spPr>
          <a:xfrm>
            <a:off x="5234234" y="2815937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8" name="anim_o5112_1">
            <a:extLst>
              <a:ext uri="{FF2B5EF4-FFF2-40B4-BE49-F238E27FC236}">
                <a16:creationId xmlns:a16="http://schemas.microsoft.com/office/drawing/2014/main" id="{C3355CAE-7015-4A62-8F41-E2E9116F06C7}"/>
              </a:ext>
            </a:extLst>
          </p:cNvPr>
          <p:cNvSpPr>
            <a:spLocks noGrp="1"/>
          </p:cNvSpPr>
          <p:nvPr/>
        </p:nvSpPr>
        <p:spPr>
          <a:xfrm>
            <a:off x="4625519" y="3120295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9" name="anim_o5113_1">
            <a:extLst>
              <a:ext uri="{FF2B5EF4-FFF2-40B4-BE49-F238E27FC236}">
                <a16:creationId xmlns:a16="http://schemas.microsoft.com/office/drawing/2014/main" id="{70D4844C-8D6D-48EC-A911-676E9F63CA13}"/>
              </a:ext>
            </a:extLst>
          </p:cNvPr>
          <p:cNvSpPr>
            <a:spLocks noGrp="1"/>
          </p:cNvSpPr>
          <p:nvPr/>
        </p:nvSpPr>
        <p:spPr>
          <a:xfrm>
            <a:off x="4929876" y="3120295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0" name="anim_o5114_1">
            <a:extLst>
              <a:ext uri="{FF2B5EF4-FFF2-40B4-BE49-F238E27FC236}">
                <a16:creationId xmlns:a16="http://schemas.microsoft.com/office/drawing/2014/main" id="{861603FD-C1A9-4D2E-969A-456897004C0A}"/>
              </a:ext>
            </a:extLst>
          </p:cNvPr>
          <p:cNvSpPr>
            <a:spLocks noGrp="1"/>
          </p:cNvSpPr>
          <p:nvPr/>
        </p:nvSpPr>
        <p:spPr>
          <a:xfrm>
            <a:off x="5234234" y="3120295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1" name="anim_o5115_1">
            <a:extLst>
              <a:ext uri="{FF2B5EF4-FFF2-40B4-BE49-F238E27FC236}">
                <a16:creationId xmlns:a16="http://schemas.microsoft.com/office/drawing/2014/main" id="{C5A69B2D-D639-43EA-AD13-D4FD789EA526}"/>
              </a:ext>
            </a:extLst>
          </p:cNvPr>
          <p:cNvSpPr>
            <a:spLocks noGrp="1"/>
          </p:cNvSpPr>
          <p:nvPr/>
        </p:nvSpPr>
        <p:spPr>
          <a:xfrm>
            <a:off x="4625519" y="3424652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2" name="anim_o5116_1">
            <a:extLst>
              <a:ext uri="{FF2B5EF4-FFF2-40B4-BE49-F238E27FC236}">
                <a16:creationId xmlns:a16="http://schemas.microsoft.com/office/drawing/2014/main" id="{AF5F01A1-971D-439D-9B50-B1C29BCE7728}"/>
              </a:ext>
            </a:extLst>
          </p:cNvPr>
          <p:cNvSpPr>
            <a:spLocks noGrp="1"/>
          </p:cNvSpPr>
          <p:nvPr/>
        </p:nvSpPr>
        <p:spPr>
          <a:xfrm>
            <a:off x="4929876" y="3424652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3" name="anim_o5117_1">
            <a:extLst>
              <a:ext uri="{FF2B5EF4-FFF2-40B4-BE49-F238E27FC236}">
                <a16:creationId xmlns:a16="http://schemas.microsoft.com/office/drawing/2014/main" id="{1A3F4F38-B3FD-41F2-B58D-F02DA49B74C5}"/>
              </a:ext>
            </a:extLst>
          </p:cNvPr>
          <p:cNvSpPr>
            <a:spLocks noGrp="1"/>
          </p:cNvSpPr>
          <p:nvPr/>
        </p:nvSpPr>
        <p:spPr>
          <a:xfrm>
            <a:off x="5234234" y="3424652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4" name="anim_o5140_1">
            <a:extLst>
              <a:ext uri="{FF2B5EF4-FFF2-40B4-BE49-F238E27FC236}">
                <a16:creationId xmlns:a16="http://schemas.microsoft.com/office/drawing/2014/main" id="{A8DEE1F7-A970-4450-8FB1-908FD2E45F77}"/>
              </a:ext>
            </a:extLst>
          </p:cNvPr>
          <p:cNvSpPr>
            <a:spLocks noGrp="1"/>
          </p:cNvSpPr>
          <p:nvPr/>
        </p:nvSpPr>
        <p:spPr>
          <a:xfrm>
            <a:off x="4625519" y="4729041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5" name="anim_o5141_1">
            <a:extLst>
              <a:ext uri="{FF2B5EF4-FFF2-40B4-BE49-F238E27FC236}">
                <a16:creationId xmlns:a16="http://schemas.microsoft.com/office/drawing/2014/main" id="{18EEF3FB-1F5E-481F-AA3C-751410C1B61B}"/>
              </a:ext>
            </a:extLst>
          </p:cNvPr>
          <p:cNvSpPr>
            <a:spLocks noGrp="1"/>
          </p:cNvSpPr>
          <p:nvPr/>
        </p:nvSpPr>
        <p:spPr>
          <a:xfrm>
            <a:off x="4929876" y="4729041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6" name="anim_o5142_1">
            <a:extLst>
              <a:ext uri="{FF2B5EF4-FFF2-40B4-BE49-F238E27FC236}">
                <a16:creationId xmlns:a16="http://schemas.microsoft.com/office/drawing/2014/main" id="{3ED7C377-110A-4E91-8899-856B636A710E}"/>
              </a:ext>
            </a:extLst>
          </p:cNvPr>
          <p:cNvSpPr>
            <a:spLocks noGrp="1"/>
          </p:cNvSpPr>
          <p:nvPr/>
        </p:nvSpPr>
        <p:spPr>
          <a:xfrm>
            <a:off x="5234234" y="4729041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7" name="anim_o5143_1">
            <a:extLst>
              <a:ext uri="{FF2B5EF4-FFF2-40B4-BE49-F238E27FC236}">
                <a16:creationId xmlns:a16="http://schemas.microsoft.com/office/drawing/2014/main" id="{2E5095C4-F3C6-4F61-9F51-22BF8A8EA392}"/>
              </a:ext>
            </a:extLst>
          </p:cNvPr>
          <p:cNvSpPr>
            <a:spLocks noGrp="1"/>
          </p:cNvSpPr>
          <p:nvPr/>
        </p:nvSpPr>
        <p:spPr>
          <a:xfrm>
            <a:off x="4625519" y="5033398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8" name="anim_o5144_1">
            <a:extLst>
              <a:ext uri="{FF2B5EF4-FFF2-40B4-BE49-F238E27FC236}">
                <a16:creationId xmlns:a16="http://schemas.microsoft.com/office/drawing/2014/main" id="{B4B3A060-6C6C-4F59-8CBE-D8FA0852A504}"/>
              </a:ext>
            </a:extLst>
          </p:cNvPr>
          <p:cNvSpPr>
            <a:spLocks noGrp="1"/>
          </p:cNvSpPr>
          <p:nvPr/>
        </p:nvSpPr>
        <p:spPr>
          <a:xfrm>
            <a:off x="4929876" y="5033398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9" name="anim_o5145_1">
            <a:extLst>
              <a:ext uri="{FF2B5EF4-FFF2-40B4-BE49-F238E27FC236}">
                <a16:creationId xmlns:a16="http://schemas.microsoft.com/office/drawing/2014/main" id="{D80C6D07-49D2-4158-8FEC-F6F065D4E3DC}"/>
              </a:ext>
            </a:extLst>
          </p:cNvPr>
          <p:cNvSpPr>
            <a:spLocks noGrp="1"/>
          </p:cNvSpPr>
          <p:nvPr/>
        </p:nvSpPr>
        <p:spPr>
          <a:xfrm>
            <a:off x="5234234" y="5033398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0" name="anim_o5146_1">
            <a:extLst>
              <a:ext uri="{FF2B5EF4-FFF2-40B4-BE49-F238E27FC236}">
                <a16:creationId xmlns:a16="http://schemas.microsoft.com/office/drawing/2014/main" id="{B8296EE2-3DC0-406E-B291-BD730B4DCDBF}"/>
              </a:ext>
            </a:extLst>
          </p:cNvPr>
          <p:cNvSpPr>
            <a:spLocks noGrp="1"/>
          </p:cNvSpPr>
          <p:nvPr/>
        </p:nvSpPr>
        <p:spPr>
          <a:xfrm>
            <a:off x="4625519" y="5337756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1" name="anim_o5147_1">
            <a:extLst>
              <a:ext uri="{FF2B5EF4-FFF2-40B4-BE49-F238E27FC236}">
                <a16:creationId xmlns:a16="http://schemas.microsoft.com/office/drawing/2014/main" id="{CFFFEA2F-C0BB-46AA-AA61-2FF2EEAEF835}"/>
              </a:ext>
            </a:extLst>
          </p:cNvPr>
          <p:cNvSpPr>
            <a:spLocks noGrp="1"/>
          </p:cNvSpPr>
          <p:nvPr/>
        </p:nvSpPr>
        <p:spPr>
          <a:xfrm>
            <a:off x="4929876" y="5337756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2" name="anim_o5148_1">
            <a:extLst>
              <a:ext uri="{FF2B5EF4-FFF2-40B4-BE49-F238E27FC236}">
                <a16:creationId xmlns:a16="http://schemas.microsoft.com/office/drawing/2014/main" id="{BAC1A381-FA2A-4743-AA58-D949C5A52501}"/>
              </a:ext>
            </a:extLst>
          </p:cNvPr>
          <p:cNvSpPr>
            <a:spLocks noGrp="1"/>
          </p:cNvSpPr>
          <p:nvPr/>
        </p:nvSpPr>
        <p:spPr>
          <a:xfrm>
            <a:off x="5234234" y="5337756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3" name="anim_to5373_0_1">
            <a:extLst>
              <a:ext uri="{FF2B5EF4-FFF2-40B4-BE49-F238E27FC236}">
                <a16:creationId xmlns:a16="http://schemas.microsoft.com/office/drawing/2014/main" id="{D96F0B17-4773-4C4F-872B-10985174B976}"/>
              </a:ext>
            </a:extLst>
          </p:cNvPr>
          <p:cNvSpPr>
            <a:spLocks noGrp="1"/>
          </p:cNvSpPr>
          <p:nvPr/>
        </p:nvSpPr>
        <p:spPr>
          <a:xfrm>
            <a:off x="1600682" y="4923530"/>
            <a:ext cx="581595" cy="12352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778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778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7781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X</a:t>
            </a:r>
          </a:p>
        </p:txBody>
      </p:sp>
      <p:sp>
        <p:nvSpPr>
          <p:cNvPr id="314" name="anim_to5375_0_1">
            <a:extLst>
              <a:ext uri="{FF2B5EF4-FFF2-40B4-BE49-F238E27FC236}">
                <a16:creationId xmlns:a16="http://schemas.microsoft.com/office/drawing/2014/main" id="{D5DC0AB6-053C-4B95-8D17-BFF17F7C72AF}"/>
              </a:ext>
            </a:extLst>
          </p:cNvPr>
          <p:cNvSpPr>
            <a:spLocks noGrp="1"/>
          </p:cNvSpPr>
          <p:nvPr/>
        </p:nvSpPr>
        <p:spPr>
          <a:xfrm>
            <a:off x="4751087" y="5432613"/>
            <a:ext cx="541336" cy="114371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7205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7205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7205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W</a:t>
            </a:r>
          </a:p>
        </p:txBody>
      </p:sp>
      <p:sp>
        <p:nvSpPr>
          <p:cNvPr id="315" name="anim_to5377_0_1">
            <a:extLst>
              <a:ext uri="{FF2B5EF4-FFF2-40B4-BE49-F238E27FC236}">
                <a16:creationId xmlns:a16="http://schemas.microsoft.com/office/drawing/2014/main" id="{6C940E53-DDFA-4174-A236-719555877E85}"/>
              </a:ext>
            </a:extLst>
          </p:cNvPr>
          <p:cNvSpPr>
            <a:spLocks noGrp="1"/>
          </p:cNvSpPr>
          <p:nvPr/>
        </p:nvSpPr>
        <p:spPr>
          <a:xfrm>
            <a:off x="7760441" y="5640953"/>
            <a:ext cx="621854" cy="66335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179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179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4179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WX</a:t>
            </a:r>
          </a:p>
        </p:txBody>
      </p:sp>
    </p:spTree>
    <p:extLst>
      <p:ext uri="{BB962C8B-B14F-4D97-AF65-F5344CB8AC3E}">
        <p14:creationId xmlns:p14="http://schemas.microsoft.com/office/powerpoint/2010/main" val="16352015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3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09796 -0.0615214 E" pathEditMode="relative" ptsTypes="">
                                      <p:cBhvr>
                                        <p:cTn id="11" dur="10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" dur="1000" fill="hold"/>
                                        <p:tgtEl>
                                          <p:spTgt spid="31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09796 -0.082185 E" pathEditMode="relative" ptsTypes="">
                                      <p:cBhvr>
                                        <p:cTn id="15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09796 -0.1028487 E" pathEditMode="relative" ptsTypes="">
                                      <p:cBhvr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" dur="1000" fill="hold"/>
                                        <p:tgtEl>
                                          <p:spTgt spid="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2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6065 -0.0565903 E" pathEditMode="relative" ptsTypes="">
                                      <p:cBhvr>
                                        <p:cTn id="23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" dur="1000" fill="hold"/>
                                        <p:tgtEl>
                                          <p:spTgt spid="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04557 -0.0565903 E" pathEditMode="relative" ptsTypes="">
                                      <p:cBhvr>
                                        <p:cTn id="2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23049 -0.0565903 E" pathEditMode="relative" ptsTypes="">
                                      <p:cBhvr>
                                        <p:cTn id="3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" dur="1000" fill="hold"/>
                                        <p:tgtEl>
                                          <p:spTgt spid="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4154 -0.0565903 E" pathEditMode="relative" ptsTypes="">
                                      <p:cBhvr>
                                        <p:cTn id="3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" dur="1000" fill="hold"/>
                                        <p:tgtEl>
                                          <p:spTgt spid="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6065 -0.0598777 E" pathEditMode="relative" ptsTypes="">
                                      <p:cBhvr>
                                        <p:cTn id="3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" dur="1000" fill="hold"/>
                                        <p:tgtEl>
                                          <p:spTgt spid="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4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04557 -0.0598777 E" pathEditMode="relative" ptsTypes="">
                                      <p:cBhvr>
                                        <p:cTn id="4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" dur="1000" fill="hold"/>
                                        <p:tgtEl>
                                          <p:spTgt spid="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4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23049 -0.0598777 E" pathEditMode="relative" ptsTypes="">
                                      <p:cBhvr>
                                        <p:cTn id="4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" dur="1000" fill="hold"/>
                                        <p:tgtEl>
                                          <p:spTgt spid="1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5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4154 -0.0598777 E" pathEditMode="relative" ptsTypes="">
                                      <p:cBhvr>
                                        <p:cTn id="51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3" dur="1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5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6065 -0.0631651 E" pathEditMode="relative" ptsTypes="">
                                      <p:cBhvr>
                                        <p:cTn id="5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7" dur="1000" fill="hold"/>
                                        <p:tgtEl>
                                          <p:spTgt spid="1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5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04557 -0.0631651 E" pathEditMode="relative" ptsTypes="">
                                      <p:cBhvr>
                                        <p:cTn id="5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1" dur="1000" fill="hold"/>
                                        <p:tgtEl>
                                          <p:spTgt spid="1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6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23049 -0.0631651 E" pathEditMode="relative" ptsTypes="">
                                      <p:cBhvr>
                                        <p:cTn id="6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5" dur="1000" fill="hold"/>
                                        <p:tgtEl>
                                          <p:spTgt spid="1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6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4154 -0.0631651 E" pathEditMode="relative" ptsTypes="">
                                      <p:cBhvr>
                                        <p:cTn id="6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9" dur="1000" fill="hold"/>
                                        <p:tgtEl>
                                          <p:spTgt spid="1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7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6065 -0.0664525 E" pathEditMode="relative" ptsTypes="">
                                      <p:cBhvr>
                                        <p:cTn id="71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3" dur="1000" fill="hold"/>
                                        <p:tgtEl>
                                          <p:spTgt spid="1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7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04557 -0.0664525 E" pathEditMode="relative" ptsTypes="">
                                      <p:cBhvr>
                                        <p:cTn id="75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7" dur="1000" fill="hold"/>
                                        <p:tgtEl>
                                          <p:spTgt spid="1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7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23049 -0.0664525 E" pathEditMode="relative" ptsTypes="">
                                      <p:cBhvr>
                                        <p:cTn id="7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1" dur="1000" fill="hold"/>
                                        <p:tgtEl>
                                          <p:spTgt spid="1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8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4154 -0.0664525 E" pathEditMode="relative" ptsTypes="">
                                      <p:cBhvr>
                                        <p:cTn id="8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5" dur="1000" fill="hold"/>
                                        <p:tgtEl>
                                          <p:spTgt spid="1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6065 -0.0772539 E" pathEditMode="relative" ptsTypes="">
                                      <p:cBhvr>
                                        <p:cTn id="87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9" dur="1000" fill="hold"/>
                                        <p:tgtEl>
                                          <p:spTgt spid="2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04557 -0.0772539 E" pathEditMode="relative" ptsTypes="">
                                      <p:cBhvr>
                                        <p:cTn id="91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3" dur="1000" fill="hold"/>
                                        <p:tgtEl>
                                          <p:spTgt spid="2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23049 -0.0772539 E" pathEditMode="relative" ptsTypes="">
                                      <p:cBhvr>
                                        <p:cTn id="95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7" dur="1000" fill="hold"/>
                                        <p:tgtEl>
                                          <p:spTgt spid="2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9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4154 -0.0772539 E" pathEditMode="relative" ptsTypes="">
                                      <p:cBhvr>
                                        <p:cTn id="9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1" dur="1000" fill="hold"/>
                                        <p:tgtEl>
                                          <p:spTgt spid="2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0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6065 -0.0805413 E" pathEditMode="relative" ptsTypes="">
                                      <p:cBhvr>
                                        <p:cTn id="10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5" dur="1000" fill="hold"/>
                                        <p:tgtEl>
                                          <p:spTgt spid="2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0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04557 -0.0805413 E" pathEditMode="relative" ptsTypes="">
                                      <p:cBhvr>
                                        <p:cTn id="107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9" dur="1000" fill="hold"/>
                                        <p:tgtEl>
                                          <p:spTgt spid="2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1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23049 -0.0805413 E" pathEditMode="relative" ptsTypes="">
                                      <p:cBhvr>
                                        <p:cTn id="111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3" dur="1000" fill="hold"/>
                                        <p:tgtEl>
                                          <p:spTgt spid="2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1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4154 -0.0805413 E" pathEditMode="relative" ptsTypes="">
                                      <p:cBhvr>
                                        <p:cTn id="115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7" dur="1000" fill="hold"/>
                                        <p:tgtEl>
                                          <p:spTgt spid="2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1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6065 -0.0838287 E" pathEditMode="relative" ptsTypes="">
                                      <p:cBhvr>
                                        <p:cTn id="11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1" dur="1000" fill="hold"/>
                                        <p:tgtEl>
                                          <p:spTgt spid="2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2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04557 -0.0838287 E" pathEditMode="relative" ptsTypes="">
                                      <p:cBhvr>
                                        <p:cTn id="12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5" dur="1000" fill="hold"/>
                                        <p:tgtEl>
                                          <p:spTgt spid="2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23049 -0.0838287 E" pathEditMode="relative" ptsTypes="">
                                      <p:cBhvr>
                                        <p:cTn id="127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9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4154 -0.0838287 E" pathEditMode="relative" ptsTypes="">
                                      <p:cBhvr>
                                        <p:cTn id="131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3" dur="1000" fill="hold"/>
                                        <p:tgtEl>
                                          <p:spTgt spid="3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6065 -0.0871161 E" pathEditMode="relative" ptsTypes="">
                                      <p:cBhvr>
                                        <p:cTn id="135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7" dur="1000" fill="hold"/>
                                        <p:tgtEl>
                                          <p:spTgt spid="3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04557 -0.0871161 E" pathEditMode="relative" ptsTypes="">
                                      <p:cBhvr>
                                        <p:cTn id="13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1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4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23049 -0.0871161 E" pathEditMode="relative" ptsTypes="">
                                      <p:cBhvr>
                                        <p:cTn id="143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5" dur="1000" fill="hold"/>
                                        <p:tgtEl>
                                          <p:spTgt spid="3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4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4154 -0.0871161 E" pathEditMode="relative" ptsTypes="">
                                      <p:cBhvr>
                                        <p:cTn id="147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9" dur="1000" fill="hold"/>
                                        <p:tgtEl>
                                          <p:spTgt spid="3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5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6065 -0.0979176 E" pathEditMode="relative" ptsTypes="">
                                      <p:cBhvr>
                                        <p:cTn id="151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3" dur="1000" fill="hold"/>
                                        <p:tgtEl>
                                          <p:spTgt spid="3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5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04557 -0.0979176 E" pathEditMode="relative" ptsTypes="">
                                      <p:cBhvr>
                                        <p:cTn id="155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7" dur="1000" fill="hold"/>
                                        <p:tgtEl>
                                          <p:spTgt spid="3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5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23049 -0.0979176 E" pathEditMode="relative" ptsTypes="">
                                      <p:cBhvr>
                                        <p:cTn id="15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1" dur="1000" fill="hold"/>
                                        <p:tgtEl>
                                          <p:spTgt spid="3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6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4154 -0.0979176 E" pathEditMode="relative" ptsTypes="">
                                      <p:cBhvr>
                                        <p:cTn id="163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5" dur="1000" fill="hold"/>
                                        <p:tgtEl>
                                          <p:spTgt spid="3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6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6065 -0.101205 E" pathEditMode="relative" ptsTypes="">
                                      <p:cBhvr>
                                        <p:cTn id="167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9" dur="1000" fill="hold"/>
                                        <p:tgtEl>
                                          <p:spTgt spid="4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7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04557 -0.101205 E" pathEditMode="relative" ptsTypes="">
                                      <p:cBhvr>
                                        <p:cTn id="171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3" dur="1000" fill="hold"/>
                                        <p:tgtEl>
                                          <p:spTgt spid="4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7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23049 -0.101205 E" pathEditMode="relative" ptsTypes="">
                                      <p:cBhvr>
                                        <p:cTn id="175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7" dur="1000" fill="hold"/>
                                        <p:tgtEl>
                                          <p:spTgt spid="4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7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4154 -0.101205 E" pathEditMode="relative" ptsTypes="">
                                      <p:cBhvr>
                                        <p:cTn id="179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1" dur="1000" fill="hold"/>
                                        <p:tgtEl>
                                          <p:spTgt spid="4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8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6065 -0.1044924 E" pathEditMode="relative" ptsTypes="">
                                      <p:cBhvr>
                                        <p:cTn id="183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5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04557 -0.1044924 E" pathEditMode="relative" ptsTypes="">
                                      <p:cBhvr>
                                        <p:cTn id="187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9" dur="1000" fill="hold"/>
                                        <p:tgtEl>
                                          <p:spTgt spid="4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23049 -0.1044924 E" pathEditMode="relative" ptsTypes="">
                                      <p:cBhvr>
                                        <p:cTn id="191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3" dur="1000" fill="hold"/>
                                        <p:tgtEl>
                                          <p:spTgt spid="4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4154 -0.1044924 E" pathEditMode="relative" ptsTypes="">
                                      <p:cBhvr>
                                        <p:cTn id="195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7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9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6065 -0.1077798 E" pathEditMode="relative" ptsTypes="">
                                      <p:cBhvr>
                                        <p:cTn id="19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1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20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04557 -0.1077798 E" pathEditMode="relative" ptsTypes="">
                                      <p:cBhvr>
                                        <p:cTn id="203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5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20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23049 -0.1077798 E" pathEditMode="relative" ptsTypes="">
                                      <p:cBhvr>
                                        <p:cTn id="207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9" dur="1000" fill="hold"/>
                                        <p:tgtEl>
                                          <p:spTgt spid="5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21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4154 -0.1077798 E" pathEditMode="relative" ptsTypes="">
                                      <p:cBhvr>
                                        <p:cTn id="211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3" dur="1000" fill="hold"/>
                                        <p:tgtEl>
                                          <p:spTgt spid="5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21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55132 -0.0772539 E" pathEditMode="relative" ptsTypes="">
                                      <p:cBhvr>
                                        <p:cTn id="215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7" dur="1000" fill="hold"/>
                                        <p:tgtEl>
                                          <p:spTgt spid="5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21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73623 -0.0772539 E" pathEditMode="relative" ptsTypes="">
                                      <p:cBhvr>
                                        <p:cTn id="21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1" dur="1000" fill="hold"/>
                                        <p:tgtEl>
                                          <p:spTgt spid="5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22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92115 -0.0772539 E" pathEditMode="relative" ptsTypes="">
                                      <p:cBhvr>
                                        <p:cTn id="223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5" dur="1000" fill="hold"/>
                                        <p:tgtEl>
                                          <p:spTgt spid="5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2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10607 -0.0772539 E" pathEditMode="relative" ptsTypes="">
                                      <p:cBhvr>
                                        <p:cTn id="227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9" dur="1000" fill="hold"/>
                                        <p:tgtEl>
                                          <p:spTgt spid="5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2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55132 -0.0805413 E" pathEditMode="relative" ptsTypes="">
                                      <p:cBhvr>
                                        <p:cTn id="231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3" dur="1000" fill="hold"/>
                                        <p:tgtEl>
                                          <p:spTgt spid="5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2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73623 -0.0805413 E" pathEditMode="relative" ptsTypes="">
                                      <p:cBhvr>
                                        <p:cTn id="235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7" dur="1000" fill="hold"/>
                                        <p:tgtEl>
                                          <p:spTgt spid="5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2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92115 -0.0805413 E" pathEditMode="relative" ptsTypes="">
                                      <p:cBhvr>
                                        <p:cTn id="239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1" dur="1000" fill="hold"/>
                                        <p:tgtEl>
                                          <p:spTgt spid="5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24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10607 -0.0805413 E" pathEditMode="relative" ptsTypes="">
                                      <p:cBhvr>
                                        <p:cTn id="243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5" dur="1000" fill="hold"/>
                                        <p:tgtEl>
                                          <p:spTgt spid="5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24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55132 -0.0838287 E" pathEditMode="relative" ptsTypes="">
                                      <p:cBhvr>
                                        <p:cTn id="247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9" dur="1000" fill="hold"/>
                                        <p:tgtEl>
                                          <p:spTgt spid="6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25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73623 -0.0838287 E" pathEditMode="relative" ptsTypes="">
                                      <p:cBhvr>
                                        <p:cTn id="251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3" dur="1000" fill="hold"/>
                                        <p:tgtEl>
                                          <p:spTgt spid="6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25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92115 -0.0838287 E" pathEditMode="relative" ptsTypes="">
                                      <p:cBhvr>
                                        <p:cTn id="255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7" dur="1000" fill="hold"/>
                                        <p:tgtEl>
                                          <p:spTgt spid="6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25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10607 -0.0838287 E" pathEditMode="relative" ptsTypes="">
                                      <p:cBhvr>
                                        <p:cTn id="259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1" dur="1000" fill="hold"/>
                                        <p:tgtEl>
                                          <p:spTgt spid="6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26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55132 -0.0871161 E" pathEditMode="relative" ptsTypes="">
                                      <p:cBhvr>
                                        <p:cTn id="263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5" dur="1000" fill="hold"/>
                                        <p:tgtEl>
                                          <p:spTgt spid="6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26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73623 -0.0871161 E" pathEditMode="relative" ptsTypes="">
                                      <p:cBhvr>
                                        <p:cTn id="26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9" dur="1000" fill="hold"/>
                                        <p:tgtEl>
                                          <p:spTgt spid="6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27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92115 -0.0871161 E" pathEditMode="relative" ptsTypes="">
                                      <p:cBhvr>
                                        <p:cTn id="271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3" dur="1000" fill="hold"/>
                                        <p:tgtEl>
                                          <p:spTgt spid="6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27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10607 -0.0871161 E" pathEditMode="relative" ptsTypes="">
                                      <p:cBhvr>
                                        <p:cTn id="275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7" dur="1000" fill="hold"/>
                                        <p:tgtEl>
                                          <p:spTgt spid="6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27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603 -0.0643005 E" pathEditMode="relative" ptsTypes="">
                                      <p:cBhvr>
                                        <p:cTn id="279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1" dur="1000" fill="hold"/>
                                        <p:tgtEl>
                                          <p:spTgt spid="6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28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6093 -0.082185 E" pathEditMode="relative" ptsTypes="">
                                      <p:cBhvr>
                                        <p:cTn id="283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5" dur="1000" fill="hold"/>
                                        <p:tgtEl>
                                          <p:spTgt spid="6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2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38448 -0.0613433 E" pathEditMode="relative" ptsTypes="">
                                      <p:cBhvr>
                                        <p:cTn id="287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9" dur="1000" fill="hold"/>
                                        <p:tgtEl>
                                          <p:spTgt spid="7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2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28298 -0.0621652 E" pathEditMode="relative" ptsTypes="">
                                      <p:cBhvr>
                                        <p:cTn id="291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3" dur="1000" fill="hold"/>
                                        <p:tgtEl>
                                          <p:spTgt spid="7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2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38448 -0.082007 E" pathEditMode="relative" ptsTypes="">
                                      <p:cBhvr>
                                        <p:cTn id="295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7" dur="1000" fill="hold"/>
                                        <p:tgtEl>
                                          <p:spTgt spid="7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29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28298 -0.0828288 E" pathEditMode="relative" ptsTypes="">
                                      <p:cBhvr>
                                        <p:cTn id="299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1" dur="1000" fill="hold"/>
                                        <p:tgtEl>
                                          <p:spTgt spid="7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30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38448 -0.1026674 E" pathEditMode="relative" ptsTypes="">
                                      <p:cBhvr>
                                        <p:cTn id="303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5" dur="1000" fill="hold"/>
                                        <p:tgtEl>
                                          <p:spTgt spid="7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30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28298 -0.1034892 E" pathEditMode="relative" ptsTypes="">
                                      <p:cBhvr>
                                        <p:cTn id="307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9" dur="1000" fill="hold"/>
                                        <p:tgtEl>
                                          <p:spTgt spid="7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31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65186 -0.0615214 E" pathEditMode="relative" ptsTypes="">
                                      <p:cBhvr>
                                        <p:cTn id="311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3" dur="1000" fill="hold"/>
                                        <p:tgtEl>
                                          <p:spTgt spid="7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31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65186 -0.082185 E" pathEditMode="relative" ptsTypes="">
                                      <p:cBhvr>
                                        <p:cTn id="315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7" dur="1000" fill="hold"/>
                                        <p:tgtEl>
                                          <p:spTgt spid="7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31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65186 -0.1028487 E" pathEditMode="relative" ptsTypes="">
                                      <p:cBhvr>
                                        <p:cTn id="319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1" dur="1000" fill="hold"/>
                                        <p:tgtEl>
                                          <p:spTgt spid="7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32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81692 -0.0614126 E" pathEditMode="relative" ptsTypes="">
                                      <p:cBhvr>
                                        <p:cTn id="323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5" dur="1000" fill="hold"/>
                                        <p:tgtEl>
                                          <p:spTgt spid="7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3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89554 -0.0620388 E" pathEditMode="relative" ptsTypes="">
                                      <p:cBhvr>
                                        <p:cTn id="327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9" dur="1000" fill="hold"/>
                                        <p:tgtEl>
                                          <p:spTgt spid="8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3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81692 -0.0820762 E" pathEditMode="relative" ptsTypes="">
                                      <p:cBhvr>
                                        <p:cTn id="331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3" dur="1000" fill="hold"/>
                                        <p:tgtEl>
                                          <p:spTgt spid="8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3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89554 -0.0827024 E" pathEditMode="relative" ptsTypes="">
                                      <p:cBhvr>
                                        <p:cTn id="335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7" dur="1000" fill="hold"/>
                                        <p:tgtEl>
                                          <p:spTgt spid="8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3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81692 -0.1027374 E" pathEditMode="relative" ptsTypes="">
                                      <p:cBhvr>
                                        <p:cTn id="339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1" dur="1000" fill="hold"/>
                                        <p:tgtEl>
                                          <p:spTgt spid="8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34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89554 -0.1033636 E" pathEditMode="relative" ptsTypes="">
                                      <p:cBhvr>
                                        <p:cTn id="343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5" dur="1000" fill="hold"/>
                                        <p:tgtEl>
                                          <p:spTgt spid="8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34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41584 -0.0615214 E" pathEditMode="relative" ptsTypes="">
                                      <p:cBhvr>
                                        <p:cTn id="347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9" dur="1000" fill="hold"/>
                                        <p:tgtEl>
                                          <p:spTgt spid="8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35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03414 -0.0615214 E" pathEditMode="relative" ptsTypes="">
                                      <p:cBhvr>
                                        <p:cTn id="351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3" dur="1000" fill="hold"/>
                                        <p:tgtEl>
                                          <p:spTgt spid="8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35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41584 -0.082185 E" pathEditMode="relative" ptsTypes="">
                                      <p:cBhvr>
                                        <p:cTn id="355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7" dur="1000" fill="hold"/>
                                        <p:tgtEl>
                                          <p:spTgt spid="8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35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03414 -0.082185 E" pathEditMode="relative" ptsTypes="">
                                      <p:cBhvr>
                                        <p:cTn id="359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1" dur="1000" fill="hold"/>
                                        <p:tgtEl>
                                          <p:spTgt spid="8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36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41584 -0.1028487 E" pathEditMode="relative" ptsTypes="">
                                      <p:cBhvr>
                                        <p:cTn id="363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5" dur="1000" fill="hold"/>
                                        <p:tgtEl>
                                          <p:spTgt spid="8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36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03414 -0.1028487 E" pathEditMode="relative" ptsTypes="">
                                      <p:cBhvr>
                                        <p:cTn id="367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9" dur="1000" fill="hold"/>
                                        <p:tgtEl>
                                          <p:spTgt spid="9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37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33067 -0.082185 E" pathEditMode="relative" ptsTypes="">
                                      <p:cBhvr>
                                        <p:cTn id="371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3" dur="1000" fill="hold"/>
                                        <p:tgtEl>
                                          <p:spTgt spid="9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37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603 -0.1049985 E" pathEditMode="relative" ptsTypes="">
                                      <p:cBhvr>
                                        <p:cTn id="375" dur="1000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7" dur="1000" fill="hold"/>
                                        <p:tgtEl>
                                          <p:spTgt spid="31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37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1769 -0.0756572 E" pathEditMode="relative" ptsTypes="">
                                      <p:cBhvr>
                                        <p:cTn id="379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1" dur="1000" fill="hold"/>
                                        <p:tgtEl>
                                          <p:spTgt spid="9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38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93277 -0.0756572 E" pathEditMode="relative" ptsTypes="">
                                      <p:cBhvr>
                                        <p:cTn id="383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5" dur="1000" fill="hold"/>
                                        <p:tgtEl>
                                          <p:spTgt spid="9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3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4786 -0.0756572 E" pathEditMode="relative" ptsTypes="">
                                      <p:cBhvr>
                                        <p:cTn id="387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9" dur="1000" fill="hold"/>
                                        <p:tgtEl>
                                          <p:spTgt spid="9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3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6294 -0.0756572 E" pathEditMode="relative" ptsTypes="">
                                      <p:cBhvr>
                                        <p:cTn id="391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3" dur="1000" fill="hold"/>
                                        <p:tgtEl>
                                          <p:spTgt spid="9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3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37802 -0.0756572 E" pathEditMode="relative" ptsTypes="">
                                      <p:cBhvr>
                                        <p:cTn id="395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7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39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19311 -0.0756572 E" pathEditMode="relative" ptsTypes="">
                                      <p:cBhvr>
                                        <p:cTn id="399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1" dur="1000" fill="hold"/>
                                        <p:tgtEl>
                                          <p:spTgt spid="9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40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1769 -0.0789446 E" pathEditMode="relative" ptsTypes="">
                                      <p:cBhvr>
                                        <p:cTn id="403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5" dur="1000" fill="hold"/>
                                        <p:tgtEl>
                                          <p:spTgt spid="9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40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93277 -0.0789446 E" pathEditMode="relative" ptsTypes="">
                                      <p:cBhvr>
                                        <p:cTn id="407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9" dur="1000" fill="hold"/>
                                        <p:tgtEl>
                                          <p:spTgt spid="9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41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4786 -0.0789446 E" pathEditMode="relative" ptsTypes="">
                                      <p:cBhvr>
                                        <p:cTn id="411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3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41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6294 -0.0789446 E" pathEditMode="relative" ptsTypes="">
                                      <p:cBhvr>
                                        <p:cTn id="415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7" dur="1000" fill="hold"/>
                                        <p:tgtEl>
                                          <p:spTgt spid="10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41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37802 -0.0789446 E" pathEditMode="relative" ptsTypes="">
                                      <p:cBhvr>
                                        <p:cTn id="419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1" dur="1000" fill="hold"/>
                                        <p:tgtEl>
                                          <p:spTgt spid="10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42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19311 -0.0789446 E" pathEditMode="relative" ptsTypes="">
                                      <p:cBhvr>
                                        <p:cTn id="423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5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4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1769 -0.082232 E" pathEditMode="relative" ptsTypes="">
                                      <p:cBhvr>
                                        <p:cTn id="427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9" dur="1000" fill="hold"/>
                                        <p:tgtEl>
                                          <p:spTgt spid="10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4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93277 -0.082232 E" pathEditMode="relative" ptsTypes="">
                                      <p:cBhvr>
                                        <p:cTn id="431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3" dur="1000" fill="hold"/>
                                        <p:tgtEl>
                                          <p:spTgt spid="10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4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4786 -0.082232 E" pathEditMode="relative" ptsTypes="">
                                      <p:cBhvr>
                                        <p:cTn id="435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7" dur="1000" fill="hold"/>
                                        <p:tgtEl>
                                          <p:spTgt spid="10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4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6294 -0.082232 E" pathEditMode="relative" ptsTypes="">
                                      <p:cBhvr>
                                        <p:cTn id="439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1" dur="1000" fill="hold"/>
                                        <p:tgtEl>
                                          <p:spTgt spid="10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44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37802 -0.082232 E" pathEditMode="relative" ptsTypes="">
                                      <p:cBhvr>
                                        <p:cTn id="443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5" dur="1000" fill="hold"/>
                                        <p:tgtEl>
                                          <p:spTgt spid="10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44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19311 -0.082232 E" pathEditMode="relative" ptsTypes="">
                                      <p:cBhvr>
                                        <p:cTn id="447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9" dur="1000" fill="hold"/>
                                        <p:tgtEl>
                                          <p:spTgt spid="10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45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1769 -0.0855194 E" pathEditMode="relative" ptsTypes="">
                                      <p:cBhvr>
                                        <p:cTn id="451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3" dur="1000" fill="hold"/>
                                        <p:tgtEl>
                                          <p:spTgt spid="11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45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93277 -0.0855194 E" pathEditMode="relative" ptsTypes="">
                                      <p:cBhvr>
                                        <p:cTn id="455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7" dur="1000" fill="hold"/>
                                        <p:tgtEl>
                                          <p:spTgt spid="11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45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4786 -0.0855194 E" pathEditMode="relative" ptsTypes="">
                                      <p:cBhvr>
                                        <p:cTn id="459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1" dur="1000" fill="hold"/>
                                        <p:tgtEl>
                                          <p:spTgt spid="11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46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6294 -0.0855194 E" pathEditMode="relative" ptsTypes="">
                                      <p:cBhvr>
                                        <p:cTn id="463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5" dur="1000" fill="hold"/>
                                        <p:tgtEl>
                                          <p:spTgt spid="11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46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37802 -0.0855194 E" pathEditMode="relative" ptsTypes="">
                                      <p:cBhvr>
                                        <p:cTn id="467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9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47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19311 -0.0855194 E" pathEditMode="relative" ptsTypes="">
                                      <p:cBhvr>
                                        <p:cTn id="471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3" dur="1000" fill="hold"/>
                                        <p:tgtEl>
                                          <p:spTgt spid="11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47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1769 -0.0888068 E" pathEditMode="relative" ptsTypes="">
                                      <p:cBhvr>
                                        <p:cTn id="475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7" dur="1000" fill="hold"/>
                                        <p:tgtEl>
                                          <p:spTgt spid="11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47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93277 -0.0888068 E" pathEditMode="relative" ptsTypes="">
                                      <p:cBhvr>
                                        <p:cTn id="479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1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48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4786 -0.0888068 E" pathEditMode="relative" ptsTypes="">
                                      <p:cBhvr>
                                        <p:cTn id="483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5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4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6294 -0.0888068 E" pathEditMode="relative" ptsTypes="">
                                      <p:cBhvr>
                                        <p:cTn id="487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9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4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37802 -0.0888068 E" pathEditMode="relative" ptsTypes="">
                                      <p:cBhvr>
                                        <p:cTn id="491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3" dur="1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4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19311 -0.0888068 E" pathEditMode="relative" ptsTypes="">
                                      <p:cBhvr>
                                        <p:cTn id="495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7" dur="1000" fill="hold"/>
                                        <p:tgtEl>
                                          <p:spTgt spid="12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49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1769 -0.0920942 E" pathEditMode="relative" ptsTypes="">
                                      <p:cBhvr>
                                        <p:cTn id="499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1" dur="1000" fill="hold"/>
                                        <p:tgtEl>
                                          <p:spTgt spid="12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50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93277 -0.0920942 E" pathEditMode="relative" ptsTypes="">
                                      <p:cBhvr>
                                        <p:cTn id="503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5" dur="1000" fill="hold"/>
                                        <p:tgtEl>
                                          <p:spTgt spid="12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50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4786 -0.0920942 E" pathEditMode="relative" ptsTypes="">
                                      <p:cBhvr>
                                        <p:cTn id="507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9" dur="1000" fill="hold"/>
                                        <p:tgtEl>
                                          <p:spTgt spid="12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51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6294 -0.0920942 E" pathEditMode="relative" ptsTypes="">
                                      <p:cBhvr>
                                        <p:cTn id="511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3" dur="1000" fill="hold"/>
                                        <p:tgtEl>
                                          <p:spTgt spid="12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51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37802 -0.0920942 E" pathEditMode="relative" ptsTypes="">
                                      <p:cBhvr>
                                        <p:cTn id="515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7" dur="1000" fill="hold"/>
                                        <p:tgtEl>
                                          <p:spTgt spid="12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51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19311 -0.0920942 E" pathEditMode="relative" ptsTypes="">
                                      <p:cBhvr>
                                        <p:cTn id="519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1" dur="1000" fill="hold"/>
                                        <p:tgtEl>
                                          <p:spTgt spid="12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52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61472 -0.0761268 E" pathEditMode="relative" ptsTypes="">
                                      <p:cBhvr>
                                        <p:cTn id="523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5" dur="1000" fill="hold"/>
                                        <p:tgtEl>
                                          <p:spTgt spid="12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5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79963 -0.0761268 E" pathEditMode="relative" ptsTypes="">
                                      <p:cBhvr>
                                        <p:cTn id="527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9" dur="1000" fill="hold"/>
                                        <p:tgtEl>
                                          <p:spTgt spid="12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5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98455 -0.0761268 E" pathEditMode="relative" ptsTypes="">
                                      <p:cBhvr>
                                        <p:cTn id="531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33" dur="1000" fill="hold"/>
                                        <p:tgtEl>
                                          <p:spTgt spid="13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5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16947 -0.0761268 E" pathEditMode="relative" ptsTypes="">
                                      <p:cBhvr>
                                        <p:cTn id="535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37" dur="1000" fill="hold"/>
                                        <p:tgtEl>
                                          <p:spTgt spid="13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5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61472 -0.0794142 E" pathEditMode="relative" ptsTypes="">
                                      <p:cBhvr>
                                        <p:cTn id="539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1" dur="1000" fill="hold"/>
                                        <p:tgtEl>
                                          <p:spTgt spid="13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54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79963 -0.0794142 E" pathEditMode="relative" ptsTypes="">
                                      <p:cBhvr>
                                        <p:cTn id="543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5" dur="1000" fill="hold"/>
                                        <p:tgtEl>
                                          <p:spTgt spid="13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54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98455 -0.0794142 E" pathEditMode="relative" ptsTypes="">
                                      <p:cBhvr>
                                        <p:cTn id="547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9" dur="1000" fill="hold"/>
                                        <p:tgtEl>
                                          <p:spTgt spid="13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55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16947 -0.0794142 E" pathEditMode="relative" ptsTypes="">
                                      <p:cBhvr>
                                        <p:cTn id="551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53" dur="1000" fill="hold"/>
                                        <p:tgtEl>
                                          <p:spTgt spid="13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55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61472 -0.0827016 E" pathEditMode="relative" ptsTypes="">
                                      <p:cBhvr>
                                        <p:cTn id="555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57" dur="1000" fill="hold"/>
                                        <p:tgtEl>
                                          <p:spTgt spid="13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55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79963 -0.0827016 E" pathEditMode="relative" ptsTypes="">
                                      <p:cBhvr>
                                        <p:cTn id="559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61" dur="1000" fill="hold"/>
                                        <p:tgtEl>
                                          <p:spTgt spid="13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56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98455 -0.0827016 E" pathEditMode="relative" ptsTypes="">
                                      <p:cBhvr>
                                        <p:cTn id="563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65" dur="1000" fill="hold"/>
                                        <p:tgtEl>
                                          <p:spTgt spid="13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56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16947 -0.0827016 E" pathEditMode="relative" ptsTypes="">
                                      <p:cBhvr>
                                        <p:cTn id="567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69" dur="1000" fill="hold"/>
                                        <p:tgtEl>
                                          <p:spTgt spid="13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57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61472 -0.085989 E" pathEditMode="relative" ptsTypes="">
                                      <p:cBhvr>
                                        <p:cTn id="571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73" dur="1000" fill="hold"/>
                                        <p:tgtEl>
                                          <p:spTgt spid="14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57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79963 -0.085989 E" pathEditMode="relative" ptsTypes="">
                                      <p:cBhvr>
                                        <p:cTn id="575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77" dur="1000" fill="hold"/>
                                        <p:tgtEl>
                                          <p:spTgt spid="14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57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98455 -0.085989 E" pathEditMode="relative" ptsTypes="">
                                      <p:cBhvr>
                                        <p:cTn id="579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81" dur="1000" fill="hold"/>
                                        <p:tgtEl>
                                          <p:spTgt spid="14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58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16947 -0.085989 E" pathEditMode="relative" ptsTypes="">
                                      <p:cBhvr>
                                        <p:cTn id="583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85" dur="1000" fill="hold"/>
                                        <p:tgtEl>
                                          <p:spTgt spid="14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5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99115 -0.0599246 E" pathEditMode="relative" ptsTypes="">
                                      <p:cBhvr>
                                        <p:cTn id="587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89" dur="1000" fill="hold"/>
                                        <p:tgtEl>
                                          <p:spTgt spid="14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5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0624 -0.0599246 E" pathEditMode="relative" ptsTypes="">
                                      <p:cBhvr>
                                        <p:cTn id="591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93" dur="1000" fill="hold"/>
                                        <p:tgtEl>
                                          <p:spTgt spid="14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5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62132 -0.0599246 E" pathEditMode="relative" ptsTypes="">
                                      <p:cBhvr>
                                        <p:cTn id="595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97" dur="1000" fill="hold"/>
                                        <p:tgtEl>
                                          <p:spTgt spid="14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59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99115 -0.063212 E" pathEditMode="relative" ptsTypes="">
                                      <p:cBhvr>
                                        <p:cTn id="599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1" dur="1000" fill="hold"/>
                                        <p:tgtEl>
                                          <p:spTgt spid="14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60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0624 -0.063212 E" pathEditMode="relative" ptsTypes="">
                                      <p:cBhvr>
                                        <p:cTn id="603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5" dur="1000" fill="hold"/>
                                        <p:tgtEl>
                                          <p:spTgt spid="14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60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62132 -0.063212 E" pathEditMode="relative" ptsTypes="">
                                      <p:cBhvr>
                                        <p:cTn id="607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9" dur="1000" fill="hold"/>
                                        <p:tgtEl>
                                          <p:spTgt spid="14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61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99115 -0.0664994 E" pathEditMode="relative" ptsTypes="">
                                      <p:cBhvr>
                                        <p:cTn id="611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13" dur="1000" fill="hold"/>
                                        <p:tgtEl>
                                          <p:spTgt spid="15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61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0624 -0.0664994 E" pathEditMode="relative" ptsTypes="">
                                      <p:cBhvr>
                                        <p:cTn id="615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17" dur="1000" fill="hold"/>
                                        <p:tgtEl>
                                          <p:spTgt spid="15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61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62132 -0.0664994 E" pathEditMode="relative" ptsTypes="">
                                      <p:cBhvr>
                                        <p:cTn id="619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21" dur="1000" fill="hold"/>
                                        <p:tgtEl>
                                          <p:spTgt spid="15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62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99115 -0.0805883 E" pathEditMode="relative" ptsTypes="">
                                      <p:cBhvr>
                                        <p:cTn id="623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25" dur="1000" fill="hold"/>
                                        <p:tgtEl>
                                          <p:spTgt spid="15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6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0624 -0.0805883 E" pathEditMode="relative" ptsTypes="">
                                      <p:cBhvr>
                                        <p:cTn id="627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29" dur="1000" fill="hold"/>
                                        <p:tgtEl>
                                          <p:spTgt spid="15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6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62132 -0.0805883 E" pathEditMode="relative" ptsTypes="">
                                      <p:cBhvr>
                                        <p:cTn id="631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33" dur="1000" fill="hold"/>
                                        <p:tgtEl>
                                          <p:spTgt spid="15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6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99115 -0.0838757 E" pathEditMode="relative" ptsTypes="">
                                      <p:cBhvr>
                                        <p:cTn id="635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37" dur="1000" fill="hold"/>
                                        <p:tgtEl>
                                          <p:spTgt spid="15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6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0624 -0.0838757 E" pathEditMode="relative" ptsTypes="">
                                      <p:cBhvr>
                                        <p:cTn id="639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41" dur="1000" fill="hold"/>
                                        <p:tgtEl>
                                          <p:spTgt spid="15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64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62132 -0.0838757 E" pathEditMode="relative" ptsTypes="">
                                      <p:cBhvr>
                                        <p:cTn id="643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45" dur="1000" fill="hold"/>
                                        <p:tgtEl>
                                          <p:spTgt spid="15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64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99115 -0.0871631 E" pathEditMode="relative" ptsTypes="">
                                      <p:cBhvr>
                                        <p:cTn id="647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49" dur="1000" fill="hold"/>
                                        <p:tgtEl>
                                          <p:spTgt spid="15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65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0624 -0.0871631 E" pathEditMode="relative" ptsTypes="">
                                      <p:cBhvr>
                                        <p:cTn id="651" dur="1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53" dur="1000" fill="hold"/>
                                        <p:tgtEl>
                                          <p:spTgt spid="16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65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62132 -0.0871631 E" pathEditMode="relative" ptsTypes="">
                                      <p:cBhvr>
                                        <p:cTn id="655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57" dur="1000" fill="hold"/>
                                        <p:tgtEl>
                                          <p:spTgt spid="16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65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99115 -0.1012519 E" pathEditMode="relative" ptsTypes="">
                                      <p:cBhvr>
                                        <p:cTn id="659" dur="10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61" dur="1000" fill="hold"/>
                                        <p:tgtEl>
                                          <p:spTgt spid="16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66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0624 -0.1012519 E" pathEditMode="relative" ptsTypes="">
                                      <p:cBhvr>
                                        <p:cTn id="663" dur="10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65" dur="1000" fill="hold"/>
                                        <p:tgtEl>
                                          <p:spTgt spid="16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66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62132 -0.1012519 E" pathEditMode="relative" ptsTypes="">
                                      <p:cBhvr>
                                        <p:cTn id="667" dur="10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69" dur="1000" fill="hold"/>
                                        <p:tgtEl>
                                          <p:spTgt spid="16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67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99115 -0.1045393 E" pathEditMode="relative" ptsTypes="">
                                      <p:cBhvr>
                                        <p:cTn id="671" dur="10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73" dur="1000" fill="hold"/>
                                        <p:tgtEl>
                                          <p:spTgt spid="16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67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0624 -0.1045393 E" pathEditMode="relative" ptsTypes="">
                                      <p:cBhvr>
                                        <p:cTn id="675" dur="10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77" dur="1000" fill="hold"/>
                                        <p:tgtEl>
                                          <p:spTgt spid="16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67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62132 -0.1045393 E" pathEditMode="relative" ptsTypes="">
                                      <p:cBhvr>
                                        <p:cTn id="679" dur="10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81" dur="1000" fill="hold"/>
                                        <p:tgtEl>
                                          <p:spTgt spid="16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68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99115 -0.1078267 E" pathEditMode="relative" ptsTypes="">
                                      <p:cBhvr>
                                        <p:cTn id="683" dur="10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85" dur="1000" fill="hold"/>
                                        <p:tgtEl>
                                          <p:spTgt spid="16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6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0624 -0.1078267 E" pathEditMode="relative" ptsTypes="">
                                      <p:cBhvr>
                                        <p:cTn id="687" dur="10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89" dur="1000" fill="hold"/>
                                        <p:tgtEl>
                                          <p:spTgt spid="16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6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62132 -0.1078267 E" pathEditMode="relative" ptsTypes="">
                                      <p:cBhvr>
                                        <p:cTn id="691" dur="10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93" dur="1000" fill="hold"/>
                                        <p:tgtEl>
                                          <p:spTgt spid="17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6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02259 -0.0739665 E" pathEditMode="relative" ptsTypes="">
                                      <p:cBhvr>
                                        <p:cTn id="695" dur="10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97" dur="1000" fill="hold"/>
                                        <p:tgtEl>
                                          <p:spTgt spid="17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69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83767 -0.0739665 E" pathEditMode="relative" ptsTypes="">
                                      <p:cBhvr>
                                        <p:cTn id="699" dur="10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01" dur="1000" fill="hold"/>
                                        <p:tgtEl>
                                          <p:spTgt spid="17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70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5276 -0.0739665 E" pathEditMode="relative" ptsTypes="">
                                      <p:cBhvr>
                                        <p:cTn id="703" dur="10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05" dur="1000" fill="hold"/>
                                        <p:tgtEl>
                                          <p:spTgt spid="17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70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46784 -0.0739665 E" pathEditMode="relative" ptsTypes="">
                                      <p:cBhvr>
                                        <p:cTn id="707" dur="10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09" dur="1000" fill="hold"/>
                                        <p:tgtEl>
                                          <p:spTgt spid="17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71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28292 -0.0739665 E" pathEditMode="relative" ptsTypes="">
                                      <p:cBhvr>
                                        <p:cTn id="711" dur="10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13" dur="1000" fill="hold"/>
                                        <p:tgtEl>
                                          <p:spTgt spid="17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71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09801 -0.0739665 E" pathEditMode="relative" ptsTypes="">
                                      <p:cBhvr>
                                        <p:cTn id="715" dur="10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17" dur="1000" fill="hold"/>
                                        <p:tgtEl>
                                          <p:spTgt spid="17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71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02259 -0.0772539 E" pathEditMode="relative" ptsTypes="">
                                      <p:cBhvr>
                                        <p:cTn id="719" dur="10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21" dur="1000" fill="hold"/>
                                        <p:tgtEl>
                                          <p:spTgt spid="17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72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83767 -0.0772539 E" pathEditMode="relative" ptsTypes="">
                                      <p:cBhvr>
                                        <p:cTn id="723" dur="10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25" dur="1000" fill="hold"/>
                                        <p:tgtEl>
                                          <p:spTgt spid="17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7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5276 -0.0772539 E" pathEditMode="relative" ptsTypes="">
                                      <p:cBhvr>
                                        <p:cTn id="727" dur="10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29" dur="1000" fill="hold"/>
                                        <p:tgtEl>
                                          <p:spTgt spid="17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7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46784 -0.0772539 E" pathEditMode="relative" ptsTypes="">
                                      <p:cBhvr>
                                        <p:cTn id="731" dur="10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33" dur="1000" fill="hold"/>
                                        <p:tgtEl>
                                          <p:spTgt spid="18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7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28292 -0.0772539 E" pathEditMode="relative" ptsTypes="">
                                      <p:cBhvr>
                                        <p:cTn id="735" dur="10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37" dur="1000" fill="hold"/>
                                        <p:tgtEl>
                                          <p:spTgt spid="18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7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09801 -0.0772539 E" pathEditMode="relative" ptsTypes="">
                                      <p:cBhvr>
                                        <p:cTn id="739" dur="10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41" dur="1000" fill="hold"/>
                                        <p:tgtEl>
                                          <p:spTgt spid="18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74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02259 -0.0805413 E" pathEditMode="relative" ptsTypes="">
                                      <p:cBhvr>
                                        <p:cTn id="743" dur="10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45" dur="1000" fill="hold"/>
                                        <p:tgtEl>
                                          <p:spTgt spid="18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74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83767 -0.0805413 E" pathEditMode="relative" ptsTypes="">
                                      <p:cBhvr>
                                        <p:cTn id="747" dur="10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49" dur="1000" fill="hold"/>
                                        <p:tgtEl>
                                          <p:spTgt spid="18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75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5276 -0.0805413 E" pathEditMode="relative" ptsTypes="">
                                      <p:cBhvr>
                                        <p:cTn id="751" dur="10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53" dur="1000" fill="hold"/>
                                        <p:tgtEl>
                                          <p:spTgt spid="18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75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46784 -0.0805413 E" pathEditMode="relative" ptsTypes="">
                                      <p:cBhvr>
                                        <p:cTn id="755" dur="10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57" dur="1000" fill="hold"/>
                                        <p:tgtEl>
                                          <p:spTgt spid="18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75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28292 -0.0805413 E" pathEditMode="relative" ptsTypes="">
                                      <p:cBhvr>
                                        <p:cTn id="759" dur="10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61" dur="1000" fill="hold"/>
                                        <p:tgtEl>
                                          <p:spTgt spid="18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76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09801 -0.0805413 E" pathEditMode="relative" ptsTypes="">
                                      <p:cBhvr>
                                        <p:cTn id="763" dur="10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65" dur="1000" fill="hold"/>
                                        <p:tgtEl>
                                          <p:spTgt spid="18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76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02259 -0.0838287 E" pathEditMode="relative" ptsTypes="">
                                      <p:cBhvr>
                                        <p:cTn id="767" dur="10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69" dur="1000" fill="hold"/>
                                        <p:tgtEl>
                                          <p:spTgt spid="18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77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83767 -0.0838287 E" pathEditMode="relative" ptsTypes="">
                                      <p:cBhvr>
                                        <p:cTn id="771" dur="10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73" dur="1000" fill="hold"/>
                                        <p:tgtEl>
                                          <p:spTgt spid="19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77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5276 -0.0838287 E" pathEditMode="relative" ptsTypes="">
                                      <p:cBhvr>
                                        <p:cTn id="775" dur="10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77" dur="1000" fill="hold"/>
                                        <p:tgtEl>
                                          <p:spTgt spid="19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77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46784 -0.0838287 E" pathEditMode="relative" ptsTypes="">
                                      <p:cBhvr>
                                        <p:cTn id="779" dur="10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81" dur="1000" fill="hold"/>
                                        <p:tgtEl>
                                          <p:spTgt spid="19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78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28292 -0.0838287 E" pathEditMode="relative" ptsTypes="">
                                      <p:cBhvr>
                                        <p:cTn id="783" dur="10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85" dur="1000" fill="hold"/>
                                        <p:tgtEl>
                                          <p:spTgt spid="19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7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09801 -0.0838287 E" pathEditMode="relative" ptsTypes="">
                                      <p:cBhvr>
                                        <p:cTn id="787" dur="1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89" dur="1000" fill="hold"/>
                                        <p:tgtEl>
                                          <p:spTgt spid="19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7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02259 -0.0871161 E" pathEditMode="relative" ptsTypes="">
                                      <p:cBhvr>
                                        <p:cTn id="791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93" dur="1000" fill="hold"/>
                                        <p:tgtEl>
                                          <p:spTgt spid="19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7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83767 -0.0871161 E" pathEditMode="relative" ptsTypes="">
                                      <p:cBhvr>
                                        <p:cTn id="795" dur="10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97" dur="1000" fill="hold"/>
                                        <p:tgtEl>
                                          <p:spTgt spid="19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79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5276 -0.0871161 E" pathEditMode="relative" ptsTypes="">
                                      <p:cBhvr>
                                        <p:cTn id="799" dur="10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01" dur="1000" fill="hold"/>
                                        <p:tgtEl>
                                          <p:spTgt spid="19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80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46784 -0.0871161 E" pathEditMode="relative" ptsTypes="">
                                      <p:cBhvr>
                                        <p:cTn id="803" dur="10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05" dur="1000" fill="hold"/>
                                        <p:tgtEl>
                                          <p:spTgt spid="19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80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28292 -0.0871161 E" pathEditMode="relative" ptsTypes="">
                                      <p:cBhvr>
                                        <p:cTn id="807" dur="10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09" dur="1000" fill="hold"/>
                                        <p:tgtEl>
                                          <p:spTgt spid="19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81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09801 -0.0871161 E" pathEditMode="relative" ptsTypes="">
                                      <p:cBhvr>
                                        <p:cTn id="811" dur="10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13" dur="1000" fill="hold"/>
                                        <p:tgtEl>
                                          <p:spTgt spid="20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81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02259 -0.0904035 E" pathEditMode="relative" ptsTypes="">
                                      <p:cBhvr>
                                        <p:cTn id="815" dur="10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17" dur="1000" fill="hold"/>
                                        <p:tgtEl>
                                          <p:spTgt spid="20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81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83767 -0.0904035 E" pathEditMode="relative" ptsTypes="">
                                      <p:cBhvr>
                                        <p:cTn id="819" dur="10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21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82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5276 -0.0904035 E" pathEditMode="relative" ptsTypes="">
                                      <p:cBhvr>
                                        <p:cTn id="823" dur="10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25" dur="1000" fill="hold"/>
                                        <p:tgtEl>
                                          <p:spTgt spid="20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8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46784 -0.0904035 E" pathEditMode="relative" ptsTypes="">
                                      <p:cBhvr>
                                        <p:cTn id="827" dur="10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29" dur="1000" fill="hold"/>
                                        <p:tgtEl>
                                          <p:spTgt spid="20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8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28292 -0.0904035 E" pathEditMode="relative" ptsTypes="">
                                      <p:cBhvr>
                                        <p:cTn id="831" dur="10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33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8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09801 -0.0904035 E" pathEditMode="relative" ptsTypes="">
                                      <p:cBhvr>
                                        <p:cTn id="835" dur="10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37" dur="1000" fill="hold"/>
                                        <p:tgtEl>
                                          <p:spTgt spid="20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8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67812 -0.0749997 E" pathEditMode="relative" ptsTypes="">
                                      <p:cBhvr>
                                        <p:cTn id="839" dur="10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41" dur="1000" fill="hold"/>
                                        <p:tgtEl>
                                          <p:spTgt spid="20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84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6303 -0.0749997 E" pathEditMode="relative" ptsTypes="">
                                      <p:cBhvr>
                                        <p:cTn id="843" dur="10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45" dur="1000" fill="hold"/>
                                        <p:tgtEl>
                                          <p:spTgt spid="20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84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04795 -0.0749997 E" pathEditMode="relative" ptsTypes="">
                                      <p:cBhvr>
                                        <p:cTn id="847" dur="10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49" dur="1000" fill="hold"/>
                                        <p:tgtEl>
                                          <p:spTgt spid="20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85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23286 -0.0749997 E" pathEditMode="relative" ptsTypes="">
                                      <p:cBhvr>
                                        <p:cTn id="851" dur="10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53" dur="1000" fill="hold"/>
                                        <p:tgtEl>
                                          <p:spTgt spid="21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85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67812 -0.0782871 E" pathEditMode="relative" ptsTypes="">
                                      <p:cBhvr>
                                        <p:cTn id="855" dur="10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57" dur="1000" fill="hold"/>
                                        <p:tgtEl>
                                          <p:spTgt spid="21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85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6303 -0.0782871 E" pathEditMode="relative" ptsTypes="">
                                      <p:cBhvr>
                                        <p:cTn id="859" dur="10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61" dur="1000" fill="hold"/>
                                        <p:tgtEl>
                                          <p:spTgt spid="21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86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04795 -0.0782871 E" pathEditMode="relative" ptsTypes="">
                                      <p:cBhvr>
                                        <p:cTn id="863" dur="10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65" dur="1000" fill="hold"/>
                                        <p:tgtEl>
                                          <p:spTgt spid="21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86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23286 -0.0782871 E" pathEditMode="relative" ptsTypes="">
                                      <p:cBhvr>
                                        <p:cTn id="867" dur="10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69" dur="1000" fill="hold"/>
                                        <p:tgtEl>
                                          <p:spTgt spid="21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87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67812 -0.0815745 E" pathEditMode="relative" ptsTypes="">
                                      <p:cBhvr>
                                        <p:cTn id="871" dur="10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73" dur="1000" fill="hold"/>
                                        <p:tgtEl>
                                          <p:spTgt spid="21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87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6303 -0.0815745 E" pathEditMode="relative" ptsTypes="">
                                      <p:cBhvr>
                                        <p:cTn id="875" dur="10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77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87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04795 -0.0815745 E" pathEditMode="relative" ptsTypes="">
                                      <p:cBhvr>
                                        <p:cTn id="879" dur="10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81" dur="1000" fill="hold"/>
                                        <p:tgtEl>
                                          <p:spTgt spid="21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88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23286 -0.0815745 E" pathEditMode="relative" ptsTypes="">
                                      <p:cBhvr>
                                        <p:cTn id="883" dur="1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85" dur="1000" fill="hold"/>
                                        <p:tgtEl>
                                          <p:spTgt spid="21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8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67812 -0.0848619 E" pathEditMode="relative" ptsTypes="">
                                      <p:cBhvr>
                                        <p:cTn id="887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89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8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6303 -0.0848619 E" pathEditMode="relative" ptsTypes="">
                                      <p:cBhvr>
                                        <p:cTn id="891" dur="10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93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8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04795 -0.0848619 E" pathEditMode="relative" ptsTypes="">
                                      <p:cBhvr>
                                        <p:cTn id="895" dur="10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97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89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23286 -0.0848619 E" pathEditMode="relative" ptsTypes="">
                                      <p:cBhvr>
                                        <p:cTn id="899" dur="10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01" dur="1000" fill="hold"/>
                                        <p:tgtEl>
                                          <p:spTgt spid="22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90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9605 -0.058234 E" pathEditMode="relative" ptsTypes="">
                                      <p:cBhvr>
                                        <p:cTn id="903" dur="10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05" dur="1000" fill="hold"/>
                                        <p:tgtEl>
                                          <p:spTgt spid="22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90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71114 -0.058234 E" pathEditMode="relative" ptsTypes="">
                                      <p:cBhvr>
                                        <p:cTn id="907" dur="10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09" dur="1000" fill="hold"/>
                                        <p:tgtEl>
                                          <p:spTgt spid="22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91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52622 -0.058234 E" pathEditMode="relative" ptsTypes="">
                                      <p:cBhvr>
                                        <p:cTn id="911" dur="10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13" dur="1000" fill="hold"/>
                                        <p:tgtEl>
                                          <p:spTgt spid="22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91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9605 -0.0615214 E" pathEditMode="relative" ptsTypes="">
                                      <p:cBhvr>
                                        <p:cTn id="915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17" dur="1000" fill="hold"/>
                                        <p:tgtEl>
                                          <p:spTgt spid="22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91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71114 -0.0615214 E" pathEditMode="relative" ptsTypes="">
                                      <p:cBhvr>
                                        <p:cTn id="919" dur="10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21" dur="1000" fill="hold"/>
                                        <p:tgtEl>
                                          <p:spTgt spid="22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92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52622 -0.0615214 E" pathEditMode="relative" ptsTypes="">
                                      <p:cBhvr>
                                        <p:cTn id="923" dur="10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25" dur="1000" fill="hold"/>
                                        <p:tgtEl>
                                          <p:spTgt spid="22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9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9605 -0.0648088 E" pathEditMode="relative" ptsTypes="">
                                      <p:cBhvr>
                                        <p:cTn id="927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29" dur="1000" fill="hold"/>
                                        <p:tgtEl>
                                          <p:spTgt spid="22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9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71114 -0.0648088 E" pathEditMode="relative" ptsTypes="">
                                      <p:cBhvr>
                                        <p:cTn id="931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33" dur="1000" fill="hold"/>
                                        <p:tgtEl>
                                          <p:spTgt spid="23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9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52622 -0.0648088 E" pathEditMode="relative" ptsTypes="">
                                      <p:cBhvr>
                                        <p:cTn id="935" dur="1000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37" dur="1000" fill="hold"/>
                                        <p:tgtEl>
                                          <p:spTgt spid="23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9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9605 -0.0788976 E" pathEditMode="relative" ptsTypes="">
                                      <p:cBhvr>
                                        <p:cTn id="939" dur="10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41" dur="1000" fill="hold"/>
                                        <p:tgtEl>
                                          <p:spTgt spid="23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94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71114 -0.0788976 E" pathEditMode="relative" ptsTypes="">
                                      <p:cBhvr>
                                        <p:cTn id="943" dur="10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45" dur="1000" fill="hold"/>
                                        <p:tgtEl>
                                          <p:spTgt spid="23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94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52622 -0.0788976 E" pathEditMode="relative" ptsTypes="">
                                      <p:cBhvr>
                                        <p:cTn id="947" dur="1000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49" dur="1000" fill="hold"/>
                                        <p:tgtEl>
                                          <p:spTgt spid="23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95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9605 -0.082185 E" pathEditMode="relative" ptsTypes="">
                                      <p:cBhvr>
                                        <p:cTn id="951" dur="1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53" dur="1000" fill="hold"/>
                                        <p:tgtEl>
                                          <p:spTgt spid="23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95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71114 -0.082185 E" pathEditMode="relative" ptsTypes="">
                                      <p:cBhvr>
                                        <p:cTn id="955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57" dur="1000" fill="hold"/>
                                        <p:tgtEl>
                                          <p:spTgt spid="23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95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52622 -0.082185 E" pathEditMode="relative" ptsTypes="">
                                      <p:cBhvr>
                                        <p:cTn id="959" dur="1000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61" dur="1000" fill="hold"/>
                                        <p:tgtEl>
                                          <p:spTgt spid="23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96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9605 -0.0854724 E" pathEditMode="relative" ptsTypes="">
                                      <p:cBhvr>
                                        <p:cTn id="963" dur="10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65" dur="1000" fill="hold"/>
                                        <p:tgtEl>
                                          <p:spTgt spid="23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96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71114 -0.0854724 E" pathEditMode="relative" ptsTypes="">
                                      <p:cBhvr>
                                        <p:cTn id="967" dur="10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69" dur="1000" fill="hold"/>
                                        <p:tgtEl>
                                          <p:spTgt spid="23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97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52622 -0.0854724 E" pathEditMode="relative" ptsTypes="">
                                      <p:cBhvr>
                                        <p:cTn id="971" dur="100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73" dur="1000" fill="hold"/>
                                        <p:tgtEl>
                                          <p:spTgt spid="24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97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9605 -0.0995613 E" pathEditMode="relative" ptsTypes="">
                                      <p:cBhvr>
                                        <p:cTn id="975" dur="10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77" dur="1000" fill="hold"/>
                                        <p:tgtEl>
                                          <p:spTgt spid="24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97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71114 -0.0995613 E" pathEditMode="relative" ptsTypes="">
                                      <p:cBhvr>
                                        <p:cTn id="979" dur="10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81" dur="1000" fill="hold"/>
                                        <p:tgtEl>
                                          <p:spTgt spid="24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98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52622 -0.0995613 E" pathEditMode="relative" ptsTypes="">
                                      <p:cBhvr>
                                        <p:cTn id="983" dur="10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85" dur="1000" fill="hold"/>
                                        <p:tgtEl>
                                          <p:spTgt spid="24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9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9605 -0.1028487 E" pathEditMode="relative" ptsTypes="">
                                      <p:cBhvr>
                                        <p:cTn id="987" dur="10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89" dur="1000" fill="hold"/>
                                        <p:tgtEl>
                                          <p:spTgt spid="24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9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71114 -0.1028487 E" pathEditMode="relative" ptsTypes="">
                                      <p:cBhvr>
                                        <p:cTn id="991" dur="1000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93" dur="1000" fill="hold"/>
                                        <p:tgtEl>
                                          <p:spTgt spid="24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9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52622 -0.1028487 E" pathEditMode="relative" ptsTypes="">
                                      <p:cBhvr>
                                        <p:cTn id="995" dur="1000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97" dur="1000" fill="hold"/>
                                        <p:tgtEl>
                                          <p:spTgt spid="24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99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9605 -0.1061361 E" pathEditMode="relative" ptsTypes="">
                                      <p:cBhvr>
                                        <p:cTn id="999" dur="100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01" dur="1000" fill="hold"/>
                                        <p:tgtEl>
                                          <p:spTgt spid="24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00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71114 -0.1061361 E" pathEditMode="relative" ptsTypes="">
                                      <p:cBhvr>
                                        <p:cTn id="1003" dur="1000" fill="hold"/>
                                        <p:tgtEl>
                                          <p:spTgt spid="2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05" dur="1000" fill="hold"/>
                                        <p:tgtEl>
                                          <p:spTgt spid="24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00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52622 -0.1061361 E" pathEditMode="relative" ptsTypes="">
                                      <p:cBhvr>
                                        <p:cTn id="1007" dur="1000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09" dur="1000" fill="hold"/>
                                        <p:tgtEl>
                                          <p:spTgt spid="24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01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92749 -0.0722759 E" pathEditMode="relative" ptsTypes="">
                                      <p:cBhvr>
                                        <p:cTn id="1011" dur="100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13" dur="1000" fill="hold"/>
                                        <p:tgtEl>
                                          <p:spTgt spid="25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01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4257 -0.0722759 E" pathEditMode="relative" ptsTypes="">
                                      <p:cBhvr>
                                        <p:cTn id="1015" dur="1000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17" dur="1000" fill="hold"/>
                                        <p:tgtEl>
                                          <p:spTgt spid="25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01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5766 -0.0722759 E" pathEditMode="relative" ptsTypes="">
                                      <p:cBhvr>
                                        <p:cTn id="1019" dur="10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2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21" dur="1000" fill="hold"/>
                                        <p:tgtEl>
                                          <p:spTgt spid="25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02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37274 -0.0722759 E" pathEditMode="relative" ptsTypes="">
                                      <p:cBhvr>
                                        <p:cTn id="1023" dur="1000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2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25" dur="1000" fill="hold"/>
                                        <p:tgtEl>
                                          <p:spTgt spid="25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0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18782 -0.0722759 E" pathEditMode="relative" ptsTypes="">
                                      <p:cBhvr>
                                        <p:cTn id="1027" dur="1000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2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29" dur="1000" fill="hold"/>
                                        <p:tgtEl>
                                          <p:spTgt spid="25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0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00291 -0.0722759 E" pathEditMode="relative" ptsTypes="">
                                      <p:cBhvr>
                                        <p:cTn id="1031" dur="10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33" dur="1000" fill="hold"/>
                                        <p:tgtEl>
                                          <p:spTgt spid="25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0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92749 -0.0755633 E" pathEditMode="relative" ptsTypes="">
                                      <p:cBhvr>
                                        <p:cTn id="1035" dur="10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37" dur="1000" fill="hold"/>
                                        <p:tgtEl>
                                          <p:spTgt spid="25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0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4257 -0.0755633 E" pathEditMode="relative" ptsTypes="">
                                      <p:cBhvr>
                                        <p:cTn id="1039" dur="10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4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41" dur="1000" fill="hold"/>
                                        <p:tgtEl>
                                          <p:spTgt spid="25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04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5766 -0.0755633 E" pathEditMode="relative" ptsTypes="">
                                      <p:cBhvr>
                                        <p:cTn id="1043" dur="10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4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45" dur="1000" fill="hold"/>
                                        <p:tgtEl>
                                          <p:spTgt spid="25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04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37274 -0.0755633 E" pathEditMode="relative" ptsTypes="">
                                      <p:cBhvr>
                                        <p:cTn id="1047" dur="10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4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49" dur="1000" fill="hold"/>
                                        <p:tgtEl>
                                          <p:spTgt spid="25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05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18782 -0.0755633 E" pathEditMode="relative" ptsTypes="">
                                      <p:cBhvr>
                                        <p:cTn id="1051" dur="10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53" dur="1000" fill="hold"/>
                                        <p:tgtEl>
                                          <p:spTgt spid="26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05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00291 -0.0755633 E" pathEditMode="relative" ptsTypes="">
                                      <p:cBhvr>
                                        <p:cTn id="1055" dur="10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57" dur="1000" fill="hold"/>
                                        <p:tgtEl>
                                          <p:spTgt spid="26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05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92749 -0.0788507 E" pathEditMode="relative" ptsTypes="">
                                      <p:cBhvr>
                                        <p:cTn id="1059" dur="10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6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61" dur="1000" fill="hold"/>
                                        <p:tgtEl>
                                          <p:spTgt spid="26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06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4257 -0.0788507 E" pathEditMode="relative" ptsTypes="">
                                      <p:cBhvr>
                                        <p:cTn id="1063" dur="10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6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65" dur="1000" fill="hold"/>
                                        <p:tgtEl>
                                          <p:spTgt spid="26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06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5766 -0.0788507 E" pathEditMode="relative" ptsTypes="">
                                      <p:cBhvr>
                                        <p:cTn id="1067" dur="100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6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69" dur="1000" fill="hold"/>
                                        <p:tgtEl>
                                          <p:spTgt spid="26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07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37274 -0.0788507 E" pathEditMode="relative" ptsTypes="">
                                      <p:cBhvr>
                                        <p:cTn id="1071" dur="100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73" dur="1000" fill="hold"/>
                                        <p:tgtEl>
                                          <p:spTgt spid="26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07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18782 -0.0788507 E" pathEditMode="relative" ptsTypes="">
                                      <p:cBhvr>
                                        <p:cTn id="1075" dur="100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77" dur="1000" fill="hold"/>
                                        <p:tgtEl>
                                          <p:spTgt spid="26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07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00291 -0.0788507 E" pathEditMode="relative" ptsTypes="">
                                      <p:cBhvr>
                                        <p:cTn id="1079" dur="100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8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81" dur="1000" fill="hold"/>
                                        <p:tgtEl>
                                          <p:spTgt spid="26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08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92749 -0.0821381 E" pathEditMode="relative" ptsTypes="">
                                      <p:cBhvr>
                                        <p:cTn id="1083" dur="1000" fill="hold"/>
                                        <p:tgtEl>
                                          <p:spTgt spid="2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8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85" dur="1000" fill="hold"/>
                                        <p:tgtEl>
                                          <p:spTgt spid="26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0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4257 -0.0821381 E" pathEditMode="relative" ptsTypes="">
                                      <p:cBhvr>
                                        <p:cTn id="1087" dur="1000" fill="hold"/>
                                        <p:tgtEl>
                                          <p:spTgt spid="2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8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89" dur="1000" fill="hold"/>
                                        <p:tgtEl>
                                          <p:spTgt spid="26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0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5766 -0.0821381 E" pathEditMode="relative" ptsTypes="">
                                      <p:cBhvr>
                                        <p:cTn id="1091" dur="1000" fill="hold"/>
                                        <p:tgtEl>
                                          <p:spTgt spid="2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93" dur="1000" fill="hold"/>
                                        <p:tgtEl>
                                          <p:spTgt spid="27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0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37274 -0.0821381 E" pathEditMode="relative" ptsTypes="">
                                      <p:cBhvr>
                                        <p:cTn id="1095" dur="1000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97" dur="1000" fill="hold"/>
                                        <p:tgtEl>
                                          <p:spTgt spid="27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09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18782 -0.0821381 E" pathEditMode="relative" ptsTypes="">
                                      <p:cBhvr>
                                        <p:cTn id="1099" dur="1000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0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01" dur="1000" fill="hold"/>
                                        <p:tgtEl>
                                          <p:spTgt spid="27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10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00291 -0.0821381 E" pathEditMode="relative" ptsTypes="">
                                      <p:cBhvr>
                                        <p:cTn id="1103" dur="1000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0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05" dur="1000" fill="hold"/>
                                        <p:tgtEl>
                                          <p:spTgt spid="27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10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92749 -0.0854255 E" pathEditMode="relative" ptsTypes="">
                                      <p:cBhvr>
                                        <p:cTn id="1107" dur="10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0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09" dur="1000" fill="hold"/>
                                        <p:tgtEl>
                                          <p:spTgt spid="27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11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4257 -0.0854255 E" pathEditMode="relative" ptsTypes="">
                                      <p:cBhvr>
                                        <p:cTn id="1111" dur="10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1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13" dur="1000" fill="hold"/>
                                        <p:tgtEl>
                                          <p:spTgt spid="27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11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5766 -0.0854255 E" pathEditMode="relative" ptsTypes="">
                                      <p:cBhvr>
                                        <p:cTn id="1115" dur="1000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1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17" dur="1000" fill="hold"/>
                                        <p:tgtEl>
                                          <p:spTgt spid="27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11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37274 -0.0854255 E" pathEditMode="relative" ptsTypes="">
                                      <p:cBhvr>
                                        <p:cTn id="1119" dur="10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2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21" dur="1000" fill="hold"/>
                                        <p:tgtEl>
                                          <p:spTgt spid="27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12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18782 -0.0854255 E" pathEditMode="relative" ptsTypes="">
                                      <p:cBhvr>
                                        <p:cTn id="1123" dur="1000" fill="hold"/>
                                        <p:tgtEl>
                                          <p:spTgt spid="2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2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25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1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00291 -0.0854255 E" pathEditMode="relative" ptsTypes="">
                                      <p:cBhvr>
                                        <p:cTn id="1127" dur="1000" fill="hold"/>
                                        <p:tgtEl>
                                          <p:spTgt spid="2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2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29" dur="1000" fill="hold"/>
                                        <p:tgtEl>
                                          <p:spTgt spid="27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1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92749 -0.0887129 E" pathEditMode="relative" ptsTypes="">
                                      <p:cBhvr>
                                        <p:cTn id="1131" dur="10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3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33" dur="1000" fill="hold"/>
                                        <p:tgtEl>
                                          <p:spTgt spid="28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1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4257 -0.0887129 E" pathEditMode="relative" ptsTypes="">
                                      <p:cBhvr>
                                        <p:cTn id="1135" dur="1000" fill="hold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3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37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1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5766 -0.0887129 E" pathEditMode="relative" ptsTypes="">
                                      <p:cBhvr>
                                        <p:cTn id="1139" dur="1000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4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41" dur="1000" fill="hold"/>
                                        <p:tgtEl>
                                          <p:spTgt spid="28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14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37274 -0.0887129 E" pathEditMode="relative" ptsTypes="">
                                      <p:cBhvr>
                                        <p:cTn id="1143" dur="1000" fill="hold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4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45" dur="1000" fill="hold"/>
                                        <p:tgtEl>
                                          <p:spTgt spid="28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14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18782 -0.0887129 E" pathEditMode="relative" ptsTypes="">
                                      <p:cBhvr>
                                        <p:cTn id="1147" dur="100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4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49" dur="1000" fill="hold"/>
                                        <p:tgtEl>
                                          <p:spTgt spid="28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15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00291 -0.0887129 E" pathEditMode="relative" ptsTypes="">
                                      <p:cBhvr>
                                        <p:cTn id="1151" dur="1000" fill="hold"/>
                                        <p:tgtEl>
                                          <p:spTgt spid="2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5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53" dur="1000" fill="hold"/>
                                        <p:tgtEl>
                                          <p:spTgt spid="28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15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0095 -0.0565433 E" pathEditMode="relative" ptsTypes="">
                                      <p:cBhvr>
                                        <p:cTn id="1155" dur="100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5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57" dur="1000" fill="hold"/>
                                        <p:tgtEl>
                                          <p:spTgt spid="28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15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61604 -0.0565433 E" pathEditMode="relative" ptsTypes="">
                                      <p:cBhvr>
                                        <p:cTn id="1159" dur="100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6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61" dur="1000" fill="hold"/>
                                        <p:tgtEl>
                                          <p:spTgt spid="28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16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43112 -0.0565433 E" pathEditMode="relative" ptsTypes="">
                                      <p:cBhvr>
                                        <p:cTn id="1163" dur="1000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6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65" dur="1000" fill="hold"/>
                                        <p:tgtEl>
                                          <p:spTgt spid="28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16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0095 -0.0598307 E" pathEditMode="relative" ptsTypes="">
                                      <p:cBhvr>
                                        <p:cTn id="1167" dur="100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6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69" dur="1000" fill="hold"/>
                                        <p:tgtEl>
                                          <p:spTgt spid="28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17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61604 -0.0598307 E" pathEditMode="relative" ptsTypes="">
                                      <p:cBhvr>
                                        <p:cTn id="1171" dur="10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73" dur="1000" fill="hold"/>
                                        <p:tgtEl>
                                          <p:spTgt spid="29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17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43112 -0.0598307 E" pathEditMode="relative" ptsTypes="">
                                      <p:cBhvr>
                                        <p:cTn id="1175" dur="1000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77" dur="1000" fill="hold"/>
                                        <p:tgtEl>
                                          <p:spTgt spid="29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17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0095 -0.0631181 E" pathEditMode="relative" ptsTypes="">
                                      <p:cBhvr>
                                        <p:cTn id="1179" dur="10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81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18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61604 -0.0631181 E" pathEditMode="relative" ptsTypes="">
                                      <p:cBhvr>
                                        <p:cTn id="1183" dur="100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85" dur="1000" fill="hold"/>
                                        <p:tgtEl>
                                          <p:spTgt spid="29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1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43112 -0.0631181 E" pathEditMode="relative" ptsTypes="">
                                      <p:cBhvr>
                                        <p:cTn id="1187" dur="10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89" dur="1000" fill="hold"/>
                                        <p:tgtEl>
                                          <p:spTgt spid="29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1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0095 -0.077207 E" pathEditMode="relative" ptsTypes="">
                                      <p:cBhvr>
                                        <p:cTn id="1191" dur="1000" fill="hold"/>
                                        <p:tgtEl>
                                          <p:spTgt spid="2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93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1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61604 -0.077207 E" pathEditMode="relative" ptsTypes="">
                                      <p:cBhvr>
                                        <p:cTn id="1195" dur="1000" fill="hold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97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19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43112 -0.077207 E" pathEditMode="relative" ptsTypes="">
                                      <p:cBhvr>
                                        <p:cTn id="1199" dur="1000" fill="hold"/>
                                        <p:tgtEl>
                                          <p:spTgt spid="2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0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01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20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0095 -0.0804944 E" pathEditMode="relative" ptsTypes="">
                                      <p:cBhvr>
                                        <p:cTn id="1203" dur="1000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0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05" dur="1000" fill="hold"/>
                                        <p:tgtEl>
                                          <p:spTgt spid="29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20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61604 -0.0804944 E" pathEditMode="relative" ptsTypes="">
                                      <p:cBhvr>
                                        <p:cTn id="1207" dur="1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0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09" dur="1000" fill="hold"/>
                                        <p:tgtEl>
                                          <p:spTgt spid="29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21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43112 -0.0804944 E" pathEditMode="relative" ptsTypes="">
                                      <p:cBhvr>
                                        <p:cTn id="1211" dur="1000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13" dur="1000" fill="hold"/>
                                        <p:tgtEl>
                                          <p:spTgt spid="30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21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0095 -0.0837818 E" pathEditMode="relative" ptsTypes="">
                                      <p:cBhvr>
                                        <p:cTn id="1215" dur="1000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17" dur="1000" fill="hold"/>
                                        <p:tgtEl>
                                          <p:spTgt spid="30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21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61604 -0.0837818 E" pathEditMode="relative" ptsTypes="">
                                      <p:cBhvr>
                                        <p:cTn id="1219" dur="1000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21" dur="1000" fill="hold"/>
                                        <p:tgtEl>
                                          <p:spTgt spid="30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22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43112 -0.0837818 E" pathEditMode="relative" ptsTypes="">
                                      <p:cBhvr>
                                        <p:cTn id="1223" dur="1000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25" dur="1000" fill="hold"/>
                                        <p:tgtEl>
                                          <p:spTgt spid="30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2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0095 -0.0978706 E" pathEditMode="relative" ptsTypes="">
                                      <p:cBhvr>
                                        <p:cTn id="1227" dur="1000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29" dur="1000" fill="hold"/>
                                        <p:tgtEl>
                                          <p:spTgt spid="30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2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61604 -0.0978706 E" pathEditMode="relative" ptsTypes="">
                                      <p:cBhvr>
                                        <p:cTn id="1231" dur="1000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33" dur="1000" fill="hold"/>
                                        <p:tgtEl>
                                          <p:spTgt spid="30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2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43112 -0.0978706 E" pathEditMode="relative" ptsTypes="">
                                      <p:cBhvr>
                                        <p:cTn id="1235" dur="1000" fill="hold"/>
                                        <p:tgtEl>
                                          <p:spTgt spid="3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37" dur="1000" fill="hold"/>
                                        <p:tgtEl>
                                          <p:spTgt spid="30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2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0095 -0.101158 E" pathEditMode="relative" ptsTypes="">
                                      <p:cBhvr>
                                        <p:cTn id="1239" dur="1000" fill="hold"/>
                                        <p:tgtEl>
                                          <p:spTgt spid="3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4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41" dur="1000" fill="hold"/>
                                        <p:tgtEl>
                                          <p:spTgt spid="30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24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61604 -0.101158 E" pathEditMode="relative" ptsTypes="">
                                      <p:cBhvr>
                                        <p:cTn id="1243" dur="100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4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45" dur="1000" fill="hold"/>
                                        <p:tgtEl>
                                          <p:spTgt spid="30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24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43112 -0.101158 E" pathEditMode="relative" ptsTypes="">
                                      <p:cBhvr>
                                        <p:cTn id="1247" dur="1000" fill="hold"/>
                                        <p:tgtEl>
                                          <p:spTgt spid="3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4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49" dur="1000" fill="hold"/>
                                        <p:tgtEl>
                                          <p:spTgt spid="30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25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0095 -0.1044454 E" pathEditMode="relative" ptsTypes="">
                                      <p:cBhvr>
                                        <p:cTn id="1251" dur="1000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5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53" dur="1000" fill="hold"/>
                                        <p:tgtEl>
                                          <p:spTgt spid="31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25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61604 -0.1044454 E" pathEditMode="relative" ptsTypes="">
                                      <p:cBhvr>
                                        <p:cTn id="1255" dur="100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5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57" dur="1000" fill="hold"/>
                                        <p:tgtEl>
                                          <p:spTgt spid="31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  <p:par>
                                <p:cTn id="125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43112 -0.1044454 E" pathEditMode="relative" ptsTypes="">
                                      <p:cBhvr>
                                        <p:cTn id="1259" dur="1000" fill="hold"/>
                                        <p:tgtEl>
                                          <p:spTgt spid="3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6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61" dur="1000" fill="hold"/>
                                        <p:tgtEl>
                                          <p:spTgt spid="31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2593" y="92593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2" fill="hold">
                      <p:stCondLst>
                        <p:cond delay="indefinite"/>
                      </p:stCondLst>
                      <p:childTnLst>
                        <p:par>
                          <p:cTn id="1263" fill="hold">
                            <p:stCondLst>
                              <p:cond delay="0"/>
                            </p:stCondLst>
                            <p:childTnLst>
                              <p:par>
                                <p:cTn id="12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6" dur="10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7" fill="hold">
                      <p:stCondLst>
                        <p:cond delay="indefinite"/>
                      </p:stCondLst>
                      <p:childTnLst>
                        <p:par>
                          <p:cTn id="1268" fill="hold">
                            <p:stCondLst>
                              <p:cond delay="0"/>
                            </p:stCondLst>
                            <p:childTnLst>
                              <p:par>
                                <p:cTn id="1269" presetID="10" presetClass="exit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70" dur="10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73" dur="10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7" dur="10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6" grpId="0" animBg="1"/>
      <p:bldP spid="316" grpId="1" animBg="1"/>
      <p:bldP spid="2" grpId="0" animBg="1"/>
      <p:bldP spid="2" grpId="1" animBg="1"/>
      <p:bldP spid="3" grpId="0" animBg="1"/>
      <p:bldP spid="3" grpId="1" animBg="1"/>
      <p:bldP spid="4" grpId="0" animBg="1"/>
      <p:bldP spid="4" grpId="1" animBg="1"/>
      <p:bldP spid="5" grpId="0" animBg="1"/>
      <p:bldP spid="5" grpId="1" animBg="1"/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9" grpId="0" animBg="1"/>
      <p:bldP spid="9" grpId="1" animBg="1"/>
      <p:bldP spid="10" grpId="0" animBg="1"/>
      <p:bldP spid="10" grpId="1" animBg="1"/>
      <p:bldP spid="11" grpId="0" animBg="1"/>
      <p:bldP spid="11" grpId="1" animBg="1"/>
      <p:bldP spid="12" grpId="0" animBg="1"/>
      <p:bldP spid="12" grpId="1" animBg="1"/>
      <p:bldP spid="13" grpId="0" animBg="1"/>
      <p:bldP spid="13" grpId="1" animBg="1"/>
      <p:bldP spid="14" grpId="0" animBg="1"/>
      <p:bldP spid="14" grpId="1" animBg="1"/>
      <p:bldP spid="15" grpId="0" animBg="1"/>
      <p:bldP spid="15" grpId="1" animBg="1"/>
      <p:bldP spid="16" grpId="0" animBg="1"/>
      <p:bldP spid="16" grpId="1" animBg="1"/>
      <p:bldP spid="17" grpId="0" animBg="1"/>
      <p:bldP spid="17" grpId="1" animBg="1"/>
      <p:bldP spid="18" grpId="0" animBg="1"/>
      <p:bldP spid="18" grpId="1" animBg="1"/>
      <p:bldP spid="19" grpId="0" animBg="1"/>
      <p:bldP spid="19" grpId="1" animBg="1"/>
      <p:bldP spid="20" grpId="0" animBg="1"/>
      <p:bldP spid="20" grpId="1" animBg="1"/>
      <p:bldP spid="21" grpId="0" animBg="1"/>
      <p:bldP spid="21" grpId="1" animBg="1"/>
      <p:bldP spid="22" grpId="0" animBg="1"/>
      <p:bldP spid="22" grpId="1" animBg="1"/>
      <p:bldP spid="23" grpId="0" animBg="1"/>
      <p:bldP spid="23" grpId="1" animBg="1"/>
      <p:bldP spid="24" grpId="0" animBg="1"/>
      <p:bldP spid="24" grpId="1" animBg="1"/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  <p:bldP spid="33" grpId="0" animBg="1"/>
      <p:bldP spid="33" grpId="1" animBg="1"/>
      <p:bldP spid="34" grpId="0" animBg="1"/>
      <p:bldP spid="34" grpId="1" animBg="1"/>
      <p:bldP spid="35" grpId="0" animBg="1"/>
      <p:bldP spid="35" grpId="1" animBg="1"/>
      <p:bldP spid="36" grpId="0" animBg="1"/>
      <p:bldP spid="36" grpId="1" animBg="1"/>
      <p:bldP spid="37" grpId="0" animBg="1"/>
      <p:bldP spid="37" grpId="1" animBg="1"/>
      <p:bldP spid="38" grpId="0" animBg="1"/>
      <p:bldP spid="38" grpId="1" animBg="1"/>
      <p:bldP spid="39" grpId="0" animBg="1"/>
      <p:bldP spid="39" grpId="1" animBg="1"/>
      <p:bldP spid="40" grpId="0" animBg="1"/>
      <p:bldP spid="40" grpId="1" animBg="1"/>
      <p:bldP spid="41" grpId="0" animBg="1"/>
      <p:bldP spid="41" grpId="1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  <p:bldP spid="51" grpId="0" animBg="1"/>
      <p:bldP spid="51" grpId="1" animBg="1"/>
      <p:bldP spid="52" grpId="0" animBg="1"/>
      <p:bldP spid="52" grpId="1" animBg="1"/>
      <p:bldP spid="53" grpId="0" animBg="1"/>
      <p:bldP spid="53" grpId="1" animBg="1"/>
      <p:bldP spid="54" grpId="0" animBg="1"/>
      <p:bldP spid="54" grpId="1" animBg="1"/>
      <p:bldP spid="55" grpId="0" animBg="1"/>
      <p:bldP spid="55" grpId="1" animBg="1"/>
      <p:bldP spid="56" grpId="0" animBg="1"/>
      <p:bldP spid="56" grpId="1" animBg="1"/>
      <p:bldP spid="57" grpId="0" animBg="1"/>
      <p:bldP spid="57" grpId="1" animBg="1"/>
      <p:bldP spid="58" grpId="0" animBg="1"/>
      <p:bldP spid="58" grpId="1" animBg="1"/>
      <p:bldP spid="59" grpId="0" animBg="1"/>
      <p:bldP spid="59" grpId="1" animBg="1"/>
      <p:bldP spid="60" grpId="0" animBg="1"/>
      <p:bldP spid="60" grpId="1" animBg="1"/>
      <p:bldP spid="61" grpId="0" animBg="1"/>
      <p:bldP spid="61" grpId="1" animBg="1"/>
      <p:bldP spid="62" grpId="0" animBg="1"/>
      <p:bldP spid="62" grpId="1" animBg="1"/>
      <p:bldP spid="63" grpId="0" animBg="1"/>
      <p:bldP spid="63" grpId="1" animBg="1"/>
      <p:bldP spid="64" grpId="0" animBg="1"/>
      <p:bldP spid="64" grpId="1" animBg="1"/>
      <p:bldP spid="65" grpId="0" animBg="1"/>
      <p:bldP spid="65" grpId="1" animBg="1"/>
      <p:bldP spid="66" grpId="0" animBg="1"/>
      <p:bldP spid="66" grpId="1" animBg="1"/>
      <p:bldP spid="67" grpId="0" animBg="1"/>
      <p:bldP spid="67" grpId="1" animBg="1"/>
      <p:bldP spid="68" grpId="0"/>
      <p:bldP spid="68" grpId="1"/>
      <p:bldP spid="69" grpId="0"/>
      <p:bldP spid="69" grpId="1"/>
      <p:bldP spid="70" grpId="0"/>
      <p:bldP spid="70" grpId="1"/>
      <p:bldP spid="71" grpId="0"/>
      <p:bldP spid="71" grpId="1"/>
      <p:bldP spid="72" grpId="0"/>
      <p:bldP spid="72" grpId="1"/>
      <p:bldP spid="73" grpId="0"/>
      <p:bldP spid="73" grpId="1"/>
      <p:bldP spid="74" grpId="0"/>
      <p:bldP spid="74" grpId="1"/>
      <p:bldP spid="75" grpId="0"/>
      <p:bldP spid="75" grpId="1"/>
      <p:bldP spid="76" grpId="0"/>
      <p:bldP spid="76" grpId="1"/>
      <p:bldP spid="77" grpId="0"/>
      <p:bldP spid="77" grpId="1"/>
      <p:bldP spid="78" grpId="0"/>
      <p:bldP spid="78" grpId="1"/>
      <p:bldP spid="79" grpId="0"/>
      <p:bldP spid="79" grpId="1"/>
      <p:bldP spid="80" grpId="0"/>
      <p:bldP spid="80" grpId="1"/>
      <p:bldP spid="81" grpId="0"/>
      <p:bldP spid="81" grpId="1"/>
      <p:bldP spid="82" grpId="0"/>
      <p:bldP spid="82" grpId="1"/>
      <p:bldP spid="83" grpId="0"/>
      <p:bldP spid="83" grpId="1"/>
      <p:bldP spid="84" grpId="0"/>
      <p:bldP spid="84" grpId="1"/>
      <p:bldP spid="85" grpId="0"/>
      <p:bldP spid="85" grpId="1"/>
      <p:bldP spid="86" grpId="0"/>
      <p:bldP spid="86" grpId="1"/>
      <p:bldP spid="87" grpId="0"/>
      <p:bldP spid="87" grpId="1"/>
      <p:bldP spid="88" grpId="0"/>
      <p:bldP spid="88" grpId="1"/>
      <p:bldP spid="89" grpId="0"/>
      <p:bldP spid="89" grpId="1"/>
      <p:bldP spid="90" grpId="0"/>
      <p:bldP spid="90" grpId="1"/>
      <p:bldP spid="91" grpId="0"/>
      <p:bldP spid="91" grpId="1"/>
      <p:bldP spid="92" grpId="0" animBg="1"/>
      <p:bldP spid="92" grpId="1" animBg="1"/>
      <p:bldP spid="93" grpId="0" animBg="1"/>
      <p:bldP spid="93" grpId="1" animBg="1"/>
      <p:bldP spid="94" grpId="0" animBg="1"/>
      <p:bldP spid="94" grpId="1" animBg="1"/>
      <p:bldP spid="95" grpId="0" animBg="1"/>
      <p:bldP spid="95" grpId="1" animBg="1"/>
      <p:bldP spid="96" grpId="0" animBg="1"/>
      <p:bldP spid="96" grpId="1" animBg="1"/>
      <p:bldP spid="97" grpId="0" animBg="1"/>
      <p:bldP spid="97" grpId="1" animBg="1"/>
      <p:bldP spid="98" grpId="0" animBg="1"/>
      <p:bldP spid="98" grpId="1" animBg="1"/>
      <p:bldP spid="99" grpId="0" animBg="1"/>
      <p:bldP spid="99" grpId="1" animBg="1"/>
      <p:bldP spid="100" grpId="0" animBg="1"/>
      <p:bldP spid="100" grpId="1" animBg="1"/>
      <p:bldP spid="101" grpId="0" animBg="1"/>
      <p:bldP spid="101" grpId="1" animBg="1"/>
      <p:bldP spid="102" grpId="0" animBg="1"/>
      <p:bldP spid="102" grpId="1" animBg="1"/>
      <p:bldP spid="103" grpId="0" animBg="1"/>
      <p:bldP spid="103" grpId="1" animBg="1"/>
      <p:bldP spid="104" grpId="0" animBg="1"/>
      <p:bldP spid="104" grpId="1" animBg="1"/>
      <p:bldP spid="105" grpId="0" animBg="1"/>
      <p:bldP spid="105" grpId="1" animBg="1"/>
      <p:bldP spid="106" grpId="0" animBg="1"/>
      <p:bldP spid="106" grpId="1" animBg="1"/>
      <p:bldP spid="107" grpId="0" animBg="1"/>
      <p:bldP spid="107" grpId="1" animBg="1"/>
      <p:bldP spid="108" grpId="0" animBg="1"/>
      <p:bldP spid="108" grpId="1" animBg="1"/>
      <p:bldP spid="109" grpId="0" animBg="1"/>
      <p:bldP spid="109" grpId="1" animBg="1"/>
      <p:bldP spid="110" grpId="0" animBg="1"/>
      <p:bldP spid="110" grpId="1" animBg="1"/>
      <p:bldP spid="111" grpId="0" animBg="1"/>
      <p:bldP spid="111" grpId="1" animBg="1"/>
      <p:bldP spid="112" grpId="0" animBg="1"/>
      <p:bldP spid="112" grpId="1" animBg="1"/>
      <p:bldP spid="113" grpId="0" animBg="1"/>
      <p:bldP spid="113" grpId="1" animBg="1"/>
      <p:bldP spid="114" grpId="0" animBg="1"/>
      <p:bldP spid="114" grpId="1" animBg="1"/>
      <p:bldP spid="115" grpId="0" animBg="1"/>
      <p:bldP spid="115" grpId="1" animBg="1"/>
      <p:bldP spid="116" grpId="0" animBg="1"/>
      <p:bldP spid="116" grpId="1" animBg="1"/>
      <p:bldP spid="117" grpId="0" animBg="1"/>
      <p:bldP spid="117" grpId="1" animBg="1"/>
      <p:bldP spid="118" grpId="0" animBg="1"/>
      <p:bldP spid="118" grpId="1" animBg="1"/>
      <p:bldP spid="119" grpId="0" animBg="1"/>
      <p:bldP spid="119" grpId="1" animBg="1"/>
      <p:bldP spid="120" grpId="0" animBg="1"/>
      <p:bldP spid="120" grpId="1" animBg="1"/>
      <p:bldP spid="121" grpId="0" animBg="1"/>
      <p:bldP spid="121" grpId="1" animBg="1"/>
      <p:bldP spid="122" grpId="0" animBg="1"/>
      <p:bldP spid="122" grpId="1" animBg="1"/>
      <p:bldP spid="123" grpId="0" animBg="1"/>
      <p:bldP spid="123" grpId="1" animBg="1"/>
      <p:bldP spid="124" grpId="0" animBg="1"/>
      <p:bldP spid="124" grpId="1" animBg="1"/>
      <p:bldP spid="125" grpId="0" animBg="1"/>
      <p:bldP spid="125" grpId="1" animBg="1"/>
      <p:bldP spid="126" grpId="0" animBg="1"/>
      <p:bldP spid="126" grpId="1" animBg="1"/>
      <p:bldP spid="127" grpId="0" animBg="1"/>
      <p:bldP spid="127" grpId="1" animBg="1"/>
      <p:bldP spid="128" grpId="0" animBg="1"/>
      <p:bldP spid="128" grpId="1" animBg="1"/>
      <p:bldP spid="129" grpId="0" animBg="1"/>
      <p:bldP spid="129" grpId="1" animBg="1"/>
      <p:bldP spid="130" grpId="0" animBg="1"/>
      <p:bldP spid="130" grpId="1" animBg="1"/>
      <p:bldP spid="131" grpId="0" animBg="1"/>
      <p:bldP spid="131" grpId="1" animBg="1"/>
      <p:bldP spid="132" grpId="0" animBg="1"/>
      <p:bldP spid="132" grpId="1" animBg="1"/>
      <p:bldP spid="133" grpId="0" animBg="1"/>
      <p:bldP spid="133" grpId="1" animBg="1"/>
      <p:bldP spid="134" grpId="0" animBg="1"/>
      <p:bldP spid="134" grpId="1" animBg="1"/>
      <p:bldP spid="135" grpId="0" animBg="1"/>
      <p:bldP spid="135" grpId="1" animBg="1"/>
      <p:bldP spid="136" grpId="0" animBg="1"/>
      <p:bldP spid="136" grpId="1" animBg="1"/>
      <p:bldP spid="137" grpId="0" animBg="1"/>
      <p:bldP spid="137" grpId="1" animBg="1"/>
      <p:bldP spid="138" grpId="0" animBg="1"/>
      <p:bldP spid="138" grpId="1" animBg="1"/>
      <p:bldP spid="139" grpId="0" animBg="1"/>
      <p:bldP spid="139" grpId="1" animBg="1"/>
      <p:bldP spid="140" grpId="0" animBg="1"/>
      <p:bldP spid="140" grpId="1" animBg="1"/>
      <p:bldP spid="141" grpId="0" animBg="1"/>
      <p:bldP spid="141" grpId="1" animBg="1"/>
      <p:bldP spid="142" grpId="0" animBg="1"/>
      <p:bldP spid="142" grpId="1" animBg="1"/>
      <p:bldP spid="143" grpId="0" animBg="1"/>
      <p:bldP spid="143" grpId="1" animBg="1"/>
      <p:bldP spid="144" grpId="0" animBg="1"/>
      <p:bldP spid="144" grpId="1" animBg="1"/>
      <p:bldP spid="145" grpId="0" animBg="1"/>
      <p:bldP spid="145" grpId="1" animBg="1"/>
      <p:bldP spid="146" grpId="0" animBg="1"/>
      <p:bldP spid="146" grpId="1" animBg="1"/>
      <p:bldP spid="147" grpId="0" animBg="1"/>
      <p:bldP spid="147" grpId="1" animBg="1"/>
      <p:bldP spid="148" grpId="0" animBg="1"/>
      <p:bldP spid="148" grpId="1" animBg="1"/>
      <p:bldP spid="149" grpId="0" animBg="1"/>
      <p:bldP spid="149" grpId="1" animBg="1"/>
      <p:bldP spid="150" grpId="0" animBg="1"/>
      <p:bldP spid="150" grpId="1" animBg="1"/>
      <p:bldP spid="151" grpId="0" animBg="1"/>
      <p:bldP spid="151" grpId="1" animBg="1"/>
      <p:bldP spid="152" grpId="0" animBg="1"/>
      <p:bldP spid="152" grpId="1" animBg="1"/>
      <p:bldP spid="153" grpId="0" animBg="1"/>
      <p:bldP spid="153" grpId="1" animBg="1"/>
      <p:bldP spid="154" grpId="0" animBg="1"/>
      <p:bldP spid="154" grpId="1" animBg="1"/>
      <p:bldP spid="155" grpId="0" animBg="1"/>
      <p:bldP spid="155" grpId="1" animBg="1"/>
      <p:bldP spid="156" grpId="0" animBg="1"/>
      <p:bldP spid="156" grpId="1" animBg="1"/>
      <p:bldP spid="157" grpId="0" animBg="1"/>
      <p:bldP spid="157" grpId="1" animBg="1"/>
      <p:bldP spid="158" grpId="0" animBg="1"/>
      <p:bldP spid="158" grpId="1" animBg="1"/>
      <p:bldP spid="159" grpId="0" animBg="1"/>
      <p:bldP spid="159" grpId="1" animBg="1"/>
      <p:bldP spid="160" grpId="0" animBg="1"/>
      <p:bldP spid="160" grpId="1" animBg="1"/>
      <p:bldP spid="161" grpId="0" animBg="1"/>
      <p:bldP spid="161" grpId="1" animBg="1"/>
      <p:bldP spid="162" grpId="0" animBg="1"/>
      <p:bldP spid="162" grpId="1" animBg="1"/>
      <p:bldP spid="163" grpId="0" animBg="1"/>
      <p:bldP spid="163" grpId="1" animBg="1"/>
      <p:bldP spid="164" grpId="0" animBg="1"/>
      <p:bldP spid="164" grpId="1" animBg="1"/>
      <p:bldP spid="165" grpId="0" animBg="1"/>
      <p:bldP spid="165" grpId="1" animBg="1"/>
      <p:bldP spid="166" grpId="0" animBg="1"/>
      <p:bldP spid="166" grpId="1" animBg="1"/>
      <p:bldP spid="167" grpId="0" animBg="1"/>
      <p:bldP spid="167" grpId="1" animBg="1"/>
      <p:bldP spid="168" grpId="0" animBg="1"/>
      <p:bldP spid="168" grpId="1" animBg="1"/>
      <p:bldP spid="169" grpId="0" animBg="1"/>
      <p:bldP spid="169" grpId="1" animBg="1"/>
      <p:bldP spid="170" grpId="0" animBg="1"/>
      <p:bldP spid="170" grpId="1" animBg="1"/>
      <p:bldP spid="171" grpId="0" animBg="1"/>
      <p:bldP spid="171" grpId="1" animBg="1"/>
      <p:bldP spid="172" grpId="0" animBg="1"/>
      <p:bldP spid="172" grpId="1" animBg="1"/>
      <p:bldP spid="173" grpId="0" animBg="1"/>
      <p:bldP spid="173" grpId="1" animBg="1"/>
      <p:bldP spid="174" grpId="0" animBg="1"/>
      <p:bldP spid="174" grpId="1" animBg="1"/>
      <p:bldP spid="175" grpId="0" animBg="1"/>
      <p:bldP spid="175" grpId="1" animBg="1"/>
      <p:bldP spid="176" grpId="0" animBg="1"/>
      <p:bldP spid="176" grpId="1" animBg="1"/>
      <p:bldP spid="177" grpId="0" animBg="1"/>
      <p:bldP spid="177" grpId="1" animBg="1"/>
      <p:bldP spid="178" grpId="0" animBg="1"/>
      <p:bldP spid="178" grpId="1" animBg="1"/>
      <p:bldP spid="179" grpId="0" animBg="1"/>
      <p:bldP spid="179" grpId="1" animBg="1"/>
      <p:bldP spid="180" grpId="0" animBg="1"/>
      <p:bldP spid="180" grpId="1" animBg="1"/>
      <p:bldP spid="181" grpId="0" animBg="1"/>
      <p:bldP spid="181" grpId="1" animBg="1"/>
      <p:bldP spid="182" grpId="0" animBg="1"/>
      <p:bldP spid="182" grpId="1" animBg="1"/>
      <p:bldP spid="183" grpId="0" animBg="1"/>
      <p:bldP spid="183" grpId="1" animBg="1"/>
      <p:bldP spid="184" grpId="0" animBg="1"/>
      <p:bldP spid="184" grpId="1" animBg="1"/>
      <p:bldP spid="185" grpId="0" animBg="1"/>
      <p:bldP spid="185" grpId="1" animBg="1"/>
      <p:bldP spid="186" grpId="0" animBg="1"/>
      <p:bldP spid="186" grpId="1" animBg="1"/>
      <p:bldP spid="187" grpId="0" animBg="1"/>
      <p:bldP spid="187" grpId="1" animBg="1"/>
      <p:bldP spid="188" grpId="0" animBg="1"/>
      <p:bldP spid="188" grpId="1" animBg="1"/>
      <p:bldP spid="189" grpId="0" animBg="1"/>
      <p:bldP spid="189" grpId="1" animBg="1"/>
      <p:bldP spid="190" grpId="0" animBg="1"/>
      <p:bldP spid="190" grpId="1" animBg="1"/>
      <p:bldP spid="191" grpId="0" animBg="1"/>
      <p:bldP spid="191" grpId="1" animBg="1"/>
      <p:bldP spid="192" grpId="0" animBg="1"/>
      <p:bldP spid="192" grpId="1" animBg="1"/>
      <p:bldP spid="193" grpId="0" animBg="1"/>
      <p:bldP spid="193" grpId="1" animBg="1"/>
      <p:bldP spid="194" grpId="0" animBg="1"/>
      <p:bldP spid="194" grpId="1" animBg="1"/>
      <p:bldP spid="195" grpId="0" animBg="1"/>
      <p:bldP spid="195" grpId="1" animBg="1"/>
      <p:bldP spid="196" grpId="0" animBg="1"/>
      <p:bldP spid="196" grpId="1" animBg="1"/>
      <p:bldP spid="197" grpId="0" animBg="1"/>
      <p:bldP spid="197" grpId="1" animBg="1"/>
      <p:bldP spid="198" grpId="0" animBg="1"/>
      <p:bldP spid="198" grpId="1" animBg="1"/>
      <p:bldP spid="199" grpId="0" animBg="1"/>
      <p:bldP spid="199" grpId="1" animBg="1"/>
      <p:bldP spid="200" grpId="0" animBg="1"/>
      <p:bldP spid="200" grpId="1" animBg="1"/>
      <p:bldP spid="201" grpId="0" animBg="1"/>
      <p:bldP spid="201" grpId="1" animBg="1"/>
      <p:bldP spid="202" grpId="0" animBg="1"/>
      <p:bldP spid="202" grpId="1" animBg="1"/>
      <p:bldP spid="203" grpId="0" animBg="1"/>
      <p:bldP spid="203" grpId="1" animBg="1"/>
      <p:bldP spid="204" grpId="0" animBg="1"/>
      <p:bldP spid="204" grpId="1" animBg="1"/>
      <p:bldP spid="205" grpId="0" animBg="1"/>
      <p:bldP spid="205" grpId="1" animBg="1"/>
      <p:bldP spid="206" grpId="0" animBg="1"/>
      <p:bldP spid="206" grpId="1" animBg="1"/>
      <p:bldP spid="207" grpId="0" animBg="1"/>
      <p:bldP spid="207" grpId="1" animBg="1"/>
      <p:bldP spid="208" grpId="0" animBg="1"/>
      <p:bldP spid="208" grpId="1" animBg="1"/>
      <p:bldP spid="209" grpId="0" animBg="1"/>
      <p:bldP spid="209" grpId="1" animBg="1"/>
      <p:bldP spid="210" grpId="0" animBg="1"/>
      <p:bldP spid="210" grpId="1" animBg="1"/>
      <p:bldP spid="211" grpId="0" animBg="1"/>
      <p:bldP spid="211" grpId="1" animBg="1"/>
      <p:bldP spid="212" grpId="0" animBg="1"/>
      <p:bldP spid="212" grpId="1" animBg="1"/>
      <p:bldP spid="213" grpId="0" animBg="1"/>
      <p:bldP spid="213" grpId="1" animBg="1"/>
      <p:bldP spid="214" grpId="0" animBg="1"/>
      <p:bldP spid="214" grpId="1" animBg="1"/>
      <p:bldP spid="215" grpId="0" animBg="1"/>
      <p:bldP spid="215" grpId="1" animBg="1"/>
      <p:bldP spid="216" grpId="0" animBg="1"/>
      <p:bldP spid="216" grpId="1" animBg="1"/>
      <p:bldP spid="217" grpId="0" animBg="1"/>
      <p:bldP spid="217" grpId="1" animBg="1"/>
      <p:bldP spid="218" grpId="0" animBg="1"/>
      <p:bldP spid="218" grpId="1" animBg="1"/>
      <p:bldP spid="219" grpId="0" animBg="1"/>
      <p:bldP spid="219" grpId="1" animBg="1"/>
      <p:bldP spid="220" grpId="0" animBg="1"/>
      <p:bldP spid="220" grpId="1" animBg="1"/>
      <p:bldP spid="221" grpId="0" animBg="1"/>
      <p:bldP spid="221" grpId="1" animBg="1"/>
      <p:bldP spid="222" grpId="0" animBg="1"/>
      <p:bldP spid="222" grpId="1" animBg="1"/>
      <p:bldP spid="223" grpId="0" animBg="1"/>
      <p:bldP spid="223" grpId="1" animBg="1"/>
      <p:bldP spid="224" grpId="0" animBg="1"/>
      <p:bldP spid="224" grpId="1" animBg="1"/>
      <p:bldP spid="225" grpId="0" animBg="1"/>
      <p:bldP spid="225" grpId="1" animBg="1"/>
      <p:bldP spid="226" grpId="0" animBg="1"/>
      <p:bldP spid="226" grpId="1" animBg="1"/>
      <p:bldP spid="227" grpId="0" animBg="1"/>
      <p:bldP spid="227" grpId="1" animBg="1"/>
      <p:bldP spid="228" grpId="0" animBg="1"/>
      <p:bldP spid="228" grpId="1" animBg="1"/>
      <p:bldP spid="229" grpId="0" animBg="1"/>
      <p:bldP spid="229" grpId="1" animBg="1"/>
      <p:bldP spid="230" grpId="0" animBg="1"/>
      <p:bldP spid="230" grpId="1" animBg="1"/>
      <p:bldP spid="231" grpId="0" animBg="1"/>
      <p:bldP spid="231" grpId="1" animBg="1"/>
      <p:bldP spid="232" grpId="0" animBg="1"/>
      <p:bldP spid="232" grpId="1" animBg="1"/>
      <p:bldP spid="233" grpId="0" animBg="1"/>
      <p:bldP spid="233" grpId="1" animBg="1"/>
      <p:bldP spid="234" grpId="0" animBg="1"/>
      <p:bldP spid="234" grpId="1" animBg="1"/>
      <p:bldP spid="235" grpId="0" animBg="1"/>
      <p:bldP spid="235" grpId="1" animBg="1"/>
      <p:bldP spid="236" grpId="0" animBg="1"/>
      <p:bldP spid="236" grpId="1" animBg="1"/>
      <p:bldP spid="237" grpId="0" animBg="1"/>
      <p:bldP spid="237" grpId="1" animBg="1"/>
      <p:bldP spid="238" grpId="0" animBg="1"/>
      <p:bldP spid="238" grpId="1" animBg="1"/>
      <p:bldP spid="239" grpId="0" animBg="1"/>
      <p:bldP spid="239" grpId="1" animBg="1"/>
      <p:bldP spid="240" grpId="0" animBg="1"/>
      <p:bldP spid="240" grpId="1" animBg="1"/>
      <p:bldP spid="241" grpId="0" animBg="1"/>
      <p:bldP spid="241" grpId="1" animBg="1"/>
      <p:bldP spid="242" grpId="0" animBg="1"/>
      <p:bldP spid="242" grpId="1" animBg="1"/>
      <p:bldP spid="243" grpId="0" animBg="1"/>
      <p:bldP spid="243" grpId="1" animBg="1"/>
      <p:bldP spid="244" grpId="0" animBg="1"/>
      <p:bldP spid="244" grpId="1" animBg="1"/>
      <p:bldP spid="245" grpId="0" animBg="1"/>
      <p:bldP spid="245" grpId="1" animBg="1"/>
      <p:bldP spid="246" grpId="0" animBg="1"/>
      <p:bldP spid="246" grpId="1" animBg="1"/>
      <p:bldP spid="247" grpId="0" animBg="1"/>
      <p:bldP spid="247" grpId="1" animBg="1"/>
      <p:bldP spid="248" grpId="0" animBg="1"/>
      <p:bldP spid="248" grpId="1" animBg="1"/>
      <p:bldP spid="249" grpId="0" animBg="1"/>
      <p:bldP spid="249" grpId="1" animBg="1"/>
      <p:bldP spid="250" grpId="0" animBg="1"/>
      <p:bldP spid="250" grpId="1" animBg="1"/>
      <p:bldP spid="251" grpId="0" animBg="1"/>
      <p:bldP spid="251" grpId="1" animBg="1"/>
      <p:bldP spid="252" grpId="0" animBg="1"/>
      <p:bldP spid="252" grpId="1" animBg="1"/>
      <p:bldP spid="253" grpId="0" animBg="1"/>
      <p:bldP spid="253" grpId="1" animBg="1"/>
      <p:bldP spid="254" grpId="0" animBg="1"/>
      <p:bldP spid="254" grpId="1" animBg="1"/>
      <p:bldP spid="255" grpId="0" animBg="1"/>
      <p:bldP spid="255" grpId="1" animBg="1"/>
      <p:bldP spid="256" grpId="0" animBg="1"/>
      <p:bldP spid="256" grpId="1" animBg="1"/>
      <p:bldP spid="257" grpId="0" animBg="1"/>
      <p:bldP spid="257" grpId="1" animBg="1"/>
      <p:bldP spid="258" grpId="0" animBg="1"/>
      <p:bldP spid="258" grpId="1" animBg="1"/>
      <p:bldP spid="259" grpId="0" animBg="1"/>
      <p:bldP spid="259" grpId="1" animBg="1"/>
      <p:bldP spid="260" grpId="0" animBg="1"/>
      <p:bldP spid="260" grpId="1" animBg="1"/>
      <p:bldP spid="261" grpId="0" animBg="1"/>
      <p:bldP spid="261" grpId="1" animBg="1"/>
      <p:bldP spid="262" grpId="0" animBg="1"/>
      <p:bldP spid="262" grpId="1" animBg="1"/>
      <p:bldP spid="263" grpId="0" animBg="1"/>
      <p:bldP spid="263" grpId="1" animBg="1"/>
      <p:bldP spid="264" grpId="0" animBg="1"/>
      <p:bldP spid="264" grpId="1" animBg="1"/>
      <p:bldP spid="265" grpId="0" animBg="1"/>
      <p:bldP spid="265" grpId="1" animBg="1"/>
      <p:bldP spid="266" grpId="0" animBg="1"/>
      <p:bldP spid="266" grpId="1" animBg="1"/>
      <p:bldP spid="267" grpId="0" animBg="1"/>
      <p:bldP spid="267" grpId="1" animBg="1"/>
      <p:bldP spid="268" grpId="0" animBg="1"/>
      <p:bldP spid="268" grpId="1" animBg="1"/>
      <p:bldP spid="269" grpId="0" animBg="1"/>
      <p:bldP spid="269" grpId="1" animBg="1"/>
      <p:bldP spid="270" grpId="0" animBg="1"/>
      <p:bldP spid="270" grpId="1" animBg="1"/>
      <p:bldP spid="271" grpId="0" animBg="1"/>
      <p:bldP spid="271" grpId="1" animBg="1"/>
      <p:bldP spid="272" grpId="0" animBg="1"/>
      <p:bldP spid="272" grpId="1" animBg="1"/>
      <p:bldP spid="273" grpId="0" animBg="1"/>
      <p:bldP spid="273" grpId="1" animBg="1"/>
      <p:bldP spid="274" grpId="0" animBg="1"/>
      <p:bldP spid="274" grpId="1" animBg="1"/>
      <p:bldP spid="275" grpId="0" animBg="1"/>
      <p:bldP spid="275" grpId="1" animBg="1"/>
      <p:bldP spid="276" grpId="0" animBg="1"/>
      <p:bldP spid="276" grpId="1" animBg="1"/>
      <p:bldP spid="277" grpId="0" animBg="1"/>
      <p:bldP spid="277" grpId="1" animBg="1"/>
      <p:bldP spid="278" grpId="0" animBg="1"/>
      <p:bldP spid="278" grpId="1" animBg="1"/>
      <p:bldP spid="279" grpId="0" animBg="1"/>
      <p:bldP spid="279" grpId="1" animBg="1"/>
      <p:bldP spid="280" grpId="0" animBg="1"/>
      <p:bldP spid="280" grpId="1" animBg="1"/>
      <p:bldP spid="281" grpId="0" animBg="1"/>
      <p:bldP spid="281" grpId="1" animBg="1"/>
      <p:bldP spid="282" grpId="0" animBg="1"/>
      <p:bldP spid="282" grpId="1" animBg="1"/>
      <p:bldP spid="283" grpId="0" animBg="1"/>
      <p:bldP spid="283" grpId="1" animBg="1"/>
      <p:bldP spid="284" grpId="0" animBg="1"/>
      <p:bldP spid="284" grpId="1" animBg="1"/>
      <p:bldP spid="285" grpId="0" animBg="1"/>
      <p:bldP spid="285" grpId="1" animBg="1"/>
      <p:bldP spid="286" grpId="0" animBg="1"/>
      <p:bldP spid="286" grpId="1" animBg="1"/>
      <p:bldP spid="287" grpId="0" animBg="1"/>
      <p:bldP spid="287" grpId="1" animBg="1"/>
      <p:bldP spid="288" grpId="0" animBg="1"/>
      <p:bldP spid="288" grpId="1" animBg="1"/>
      <p:bldP spid="289" grpId="0" animBg="1"/>
      <p:bldP spid="289" grpId="1" animBg="1"/>
      <p:bldP spid="290" grpId="0" animBg="1"/>
      <p:bldP spid="290" grpId="1" animBg="1"/>
      <p:bldP spid="291" grpId="0" animBg="1"/>
      <p:bldP spid="291" grpId="1" animBg="1"/>
      <p:bldP spid="292" grpId="0" animBg="1"/>
      <p:bldP spid="292" grpId="1" animBg="1"/>
      <p:bldP spid="293" grpId="0" animBg="1"/>
      <p:bldP spid="293" grpId="1" animBg="1"/>
      <p:bldP spid="294" grpId="0" animBg="1"/>
      <p:bldP spid="294" grpId="1" animBg="1"/>
      <p:bldP spid="295" grpId="0" animBg="1"/>
      <p:bldP spid="295" grpId="1" animBg="1"/>
      <p:bldP spid="296" grpId="0" animBg="1"/>
      <p:bldP spid="296" grpId="1" animBg="1"/>
      <p:bldP spid="297" grpId="0" animBg="1"/>
      <p:bldP spid="297" grpId="1" animBg="1"/>
      <p:bldP spid="298" grpId="0" animBg="1"/>
      <p:bldP spid="298" grpId="1" animBg="1"/>
      <p:bldP spid="299" grpId="0" animBg="1"/>
      <p:bldP spid="299" grpId="1" animBg="1"/>
      <p:bldP spid="300" grpId="0" animBg="1"/>
      <p:bldP spid="300" grpId="1" animBg="1"/>
      <p:bldP spid="301" grpId="0" animBg="1"/>
      <p:bldP spid="301" grpId="1" animBg="1"/>
      <p:bldP spid="302" grpId="0" animBg="1"/>
      <p:bldP spid="302" grpId="1" animBg="1"/>
      <p:bldP spid="303" grpId="0" animBg="1"/>
      <p:bldP spid="303" grpId="1" animBg="1"/>
      <p:bldP spid="304" grpId="0" animBg="1"/>
      <p:bldP spid="304" grpId="1" animBg="1"/>
      <p:bldP spid="305" grpId="0" animBg="1"/>
      <p:bldP spid="305" grpId="1" animBg="1"/>
      <p:bldP spid="306" grpId="0" animBg="1"/>
      <p:bldP spid="306" grpId="1" animBg="1"/>
      <p:bldP spid="307" grpId="0" animBg="1"/>
      <p:bldP spid="307" grpId="1" animBg="1"/>
      <p:bldP spid="308" grpId="0" animBg="1"/>
      <p:bldP spid="308" grpId="1" animBg="1"/>
      <p:bldP spid="309" grpId="0" animBg="1"/>
      <p:bldP spid="309" grpId="1" animBg="1"/>
      <p:bldP spid="310" grpId="0" animBg="1"/>
      <p:bldP spid="310" grpId="1" animBg="1"/>
      <p:bldP spid="311" grpId="0" animBg="1"/>
      <p:bldP spid="311" grpId="1" animBg="1"/>
      <p:bldP spid="312" grpId="0" animBg="1"/>
      <p:bldP spid="312" grpId="1" animBg="1"/>
      <p:bldP spid="313" grpId="0"/>
      <p:bldP spid="313" grpId="1"/>
      <p:bldP spid="313" grpId="2"/>
      <p:bldP spid="313" grpId="3"/>
      <p:bldP spid="314" grpId="0"/>
      <p:bldP spid="314" grpId="1"/>
      <p:bldP spid="315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" name="anim_o5305_1">
            <a:extLst>
              <a:ext uri="{FF2B5EF4-FFF2-40B4-BE49-F238E27FC236}">
                <a16:creationId xmlns:a16="http://schemas.microsoft.com/office/drawing/2014/main" id="{1D885055-4E8F-40E0-A82F-1E2CE5257D85}"/>
              </a:ext>
            </a:extLst>
          </p:cNvPr>
          <p:cNvSpPr>
            <a:spLocks noGrp="1"/>
          </p:cNvSpPr>
          <p:nvPr/>
        </p:nvSpPr>
        <p:spPr>
          <a:xfrm>
            <a:off x="5740916" y="1052825"/>
            <a:ext cx="411579" cy="82316"/>
          </a:xfrm>
          <a:custGeom>
            <a:avLst/>
            <a:gdLst/>
            <a:ahLst/>
            <a:cxnLst/>
            <a:rect l="0" t="0" r="0" b="0"/>
            <a:pathLst>
              <a:path w="411579" h="82316">
                <a:moveTo>
                  <a:pt x="0" y="60208"/>
                </a:moveTo>
                <a:lnTo>
                  <a:pt x="329263" y="60208"/>
                </a:lnTo>
                <a:lnTo>
                  <a:pt x="329263" y="82316"/>
                </a:lnTo>
                <a:lnTo>
                  <a:pt x="411579" y="41158"/>
                </a:lnTo>
                <a:lnTo>
                  <a:pt x="329263" y="0"/>
                </a:lnTo>
                <a:lnTo>
                  <a:pt x="329263" y="22108"/>
                </a:lnTo>
                <a:lnTo>
                  <a:pt x="0" y="22108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5306_1">
            <a:extLst>
              <a:ext uri="{FF2B5EF4-FFF2-40B4-BE49-F238E27FC236}">
                <a16:creationId xmlns:a16="http://schemas.microsoft.com/office/drawing/2014/main" id="{60378B12-8CFA-4088-84DC-AA3259F625DB}"/>
              </a:ext>
            </a:extLst>
          </p:cNvPr>
          <p:cNvSpPr>
            <a:spLocks noGrp="1"/>
          </p:cNvSpPr>
          <p:nvPr/>
        </p:nvSpPr>
        <p:spPr>
          <a:xfrm>
            <a:off x="5740916" y="2824217"/>
            <a:ext cx="411579" cy="82316"/>
          </a:xfrm>
          <a:custGeom>
            <a:avLst/>
            <a:gdLst/>
            <a:ahLst/>
            <a:cxnLst/>
            <a:rect l="0" t="0" r="0" b="0"/>
            <a:pathLst>
              <a:path w="411579" h="82316">
                <a:moveTo>
                  <a:pt x="0" y="60208"/>
                </a:moveTo>
                <a:lnTo>
                  <a:pt x="329263" y="60208"/>
                </a:lnTo>
                <a:lnTo>
                  <a:pt x="329263" y="82316"/>
                </a:lnTo>
                <a:lnTo>
                  <a:pt x="411579" y="41158"/>
                </a:lnTo>
                <a:lnTo>
                  <a:pt x="329263" y="0"/>
                </a:lnTo>
                <a:lnTo>
                  <a:pt x="329263" y="22108"/>
                </a:lnTo>
                <a:lnTo>
                  <a:pt x="0" y="22108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5307_1">
            <a:extLst>
              <a:ext uri="{FF2B5EF4-FFF2-40B4-BE49-F238E27FC236}">
                <a16:creationId xmlns:a16="http://schemas.microsoft.com/office/drawing/2014/main" id="{E8C392A0-2A6C-40D7-A8B6-93734F1B241D}"/>
              </a:ext>
            </a:extLst>
          </p:cNvPr>
          <p:cNvSpPr>
            <a:spLocks noGrp="1"/>
          </p:cNvSpPr>
          <p:nvPr/>
        </p:nvSpPr>
        <p:spPr>
          <a:xfrm>
            <a:off x="5740916" y="4595610"/>
            <a:ext cx="411579" cy="82316"/>
          </a:xfrm>
          <a:custGeom>
            <a:avLst/>
            <a:gdLst/>
            <a:ahLst/>
            <a:cxnLst/>
            <a:rect l="0" t="0" r="0" b="0"/>
            <a:pathLst>
              <a:path w="411579" h="82316">
                <a:moveTo>
                  <a:pt x="0" y="60208"/>
                </a:moveTo>
                <a:lnTo>
                  <a:pt x="329263" y="60208"/>
                </a:lnTo>
                <a:lnTo>
                  <a:pt x="329263" y="82316"/>
                </a:lnTo>
                <a:lnTo>
                  <a:pt x="411579" y="41158"/>
                </a:lnTo>
                <a:lnTo>
                  <a:pt x="329263" y="0"/>
                </a:lnTo>
                <a:lnTo>
                  <a:pt x="329263" y="22108"/>
                </a:lnTo>
                <a:lnTo>
                  <a:pt x="0" y="22108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5195_1">
            <a:extLst>
              <a:ext uri="{FF2B5EF4-FFF2-40B4-BE49-F238E27FC236}">
                <a16:creationId xmlns:a16="http://schemas.microsoft.com/office/drawing/2014/main" id="{EC5FE3F9-5FEA-459D-9592-3019B326C088}"/>
              </a:ext>
            </a:extLst>
          </p:cNvPr>
          <p:cNvSpPr>
            <a:spLocks noGrp="1"/>
          </p:cNvSpPr>
          <p:nvPr/>
        </p:nvSpPr>
        <p:spPr>
          <a:xfrm>
            <a:off x="7266729" y="530358"/>
            <a:ext cx="281812" cy="281812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5196_1">
            <a:extLst>
              <a:ext uri="{FF2B5EF4-FFF2-40B4-BE49-F238E27FC236}">
                <a16:creationId xmlns:a16="http://schemas.microsoft.com/office/drawing/2014/main" id="{AD94488C-3FA7-4E59-B858-5256FA28C905}"/>
              </a:ext>
            </a:extLst>
          </p:cNvPr>
          <p:cNvSpPr>
            <a:spLocks noGrp="1"/>
          </p:cNvSpPr>
          <p:nvPr/>
        </p:nvSpPr>
        <p:spPr>
          <a:xfrm>
            <a:off x="7548542" y="530358"/>
            <a:ext cx="281812" cy="281812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5197_1">
            <a:extLst>
              <a:ext uri="{FF2B5EF4-FFF2-40B4-BE49-F238E27FC236}">
                <a16:creationId xmlns:a16="http://schemas.microsoft.com/office/drawing/2014/main" id="{5C21103A-8069-4F6D-BDBA-E70A7426759A}"/>
              </a:ext>
            </a:extLst>
          </p:cNvPr>
          <p:cNvSpPr>
            <a:spLocks noGrp="1"/>
          </p:cNvSpPr>
          <p:nvPr/>
        </p:nvSpPr>
        <p:spPr>
          <a:xfrm>
            <a:off x="7830354" y="530358"/>
            <a:ext cx="281812" cy="281812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5198_1">
            <a:extLst>
              <a:ext uri="{FF2B5EF4-FFF2-40B4-BE49-F238E27FC236}">
                <a16:creationId xmlns:a16="http://schemas.microsoft.com/office/drawing/2014/main" id="{D56753AC-2711-45F4-9521-5C0507D7A823}"/>
              </a:ext>
            </a:extLst>
          </p:cNvPr>
          <p:cNvSpPr>
            <a:spLocks noGrp="1"/>
          </p:cNvSpPr>
          <p:nvPr/>
        </p:nvSpPr>
        <p:spPr>
          <a:xfrm>
            <a:off x="8112167" y="530358"/>
            <a:ext cx="281812" cy="281812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5199_1">
            <a:extLst>
              <a:ext uri="{FF2B5EF4-FFF2-40B4-BE49-F238E27FC236}">
                <a16:creationId xmlns:a16="http://schemas.microsoft.com/office/drawing/2014/main" id="{17659AAA-2D41-45FC-9942-608A98D12B45}"/>
              </a:ext>
            </a:extLst>
          </p:cNvPr>
          <p:cNvSpPr>
            <a:spLocks noGrp="1"/>
          </p:cNvSpPr>
          <p:nvPr/>
        </p:nvSpPr>
        <p:spPr>
          <a:xfrm>
            <a:off x="7266729" y="812170"/>
            <a:ext cx="281812" cy="281812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5200_1">
            <a:extLst>
              <a:ext uri="{FF2B5EF4-FFF2-40B4-BE49-F238E27FC236}">
                <a16:creationId xmlns:a16="http://schemas.microsoft.com/office/drawing/2014/main" id="{4B220113-10F1-4F8B-B27D-093C47146085}"/>
              </a:ext>
            </a:extLst>
          </p:cNvPr>
          <p:cNvSpPr>
            <a:spLocks noGrp="1"/>
          </p:cNvSpPr>
          <p:nvPr/>
        </p:nvSpPr>
        <p:spPr>
          <a:xfrm>
            <a:off x="7548542" y="812170"/>
            <a:ext cx="281812" cy="281812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5201_1">
            <a:extLst>
              <a:ext uri="{FF2B5EF4-FFF2-40B4-BE49-F238E27FC236}">
                <a16:creationId xmlns:a16="http://schemas.microsoft.com/office/drawing/2014/main" id="{243C1EAD-B795-463B-B0B2-33DE84E7EF94}"/>
              </a:ext>
            </a:extLst>
          </p:cNvPr>
          <p:cNvSpPr>
            <a:spLocks noGrp="1"/>
          </p:cNvSpPr>
          <p:nvPr/>
        </p:nvSpPr>
        <p:spPr>
          <a:xfrm>
            <a:off x="7830354" y="812170"/>
            <a:ext cx="281812" cy="281812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5202_1">
            <a:extLst>
              <a:ext uri="{FF2B5EF4-FFF2-40B4-BE49-F238E27FC236}">
                <a16:creationId xmlns:a16="http://schemas.microsoft.com/office/drawing/2014/main" id="{0CF4E1A6-218F-4E36-8C59-65869B6FFE37}"/>
              </a:ext>
            </a:extLst>
          </p:cNvPr>
          <p:cNvSpPr>
            <a:spLocks noGrp="1"/>
          </p:cNvSpPr>
          <p:nvPr/>
        </p:nvSpPr>
        <p:spPr>
          <a:xfrm>
            <a:off x="8112167" y="812170"/>
            <a:ext cx="281812" cy="281812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5203_1">
            <a:extLst>
              <a:ext uri="{FF2B5EF4-FFF2-40B4-BE49-F238E27FC236}">
                <a16:creationId xmlns:a16="http://schemas.microsoft.com/office/drawing/2014/main" id="{43344D90-CCCF-4147-BF79-E52DE7621535}"/>
              </a:ext>
            </a:extLst>
          </p:cNvPr>
          <p:cNvSpPr>
            <a:spLocks noGrp="1"/>
          </p:cNvSpPr>
          <p:nvPr/>
        </p:nvSpPr>
        <p:spPr>
          <a:xfrm>
            <a:off x="7266729" y="1093983"/>
            <a:ext cx="281812" cy="281812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5204_1">
            <a:extLst>
              <a:ext uri="{FF2B5EF4-FFF2-40B4-BE49-F238E27FC236}">
                <a16:creationId xmlns:a16="http://schemas.microsoft.com/office/drawing/2014/main" id="{56ED926D-91CA-46F7-9E42-C29DE5649538}"/>
              </a:ext>
            </a:extLst>
          </p:cNvPr>
          <p:cNvSpPr>
            <a:spLocks noGrp="1"/>
          </p:cNvSpPr>
          <p:nvPr/>
        </p:nvSpPr>
        <p:spPr>
          <a:xfrm>
            <a:off x="7548542" y="1093983"/>
            <a:ext cx="281812" cy="281812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5205_1">
            <a:extLst>
              <a:ext uri="{FF2B5EF4-FFF2-40B4-BE49-F238E27FC236}">
                <a16:creationId xmlns:a16="http://schemas.microsoft.com/office/drawing/2014/main" id="{8F8B246B-AD38-45CC-90B5-AF30725C8AB0}"/>
              </a:ext>
            </a:extLst>
          </p:cNvPr>
          <p:cNvSpPr>
            <a:spLocks noGrp="1"/>
          </p:cNvSpPr>
          <p:nvPr/>
        </p:nvSpPr>
        <p:spPr>
          <a:xfrm>
            <a:off x="7830354" y="1093983"/>
            <a:ext cx="281812" cy="281812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5206_1">
            <a:extLst>
              <a:ext uri="{FF2B5EF4-FFF2-40B4-BE49-F238E27FC236}">
                <a16:creationId xmlns:a16="http://schemas.microsoft.com/office/drawing/2014/main" id="{9DDDDE87-E20F-4C81-BEA7-E3640FE98B0F}"/>
              </a:ext>
            </a:extLst>
          </p:cNvPr>
          <p:cNvSpPr>
            <a:spLocks noGrp="1"/>
          </p:cNvSpPr>
          <p:nvPr/>
        </p:nvSpPr>
        <p:spPr>
          <a:xfrm>
            <a:off x="8112167" y="1093983"/>
            <a:ext cx="281812" cy="281812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5207_1">
            <a:extLst>
              <a:ext uri="{FF2B5EF4-FFF2-40B4-BE49-F238E27FC236}">
                <a16:creationId xmlns:a16="http://schemas.microsoft.com/office/drawing/2014/main" id="{BE39E488-D914-47D1-82F7-5BCC92C72400}"/>
              </a:ext>
            </a:extLst>
          </p:cNvPr>
          <p:cNvSpPr>
            <a:spLocks noGrp="1"/>
          </p:cNvSpPr>
          <p:nvPr/>
        </p:nvSpPr>
        <p:spPr>
          <a:xfrm>
            <a:off x="7266729" y="1375795"/>
            <a:ext cx="281812" cy="281812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5208_1">
            <a:extLst>
              <a:ext uri="{FF2B5EF4-FFF2-40B4-BE49-F238E27FC236}">
                <a16:creationId xmlns:a16="http://schemas.microsoft.com/office/drawing/2014/main" id="{114FC4CB-500C-46D0-803B-BEA99995C889}"/>
              </a:ext>
            </a:extLst>
          </p:cNvPr>
          <p:cNvSpPr>
            <a:spLocks noGrp="1"/>
          </p:cNvSpPr>
          <p:nvPr/>
        </p:nvSpPr>
        <p:spPr>
          <a:xfrm>
            <a:off x="7548542" y="1375795"/>
            <a:ext cx="281812" cy="281812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5209_1">
            <a:extLst>
              <a:ext uri="{FF2B5EF4-FFF2-40B4-BE49-F238E27FC236}">
                <a16:creationId xmlns:a16="http://schemas.microsoft.com/office/drawing/2014/main" id="{9956DB3F-46EB-40F1-832A-91EF1E2443C4}"/>
              </a:ext>
            </a:extLst>
          </p:cNvPr>
          <p:cNvSpPr>
            <a:spLocks noGrp="1"/>
          </p:cNvSpPr>
          <p:nvPr/>
        </p:nvSpPr>
        <p:spPr>
          <a:xfrm>
            <a:off x="7830354" y="1375795"/>
            <a:ext cx="281812" cy="281812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5210_1">
            <a:extLst>
              <a:ext uri="{FF2B5EF4-FFF2-40B4-BE49-F238E27FC236}">
                <a16:creationId xmlns:a16="http://schemas.microsoft.com/office/drawing/2014/main" id="{3E1F82EA-2E0D-4279-8AB2-F12E29AC15BF}"/>
              </a:ext>
            </a:extLst>
          </p:cNvPr>
          <p:cNvSpPr>
            <a:spLocks noGrp="1"/>
          </p:cNvSpPr>
          <p:nvPr/>
        </p:nvSpPr>
        <p:spPr>
          <a:xfrm>
            <a:off x="8112167" y="1375795"/>
            <a:ext cx="281812" cy="281812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5212_1">
            <a:extLst>
              <a:ext uri="{FF2B5EF4-FFF2-40B4-BE49-F238E27FC236}">
                <a16:creationId xmlns:a16="http://schemas.microsoft.com/office/drawing/2014/main" id="{06F6DE45-9C6C-44C2-8958-64116FD6BFAC}"/>
              </a:ext>
            </a:extLst>
          </p:cNvPr>
          <p:cNvSpPr>
            <a:spLocks noGrp="1"/>
          </p:cNvSpPr>
          <p:nvPr/>
        </p:nvSpPr>
        <p:spPr>
          <a:xfrm>
            <a:off x="7266729" y="2301750"/>
            <a:ext cx="281812" cy="281812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5213_1">
            <a:extLst>
              <a:ext uri="{FF2B5EF4-FFF2-40B4-BE49-F238E27FC236}">
                <a16:creationId xmlns:a16="http://schemas.microsoft.com/office/drawing/2014/main" id="{E519F3A1-2D64-431C-AD23-76658961E9FE}"/>
              </a:ext>
            </a:extLst>
          </p:cNvPr>
          <p:cNvSpPr>
            <a:spLocks noGrp="1"/>
          </p:cNvSpPr>
          <p:nvPr/>
        </p:nvSpPr>
        <p:spPr>
          <a:xfrm>
            <a:off x="7548542" y="2301750"/>
            <a:ext cx="281812" cy="281812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5214_1">
            <a:extLst>
              <a:ext uri="{FF2B5EF4-FFF2-40B4-BE49-F238E27FC236}">
                <a16:creationId xmlns:a16="http://schemas.microsoft.com/office/drawing/2014/main" id="{67578EC6-8B81-4D47-871C-FD3AF1B4B146}"/>
              </a:ext>
            </a:extLst>
          </p:cNvPr>
          <p:cNvSpPr>
            <a:spLocks noGrp="1"/>
          </p:cNvSpPr>
          <p:nvPr/>
        </p:nvSpPr>
        <p:spPr>
          <a:xfrm>
            <a:off x="7830354" y="2301750"/>
            <a:ext cx="281812" cy="281812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5215_1">
            <a:extLst>
              <a:ext uri="{FF2B5EF4-FFF2-40B4-BE49-F238E27FC236}">
                <a16:creationId xmlns:a16="http://schemas.microsoft.com/office/drawing/2014/main" id="{B7310198-2D91-4543-9B22-F433F6B0630F}"/>
              </a:ext>
            </a:extLst>
          </p:cNvPr>
          <p:cNvSpPr>
            <a:spLocks noGrp="1"/>
          </p:cNvSpPr>
          <p:nvPr/>
        </p:nvSpPr>
        <p:spPr>
          <a:xfrm>
            <a:off x="8112167" y="2301750"/>
            <a:ext cx="281812" cy="281812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5216_1">
            <a:extLst>
              <a:ext uri="{FF2B5EF4-FFF2-40B4-BE49-F238E27FC236}">
                <a16:creationId xmlns:a16="http://schemas.microsoft.com/office/drawing/2014/main" id="{7BD6669F-4CA6-403B-8D3C-F789398E50A8}"/>
              </a:ext>
            </a:extLst>
          </p:cNvPr>
          <p:cNvSpPr>
            <a:spLocks noGrp="1"/>
          </p:cNvSpPr>
          <p:nvPr/>
        </p:nvSpPr>
        <p:spPr>
          <a:xfrm>
            <a:off x="7266729" y="2583563"/>
            <a:ext cx="281812" cy="281812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5217_1">
            <a:extLst>
              <a:ext uri="{FF2B5EF4-FFF2-40B4-BE49-F238E27FC236}">
                <a16:creationId xmlns:a16="http://schemas.microsoft.com/office/drawing/2014/main" id="{A54570C9-3DA1-4725-8170-DE7780BBBB27}"/>
              </a:ext>
            </a:extLst>
          </p:cNvPr>
          <p:cNvSpPr>
            <a:spLocks noGrp="1"/>
          </p:cNvSpPr>
          <p:nvPr/>
        </p:nvSpPr>
        <p:spPr>
          <a:xfrm>
            <a:off x="7548542" y="2583563"/>
            <a:ext cx="281812" cy="281812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5218_1">
            <a:extLst>
              <a:ext uri="{FF2B5EF4-FFF2-40B4-BE49-F238E27FC236}">
                <a16:creationId xmlns:a16="http://schemas.microsoft.com/office/drawing/2014/main" id="{2991A88F-9E0A-40C3-9D16-2C030B908AF2}"/>
              </a:ext>
            </a:extLst>
          </p:cNvPr>
          <p:cNvSpPr>
            <a:spLocks noGrp="1"/>
          </p:cNvSpPr>
          <p:nvPr/>
        </p:nvSpPr>
        <p:spPr>
          <a:xfrm>
            <a:off x="7830354" y="2583563"/>
            <a:ext cx="281812" cy="281812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5219_1">
            <a:extLst>
              <a:ext uri="{FF2B5EF4-FFF2-40B4-BE49-F238E27FC236}">
                <a16:creationId xmlns:a16="http://schemas.microsoft.com/office/drawing/2014/main" id="{FE4693DD-17C6-493B-B0A5-EA31BD3A0E73}"/>
              </a:ext>
            </a:extLst>
          </p:cNvPr>
          <p:cNvSpPr>
            <a:spLocks noGrp="1"/>
          </p:cNvSpPr>
          <p:nvPr/>
        </p:nvSpPr>
        <p:spPr>
          <a:xfrm>
            <a:off x="8112167" y="2583563"/>
            <a:ext cx="281812" cy="281812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5220_1">
            <a:extLst>
              <a:ext uri="{FF2B5EF4-FFF2-40B4-BE49-F238E27FC236}">
                <a16:creationId xmlns:a16="http://schemas.microsoft.com/office/drawing/2014/main" id="{0CF587B6-0EAB-4902-B12A-972C69D649E4}"/>
              </a:ext>
            </a:extLst>
          </p:cNvPr>
          <p:cNvSpPr>
            <a:spLocks noGrp="1"/>
          </p:cNvSpPr>
          <p:nvPr/>
        </p:nvSpPr>
        <p:spPr>
          <a:xfrm>
            <a:off x="7266729" y="2865375"/>
            <a:ext cx="281812" cy="281812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5221_1">
            <a:extLst>
              <a:ext uri="{FF2B5EF4-FFF2-40B4-BE49-F238E27FC236}">
                <a16:creationId xmlns:a16="http://schemas.microsoft.com/office/drawing/2014/main" id="{9BEF17C8-BA7C-437F-BACF-CED8C16DB39D}"/>
              </a:ext>
            </a:extLst>
          </p:cNvPr>
          <p:cNvSpPr>
            <a:spLocks noGrp="1"/>
          </p:cNvSpPr>
          <p:nvPr/>
        </p:nvSpPr>
        <p:spPr>
          <a:xfrm>
            <a:off x="7548542" y="2865375"/>
            <a:ext cx="281812" cy="281812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5222_1">
            <a:extLst>
              <a:ext uri="{FF2B5EF4-FFF2-40B4-BE49-F238E27FC236}">
                <a16:creationId xmlns:a16="http://schemas.microsoft.com/office/drawing/2014/main" id="{A981249D-E46E-47AE-8CE3-3C988651ABC4}"/>
              </a:ext>
            </a:extLst>
          </p:cNvPr>
          <p:cNvSpPr>
            <a:spLocks noGrp="1"/>
          </p:cNvSpPr>
          <p:nvPr/>
        </p:nvSpPr>
        <p:spPr>
          <a:xfrm>
            <a:off x="7830354" y="2865375"/>
            <a:ext cx="281812" cy="281812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5223_1">
            <a:extLst>
              <a:ext uri="{FF2B5EF4-FFF2-40B4-BE49-F238E27FC236}">
                <a16:creationId xmlns:a16="http://schemas.microsoft.com/office/drawing/2014/main" id="{4E6D80F5-489E-4B2C-A2DD-04DEF133E60A}"/>
              </a:ext>
            </a:extLst>
          </p:cNvPr>
          <p:cNvSpPr>
            <a:spLocks noGrp="1"/>
          </p:cNvSpPr>
          <p:nvPr/>
        </p:nvSpPr>
        <p:spPr>
          <a:xfrm>
            <a:off x="8112167" y="2865375"/>
            <a:ext cx="281812" cy="281812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5224_1">
            <a:extLst>
              <a:ext uri="{FF2B5EF4-FFF2-40B4-BE49-F238E27FC236}">
                <a16:creationId xmlns:a16="http://schemas.microsoft.com/office/drawing/2014/main" id="{357F7FDB-F5C3-40B9-B158-5133BDB4484D}"/>
              </a:ext>
            </a:extLst>
          </p:cNvPr>
          <p:cNvSpPr>
            <a:spLocks noGrp="1"/>
          </p:cNvSpPr>
          <p:nvPr/>
        </p:nvSpPr>
        <p:spPr>
          <a:xfrm>
            <a:off x="7266729" y="3147188"/>
            <a:ext cx="281812" cy="281812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5225_1">
            <a:extLst>
              <a:ext uri="{FF2B5EF4-FFF2-40B4-BE49-F238E27FC236}">
                <a16:creationId xmlns:a16="http://schemas.microsoft.com/office/drawing/2014/main" id="{0C58A3EE-ABE4-471E-9C2F-A07E474D1D7A}"/>
              </a:ext>
            </a:extLst>
          </p:cNvPr>
          <p:cNvSpPr>
            <a:spLocks noGrp="1"/>
          </p:cNvSpPr>
          <p:nvPr/>
        </p:nvSpPr>
        <p:spPr>
          <a:xfrm>
            <a:off x="7548542" y="3147188"/>
            <a:ext cx="281812" cy="281812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5226_1">
            <a:extLst>
              <a:ext uri="{FF2B5EF4-FFF2-40B4-BE49-F238E27FC236}">
                <a16:creationId xmlns:a16="http://schemas.microsoft.com/office/drawing/2014/main" id="{CE85D9DD-4943-4330-A3D2-137B0065175C}"/>
              </a:ext>
            </a:extLst>
          </p:cNvPr>
          <p:cNvSpPr>
            <a:spLocks noGrp="1"/>
          </p:cNvSpPr>
          <p:nvPr/>
        </p:nvSpPr>
        <p:spPr>
          <a:xfrm>
            <a:off x="7830354" y="3147188"/>
            <a:ext cx="281812" cy="281812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5227_1">
            <a:extLst>
              <a:ext uri="{FF2B5EF4-FFF2-40B4-BE49-F238E27FC236}">
                <a16:creationId xmlns:a16="http://schemas.microsoft.com/office/drawing/2014/main" id="{1D3AD9EC-9FE3-4A8F-8E11-EF5E0E68AA9A}"/>
              </a:ext>
            </a:extLst>
          </p:cNvPr>
          <p:cNvSpPr>
            <a:spLocks noGrp="1"/>
          </p:cNvSpPr>
          <p:nvPr/>
        </p:nvSpPr>
        <p:spPr>
          <a:xfrm>
            <a:off x="8112167" y="3147188"/>
            <a:ext cx="281812" cy="281812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5229_1">
            <a:extLst>
              <a:ext uri="{FF2B5EF4-FFF2-40B4-BE49-F238E27FC236}">
                <a16:creationId xmlns:a16="http://schemas.microsoft.com/office/drawing/2014/main" id="{0BFC1493-9109-42EE-AD99-4B89FB176AD2}"/>
              </a:ext>
            </a:extLst>
          </p:cNvPr>
          <p:cNvSpPr>
            <a:spLocks noGrp="1"/>
          </p:cNvSpPr>
          <p:nvPr/>
        </p:nvSpPr>
        <p:spPr>
          <a:xfrm>
            <a:off x="7266729" y="4073143"/>
            <a:ext cx="281812" cy="281812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5230_1">
            <a:extLst>
              <a:ext uri="{FF2B5EF4-FFF2-40B4-BE49-F238E27FC236}">
                <a16:creationId xmlns:a16="http://schemas.microsoft.com/office/drawing/2014/main" id="{2E40BDDF-6513-4A2F-A475-9B30A8237B01}"/>
              </a:ext>
            </a:extLst>
          </p:cNvPr>
          <p:cNvSpPr>
            <a:spLocks noGrp="1"/>
          </p:cNvSpPr>
          <p:nvPr/>
        </p:nvSpPr>
        <p:spPr>
          <a:xfrm>
            <a:off x="7548542" y="4073143"/>
            <a:ext cx="281812" cy="281812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5231_1">
            <a:extLst>
              <a:ext uri="{FF2B5EF4-FFF2-40B4-BE49-F238E27FC236}">
                <a16:creationId xmlns:a16="http://schemas.microsoft.com/office/drawing/2014/main" id="{431FAC69-F92A-4AC5-B5A9-62D127460F60}"/>
              </a:ext>
            </a:extLst>
          </p:cNvPr>
          <p:cNvSpPr>
            <a:spLocks noGrp="1"/>
          </p:cNvSpPr>
          <p:nvPr/>
        </p:nvSpPr>
        <p:spPr>
          <a:xfrm>
            <a:off x="7830354" y="4073143"/>
            <a:ext cx="281812" cy="281812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5232_1">
            <a:extLst>
              <a:ext uri="{FF2B5EF4-FFF2-40B4-BE49-F238E27FC236}">
                <a16:creationId xmlns:a16="http://schemas.microsoft.com/office/drawing/2014/main" id="{825F5FCB-587F-4BC0-A1BD-579792E48612}"/>
              </a:ext>
            </a:extLst>
          </p:cNvPr>
          <p:cNvSpPr>
            <a:spLocks noGrp="1"/>
          </p:cNvSpPr>
          <p:nvPr/>
        </p:nvSpPr>
        <p:spPr>
          <a:xfrm>
            <a:off x="8112167" y="4073143"/>
            <a:ext cx="281812" cy="281812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5233_1">
            <a:extLst>
              <a:ext uri="{FF2B5EF4-FFF2-40B4-BE49-F238E27FC236}">
                <a16:creationId xmlns:a16="http://schemas.microsoft.com/office/drawing/2014/main" id="{676831FC-0C77-4FE6-A0C2-AE59CB331514}"/>
              </a:ext>
            </a:extLst>
          </p:cNvPr>
          <p:cNvSpPr>
            <a:spLocks noGrp="1"/>
          </p:cNvSpPr>
          <p:nvPr/>
        </p:nvSpPr>
        <p:spPr>
          <a:xfrm>
            <a:off x="7266729" y="4354955"/>
            <a:ext cx="281812" cy="281812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5234_1">
            <a:extLst>
              <a:ext uri="{FF2B5EF4-FFF2-40B4-BE49-F238E27FC236}">
                <a16:creationId xmlns:a16="http://schemas.microsoft.com/office/drawing/2014/main" id="{E532093D-50A8-4314-BB17-0EEFF39D300E}"/>
              </a:ext>
            </a:extLst>
          </p:cNvPr>
          <p:cNvSpPr>
            <a:spLocks noGrp="1"/>
          </p:cNvSpPr>
          <p:nvPr/>
        </p:nvSpPr>
        <p:spPr>
          <a:xfrm>
            <a:off x="7548542" y="4354955"/>
            <a:ext cx="281812" cy="281812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5235_1">
            <a:extLst>
              <a:ext uri="{FF2B5EF4-FFF2-40B4-BE49-F238E27FC236}">
                <a16:creationId xmlns:a16="http://schemas.microsoft.com/office/drawing/2014/main" id="{C2699F81-3B4C-4641-8EBB-67687029C440}"/>
              </a:ext>
            </a:extLst>
          </p:cNvPr>
          <p:cNvSpPr>
            <a:spLocks noGrp="1"/>
          </p:cNvSpPr>
          <p:nvPr/>
        </p:nvSpPr>
        <p:spPr>
          <a:xfrm>
            <a:off x="7830354" y="4354955"/>
            <a:ext cx="281812" cy="281812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5236_1">
            <a:extLst>
              <a:ext uri="{FF2B5EF4-FFF2-40B4-BE49-F238E27FC236}">
                <a16:creationId xmlns:a16="http://schemas.microsoft.com/office/drawing/2014/main" id="{809F6114-FCBA-4DD5-A8B1-D883A776B92B}"/>
              </a:ext>
            </a:extLst>
          </p:cNvPr>
          <p:cNvSpPr>
            <a:spLocks noGrp="1"/>
          </p:cNvSpPr>
          <p:nvPr/>
        </p:nvSpPr>
        <p:spPr>
          <a:xfrm>
            <a:off x="8112167" y="4354955"/>
            <a:ext cx="281812" cy="281812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5237_1">
            <a:extLst>
              <a:ext uri="{FF2B5EF4-FFF2-40B4-BE49-F238E27FC236}">
                <a16:creationId xmlns:a16="http://schemas.microsoft.com/office/drawing/2014/main" id="{48149B7C-957B-4B16-A96E-2BEB11909463}"/>
              </a:ext>
            </a:extLst>
          </p:cNvPr>
          <p:cNvSpPr>
            <a:spLocks noGrp="1"/>
          </p:cNvSpPr>
          <p:nvPr/>
        </p:nvSpPr>
        <p:spPr>
          <a:xfrm>
            <a:off x="7266729" y="4636768"/>
            <a:ext cx="281812" cy="281812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5238_1">
            <a:extLst>
              <a:ext uri="{FF2B5EF4-FFF2-40B4-BE49-F238E27FC236}">
                <a16:creationId xmlns:a16="http://schemas.microsoft.com/office/drawing/2014/main" id="{5169EC3E-9F05-42CF-A8DB-ADC693231E0E}"/>
              </a:ext>
            </a:extLst>
          </p:cNvPr>
          <p:cNvSpPr>
            <a:spLocks noGrp="1"/>
          </p:cNvSpPr>
          <p:nvPr/>
        </p:nvSpPr>
        <p:spPr>
          <a:xfrm>
            <a:off x="7548542" y="4636768"/>
            <a:ext cx="281812" cy="281812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5239_1">
            <a:extLst>
              <a:ext uri="{FF2B5EF4-FFF2-40B4-BE49-F238E27FC236}">
                <a16:creationId xmlns:a16="http://schemas.microsoft.com/office/drawing/2014/main" id="{87D84383-5C8D-46C1-B199-E2D81E2B9978}"/>
              </a:ext>
            </a:extLst>
          </p:cNvPr>
          <p:cNvSpPr>
            <a:spLocks noGrp="1"/>
          </p:cNvSpPr>
          <p:nvPr/>
        </p:nvSpPr>
        <p:spPr>
          <a:xfrm>
            <a:off x="7830354" y="4636768"/>
            <a:ext cx="281812" cy="281812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5240_1">
            <a:extLst>
              <a:ext uri="{FF2B5EF4-FFF2-40B4-BE49-F238E27FC236}">
                <a16:creationId xmlns:a16="http://schemas.microsoft.com/office/drawing/2014/main" id="{9D0BCC3B-4D93-45A0-8B4C-3242081DD2DE}"/>
              </a:ext>
            </a:extLst>
          </p:cNvPr>
          <p:cNvSpPr>
            <a:spLocks noGrp="1"/>
          </p:cNvSpPr>
          <p:nvPr/>
        </p:nvSpPr>
        <p:spPr>
          <a:xfrm>
            <a:off x="8112167" y="4636768"/>
            <a:ext cx="281812" cy="281812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5241_1">
            <a:extLst>
              <a:ext uri="{FF2B5EF4-FFF2-40B4-BE49-F238E27FC236}">
                <a16:creationId xmlns:a16="http://schemas.microsoft.com/office/drawing/2014/main" id="{1CE22501-A545-4CF5-9121-E803F8F433DF}"/>
              </a:ext>
            </a:extLst>
          </p:cNvPr>
          <p:cNvSpPr>
            <a:spLocks noGrp="1"/>
          </p:cNvSpPr>
          <p:nvPr/>
        </p:nvSpPr>
        <p:spPr>
          <a:xfrm>
            <a:off x="7266729" y="4918580"/>
            <a:ext cx="281812" cy="281812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5242_1">
            <a:extLst>
              <a:ext uri="{FF2B5EF4-FFF2-40B4-BE49-F238E27FC236}">
                <a16:creationId xmlns:a16="http://schemas.microsoft.com/office/drawing/2014/main" id="{0D1FE2B5-FEA9-432A-AC84-B553EB38F461}"/>
              </a:ext>
            </a:extLst>
          </p:cNvPr>
          <p:cNvSpPr>
            <a:spLocks noGrp="1"/>
          </p:cNvSpPr>
          <p:nvPr/>
        </p:nvSpPr>
        <p:spPr>
          <a:xfrm>
            <a:off x="7548542" y="4918580"/>
            <a:ext cx="281812" cy="281812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5243_1">
            <a:extLst>
              <a:ext uri="{FF2B5EF4-FFF2-40B4-BE49-F238E27FC236}">
                <a16:creationId xmlns:a16="http://schemas.microsoft.com/office/drawing/2014/main" id="{488E61DB-1F0B-4505-BAC5-0A91D795CAB9}"/>
              </a:ext>
            </a:extLst>
          </p:cNvPr>
          <p:cNvSpPr>
            <a:spLocks noGrp="1"/>
          </p:cNvSpPr>
          <p:nvPr/>
        </p:nvSpPr>
        <p:spPr>
          <a:xfrm>
            <a:off x="7830354" y="4918580"/>
            <a:ext cx="281812" cy="281812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5244_1">
            <a:extLst>
              <a:ext uri="{FF2B5EF4-FFF2-40B4-BE49-F238E27FC236}">
                <a16:creationId xmlns:a16="http://schemas.microsoft.com/office/drawing/2014/main" id="{D3394DD6-9271-47BE-8673-59E8A58686C0}"/>
              </a:ext>
            </a:extLst>
          </p:cNvPr>
          <p:cNvSpPr>
            <a:spLocks noGrp="1"/>
          </p:cNvSpPr>
          <p:nvPr/>
        </p:nvSpPr>
        <p:spPr>
          <a:xfrm>
            <a:off x="8112167" y="4918580"/>
            <a:ext cx="281812" cy="281812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5326_1">
            <a:extLst>
              <a:ext uri="{FF2B5EF4-FFF2-40B4-BE49-F238E27FC236}">
                <a16:creationId xmlns:a16="http://schemas.microsoft.com/office/drawing/2014/main" id="{B72C15B5-0453-4C65-8D06-919B0728E5A4}"/>
              </a:ext>
            </a:extLst>
          </p:cNvPr>
          <p:cNvSpPr>
            <a:spLocks noGrp="1"/>
          </p:cNvSpPr>
          <p:nvPr/>
        </p:nvSpPr>
        <p:spPr>
          <a:xfrm>
            <a:off x="9843300" y="2301750"/>
            <a:ext cx="281812" cy="281812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o5327_1">
            <a:extLst>
              <a:ext uri="{FF2B5EF4-FFF2-40B4-BE49-F238E27FC236}">
                <a16:creationId xmlns:a16="http://schemas.microsoft.com/office/drawing/2014/main" id="{FDAB6F30-69C9-4772-8E81-F9F529F32660}"/>
              </a:ext>
            </a:extLst>
          </p:cNvPr>
          <p:cNvSpPr>
            <a:spLocks noGrp="1"/>
          </p:cNvSpPr>
          <p:nvPr/>
        </p:nvSpPr>
        <p:spPr>
          <a:xfrm>
            <a:off x="10125112" y="2301750"/>
            <a:ext cx="281812" cy="281812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4" name="anim_o5328_1">
            <a:extLst>
              <a:ext uri="{FF2B5EF4-FFF2-40B4-BE49-F238E27FC236}">
                <a16:creationId xmlns:a16="http://schemas.microsoft.com/office/drawing/2014/main" id="{8A4142F7-2519-4403-93EF-4F4ED211C711}"/>
              </a:ext>
            </a:extLst>
          </p:cNvPr>
          <p:cNvSpPr>
            <a:spLocks noGrp="1"/>
          </p:cNvSpPr>
          <p:nvPr/>
        </p:nvSpPr>
        <p:spPr>
          <a:xfrm>
            <a:off x="10406925" y="2301750"/>
            <a:ext cx="281812" cy="281812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5" name="anim_o5329_1">
            <a:extLst>
              <a:ext uri="{FF2B5EF4-FFF2-40B4-BE49-F238E27FC236}">
                <a16:creationId xmlns:a16="http://schemas.microsoft.com/office/drawing/2014/main" id="{370EC447-446D-4AD8-8D70-3C7050E90EDE}"/>
              </a:ext>
            </a:extLst>
          </p:cNvPr>
          <p:cNvSpPr>
            <a:spLocks noGrp="1"/>
          </p:cNvSpPr>
          <p:nvPr/>
        </p:nvSpPr>
        <p:spPr>
          <a:xfrm>
            <a:off x="10688737" y="2301750"/>
            <a:ext cx="281812" cy="281812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6" name="anim_o5330_1">
            <a:extLst>
              <a:ext uri="{FF2B5EF4-FFF2-40B4-BE49-F238E27FC236}">
                <a16:creationId xmlns:a16="http://schemas.microsoft.com/office/drawing/2014/main" id="{FC2BA3D5-968F-4FF9-B2D8-53AE783CB202}"/>
              </a:ext>
            </a:extLst>
          </p:cNvPr>
          <p:cNvSpPr>
            <a:spLocks noGrp="1"/>
          </p:cNvSpPr>
          <p:nvPr/>
        </p:nvSpPr>
        <p:spPr>
          <a:xfrm>
            <a:off x="9843300" y="2583563"/>
            <a:ext cx="281812" cy="281812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7" name="anim_o5331_1">
            <a:extLst>
              <a:ext uri="{FF2B5EF4-FFF2-40B4-BE49-F238E27FC236}">
                <a16:creationId xmlns:a16="http://schemas.microsoft.com/office/drawing/2014/main" id="{6BD64C49-0256-4F06-9769-76C281B92734}"/>
              </a:ext>
            </a:extLst>
          </p:cNvPr>
          <p:cNvSpPr>
            <a:spLocks noGrp="1"/>
          </p:cNvSpPr>
          <p:nvPr/>
        </p:nvSpPr>
        <p:spPr>
          <a:xfrm>
            <a:off x="10125112" y="2583563"/>
            <a:ext cx="281812" cy="281812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" name="anim_o5332_1">
            <a:extLst>
              <a:ext uri="{FF2B5EF4-FFF2-40B4-BE49-F238E27FC236}">
                <a16:creationId xmlns:a16="http://schemas.microsoft.com/office/drawing/2014/main" id="{B34778FA-3310-47EC-BE09-03284F668A8C}"/>
              </a:ext>
            </a:extLst>
          </p:cNvPr>
          <p:cNvSpPr>
            <a:spLocks noGrp="1"/>
          </p:cNvSpPr>
          <p:nvPr/>
        </p:nvSpPr>
        <p:spPr>
          <a:xfrm>
            <a:off x="10406925" y="2583563"/>
            <a:ext cx="281812" cy="281812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o5333_1">
            <a:extLst>
              <a:ext uri="{FF2B5EF4-FFF2-40B4-BE49-F238E27FC236}">
                <a16:creationId xmlns:a16="http://schemas.microsoft.com/office/drawing/2014/main" id="{CEEED3E0-0F7F-43C0-93B1-85837A6412DC}"/>
              </a:ext>
            </a:extLst>
          </p:cNvPr>
          <p:cNvSpPr>
            <a:spLocks noGrp="1"/>
          </p:cNvSpPr>
          <p:nvPr/>
        </p:nvSpPr>
        <p:spPr>
          <a:xfrm>
            <a:off x="10688737" y="2583563"/>
            <a:ext cx="281812" cy="281812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0" name="anim_o5334_1">
            <a:extLst>
              <a:ext uri="{FF2B5EF4-FFF2-40B4-BE49-F238E27FC236}">
                <a16:creationId xmlns:a16="http://schemas.microsoft.com/office/drawing/2014/main" id="{8D13ED34-8988-4B27-816D-25EE90B490EF}"/>
              </a:ext>
            </a:extLst>
          </p:cNvPr>
          <p:cNvSpPr>
            <a:spLocks noGrp="1"/>
          </p:cNvSpPr>
          <p:nvPr/>
        </p:nvSpPr>
        <p:spPr>
          <a:xfrm>
            <a:off x="9843300" y="2865375"/>
            <a:ext cx="281812" cy="281812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" name="anim_o5335_1">
            <a:extLst>
              <a:ext uri="{FF2B5EF4-FFF2-40B4-BE49-F238E27FC236}">
                <a16:creationId xmlns:a16="http://schemas.microsoft.com/office/drawing/2014/main" id="{CA47160D-AD02-4579-8037-99EF7DDA73B3}"/>
              </a:ext>
            </a:extLst>
          </p:cNvPr>
          <p:cNvSpPr>
            <a:spLocks noGrp="1"/>
          </p:cNvSpPr>
          <p:nvPr/>
        </p:nvSpPr>
        <p:spPr>
          <a:xfrm>
            <a:off x="10125112" y="2865375"/>
            <a:ext cx="281812" cy="281812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2" name="anim_o5336_1">
            <a:extLst>
              <a:ext uri="{FF2B5EF4-FFF2-40B4-BE49-F238E27FC236}">
                <a16:creationId xmlns:a16="http://schemas.microsoft.com/office/drawing/2014/main" id="{AB02B170-F3C3-442C-9DBF-CBA81DF4E247}"/>
              </a:ext>
            </a:extLst>
          </p:cNvPr>
          <p:cNvSpPr>
            <a:spLocks noGrp="1"/>
          </p:cNvSpPr>
          <p:nvPr/>
        </p:nvSpPr>
        <p:spPr>
          <a:xfrm>
            <a:off x="10406925" y="2865375"/>
            <a:ext cx="281812" cy="281812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3" name="anim_o5337_1">
            <a:extLst>
              <a:ext uri="{FF2B5EF4-FFF2-40B4-BE49-F238E27FC236}">
                <a16:creationId xmlns:a16="http://schemas.microsoft.com/office/drawing/2014/main" id="{DB855DCC-299F-4D32-84E8-AE610F179558}"/>
              </a:ext>
            </a:extLst>
          </p:cNvPr>
          <p:cNvSpPr>
            <a:spLocks noGrp="1"/>
          </p:cNvSpPr>
          <p:nvPr/>
        </p:nvSpPr>
        <p:spPr>
          <a:xfrm>
            <a:off x="10688737" y="2865375"/>
            <a:ext cx="281812" cy="281812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4" name="anim_o5338_1">
            <a:extLst>
              <a:ext uri="{FF2B5EF4-FFF2-40B4-BE49-F238E27FC236}">
                <a16:creationId xmlns:a16="http://schemas.microsoft.com/office/drawing/2014/main" id="{C2377779-AFB2-4783-986E-E899E517580D}"/>
              </a:ext>
            </a:extLst>
          </p:cNvPr>
          <p:cNvSpPr>
            <a:spLocks noGrp="1"/>
          </p:cNvSpPr>
          <p:nvPr/>
        </p:nvSpPr>
        <p:spPr>
          <a:xfrm>
            <a:off x="9843300" y="3147188"/>
            <a:ext cx="281812" cy="281812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5" name="anim_o5339_1">
            <a:extLst>
              <a:ext uri="{FF2B5EF4-FFF2-40B4-BE49-F238E27FC236}">
                <a16:creationId xmlns:a16="http://schemas.microsoft.com/office/drawing/2014/main" id="{2470F83F-A8B6-4241-9915-8D801EE53BA2}"/>
              </a:ext>
            </a:extLst>
          </p:cNvPr>
          <p:cNvSpPr>
            <a:spLocks noGrp="1"/>
          </p:cNvSpPr>
          <p:nvPr/>
        </p:nvSpPr>
        <p:spPr>
          <a:xfrm>
            <a:off x="10125112" y="3147188"/>
            <a:ext cx="281812" cy="281812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6" name="anim_o5340_1">
            <a:extLst>
              <a:ext uri="{FF2B5EF4-FFF2-40B4-BE49-F238E27FC236}">
                <a16:creationId xmlns:a16="http://schemas.microsoft.com/office/drawing/2014/main" id="{4DE5B141-E222-478F-B765-A137D4EEC760}"/>
              </a:ext>
            </a:extLst>
          </p:cNvPr>
          <p:cNvSpPr>
            <a:spLocks noGrp="1"/>
          </p:cNvSpPr>
          <p:nvPr/>
        </p:nvSpPr>
        <p:spPr>
          <a:xfrm>
            <a:off x="10406925" y="3147188"/>
            <a:ext cx="281812" cy="281812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7" name="anim_o5341_1">
            <a:extLst>
              <a:ext uri="{FF2B5EF4-FFF2-40B4-BE49-F238E27FC236}">
                <a16:creationId xmlns:a16="http://schemas.microsoft.com/office/drawing/2014/main" id="{165009D9-6FD9-4047-9A86-EC5BA756D26A}"/>
              </a:ext>
            </a:extLst>
          </p:cNvPr>
          <p:cNvSpPr>
            <a:spLocks noGrp="1"/>
          </p:cNvSpPr>
          <p:nvPr/>
        </p:nvSpPr>
        <p:spPr>
          <a:xfrm>
            <a:off x="10688737" y="3147188"/>
            <a:ext cx="281812" cy="281812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8" name="anim_to5070_0_1">
            <a:extLst>
              <a:ext uri="{FF2B5EF4-FFF2-40B4-BE49-F238E27FC236}">
                <a16:creationId xmlns:a16="http://schemas.microsoft.com/office/drawing/2014/main" id="{3BAFAD7A-2721-47EF-94A6-894074F7D0C1}"/>
              </a:ext>
            </a:extLst>
          </p:cNvPr>
          <p:cNvSpPr>
            <a:spLocks noGrp="1"/>
          </p:cNvSpPr>
          <p:nvPr/>
        </p:nvSpPr>
        <p:spPr>
          <a:xfrm>
            <a:off x="1733686" y="1127277"/>
            <a:ext cx="939890" cy="40990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82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82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582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Input</a:t>
            </a:r>
          </a:p>
        </p:txBody>
      </p:sp>
      <p:sp>
        <p:nvSpPr>
          <p:cNvPr id="69" name="anim_to5191_0_1">
            <a:extLst>
              <a:ext uri="{FF2B5EF4-FFF2-40B4-BE49-F238E27FC236}">
                <a16:creationId xmlns:a16="http://schemas.microsoft.com/office/drawing/2014/main" id="{A61BD86C-E559-4589-A741-05E6ED8ED206}"/>
              </a:ext>
            </a:extLst>
          </p:cNvPr>
          <p:cNvSpPr>
            <a:spLocks noGrp="1"/>
          </p:cNvSpPr>
          <p:nvPr/>
        </p:nvSpPr>
        <p:spPr>
          <a:xfrm>
            <a:off x="3550029" y="2618691"/>
            <a:ext cx="205845" cy="49336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10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10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10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*</a:t>
            </a:r>
          </a:p>
        </p:txBody>
      </p:sp>
      <p:sp>
        <p:nvSpPr>
          <p:cNvPr id="70" name="anim_to5170_0_1">
            <a:extLst>
              <a:ext uri="{FF2B5EF4-FFF2-40B4-BE49-F238E27FC236}">
                <a16:creationId xmlns:a16="http://schemas.microsoft.com/office/drawing/2014/main" id="{B2C71C77-9B88-4049-A225-7856BB7BDD6C}"/>
              </a:ext>
            </a:extLst>
          </p:cNvPr>
          <p:cNvSpPr>
            <a:spLocks noGrp="1"/>
          </p:cNvSpPr>
          <p:nvPr/>
        </p:nvSpPr>
        <p:spPr>
          <a:xfrm>
            <a:off x="3884146" y="862873"/>
            <a:ext cx="222867" cy="43169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71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71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271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71" name="anim_to5173_0_1">
            <a:extLst>
              <a:ext uri="{FF2B5EF4-FFF2-40B4-BE49-F238E27FC236}">
                <a16:creationId xmlns:a16="http://schemas.microsoft.com/office/drawing/2014/main" id="{D9F6666A-D895-44D8-B190-01AB227F5939}"/>
              </a:ext>
            </a:extLst>
          </p:cNvPr>
          <p:cNvSpPr>
            <a:spLocks noGrp="1"/>
          </p:cNvSpPr>
          <p:nvPr/>
        </p:nvSpPr>
        <p:spPr>
          <a:xfrm>
            <a:off x="4068913" y="1008874"/>
            <a:ext cx="162688" cy="28060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68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68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1768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72" name="anim_to5177_0_1">
            <a:extLst>
              <a:ext uri="{FF2B5EF4-FFF2-40B4-BE49-F238E27FC236}">
                <a16:creationId xmlns:a16="http://schemas.microsoft.com/office/drawing/2014/main" id="{8CF33927-503C-417E-93C5-E1A754D44ED9}"/>
              </a:ext>
            </a:extLst>
          </p:cNvPr>
          <p:cNvSpPr>
            <a:spLocks noGrp="1"/>
          </p:cNvSpPr>
          <p:nvPr/>
        </p:nvSpPr>
        <p:spPr>
          <a:xfrm>
            <a:off x="3884146" y="2634266"/>
            <a:ext cx="222867" cy="43169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719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719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pPr>
            <a:r>
              <a:rPr sz="2719" b="0">
                <a:solidFill>
                  <a:srgbClr val="FF862F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73" name="anim_to5180_0_1">
            <a:extLst>
              <a:ext uri="{FF2B5EF4-FFF2-40B4-BE49-F238E27FC236}">
                <a16:creationId xmlns:a16="http://schemas.microsoft.com/office/drawing/2014/main" id="{7F9A6DD6-61E7-4D05-9C99-FDB7DF47CB11}"/>
              </a:ext>
            </a:extLst>
          </p:cNvPr>
          <p:cNvSpPr>
            <a:spLocks noGrp="1"/>
          </p:cNvSpPr>
          <p:nvPr/>
        </p:nvSpPr>
        <p:spPr>
          <a:xfrm>
            <a:off x="4068913" y="2780266"/>
            <a:ext cx="162688" cy="28060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68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68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pPr>
            <a:r>
              <a:rPr sz="1768" b="0">
                <a:solidFill>
                  <a:srgbClr val="FF862F"/>
                </a:solidFill>
                <a:latin typeface="Cambria Math"/>
                <a:ea typeface="Cambria Math"/>
                <a:cs typeface="Cambria Math"/>
              </a:rPr>
              <a:t>2</a:t>
            </a:r>
          </a:p>
        </p:txBody>
      </p:sp>
      <p:sp>
        <p:nvSpPr>
          <p:cNvPr id="74" name="anim_to5184_0_1">
            <a:extLst>
              <a:ext uri="{FF2B5EF4-FFF2-40B4-BE49-F238E27FC236}">
                <a16:creationId xmlns:a16="http://schemas.microsoft.com/office/drawing/2014/main" id="{D7BBDA83-81FF-4335-AFC2-15CBA489D3E6}"/>
              </a:ext>
            </a:extLst>
          </p:cNvPr>
          <p:cNvSpPr>
            <a:spLocks noGrp="1"/>
          </p:cNvSpPr>
          <p:nvPr/>
        </p:nvSpPr>
        <p:spPr>
          <a:xfrm>
            <a:off x="3884146" y="4405377"/>
            <a:ext cx="222867" cy="43169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719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719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pPr>
            <a:r>
              <a:rPr sz="2719" b="0">
                <a:solidFill>
                  <a:srgbClr val="9A72AC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75" name="anim_to5187_0_1">
            <a:extLst>
              <a:ext uri="{FF2B5EF4-FFF2-40B4-BE49-F238E27FC236}">
                <a16:creationId xmlns:a16="http://schemas.microsoft.com/office/drawing/2014/main" id="{2620B230-9739-40A2-8011-ADD937E45426}"/>
              </a:ext>
            </a:extLst>
          </p:cNvPr>
          <p:cNvSpPr>
            <a:spLocks noGrp="1"/>
          </p:cNvSpPr>
          <p:nvPr/>
        </p:nvSpPr>
        <p:spPr>
          <a:xfrm>
            <a:off x="4068913" y="4551378"/>
            <a:ext cx="162688" cy="28060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68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68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pPr>
            <a:r>
              <a:rPr sz="1768" b="0">
                <a:solidFill>
                  <a:srgbClr val="9A72AC"/>
                </a:solidFill>
                <a:latin typeface="Cambria Math"/>
                <a:ea typeface="Cambria Math"/>
                <a:cs typeface="Cambria Math"/>
              </a:rPr>
              <a:t>3</a:t>
            </a:r>
          </a:p>
        </p:txBody>
      </p:sp>
      <p:sp>
        <p:nvSpPr>
          <p:cNvPr id="76" name="anim_to5252_0_1">
            <a:extLst>
              <a:ext uri="{FF2B5EF4-FFF2-40B4-BE49-F238E27FC236}">
                <a16:creationId xmlns:a16="http://schemas.microsoft.com/office/drawing/2014/main" id="{72BB14CB-EEF1-46B7-8E24-CBFB30D18C95}"/>
              </a:ext>
            </a:extLst>
          </p:cNvPr>
          <p:cNvSpPr>
            <a:spLocks noGrp="1"/>
          </p:cNvSpPr>
          <p:nvPr/>
        </p:nvSpPr>
        <p:spPr>
          <a:xfrm>
            <a:off x="8505231" y="929526"/>
            <a:ext cx="235448" cy="3289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7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7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7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77" name="anim_to5271_0_1">
            <a:extLst>
              <a:ext uri="{FF2B5EF4-FFF2-40B4-BE49-F238E27FC236}">
                <a16:creationId xmlns:a16="http://schemas.microsoft.com/office/drawing/2014/main" id="{5391C498-D44E-49D1-85CA-A5A84877ECC7}"/>
              </a:ext>
            </a:extLst>
          </p:cNvPr>
          <p:cNvSpPr>
            <a:spLocks noGrp="1"/>
          </p:cNvSpPr>
          <p:nvPr/>
        </p:nvSpPr>
        <p:spPr>
          <a:xfrm>
            <a:off x="8505231" y="2700919"/>
            <a:ext cx="235448" cy="3289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7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7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7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78" name="anim_to5290_0_1">
            <a:extLst>
              <a:ext uri="{FF2B5EF4-FFF2-40B4-BE49-F238E27FC236}">
                <a16:creationId xmlns:a16="http://schemas.microsoft.com/office/drawing/2014/main" id="{DE1E20BA-46E3-48B3-A243-9D4D9B731FC8}"/>
              </a:ext>
            </a:extLst>
          </p:cNvPr>
          <p:cNvSpPr>
            <a:spLocks noGrp="1"/>
          </p:cNvSpPr>
          <p:nvPr/>
        </p:nvSpPr>
        <p:spPr>
          <a:xfrm>
            <a:off x="8505231" y="4472311"/>
            <a:ext cx="235448" cy="3289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7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7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7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79" name="anim_to5256_0_1">
            <a:extLst>
              <a:ext uri="{FF2B5EF4-FFF2-40B4-BE49-F238E27FC236}">
                <a16:creationId xmlns:a16="http://schemas.microsoft.com/office/drawing/2014/main" id="{D0BD13C4-6F7A-4832-958F-5E9E843C3467}"/>
              </a:ext>
            </a:extLst>
          </p:cNvPr>
          <p:cNvSpPr>
            <a:spLocks noGrp="1"/>
          </p:cNvSpPr>
          <p:nvPr/>
        </p:nvSpPr>
        <p:spPr>
          <a:xfrm>
            <a:off x="8783096" y="920202"/>
            <a:ext cx="182822" cy="3289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72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72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2072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b</a:t>
            </a:r>
          </a:p>
        </p:txBody>
      </p:sp>
      <p:sp>
        <p:nvSpPr>
          <p:cNvPr id="80" name="anim_to5259_0_1">
            <a:extLst>
              <a:ext uri="{FF2B5EF4-FFF2-40B4-BE49-F238E27FC236}">
                <a16:creationId xmlns:a16="http://schemas.microsoft.com/office/drawing/2014/main" id="{D403F64D-D4AF-4BFE-9062-A1F509A69057}"/>
              </a:ext>
            </a:extLst>
          </p:cNvPr>
          <p:cNvSpPr>
            <a:spLocks noGrp="1"/>
          </p:cNvSpPr>
          <p:nvPr/>
        </p:nvSpPr>
        <p:spPr>
          <a:xfrm>
            <a:off x="8927818" y="1031440"/>
            <a:ext cx="133024" cy="21379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347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347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1347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81" name="anim_to5275_0_1">
            <a:extLst>
              <a:ext uri="{FF2B5EF4-FFF2-40B4-BE49-F238E27FC236}">
                <a16:creationId xmlns:a16="http://schemas.microsoft.com/office/drawing/2014/main" id="{EF22881A-0181-4FC3-8241-7FB266C562A2}"/>
              </a:ext>
            </a:extLst>
          </p:cNvPr>
          <p:cNvSpPr>
            <a:spLocks noGrp="1"/>
          </p:cNvSpPr>
          <p:nvPr/>
        </p:nvSpPr>
        <p:spPr>
          <a:xfrm>
            <a:off x="8783096" y="2691594"/>
            <a:ext cx="182822" cy="3289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72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72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pPr>
            <a:r>
              <a:rPr sz="2072" b="0">
                <a:solidFill>
                  <a:srgbClr val="FF862F"/>
                </a:solidFill>
                <a:latin typeface="Cambria Math"/>
                <a:ea typeface="Cambria Math"/>
                <a:cs typeface="Cambria Math"/>
              </a:rPr>
              <a:t>b</a:t>
            </a:r>
          </a:p>
        </p:txBody>
      </p:sp>
      <p:sp>
        <p:nvSpPr>
          <p:cNvPr id="82" name="anim_to5278_0_1">
            <a:extLst>
              <a:ext uri="{FF2B5EF4-FFF2-40B4-BE49-F238E27FC236}">
                <a16:creationId xmlns:a16="http://schemas.microsoft.com/office/drawing/2014/main" id="{C98A45BF-4E4F-4404-93DF-4F84D0FEF970}"/>
              </a:ext>
            </a:extLst>
          </p:cNvPr>
          <p:cNvSpPr>
            <a:spLocks noGrp="1"/>
          </p:cNvSpPr>
          <p:nvPr/>
        </p:nvSpPr>
        <p:spPr>
          <a:xfrm>
            <a:off x="8927818" y="2802832"/>
            <a:ext cx="133024" cy="21379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347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347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pPr>
            <a:r>
              <a:rPr sz="1347" b="0">
                <a:solidFill>
                  <a:srgbClr val="FF862F"/>
                </a:solidFill>
                <a:latin typeface="Cambria Math"/>
                <a:ea typeface="Cambria Math"/>
                <a:cs typeface="Cambria Math"/>
              </a:rPr>
              <a:t>2</a:t>
            </a:r>
          </a:p>
        </p:txBody>
      </p:sp>
      <p:sp>
        <p:nvSpPr>
          <p:cNvPr id="83" name="anim_to5294_0_1">
            <a:extLst>
              <a:ext uri="{FF2B5EF4-FFF2-40B4-BE49-F238E27FC236}">
                <a16:creationId xmlns:a16="http://schemas.microsoft.com/office/drawing/2014/main" id="{0C5352CA-038B-478F-AC37-0F0EC956F86C}"/>
              </a:ext>
            </a:extLst>
          </p:cNvPr>
          <p:cNvSpPr>
            <a:spLocks noGrp="1"/>
          </p:cNvSpPr>
          <p:nvPr/>
        </p:nvSpPr>
        <p:spPr>
          <a:xfrm>
            <a:off x="8783096" y="4462773"/>
            <a:ext cx="182822" cy="3289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72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72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pPr>
            <a:r>
              <a:rPr sz="2072" b="0">
                <a:solidFill>
                  <a:srgbClr val="9A72AC"/>
                </a:solidFill>
                <a:latin typeface="Cambria Math"/>
                <a:ea typeface="Cambria Math"/>
                <a:cs typeface="Cambria Math"/>
              </a:rPr>
              <a:t>b</a:t>
            </a:r>
          </a:p>
        </p:txBody>
      </p:sp>
      <p:sp>
        <p:nvSpPr>
          <p:cNvPr id="84" name="anim_to5297_0_1">
            <a:extLst>
              <a:ext uri="{FF2B5EF4-FFF2-40B4-BE49-F238E27FC236}">
                <a16:creationId xmlns:a16="http://schemas.microsoft.com/office/drawing/2014/main" id="{AA0EA93B-321F-40B4-8BC9-808577AEDEC6}"/>
              </a:ext>
            </a:extLst>
          </p:cNvPr>
          <p:cNvSpPr>
            <a:spLocks noGrp="1"/>
          </p:cNvSpPr>
          <p:nvPr/>
        </p:nvSpPr>
        <p:spPr>
          <a:xfrm>
            <a:off x="8927818" y="4574011"/>
            <a:ext cx="133024" cy="21379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347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347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pPr>
            <a:r>
              <a:rPr sz="1347" b="0">
                <a:solidFill>
                  <a:srgbClr val="9A72AC"/>
                </a:solidFill>
                <a:latin typeface="Cambria Math"/>
                <a:ea typeface="Cambria Math"/>
                <a:cs typeface="Cambria Math"/>
              </a:rPr>
              <a:t>3</a:t>
            </a:r>
          </a:p>
        </p:txBody>
      </p:sp>
      <p:sp>
        <p:nvSpPr>
          <p:cNvPr id="85" name="anim_to5245_0_1">
            <a:extLst>
              <a:ext uri="{FF2B5EF4-FFF2-40B4-BE49-F238E27FC236}">
                <a16:creationId xmlns:a16="http://schemas.microsoft.com/office/drawing/2014/main" id="{B9F882F3-FBE1-44D4-AB27-95EF1F349557}"/>
              </a:ext>
            </a:extLst>
          </p:cNvPr>
          <p:cNvSpPr>
            <a:spLocks noGrp="1"/>
          </p:cNvSpPr>
          <p:nvPr/>
        </p:nvSpPr>
        <p:spPr>
          <a:xfrm>
            <a:off x="6304006" y="904796"/>
            <a:ext cx="870521" cy="3783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3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3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383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ReLU(</a:t>
            </a:r>
          </a:p>
        </p:txBody>
      </p:sp>
      <p:sp>
        <p:nvSpPr>
          <p:cNvPr id="86" name="anim_to5262_0_1">
            <a:extLst>
              <a:ext uri="{FF2B5EF4-FFF2-40B4-BE49-F238E27FC236}">
                <a16:creationId xmlns:a16="http://schemas.microsoft.com/office/drawing/2014/main" id="{9933DEE3-92B0-405C-B300-B7039501A8A8}"/>
              </a:ext>
            </a:extLst>
          </p:cNvPr>
          <p:cNvSpPr>
            <a:spLocks noGrp="1"/>
          </p:cNvSpPr>
          <p:nvPr/>
        </p:nvSpPr>
        <p:spPr>
          <a:xfrm>
            <a:off x="9103260" y="904796"/>
            <a:ext cx="204584" cy="3783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3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3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383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)</a:t>
            </a:r>
          </a:p>
        </p:txBody>
      </p:sp>
      <p:sp>
        <p:nvSpPr>
          <p:cNvPr id="87" name="anim_to5264_0_1">
            <a:extLst>
              <a:ext uri="{FF2B5EF4-FFF2-40B4-BE49-F238E27FC236}">
                <a16:creationId xmlns:a16="http://schemas.microsoft.com/office/drawing/2014/main" id="{B3433C39-A70C-4388-8888-FB69BAEDE57F}"/>
              </a:ext>
            </a:extLst>
          </p:cNvPr>
          <p:cNvSpPr>
            <a:spLocks noGrp="1"/>
          </p:cNvSpPr>
          <p:nvPr/>
        </p:nvSpPr>
        <p:spPr>
          <a:xfrm>
            <a:off x="6304006" y="2676189"/>
            <a:ext cx="870521" cy="3783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3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3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383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ReLU(</a:t>
            </a:r>
          </a:p>
        </p:txBody>
      </p:sp>
      <p:sp>
        <p:nvSpPr>
          <p:cNvPr id="88" name="anim_to5281_0_1">
            <a:extLst>
              <a:ext uri="{FF2B5EF4-FFF2-40B4-BE49-F238E27FC236}">
                <a16:creationId xmlns:a16="http://schemas.microsoft.com/office/drawing/2014/main" id="{682A61DA-4D2B-4EA1-A1C4-F6076975BBEE}"/>
              </a:ext>
            </a:extLst>
          </p:cNvPr>
          <p:cNvSpPr>
            <a:spLocks noGrp="1"/>
          </p:cNvSpPr>
          <p:nvPr/>
        </p:nvSpPr>
        <p:spPr>
          <a:xfrm>
            <a:off x="9103260" y="2676189"/>
            <a:ext cx="204584" cy="3783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3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3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383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)</a:t>
            </a:r>
          </a:p>
        </p:txBody>
      </p:sp>
      <p:sp>
        <p:nvSpPr>
          <p:cNvPr id="89" name="anim_to5283_0_1">
            <a:extLst>
              <a:ext uri="{FF2B5EF4-FFF2-40B4-BE49-F238E27FC236}">
                <a16:creationId xmlns:a16="http://schemas.microsoft.com/office/drawing/2014/main" id="{8F8E7A2A-6870-4B3F-9F25-9EDEEA0D8D19}"/>
              </a:ext>
            </a:extLst>
          </p:cNvPr>
          <p:cNvSpPr>
            <a:spLocks noGrp="1"/>
          </p:cNvSpPr>
          <p:nvPr/>
        </p:nvSpPr>
        <p:spPr>
          <a:xfrm>
            <a:off x="6304006" y="4447581"/>
            <a:ext cx="870521" cy="3783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3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3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383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ReLU(</a:t>
            </a:r>
          </a:p>
        </p:txBody>
      </p:sp>
      <p:sp>
        <p:nvSpPr>
          <p:cNvPr id="90" name="anim_to5300_0_1">
            <a:extLst>
              <a:ext uri="{FF2B5EF4-FFF2-40B4-BE49-F238E27FC236}">
                <a16:creationId xmlns:a16="http://schemas.microsoft.com/office/drawing/2014/main" id="{3588CB7B-C591-4BBB-8F8D-CFEB4125554A}"/>
              </a:ext>
            </a:extLst>
          </p:cNvPr>
          <p:cNvSpPr>
            <a:spLocks noGrp="1"/>
          </p:cNvSpPr>
          <p:nvPr/>
        </p:nvSpPr>
        <p:spPr>
          <a:xfrm>
            <a:off x="9103260" y="4447581"/>
            <a:ext cx="204584" cy="3783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83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83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383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)</a:t>
            </a:r>
          </a:p>
        </p:txBody>
      </p:sp>
      <p:sp>
        <p:nvSpPr>
          <p:cNvPr id="91" name="anim_to5364_0_1">
            <a:extLst>
              <a:ext uri="{FF2B5EF4-FFF2-40B4-BE49-F238E27FC236}">
                <a16:creationId xmlns:a16="http://schemas.microsoft.com/office/drawing/2014/main" id="{748E8394-3F0B-479A-A921-642EACA27BAE}"/>
              </a:ext>
            </a:extLst>
          </p:cNvPr>
          <p:cNvSpPr>
            <a:spLocks noGrp="1"/>
          </p:cNvSpPr>
          <p:nvPr/>
        </p:nvSpPr>
        <p:spPr>
          <a:xfrm>
            <a:off x="9527401" y="2680362"/>
            <a:ext cx="260116" cy="37002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3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33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33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92" name="anim_to5377_0_1">
            <a:extLst>
              <a:ext uri="{FF2B5EF4-FFF2-40B4-BE49-F238E27FC236}">
                <a16:creationId xmlns:a16="http://schemas.microsoft.com/office/drawing/2014/main" id="{09753AE7-6EAE-4BDE-BD79-972F3C627E15}"/>
              </a:ext>
            </a:extLst>
          </p:cNvPr>
          <p:cNvSpPr>
            <a:spLocks noGrp="1"/>
          </p:cNvSpPr>
          <p:nvPr/>
        </p:nvSpPr>
        <p:spPr>
          <a:xfrm>
            <a:off x="7760441" y="5640953"/>
            <a:ext cx="621854" cy="66335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179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179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4179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WX</a:t>
            </a:r>
          </a:p>
        </p:txBody>
      </p:sp>
      <p:sp>
        <p:nvSpPr>
          <p:cNvPr id="93" name="anim_o5033_1">
            <a:extLst>
              <a:ext uri="{FF2B5EF4-FFF2-40B4-BE49-F238E27FC236}">
                <a16:creationId xmlns:a16="http://schemas.microsoft.com/office/drawing/2014/main" id="{F042CED5-C426-408F-8A11-CE1E9C7C0940}"/>
              </a:ext>
            </a:extLst>
          </p:cNvPr>
          <p:cNvSpPr>
            <a:spLocks noGrp="1"/>
          </p:cNvSpPr>
          <p:nvPr/>
        </p:nvSpPr>
        <p:spPr>
          <a:xfrm>
            <a:off x="1203736" y="2164870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4" name="anim_o5034_1">
            <a:extLst>
              <a:ext uri="{FF2B5EF4-FFF2-40B4-BE49-F238E27FC236}">
                <a16:creationId xmlns:a16="http://schemas.microsoft.com/office/drawing/2014/main" id="{82E03AE5-957F-489D-82BA-C30FE9141C30}"/>
              </a:ext>
            </a:extLst>
          </p:cNvPr>
          <p:cNvSpPr>
            <a:spLocks noGrp="1"/>
          </p:cNvSpPr>
          <p:nvPr/>
        </p:nvSpPr>
        <p:spPr>
          <a:xfrm>
            <a:off x="1485549" y="2164870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5" name="anim_o5035_1">
            <a:extLst>
              <a:ext uri="{FF2B5EF4-FFF2-40B4-BE49-F238E27FC236}">
                <a16:creationId xmlns:a16="http://schemas.microsoft.com/office/drawing/2014/main" id="{CED3D7FA-2D9C-4F25-A20A-DD656817A069}"/>
              </a:ext>
            </a:extLst>
          </p:cNvPr>
          <p:cNvSpPr>
            <a:spLocks noGrp="1"/>
          </p:cNvSpPr>
          <p:nvPr/>
        </p:nvSpPr>
        <p:spPr>
          <a:xfrm>
            <a:off x="1767361" y="2164870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6" name="anim_o5036_1">
            <a:extLst>
              <a:ext uri="{FF2B5EF4-FFF2-40B4-BE49-F238E27FC236}">
                <a16:creationId xmlns:a16="http://schemas.microsoft.com/office/drawing/2014/main" id="{D28B5451-0342-4C45-AF08-100860FF192B}"/>
              </a:ext>
            </a:extLst>
          </p:cNvPr>
          <p:cNvSpPr>
            <a:spLocks noGrp="1"/>
          </p:cNvSpPr>
          <p:nvPr/>
        </p:nvSpPr>
        <p:spPr>
          <a:xfrm>
            <a:off x="2049174" y="2164870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7" name="anim_o5037_1">
            <a:extLst>
              <a:ext uri="{FF2B5EF4-FFF2-40B4-BE49-F238E27FC236}">
                <a16:creationId xmlns:a16="http://schemas.microsoft.com/office/drawing/2014/main" id="{027A1C4C-5BFD-4B5A-A3AC-078C58225693}"/>
              </a:ext>
            </a:extLst>
          </p:cNvPr>
          <p:cNvSpPr>
            <a:spLocks noGrp="1"/>
          </p:cNvSpPr>
          <p:nvPr/>
        </p:nvSpPr>
        <p:spPr>
          <a:xfrm>
            <a:off x="2330986" y="2164870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8" name="anim_o5038_1">
            <a:extLst>
              <a:ext uri="{FF2B5EF4-FFF2-40B4-BE49-F238E27FC236}">
                <a16:creationId xmlns:a16="http://schemas.microsoft.com/office/drawing/2014/main" id="{4C6EB05E-6951-4D4C-81B9-3F718412477E}"/>
              </a:ext>
            </a:extLst>
          </p:cNvPr>
          <p:cNvSpPr>
            <a:spLocks noGrp="1"/>
          </p:cNvSpPr>
          <p:nvPr/>
        </p:nvSpPr>
        <p:spPr>
          <a:xfrm>
            <a:off x="2612799" y="2164870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9" name="anim_o5039_1">
            <a:extLst>
              <a:ext uri="{FF2B5EF4-FFF2-40B4-BE49-F238E27FC236}">
                <a16:creationId xmlns:a16="http://schemas.microsoft.com/office/drawing/2014/main" id="{1DDD3716-3FAA-4466-8E17-B5C7B226870A}"/>
              </a:ext>
            </a:extLst>
          </p:cNvPr>
          <p:cNvSpPr>
            <a:spLocks noGrp="1"/>
          </p:cNvSpPr>
          <p:nvPr/>
        </p:nvSpPr>
        <p:spPr>
          <a:xfrm>
            <a:off x="1203736" y="2446682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0" name="anim_o5040_1">
            <a:extLst>
              <a:ext uri="{FF2B5EF4-FFF2-40B4-BE49-F238E27FC236}">
                <a16:creationId xmlns:a16="http://schemas.microsoft.com/office/drawing/2014/main" id="{0B5A38B0-18C7-4BF6-813B-8FB6797656E4}"/>
              </a:ext>
            </a:extLst>
          </p:cNvPr>
          <p:cNvSpPr>
            <a:spLocks noGrp="1"/>
          </p:cNvSpPr>
          <p:nvPr/>
        </p:nvSpPr>
        <p:spPr>
          <a:xfrm>
            <a:off x="1485549" y="2446682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1" name="anim_o5041_1">
            <a:extLst>
              <a:ext uri="{FF2B5EF4-FFF2-40B4-BE49-F238E27FC236}">
                <a16:creationId xmlns:a16="http://schemas.microsoft.com/office/drawing/2014/main" id="{5896E310-6E35-4514-97A3-8FCE0039C8C7}"/>
              </a:ext>
            </a:extLst>
          </p:cNvPr>
          <p:cNvSpPr>
            <a:spLocks noGrp="1"/>
          </p:cNvSpPr>
          <p:nvPr/>
        </p:nvSpPr>
        <p:spPr>
          <a:xfrm>
            <a:off x="1767361" y="2446682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2" name="anim_o5042_1">
            <a:extLst>
              <a:ext uri="{FF2B5EF4-FFF2-40B4-BE49-F238E27FC236}">
                <a16:creationId xmlns:a16="http://schemas.microsoft.com/office/drawing/2014/main" id="{4C621296-477A-4D67-92BE-0E537B1CE431}"/>
              </a:ext>
            </a:extLst>
          </p:cNvPr>
          <p:cNvSpPr>
            <a:spLocks noGrp="1"/>
          </p:cNvSpPr>
          <p:nvPr/>
        </p:nvSpPr>
        <p:spPr>
          <a:xfrm>
            <a:off x="2049174" y="2446682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3" name="anim_o5043_1">
            <a:extLst>
              <a:ext uri="{FF2B5EF4-FFF2-40B4-BE49-F238E27FC236}">
                <a16:creationId xmlns:a16="http://schemas.microsoft.com/office/drawing/2014/main" id="{172826F4-A345-48B0-A53C-1F5A7D765F32}"/>
              </a:ext>
            </a:extLst>
          </p:cNvPr>
          <p:cNvSpPr>
            <a:spLocks noGrp="1"/>
          </p:cNvSpPr>
          <p:nvPr/>
        </p:nvSpPr>
        <p:spPr>
          <a:xfrm>
            <a:off x="2330986" y="2446682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4" name="anim_o5044_1">
            <a:extLst>
              <a:ext uri="{FF2B5EF4-FFF2-40B4-BE49-F238E27FC236}">
                <a16:creationId xmlns:a16="http://schemas.microsoft.com/office/drawing/2014/main" id="{352B9556-6F68-4133-97EB-5F3F666329E9}"/>
              </a:ext>
            </a:extLst>
          </p:cNvPr>
          <p:cNvSpPr>
            <a:spLocks noGrp="1"/>
          </p:cNvSpPr>
          <p:nvPr/>
        </p:nvSpPr>
        <p:spPr>
          <a:xfrm>
            <a:off x="2612799" y="2446682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5" name="anim_o5045_1">
            <a:extLst>
              <a:ext uri="{FF2B5EF4-FFF2-40B4-BE49-F238E27FC236}">
                <a16:creationId xmlns:a16="http://schemas.microsoft.com/office/drawing/2014/main" id="{20DE83EB-DE65-4DA2-98CE-C0F7930E097E}"/>
              </a:ext>
            </a:extLst>
          </p:cNvPr>
          <p:cNvSpPr>
            <a:spLocks noGrp="1"/>
          </p:cNvSpPr>
          <p:nvPr/>
        </p:nvSpPr>
        <p:spPr>
          <a:xfrm>
            <a:off x="1203736" y="2728495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6" name="anim_o5046_1">
            <a:extLst>
              <a:ext uri="{FF2B5EF4-FFF2-40B4-BE49-F238E27FC236}">
                <a16:creationId xmlns:a16="http://schemas.microsoft.com/office/drawing/2014/main" id="{B83B020F-EB46-4AC7-99CD-DDE8EA36BD22}"/>
              </a:ext>
            </a:extLst>
          </p:cNvPr>
          <p:cNvSpPr>
            <a:spLocks noGrp="1"/>
          </p:cNvSpPr>
          <p:nvPr/>
        </p:nvSpPr>
        <p:spPr>
          <a:xfrm>
            <a:off x="1485549" y="2728495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7" name="anim_o5047_1">
            <a:extLst>
              <a:ext uri="{FF2B5EF4-FFF2-40B4-BE49-F238E27FC236}">
                <a16:creationId xmlns:a16="http://schemas.microsoft.com/office/drawing/2014/main" id="{468F60BF-4704-4527-939A-626ACE4E5466}"/>
              </a:ext>
            </a:extLst>
          </p:cNvPr>
          <p:cNvSpPr>
            <a:spLocks noGrp="1"/>
          </p:cNvSpPr>
          <p:nvPr/>
        </p:nvSpPr>
        <p:spPr>
          <a:xfrm>
            <a:off x="1767361" y="2728495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8" name="anim_o5048_1">
            <a:extLst>
              <a:ext uri="{FF2B5EF4-FFF2-40B4-BE49-F238E27FC236}">
                <a16:creationId xmlns:a16="http://schemas.microsoft.com/office/drawing/2014/main" id="{9D34EE38-A10B-4D91-892C-EA3BF2974E23}"/>
              </a:ext>
            </a:extLst>
          </p:cNvPr>
          <p:cNvSpPr>
            <a:spLocks noGrp="1"/>
          </p:cNvSpPr>
          <p:nvPr/>
        </p:nvSpPr>
        <p:spPr>
          <a:xfrm>
            <a:off x="2049174" y="2728495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9" name="anim_o5049_1">
            <a:extLst>
              <a:ext uri="{FF2B5EF4-FFF2-40B4-BE49-F238E27FC236}">
                <a16:creationId xmlns:a16="http://schemas.microsoft.com/office/drawing/2014/main" id="{FD359370-5DC6-420B-AE9E-EA7DA0D4625C}"/>
              </a:ext>
            </a:extLst>
          </p:cNvPr>
          <p:cNvSpPr>
            <a:spLocks noGrp="1"/>
          </p:cNvSpPr>
          <p:nvPr/>
        </p:nvSpPr>
        <p:spPr>
          <a:xfrm>
            <a:off x="2330986" y="2728495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0" name="anim_o5050_1">
            <a:extLst>
              <a:ext uri="{FF2B5EF4-FFF2-40B4-BE49-F238E27FC236}">
                <a16:creationId xmlns:a16="http://schemas.microsoft.com/office/drawing/2014/main" id="{3DF20BE7-A829-49EB-8683-EBB98683AEEC}"/>
              </a:ext>
            </a:extLst>
          </p:cNvPr>
          <p:cNvSpPr>
            <a:spLocks noGrp="1"/>
          </p:cNvSpPr>
          <p:nvPr/>
        </p:nvSpPr>
        <p:spPr>
          <a:xfrm>
            <a:off x="2612799" y="2728495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1" name="anim_o5051_1">
            <a:extLst>
              <a:ext uri="{FF2B5EF4-FFF2-40B4-BE49-F238E27FC236}">
                <a16:creationId xmlns:a16="http://schemas.microsoft.com/office/drawing/2014/main" id="{F8801678-F2BE-4B0F-AE87-496574E3FDDC}"/>
              </a:ext>
            </a:extLst>
          </p:cNvPr>
          <p:cNvSpPr>
            <a:spLocks noGrp="1"/>
          </p:cNvSpPr>
          <p:nvPr/>
        </p:nvSpPr>
        <p:spPr>
          <a:xfrm>
            <a:off x="1203736" y="3010307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2" name="anim_o5052_1">
            <a:extLst>
              <a:ext uri="{FF2B5EF4-FFF2-40B4-BE49-F238E27FC236}">
                <a16:creationId xmlns:a16="http://schemas.microsoft.com/office/drawing/2014/main" id="{1AB194F0-336F-437C-8B51-70DDC44E590F}"/>
              </a:ext>
            </a:extLst>
          </p:cNvPr>
          <p:cNvSpPr>
            <a:spLocks noGrp="1"/>
          </p:cNvSpPr>
          <p:nvPr/>
        </p:nvSpPr>
        <p:spPr>
          <a:xfrm>
            <a:off x="1485549" y="3010307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3" name="anim_o5053_1">
            <a:extLst>
              <a:ext uri="{FF2B5EF4-FFF2-40B4-BE49-F238E27FC236}">
                <a16:creationId xmlns:a16="http://schemas.microsoft.com/office/drawing/2014/main" id="{47D6DEBF-283B-45E6-8BDB-3B04F1CF545D}"/>
              </a:ext>
            </a:extLst>
          </p:cNvPr>
          <p:cNvSpPr>
            <a:spLocks noGrp="1"/>
          </p:cNvSpPr>
          <p:nvPr/>
        </p:nvSpPr>
        <p:spPr>
          <a:xfrm>
            <a:off x="1767361" y="3010307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4" name="anim_o5054_1">
            <a:extLst>
              <a:ext uri="{FF2B5EF4-FFF2-40B4-BE49-F238E27FC236}">
                <a16:creationId xmlns:a16="http://schemas.microsoft.com/office/drawing/2014/main" id="{FB649F96-2D46-4D7D-A2EB-A3BE4446804B}"/>
              </a:ext>
            </a:extLst>
          </p:cNvPr>
          <p:cNvSpPr>
            <a:spLocks noGrp="1"/>
          </p:cNvSpPr>
          <p:nvPr/>
        </p:nvSpPr>
        <p:spPr>
          <a:xfrm>
            <a:off x="2049174" y="3010307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5" name="anim_o5055_1">
            <a:extLst>
              <a:ext uri="{FF2B5EF4-FFF2-40B4-BE49-F238E27FC236}">
                <a16:creationId xmlns:a16="http://schemas.microsoft.com/office/drawing/2014/main" id="{DF803639-D780-48FF-9A08-698418D89603}"/>
              </a:ext>
            </a:extLst>
          </p:cNvPr>
          <p:cNvSpPr>
            <a:spLocks noGrp="1"/>
          </p:cNvSpPr>
          <p:nvPr/>
        </p:nvSpPr>
        <p:spPr>
          <a:xfrm>
            <a:off x="2330986" y="3010307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6" name="anim_o5056_1">
            <a:extLst>
              <a:ext uri="{FF2B5EF4-FFF2-40B4-BE49-F238E27FC236}">
                <a16:creationId xmlns:a16="http://schemas.microsoft.com/office/drawing/2014/main" id="{637EA45F-93E5-4B5D-8A2F-9DA6F718FC45}"/>
              </a:ext>
            </a:extLst>
          </p:cNvPr>
          <p:cNvSpPr>
            <a:spLocks noGrp="1"/>
          </p:cNvSpPr>
          <p:nvPr/>
        </p:nvSpPr>
        <p:spPr>
          <a:xfrm>
            <a:off x="2612799" y="3010307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7" name="anim_o5057_1">
            <a:extLst>
              <a:ext uri="{FF2B5EF4-FFF2-40B4-BE49-F238E27FC236}">
                <a16:creationId xmlns:a16="http://schemas.microsoft.com/office/drawing/2014/main" id="{D0E24161-F7DE-462B-B4D1-7193A6C6F9EF}"/>
              </a:ext>
            </a:extLst>
          </p:cNvPr>
          <p:cNvSpPr>
            <a:spLocks noGrp="1"/>
          </p:cNvSpPr>
          <p:nvPr/>
        </p:nvSpPr>
        <p:spPr>
          <a:xfrm>
            <a:off x="1203736" y="3292120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8" name="anim_o5058_1">
            <a:extLst>
              <a:ext uri="{FF2B5EF4-FFF2-40B4-BE49-F238E27FC236}">
                <a16:creationId xmlns:a16="http://schemas.microsoft.com/office/drawing/2014/main" id="{5F8E1742-18C8-4569-A08A-C2348975930C}"/>
              </a:ext>
            </a:extLst>
          </p:cNvPr>
          <p:cNvSpPr>
            <a:spLocks noGrp="1"/>
          </p:cNvSpPr>
          <p:nvPr/>
        </p:nvSpPr>
        <p:spPr>
          <a:xfrm>
            <a:off x="1485549" y="3292120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9" name="anim_o5059_1">
            <a:extLst>
              <a:ext uri="{FF2B5EF4-FFF2-40B4-BE49-F238E27FC236}">
                <a16:creationId xmlns:a16="http://schemas.microsoft.com/office/drawing/2014/main" id="{4EEF6CBD-50F7-43F6-922C-8C16FD18D232}"/>
              </a:ext>
            </a:extLst>
          </p:cNvPr>
          <p:cNvSpPr>
            <a:spLocks noGrp="1"/>
          </p:cNvSpPr>
          <p:nvPr/>
        </p:nvSpPr>
        <p:spPr>
          <a:xfrm>
            <a:off x="1767361" y="3292120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0" name="anim_o5060_1">
            <a:extLst>
              <a:ext uri="{FF2B5EF4-FFF2-40B4-BE49-F238E27FC236}">
                <a16:creationId xmlns:a16="http://schemas.microsoft.com/office/drawing/2014/main" id="{13029545-CC4C-4F0A-B62E-6BE9CFACA8C3}"/>
              </a:ext>
            </a:extLst>
          </p:cNvPr>
          <p:cNvSpPr>
            <a:spLocks noGrp="1"/>
          </p:cNvSpPr>
          <p:nvPr/>
        </p:nvSpPr>
        <p:spPr>
          <a:xfrm>
            <a:off x="2049174" y="3292120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1" name="anim_o5061_1">
            <a:extLst>
              <a:ext uri="{FF2B5EF4-FFF2-40B4-BE49-F238E27FC236}">
                <a16:creationId xmlns:a16="http://schemas.microsoft.com/office/drawing/2014/main" id="{4F816358-795D-4F4E-B7BA-EF824B751155}"/>
              </a:ext>
            </a:extLst>
          </p:cNvPr>
          <p:cNvSpPr>
            <a:spLocks noGrp="1"/>
          </p:cNvSpPr>
          <p:nvPr/>
        </p:nvSpPr>
        <p:spPr>
          <a:xfrm>
            <a:off x="2330986" y="3292120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2" name="anim_o5062_1">
            <a:extLst>
              <a:ext uri="{FF2B5EF4-FFF2-40B4-BE49-F238E27FC236}">
                <a16:creationId xmlns:a16="http://schemas.microsoft.com/office/drawing/2014/main" id="{7FE88A9A-C82A-43D8-B8DD-099C36409989}"/>
              </a:ext>
            </a:extLst>
          </p:cNvPr>
          <p:cNvSpPr>
            <a:spLocks noGrp="1"/>
          </p:cNvSpPr>
          <p:nvPr/>
        </p:nvSpPr>
        <p:spPr>
          <a:xfrm>
            <a:off x="2612799" y="3292120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3" name="anim_o5063_1">
            <a:extLst>
              <a:ext uri="{FF2B5EF4-FFF2-40B4-BE49-F238E27FC236}">
                <a16:creationId xmlns:a16="http://schemas.microsoft.com/office/drawing/2014/main" id="{E46244DE-E2BF-40C4-A372-7D658F91CD27}"/>
              </a:ext>
            </a:extLst>
          </p:cNvPr>
          <p:cNvSpPr>
            <a:spLocks noGrp="1"/>
          </p:cNvSpPr>
          <p:nvPr/>
        </p:nvSpPr>
        <p:spPr>
          <a:xfrm>
            <a:off x="1203736" y="3573932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4" name="anim_o5064_1">
            <a:extLst>
              <a:ext uri="{FF2B5EF4-FFF2-40B4-BE49-F238E27FC236}">
                <a16:creationId xmlns:a16="http://schemas.microsoft.com/office/drawing/2014/main" id="{C6C83268-857E-4885-BEF1-5C451B33C998}"/>
              </a:ext>
            </a:extLst>
          </p:cNvPr>
          <p:cNvSpPr>
            <a:spLocks noGrp="1"/>
          </p:cNvSpPr>
          <p:nvPr/>
        </p:nvSpPr>
        <p:spPr>
          <a:xfrm>
            <a:off x="1485549" y="3573932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5" name="anim_o5065_1">
            <a:extLst>
              <a:ext uri="{FF2B5EF4-FFF2-40B4-BE49-F238E27FC236}">
                <a16:creationId xmlns:a16="http://schemas.microsoft.com/office/drawing/2014/main" id="{77799998-D69F-41F5-BAB5-37229DDB8093}"/>
              </a:ext>
            </a:extLst>
          </p:cNvPr>
          <p:cNvSpPr>
            <a:spLocks noGrp="1"/>
          </p:cNvSpPr>
          <p:nvPr/>
        </p:nvSpPr>
        <p:spPr>
          <a:xfrm>
            <a:off x="1767361" y="3573932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6" name="anim_o5066_1">
            <a:extLst>
              <a:ext uri="{FF2B5EF4-FFF2-40B4-BE49-F238E27FC236}">
                <a16:creationId xmlns:a16="http://schemas.microsoft.com/office/drawing/2014/main" id="{0125F0CF-8FF6-4E93-8567-E57C3F554FBC}"/>
              </a:ext>
            </a:extLst>
          </p:cNvPr>
          <p:cNvSpPr>
            <a:spLocks noGrp="1"/>
          </p:cNvSpPr>
          <p:nvPr/>
        </p:nvSpPr>
        <p:spPr>
          <a:xfrm>
            <a:off x="2049174" y="3573932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7" name="anim_o5067_1">
            <a:extLst>
              <a:ext uri="{FF2B5EF4-FFF2-40B4-BE49-F238E27FC236}">
                <a16:creationId xmlns:a16="http://schemas.microsoft.com/office/drawing/2014/main" id="{32ACED07-2DAE-4F31-91D9-688E48F91DFC}"/>
              </a:ext>
            </a:extLst>
          </p:cNvPr>
          <p:cNvSpPr>
            <a:spLocks noGrp="1"/>
          </p:cNvSpPr>
          <p:nvPr/>
        </p:nvSpPr>
        <p:spPr>
          <a:xfrm>
            <a:off x="2330986" y="3573932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8" name="anim_o5068_1">
            <a:extLst>
              <a:ext uri="{FF2B5EF4-FFF2-40B4-BE49-F238E27FC236}">
                <a16:creationId xmlns:a16="http://schemas.microsoft.com/office/drawing/2014/main" id="{427BC625-11F1-4D1E-BFAF-E38A9048E235}"/>
              </a:ext>
            </a:extLst>
          </p:cNvPr>
          <p:cNvSpPr>
            <a:spLocks noGrp="1"/>
          </p:cNvSpPr>
          <p:nvPr/>
        </p:nvSpPr>
        <p:spPr>
          <a:xfrm>
            <a:off x="2612799" y="3573932"/>
            <a:ext cx="281812" cy="281812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9" name="anim_o5343_1">
            <a:extLst>
              <a:ext uri="{FF2B5EF4-FFF2-40B4-BE49-F238E27FC236}">
                <a16:creationId xmlns:a16="http://schemas.microsoft.com/office/drawing/2014/main" id="{3EEF2E14-B41B-4A5A-A223-FFE9C26AB3BC}"/>
              </a:ext>
            </a:extLst>
          </p:cNvPr>
          <p:cNvSpPr>
            <a:spLocks noGrp="1"/>
          </p:cNvSpPr>
          <p:nvPr/>
        </p:nvSpPr>
        <p:spPr>
          <a:xfrm>
            <a:off x="9939921" y="2205129"/>
            <a:ext cx="281812" cy="281812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0" name="anim_o5344_1">
            <a:extLst>
              <a:ext uri="{FF2B5EF4-FFF2-40B4-BE49-F238E27FC236}">
                <a16:creationId xmlns:a16="http://schemas.microsoft.com/office/drawing/2014/main" id="{03AA4FF3-44DF-4855-920D-3892FB6380AB}"/>
              </a:ext>
            </a:extLst>
          </p:cNvPr>
          <p:cNvSpPr>
            <a:spLocks noGrp="1"/>
          </p:cNvSpPr>
          <p:nvPr/>
        </p:nvSpPr>
        <p:spPr>
          <a:xfrm>
            <a:off x="10221734" y="2205129"/>
            <a:ext cx="281812" cy="281812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1" name="anim_o5345_1">
            <a:extLst>
              <a:ext uri="{FF2B5EF4-FFF2-40B4-BE49-F238E27FC236}">
                <a16:creationId xmlns:a16="http://schemas.microsoft.com/office/drawing/2014/main" id="{7EE5621C-8F9C-4DD0-B2BA-9BF789174E8D}"/>
              </a:ext>
            </a:extLst>
          </p:cNvPr>
          <p:cNvSpPr>
            <a:spLocks noGrp="1"/>
          </p:cNvSpPr>
          <p:nvPr/>
        </p:nvSpPr>
        <p:spPr>
          <a:xfrm>
            <a:off x="10503546" y="2205129"/>
            <a:ext cx="281812" cy="281812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2" name="anim_o5346_1">
            <a:extLst>
              <a:ext uri="{FF2B5EF4-FFF2-40B4-BE49-F238E27FC236}">
                <a16:creationId xmlns:a16="http://schemas.microsoft.com/office/drawing/2014/main" id="{ACC4540E-4655-483A-B80A-A7A67AADC659}"/>
              </a:ext>
            </a:extLst>
          </p:cNvPr>
          <p:cNvSpPr>
            <a:spLocks noGrp="1"/>
          </p:cNvSpPr>
          <p:nvPr/>
        </p:nvSpPr>
        <p:spPr>
          <a:xfrm>
            <a:off x="10785359" y="2205129"/>
            <a:ext cx="281812" cy="281812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3" name="anim_o5347_1">
            <a:extLst>
              <a:ext uri="{FF2B5EF4-FFF2-40B4-BE49-F238E27FC236}">
                <a16:creationId xmlns:a16="http://schemas.microsoft.com/office/drawing/2014/main" id="{4DBBB5B8-610E-4EC0-8798-459C1DD20BD0}"/>
              </a:ext>
            </a:extLst>
          </p:cNvPr>
          <p:cNvSpPr>
            <a:spLocks noGrp="1"/>
          </p:cNvSpPr>
          <p:nvPr/>
        </p:nvSpPr>
        <p:spPr>
          <a:xfrm>
            <a:off x="9939921" y="2486941"/>
            <a:ext cx="281812" cy="281812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4" name="anim_o5348_1">
            <a:extLst>
              <a:ext uri="{FF2B5EF4-FFF2-40B4-BE49-F238E27FC236}">
                <a16:creationId xmlns:a16="http://schemas.microsoft.com/office/drawing/2014/main" id="{61EB80F1-049B-4C53-8510-B38D86FE6BB2}"/>
              </a:ext>
            </a:extLst>
          </p:cNvPr>
          <p:cNvSpPr>
            <a:spLocks noGrp="1"/>
          </p:cNvSpPr>
          <p:nvPr/>
        </p:nvSpPr>
        <p:spPr>
          <a:xfrm>
            <a:off x="10221734" y="2486941"/>
            <a:ext cx="281812" cy="281812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5" name="anim_o5349_1">
            <a:extLst>
              <a:ext uri="{FF2B5EF4-FFF2-40B4-BE49-F238E27FC236}">
                <a16:creationId xmlns:a16="http://schemas.microsoft.com/office/drawing/2014/main" id="{9FB1E345-3470-435C-B943-A8D7CCA17961}"/>
              </a:ext>
            </a:extLst>
          </p:cNvPr>
          <p:cNvSpPr>
            <a:spLocks noGrp="1"/>
          </p:cNvSpPr>
          <p:nvPr/>
        </p:nvSpPr>
        <p:spPr>
          <a:xfrm>
            <a:off x="10503546" y="2486941"/>
            <a:ext cx="281812" cy="281812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6" name="anim_o5350_1">
            <a:extLst>
              <a:ext uri="{FF2B5EF4-FFF2-40B4-BE49-F238E27FC236}">
                <a16:creationId xmlns:a16="http://schemas.microsoft.com/office/drawing/2014/main" id="{D1DEE9FC-FCEF-4A4B-AE39-01300C230F8E}"/>
              </a:ext>
            </a:extLst>
          </p:cNvPr>
          <p:cNvSpPr>
            <a:spLocks noGrp="1"/>
          </p:cNvSpPr>
          <p:nvPr/>
        </p:nvSpPr>
        <p:spPr>
          <a:xfrm>
            <a:off x="10785359" y="2486941"/>
            <a:ext cx="281812" cy="281812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7" name="anim_o5351_1">
            <a:extLst>
              <a:ext uri="{FF2B5EF4-FFF2-40B4-BE49-F238E27FC236}">
                <a16:creationId xmlns:a16="http://schemas.microsoft.com/office/drawing/2014/main" id="{78C1F3B8-94A9-406E-B25D-3183863C1765}"/>
              </a:ext>
            </a:extLst>
          </p:cNvPr>
          <p:cNvSpPr>
            <a:spLocks noGrp="1"/>
          </p:cNvSpPr>
          <p:nvPr/>
        </p:nvSpPr>
        <p:spPr>
          <a:xfrm>
            <a:off x="9939921" y="2768754"/>
            <a:ext cx="281812" cy="281812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8" name="anim_o5352_1">
            <a:extLst>
              <a:ext uri="{FF2B5EF4-FFF2-40B4-BE49-F238E27FC236}">
                <a16:creationId xmlns:a16="http://schemas.microsoft.com/office/drawing/2014/main" id="{E03D91DB-EE20-4B04-9ABD-4D9D58DE7986}"/>
              </a:ext>
            </a:extLst>
          </p:cNvPr>
          <p:cNvSpPr>
            <a:spLocks noGrp="1"/>
          </p:cNvSpPr>
          <p:nvPr/>
        </p:nvSpPr>
        <p:spPr>
          <a:xfrm>
            <a:off x="10221734" y="2768754"/>
            <a:ext cx="281812" cy="281812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9" name="anim_o5353_1">
            <a:extLst>
              <a:ext uri="{FF2B5EF4-FFF2-40B4-BE49-F238E27FC236}">
                <a16:creationId xmlns:a16="http://schemas.microsoft.com/office/drawing/2014/main" id="{DF7360C8-65D3-46B5-B3D0-55C7F03A6836}"/>
              </a:ext>
            </a:extLst>
          </p:cNvPr>
          <p:cNvSpPr>
            <a:spLocks noGrp="1"/>
          </p:cNvSpPr>
          <p:nvPr/>
        </p:nvSpPr>
        <p:spPr>
          <a:xfrm>
            <a:off x="10503546" y="2768754"/>
            <a:ext cx="281812" cy="281812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0" name="anim_o5354_1">
            <a:extLst>
              <a:ext uri="{FF2B5EF4-FFF2-40B4-BE49-F238E27FC236}">
                <a16:creationId xmlns:a16="http://schemas.microsoft.com/office/drawing/2014/main" id="{2CE645F0-D3FF-4085-BD72-A0842160EB86}"/>
              </a:ext>
            </a:extLst>
          </p:cNvPr>
          <p:cNvSpPr>
            <a:spLocks noGrp="1"/>
          </p:cNvSpPr>
          <p:nvPr/>
        </p:nvSpPr>
        <p:spPr>
          <a:xfrm>
            <a:off x="10785359" y="2768754"/>
            <a:ext cx="281812" cy="281812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1" name="anim_o5355_1">
            <a:extLst>
              <a:ext uri="{FF2B5EF4-FFF2-40B4-BE49-F238E27FC236}">
                <a16:creationId xmlns:a16="http://schemas.microsoft.com/office/drawing/2014/main" id="{A96ECDCC-8064-4E0C-AC5A-394E23351EF3}"/>
              </a:ext>
            </a:extLst>
          </p:cNvPr>
          <p:cNvSpPr>
            <a:spLocks noGrp="1"/>
          </p:cNvSpPr>
          <p:nvPr/>
        </p:nvSpPr>
        <p:spPr>
          <a:xfrm>
            <a:off x="9939921" y="3050566"/>
            <a:ext cx="281812" cy="281812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2" name="anim_o5356_1">
            <a:extLst>
              <a:ext uri="{FF2B5EF4-FFF2-40B4-BE49-F238E27FC236}">
                <a16:creationId xmlns:a16="http://schemas.microsoft.com/office/drawing/2014/main" id="{00C64F3B-9397-4222-9094-C97F4B83EE31}"/>
              </a:ext>
            </a:extLst>
          </p:cNvPr>
          <p:cNvSpPr>
            <a:spLocks noGrp="1"/>
          </p:cNvSpPr>
          <p:nvPr/>
        </p:nvSpPr>
        <p:spPr>
          <a:xfrm>
            <a:off x="10221734" y="3050566"/>
            <a:ext cx="281812" cy="281812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3" name="anim_o5357_1">
            <a:extLst>
              <a:ext uri="{FF2B5EF4-FFF2-40B4-BE49-F238E27FC236}">
                <a16:creationId xmlns:a16="http://schemas.microsoft.com/office/drawing/2014/main" id="{2FBFD20C-6BF5-4267-9287-5A8CFDA8B160}"/>
              </a:ext>
            </a:extLst>
          </p:cNvPr>
          <p:cNvSpPr>
            <a:spLocks noGrp="1"/>
          </p:cNvSpPr>
          <p:nvPr/>
        </p:nvSpPr>
        <p:spPr>
          <a:xfrm>
            <a:off x="10503546" y="3050566"/>
            <a:ext cx="281812" cy="281812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4" name="anim_o5358_1">
            <a:extLst>
              <a:ext uri="{FF2B5EF4-FFF2-40B4-BE49-F238E27FC236}">
                <a16:creationId xmlns:a16="http://schemas.microsoft.com/office/drawing/2014/main" id="{B4F97E95-5C8A-4EA3-9269-C56C98B6BA14}"/>
              </a:ext>
            </a:extLst>
          </p:cNvPr>
          <p:cNvSpPr>
            <a:spLocks noGrp="1"/>
          </p:cNvSpPr>
          <p:nvPr/>
        </p:nvSpPr>
        <p:spPr>
          <a:xfrm>
            <a:off x="10785359" y="3050566"/>
            <a:ext cx="281812" cy="281812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5" name="anim_o5098_1">
            <a:extLst>
              <a:ext uri="{FF2B5EF4-FFF2-40B4-BE49-F238E27FC236}">
                <a16:creationId xmlns:a16="http://schemas.microsoft.com/office/drawing/2014/main" id="{15939FF7-CE80-44DC-9FD0-4700B8E0ABB5}"/>
              </a:ext>
            </a:extLst>
          </p:cNvPr>
          <p:cNvSpPr>
            <a:spLocks noGrp="1"/>
          </p:cNvSpPr>
          <p:nvPr/>
        </p:nvSpPr>
        <p:spPr>
          <a:xfrm>
            <a:off x="4444579" y="816196"/>
            <a:ext cx="281812" cy="281812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6" name="anim_o5099_1">
            <a:extLst>
              <a:ext uri="{FF2B5EF4-FFF2-40B4-BE49-F238E27FC236}">
                <a16:creationId xmlns:a16="http://schemas.microsoft.com/office/drawing/2014/main" id="{F105C446-AA42-4492-B5C3-A307E41952CA}"/>
              </a:ext>
            </a:extLst>
          </p:cNvPr>
          <p:cNvSpPr>
            <a:spLocks noGrp="1"/>
          </p:cNvSpPr>
          <p:nvPr/>
        </p:nvSpPr>
        <p:spPr>
          <a:xfrm>
            <a:off x="4726392" y="816196"/>
            <a:ext cx="281812" cy="281812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7" name="anim_o5100_1">
            <a:extLst>
              <a:ext uri="{FF2B5EF4-FFF2-40B4-BE49-F238E27FC236}">
                <a16:creationId xmlns:a16="http://schemas.microsoft.com/office/drawing/2014/main" id="{17276E1C-57A6-4099-B755-DA261E51CDEC}"/>
              </a:ext>
            </a:extLst>
          </p:cNvPr>
          <p:cNvSpPr>
            <a:spLocks noGrp="1"/>
          </p:cNvSpPr>
          <p:nvPr/>
        </p:nvSpPr>
        <p:spPr>
          <a:xfrm>
            <a:off x="5008204" y="816196"/>
            <a:ext cx="281812" cy="281812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8" name="anim_o5101_1">
            <a:extLst>
              <a:ext uri="{FF2B5EF4-FFF2-40B4-BE49-F238E27FC236}">
                <a16:creationId xmlns:a16="http://schemas.microsoft.com/office/drawing/2014/main" id="{1E3E8E67-DBC4-4645-AD02-7255BD58EC1A}"/>
              </a:ext>
            </a:extLst>
          </p:cNvPr>
          <p:cNvSpPr>
            <a:spLocks noGrp="1"/>
          </p:cNvSpPr>
          <p:nvPr/>
        </p:nvSpPr>
        <p:spPr>
          <a:xfrm>
            <a:off x="4444579" y="1098009"/>
            <a:ext cx="281812" cy="281812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9" name="anim_o5102_1">
            <a:extLst>
              <a:ext uri="{FF2B5EF4-FFF2-40B4-BE49-F238E27FC236}">
                <a16:creationId xmlns:a16="http://schemas.microsoft.com/office/drawing/2014/main" id="{8E5B7F82-C004-4980-BB9D-16334A2A3E95}"/>
              </a:ext>
            </a:extLst>
          </p:cNvPr>
          <p:cNvSpPr>
            <a:spLocks noGrp="1"/>
          </p:cNvSpPr>
          <p:nvPr/>
        </p:nvSpPr>
        <p:spPr>
          <a:xfrm>
            <a:off x="4726392" y="1098009"/>
            <a:ext cx="281812" cy="281812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0" name="anim_o5103_1">
            <a:extLst>
              <a:ext uri="{FF2B5EF4-FFF2-40B4-BE49-F238E27FC236}">
                <a16:creationId xmlns:a16="http://schemas.microsoft.com/office/drawing/2014/main" id="{A382BF6F-FFBC-4CDC-A1CA-3230CA3FCD58}"/>
              </a:ext>
            </a:extLst>
          </p:cNvPr>
          <p:cNvSpPr>
            <a:spLocks noGrp="1"/>
          </p:cNvSpPr>
          <p:nvPr/>
        </p:nvSpPr>
        <p:spPr>
          <a:xfrm>
            <a:off x="5008204" y="1098009"/>
            <a:ext cx="281812" cy="281812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1" name="anim_o5104_1">
            <a:extLst>
              <a:ext uri="{FF2B5EF4-FFF2-40B4-BE49-F238E27FC236}">
                <a16:creationId xmlns:a16="http://schemas.microsoft.com/office/drawing/2014/main" id="{A9C2D3EB-3F15-47D7-AD2D-3ED6D316C61A}"/>
              </a:ext>
            </a:extLst>
          </p:cNvPr>
          <p:cNvSpPr>
            <a:spLocks noGrp="1"/>
          </p:cNvSpPr>
          <p:nvPr/>
        </p:nvSpPr>
        <p:spPr>
          <a:xfrm>
            <a:off x="4444579" y="1379821"/>
            <a:ext cx="281812" cy="281812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2" name="anim_o5105_1">
            <a:extLst>
              <a:ext uri="{FF2B5EF4-FFF2-40B4-BE49-F238E27FC236}">
                <a16:creationId xmlns:a16="http://schemas.microsoft.com/office/drawing/2014/main" id="{EEE95C88-E6C1-4FC8-9675-6A53749C96F7}"/>
              </a:ext>
            </a:extLst>
          </p:cNvPr>
          <p:cNvSpPr>
            <a:spLocks noGrp="1"/>
          </p:cNvSpPr>
          <p:nvPr/>
        </p:nvSpPr>
        <p:spPr>
          <a:xfrm>
            <a:off x="4726392" y="1379821"/>
            <a:ext cx="281812" cy="281812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3" name="anim_o5106_1">
            <a:extLst>
              <a:ext uri="{FF2B5EF4-FFF2-40B4-BE49-F238E27FC236}">
                <a16:creationId xmlns:a16="http://schemas.microsoft.com/office/drawing/2014/main" id="{B4AD7A4E-5873-4436-92CE-897F8E33CCC8}"/>
              </a:ext>
            </a:extLst>
          </p:cNvPr>
          <p:cNvSpPr>
            <a:spLocks noGrp="1"/>
          </p:cNvSpPr>
          <p:nvPr/>
        </p:nvSpPr>
        <p:spPr>
          <a:xfrm>
            <a:off x="5008204" y="1379821"/>
            <a:ext cx="281812" cy="281812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4" name="anim_o5129_1">
            <a:extLst>
              <a:ext uri="{FF2B5EF4-FFF2-40B4-BE49-F238E27FC236}">
                <a16:creationId xmlns:a16="http://schemas.microsoft.com/office/drawing/2014/main" id="{2044E90D-BC9D-4706-9998-2CF6FDDE131C}"/>
              </a:ext>
            </a:extLst>
          </p:cNvPr>
          <p:cNvSpPr>
            <a:spLocks noGrp="1"/>
          </p:cNvSpPr>
          <p:nvPr/>
        </p:nvSpPr>
        <p:spPr>
          <a:xfrm>
            <a:off x="4444579" y="2587589"/>
            <a:ext cx="281812" cy="281812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5" name="anim_o5130_1">
            <a:extLst>
              <a:ext uri="{FF2B5EF4-FFF2-40B4-BE49-F238E27FC236}">
                <a16:creationId xmlns:a16="http://schemas.microsoft.com/office/drawing/2014/main" id="{BEEB6463-B54E-4626-BED9-D3030DCDA4A4}"/>
              </a:ext>
            </a:extLst>
          </p:cNvPr>
          <p:cNvSpPr>
            <a:spLocks noGrp="1"/>
          </p:cNvSpPr>
          <p:nvPr/>
        </p:nvSpPr>
        <p:spPr>
          <a:xfrm>
            <a:off x="4726392" y="2587589"/>
            <a:ext cx="281812" cy="281812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6" name="anim_o5131_1">
            <a:extLst>
              <a:ext uri="{FF2B5EF4-FFF2-40B4-BE49-F238E27FC236}">
                <a16:creationId xmlns:a16="http://schemas.microsoft.com/office/drawing/2014/main" id="{101A5851-0C95-4B35-A7F1-AD16A1606494}"/>
              </a:ext>
            </a:extLst>
          </p:cNvPr>
          <p:cNvSpPr>
            <a:spLocks noGrp="1"/>
          </p:cNvSpPr>
          <p:nvPr/>
        </p:nvSpPr>
        <p:spPr>
          <a:xfrm>
            <a:off x="5008204" y="2587589"/>
            <a:ext cx="281812" cy="281812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7" name="anim_o5132_1">
            <a:extLst>
              <a:ext uri="{FF2B5EF4-FFF2-40B4-BE49-F238E27FC236}">
                <a16:creationId xmlns:a16="http://schemas.microsoft.com/office/drawing/2014/main" id="{E1DF7D33-2BE0-4BA2-9D49-0DAAC92C97CE}"/>
              </a:ext>
            </a:extLst>
          </p:cNvPr>
          <p:cNvSpPr>
            <a:spLocks noGrp="1"/>
          </p:cNvSpPr>
          <p:nvPr/>
        </p:nvSpPr>
        <p:spPr>
          <a:xfrm>
            <a:off x="4444579" y="2869401"/>
            <a:ext cx="281812" cy="281812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8" name="anim_o5133_1">
            <a:extLst>
              <a:ext uri="{FF2B5EF4-FFF2-40B4-BE49-F238E27FC236}">
                <a16:creationId xmlns:a16="http://schemas.microsoft.com/office/drawing/2014/main" id="{2B856C42-E374-475B-933A-195FDB38FF7A}"/>
              </a:ext>
            </a:extLst>
          </p:cNvPr>
          <p:cNvSpPr>
            <a:spLocks noGrp="1"/>
          </p:cNvSpPr>
          <p:nvPr/>
        </p:nvSpPr>
        <p:spPr>
          <a:xfrm>
            <a:off x="4726392" y="2869401"/>
            <a:ext cx="281812" cy="281812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9" name="anim_o5134_1">
            <a:extLst>
              <a:ext uri="{FF2B5EF4-FFF2-40B4-BE49-F238E27FC236}">
                <a16:creationId xmlns:a16="http://schemas.microsoft.com/office/drawing/2014/main" id="{F0597BC5-AEB4-4C7C-B8AF-A613C342350C}"/>
              </a:ext>
            </a:extLst>
          </p:cNvPr>
          <p:cNvSpPr>
            <a:spLocks noGrp="1"/>
          </p:cNvSpPr>
          <p:nvPr/>
        </p:nvSpPr>
        <p:spPr>
          <a:xfrm>
            <a:off x="5008204" y="2869401"/>
            <a:ext cx="281812" cy="281812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0" name="anim_o5135_1">
            <a:extLst>
              <a:ext uri="{FF2B5EF4-FFF2-40B4-BE49-F238E27FC236}">
                <a16:creationId xmlns:a16="http://schemas.microsoft.com/office/drawing/2014/main" id="{F1B7E5E4-EB6A-4707-BC0A-86D4D8F1C85B}"/>
              </a:ext>
            </a:extLst>
          </p:cNvPr>
          <p:cNvSpPr>
            <a:spLocks noGrp="1"/>
          </p:cNvSpPr>
          <p:nvPr/>
        </p:nvSpPr>
        <p:spPr>
          <a:xfrm>
            <a:off x="4444579" y="3151213"/>
            <a:ext cx="281812" cy="281812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1" name="anim_o5136_1">
            <a:extLst>
              <a:ext uri="{FF2B5EF4-FFF2-40B4-BE49-F238E27FC236}">
                <a16:creationId xmlns:a16="http://schemas.microsoft.com/office/drawing/2014/main" id="{0B3A6F2E-FF12-4079-9C8D-9BCC4523D5A5}"/>
              </a:ext>
            </a:extLst>
          </p:cNvPr>
          <p:cNvSpPr>
            <a:spLocks noGrp="1"/>
          </p:cNvSpPr>
          <p:nvPr/>
        </p:nvSpPr>
        <p:spPr>
          <a:xfrm>
            <a:off x="4726392" y="3151213"/>
            <a:ext cx="281812" cy="281812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2" name="anim_o5137_1">
            <a:extLst>
              <a:ext uri="{FF2B5EF4-FFF2-40B4-BE49-F238E27FC236}">
                <a16:creationId xmlns:a16="http://schemas.microsoft.com/office/drawing/2014/main" id="{546CFA76-8A38-45B5-B79F-7A8C70668702}"/>
              </a:ext>
            </a:extLst>
          </p:cNvPr>
          <p:cNvSpPr>
            <a:spLocks noGrp="1"/>
          </p:cNvSpPr>
          <p:nvPr/>
        </p:nvSpPr>
        <p:spPr>
          <a:xfrm>
            <a:off x="5008204" y="3151213"/>
            <a:ext cx="281812" cy="281812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3" name="anim_o5160_1">
            <a:extLst>
              <a:ext uri="{FF2B5EF4-FFF2-40B4-BE49-F238E27FC236}">
                <a16:creationId xmlns:a16="http://schemas.microsoft.com/office/drawing/2014/main" id="{D01D2E66-192A-4163-8E90-33684CD78DE2}"/>
              </a:ext>
            </a:extLst>
          </p:cNvPr>
          <p:cNvSpPr>
            <a:spLocks noGrp="1"/>
          </p:cNvSpPr>
          <p:nvPr/>
        </p:nvSpPr>
        <p:spPr>
          <a:xfrm>
            <a:off x="4444579" y="4358981"/>
            <a:ext cx="281812" cy="281812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4" name="anim_o5161_1">
            <a:extLst>
              <a:ext uri="{FF2B5EF4-FFF2-40B4-BE49-F238E27FC236}">
                <a16:creationId xmlns:a16="http://schemas.microsoft.com/office/drawing/2014/main" id="{BD31D954-E7B8-4830-B3A2-8898C615FBE9}"/>
              </a:ext>
            </a:extLst>
          </p:cNvPr>
          <p:cNvSpPr>
            <a:spLocks noGrp="1"/>
          </p:cNvSpPr>
          <p:nvPr/>
        </p:nvSpPr>
        <p:spPr>
          <a:xfrm>
            <a:off x="4726392" y="4358981"/>
            <a:ext cx="281812" cy="281812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5" name="anim_o5162_1">
            <a:extLst>
              <a:ext uri="{FF2B5EF4-FFF2-40B4-BE49-F238E27FC236}">
                <a16:creationId xmlns:a16="http://schemas.microsoft.com/office/drawing/2014/main" id="{C71AB4A1-9455-430F-A0C5-A94836BEEFAE}"/>
              </a:ext>
            </a:extLst>
          </p:cNvPr>
          <p:cNvSpPr>
            <a:spLocks noGrp="1"/>
          </p:cNvSpPr>
          <p:nvPr/>
        </p:nvSpPr>
        <p:spPr>
          <a:xfrm>
            <a:off x="5008204" y="4358981"/>
            <a:ext cx="281812" cy="281812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6" name="anim_o5163_1">
            <a:extLst>
              <a:ext uri="{FF2B5EF4-FFF2-40B4-BE49-F238E27FC236}">
                <a16:creationId xmlns:a16="http://schemas.microsoft.com/office/drawing/2014/main" id="{4F753B49-0CBA-4C28-8D4F-9936B630C649}"/>
              </a:ext>
            </a:extLst>
          </p:cNvPr>
          <p:cNvSpPr>
            <a:spLocks noGrp="1"/>
          </p:cNvSpPr>
          <p:nvPr/>
        </p:nvSpPr>
        <p:spPr>
          <a:xfrm>
            <a:off x="4444579" y="4640793"/>
            <a:ext cx="281812" cy="281812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7" name="anim_o5164_1">
            <a:extLst>
              <a:ext uri="{FF2B5EF4-FFF2-40B4-BE49-F238E27FC236}">
                <a16:creationId xmlns:a16="http://schemas.microsoft.com/office/drawing/2014/main" id="{CBF44FB4-D74E-4A05-AB01-81B26C926CA7}"/>
              </a:ext>
            </a:extLst>
          </p:cNvPr>
          <p:cNvSpPr>
            <a:spLocks noGrp="1"/>
          </p:cNvSpPr>
          <p:nvPr/>
        </p:nvSpPr>
        <p:spPr>
          <a:xfrm>
            <a:off x="4726392" y="4640793"/>
            <a:ext cx="281812" cy="281812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8" name="anim_o5165_1">
            <a:extLst>
              <a:ext uri="{FF2B5EF4-FFF2-40B4-BE49-F238E27FC236}">
                <a16:creationId xmlns:a16="http://schemas.microsoft.com/office/drawing/2014/main" id="{0CDEC37E-EB59-4FFA-A70F-9ACBA0B4F6E7}"/>
              </a:ext>
            </a:extLst>
          </p:cNvPr>
          <p:cNvSpPr>
            <a:spLocks noGrp="1"/>
          </p:cNvSpPr>
          <p:nvPr/>
        </p:nvSpPr>
        <p:spPr>
          <a:xfrm>
            <a:off x="5008204" y="4640793"/>
            <a:ext cx="281812" cy="281812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9" name="anim_o5166_1">
            <a:extLst>
              <a:ext uri="{FF2B5EF4-FFF2-40B4-BE49-F238E27FC236}">
                <a16:creationId xmlns:a16="http://schemas.microsoft.com/office/drawing/2014/main" id="{5F066D76-730F-4146-A847-951B07F9D7B9}"/>
              </a:ext>
            </a:extLst>
          </p:cNvPr>
          <p:cNvSpPr>
            <a:spLocks noGrp="1"/>
          </p:cNvSpPr>
          <p:nvPr/>
        </p:nvSpPr>
        <p:spPr>
          <a:xfrm>
            <a:off x="4444579" y="4922606"/>
            <a:ext cx="281812" cy="281812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0" name="anim_o5167_1">
            <a:extLst>
              <a:ext uri="{FF2B5EF4-FFF2-40B4-BE49-F238E27FC236}">
                <a16:creationId xmlns:a16="http://schemas.microsoft.com/office/drawing/2014/main" id="{DD1A0BE8-EAF4-4DA5-AA58-B38777429591}"/>
              </a:ext>
            </a:extLst>
          </p:cNvPr>
          <p:cNvSpPr>
            <a:spLocks noGrp="1"/>
          </p:cNvSpPr>
          <p:nvPr/>
        </p:nvSpPr>
        <p:spPr>
          <a:xfrm>
            <a:off x="4726392" y="4922606"/>
            <a:ext cx="281812" cy="281812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1" name="anim_o5168_1">
            <a:extLst>
              <a:ext uri="{FF2B5EF4-FFF2-40B4-BE49-F238E27FC236}">
                <a16:creationId xmlns:a16="http://schemas.microsoft.com/office/drawing/2014/main" id="{7558D8C1-67BD-4634-BA27-1AEE153B276A}"/>
              </a:ext>
            </a:extLst>
          </p:cNvPr>
          <p:cNvSpPr>
            <a:spLocks noGrp="1"/>
          </p:cNvSpPr>
          <p:nvPr/>
        </p:nvSpPr>
        <p:spPr>
          <a:xfrm>
            <a:off x="5008204" y="4922606"/>
            <a:ext cx="281812" cy="281812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2" name="anim_o4996_1">
            <a:extLst>
              <a:ext uri="{FF2B5EF4-FFF2-40B4-BE49-F238E27FC236}">
                <a16:creationId xmlns:a16="http://schemas.microsoft.com/office/drawing/2014/main" id="{F33E7107-9CDE-4870-A5A0-3642759C10CE}"/>
              </a:ext>
            </a:extLst>
          </p:cNvPr>
          <p:cNvSpPr>
            <a:spLocks noGrp="1"/>
          </p:cNvSpPr>
          <p:nvPr/>
        </p:nvSpPr>
        <p:spPr>
          <a:xfrm>
            <a:off x="1348669" y="2019938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3" name="anim_o4997_1">
            <a:extLst>
              <a:ext uri="{FF2B5EF4-FFF2-40B4-BE49-F238E27FC236}">
                <a16:creationId xmlns:a16="http://schemas.microsoft.com/office/drawing/2014/main" id="{7310ED17-BCFF-41AD-AAA2-744C33632EAB}"/>
              </a:ext>
            </a:extLst>
          </p:cNvPr>
          <p:cNvSpPr>
            <a:spLocks noGrp="1"/>
          </p:cNvSpPr>
          <p:nvPr/>
        </p:nvSpPr>
        <p:spPr>
          <a:xfrm>
            <a:off x="1630481" y="2019938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4" name="anim_o4998_1">
            <a:extLst>
              <a:ext uri="{FF2B5EF4-FFF2-40B4-BE49-F238E27FC236}">
                <a16:creationId xmlns:a16="http://schemas.microsoft.com/office/drawing/2014/main" id="{B071AE7A-C79E-4EA7-9019-46158942B300}"/>
              </a:ext>
            </a:extLst>
          </p:cNvPr>
          <p:cNvSpPr>
            <a:spLocks noGrp="1"/>
          </p:cNvSpPr>
          <p:nvPr/>
        </p:nvSpPr>
        <p:spPr>
          <a:xfrm>
            <a:off x="1912293" y="2019938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5" name="anim_o4999_1">
            <a:extLst>
              <a:ext uri="{FF2B5EF4-FFF2-40B4-BE49-F238E27FC236}">
                <a16:creationId xmlns:a16="http://schemas.microsoft.com/office/drawing/2014/main" id="{EFA878CB-751C-4158-B936-9F4CEC7C40D7}"/>
              </a:ext>
            </a:extLst>
          </p:cNvPr>
          <p:cNvSpPr>
            <a:spLocks noGrp="1"/>
          </p:cNvSpPr>
          <p:nvPr/>
        </p:nvSpPr>
        <p:spPr>
          <a:xfrm>
            <a:off x="2194106" y="2019938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6" name="anim_o5000_1">
            <a:extLst>
              <a:ext uri="{FF2B5EF4-FFF2-40B4-BE49-F238E27FC236}">
                <a16:creationId xmlns:a16="http://schemas.microsoft.com/office/drawing/2014/main" id="{0DF986CE-5E80-4861-8BE4-0ED7DE9942E2}"/>
              </a:ext>
            </a:extLst>
          </p:cNvPr>
          <p:cNvSpPr>
            <a:spLocks noGrp="1"/>
          </p:cNvSpPr>
          <p:nvPr/>
        </p:nvSpPr>
        <p:spPr>
          <a:xfrm>
            <a:off x="2475918" y="2019938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7" name="anim_o5001_1">
            <a:extLst>
              <a:ext uri="{FF2B5EF4-FFF2-40B4-BE49-F238E27FC236}">
                <a16:creationId xmlns:a16="http://schemas.microsoft.com/office/drawing/2014/main" id="{6A2149C1-E603-49A4-8770-F608C10CF912}"/>
              </a:ext>
            </a:extLst>
          </p:cNvPr>
          <p:cNvSpPr>
            <a:spLocks noGrp="1"/>
          </p:cNvSpPr>
          <p:nvPr/>
        </p:nvSpPr>
        <p:spPr>
          <a:xfrm>
            <a:off x="2757731" y="2019938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8" name="anim_o5002_1">
            <a:extLst>
              <a:ext uri="{FF2B5EF4-FFF2-40B4-BE49-F238E27FC236}">
                <a16:creationId xmlns:a16="http://schemas.microsoft.com/office/drawing/2014/main" id="{67745470-C430-4D53-B90B-D60D05EB8523}"/>
              </a:ext>
            </a:extLst>
          </p:cNvPr>
          <p:cNvSpPr>
            <a:spLocks noGrp="1"/>
          </p:cNvSpPr>
          <p:nvPr/>
        </p:nvSpPr>
        <p:spPr>
          <a:xfrm>
            <a:off x="1348669" y="2301750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9" name="anim_o5003_1">
            <a:extLst>
              <a:ext uri="{FF2B5EF4-FFF2-40B4-BE49-F238E27FC236}">
                <a16:creationId xmlns:a16="http://schemas.microsoft.com/office/drawing/2014/main" id="{FB5DB476-E47E-4F1D-AEC3-0C1C7A535107}"/>
              </a:ext>
            </a:extLst>
          </p:cNvPr>
          <p:cNvSpPr>
            <a:spLocks noGrp="1"/>
          </p:cNvSpPr>
          <p:nvPr/>
        </p:nvSpPr>
        <p:spPr>
          <a:xfrm>
            <a:off x="1630481" y="2301750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0" name="anim_o5004_1">
            <a:extLst>
              <a:ext uri="{FF2B5EF4-FFF2-40B4-BE49-F238E27FC236}">
                <a16:creationId xmlns:a16="http://schemas.microsoft.com/office/drawing/2014/main" id="{478F5DF5-1125-4EDE-9AC8-B99041DC135E}"/>
              </a:ext>
            </a:extLst>
          </p:cNvPr>
          <p:cNvSpPr>
            <a:spLocks noGrp="1"/>
          </p:cNvSpPr>
          <p:nvPr/>
        </p:nvSpPr>
        <p:spPr>
          <a:xfrm>
            <a:off x="1912293" y="2301750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1" name="anim_o5005_1">
            <a:extLst>
              <a:ext uri="{FF2B5EF4-FFF2-40B4-BE49-F238E27FC236}">
                <a16:creationId xmlns:a16="http://schemas.microsoft.com/office/drawing/2014/main" id="{8065C34C-E9D0-46DF-8340-B9E98AAF96B0}"/>
              </a:ext>
            </a:extLst>
          </p:cNvPr>
          <p:cNvSpPr>
            <a:spLocks noGrp="1"/>
          </p:cNvSpPr>
          <p:nvPr/>
        </p:nvSpPr>
        <p:spPr>
          <a:xfrm>
            <a:off x="2194106" y="2301750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2" name="anim_o5006_1">
            <a:extLst>
              <a:ext uri="{FF2B5EF4-FFF2-40B4-BE49-F238E27FC236}">
                <a16:creationId xmlns:a16="http://schemas.microsoft.com/office/drawing/2014/main" id="{ED25C944-B244-4BE0-BC9E-6FE0FD3DD9DE}"/>
              </a:ext>
            </a:extLst>
          </p:cNvPr>
          <p:cNvSpPr>
            <a:spLocks noGrp="1"/>
          </p:cNvSpPr>
          <p:nvPr/>
        </p:nvSpPr>
        <p:spPr>
          <a:xfrm>
            <a:off x="2475918" y="2301750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3" name="anim_o5007_1">
            <a:extLst>
              <a:ext uri="{FF2B5EF4-FFF2-40B4-BE49-F238E27FC236}">
                <a16:creationId xmlns:a16="http://schemas.microsoft.com/office/drawing/2014/main" id="{8B329E57-3FFF-4C52-866C-6BDA77D88889}"/>
              </a:ext>
            </a:extLst>
          </p:cNvPr>
          <p:cNvSpPr>
            <a:spLocks noGrp="1"/>
          </p:cNvSpPr>
          <p:nvPr/>
        </p:nvSpPr>
        <p:spPr>
          <a:xfrm>
            <a:off x="2757731" y="2301750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4" name="anim_o5008_1">
            <a:extLst>
              <a:ext uri="{FF2B5EF4-FFF2-40B4-BE49-F238E27FC236}">
                <a16:creationId xmlns:a16="http://schemas.microsoft.com/office/drawing/2014/main" id="{0622754D-A26A-49DF-97B1-5D98382D0333}"/>
              </a:ext>
            </a:extLst>
          </p:cNvPr>
          <p:cNvSpPr>
            <a:spLocks noGrp="1"/>
          </p:cNvSpPr>
          <p:nvPr/>
        </p:nvSpPr>
        <p:spPr>
          <a:xfrm>
            <a:off x="1348669" y="2583563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5" name="anim_o5009_1">
            <a:extLst>
              <a:ext uri="{FF2B5EF4-FFF2-40B4-BE49-F238E27FC236}">
                <a16:creationId xmlns:a16="http://schemas.microsoft.com/office/drawing/2014/main" id="{7EC0048A-42B0-4064-8463-8D06F331FFA3}"/>
              </a:ext>
            </a:extLst>
          </p:cNvPr>
          <p:cNvSpPr>
            <a:spLocks noGrp="1"/>
          </p:cNvSpPr>
          <p:nvPr/>
        </p:nvSpPr>
        <p:spPr>
          <a:xfrm>
            <a:off x="1630481" y="2583563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6" name="anim_o5010_1">
            <a:extLst>
              <a:ext uri="{FF2B5EF4-FFF2-40B4-BE49-F238E27FC236}">
                <a16:creationId xmlns:a16="http://schemas.microsoft.com/office/drawing/2014/main" id="{1AF027F6-D88A-446D-8C8E-DFD0085F3C0C}"/>
              </a:ext>
            </a:extLst>
          </p:cNvPr>
          <p:cNvSpPr>
            <a:spLocks noGrp="1"/>
          </p:cNvSpPr>
          <p:nvPr/>
        </p:nvSpPr>
        <p:spPr>
          <a:xfrm>
            <a:off x="1912293" y="2583563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7" name="anim_o5011_1">
            <a:extLst>
              <a:ext uri="{FF2B5EF4-FFF2-40B4-BE49-F238E27FC236}">
                <a16:creationId xmlns:a16="http://schemas.microsoft.com/office/drawing/2014/main" id="{C440B8CF-05FC-4A47-83AA-A9C25CB2809F}"/>
              </a:ext>
            </a:extLst>
          </p:cNvPr>
          <p:cNvSpPr>
            <a:spLocks noGrp="1"/>
          </p:cNvSpPr>
          <p:nvPr/>
        </p:nvSpPr>
        <p:spPr>
          <a:xfrm>
            <a:off x="2194106" y="2583563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8" name="anim_o5012_1">
            <a:extLst>
              <a:ext uri="{FF2B5EF4-FFF2-40B4-BE49-F238E27FC236}">
                <a16:creationId xmlns:a16="http://schemas.microsoft.com/office/drawing/2014/main" id="{7323D246-A6BD-4A6A-ABFF-D68F4DD536E4}"/>
              </a:ext>
            </a:extLst>
          </p:cNvPr>
          <p:cNvSpPr>
            <a:spLocks noGrp="1"/>
          </p:cNvSpPr>
          <p:nvPr/>
        </p:nvSpPr>
        <p:spPr>
          <a:xfrm>
            <a:off x="2475918" y="2583563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9" name="anim_o5013_1">
            <a:extLst>
              <a:ext uri="{FF2B5EF4-FFF2-40B4-BE49-F238E27FC236}">
                <a16:creationId xmlns:a16="http://schemas.microsoft.com/office/drawing/2014/main" id="{872B29C9-6350-4BB0-83F5-9399828525F4}"/>
              </a:ext>
            </a:extLst>
          </p:cNvPr>
          <p:cNvSpPr>
            <a:spLocks noGrp="1"/>
          </p:cNvSpPr>
          <p:nvPr/>
        </p:nvSpPr>
        <p:spPr>
          <a:xfrm>
            <a:off x="2757731" y="2583563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0" name="anim_o5014_1">
            <a:extLst>
              <a:ext uri="{FF2B5EF4-FFF2-40B4-BE49-F238E27FC236}">
                <a16:creationId xmlns:a16="http://schemas.microsoft.com/office/drawing/2014/main" id="{EA56B72C-930F-4FBD-AE9C-73CF4842A43F}"/>
              </a:ext>
            </a:extLst>
          </p:cNvPr>
          <p:cNvSpPr>
            <a:spLocks noGrp="1"/>
          </p:cNvSpPr>
          <p:nvPr/>
        </p:nvSpPr>
        <p:spPr>
          <a:xfrm>
            <a:off x="1348669" y="2865375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1" name="anim_o5015_1">
            <a:extLst>
              <a:ext uri="{FF2B5EF4-FFF2-40B4-BE49-F238E27FC236}">
                <a16:creationId xmlns:a16="http://schemas.microsoft.com/office/drawing/2014/main" id="{BC4A3D44-464F-41D2-B0E5-791DCB079688}"/>
              </a:ext>
            </a:extLst>
          </p:cNvPr>
          <p:cNvSpPr>
            <a:spLocks noGrp="1"/>
          </p:cNvSpPr>
          <p:nvPr/>
        </p:nvSpPr>
        <p:spPr>
          <a:xfrm>
            <a:off x="1630481" y="2865375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2" name="anim_o5016_1">
            <a:extLst>
              <a:ext uri="{FF2B5EF4-FFF2-40B4-BE49-F238E27FC236}">
                <a16:creationId xmlns:a16="http://schemas.microsoft.com/office/drawing/2014/main" id="{E5D30FEB-0783-414E-BB77-81C4EA9A0140}"/>
              </a:ext>
            </a:extLst>
          </p:cNvPr>
          <p:cNvSpPr>
            <a:spLocks noGrp="1"/>
          </p:cNvSpPr>
          <p:nvPr/>
        </p:nvSpPr>
        <p:spPr>
          <a:xfrm>
            <a:off x="1912293" y="2865375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3" name="anim_o5017_1">
            <a:extLst>
              <a:ext uri="{FF2B5EF4-FFF2-40B4-BE49-F238E27FC236}">
                <a16:creationId xmlns:a16="http://schemas.microsoft.com/office/drawing/2014/main" id="{7142B1EA-670D-4230-B0EE-3699F5C6E0BE}"/>
              </a:ext>
            </a:extLst>
          </p:cNvPr>
          <p:cNvSpPr>
            <a:spLocks noGrp="1"/>
          </p:cNvSpPr>
          <p:nvPr/>
        </p:nvSpPr>
        <p:spPr>
          <a:xfrm>
            <a:off x="2194106" y="2865375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4" name="anim_o5018_1">
            <a:extLst>
              <a:ext uri="{FF2B5EF4-FFF2-40B4-BE49-F238E27FC236}">
                <a16:creationId xmlns:a16="http://schemas.microsoft.com/office/drawing/2014/main" id="{F565C2D5-D644-4003-8B77-BCADE41C955F}"/>
              </a:ext>
            </a:extLst>
          </p:cNvPr>
          <p:cNvSpPr>
            <a:spLocks noGrp="1"/>
          </p:cNvSpPr>
          <p:nvPr/>
        </p:nvSpPr>
        <p:spPr>
          <a:xfrm>
            <a:off x="2475918" y="2865375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5" name="anim_o5019_1">
            <a:extLst>
              <a:ext uri="{FF2B5EF4-FFF2-40B4-BE49-F238E27FC236}">
                <a16:creationId xmlns:a16="http://schemas.microsoft.com/office/drawing/2014/main" id="{B2BE59C0-798E-40D8-A8BD-FC50FFEE9185}"/>
              </a:ext>
            </a:extLst>
          </p:cNvPr>
          <p:cNvSpPr>
            <a:spLocks noGrp="1"/>
          </p:cNvSpPr>
          <p:nvPr/>
        </p:nvSpPr>
        <p:spPr>
          <a:xfrm>
            <a:off x="2757731" y="2865375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6" name="anim_o5020_1">
            <a:extLst>
              <a:ext uri="{FF2B5EF4-FFF2-40B4-BE49-F238E27FC236}">
                <a16:creationId xmlns:a16="http://schemas.microsoft.com/office/drawing/2014/main" id="{095178BA-BDE8-4CE3-89EC-AAA7A240281F}"/>
              </a:ext>
            </a:extLst>
          </p:cNvPr>
          <p:cNvSpPr>
            <a:spLocks noGrp="1"/>
          </p:cNvSpPr>
          <p:nvPr/>
        </p:nvSpPr>
        <p:spPr>
          <a:xfrm>
            <a:off x="1348669" y="3147188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7" name="anim_o5021_1">
            <a:extLst>
              <a:ext uri="{FF2B5EF4-FFF2-40B4-BE49-F238E27FC236}">
                <a16:creationId xmlns:a16="http://schemas.microsoft.com/office/drawing/2014/main" id="{65E5D24E-3877-4E71-A871-EC898B8771BF}"/>
              </a:ext>
            </a:extLst>
          </p:cNvPr>
          <p:cNvSpPr>
            <a:spLocks noGrp="1"/>
          </p:cNvSpPr>
          <p:nvPr/>
        </p:nvSpPr>
        <p:spPr>
          <a:xfrm>
            <a:off x="1630481" y="3147188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8" name="anim_o5022_1">
            <a:extLst>
              <a:ext uri="{FF2B5EF4-FFF2-40B4-BE49-F238E27FC236}">
                <a16:creationId xmlns:a16="http://schemas.microsoft.com/office/drawing/2014/main" id="{A0DEDD91-BCB1-4CF9-870E-798192A26242}"/>
              </a:ext>
            </a:extLst>
          </p:cNvPr>
          <p:cNvSpPr>
            <a:spLocks noGrp="1"/>
          </p:cNvSpPr>
          <p:nvPr/>
        </p:nvSpPr>
        <p:spPr>
          <a:xfrm>
            <a:off x="1912293" y="3147188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9" name="anim_o5023_1">
            <a:extLst>
              <a:ext uri="{FF2B5EF4-FFF2-40B4-BE49-F238E27FC236}">
                <a16:creationId xmlns:a16="http://schemas.microsoft.com/office/drawing/2014/main" id="{851B53D6-EF14-4E64-BDD8-8F28DE3789C0}"/>
              </a:ext>
            </a:extLst>
          </p:cNvPr>
          <p:cNvSpPr>
            <a:spLocks noGrp="1"/>
          </p:cNvSpPr>
          <p:nvPr/>
        </p:nvSpPr>
        <p:spPr>
          <a:xfrm>
            <a:off x="2194106" y="3147188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0" name="anim_o5024_1">
            <a:extLst>
              <a:ext uri="{FF2B5EF4-FFF2-40B4-BE49-F238E27FC236}">
                <a16:creationId xmlns:a16="http://schemas.microsoft.com/office/drawing/2014/main" id="{84A2DA87-E09E-415D-8EEA-BBF6BE907D3B}"/>
              </a:ext>
            </a:extLst>
          </p:cNvPr>
          <p:cNvSpPr>
            <a:spLocks noGrp="1"/>
          </p:cNvSpPr>
          <p:nvPr/>
        </p:nvSpPr>
        <p:spPr>
          <a:xfrm>
            <a:off x="2475918" y="3147188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1" name="anim_o5025_1">
            <a:extLst>
              <a:ext uri="{FF2B5EF4-FFF2-40B4-BE49-F238E27FC236}">
                <a16:creationId xmlns:a16="http://schemas.microsoft.com/office/drawing/2014/main" id="{12A42FB0-A1B3-4F52-8E78-CF5A0AF86EFF}"/>
              </a:ext>
            </a:extLst>
          </p:cNvPr>
          <p:cNvSpPr>
            <a:spLocks noGrp="1"/>
          </p:cNvSpPr>
          <p:nvPr/>
        </p:nvSpPr>
        <p:spPr>
          <a:xfrm>
            <a:off x="2757731" y="3147188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2" name="anim_o5026_1">
            <a:extLst>
              <a:ext uri="{FF2B5EF4-FFF2-40B4-BE49-F238E27FC236}">
                <a16:creationId xmlns:a16="http://schemas.microsoft.com/office/drawing/2014/main" id="{5E3C1B09-EF27-4320-B62A-431734DECE51}"/>
              </a:ext>
            </a:extLst>
          </p:cNvPr>
          <p:cNvSpPr>
            <a:spLocks noGrp="1"/>
          </p:cNvSpPr>
          <p:nvPr/>
        </p:nvSpPr>
        <p:spPr>
          <a:xfrm>
            <a:off x="1348669" y="3429000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3" name="anim_o5027_1">
            <a:extLst>
              <a:ext uri="{FF2B5EF4-FFF2-40B4-BE49-F238E27FC236}">
                <a16:creationId xmlns:a16="http://schemas.microsoft.com/office/drawing/2014/main" id="{2EC5D19D-A576-43AA-8B54-8550D9C61CCA}"/>
              </a:ext>
            </a:extLst>
          </p:cNvPr>
          <p:cNvSpPr>
            <a:spLocks noGrp="1"/>
          </p:cNvSpPr>
          <p:nvPr/>
        </p:nvSpPr>
        <p:spPr>
          <a:xfrm>
            <a:off x="1630481" y="3429000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4" name="anim_o5028_1">
            <a:extLst>
              <a:ext uri="{FF2B5EF4-FFF2-40B4-BE49-F238E27FC236}">
                <a16:creationId xmlns:a16="http://schemas.microsoft.com/office/drawing/2014/main" id="{C2DA6B1B-4E31-4912-AECF-BD66B4637E48}"/>
              </a:ext>
            </a:extLst>
          </p:cNvPr>
          <p:cNvSpPr>
            <a:spLocks noGrp="1"/>
          </p:cNvSpPr>
          <p:nvPr/>
        </p:nvSpPr>
        <p:spPr>
          <a:xfrm>
            <a:off x="1912293" y="3429000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5" name="anim_o5029_1">
            <a:extLst>
              <a:ext uri="{FF2B5EF4-FFF2-40B4-BE49-F238E27FC236}">
                <a16:creationId xmlns:a16="http://schemas.microsoft.com/office/drawing/2014/main" id="{8D3A5FDD-E074-4C93-B218-86895FBBC59C}"/>
              </a:ext>
            </a:extLst>
          </p:cNvPr>
          <p:cNvSpPr>
            <a:spLocks noGrp="1"/>
          </p:cNvSpPr>
          <p:nvPr/>
        </p:nvSpPr>
        <p:spPr>
          <a:xfrm>
            <a:off x="2194106" y="3429000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6" name="anim_o5030_1">
            <a:extLst>
              <a:ext uri="{FF2B5EF4-FFF2-40B4-BE49-F238E27FC236}">
                <a16:creationId xmlns:a16="http://schemas.microsoft.com/office/drawing/2014/main" id="{73C8D236-9664-4A77-89DB-D624F1837B97}"/>
              </a:ext>
            </a:extLst>
          </p:cNvPr>
          <p:cNvSpPr>
            <a:spLocks noGrp="1"/>
          </p:cNvSpPr>
          <p:nvPr/>
        </p:nvSpPr>
        <p:spPr>
          <a:xfrm>
            <a:off x="2475918" y="3429000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7" name="anim_o5031_1">
            <a:extLst>
              <a:ext uri="{FF2B5EF4-FFF2-40B4-BE49-F238E27FC236}">
                <a16:creationId xmlns:a16="http://schemas.microsoft.com/office/drawing/2014/main" id="{8FE1E116-DAFB-4FBF-BE3F-1EB47456BF36}"/>
              </a:ext>
            </a:extLst>
          </p:cNvPr>
          <p:cNvSpPr>
            <a:spLocks noGrp="1"/>
          </p:cNvSpPr>
          <p:nvPr/>
        </p:nvSpPr>
        <p:spPr>
          <a:xfrm>
            <a:off x="2757731" y="3429000"/>
            <a:ext cx="281812" cy="281812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8" name="anim_o5309_1">
            <a:extLst>
              <a:ext uri="{FF2B5EF4-FFF2-40B4-BE49-F238E27FC236}">
                <a16:creationId xmlns:a16="http://schemas.microsoft.com/office/drawing/2014/main" id="{8951D888-37E4-4478-BCC7-1D7DA1951F91}"/>
              </a:ext>
            </a:extLst>
          </p:cNvPr>
          <p:cNvSpPr>
            <a:spLocks noGrp="1"/>
          </p:cNvSpPr>
          <p:nvPr/>
        </p:nvSpPr>
        <p:spPr>
          <a:xfrm>
            <a:off x="10036543" y="2108508"/>
            <a:ext cx="281812" cy="281812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9" name="anim_o5310_1">
            <a:extLst>
              <a:ext uri="{FF2B5EF4-FFF2-40B4-BE49-F238E27FC236}">
                <a16:creationId xmlns:a16="http://schemas.microsoft.com/office/drawing/2014/main" id="{6582C17F-3029-4E5A-8A88-806A2E086B32}"/>
              </a:ext>
            </a:extLst>
          </p:cNvPr>
          <p:cNvSpPr>
            <a:spLocks noGrp="1"/>
          </p:cNvSpPr>
          <p:nvPr/>
        </p:nvSpPr>
        <p:spPr>
          <a:xfrm>
            <a:off x="10318355" y="2108508"/>
            <a:ext cx="281812" cy="281812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0" name="anim_o5311_1">
            <a:extLst>
              <a:ext uri="{FF2B5EF4-FFF2-40B4-BE49-F238E27FC236}">
                <a16:creationId xmlns:a16="http://schemas.microsoft.com/office/drawing/2014/main" id="{C1CA7A23-779E-4518-B9AF-A3612AA92AFB}"/>
              </a:ext>
            </a:extLst>
          </p:cNvPr>
          <p:cNvSpPr>
            <a:spLocks noGrp="1"/>
          </p:cNvSpPr>
          <p:nvPr/>
        </p:nvSpPr>
        <p:spPr>
          <a:xfrm>
            <a:off x="10600168" y="2108508"/>
            <a:ext cx="281812" cy="281812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1" name="anim_o5312_1">
            <a:extLst>
              <a:ext uri="{FF2B5EF4-FFF2-40B4-BE49-F238E27FC236}">
                <a16:creationId xmlns:a16="http://schemas.microsoft.com/office/drawing/2014/main" id="{AAA3537E-95D1-4DE3-BC9A-31DDD869CA1C}"/>
              </a:ext>
            </a:extLst>
          </p:cNvPr>
          <p:cNvSpPr>
            <a:spLocks noGrp="1"/>
          </p:cNvSpPr>
          <p:nvPr/>
        </p:nvSpPr>
        <p:spPr>
          <a:xfrm>
            <a:off x="10881980" y="2108508"/>
            <a:ext cx="281812" cy="281812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2" name="anim_o5313_1">
            <a:extLst>
              <a:ext uri="{FF2B5EF4-FFF2-40B4-BE49-F238E27FC236}">
                <a16:creationId xmlns:a16="http://schemas.microsoft.com/office/drawing/2014/main" id="{DC1DC028-4C6B-425E-9EA1-071437A48611}"/>
              </a:ext>
            </a:extLst>
          </p:cNvPr>
          <p:cNvSpPr>
            <a:spLocks noGrp="1"/>
          </p:cNvSpPr>
          <p:nvPr/>
        </p:nvSpPr>
        <p:spPr>
          <a:xfrm>
            <a:off x="10036543" y="2390320"/>
            <a:ext cx="281812" cy="281812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3" name="anim_o5314_1">
            <a:extLst>
              <a:ext uri="{FF2B5EF4-FFF2-40B4-BE49-F238E27FC236}">
                <a16:creationId xmlns:a16="http://schemas.microsoft.com/office/drawing/2014/main" id="{F848A62A-854E-43A3-B39D-E48D40451C69}"/>
              </a:ext>
            </a:extLst>
          </p:cNvPr>
          <p:cNvSpPr>
            <a:spLocks noGrp="1"/>
          </p:cNvSpPr>
          <p:nvPr/>
        </p:nvSpPr>
        <p:spPr>
          <a:xfrm>
            <a:off x="10318355" y="2390320"/>
            <a:ext cx="281812" cy="281812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4" name="anim_o5315_1">
            <a:extLst>
              <a:ext uri="{FF2B5EF4-FFF2-40B4-BE49-F238E27FC236}">
                <a16:creationId xmlns:a16="http://schemas.microsoft.com/office/drawing/2014/main" id="{3F0F78B4-D0CA-4B89-8451-A09DBCBEA99C}"/>
              </a:ext>
            </a:extLst>
          </p:cNvPr>
          <p:cNvSpPr>
            <a:spLocks noGrp="1"/>
          </p:cNvSpPr>
          <p:nvPr/>
        </p:nvSpPr>
        <p:spPr>
          <a:xfrm>
            <a:off x="10600168" y="2390320"/>
            <a:ext cx="281812" cy="281812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5" name="anim_o5316_1">
            <a:extLst>
              <a:ext uri="{FF2B5EF4-FFF2-40B4-BE49-F238E27FC236}">
                <a16:creationId xmlns:a16="http://schemas.microsoft.com/office/drawing/2014/main" id="{6BC1C1FF-8312-459D-B044-F1588A9EFEB1}"/>
              </a:ext>
            </a:extLst>
          </p:cNvPr>
          <p:cNvSpPr>
            <a:spLocks noGrp="1"/>
          </p:cNvSpPr>
          <p:nvPr/>
        </p:nvSpPr>
        <p:spPr>
          <a:xfrm>
            <a:off x="10881980" y="2390320"/>
            <a:ext cx="281812" cy="281812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6" name="anim_o5317_1">
            <a:extLst>
              <a:ext uri="{FF2B5EF4-FFF2-40B4-BE49-F238E27FC236}">
                <a16:creationId xmlns:a16="http://schemas.microsoft.com/office/drawing/2014/main" id="{AB5ACA23-0807-4470-8CC0-9EB69D5651B0}"/>
              </a:ext>
            </a:extLst>
          </p:cNvPr>
          <p:cNvSpPr>
            <a:spLocks noGrp="1"/>
          </p:cNvSpPr>
          <p:nvPr/>
        </p:nvSpPr>
        <p:spPr>
          <a:xfrm>
            <a:off x="10036543" y="2672132"/>
            <a:ext cx="281812" cy="281812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7" name="anim_o5318_1">
            <a:extLst>
              <a:ext uri="{FF2B5EF4-FFF2-40B4-BE49-F238E27FC236}">
                <a16:creationId xmlns:a16="http://schemas.microsoft.com/office/drawing/2014/main" id="{A94E38E6-F4FF-4508-9302-A73F3375F2F6}"/>
              </a:ext>
            </a:extLst>
          </p:cNvPr>
          <p:cNvSpPr>
            <a:spLocks noGrp="1"/>
          </p:cNvSpPr>
          <p:nvPr/>
        </p:nvSpPr>
        <p:spPr>
          <a:xfrm>
            <a:off x="10318355" y="2672132"/>
            <a:ext cx="281812" cy="281812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8" name="anim_o5319_1">
            <a:extLst>
              <a:ext uri="{FF2B5EF4-FFF2-40B4-BE49-F238E27FC236}">
                <a16:creationId xmlns:a16="http://schemas.microsoft.com/office/drawing/2014/main" id="{6518A3A4-5929-41BE-81AA-4DC914B9C671}"/>
              </a:ext>
            </a:extLst>
          </p:cNvPr>
          <p:cNvSpPr>
            <a:spLocks noGrp="1"/>
          </p:cNvSpPr>
          <p:nvPr/>
        </p:nvSpPr>
        <p:spPr>
          <a:xfrm>
            <a:off x="10600168" y="2672132"/>
            <a:ext cx="281812" cy="281812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9" name="anim_o5320_1">
            <a:extLst>
              <a:ext uri="{FF2B5EF4-FFF2-40B4-BE49-F238E27FC236}">
                <a16:creationId xmlns:a16="http://schemas.microsoft.com/office/drawing/2014/main" id="{D4DED4F0-9885-4CA6-902E-144797BCDCB1}"/>
              </a:ext>
            </a:extLst>
          </p:cNvPr>
          <p:cNvSpPr>
            <a:spLocks noGrp="1"/>
          </p:cNvSpPr>
          <p:nvPr/>
        </p:nvSpPr>
        <p:spPr>
          <a:xfrm>
            <a:off x="10881980" y="2672132"/>
            <a:ext cx="281812" cy="281812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0" name="anim_o5321_1">
            <a:extLst>
              <a:ext uri="{FF2B5EF4-FFF2-40B4-BE49-F238E27FC236}">
                <a16:creationId xmlns:a16="http://schemas.microsoft.com/office/drawing/2014/main" id="{9FFD656A-F780-4FC5-81E2-7C59C63CF013}"/>
              </a:ext>
            </a:extLst>
          </p:cNvPr>
          <p:cNvSpPr>
            <a:spLocks noGrp="1"/>
          </p:cNvSpPr>
          <p:nvPr/>
        </p:nvSpPr>
        <p:spPr>
          <a:xfrm>
            <a:off x="10036543" y="2953945"/>
            <a:ext cx="281812" cy="281812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1" name="anim_o5322_1">
            <a:extLst>
              <a:ext uri="{FF2B5EF4-FFF2-40B4-BE49-F238E27FC236}">
                <a16:creationId xmlns:a16="http://schemas.microsoft.com/office/drawing/2014/main" id="{439BC41A-3D4A-47B3-87F5-03811BDB4AEA}"/>
              </a:ext>
            </a:extLst>
          </p:cNvPr>
          <p:cNvSpPr>
            <a:spLocks noGrp="1"/>
          </p:cNvSpPr>
          <p:nvPr/>
        </p:nvSpPr>
        <p:spPr>
          <a:xfrm>
            <a:off x="10318355" y="2953945"/>
            <a:ext cx="281812" cy="281812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2" name="anim_o5323_1">
            <a:extLst>
              <a:ext uri="{FF2B5EF4-FFF2-40B4-BE49-F238E27FC236}">
                <a16:creationId xmlns:a16="http://schemas.microsoft.com/office/drawing/2014/main" id="{637DB5CD-7157-48BD-88AF-8894F947AF2C}"/>
              </a:ext>
            </a:extLst>
          </p:cNvPr>
          <p:cNvSpPr>
            <a:spLocks noGrp="1"/>
          </p:cNvSpPr>
          <p:nvPr/>
        </p:nvSpPr>
        <p:spPr>
          <a:xfrm>
            <a:off x="10600168" y="2953945"/>
            <a:ext cx="281812" cy="281812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3" name="anim_o5324_1">
            <a:extLst>
              <a:ext uri="{FF2B5EF4-FFF2-40B4-BE49-F238E27FC236}">
                <a16:creationId xmlns:a16="http://schemas.microsoft.com/office/drawing/2014/main" id="{DD23A7C0-7A64-4604-8B1A-8F5C78CE0F07}"/>
              </a:ext>
            </a:extLst>
          </p:cNvPr>
          <p:cNvSpPr>
            <a:spLocks noGrp="1"/>
          </p:cNvSpPr>
          <p:nvPr/>
        </p:nvSpPr>
        <p:spPr>
          <a:xfrm>
            <a:off x="10881980" y="2953945"/>
            <a:ext cx="281812" cy="281812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4" name="anim_o5088_1">
            <a:extLst>
              <a:ext uri="{FF2B5EF4-FFF2-40B4-BE49-F238E27FC236}">
                <a16:creationId xmlns:a16="http://schemas.microsoft.com/office/drawing/2014/main" id="{47CBCA0B-82B5-4682-85C6-DEE24640E31A}"/>
              </a:ext>
            </a:extLst>
          </p:cNvPr>
          <p:cNvSpPr>
            <a:spLocks noGrp="1"/>
          </p:cNvSpPr>
          <p:nvPr/>
        </p:nvSpPr>
        <p:spPr>
          <a:xfrm>
            <a:off x="4589511" y="671264"/>
            <a:ext cx="281812" cy="281812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5" name="anim_o5089_1">
            <a:extLst>
              <a:ext uri="{FF2B5EF4-FFF2-40B4-BE49-F238E27FC236}">
                <a16:creationId xmlns:a16="http://schemas.microsoft.com/office/drawing/2014/main" id="{D58CC90C-62F2-44F1-8CD2-A9AE805998F8}"/>
              </a:ext>
            </a:extLst>
          </p:cNvPr>
          <p:cNvSpPr>
            <a:spLocks noGrp="1"/>
          </p:cNvSpPr>
          <p:nvPr/>
        </p:nvSpPr>
        <p:spPr>
          <a:xfrm>
            <a:off x="4871324" y="671264"/>
            <a:ext cx="281812" cy="281812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6" name="anim_o5090_1">
            <a:extLst>
              <a:ext uri="{FF2B5EF4-FFF2-40B4-BE49-F238E27FC236}">
                <a16:creationId xmlns:a16="http://schemas.microsoft.com/office/drawing/2014/main" id="{5093CBEA-A7CA-4B1E-90B4-0B7EE04B3FB2}"/>
              </a:ext>
            </a:extLst>
          </p:cNvPr>
          <p:cNvSpPr>
            <a:spLocks noGrp="1"/>
          </p:cNvSpPr>
          <p:nvPr/>
        </p:nvSpPr>
        <p:spPr>
          <a:xfrm>
            <a:off x="5153136" y="671264"/>
            <a:ext cx="281812" cy="281812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7" name="anim_o5091_1">
            <a:extLst>
              <a:ext uri="{FF2B5EF4-FFF2-40B4-BE49-F238E27FC236}">
                <a16:creationId xmlns:a16="http://schemas.microsoft.com/office/drawing/2014/main" id="{3E766DBF-159A-4EA8-9EA7-2DC3AADFA292}"/>
              </a:ext>
            </a:extLst>
          </p:cNvPr>
          <p:cNvSpPr>
            <a:spLocks noGrp="1"/>
          </p:cNvSpPr>
          <p:nvPr/>
        </p:nvSpPr>
        <p:spPr>
          <a:xfrm>
            <a:off x="4589511" y="953077"/>
            <a:ext cx="281812" cy="281812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8" name="anim_o5092_1">
            <a:extLst>
              <a:ext uri="{FF2B5EF4-FFF2-40B4-BE49-F238E27FC236}">
                <a16:creationId xmlns:a16="http://schemas.microsoft.com/office/drawing/2014/main" id="{00FAC692-7373-4C4F-AAE3-38ED5800EB8C}"/>
              </a:ext>
            </a:extLst>
          </p:cNvPr>
          <p:cNvSpPr>
            <a:spLocks noGrp="1"/>
          </p:cNvSpPr>
          <p:nvPr/>
        </p:nvSpPr>
        <p:spPr>
          <a:xfrm>
            <a:off x="4871324" y="953077"/>
            <a:ext cx="281812" cy="281812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9" name="anim_o5093_1">
            <a:extLst>
              <a:ext uri="{FF2B5EF4-FFF2-40B4-BE49-F238E27FC236}">
                <a16:creationId xmlns:a16="http://schemas.microsoft.com/office/drawing/2014/main" id="{F5A53C58-7119-4991-8653-7597C3D8C011}"/>
              </a:ext>
            </a:extLst>
          </p:cNvPr>
          <p:cNvSpPr>
            <a:spLocks noGrp="1"/>
          </p:cNvSpPr>
          <p:nvPr/>
        </p:nvSpPr>
        <p:spPr>
          <a:xfrm>
            <a:off x="5153136" y="953077"/>
            <a:ext cx="281812" cy="281812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0" name="anim_o5094_1">
            <a:extLst>
              <a:ext uri="{FF2B5EF4-FFF2-40B4-BE49-F238E27FC236}">
                <a16:creationId xmlns:a16="http://schemas.microsoft.com/office/drawing/2014/main" id="{ED7C6E64-B11F-41F4-A379-383FEC99CACF}"/>
              </a:ext>
            </a:extLst>
          </p:cNvPr>
          <p:cNvSpPr>
            <a:spLocks noGrp="1"/>
          </p:cNvSpPr>
          <p:nvPr/>
        </p:nvSpPr>
        <p:spPr>
          <a:xfrm>
            <a:off x="4589511" y="1234889"/>
            <a:ext cx="281812" cy="281812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1" name="anim_o5095_1">
            <a:extLst>
              <a:ext uri="{FF2B5EF4-FFF2-40B4-BE49-F238E27FC236}">
                <a16:creationId xmlns:a16="http://schemas.microsoft.com/office/drawing/2014/main" id="{2B0445FF-E1D6-4617-B432-E77A40035708}"/>
              </a:ext>
            </a:extLst>
          </p:cNvPr>
          <p:cNvSpPr>
            <a:spLocks noGrp="1"/>
          </p:cNvSpPr>
          <p:nvPr/>
        </p:nvSpPr>
        <p:spPr>
          <a:xfrm>
            <a:off x="4871324" y="1234889"/>
            <a:ext cx="281812" cy="281812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2" name="anim_o5096_1">
            <a:extLst>
              <a:ext uri="{FF2B5EF4-FFF2-40B4-BE49-F238E27FC236}">
                <a16:creationId xmlns:a16="http://schemas.microsoft.com/office/drawing/2014/main" id="{D9D36F5B-26EA-4551-B7C3-43D97DCE0F73}"/>
              </a:ext>
            </a:extLst>
          </p:cNvPr>
          <p:cNvSpPr>
            <a:spLocks noGrp="1"/>
          </p:cNvSpPr>
          <p:nvPr/>
        </p:nvSpPr>
        <p:spPr>
          <a:xfrm>
            <a:off x="5153136" y="1234889"/>
            <a:ext cx="281812" cy="281812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3" name="anim_o5119_1">
            <a:extLst>
              <a:ext uri="{FF2B5EF4-FFF2-40B4-BE49-F238E27FC236}">
                <a16:creationId xmlns:a16="http://schemas.microsoft.com/office/drawing/2014/main" id="{351ADB30-6422-4796-86AD-CF7ABEAA3E9F}"/>
              </a:ext>
            </a:extLst>
          </p:cNvPr>
          <p:cNvSpPr>
            <a:spLocks noGrp="1"/>
          </p:cNvSpPr>
          <p:nvPr/>
        </p:nvSpPr>
        <p:spPr>
          <a:xfrm>
            <a:off x="4589511" y="2442657"/>
            <a:ext cx="281812" cy="281812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4" name="anim_o5120_1">
            <a:extLst>
              <a:ext uri="{FF2B5EF4-FFF2-40B4-BE49-F238E27FC236}">
                <a16:creationId xmlns:a16="http://schemas.microsoft.com/office/drawing/2014/main" id="{213554AE-71D3-4A1E-80F6-4023863D132A}"/>
              </a:ext>
            </a:extLst>
          </p:cNvPr>
          <p:cNvSpPr>
            <a:spLocks noGrp="1"/>
          </p:cNvSpPr>
          <p:nvPr/>
        </p:nvSpPr>
        <p:spPr>
          <a:xfrm>
            <a:off x="4871324" y="2442657"/>
            <a:ext cx="281812" cy="281812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5" name="anim_o5121_1">
            <a:extLst>
              <a:ext uri="{FF2B5EF4-FFF2-40B4-BE49-F238E27FC236}">
                <a16:creationId xmlns:a16="http://schemas.microsoft.com/office/drawing/2014/main" id="{58C44402-F665-4ADE-ABEF-E64AB8E602FD}"/>
              </a:ext>
            </a:extLst>
          </p:cNvPr>
          <p:cNvSpPr>
            <a:spLocks noGrp="1"/>
          </p:cNvSpPr>
          <p:nvPr/>
        </p:nvSpPr>
        <p:spPr>
          <a:xfrm>
            <a:off x="5153136" y="2442657"/>
            <a:ext cx="281812" cy="281812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6" name="anim_o5122_1">
            <a:extLst>
              <a:ext uri="{FF2B5EF4-FFF2-40B4-BE49-F238E27FC236}">
                <a16:creationId xmlns:a16="http://schemas.microsoft.com/office/drawing/2014/main" id="{402610E4-A2E4-4183-8436-B93FDFAF1328}"/>
              </a:ext>
            </a:extLst>
          </p:cNvPr>
          <p:cNvSpPr>
            <a:spLocks noGrp="1"/>
          </p:cNvSpPr>
          <p:nvPr/>
        </p:nvSpPr>
        <p:spPr>
          <a:xfrm>
            <a:off x="4589511" y="2724469"/>
            <a:ext cx="281812" cy="281812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7" name="anim_o5123_1">
            <a:extLst>
              <a:ext uri="{FF2B5EF4-FFF2-40B4-BE49-F238E27FC236}">
                <a16:creationId xmlns:a16="http://schemas.microsoft.com/office/drawing/2014/main" id="{A49CE103-83B1-406F-B675-6F8589E9DBD4}"/>
              </a:ext>
            </a:extLst>
          </p:cNvPr>
          <p:cNvSpPr>
            <a:spLocks noGrp="1"/>
          </p:cNvSpPr>
          <p:nvPr/>
        </p:nvSpPr>
        <p:spPr>
          <a:xfrm>
            <a:off x="4871324" y="2724469"/>
            <a:ext cx="281812" cy="281812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8" name="anim_o5124_1">
            <a:extLst>
              <a:ext uri="{FF2B5EF4-FFF2-40B4-BE49-F238E27FC236}">
                <a16:creationId xmlns:a16="http://schemas.microsoft.com/office/drawing/2014/main" id="{930F6ED8-0405-45BC-B342-CE00C9F71E73}"/>
              </a:ext>
            </a:extLst>
          </p:cNvPr>
          <p:cNvSpPr>
            <a:spLocks noGrp="1"/>
          </p:cNvSpPr>
          <p:nvPr/>
        </p:nvSpPr>
        <p:spPr>
          <a:xfrm>
            <a:off x="5153136" y="2724469"/>
            <a:ext cx="281812" cy="281812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9" name="anim_o5125_1">
            <a:extLst>
              <a:ext uri="{FF2B5EF4-FFF2-40B4-BE49-F238E27FC236}">
                <a16:creationId xmlns:a16="http://schemas.microsoft.com/office/drawing/2014/main" id="{8B918D59-4B25-4BE3-87C5-C9C8D4E889E5}"/>
              </a:ext>
            </a:extLst>
          </p:cNvPr>
          <p:cNvSpPr>
            <a:spLocks noGrp="1"/>
          </p:cNvSpPr>
          <p:nvPr/>
        </p:nvSpPr>
        <p:spPr>
          <a:xfrm>
            <a:off x="4589511" y="3006281"/>
            <a:ext cx="281812" cy="281812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0" name="anim_o5126_1">
            <a:extLst>
              <a:ext uri="{FF2B5EF4-FFF2-40B4-BE49-F238E27FC236}">
                <a16:creationId xmlns:a16="http://schemas.microsoft.com/office/drawing/2014/main" id="{E2D1B11D-A1A0-4470-929E-BADC9B3899FE}"/>
              </a:ext>
            </a:extLst>
          </p:cNvPr>
          <p:cNvSpPr>
            <a:spLocks noGrp="1"/>
          </p:cNvSpPr>
          <p:nvPr/>
        </p:nvSpPr>
        <p:spPr>
          <a:xfrm>
            <a:off x="4871324" y="3006281"/>
            <a:ext cx="281812" cy="281812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1" name="anim_o5127_1">
            <a:extLst>
              <a:ext uri="{FF2B5EF4-FFF2-40B4-BE49-F238E27FC236}">
                <a16:creationId xmlns:a16="http://schemas.microsoft.com/office/drawing/2014/main" id="{2CDA7CDD-222A-46E5-9783-7F245DEAB369}"/>
              </a:ext>
            </a:extLst>
          </p:cNvPr>
          <p:cNvSpPr>
            <a:spLocks noGrp="1"/>
          </p:cNvSpPr>
          <p:nvPr/>
        </p:nvSpPr>
        <p:spPr>
          <a:xfrm>
            <a:off x="5153136" y="3006281"/>
            <a:ext cx="281812" cy="281812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2" name="anim_o5150_1">
            <a:extLst>
              <a:ext uri="{FF2B5EF4-FFF2-40B4-BE49-F238E27FC236}">
                <a16:creationId xmlns:a16="http://schemas.microsoft.com/office/drawing/2014/main" id="{2424E152-E587-4AFC-82C6-4DDD0532893D}"/>
              </a:ext>
            </a:extLst>
          </p:cNvPr>
          <p:cNvSpPr>
            <a:spLocks noGrp="1"/>
          </p:cNvSpPr>
          <p:nvPr/>
        </p:nvSpPr>
        <p:spPr>
          <a:xfrm>
            <a:off x="4589511" y="4214049"/>
            <a:ext cx="281812" cy="281812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3" name="anim_o5151_1">
            <a:extLst>
              <a:ext uri="{FF2B5EF4-FFF2-40B4-BE49-F238E27FC236}">
                <a16:creationId xmlns:a16="http://schemas.microsoft.com/office/drawing/2014/main" id="{337C96B9-9F76-4564-BCCB-343842685655}"/>
              </a:ext>
            </a:extLst>
          </p:cNvPr>
          <p:cNvSpPr>
            <a:spLocks noGrp="1"/>
          </p:cNvSpPr>
          <p:nvPr/>
        </p:nvSpPr>
        <p:spPr>
          <a:xfrm>
            <a:off x="4871324" y="4214049"/>
            <a:ext cx="281812" cy="281812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4" name="anim_o5152_1">
            <a:extLst>
              <a:ext uri="{FF2B5EF4-FFF2-40B4-BE49-F238E27FC236}">
                <a16:creationId xmlns:a16="http://schemas.microsoft.com/office/drawing/2014/main" id="{D122F04D-0F90-4DA4-9585-676FF147BA03}"/>
              </a:ext>
            </a:extLst>
          </p:cNvPr>
          <p:cNvSpPr>
            <a:spLocks noGrp="1"/>
          </p:cNvSpPr>
          <p:nvPr/>
        </p:nvSpPr>
        <p:spPr>
          <a:xfrm>
            <a:off x="5153136" y="4214049"/>
            <a:ext cx="281812" cy="281812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5" name="anim_o5153_1">
            <a:extLst>
              <a:ext uri="{FF2B5EF4-FFF2-40B4-BE49-F238E27FC236}">
                <a16:creationId xmlns:a16="http://schemas.microsoft.com/office/drawing/2014/main" id="{8EC05FE7-C7DF-413D-BCF1-3833D97D1787}"/>
              </a:ext>
            </a:extLst>
          </p:cNvPr>
          <p:cNvSpPr>
            <a:spLocks noGrp="1"/>
          </p:cNvSpPr>
          <p:nvPr/>
        </p:nvSpPr>
        <p:spPr>
          <a:xfrm>
            <a:off x="4589511" y="4495861"/>
            <a:ext cx="281812" cy="281812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6" name="anim_o5154_1">
            <a:extLst>
              <a:ext uri="{FF2B5EF4-FFF2-40B4-BE49-F238E27FC236}">
                <a16:creationId xmlns:a16="http://schemas.microsoft.com/office/drawing/2014/main" id="{E19782FE-524D-4851-977A-CC567064EB8D}"/>
              </a:ext>
            </a:extLst>
          </p:cNvPr>
          <p:cNvSpPr>
            <a:spLocks noGrp="1"/>
          </p:cNvSpPr>
          <p:nvPr/>
        </p:nvSpPr>
        <p:spPr>
          <a:xfrm>
            <a:off x="4871324" y="4495861"/>
            <a:ext cx="281812" cy="281812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7" name="anim_o5155_1">
            <a:extLst>
              <a:ext uri="{FF2B5EF4-FFF2-40B4-BE49-F238E27FC236}">
                <a16:creationId xmlns:a16="http://schemas.microsoft.com/office/drawing/2014/main" id="{A3CCD830-32D9-4FEF-A0AA-04F34FCF5EF6}"/>
              </a:ext>
            </a:extLst>
          </p:cNvPr>
          <p:cNvSpPr>
            <a:spLocks noGrp="1"/>
          </p:cNvSpPr>
          <p:nvPr/>
        </p:nvSpPr>
        <p:spPr>
          <a:xfrm>
            <a:off x="5153136" y="4495861"/>
            <a:ext cx="281812" cy="281812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8" name="anim_o5156_1">
            <a:extLst>
              <a:ext uri="{FF2B5EF4-FFF2-40B4-BE49-F238E27FC236}">
                <a16:creationId xmlns:a16="http://schemas.microsoft.com/office/drawing/2014/main" id="{819EBD6A-CD04-421F-AB71-CA181D1AE1A8}"/>
              </a:ext>
            </a:extLst>
          </p:cNvPr>
          <p:cNvSpPr>
            <a:spLocks noGrp="1"/>
          </p:cNvSpPr>
          <p:nvPr/>
        </p:nvSpPr>
        <p:spPr>
          <a:xfrm>
            <a:off x="4589511" y="4777674"/>
            <a:ext cx="281812" cy="281812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9" name="anim_o5157_1">
            <a:extLst>
              <a:ext uri="{FF2B5EF4-FFF2-40B4-BE49-F238E27FC236}">
                <a16:creationId xmlns:a16="http://schemas.microsoft.com/office/drawing/2014/main" id="{6DFC388C-2BC0-4F5E-A7EB-24BFEBFABC81}"/>
              </a:ext>
            </a:extLst>
          </p:cNvPr>
          <p:cNvSpPr>
            <a:spLocks noGrp="1"/>
          </p:cNvSpPr>
          <p:nvPr/>
        </p:nvSpPr>
        <p:spPr>
          <a:xfrm>
            <a:off x="4871324" y="4777674"/>
            <a:ext cx="281812" cy="281812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0" name="anim_o5158_1">
            <a:extLst>
              <a:ext uri="{FF2B5EF4-FFF2-40B4-BE49-F238E27FC236}">
                <a16:creationId xmlns:a16="http://schemas.microsoft.com/office/drawing/2014/main" id="{FDE7E49E-8A71-4D58-A804-0F3CDEC9E5CC}"/>
              </a:ext>
            </a:extLst>
          </p:cNvPr>
          <p:cNvSpPr>
            <a:spLocks noGrp="1"/>
          </p:cNvSpPr>
          <p:nvPr/>
        </p:nvSpPr>
        <p:spPr>
          <a:xfrm>
            <a:off x="5153136" y="4777674"/>
            <a:ext cx="281812" cy="281812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1" name="anim_o4959_1">
            <a:extLst>
              <a:ext uri="{FF2B5EF4-FFF2-40B4-BE49-F238E27FC236}">
                <a16:creationId xmlns:a16="http://schemas.microsoft.com/office/drawing/2014/main" id="{F14DC211-FC22-4D82-BD58-C0A924502E2C}"/>
              </a:ext>
            </a:extLst>
          </p:cNvPr>
          <p:cNvSpPr>
            <a:spLocks noGrp="1"/>
          </p:cNvSpPr>
          <p:nvPr/>
        </p:nvSpPr>
        <p:spPr>
          <a:xfrm>
            <a:off x="1493601" y="1875006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2" name="anim_o4960_1">
            <a:extLst>
              <a:ext uri="{FF2B5EF4-FFF2-40B4-BE49-F238E27FC236}">
                <a16:creationId xmlns:a16="http://schemas.microsoft.com/office/drawing/2014/main" id="{54384176-D3C1-4B68-AA7A-B3B7B25662AB}"/>
              </a:ext>
            </a:extLst>
          </p:cNvPr>
          <p:cNvSpPr>
            <a:spLocks noGrp="1"/>
          </p:cNvSpPr>
          <p:nvPr/>
        </p:nvSpPr>
        <p:spPr>
          <a:xfrm>
            <a:off x="1775413" y="1875006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3" name="anim_o4961_1">
            <a:extLst>
              <a:ext uri="{FF2B5EF4-FFF2-40B4-BE49-F238E27FC236}">
                <a16:creationId xmlns:a16="http://schemas.microsoft.com/office/drawing/2014/main" id="{38BF56C7-8DDE-4CC4-A381-A068DDFFA560}"/>
              </a:ext>
            </a:extLst>
          </p:cNvPr>
          <p:cNvSpPr>
            <a:spLocks noGrp="1"/>
          </p:cNvSpPr>
          <p:nvPr/>
        </p:nvSpPr>
        <p:spPr>
          <a:xfrm>
            <a:off x="2057225" y="1875006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4" name="anim_o4962_1">
            <a:extLst>
              <a:ext uri="{FF2B5EF4-FFF2-40B4-BE49-F238E27FC236}">
                <a16:creationId xmlns:a16="http://schemas.microsoft.com/office/drawing/2014/main" id="{9CB184AC-B007-4F39-B7B0-A19948E1AF28}"/>
              </a:ext>
            </a:extLst>
          </p:cNvPr>
          <p:cNvSpPr>
            <a:spLocks noGrp="1"/>
          </p:cNvSpPr>
          <p:nvPr/>
        </p:nvSpPr>
        <p:spPr>
          <a:xfrm>
            <a:off x="2339038" y="1875006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5" name="anim_o4963_1">
            <a:extLst>
              <a:ext uri="{FF2B5EF4-FFF2-40B4-BE49-F238E27FC236}">
                <a16:creationId xmlns:a16="http://schemas.microsoft.com/office/drawing/2014/main" id="{7C78B2C7-3BDE-4D2D-8007-F664D49C8010}"/>
              </a:ext>
            </a:extLst>
          </p:cNvPr>
          <p:cNvSpPr>
            <a:spLocks noGrp="1"/>
          </p:cNvSpPr>
          <p:nvPr/>
        </p:nvSpPr>
        <p:spPr>
          <a:xfrm>
            <a:off x="2620850" y="1875006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6" name="anim_o4964_1">
            <a:extLst>
              <a:ext uri="{FF2B5EF4-FFF2-40B4-BE49-F238E27FC236}">
                <a16:creationId xmlns:a16="http://schemas.microsoft.com/office/drawing/2014/main" id="{05E964F8-59B3-4E50-8B5C-E44E4B804C39}"/>
              </a:ext>
            </a:extLst>
          </p:cNvPr>
          <p:cNvSpPr>
            <a:spLocks noGrp="1"/>
          </p:cNvSpPr>
          <p:nvPr/>
        </p:nvSpPr>
        <p:spPr>
          <a:xfrm>
            <a:off x="2902663" y="1875006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7" name="anim_o4965_1">
            <a:extLst>
              <a:ext uri="{FF2B5EF4-FFF2-40B4-BE49-F238E27FC236}">
                <a16:creationId xmlns:a16="http://schemas.microsoft.com/office/drawing/2014/main" id="{3DD551F5-8A6D-471E-B862-CB0D8CE66260}"/>
              </a:ext>
            </a:extLst>
          </p:cNvPr>
          <p:cNvSpPr>
            <a:spLocks noGrp="1"/>
          </p:cNvSpPr>
          <p:nvPr/>
        </p:nvSpPr>
        <p:spPr>
          <a:xfrm>
            <a:off x="1493601" y="2156818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8" name="anim_o4966_1">
            <a:extLst>
              <a:ext uri="{FF2B5EF4-FFF2-40B4-BE49-F238E27FC236}">
                <a16:creationId xmlns:a16="http://schemas.microsoft.com/office/drawing/2014/main" id="{FBEFE4AF-15F2-4936-82B8-927939C8DCA4}"/>
              </a:ext>
            </a:extLst>
          </p:cNvPr>
          <p:cNvSpPr>
            <a:spLocks noGrp="1"/>
          </p:cNvSpPr>
          <p:nvPr/>
        </p:nvSpPr>
        <p:spPr>
          <a:xfrm>
            <a:off x="1775413" y="2156818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9" name="anim_o4967_1">
            <a:extLst>
              <a:ext uri="{FF2B5EF4-FFF2-40B4-BE49-F238E27FC236}">
                <a16:creationId xmlns:a16="http://schemas.microsoft.com/office/drawing/2014/main" id="{AFF91993-B067-4F3C-91C0-5025DE4471F3}"/>
              </a:ext>
            </a:extLst>
          </p:cNvPr>
          <p:cNvSpPr>
            <a:spLocks noGrp="1"/>
          </p:cNvSpPr>
          <p:nvPr/>
        </p:nvSpPr>
        <p:spPr>
          <a:xfrm>
            <a:off x="2057225" y="2156818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0" name="anim_o4968_1">
            <a:extLst>
              <a:ext uri="{FF2B5EF4-FFF2-40B4-BE49-F238E27FC236}">
                <a16:creationId xmlns:a16="http://schemas.microsoft.com/office/drawing/2014/main" id="{53945707-1AEF-467F-8EB6-6B9699874E26}"/>
              </a:ext>
            </a:extLst>
          </p:cNvPr>
          <p:cNvSpPr>
            <a:spLocks noGrp="1"/>
          </p:cNvSpPr>
          <p:nvPr/>
        </p:nvSpPr>
        <p:spPr>
          <a:xfrm>
            <a:off x="2339038" y="2156818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1" name="anim_o4969_1">
            <a:extLst>
              <a:ext uri="{FF2B5EF4-FFF2-40B4-BE49-F238E27FC236}">
                <a16:creationId xmlns:a16="http://schemas.microsoft.com/office/drawing/2014/main" id="{93928B1F-FFB6-4996-B258-5FA6FAF887AF}"/>
              </a:ext>
            </a:extLst>
          </p:cNvPr>
          <p:cNvSpPr>
            <a:spLocks noGrp="1"/>
          </p:cNvSpPr>
          <p:nvPr/>
        </p:nvSpPr>
        <p:spPr>
          <a:xfrm>
            <a:off x="2620850" y="2156818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2" name="anim_o4970_1">
            <a:extLst>
              <a:ext uri="{FF2B5EF4-FFF2-40B4-BE49-F238E27FC236}">
                <a16:creationId xmlns:a16="http://schemas.microsoft.com/office/drawing/2014/main" id="{791B4945-D026-49CC-B9D3-78E9ECBA59A3}"/>
              </a:ext>
            </a:extLst>
          </p:cNvPr>
          <p:cNvSpPr>
            <a:spLocks noGrp="1"/>
          </p:cNvSpPr>
          <p:nvPr/>
        </p:nvSpPr>
        <p:spPr>
          <a:xfrm>
            <a:off x="2902663" y="2156818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3" name="anim_o4971_1">
            <a:extLst>
              <a:ext uri="{FF2B5EF4-FFF2-40B4-BE49-F238E27FC236}">
                <a16:creationId xmlns:a16="http://schemas.microsoft.com/office/drawing/2014/main" id="{505D678E-803E-4FC9-9A00-BC8C59CB7405}"/>
              </a:ext>
            </a:extLst>
          </p:cNvPr>
          <p:cNvSpPr>
            <a:spLocks noGrp="1"/>
          </p:cNvSpPr>
          <p:nvPr/>
        </p:nvSpPr>
        <p:spPr>
          <a:xfrm>
            <a:off x="1493601" y="2438631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4" name="anim_o4972_1">
            <a:extLst>
              <a:ext uri="{FF2B5EF4-FFF2-40B4-BE49-F238E27FC236}">
                <a16:creationId xmlns:a16="http://schemas.microsoft.com/office/drawing/2014/main" id="{A56F5D6C-458D-45F7-9EE5-106A4919CFB4}"/>
              </a:ext>
            </a:extLst>
          </p:cNvPr>
          <p:cNvSpPr>
            <a:spLocks noGrp="1"/>
          </p:cNvSpPr>
          <p:nvPr/>
        </p:nvSpPr>
        <p:spPr>
          <a:xfrm>
            <a:off x="1775413" y="2438631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5" name="anim_o4973_1">
            <a:extLst>
              <a:ext uri="{FF2B5EF4-FFF2-40B4-BE49-F238E27FC236}">
                <a16:creationId xmlns:a16="http://schemas.microsoft.com/office/drawing/2014/main" id="{28A7E801-EA07-4D10-8C89-76BA7D2E75B2}"/>
              </a:ext>
            </a:extLst>
          </p:cNvPr>
          <p:cNvSpPr>
            <a:spLocks noGrp="1"/>
          </p:cNvSpPr>
          <p:nvPr/>
        </p:nvSpPr>
        <p:spPr>
          <a:xfrm>
            <a:off x="2057225" y="2438631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6" name="anim_o4974_1">
            <a:extLst>
              <a:ext uri="{FF2B5EF4-FFF2-40B4-BE49-F238E27FC236}">
                <a16:creationId xmlns:a16="http://schemas.microsoft.com/office/drawing/2014/main" id="{2FE16E61-7B89-432A-BCC7-A9198386DEDE}"/>
              </a:ext>
            </a:extLst>
          </p:cNvPr>
          <p:cNvSpPr>
            <a:spLocks noGrp="1"/>
          </p:cNvSpPr>
          <p:nvPr/>
        </p:nvSpPr>
        <p:spPr>
          <a:xfrm>
            <a:off x="2339038" y="2438631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7" name="anim_o4975_1">
            <a:extLst>
              <a:ext uri="{FF2B5EF4-FFF2-40B4-BE49-F238E27FC236}">
                <a16:creationId xmlns:a16="http://schemas.microsoft.com/office/drawing/2014/main" id="{C104EB17-CC2A-49CD-9D30-EB779FB46EA7}"/>
              </a:ext>
            </a:extLst>
          </p:cNvPr>
          <p:cNvSpPr>
            <a:spLocks noGrp="1"/>
          </p:cNvSpPr>
          <p:nvPr/>
        </p:nvSpPr>
        <p:spPr>
          <a:xfrm>
            <a:off x="2620850" y="2438631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8" name="anim_o4976_1">
            <a:extLst>
              <a:ext uri="{FF2B5EF4-FFF2-40B4-BE49-F238E27FC236}">
                <a16:creationId xmlns:a16="http://schemas.microsoft.com/office/drawing/2014/main" id="{9BD44120-B96D-4E1B-9036-22E27B08340B}"/>
              </a:ext>
            </a:extLst>
          </p:cNvPr>
          <p:cNvSpPr>
            <a:spLocks noGrp="1"/>
          </p:cNvSpPr>
          <p:nvPr/>
        </p:nvSpPr>
        <p:spPr>
          <a:xfrm>
            <a:off x="2902663" y="2438631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9" name="anim_o4977_1">
            <a:extLst>
              <a:ext uri="{FF2B5EF4-FFF2-40B4-BE49-F238E27FC236}">
                <a16:creationId xmlns:a16="http://schemas.microsoft.com/office/drawing/2014/main" id="{01DA1B7C-727D-4B7C-A293-4AAAE079DC23}"/>
              </a:ext>
            </a:extLst>
          </p:cNvPr>
          <p:cNvSpPr>
            <a:spLocks noGrp="1"/>
          </p:cNvSpPr>
          <p:nvPr/>
        </p:nvSpPr>
        <p:spPr>
          <a:xfrm>
            <a:off x="1493601" y="2720443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0" name="anim_o4978_1">
            <a:extLst>
              <a:ext uri="{FF2B5EF4-FFF2-40B4-BE49-F238E27FC236}">
                <a16:creationId xmlns:a16="http://schemas.microsoft.com/office/drawing/2014/main" id="{0B2FB9F4-0BA6-4324-AAC2-28DECE7BB97F}"/>
              </a:ext>
            </a:extLst>
          </p:cNvPr>
          <p:cNvSpPr>
            <a:spLocks noGrp="1"/>
          </p:cNvSpPr>
          <p:nvPr/>
        </p:nvSpPr>
        <p:spPr>
          <a:xfrm>
            <a:off x="1775413" y="2720443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1" name="anim_o4979_1">
            <a:extLst>
              <a:ext uri="{FF2B5EF4-FFF2-40B4-BE49-F238E27FC236}">
                <a16:creationId xmlns:a16="http://schemas.microsoft.com/office/drawing/2014/main" id="{EB201DE3-13FA-4C4E-B934-E83568E00D9B}"/>
              </a:ext>
            </a:extLst>
          </p:cNvPr>
          <p:cNvSpPr>
            <a:spLocks noGrp="1"/>
          </p:cNvSpPr>
          <p:nvPr/>
        </p:nvSpPr>
        <p:spPr>
          <a:xfrm>
            <a:off x="2057225" y="2720443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2" name="anim_o4980_1">
            <a:extLst>
              <a:ext uri="{FF2B5EF4-FFF2-40B4-BE49-F238E27FC236}">
                <a16:creationId xmlns:a16="http://schemas.microsoft.com/office/drawing/2014/main" id="{66304E4B-8FFC-4167-9635-7997858B59E5}"/>
              </a:ext>
            </a:extLst>
          </p:cNvPr>
          <p:cNvSpPr>
            <a:spLocks noGrp="1"/>
          </p:cNvSpPr>
          <p:nvPr/>
        </p:nvSpPr>
        <p:spPr>
          <a:xfrm>
            <a:off x="2339038" y="2720443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3" name="anim_o4981_1">
            <a:extLst>
              <a:ext uri="{FF2B5EF4-FFF2-40B4-BE49-F238E27FC236}">
                <a16:creationId xmlns:a16="http://schemas.microsoft.com/office/drawing/2014/main" id="{6A84F9CB-3052-4EBB-B1AC-8435873BDB4B}"/>
              </a:ext>
            </a:extLst>
          </p:cNvPr>
          <p:cNvSpPr>
            <a:spLocks noGrp="1"/>
          </p:cNvSpPr>
          <p:nvPr/>
        </p:nvSpPr>
        <p:spPr>
          <a:xfrm>
            <a:off x="2620850" y="2720443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4" name="anim_o4982_1">
            <a:extLst>
              <a:ext uri="{FF2B5EF4-FFF2-40B4-BE49-F238E27FC236}">
                <a16:creationId xmlns:a16="http://schemas.microsoft.com/office/drawing/2014/main" id="{7FE1405F-1C58-449B-B66C-01F3AB13D572}"/>
              </a:ext>
            </a:extLst>
          </p:cNvPr>
          <p:cNvSpPr>
            <a:spLocks noGrp="1"/>
          </p:cNvSpPr>
          <p:nvPr/>
        </p:nvSpPr>
        <p:spPr>
          <a:xfrm>
            <a:off x="2902663" y="2720443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5" name="anim_o4983_1">
            <a:extLst>
              <a:ext uri="{FF2B5EF4-FFF2-40B4-BE49-F238E27FC236}">
                <a16:creationId xmlns:a16="http://schemas.microsoft.com/office/drawing/2014/main" id="{BF1D8830-F915-4309-8E67-DDE1CBC546DC}"/>
              </a:ext>
            </a:extLst>
          </p:cNvPr>
          <p:cNvSpPr>
            <a:spLocks noGrp="1"/>
          </p:cNvSpPr>
          <p:nvPr/>
        </p:nvSpPr>
        <p:spPr>
          <a:xfrm>
            <a:off x="1493601" y="3002255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6" name="anim_o4984_1">
            <a:extLst>
              <a:ext uri="{FF2B5EF4-FFF2-40B4-BE49-F238E27FC236}">
                <a16:creationId xmlns:a16="http://schemas.microsoft.com/office/drawing/2014/main" id="{3C05F8A3-7027-402A-A158-782223EFC8C5}"/>
              </a:ext>
            </a:extLst>
          </p:cNvPr>
          <p:cNvSpPr>
            <a:spLocks noGrp="1"/>
          </p:cNvSpPr>
          <p:nvPr/>
        </p:nvSpPr>
        <p:spPr>
          <a:xfrm>
            <a:off x="1775413" y="3002255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7" name="anim_o4985_1">
            <a:extLst>
              <a:ext uri="{FF2B5EF4-FFF2-40B4-BE49-F238E27FC236}">
                <a16:creationId xmlns:a16="http://schemas.microsoft.com/office/drawing/2014/main" id="{7051D368-995E-4E3B-8746-1F956068ED11}"/>
              </a:ext>
            </a:extLst>
          </p:cNvPr>
          <p:cNvSpPr>
            <a:spLocks noGrp="1"/>
          </p:cNvSpPr>
          <p:nvPr/>
        </p:nvSpPr>
        <p:spPr>
          <a:xfrm>
            <a:off x="2057225" y="3002255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8" name="anim_o4986_1">
            <a:extLst>
              <a:ext uri="{FF2B5EF4-FFF2-40B4-BE49-F238E27FC236}">
                <a16:creationId xmlns:a16="http://schemas.microsoft.com/office/drawing/2014/main" id="{491CC549-C8E5-4117-A5B8-482335C91B5B}"/>
              </a:ext>
            </a:extLst>
          </p:cNvPr>
          <p:cNvSpPr>
            <a:spLocks noGrp="1"/>
          </p:cNvSpPr>
          <p:nvPr/>
        </p:nvSpPr>
        <p:spPr>
          <a:xfrm>
            <a:off x="2339038" y="3002255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9" name="anim_o4987_1">
            <a:extLst>
              <a:ext uri="{FF2B5EF4-FFF2-40B4-BE49-F238E27FC236}">
                <a16:creationId xmlns:a16="http://schemas.microsoft.com/office/drawing/2014/main" id="{761DF795-71BC-4752-B485-2063FF83747A}"/>
              </a:ext>
            </a:extLst>
          </p:cNvPr>
          <p:cNvSpPr>
            <a:spLocks noGrp="1"/>
          </p:cNvSpPr>
          <p:nvPr/>
        </p:nvSpPr>
        <p:spPr>
          <a:xfrm>
            <a:off x="2620850" y="3002255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0" name="anim_o4988_1">
            <a:extLst>
              <a:ext uri="{FF2B5EF4-FFF2-40B4-BE49-F238E27FC236}">
                <a16:creationId xmlns:a16="http://schemas.microsoft.com/office/drawing/2014/main" id="{176CD5BD-91D7-40B7-83AC-95B60EA17686}"/>
              </a:ext>
            </a:extLst>
          </p:cNvPr>
          <p:cNvSpPr>
            <a:spLocks noGrp="1"/>
          </p:cNvSpPr>
          <p:nvPr/>
        </p:nvSpPr>
        <p:spPr>
          <a:xfrm>
            <a:off x="2902663" y="3002255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1" name="anim_o4989_1">
            <a:extLst>
              <a:ext uri="{FF2B5EF4-FFF2-40B4-BE49-F238E27FC236}">
                <a16:creationId xmlns:a16="http://schemas.microsoft.com/office/drawing/2014/main" id="{3C263AA9-FC3F-413A-A968-6648CC8E7D23}"/>
              </a:ext>
            </a:extLst>
          </p:cNvPr>
          <p:cNvSpPr>
            <a:spLocks noGrp="1"/>
          </p:cNvSpPr>
          <p:nvPr/>
        </p:nvSpPr>
        <p:spPr>
          <a:xfrm>
            <a:off x="1493601" y="3284068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2" name="anim_o4990_1">
            <a:extLst>
              <a:ext uri="{FF2B5EF4-FFF2-40B4-BE49-F238E27FC236}">
                <a16:creationId xmlns:a16="http://schemas.microsoft.com/office/drawing/2014/main" id="{946B1F63-2CA2-46A4-80F4-9D9BA46BB272}"/>
              </a:ext>
            </a:extLst>
          </p:cNvPr>
          <p:cNvSpPr>
            <a:spLocks noGrp="1"/>
          </p:cNvSpPr>
          <p:nvPr/>
        </p:nvSpPr>
        <p:spPr>
          <a:xfrm>
            <a:off x="1775413" y="3284068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3" name="anim_o4991_1">
            <a:extLst>
              <a:ext uri="{FF2B5EF4-FFF2-40B4-BE49-F238E27FC236}">
                <a16:creationId xmlns:a16="http://schemas.microsoft.com/office/drawing/2014/main" id="{35C77B67-854E-4A1C-8483-4366D66EF089}"/>
              </a:ext>
            </a:extLst>
          </p:cNvPr>
          <p:cNvSpPr>
            <a:spLocks noGrp="1"/>
          </p:cNvSpPr>
          <p:nvPr/>
        </p:nvSpPr>
        <p:spPr>
          <a:xfrm>
            <a:off x="2057225" y="3284068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4" name="anim_o4992_1">
            <a:extLst>
              <a:ext uri="{FF2B5EF4-FFF2-40B4-BE49-F238E27FC236}">
                <a16:creationId xmlns:a16="http://schemas.microsoft.com/office/drawing/2014/main" id="{AEE10D2D-F450-41B1-8C2B-9F13D523B90A}"/>
              </a:ext>
            </a:extLst>
          </p:cNvPr>
          <p:cNvSpPr>
            <a:spLocks noGrp="1"/>
          </p:cNvSpPr>
          <p:nvPr/>
        </p:nvSpPr>
        <p:spPr>
          <a:xfrm>
            <a:off x="2339038" y="3284068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5" name="anim_o4993_1">
            <a:extLst>
              <a:ext uri="{FF2B5EF4-FFF2-40B4-BE49-F238E27FC236}">
                <a16:creationId xmlns:a16="http://schemas.microsoft.com/office/drawing/2014/main" id="{6DF3BDDA-8D6D-4577-9876-CC74DE19162B}"/>
              </a:ext>
            </a:extLst>
          </p:cNvPr>
          <p:cNvSpPr>
            <a:spLocks noGrp="1"/>
          </p:cNvSpPr>
          <p:nvPr/>
        </p:nvSpPr>
        <p:spPr>
          <a:xfrm>
            <a:off x="2620850" y="3284068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6" name="anim_o4994_1">
            <a:extLst>
              <a:ext uri="{FF2B5EF4-FFF2-40B4-BE49-F238E27FC236}">
                <a16:creationId xmlns:a16="http://schemas.microsoft.com/office/drawing/2014/main" id="{97C010A8-F01B-4873-9FFE-70EE1F42A6C4}"/>
              </a:ext>
            </a:extLst>
          </p:cNvPr>
          <p:cNvSpPr>
            <a:spLocks noGrp="1"/>
          </p:cNvSpPr>
          <p:nvPr/>
        </p:nvSpPr>
        <p:spPr>
          <a:xfrm>
            <a:off x="2902663" y="3284068"/>
            <a:ext cx="281812" cy="281812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7" name="anim_o5078_1">
            <a:extLst>
              <a:ext uri="{FF2B5EF4-FFF2-40B4-BE49-F238E27FC236}">
                <a16:creationId xmlns:a16="http://schemas.microsoft.com/office/drawing/2014/main" id="{C2B1196F-39FD-4227-81E0-D8BA4E69FD2F}"/>
              </a:ext>
            </a:extLst>
          </p:cNvPr>
          <p:cNvSpPr>
            <a:spLocks noGrp="1"/>
          </p:cNvSpPr>
          <p:nvPr/>
        </p:nvSpPr>
        <p:spPr>
          <a:xfrm>
            <a:off x="4734443" y="526332"/>
            <a:ext cx="281812" cy="281812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8" name="anim_o5079_1">
            <a:extLst>
              <a:ext uri="{FF2B5EF4-FFF2-40B4-BE49-F238E27FC236}">
                <a16:creationId xmlns:a16="http://schemas.microsoft.com/office/drawing/2014/main" id="{3F42259C-98B7-4474-AAC8-7066DB8A1259}"/>
              </a:ext>
            </a:extLst>
          </p:cNvPr>
          <p:cNvSpPr>
            <a:spLocks noGrp="1"/>
          </p:cNvSpPr>
          <p:nvPr/>
        </p:nvSpPr>
        <p:spPr>
          <a:xfrm>
            <a:off x="5016256" y="526332"/>
            <a:ext cx="281812" cy="281812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9" name="anim_o5080_1">
            <a:extLst>
              <a:ext uri="{FF2B5EF4-FFF2-40B4-BE49-F238E27FC236}">
                <a16:creationId xmlns:a16="http://schemas.microsoft.com/office/drawing/2014/main" id="{7FCF33CA-7B0B-4BDA-A436-851A7D9E35D3}"/>
              </a:ext>
            </a:extLst>
          </p:cNvPr>
          <p:cNvSpPr>
            <a:spLocks noGrp="1"/>
          </p:cNvSpPr>
          <p:nvPr/>
        </p:nvSpPr>
        <p:spPr>
          <a:xfrm>
            <a:off x="5298068" y="526332"/>
            <a:ext cx="281812" cy="281812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0" name="anim_o5081_1">
            <a:extLst>
              <a:ext uri="{FF2B5EF4-FFF2-40B4-BE49-F238E27FC236}">
                <a16:creationId xmlns:a16="http://schemas.microsoft.com/office/drawing/2014/main" id="{DA43352E-F889-4EF8-904A-093CD4EB8823}"/>
              </a:ext>
            </a:extLst>
          </p:cNvPr>
          <p:cNvSpPr>
            <a:spLocks noGrp="1"/>
          </p:cNvSpPr>
          <p:nvPr/>
        </p:nvSpPr>
        <p:spPr>
          <a:xfrm>
            <a:off x="4734443" y="808145"/>
            <a:ext cx="281812" cy="281812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1" name="anim_o5082_1">
            <a:extLst>
              <a:ext uri="{FF2B5EF4-FFF2-40B4-BE49-F238E27FC236}">
                <a16:creationId xmlns:a16="http://schemas.microsoft.com/office/drawing/2014/main" id="{B3DE76C9-6AFC-4BAD-A4E1-55F39AAC37FF}"/>
              </a:ext>
            </a:extLst>
          </p:cNvPr>
          <p:cNvSpPr>
            <a:spLocks noGrp="1"/>
          </p:cNvSpPr>
          <p:nvPr/>
        </p:nvSpPr>
        <p:spPr>
          <a:xfrm>
            <a:off x="5016256" y="808145"/>
            <a:ext cx="281812" cy="281812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2" name="anim_o5083_1">
            <a:extLst>
              <a:ext uri="{FF2B5EF4-FFF2-40B4-BE49-F238E27FC236}">
                <a16:creationId xmlns:a16="http://schemas.microsoft.com/office/drawing/2014/main" id="{15A6FAA7-2350-4720-9958-1CDF2BB99BB1}"/>
              </a:ext>
            </a:extLst>
          </p:cNvPr>
          <p:cNvSpPr>
            <a:spLocks noGrp="1"/>
          </p:cNvSpPr>
          <p:nvPr/>
        </p:nvSpPr>
        <p:spPr>
          <a:xfrm>
            <a:off x="5298068" y="808145"/>
            <a:ext cx="281812" cy="281812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3" name="anim_o5084_1">
            <a:extLst>
              <a:ext uri="{FF2B5EF4-FFF2-40B4-BE49-F238E27FC236}">
                <a16:creationId xmlns:a16="http://schemas.microsoft.com/office/drawing/2014/main" id="{68A04B14-E360-412D-9FF4-A3DACC851514}"/>
              </a:ext>
            </a:extLst>
          </p:cNvPr>
          <p:cNvSpPr>
            <a:spLocks noGrp="1"/>
          </p:cNvSpPr>
          <p:nvPr/>
        </p:nvSpPr>
        <p:spPr>
          <a:xfrm>
            <a:off x="4734443" y="1089957"/>
            <a:ext cx="281812" cy="281812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4" name="anim_o5085_1">
            <a:extLst>
              <a:ext uri="{FF2B5EF4-FFF2-40B4-BE49-F238E27FC236}">
                <a16:creationId xmlns:a16="http://schemas.microsoft.com/office/drawing/2014/main" id="{5FDBF4D0-93F4-47F5-8E63-C75412581976}"/>
              </a:ext>
            </a:extLst>
          </p:cNvPr>
          <p:cNvSpPr>
            <a:spLocks noGrp="1"/>
          </p:cNvSpPr>
          <p:nvPr/>
        </p:nvSpPr>
        <p:spPr>
          <a:xfrm>
            <a:off x="5016256" y="1089957"/>
            <a:ext cx="281812" cy="281812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5" name="anim_o5086_1">
            <a:extLst>
              <a:ext uri="{FF2B5EF4-FFF2-40B4-BE49-F238E27FC236}">
                <a16:creationId xmlns:a16="http://schemas.microsoft.com/office/drawing/2014/main" id="{FC3238AE-B9F1-4967-85D7-87A2135C9191}"/>
              </a:ext>
            </a:extLst>
          </p:cNvPr>
          <p:cNvSpPr>
            <a:spLocks noGrp="1"/>
          </p:cNvSpPr>
          <p:nvPr/>
        </p:nvSpPr>
        <p:spPr>
          <a:xfrm>
            <a:off x="5298068" y="1089957"/>
            <a:ext cx="281812" cy="281812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6" name="anim_o5109_1">
            <a:extLst>
              <a:ext uri="{FF2B5EF4-FFF2-40B4-BE49-F238E27FC236}">
                <a16:creationId xmlns:a16="http://schemas.microsoft.com/office/drawing/2014/main" id="{BE54B43A-0E3A-40E2-9B24-A067BB5816E4}"/>
              </a:ext>
            </a:extLst>
          </p:cNvPr>
          <p:cNvSpPr>
            <a:spLocks noGrp="1"/>
          </p:cNvSpPr>
          <p:nvPr/>
        </p:nvSpPr>
        <p:spPr>
          <a:xfrm>
            <a:off x="4734443" y="2297724"/>
            <a:ext cx="281812" cy="281812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7" name="anim_o5110_1">
            <a:extLst>
              <a:ext uri="{FF2B5EF4-FFF2-40B4-BE49-F238E27FC236}">
                <a16:creationId xmlns:a16="http://schemas.microsoft.com/office/drawing/2014/main" id="{1A98E8E3-5CEB-4B62-9B5F-24DB4319F604}"/>
              </a:ext>
            </a:extLst>
          </p:cNvPr>
          <p:cNvSpPr>
            <a:spLocks noGrp="1"/>
          </p:cNvSpPr>
          <p:nvPr/>
        </p:nvSpPr>
        <p:spPr>
          <a:xfrm>
            <a:off x="5016256" y="2297724"/>
            <a:ext cx="281812" cy="281812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8" name="anim_o5111_1">
            <a:extLst>
              <a:ext uri="{FF2B5EF4-FFF2-40B4-BE49-F238E27FC236}">
                <a16:creationId xmlns:a16="http://schemas.microsoft.com/office/drawing/2014/main" id="{CD470090-A6D8-4B11-9D34-9F60B3C9DEBF}"/>
              </a:ext>
            </a:extLst>
          </p:cNvPr>
          <p:cNvSpPr>
            <a:spLocks noGrp="1"/>
          </p:cNvSpPr>
          <p:nvPr/>
        </p:nvSpPr>
        <p:spPr>
          <a:xfrm>
            <a:off x="5298068" y="2297724"/>
            <a:ext cx="281812" cy="281812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9" name="anim_o5112_1">
            <a:extLst>
              <a:ext uri="{FF2B5EF4-FFF2-40B4-BE49-F238E27FC236}">
                <a16:creationId xmlns:a16="http://schemas.microsoft.com/office/drawing/2014/main" id="{04ABD201-809E-4A03-9CE0-86BBF6141D61}"/>
              </a:ext>
            </a:extLst>
          </p:cNvPr>
          <p:cNvSpPr>
            <a:spLocks noGrp="1"/>
          </p:cNvSpPr>
          <p:nvPr/>
        </p:nvSpPr>
        <p:spPr>
          <a:xfrm>
            <a:off x="4734443" y="2579537"/>
            <a:ext cx="281812" cy="281812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0" name="anim_o5113_1">
            <a:extLst>
              <a:ext uri="{FF2B5EF4-FFF2-40B4-BE49-F238E27FC236}">
                <a16:creationId xmlns:a16="http://schemas.microsoft.com/office/drawing/2014/main" id="{F4274CB4-4875-45C5-8D88-3D0253882B33}"/>
              </a:ext>
            </a:extLst>
          </p:cNvPr>
          <p:cNvSpPr>
            <a:spLocks noGrp="1"/>
          </p:cNvSpPr>
          <p:nvPr/>
        </p:nvSpPr>
        <p:spPr>
          <a:xfrm>
            <a:off x="5016256" y="2579537"/>
            <a:ext cx="281812" cy="281812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1" name="anim_o5114_1">
            <a:extLst>
              <a:ext uri="{FF2B5EF4-FFF2-40B4-BE49-F238E27FC236}">
                <a16:creationId xmlns:a16="http://schemas.microsoft.com/office/drawing/2014/main" id="{C3F2EC98-BEFC-4914-B057-04ACC3E56098}"/>
              </a:ext>
            </a:extLst>
          </p:cNvPr>
          <p:cNvSpPr>
            <a:spLocks noGrp="1"/>
          </p:cNvSpPr>
          <p:nvPr/>
        </p:nvSpPr>
        <p:spPr>
          <a:xfrm>
            <a:off x="5298068" y="2579537"/>
            <a:ext cx="281812" cy="281812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2" name="anim_o5115_1">
            <a:extLst>
              <a:ext uri="{FF2B5EF4-FFF2-40B4-BE49-F238E27FC236}">
                <a16:creationId xmlns:a16="http://schemas.microsoft.com/office/drawing/2014/main" id="{C8404988-0E00-4DA2-B42F-23A7042E1B4B}"/>
              </a:ext>
            </a:extLst>
          </p:cNvPr>
          <p:cNvSpPr>
            <a:spLocks noGrp="1"/>
          </p:cNvSpPr>
          <p:nvPr/>
        </p:nvSpPr>
        <p:spPr>
          <a:xfrm>
            <a:off x="4734443" y="2861349"/>
            <a:ext cx="281812" cy="281812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3" name="anim_o5116_1">
            <a:extLst>
              <a:ext uri="{FF2B5EF4-FFF2-40B4-BE49-F238E27FC236}">
                <a16:creationId xmlns:a16="http://schemas.microsoft.com/office/drawing/2014/main" id="{A26EAD78-6384-43EB-B92B-BBAFAA1793B6}"/>
              </a:ext>
            </a:extLst>
          </p:cNvPr>
          <p:cNvSpPr>
            <a:spLocks noGrp="1"/>
          </p:cNvSpPr>
          <p:nvPr/>
        </p:nvSpPr>
        <p:spPr>
          <a:xfrm>
            <a:off x="5016256" y="2861349"/>
            <a:ext cx="281812" cy="281812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4" name="anim_o5117_1">
            <a:extLst>
              <a:ext uri="{FF2B5EF4-FFF2-40B4-BE49-F238E27FC236}">
                <a16:creationId xmlns:a16="http://schemas.microsoft.com/office/drawing/2014/main" id="{4546BCA5-B2C9-45E1-ABE9-592C34456D93}"/>
              </a:ext>
            </a:extLst>
          </p:cNvPr>
          <p:cNvSpPr>
            <a:spLocks noGrp="1"/>
          </p:cNvSpPr>
          <p:nvPr/>
        </p:nvSpPr>
        <p:spPr>
          <a:xfrm>
            <a:off x="5298068" y="2861349"/>
            <a:ext cx="281812" cy="281812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5" name="anim_o5140_1">
            <a:extLst>
              <a:ext uri="{FF2B5EF4-FFF2-40B4-BE49-F238E27FC236}">
                <a16:creationId xmlns:a16="http://schemas.microsoft.com/office/drawing/2014/main" id="{9BED93B3-04C1-4B3A-A0E4-D7328331DD01}"/>
              </a:ext>
            </a:extLst>
          </p:cNvPr>
          <p:cNvSpPr>
            <a:spLocks noGrp="1"/>
          </p:cNvSpPr>
          <p:nvPr/>
        </p:nvSpPr>
        <p:spPr>
          <a:xfrm>
            <a:off x="4734443" y="4069117"/>
            <a:ext cx="281812" cy="281812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6" name="anim_o5141_1">
            <a:extLst>
              <a:ext uri="{FF2B5EF4-FFF2-40B4-BE49-F238E27FC236}">
                <a16:creationId xmlns:a16="http://schemas.microsoft.com/office/drawing/2014/main" id="{DB2E54A1-2357-4B53-8084-2C0CC53BF02F}"/>
              </a:ext>
            </a:extLst>
          </p:cNvPr>
          <p:cNvSpPr>
            <a:spLocks noGrp="1"/>
          </p:cNvSpPr>
          <p:nvPr/>
        </p:nvSpPr>
        <p:spPr>
          <a:xfrm>
            <a:off x="5016256" y="4069117"/>
            <a:ext cx="281812" cy="281812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7" name="anim_o5142_1">
            <a:extLst>
              <a:ext uri="{FF2B5EF4-FFF2-40B4-BE49-F238E27FC236}">
                <a16:creationId xmlns:a16="http://schemas.microsoft.com/office/drawing/2014/main" id="{F29C977A-3013-4779-BBA3-15DD1F7C8E5A}"/>
              </a:ext>
            </a:extLst>
          </p:cNvPr>
          <p:cNvSpPr>
            <a:spLocks noGrp="1"/>
          </p:cNvSpPr>
          <p:nvPr/>
        </p:nvSpPr>
        <p:spPr>
          <a:xfrm>
            <a:off x="5298068" y="4069117"/>
            <a:ext cx="281812" cy="281812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8" name="anim_o5143_1">
            <a:extLst>
              <a:ext uri="{FF2B5EF4-FFF2-40B4-BE49-F238E27FC236}">
                <a16:creationId xmlns:a16="http://schemas.microsoft.com/office/drawing/2014/main" id="{AFD33B47-6DC2-4A3C-85E0-3AF0F8AA8828}"/>
              </a:ext>
            </a:extLst>
          </p:cNvPr>
          <p:cNvSpPr>
            <a:spLocks noGrp="1"/>
          </p:cNvSpPr>
          <p:nvPr/>
        </p:nvSpPr>
        <p:spPr>
          <a:xfrm>
            <a:off x="4734443" y="4350929"/>
            <a:ext cx="281812" cy="281812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9" name="anim_o5144_1">
            <a:extLst>
              <a:ext uri="{FF2B5EF4-FFF2-40B4-BE49-F238E27FC236}">
                <a16:creationId xmlns:a16="http://schemas.microsoft.com/office/drawing/2014/main" id="{6A3FBD4B-47F9-4AF9-B0DB-6AAAC407D52A}"/>
              </a:ext>
            </a:extLst>
          </p:cNvPr>
          <p:cNvSpPr>
            <a:spLocks noGrp="1"/>
          </p:cNvSpPr>
          <p:nvPr/>
        </p:nvSpPr>
        <p:spPr>
          <a:xfrm>
            <a:off x="5016256" y="4350929"/>
            <a:ext cx="281812" cy="281812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0" name="anim_o5145_1">
            <a:extLst>
              <a:ext uri="{FF2B5EF4-FFF2-40B4-BE49-F238E27FC236}">
                <a16:creationId xmlns:a16="http://schemas.microsoft.com/office/drawing/2014/main" id="{13E6253E-D20A-4CFE-94FA-5589EC9101C5}"/>
              </a:ext>
            </a:extLst>
          </p:cNvPr>
          <p:cNvSpPr>
            <a:spLocks noGrp="1"/>
          </p:cNvSpPr>
          <p:nvPr/>
        </p:nvSpPr>
        <p:spPr>
          <a:xfrm>
            <a:off x="5298068" y="4350929"/>
            <a:ext cx="281812" cy="281812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1" name="anim_o5146_1">
            <a:extLst>
              <a:ext uri="{FF2B5EF4-FFF2-40B4-BE49-F238E27FC236}">
                <a16:creationId xmlns:a16="http://schemas.microsoft.com/office/drawing/2014/main" id="{ADAD569B-B690-4A3C-8526-DB59BB89242C}"/>
              </a:ext>
            </a:extLst>
          </p:cNvPr>
          <p:cNvSpPr>
            <a:spLocks noGrp="1"/>
          </p:cNvSpPr>
          <p:nvPr/>
        </p:nvSpPr>
        <p:spPr>
          <a:xfrm>
            <a:off x="4734443" y="4632742"/>
            <a:ext cx="281812" cy="281812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2" name="anim_o5147_1">
            <a:extLst>
              <a:ext uri="{FF2B5EF4-FFF2-40B4-BE49-F238E27FC236}">
                <a16:creationId xmlns:a16="http://schemas.microsoft.com/office/drawing/2014/main" id="{49F49992-62C1-4600-990C-48D2C150D348}"/>
              </a:ext>
            </a:extLst>
          </p:cNvPr>
          <p:cNvSpPr>
            <a:spLocks noGrp="1"/>
          </p:cNvSpPr>
          <p:nvPr/>
        </p:nvSpPr>
        <p:spPr>
          <a:xfrm>
            <a:off x="5016256" y="4632742"/>
            <a:ext cx="281812" cy="281812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3" name="anim_o5148_1">
            <a:extLst>
              <a:ext uri="{FF2B5EF4-FFF2-40B4-BE49-F238E27FC236}">
                <a16:creationId xmlns:a16="http://schemas.microsoft.com/office/drawing/2014/main" id="{81051422-03C4-4582-835E-5168C9F90FB5}"/>
              </a:ext>
            </a:extLst>
          </p:cNvPr>
          <p:cNvSpPr>
            <a:spLocks noGrp="1"/>
          </p:cNvSpPr>
          <p:nvPr/>
        </p:nvSpPr>
        <p:spPr>
          <a:xfrm>
            <a:off x="5298068" y="4632742"/>
            <a:ext cx="281812" cy="281812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4" name="anim_to5377_0_2">
            <a:extLst>
              <a:ext uri="{FF2B5EF4-FFF2-40B4-BE49-F238E27FC236}">
                <a16:creationId xmlns:a16="http://schemas.microsoft.com/office/drawing/2014/main" id="{9415A880-97F3-44BB-B48D-2A9A61B2E651}"/>
              </a:ext>
            </a:extLst>
          </p:cNvPr>
          <p:cNvSpPr>
            <a:spLocks noGrp="1"/>
          </p:cNvSpPr>
          <p:nvPr/>
        </p:nvSpPr>
        <p:spPr>
          <a:xfrm>
            <a:off x="8331614" y="2551140"/>
            <a:ext cx="1205609" cy="66335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179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179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4179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WX +</a:t>
            </a:r>
          </a:p>
        </p:txBody>
      </p:sp>
      <p:sp>
        <p:nvSpPr>
          <p:cNvPr id="315" name="anim_to5377_0_3">
            <a:extLst>
              <a:ext uri="{FF2B5EF4-FFF2-40B4-BE49-F238E27FC236}">
                <a16:creationId xmlns:a16="http://schemas.microsoft.com/office/drawing/2014/main" id="{26E7FE90-BD58-4BA7-85F9-3DEDC11AC9AA}"/>
              </a:ext>
            </a:extLst>
          </p:cNvPr>
          <p:cNvSpPr>
            <a:spLocks noGrp="1"/>
          </p:cNvSpPr>
          <p:nvPr/>
        </p:nvSpPr>
        <p:spPr>
          <a:xfrm>
            <a:off x="6301055" y="5672794"/>
            <a:ext cx="3540626" cy="66335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179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179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4179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RelU(WX +  )</a:t>
            </a:r>
          </a:p>
        </p:txBody>
      </p:sp>
      <p:sp>
        <p:nvSpPr>
          <p:cNvPr id="316" name="anim_to5393_0_1">
            <a:extLst>
              <a:ext uri="{FF2B5EF4-FFF2-40B4-BE49-F238E27FC236}">
                <a16:creationId xmlns:a16="http://schemas.microsoft.com/office/drawing/2014/main" id="{A956B012-27E3-45A6-A777-0D498D18C6F4}"/>
              </a:ext>
            </a:extLst>
          </p:cNvPr>
          <p:cNvSpPr>
            <a:spLocks noGrp="1"/>
          </p:cNvSpPr>
          <p:nvPr/>
        </p:nvSpPr>
        <p:spPr>
          <a:xfrm>
            <a:off x="10037808" y="3927308"/>
            <a:ext cx="328201" cy="74005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66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66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66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a</a:t>
            </a:r>
          </a:p>
        </p:txBody>
      </p:sp>
      <p:sp>
        <p:nvSpPr>
          <p:cNvPr id="317" name="anim_to5396_0_1">
            <a:extLst>
              <a:ext uri="{FF2B5EF4-FFF2-40B4-BE49-F238E27FC236}">
                <a16:creationId xmlns:a16="http://schemas.microsoft.com/office/drawing/2014/main" id="{6F5007D6-C522-4155-9040-4CAFABAB1279}"/>
              </a:ext>
            </a:extLst>
          </p:cNvPr>
          <p:cNvSpPr>
            <a:spLocks noGrp="1"/>
          </p:cNvSpPr>
          <p:nvPr/>
        </p:nvSpPr>
        <p:spPr>
          <a:xfrm>
            <a:off x="10327909" y="3875652"/>
            <a:ext cx="199728" cy="48103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3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3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03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318" name="anim_to5398_0_1">
            <a:extLst>
              <a:ext uri="{FF2B5EF4-FFF2-40B4-BE49-F238E27FC236}">
                <a16:creationId xmlns:a16="http://schemas.microsoft.com/office/drawing/2014/main" id="{A295166B-A50C-4F2C-A265-5F4D69FF6518}"/>
              </a:ext>
            </a:extLst>
          </p:cNvPr>
          <p:cNvSpPr>
            <a:spLocks noGrp="1"/>
          </p:cNvSpPr>
          <p:nvPr/>
        </p:nvSpPr>
        <p:spPr>
          <a:xfrm>
            <a:off x="10489537" y="3875652"/>
            <a:ext cx="143928" cy="48103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3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3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03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319" name="anim_to5400_0_1">
            <a:extLst>
              <a:ext uri="{FF2B5EF4-FFF2-40B4-BE49-F238E27FC236}">
                <a16:creationId xmlns:a16="http://schemas.microsoft.com/office/drawing/2014/main" id="{E1647F15-30CC-4E4F-B146-929718045CB7}"/>
              </a:ext>
            </a:extLst>
          </p:cNvPr>
          <p:cNvSpPr>
            <a:spLocks noGrp="1"/>
          </p:cNvSpPr>
          <p:nvPr/>
        </p:nvSpPr>
        <p:spPr>
          <a:xfrm>
            <a:off x="10595364" y="3875652"/>
            <a:ext cx="199728" cy="48103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3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3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03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7610031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68482 0.4505414 E" pathEditMode="relative" ptsTypes="">
                                      <p:cBhvr>
                                        <p:cTn id="12" dur="1000" fill="hold"/>
                                        <p:tgtEl>
                                          <p:spTgt spid="3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xit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10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10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10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" dur="10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" dur="10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" dur="10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09796 0.0615214 E" pathEditMode="relative" ptsTypes="">
                                      <p:cBhvr>
                                        <p:cTn id="53" dur="1000" fill="hold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5" dur="1000" fill="hold"/>
                                        <p:tgtEl>
                                          <p:spTgt spid="32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09796 0.082185 E" pathEditMode="relative" ptsTypes="">
                                      <p:cBhvr>
                                        <p:cTn id="5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9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09796 0.1028487 E" pathEditMode="relative" ptsTypes="">
                                      <p:cBhvr>
                                        <p:cTn id="61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3" dur="1000" fill="hold"/>
                                        <p:tgtEl>
                                          <p:spTgt spid="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6065 0.0565903 E" pathEditMode="relative" ptsTypes="">
                                      <p:cBhvr>
                                        <p:cTn id="6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7" dur="1000" fill="hold"/>
                                        <p:tgtEl>
                                          <p:spTgt spid="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04557 0.0565903 E" pathEditMode="relative" ptsTypes="">
                                      <p:cBhvr>
                                        <p:cTn id="6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1" dur="1000" fill="hold"/>
                                        <p:tgtEl>
                                          <p:spTgt spid="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23049 0.0565903 E" pathEditMode="relative" ptsTypes="">
                                      <p:cBhvr>
                                        <p:cTn id="73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5" dur="1000" fill="hold"/>
                                        <p:tgtEl>
                                          <p:spTgt spid="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4154 0.0565903 E" pathEditMode="relative" ptsTypes="">
                                      <p:cBhvr>
                                        <p:cTn id="7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9" dur="1000" fill="hold"/>
                                        <p:tgtEl>
                                          <p:spTgt spid="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6065 0.0598777 E" pathEditMode="relative" ptsTypes="">
                                      <p:cBhvr>
                                        <p:cTn id="8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3" dur="1000" fill="hold"/>
                                        <p:tgtEl>
                                          <p:spTgt spid="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04557 0.0598777 E" pathEditMode="relative" ptsTypes="">
                                      <p:cBhvr>
                                        <p:cTn id="8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7" dur="1000" fill="hold"/>
                                        <p:tgtEl>
                                          <p:spTgt spid="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23049 0.0598777 E" pathEditMode="relative" ptsTypes="">
                                      <p:cBhvr>
                                        <p:cTn id="8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1" dur="1000" fill="hold"/>
                                        <p:tgtEl>
                                          <p:spTgt spid="1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4154 0.0598777 E" pathEditMode="relative" ptsTypes="">
                                      <p:cBhvr>
                                        <p:cTn id="9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5" dur="1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6065 0.0631651 E" pathEditMode="relative" ptsTypes="">
                                      <p:cBhvr>
                                        <p:cTn id="9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9" dur="1000" fill="hold"/>
                                        <p:tgtEl>
                                          <p:spTgt spid="1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04557 0.0631651 E" pathEditMode="relative" ptsTypes="">
                                      <p:cBhvr>
                                        <p:cTn id="10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3" dur="1000" fill="hold"/>
                                        <p:tgtEl>
                                          <p:spTgt spid="1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23049 0.0631651 E" pathEditMode="relative" ptsTypes="">
                                      <p:cBhvr>
                                        <p:cTn id="10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7" dur="1000" fill="hold"/>
                                        <p:tgtEl>
                                          <p:spTgt spid="1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4154 0.0631651 E" pathEditMode="relative" ptsTypes="">
                                      <p:cBhvr>
                                        <p:cTn id="10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1" dur="1000" fill="hold"/>
                                        <p:tgtEl>
                                          <p:spTgt spid="1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6065 0.0664525 E" pathEditMode="relative" ptsTypes="">
                                      <p:cBhvr>
                                        <p:cTn id="11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5" dur="1000" fill="hold"/>
                                        <p:tgtEl>
                                          <p:spTgt spid="1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04557 0.0664525 E" pathEditMode="relative" ptsTypes="">
                                      <p:cBhvr>
                                        <p:cTn id="11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9" dur="1000" fill="hold"/>
                                        <p:tgtEl>
                                          <p:spTgt spid="1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23049 0.0664525 E" pathEditMode="relative" ptsTypes="">
                                      <p:cBhvr>
                                        <p:cTn id="121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3" dur="1000" fill="hold"/>
                                        <p:tgtEl>
                                          <p:spTgt spid="1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4154 0.0664525 E" pathEditMode="relative" ptsTypes="">
                                      <p:cBhvr>
                                        <p:cTn id="12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7" dur="1000" fill="hold"/>
                                        <p:tgtEl>
                                          <p:spTgt spid="1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6065 0.0772539 E" pathEditMode="relative" ptsTypes="">
                                      <p:cBhvr>
                                        <p:cTn id="12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1" dur="1000" fill="hold"/>
                                        <p:tgtEl>
                                          <p:spTgt spid="2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04557 0.0772539 E" pathEditMode="relative" ptsTypes="">
                                      <p:cBhvr>
                                        <p:cTn id="13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5" dur="1000" fill="hold"/>
                                        <p:tgtEl>
                                          <p:spTgt spid="2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23049 0.0772539 E" pathEditMode="relative" ptsTypes="">
                                      <p:cBhvr>
                                        <p:cTn id="137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9" dur="1000" fill="hold"/>
                                        <p:tgtEl>
                                          <p:spTgt spid="2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4154 0.0772539 E" pathEditMode="relative" ptsTypes="">
                                      <p:cBhvr>
                                        <p:cTn id="141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3" dur="1000" fill="hold"/>
                                        <p:tgtEl>
                                          <p:spTgt spid="2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6065 0.0805413 E" pathEditMode="relative" ptsTypes="">
                                      <p:cBhvr>
                                        <p:cTn id="14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7" dur="1000" fill="hold"/>
                                        <p:tgtEl>
                                          <p:spTgt spid="2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04557 0.0805413 E" pathEditMode="relative" ptsTypes="">
                                      <p:cBhvr>
                                        <p:cTn id="14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1" dur="1000" fill="hold"/>
                                        <p:tgtEl>
                                          <p:spTgt spid="2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23049 0.0805413 E" pathEditMode="relative" ptsTypes="">
                                      <p:cBhvr>
                                        <p:cTn id="153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5" dur="1000" fill="hold"/>
                                        <p:tgtEl>
                                          <p:spTgt spid="2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4154 0.0805413 E" pathEditMode="relative" ptsTypes="">
                                      <p:cBhvr>
                                        <p:cTn id="157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9" dur="1000" fill="hold"/>
                                        <p:tgtEl>
                                          <p:spTgt spid="2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6065 0.0838287 E" pathEditMode="relative" ptsTypes="">
                                      <p:cBhvr>
                                        <p:cTn id="16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3" dur="1000" fill="hold"/>
                                        <p:tgtEl>
                                          <p:spTgt spid="2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04557 0.0838287 E" pathEditMode="relative" ptsTypes="">
                                      <p:cBhvr>
                                        <p:cTn id="16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7" dur="1000" fill="hold"/>
                                        <p:tgtEl>
                                          <p:spTgt spid="2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23049 0.0838287 E" pathEditMode="relative" ptsTypes="">
                                      <p:cBhvr>
                                        <p:cTn id="16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1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4154 0.0838287 E" pathEditMode="relative" ptsTypes="">
                                      <p:cBhvr>
                                        <p:cTn id="17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5" dur="1000" fill="hold"/>
                                        <p:tgtEl>
                                          <p:spTgt spid="3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6065 0.0871161 E" pathEditMode="relative" ptsTypes="">
                                      <p:cBhvr>
                                        <p:cTn id="177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9" dur="1000" fill="hold"/>
                                        <p:tgtEl>
                                          <p:spTgt spid="3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04557 0.0871161 E" pathEditMode="relative" ptsTypes="">
                                      <p:cBhvr>
                                        <p:cTn id="181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3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23049 0.0871161 E" pathEditMode="relative" ptsTypes="">
                                      <p:cBhvr>
                                        <p:cTn id="18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7" dur="1000" fill="hold"/>
                                        <p:tgtEl>
                                          <p:spTgt spid="3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4154 0.0871161 E" pathEditMode="relative" ptsTypes="">
                                      <p:cBhvr>
                                        <p:cTn id="189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1" dur="1000" fill="hold"/>
                                        <p:tgtEl>
                                          <p:spTgt spid="3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6065 0.0979176 E" pathEditMode="relative" ptsTypes="">
                                      <p:cBhvr>
                                        <p:cTn id="193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5" dur="1000" fill="hold"/>
                                        <p:tgtEl>
                                          <p:spTgt spid="3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04557 0.0979176 E" pathEditMode="relative" ptsTypes="">
                                      <p:cBhvr>
                                        <p:cTn id="197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9" dur="1000" fill="hold"/>
                                        <p:tgtEl>
                                          <p:spTgt spid="3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23049 0.0979176 E" pathEditMode="relative" ptsTypes="">
                                      <p:cBhvr>
                                        <p:cTn id="201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3" dur="1000" fill="hold"/>
                                        <p:tgtEl>
                                          <p:spTgt spid="3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2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4154 0.0979176 E" pathEditMode="relative" ptsTypes="">
                                      <p:cBhvr>
                                        <p:cTn id="20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7" dur="1000" fill="hold"/>
                                        <p:tgtEl>
                                          <p:spTgt spid="3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2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6065 0.101205 E" pathEditMode="relative" ptsTypes="">
                                      <p:cBhvr>
                                        <p:cTn id="209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1" dur="1000" fill="hold"/>
                                        <p:tgtEl>
                                          <p:spTgt spid="4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2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04557 0.101205 E" pathEditMode="relative" ptsTypes="">
                                      <p:cBhvr>
                                        <p:cTn id="21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5" dur="1000" fill="hold"/>
                                        <p:tgtEl>
                                          <p:spTgt spid="4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2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23049 0.101205 E" pathEditMode="relative" ptsTypes="">
                                      <p:cBhvr>
                                        <p:cTn id="217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9" dur="1000" fill="hold"/>
                                        <p:tgtEl>
                                          <p:spTgt spid="4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2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4154 0.101205 E" pathEditMode="relative" ptsTypes="">
                                      <p:cBhvr>
                                        <p:cTn id="221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3" dur="1000" fill="hold"/>
                                        <p:tgtEl>
                                          <p:spTgt spid="4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2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6065 0.1044924 E" pathEditMode="relative" ptsTypes="">
                                      <p:cBhvr>
                                        <p:cTn id="225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7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2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04557 0.1044924 E" pathEditMode="relative" ptsTypes="">
                                      <p:cBhvr>
                                        <p:cTn id="22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1" dur="1000" fill="hold"/>
                                        <p:tgtEl>
                                          <p:spTgt spid="4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2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23049 0.1044924 E" pathEditMode="relative" ptsTypes="">
                                      <p:cBhvr>
                                        <p:cTn id="233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5" dur="1000" fill="hold"/>
                                        <p:tgtEl>
                                          <p:spTgt spid="4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2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4154 0.1044924 E" pathEditMode="relative" ptsTypes="">
                                      <p:cBhvr>
                                        <p:cTn id="237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9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2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6065 0.1077798 E" pathEditMode="relative" ptsTypes="">
                                      <p:cBhvr>
                                        <p:cTn id="241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3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2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04557 0.1077798 E" pathEditMode="relative" ptsTypes="">
                                      <p:cBhvr>
                                        <p:cTn id="245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7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2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23049 0.1077798 E" pathEditMode="relative" ptsTypes="">
                                      <p:cBhvr>
                                        <p:cTn id="249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1" dur="1000" fill="hold"/>
                                        <p:tgtEl>
                                          <p:spTgt spid="5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2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4154 0.1077798 E" pathEditMode="relative" ptsTypes="">
                                      <p:cBhvr>
                                        <p:cTn id="253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5" dur="1000" fill="hold"/>
                                        <p:tgtEl>
                                          <p:spTgt spid="5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2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5132 0.0772539 E" pathEditMode="relative" ptsTypes="">
                                      <p:cBhvr>
                                        <p:cTn id="257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9" dur="1000" fill="hold"/>
                                        <p:tgtEl>
                                          <p:spTgt spid="5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2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3623 0.0772539 E" pathEditMode="relative" ptsTypes="">
                                      <p:cBhvr>
                                        <p:cTn id="261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3" dur="1000" fill="hold"/>
                                        <p:tgtEl>
                                          <p:spTgt spid="5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2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92115 0.0772539 E" pathEditMode="relative" ptsTypes="">
                                      <p:cBhvr>
                                        <p:cTn id="265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7" dur="1000" fill="hold"/>
                                        <p:tgtEl>
                                          <p:spTgt spid="5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2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0607 0.0772539 E" pathEditMode="relative" ptsTypes="">
                                      <p:cBhvr>
                                        <p:cTn id="269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1" dur="1000" fill="hold"/>
                                        <p:tgtEl>
                                          <p:spTgt spid="5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2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5132 0.0805413 E" pathEditMode="relative" ptsTypes="">
                                      <p:cBhvr>
                                        <p:cTn id="273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5" dur="1000" fill="hold"/>
                                        <p:tgtEl>
                                          <p:spTgt spid="5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2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3623 0.0805413 E" pathEditMode="relative" ptsTypes="">
                                      <p:cBhvr>
                                        <p:cTn id="277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9" dur="1000" fill="hold"/>
                                        <p:tgtEl>
                                          <p:spTgt spid="5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2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92115 0.0805413 E" pathEditMode="relative" ptsTypes="">
                                      <p:cBhvr>
                                        <p:cTn id="281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3" dur="1000" fill="hold"/>
                                        <p:tgtEl>
                                          <p:spTgt spid="5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2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0607 0.0805413 E" pathEditMode="relative" ptsTypes="">
                                      <p:cBhvr>
                                        <p:cTn id="285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7" dur="1000" fill="hold"/>
                                        <p:tgtEl>
                                          <p:spTgt spid="5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2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5132 0.0838287 E" pathEditMode="relative" ptsTypes="">
                                      <p:cBhvr>
                                        <p:cTn id="289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1" dur="1000" fill="hold"/>
                                        <p:tgtEl>
                                          <p:spTgt spid="6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2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3623 0.0838287 E" pathEditMode="relative" ptsTypes="">
                                      <p:cBhvr>
                                        <p:cTn id="293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5" dur="1000" fill="hold"/>
                                        <p:tgtEl>
                                          <p:spTgt spid="6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2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92115 0.0838287 E" pathEditMode="relative" ptsTypes="">
                                      <p:cBhvr>
                                        <p:cTn id="297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9" dur="1000" fill="hold"/>
                                        <p:tgtEl>
                                          <p:spTgt spid="6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3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0607 0.0838287 E" pathEditMode="relative" ptsTypes="">
                                      <p:cBhvr>
                                        <p:cTn id="301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3" dur="1000" fill="hold"/>
                                        <p:tgtEl>
                                          <p:spTgt spid="6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3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55132 0.0871161 E" pathEditMode="relative" ptsTypes="">
                                      <p:cBhvr>
                                        <p:cTn id="305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7" dur="1000" fill="hold"/>
                                        <p:tgtEl>
                                          <p:spTgt spid="6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3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3623 0.0871161 E" pathEditMode="relative" ptsTypes="">
                                      <p:cBhvr>
                                        <p:cTn id="30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1" dur="1000" fill="hold"/>
                                        <p:tgtEl>
                                          <p:spTgt spid="6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3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92115 0.0871161 E" pathEditMode="relative" ptsTypes="">
                                      <p:cBhvr>
                                        <p:cTn id="313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5" dur="1000" fill="hold"/>
                                        <p:tgtEl>
                                          <p:spTgt spid="6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3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0607 0.0871161 E" pathEditMode="relative" ptsTypes="">
                                      <p:cBhvr>
                                        <p:cTn id="317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9" dur="1000" fill="hold"/>
                                        <p:tgtEl>
                                          <p:spTgt spid="6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3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5603 0.0643005 E" pathEditMode="relative" ptsTypes="">
                                      <p:cBhvr>
                                        <p:cTn id="321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3" dur="1000" fill="hold"/>
                                        <p:tgtEl>
                                          <p:spTgt spid="6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3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6093 0.082185 E" pathEditMode="relative" ptsTypes="">
                                      <p:cBhvr>
                                        <p:cTn id="325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7" dur="1000" fill="hold"/>
                                        <p:tgtEl>
                                          <p:spTgt spid="6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3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38448 0.0613433 E" pathEditMode="relative" ptsTypes="">
                                      <p:cBhvr>
                                        <p:cTn id="329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1" dur="1000" fill="hold"/>
                                        <p:tgtEl>
                                          <p:spTgt spid="7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3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28298 0.0621652 E" pathEditMode="relative" ptsTypes="">
                                      <p:cBhvr>
                                        <p:cTn id="333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5" dur="1000" fill="hold"/>
                                        <p:tgtEl>
                                          <p:spTgt spid="7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3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38448 0.082007 E" pathEditMode="relative" ptsTypes="">
                                      <p:cBhvr>
                                        <p:cTn id="337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9" dur="1000" fill="hold"/>
                                        <p:tgtEl>
                                          <p:spTgt spid="7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3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28298 0.0828288 E" pathEditMode="relative" ptsTypes="">
                                      <p:cBhvr>
                                        <p:cTn id="341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3" dur="1000" fill="hold"/>
                                        <p:tgtEl>
                                          <p:spTgt spid="7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3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38448 0.1026674 E" pathEditMode="relative" ptsTypes="">
                                      <p:cBhvr>
                                        <p:cTn id="345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7" dur="1000" fill="hold"/>
                                        <p:tgtEl>
                                          <p:spTgt spid="7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3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28298 0.1034892 E" pathEditMode="relative" ptsTypes="">
                                      <p:cBhvr>
                                        <p:cTn id="349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1" dur="1000" fill="hold"/>
                                        <p:tgtEl>
                                          <p:spTgt spid="7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3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65186 0.0615214 E" pathEditMode="relative" ptsTypes="">
                                      <p:cBhvr>
                                        <p:cTn id="353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5" dur="1000" fill="hold"/>
                                        <p:tgtEl>
                                          <p:spTgt spid="7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3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65186 0.082185 E" pathEditMode="relative" ptsTypes="">
                                      <p:cBhvr>
                                        <p:cTn id="357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9" dur="1000" fill="hold"/>
                                        <p:tgtEl>
                                          <p:spTgt spid="7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3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65186 0.1028487 E" pathEditMode="relative" ptsTypes="">
                                      <p:cBhvr>
                                        <p:cTn id="361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3" dur="1000" fill="hold"/>
                                        <p:tgtEl>
                                          <p:spTgt spid="7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3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81692 0.0614126 E" pathEditMode="relative" ptsTypes="">
                                      <p:cBhvr>
                                        <p:cTn id="365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7" dur="1000" fill="hold"/>
                                        <p:tgtEl>
                                          <p:spTgt spid="7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3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89554 0.0620388 E" pathEditMode="relative" ptsTypes="">
                                      <p:cBhvr>
                                        <p:cTn id="369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1" dur="1000" fill="hold"/>
                                        <p:tgtEl>
                                          <p:spTgt spid="8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3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81692 0.0820762 E" pathEditMode="relative" ptsTypes="">
                                      <p:cBhvr>
                                        <p:cTn id="373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5" dur="1000" fill="hold"/>
                                        <p:tgtEl>
                                          <p:spTgt spid="8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3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89554 0.0827024 E" pathEditMode="relative" ptsTypes="">
                                      <p:cBhvr>
                                        <p:cTn id="377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9" dur="1000" fill="hold"/>
                                        <p:tgtEl>
                                          <p:spTgt spid="8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3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81692 0.1027374 E" pathEditMode="relative" ptsTypes="">
                                      <p:cBhvr>
                                        <p:cTn id="381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3" dur="1000" fill="hold"/>
                                        <p:tgtEl>
                                          <p:spTgt spid="8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3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89554 0.1033636 E" pathEditMode="relative" ptsTypes="">
                                      <p:cBhvr>
                                        <p:cTn id="385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7" dur="1000" fill="hold"/>
                                        <p:tgtEl>
                                          <p:spTgt spid="8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3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41584 0.0615214 E" pathEditMode="relative" ptsTypes="">
                                      <p:cBhvr>
                                        <p:cTn id="389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1" dur="1000" fill="hold"/>
                                        <p:tgtEl>
                                          <p:spTgt spid="8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3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03414 0.0615214 E" pathEditMode="relative" ptsTypes="">
                                      <p:cBhvr>
                                        <p:cTn id="393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5" dur="1000" fill="hold"/>
                                        <p:tgtEl>
                                          <p:spTgt spid="8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3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41584 0.082185 E" pathEditMode="relative" ptsTypes="">
                                      <p:cBhvr>
                                        <p:cTn id="397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9" dur="1000" fill="hold"/>
                                        <p:tgtEl>
                                          <p:spTgt spid="8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4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03414 0.082185 E" pathEditMode="relative" ptsTypes="">
                                      <p:cBhvr>
                                        <p:cTn id="401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3" dur="1000" fill="hold"/>
                                        <p:tgtEl>
                                          <p:spTgt spid="8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4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41584 0.1028487 E" pathEditMode="relative" ptsTypes="">
                                      <p:cBhvr>
                                        <p:cTn id="405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7" dur="1000" fill="hold"/>
                                        <p:tgtEl>
                                          <p:spTgt spid="8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4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03414 0.1028487 E" pathEditMode="relative" ptsTypes="">
                                      <p:cBhvr>
                                        <p:cTn id="409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1" dur="1000" fill="hold"/>
                                        <p:tgtEl>
                                          <p:spTgt spid="9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4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33067 0.082185 E" pathEditMode="relative" ptsTypes="">
                                      <p:cBhvr>
                                        <p:cTn id="413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5" dur="1000" fill="hold"/>
                                        <p:tgtEl>
                                          <p:spTgt spid="9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4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11769 0.0756572 E" pathEditMode="relative" ptsTypes="">
                                      <p:cBhvr>
                                        <p:cTn id="417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9" dur="1000" fill="hold"/>
                                        <p:tgtEl>
                                          <p:spTgt spid="9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4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93277 0.0756572 E" pathEditMode="relative" ptsTypes="">
                                      <p:cBhvr>
                                        <p:cTn id="421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3" dur="1000" fill="hold"/>
                                        <p:tgtEl>
                                          <p:spTgt spid="9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4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74786 0.0756572 E" pathEditMode="relative" ptsTypes="">
                                      <p:cBhvr>
                                        <p:cTn id="425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7" dur="1000" fill="hold"/>
                                        <p:tgtEl>
                                          <p:spTgt spid="9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4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56294 0.0756572 E" pathEditMode="relative" ptsTypes="">
                                      <p:cBhvr>
                                        <p:cTn id="429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1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4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37802 0.0756572 E" pathEditMode="relative" ptsTypes="">
                                      <p:cBhvr>
                                        <p:cTn id="433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5" dur="1000" fill="hold"/>
                                        <p:tgtEl>
                                          <p:spTgt spid="9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4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19311 0.0756572 E" pathEditMode="relative" ptsTypes="">
                                      <p:cBhvr>
                                        <p:cTn id="437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9" dur="1000" fill="hold"/>
                                        <p:tgtEl>
                                          <p:spTgt spid="9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4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11769 0.0789446 E" pathEditMode="relative" ptsTypes="">
                                      <p:cBhvr>
                                        <p:cTn id="441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3" dur="1000" fill="hold"/>
                                        <p:tgtEl>
                                          <p:spTgt spid="9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4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93277 0.0789446 E" pathEditMode="relative" ptsTypes="">
                                      <p:cBhvr>
                                        <p:cTn id="445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7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4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74786 0.0789446 E" pathEditMode="relative" ptsTypes="">
                                      <p:cBhvr>
                                        <p:cTn id="449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1" dur="1000" fill="hold"/>
                                        <p:tgtEl>
                                          <p:spTgt spid="10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4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56294 0.0789446 E" pathEditMode="relative" ptsTypes="">
                                      <p:cBhvr>
                                        <p:cTn id="453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5" dur="1000" fill="hold"/>
                                        <p:tgtEl>
                                          <p:spTgt spid="10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4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37802 0.0789446 E" pathEditMode="relative" ptsTypes="">
                                      <p:cBhvr>
                                        <p:cTn id="457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9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4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19311 0.0789446 E" pathEditMode="relative" ptsTypes="">
                                      <p:cBhvr>
                                        <p:cTn id="461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3" dur="1000" fill="hold"/>
                                        <p:tgtEl>
                                          <p:spTgt spid="10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4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11769 0.082232 E" pathEditMode="relative" ptsTypes="">
                                      <p:cBhvr>
                                        <p:cTn id="465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7" dur="1000" fill="hold"/>
                                        <p:tgtEl>
                                          <p:spTgt spid="10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4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93277 0.082232 E" pathEditMode="relative" ptsTypes="">
                                      <p:cBhvr>
                                        <p:cTn id="469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1" dur="1000" fill="hold"/>
                                        <p:tgtEl>
                                          <p:spTgt spid="10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4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74786 0.082232 E" pathEditMode="relative" ptsTypes="">
                                      <p:cBhvr>
                                        <p:cTn id="473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5" dur="1000" fill="hold"/>
                                        <p:tgtEl>
                                          <p:spTgt spid="10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4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56294 0.082232 E" pathEditMode="relative" ptsTypes="">
                                      <p:cBhvr>
                                        <p:cTn id="477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9" dur="1000" fill="hold"/>
                                        <p:tgtEl>
                                          <p:spTgt spid="10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4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37802 0.082232 E" pathEditMode="relative" ptsTypes="">
                                      <p:cBhvr>
                                        <p:cTn id="481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3" dur="1000" fill="hold"/>
                                        <p:tgtEl>
                                          <p:spTgt spid="10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4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19311 0.082232 E" pathEditMode="relative" ptsTypes="">
                                      <p:cBhvr>
                                        <p:cTn id="485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7" dur="1000" fill="hold"/>
                                        <p:tgtEl>
                                          <p:spTgt spid="11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4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11769 0.0855194 E" pathEditMode="relative" ptsTypes="">
                                      <p:cBhvr>
                                        <p:cTn id="489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1" dur="1000" fill="hold"/>
                                        <p:tgtEl>
                                          <p:spTgt spid="11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4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93277 0.0855194 E" pathEditMode="relative" ptsTypes="">
                                      <p:cBhvr>
                                        <p:cTn id="493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5" dur="1000" fill="hold"/>
                                        <p:tgtEl>
                                          <p:spTgt spid="11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4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74786 0.0855194 E" pathEditMode="relative" ptsTypes="">
                                      <p:cBhvr>
                                        <p:cTn id="497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9" dur="1000" fill="hold"/>
                                        <p:tgtEl>
                                          <p:spTgt spid="11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5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56294 0.0855194 E" pathEditMode="relative" ptsTypes="">
                                      <p:cBhvr>
                                        <p:cTn id="501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3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5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37802 0.0855194 E" pathEditMode="relative" ptsTypes="">
                                      <p:cBhvr>
                                        <p:cTn id="505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7" dur="1000" fill="hold"/>
                                        <p:tgtEl>
                                          <p:spTgt spid="11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5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19311 0.0855194 E" pathEditMode="relative" ptsTypes="">
                                      <p:cBhvr>
                                        <p:cTn id="509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1" dur="1000" fill="hold"/>
                                        <p:tgtEl>
                                          <p:spTgt spid="11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5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11769 0.0888068 E" pathEditMode="relative" ptsTypes="">
                                      <p:cBhvr>
                                        <p:cTn id="513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5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5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93277 0.0888068 E" pathEditMode="relative" ptsTypes="">
                                      <p:cBhvr>
                                        <p:cTn id="517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9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5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74786 0.0888068 E" pathEditMode="relative" ptsTypes="">
                                      <p:cBhvr>
                                        <p:cTn id="521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3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5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56294 0.0888068 E" pathEditMode="relative" ptsTypes="">
                                      <p:cBhvr>
                                        <p:cTn id="525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7" dur="1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5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37802 0.0888068 E" pathEditMode="relative" ptsTypes="">
                                      <p:cBhvr>
                                        <p:cTn id="529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31" dur="1000" fill="hold"/>
                                        <p:tgtEl>
                                          <p:spTgt spid="12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5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19311 0.0888068 E" pathEditMode="relative" ptsTypes="">
                                      <p:cBhvr>
                                        <p:cTn id="533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35" dur="1000" fill="hold"/>
                                        <p:tgtEl>
                                          <p:spTgt spid="12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5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11769 0.0920942 E" pathEditMode="relative" ptsTypes="">
                                      <p:cBhvr>
                                        <p:cTn id="537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39" dur="1000" fill="hold"/>
                                        <p:tgtEl>
                                          <p:spTgt spid="12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5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93277 0.0920942 E" pathEditMode="relative" ptsTypes="">
                                      <p:cBhvr>
                                        <p:cTn id="541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3" dur="1000" fill="hold"/>
                                        <p:tgtEl>
                                          <p:spTgt spid="12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5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74786 0.0920942 E" pathEditMode="relative" ptsTypes="">
                                      <p:cBhvr>
                                        <p:cTn id="545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7" dur="1000" fill="hold"/>
                                        <p:tgtEl>
                                          <p:spTgt spid="12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5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56294 0.0920942 E" pathEditMode="relative" ptsTypes="">
                                      <p:cBhvr>
                                        <p:cTn id="549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51" dur="1000" fill="hold"/>
                                        <p:tgtEl>
                                          <p:spTgt spid="12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5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37802 0.0920942 E" pathEditMode="relative" ptsTypes="">
                                      <p:cBhvr>
                                        <p:cTn id="553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55" dur="1000" fill="hold"/>
                                        <p:tgtEl>
                                          <p:spTgt spid="12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5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19311 0.0920942 E" pathEditMode="relative" ptsTypes="">
                                      <p:cBhvr>
                                        <p:cTn id="557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59" dur="1000" fill="hold"/>
                                        <p:tgtEl>
                                          <p:spTgt spid="12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5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1472 0.0761268 E" pathEditMode="relative" ptsTypes="">
                                      <p:cBhvr>
                                        <p:cTn id="561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63" dur="1000" fill="hold"/>
                                        <p:tgtEl>
                                          <p:spTgt spid="12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5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9963 0.0761268 E" pathEditMode="relative" ptsTypes="">
                                      <p:cBhvr>
                                        <p:cTn id="565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67" dur="1000" fill="hold"/>
                                        <p:tgtEl>
                                          <p:spTgt spid="13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5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98455 0.0761268 E" pathEditMode="relative" ptsTypes="">
                                      <p:cBhvr>
                                        <p:cTn id="569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71" dur="1000" fill="hold"/>
                                        <p:tgtEl>
                                          <p:spTgt spid="13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5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947 0.0761268 E" pathEditMode="relative" ptsTypes="">
                                      <p:cBhvr>
                                        <p:cTn id="573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75" dur="1000" fill="hold"/>
                                        <p:tgtEl>
                                          <p:spTgt spid="13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5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1472 0.0794142 E" pathEditMode="relative" ptsTypes="">
                                      <p:cBhvr>
                                        <p:cTn id="577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79" dur="1000" fill="hold"/>
                                        <p:tgtEl>
                                          <p:spTgt spid="13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5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9963 0.0794142 E" pathEditMode="relative" ptsTypes="">
                                      <p:cBhvr>
                                        <p:cTn id="581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83" dur="1000" fill="hold"/>
                                        <p:tgtEl>
                                          <p:spTgt spid="13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5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98455 0.0794142 E" pathEditMode="relative" ptsTypes="">
                                      <p:cBhvr>
                                        <p:cTn id="585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87" dur="1000" fill="hold"/>
                                        <p:tgtEl>
                                          <p:spTgt spid="13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5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947 0.0794142 E" pathEditMode="relative" ptsTypes="">
                                      <p:cBhvr>
                                        <p:cTn id="589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91" dur="1000" fill="hold"/>
                                        <p:tgtEl>
                                          <p:spTgt spid="13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5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1472 0.0827016 E" pathEditMode="relative" ptsTypes="">
                                      <p:cBhvr>
                                        <p:cTn id="593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95" dur="1000" fill="hold"/>
                                        <p:tgtEl>
                                          <p:spTgt spid="13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5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9963 0.0827016 E" pathEditMode="relative" ptsTypes="">
                                      <p:cBhvr>
                                        <p:cTn id="597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99" dur="1000" fill="hold"/>
                                        <p:tgtEl>
                                          <p:spTgt spid="13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6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98455 0.0827016 E" pathEditMode="relative" ptsTypes="">
                                      <p:cBhvr>
                                        <p:cTn id="601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3" dur="1000" fill="hold"/>
                                        <p:tgtEl>
                                          <p:spTgt spid="13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6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947 0.0827016 E" pathEditMode="relative" ptsTypes="">
                                      <p:cBhvr>
                                        <p:cTn id="605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7" dur="1000" fill="hold"/>
                                        <p:tgtEl>
                                          <p:spTgt spid="14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6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1472 0.085989 E" pathEditMode="relative" ptsTypes="">
                                      <p:cBhvr>
                                        <p:cTn id="609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11" dur="1000" fill="hold"/>
                                        <p:tgtEl>
                                          <p:spTgt spid="14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6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79963 0.085989 E" pathEditMode="relative" ptsTypes="">
                                      <p:cBhvr>
                                        <p:cTn id="613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15" dur="1000" fill="hold"/>
                                        <p:tgtEl>
                                          <p:spTgt spid="14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6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98455 0.085989 E" pathEditMode="relative" ptsTypes="">
                                      <p:cBhvr>
                                        <p:cTn id="617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19" dur="1000" fill="hold"/>
                                        <p:tgtEl>
                                          <p:spTgt spid="14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6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16947 0.085989 E" pathEditMode="relative" ptsTypes="">
                                      <p:cBhvr>
                                        <p:cTn id="621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23" dur="1000" fill="hold"/>
                                        <p:tgtEl>
                                          <p:spTgt spid="14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6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99115 0.0599246 E" pathEditMode="relative" ptsTypes="">
                                      <p:cBhvr>
                                        <p:cTn id="625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27" dur="1000" fill="hold"/>
                                        <p:tgtEl>
                                          <p:spTgt spid="14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6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0624 0.0599246 E" pathEditMode="relative" ptsTypes="">
                                      <p:cBhvr>
                                        <p:cTn id="629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31" dur="1000" fill="hold"/>
                                        <p:tgtEl>
                                          <p:spTgt spid="14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6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62132 0.0599246 E" pathEditMode="relative" ptsTypes="">
                                      <p:cBhvr>
                                        <p:cTn id="633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35" dur="1000" fill="hold"/>
                                        <p:tgtEl>
                                          <p:spTgt spid="14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6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99115 0.063212 E" pathEditMode="relative" ptsTypes="">
                                      <p:cBhvr>
                                        <p:cTn id="637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39" dur="1000" fill="hold"/>
                                        <p:tgtEl>
                                          <p:spTgt spid="14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6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0624 0.063212 E" pathEditMode="relative" ptsTypes="">
                                      <p:cBhvr>
                                        <p:cTn id="641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43" dur="1000" fill="hold"/>
                                        <p:tgtEl>
                                          <p:spTgt spid="14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6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62132 0.063212 E" pathEditMode="relative" ptsTypes="">
                                      <p:cBhvr>
                                        <p:cTn id="645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47" dur="1000" fill="hold"/>
                                        <p:tgtEl>
                                          <p:spTgt spid="15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6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99115 0.0664994 E" pathEditMode="relative" ptsTypes="">
                                      <p:cBhvr>
                                        <p:cTn id="649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51" dur="1000" fill="hold"/>
                                        <p:tgtEl>
                                          <p:spTgt spid="15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6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0624 0.0664994 E" pathEditMode="relative" ptsTypes="">
                                      <p:cBhvr>
                                        <p:cTn id="653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55" dur="1000" fill="hold"/>
                                        <p:tgtEl>
                                          <p:spTgt spid="15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6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62132 0.0664994 E" pathEditMode="relative" ptsTypes="">
                                      <p:cBhvr>
                                        <p:cTn id="657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59" dur="1000" fill="hold"/>
                                        <p:tgtEl>
                                          <p:spTgt spid="15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6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99115 0.0805883 E" pathEditMode="relative" ptsTypes="">
                                      <p:cBhvr>
                                        <p:cTn id="661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63" dur="1000" fill="hold"/>
                                        <p:tgtEl>
                                          <p:spTgt spid="15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6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0624 0.0805883 E" pathEditMode="relative" ptsTypes="">
                                      <p:cBhvr>
                                        <p:cTn id="665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67" dur="1000" fill="hold"/>
                                        <p:tgtEl>
                                          <p:spTgt spid="15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6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62132 0.0805883 E" pathEditMode="relative" ptsTypes="">
                                      <p:cBhvr>
                                        <p:cTn id="669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71" dur="1000" fill="hold"/>
                                        <p:tgtEl>
                                          <p:spTgt spid="15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6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99115 0.0838757 E" pathEditMode="relative" ptsTypes="">
                                      <p:cBhvr>
                                        <p:cTn id="673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75" dur="1000" fill="hold"/>
                                        <p:tgtEl>
                                          <p:spTgt spid="15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6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0624 0.0838757 E" pathEditMode="relative" ptsTypes="">
                                      <p:cBhvr>
                                        <p:cTn id="677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79" dur="1000" fill="hold"/>
                                        <p:tgtEl>
                                          <p:spTgt spid="15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6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62132 0.0838757 E" pathEditMode="relative" ptsTypes="">
                                      <p:cBhvr>
                                        <p:cTn id="681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83" dur="1000" fill="hold"/>
                                        <p:tgtEl>
                                          <p:spTgt spid="15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6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99115 0.0871631 E" pathEditMode="relative" ptsTypes="">
                                      <p:cBhvr>
                                        <p:cTn id="685" dur="1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87" dur="1000" fill="hold"/>
                                        <p:tgtEl>
                                          <p:spTgt spid="16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6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0624 0.0871631 E" pathEditMode="relative" ptsTypes="">
                                      <p:cBhvr>
                                        <p:cTn id="689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91" dur="1000" fill="hold"/>
                                        <p:tgtEl>
                                          <p:spTgt spid="16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6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62132 0.0871631 E" pathEditMode="relative" ptsTypes="">
                                      <p:cBhvr>
                                        <p:cTn id="693" dur="10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95" dur="1000" fill="hold"/>
                                        <p:tgtEl>
                                          <p:spTgt spid="16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6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99115 0.1012519 E" pathEditMode="relative" ptsTypes="">
                                      <p:cBhvr>
                                        <p:cTn id="697" dur="10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99" dur="1000" fill="hold"/>
                                        <p:tgtEl>
                                          <p:spTgt spid="16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7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0624 0.1012519 E" pathEditMode="relative" ptsTypes="">
                                      <p:cBhvr>
                                        <p:cTn id="701" dur="10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03" dur="1000" fill="hold"/>
                                        <p:tgtEl>
                                          <p:spTgt spid="16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7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62132 0.1012519 E" pathEditMode="relative" ptsTypes="">
                                      <p:cBhvr>
                                        <p:cTn id="705" dur="10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07" dur="1000" fill="hold"/>
                                        <p:tgtEl>
                                          <p:spTgt spid="16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7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99115 0.1045393 E" pathEditMode="relative" ptsTypes="">
                                      <p:cBhvr>
                                        <p:cTn id="709" dur="10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11" dur="1000" fill="hold"/>
                                        <p:tgtEl>
                                          <p:spTgt spid="16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7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0624 0.1045393 E" pathEditMode="relative" ptsTypes="">
                                      <p:cBhvr>
                                        <p:cTn id="713" dur="10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15" dur="1000" fill="hold"/>
                                        <p:tgtEl>
                                          <p:spTgt spid="16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7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62132 0.1045393 E" pathEditMode="relative" ptsTypes="">
                                      <p:cBhvr>
                                        <p:cTn id="717" dur="10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19" dur="1000" fill="hold"/>
                                        <p:tgtEl>
                                          <p:spTgt spid="16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7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99115 0.1078267 E" pathEditMode="relative" ptsTypes="">
                                      <p:cBhvr>
                                        <p:cTn id="721" dur="10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23" dur="1000" fill="hold"/>
                                        <p:tgtEl>
                                          <p:spTgt spid="16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7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0624 0.1078267 E" pathEditMode="relative" ptsTypes="">
                                      <p:cBhvr>
                                        <p:cTn id="725" dur="10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27" dur="1000" fill="hold"/>
                                        <p:tgtEl>
                                          <p:spTgt spid="17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7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62132 0.1078267 E" pathEditMode="relative" ptsTypes="">
                                      <p:cBhvr>
                                        <p:cTn id="729" dur="10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31" dur="1000" fill="hold"/>
                                        <p:tgtEl>
                                          <p:spTgt spid="17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7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02259 0.0739665 E" pathEditMode="relative" ptsTypes="">
                                      <p:cBhvr>
                                        <p:cTn id="733" dur="10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35" dur="1000" fill="hold"/>
                                        <p:tgtEl>
                                          <p:spTgt spid="17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7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3767 0.0739665 E" pathEditMode="relative" ptsTypes="">
                                      <p:cBhvr>
                                        <p:cTn id="737" dur="10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39" dur="1000" fill="hold"/>
                                        <p:tgtEl>
                                          <p:spTgt spid="17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7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65276 0.0739665 E" pathEditMode="relative" ptsTypes="">
                                      <p:cBhvr>
                                        <p:cTn id="741" dur="10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43" dur="1000" fill="hold"/>
                                        <p:tgtEl>
                                          <p:spTgt spid="17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7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46784 0.0739665 E" pathEditMode="relative" ptsTypes="">
                                      <p:cBhvr>
                                        <p:cTn id="745" dur="10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47" dur="1000" fill="hold"/>
                                        <p:tgtEl>
                                          <p:spTgt spid="17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7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28292 0.0739665 E" pathEditMode="relative" ptsTypes="">
                                      <p:cBhvr>
                                        <p:cTn id="749" dur="10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51" dur="1000" fill="hold"/>
                                        <p:tgtEl>
                                          <p:spTgt spid="17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7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09801 0.0739665 E" pathEditMode="relative" ptsTypes="">
                                      <p:cBhvr>
                                        <p:cTn id="753" dur="10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55" dur="1000" fill="hold"/>
                                        <p:tgtEl>
                                          <p:spTgt spid="17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7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02259 0.0772539 E" pathEditMode="relative" ptsTypes="">
                                      <p:cBhvr>
                                        <p:cTn id="757" dur="10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59" dur="1000" fill="hold"/>
                                        <p:tgtEl>
                                          <p:spTgt spid="17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7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3767 0.0772539 E" pathEditMode="relative" ptsTypes="">
                                      <p:cBhvr>
                                        <p:cTn id="761" dur="10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63" dur="1000" fill="hold"/>
                                        <p:tgtEl>
                                          <p:spTgt spid="17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7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65276 0.0772539 E" pathEditMode="relative" ptsTypes="">
                                      <p:cBhvr>
                                        <p:cTn id="765" dur="10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67" dur="1000" fill="hold"/>
                                        <p:tgtEl>
                                          <p:spTgt spid="18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7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46784 0.0772539 E" pathEditMode="relative" ptsTypes="">
                                      <p:cBhvr>
                                        <p:cTn id="769" dur="10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71" dur="1000" fill="hold"/>
                                        <p:tgtEl>
                                          <p:spTgt spid="18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7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28292 0.0772539 E" pathEditMode="relative" ptsTypes="">
                                      <p:cBhvr>
                                        <p:cTn id="773" dur="10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75" dur="1000" fill="hold"/>
                                        <p:tgtEl>
                                          <p:spTgt spid="18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7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09801 0.0772539 E" pathEditMode="relative" ptsTypes="">
                                      <p:cBhvr>
                                        <p:cTn id="777" dur="10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79" dur="1000" fill="hold"/>
                                        <p:tgtEl>
                                          <p:spTgt spid="18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7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02259 0.0805413 E" pathEditMode="relative" ptsTypes="">
                                      <p:cBhvr>
                                        <p:cTn id="781" dur="10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83" dur="1000" fill="hold"/>
                                        <p:tgtEl>
                                          <p:spTgt spid="18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7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3767 0.0805413 E" pathEditMode="relative" ptsTypes="">
                                      <p:cBhvr>
                                        <p:cTn id="785" dur="10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87" dur="1000" fill="hold"/>
                                        <p:tgtEl>
                                          <p:spTgt spid="18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7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65276 0.0805413 E" pathEditMode="relative" ptsTypes="">
                                      <p:cBhvr>
                                        <p:cTn id="789" dur="10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91" dur="1000" fill="hold"/>
                                        <p:tgtEl>
                                          <p:spTgt spid="18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7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46784 0.0805413 E" pathEditMode="relative" ptsTypes="">
                                      <p:cBhvr>
                                        <p:cTn id="793" dur="10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95" dur="1000" fill="hold"/>
                                        <p:tgtEl>
                                          <p:spTgt spid="18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7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28292 0.0805413 E" pathEditMode="relative" ptsTypes="">
                                      <p:cBhvr>
                                        <p:cTn id="797" dur="10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99" dur="1000" fill="hold"/>
                                        <p:tgtEl>
                                          <p:spTgt spid="18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8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09801 0.0805413 E" pathEditMode="relative" ptsTypes="">
                                      <p:cBhvr>
                                        <p:cTn id="801" dur="10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03" dur="1000" fill="hold"/>
                                        <p:tgtEl>
                                          <p:spTgt spid="18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8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02259 0.0838287 E" pathEditMode="relative" ptsTypes="">
                                      <p:cBhvr>
                                        <p:cTn id="805" dur="10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07" dur="1000" fill="hold"/>
                                        <p:tgtEl>
                                          <p:spTgt spid="19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8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3767 0.0838287 E" pathEditMode="relative" ptsTypes="">
                                      <p:cBhvr>
                                        <p:cTn id="809" dur="10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11" dur="1000" fill="hold"/>
                                        <p:tgtEl>
                                          <p:spTgt spid="19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8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65276 0.0838287 E" pathEditMode="relative" ptsTypes="">
                                      <p:cBhvr>
                                        <p:cTn id="813" dur="10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15" dur="1000" fill="hold"/>
                                        <p:tgtEl>
                                          <p:spTgt spid="19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8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46784 0.0838287 E" pathEditMode="relative" ptsTypes="">
                                      <p:cBhvr>
                                        <p:cTn id="817" dur="10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19" dur="1000" fill="hold"/>
                                        <p:tgtEl>
                                          <p:spTgt spid="19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8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28292 0.0838287 E" pathEditMode="relative" ptsTypes="">
                                      <p:cBhvr>
                                        <p:cTn id="821" dur="1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23" dur="1000" fill="hold"/>
                                        <p:tgtEl>
                                          <p:spTgt spid="19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8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09801 0.0838287 E" pathEditMode="relative" ptsTypes="">
                                      <p:cBhvr>
                                        <p:cTn id="825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27" dur="1000" fill="hold"/>
                                        <p:tgtEl>
                                          <p:spTgt spid="19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8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02259 0.0871161 E" pathEditMode="relative" ptsTypes="">
                                      <p:cBhvr>
                                        <p:cTn id="829" dur="10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31" dur="1000" fill="hold"/>
                                        <p:tgtEl>
                                          <p:spTgt spid="19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8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3767 0.0871161 E" pathEditMode="relative" ptsTypes="">
                                      <p:cBhvr>
                                        <p:cTn id="833" dur="10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35" dur="1000" fill="hold"/>
                                        <p:tgtEl>
                                          <p:spTgt spid="19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8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65276 0.0871161 E" pathEditMode="relative" ptsTypes="">
                                      <p:cBhvr>
                                        <p:cTn id="837" dur="10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39" dur="1000" fill="hold"/>
                                        <p:tgtEl>
                                          <p:spTgt spid="19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8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46784 0.0871161 E" pathEditMode="relative" ptsTypes="">
                                      <p:cBhvr>
                                        <p:cTn id="841" dur="10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43" dur="1000" fill="hold"/>
                                        <p:tgtEl>
                                          <p:spTgt spid="19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8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28292 0.0871161 E" pathEditMode="relative" ptsTypes="">
                                      <p:cBhvr>
                                        <p:cTn id="845" dur="10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47" dur="1000" fill="hold"/>
                                        <p:tgtEl>
                                          <p:spTgt spid="20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8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09801 0.0871161 E" pathEditMode="relative" ptsTypes="">
                                      <p:cBhvr>
                                        <p:cTn id="849" dur="10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51" dur="1000" fill="hold"/>
                                        <p:tgtEl>
                                          <p:spTgt spid="20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8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02259 0.0904035 E" pathEditMode="relative" ptsTypes="">
                                      <p:cBhvr>
                                        <p:cTn id="853" dur="10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55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8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83767 0.0904035 E" pathEditMode="relative" ptsTypes="">
                                      <p:cBhvr>
                                        <p:cTn id="857" dur="10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59" dur="1000" fill="hold"/>
                                        <p:tgtEl>
                                          <p:spTgt spid="20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8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65276 0.0904035 E" pathEditMode="relative" ptsTypes="">
                                      <p:cBhvr>
                                        <p:cTn id="861" dur="10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63" dur="1000" fill="hold"/>
                                        <p:tgtEl>
                                          <p:spTgt spid="20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8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46784 0.0904035 E" pathEditMode="relative" ptsTypes="">
                                      <p:cBhvr>
                                        <p:cTn id="865" dur="10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67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8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28292 0.0904035 E" pathEditMode="relative" ptsTypes="">
                                      <p:cBhvr>
                                        <p:cTn id="869" dur="10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71" dur="1000" fill="hold"/>
                                        <p:tgtEl>
                                          <p:spTgt spid="20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8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09801 0.0904035 E" pathEditMode="relative" ptsTypes="">
                                      <p:cBhvr>
                                        <p:cTn id="873" dur="10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75" dur="1000" fill="hold"/>
                                        <p:tgtEl>
                                          <p:spTgt spid="20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8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7812 0.0749997 E" pathEditMode="relative" ptsTypes="">
                                      <p:cBhvr>
                                        <p:cTn id="877" dur="10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79" dur="1000" fill="hold"/>
                                        <p:tgtEl>
                                          <p:spTgt spid="20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8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86303 0.0749997 E" pathEditMode="relative" ptsTypes="">
                                      <p:cBhvr>
                                        <p:cTn id="881" dur="10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83" dur="1000" fill="hold"/>
                                        <p:tgtEl>
                                          <p:spTgt spid="20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8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04795 0.0749997 E" pathEditMode="relative" ptsTypes="">
                                      <p:cBhvr>
                                        <p:cTn id="885" dur="10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87" dur="1000" fill="hold"/>
                                        <p:tgtEl>
                                          <p:spTgt spid="21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8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23286 0.0749997 E" pathEditMode="relative" ptsTypes="">
                                      <p:cBhvr>
                                        <p:cTn id="889" dur="10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91" dur="1000" fill="hold"/>
                                        <p:tgtEl>
                                          <p:spTgt spid="21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8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7812 0.0782871 E" pathEditMode="relative" ptsTypes="">
                                      <p:cBhvr>
                                        <p:cTn id="893" dur="10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95" dur="1000" fill="hold"/>
                                        <p:tgtEl>
                                          <p:spTgt spid="21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8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86303 0.0782871 E" pathEditMode="relative" ptsTypes="">
                                      <p:cBhvr>
                                        <p:cTn id="897" dur="10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99" dur="1000" fill="hold"/>
                                        <p:tgtEl>
                                          <p:spTgt spid="21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9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04795 0.0782871 E" pathEditMode="relative" ptsTypes="">
                                      <p:cBhvr>
                                        <p:cTn id="901" dur="10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03" dur="1000" fill="hold"/>
                                        <p:tgtEl>
                                          <p:spTgt spid="21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9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23286 0.0782871 E" pathEditMode="relative" ptsTypes="">
                                      <p:cBhvr>
                                        <p:cTn id="905" dur="10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07" dur="1000" fill="hold"/>
                                        <p:tgtEl>
                                          <p:spTgt spid="21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9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7812 0.0815745 E" pathEditMode="relative" ptsTypes="">
                                      <p:cBhvr>
                                        <p:cTn id="909" dur="10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11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9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86303 0.0815745 E" pathEditMode="relative" ptsTypes="">
                                      <p:cBhvr>
                                        <p:cTn id="913" dur="10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15" dur="1000" fill="hold"/>
                                        <p:tgtEl>
                                          <p:spTgt spid="21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9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04795 0.0815745 E" pathEditMode="relative" ptsTypes="">
                                      <p:cBhvr>
                                        <p:cTn id="917" dur="1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19" dur="1000" fill="hold"/>
                                        <p:tgtEl>
                                          <p:spTgt spid="21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9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23286 0.0815745 E" pathEditMode="relative" ptsTypes="">
                                      <p:cBhvr>
                                        <p:cTn id="921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23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9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67812 0.0848619 E" pathEditMode="relative" ptsTypes="">
                                      <p:cBhvr>
                                        <p:cTn id="925" dur="10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27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9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86303 0.0848619 E" pathEditMode="relative" ptsTypes="">
                                      <p:cBhvr>
                                        <p:cTn id="929" dur="10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31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9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04795 0.0848619 E" pathEditMode="relative" ptsTypes="">
                                      <p:cBhvr>
                                        <p:cTn id="933" dur="10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35" dur="1000" fill="hold"/>
                                        <p:tgtEl>
                                          <p:spTgt spid="22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9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23286 0.0848619 E" pathEditMode="relative" ptsTypes="">
                                      <p:cBhvr>
                                        <p:cTn id="937" dur="10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39" dur="1000" fill="hold"/>
                                        <p:tgtEl>
                                          <p:spTgt spid="22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9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9605 0.058234 E" pathEditMode="relative" ptsTypes="">
                                      <p:cBhvr>
                                        <p:cTn id="941" dur="10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43" dur="1000" fill="hold"/>
                                        <p:tgtEl>
                                          <p:spTgt spid="22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9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71114 0.058234 E" pathEditMode="relative" ptsTypes="">
                                      <p:cBhvr>
                                        <p:cTn id="945" dur="10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47" dur="1000" fill="hold"/>
                                        <p:tgtEl>
                                          <p:spTgt spid="22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9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52622 0.058234 E" pathEditMode="relative" ptsTypes="">
                                      <p:cBhvr>
                                        <p:cTn id="949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51" dur="1000" fill="hold"/>
                                        <p:tgtEl>
                                          <p:spTgt spid="22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9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9605 0.0615214 E" pathEditMode="relative" ptsTypes="">
                                      <p:cBhvr>
                                        <p:cTn id="953" dur="10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55" dur="1000" fill="hold"/>
                                        <p:tgtEl>
                                          <p:spTgt spid="22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9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71114 0.0615214 E" pathEditMode="relative" ptsTypes="">
                                      <p:cBhvr>
                                        <p:cTn id="957" dur="10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59" dur="1000" fill="hold"/>
                                        <p:tgtEl>
                                          <p:spTgt spid="22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9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52622 0.0615214 E" pathEditMode="relative" ptsTypes="">
                                      <p:cBhvr>
                                        <p:cTn id="961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63" dur="1000" fill="hold"/>
                                        <p:tgtEl>
                                          <p:spTgt spid="22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9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9605 0.0648088 E" pathEditMode="relative" ptsTypes="">
                                      <p:cBhvr>
                                        <p:cTn id="965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67" dur="1000" fill="hold"/>
                                        <p:tgtEl>
                                          <p:spTgt spid="23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9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71114 0.0648088 E" pathEditMode="relative" ptsTypes="">
                                      <p:cBhvr>
                                        <p:cTn id="969" dur="1000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71" dur="1000" fill="hold"/>
                                        <p:tgtEl>
                                          <p:spTgt spid="23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9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52622 0.0648088 E" pathEditMode="relative" ptsTypes="">
                                      <p:cBhvr>
                                        <p:cTn id="973" dur="10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75" dur="1000" fill="hold"/>
                                        <p:tgtEl>
                                          <p:spTgt spid="23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9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9605 0.0788976 E" pathEditMode="relative" ptsTypes="">
                                      <p:cBhvr>
                                        <p:cTn id="977" dur="10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79" dur="1000" fill="hold"/>
                                        <p:tgtEl>
                                          <p:spTgt spid="23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9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71114 0.0788976 E" pathEditMode="relative" ptsTypes="">
                                      <p:cBhvr>
                                        <p:cTn id="981" dur="1000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83" dur="1000" fill="hold"/>
                                        <p:tgtEl>
                                          <p:spTgt spid="23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9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52622 0.0788976 E" pathEditMode="relative" ptsTypes="">
                                      <p:cBhvr>
                                        <p:cTn id="985" dur="1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87" dur="1000" fill="hold"/>
                                        <p:tgtEl>
                                          <p:spTgt spid="23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9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9605 0.082185 E" pathEditMode="relative" ptsTypes="">
                                      <p:cBhvr>
                                        <p:cTn id="989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91" dur="1000" fill="hold"/>
                                        <p:tgtEl>
                                          <p:spTgt spid="23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9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71114 0.082185 E" pathEditMode="relative" ptsTypes="">
                                      <p:cBhvr>
                                        <p:cTn id="993" dur="1000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95" dur="1000" fill="hold"/>
                                        <p:tgtEl>
                                          <p:spTgt spid="23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9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52622 0.082185 E" pathEditMode="relative" ptsTypes="">
                                      <p:cBhvr>
                                        <p:cTn id="997" dur="10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99" dur="1000" fill="hold"/>
                                        <p:tgtEl>
                                          <p:spTgt spid="23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0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9605 0.0854724 E" pathEditMode="relative" ptsTypes="">
                                      <p:cBhvr>
                                        <p:cTn id="1001" dur="10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03" dur="1000" fill="hold"/>
                                        <p:tgtEl>
                                          <p:spTgt spid="23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0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71114 0.0854724 E" pathEditMode="relative" ptsTypes="">
                                      <p:cBhvr>
                                        <p:cTn id="1005" dur="100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07" dur="1000" fill="hold"/>
                                        <p:tgtEl>
                                          <p:spTgt spid="24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0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52622 0.0854724 E" pathEditMode="relative" ptsTypes="">
                                      <p:cBhvr>
                                        <p:cTn id="1009" dur="10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11" dur="1000" fill="hold"/>
                                        <p:tgtEl>
                                          <p:spTgt spid="24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0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9605 0.0995613 E" pathEditMode="relative" ptsTypes="">
                                      <p:cBhvr>
                                        <p:cTn id="1013" dur="10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15" dur="1000" fill="hold"/>
                                        <p:tgtEl>
                                          <p:spTgt spid="24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0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71114 0.0995613 E" pathEditMode="relative" ptsTypes="">
                                      <p:cBhvr>
                                        <p:cTn id="1017" dur="10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19" dur="1000" fill="hold"/>
                                        <p:tgtEl>
                                          <p:spTgt spid="24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0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52622 0.0995613 E" pathEditMode="relative" ptsTypes="">
                                      <p:cBhvr>
                                        <p:cTn id="1021" dur="10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23" dur="1000" fill="hold"/>
                                        <p:tgtEl>
                                          <p:spTgt spid="24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0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9605 0.1028487 E" pathEditMode="relative" ptsTypes="">
                                      <p:cBhvr>
                                        <p:cTn id="1025" dur="1000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27" dur="1000" fill="hold"/>
                                        <p:tgtEl>
                                          <p:spTgt spid="24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0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71114 0.1028487 E" pathEditMode="relative" ptsTypes="">
                                      <p:cBhvr>
                                        <p:cTn id="1029" dur="1000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31" dur="1000" fill="hold"/>
                                        <p:tgtEl>
                                          <p:spTgt spid="24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0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52622 0.1028487 E" pathEditMode="relative" ptsTypes="">
                                      <p:cBhvr>
                                        <p:cTn id="1033" dur="100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35" dur="1000" fill="hold"/>
                                        <p:tgtEl>
                                          <p:spTgt spid="24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0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9605 0.1061361 E" pathEditMode="relative" ptsTypes="">
                                      <p:cBhvr>
                                        <p:cTn id="1037" dur="1000" fill="hold"/>
                                        <p:tgtEl>
                                          <p:spTgt spid="2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39" dur="1000" fill="hold"/>
                                        <p:tgtEl>
                                          <p:spTgt spid="24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0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71114 0.1061361 E" pathEditMode="relative" ptsTypes="">
                                      <p:cBhvr>
                                        <p:cTn id="1041" dur="1000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4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43" dur="1000" fill="hold"/>
                                        <p:tgtEl>
                                          <p:spTgt spid="24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0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52622 0.1061361 E" pathEditMode="relative" ptsTypes="">
                                      <p:cBhvr>
                                        <p:cTn id="1045" dur="100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47" dur="1000" fill="hold"/>
                                        <p:tgtEl>
                                          <p:spTgt spid="25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0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92749 0.0722759 E" pathEditMode="relative" ptsTypes="">
                                      <p:cBhvr>
                                        <p:cTn id="1049" dur="1000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51" dur="1000" fill="hold"/>
                                        <p:tgtEl>
                                          <p:spTgt spid="25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0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74257 0.0722759 E" pathEditMode="relative" ptsTypes="">
                                      <p:cBhvr>
                                        <p:cTn id="1053" dur="10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55" dur="1000" fill="hold"/>
                                        <p:tgtEl>
                                          <p:spTgt spid="25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0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55766 0.0722759 E" pathEditMode="relative" ptsTypes="">
                                      <p:cBhvr>
                                        <p:cTn id="1057" dur="1000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59" dur="1000" fill="hold"/>
                                        <p:tgtEl>
                                          <p:spTgt spid="25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0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37274 0.0722759 E" pathEditMode="relative" ptsTypes="">
                                      <p:cBhvr>
                                        <p:cTn id="1061" dur="1000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63" dur="1000" fill="hold"/>
                                        <p:tgtEl>
                                          <p:spTgt spid="25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0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18782 0.0722759 E" pathEditMode="relative" ptsTypes="">
                                      <p:cBhvr>
                                        <p:cTn id="1065" dur="10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67" dur="1000" fill="hold"/>
                                        <p:tgtEl>
                                          <p:spTgt spid="25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0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00291 0.0722759 E" pathEditMode="relative" ptsTypes="">
                                      <p:cBhvr>
                                        <p:cTn id="1069" dur="10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71" dur="1000" fill="hold"/>
                                        <p:tgtEl>
                                          <p:spTgt spid="25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0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92749 0.0755633 E" pathEditMode="relative" ptsTypes="">
                                      <p:cBhvr>
                                        <p:cTn id="1073" dur="10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75" dur="1000" fill="hold"/>
                                        <p:tgtEl>
                                          <p:spTgt spid="25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0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74257 0.0755633 E" pathEditMode="relative" ptsTypes="">
                                      <p:cBhvr>
                                        <p:cTn id="1077" dur="10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79" dur="1000" fill="hold"/>
                                        <p:tgtEl>
                                          <p:spTgt spid="25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0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55766 0.0755633 E" pathEditMode="relative" ptsTypes="">
                                      <p:cBhvr>
                                        <p:cTn id="1081" dur="10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83" dur="1000" fill="hold"/>
                                        <p:tgtEl>
                                          <p:spTgt spid="25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0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37274 0.0755633 E" pathEditMode="relative" ptsTypes="">
                                      <p:cBhvr>
                                        <p:cTn id="1085" dur="10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87" dur="1000" fill="hold"/>
                                        <p:tgtEl>
                                          <p:spTgt spid="26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0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18782 0.0755633 E" pathEditMode="relative" ptsTypes="">
                                      <p:cBhvr>
                                        <p:cTn id="1089" dur="10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91" dur="1000" fill="hold"/>
                                        <p:tgtEl>
                                          <p:spTgt spid="26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0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00291 0.0755633 E" pathEditMode="relative" ptsTypes="">
                                      <p:cBhvr>
                                        <p:cTn id="1093" dur="10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95" dur="1000" fill="hold"/>
                                        <p:tgtEl>
                                          <p:spTgt spid="26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0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92749 0.0788507 E" pathEditMode="relative" ptsTypes="">
                                      <p:cBhvr>
                                        <p:cTn id="1097" dur="10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99" dur="1000" fill="hold"/>
                                        <p:tgtEl>
                                          <p:spTgt spid="26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1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74257 0.0788507 E" pathEditMode="relative" ptsTypes="">
                                      <p:cBhvr>
                                        <p:cTn id="1101" dur="100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03" dur="1000" fill="hold"/>
                                        <p:tgtEl>
                                          <p:spTgt spid="26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1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55766 0.0788507 E" pathEditMode="relative" ptsTypes="">
                                      <p:cBhvr>
                                        <p:cTn id="1105" dur="100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07" dur="1000" fill="hold"/>
                                        <p:tgtEl>
                                          <p:spTgt spid="26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1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37274 0.0788507 E" pathEditMode="relative" ptsTypes="">
                                      <p:cBhvr>
                                        <p:cTn id="1109" dur="100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11" dur="1000" fill="hold"/>
                                        <p:tgtEl>
                                          <p:spTgt spid="26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1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18782 0.0788507 E" pathEditMode="relative" ptsTypes="">
                                      <p:cBhvr>
                                        <p:cTn id="1113" dur="100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15" dur="1000" fill="hold"/>
                                        <p:tgtEl>
                                          <p:spTgt spid="26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1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00291 0.0788507 E" pathEditMode="relative" ptsTypes="">
                                      <p:cBhvr>
                                        <p:cTn id="1117" dur="1000" fill="hold"/>
                                        <p:tgtEl>
                                          <p:spTgt spid="2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19" dur="1000" fill="hold"/>
                                        <p:tgtEl>
                                          <p:spTgt spid="26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1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92749 0.0821381 E" pathEditMode="relative" ptsTypes="">
                                      <p:cBhvr>
                                        <p:cTn id="1121" dur="1000" fill="hold"/>
                                        <p:tgtEl>
                                          <p:spTgt spid="2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23" dur="1000" fill="hold"/>
                                        <p:tgtEl>
                                          <p:spTgt spid="26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1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74257 0.0821381 E" pathEditMode="relative" ptsTypes="">
                                      <p:cBhvr>
                                        <p:cTn id="1125" dur="1000" fill="hold"/>
                                        <p:tgtEl>
                                          <p:spTgt spid="2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27" dur="1000" fill="hold"/>
                                        <p:tgtEl>
                                          <p:spTgt spid="27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1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55766 0.0821381 E" pathEditMode="relative" ptsTypes="">
                                      <p:cBhvr>
                                        <p:cTn id="1129" dur="1000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31" dur="1000" fill="hold"/>
                                        <p:tgtEl>
                                          <p:spTgt spid="27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1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37274 0.0821381 E" pathEditMode="relative" ptsTypes="">
                                      <p:cBhvr>
                                        <p:cTn id="1133" dur="1000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35" dur="1000" fill="hold"/>
                                        <p:tgtEl>
                                          <p:spTgt spid="27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1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18782 0.0821381 E" pathEditMode="relative" ptsTypes="">
                                      <p:cBhvr>
                                        <p:cTn id="1137" dur="1000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39" dur="1000" fill="hold"/>
                                        <p:tgtEl>
                                          <p:spTgt spid="27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1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00291 0.0821381 E" pathEditMode="relative" ptsTypes="">
                                      <p:cBhvr>
                                        <p:cTn id="1141" dur="10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4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43" dur="1000" fill="hold"/>
                                        <p:tgtEl>
                                          <p:spTgt spid="27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1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92749 0.0854255 E" pathEditMode="relative" ptsTypes="">
                                      <p:cBhvr>
                                        <p:cTn id="1145" dur="10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47" dur="1000" fill="hold"/>
                                        <p:tgtEl>
                                          <p:spTgt spid="27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1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74257 0.0854255 E" pathEditMode="relative" ptsTypes="">
                                      <p:cBhvr>
                                        <p:cTn id="1149" dur="1000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51" dur="1000" fill="hold"/>
                                        <p:tgtEl>
                                          <p:spTgt spid="27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1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55766 0.0854255 E" pathEditMode="relative" ptsTypes="">
                                      <p:cBhvr>
                                        <p:cTn id="1153" dur="10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55" dur="1000" fill="hold"/>
                                        <p:tgtEl>
                                          <p:spTgt spid="27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1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37274 0.0854255 E" pathEditMode="relative" ptsTypes="">
                                      <p:cBhvr>
                                        <p:cTn id="1157" dur="1000" fill="hold"/>
                                        <p:tgtEl>
                                          <p:spTgt spid="2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59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1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18782 0.0854255 E" pathEditMode="relative" ptsTypes="">
                                      <p:cBhvr>
                                        <p:cTn id="1161" dur="1000" fill="hold"/>
                                        <p:tgtEl>
                                          <p:spTgt spid="2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63" dur="1000" fill="hold"/>
                                        <p:tgtEl>
                                          <p:spTgt spid="27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1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00291 0.0854255 E" pathEditMode="relative" ptsTypes="">
                                      <p:cBhvr>
                                        <p:cTn id="1165" dur="10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67" dur="1000" fill="hold"/>
                                        <p:tgtEl>
                                          <p:spTgt spid="28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1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92749 0.0887129 E" pathEditMode="relative" ptsTypes="">
                                      <p:cBhvr>
                                        <p:cTn id="1169" dur="1000" fill="hold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71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1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74257 0.0887129 E" pathEditMode="relative" ptsTypes="">
                                      <p:cBhvr>
                                        <p:cTn id="1173" dur="1000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75" dur="1000" fill="hold"/>
                                        <p:tgtEl>
                                          <p:spTgt spid="28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1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55766 0.0887129 E" pathEditMode="relative" ptsTypes="">
                                      <p:cBhvr>
                                        <p:cTn id="1177" dur="1000" fill="hold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79" dur="1000" fill="hold"/>
                                        <p:tgtEl>
                                          <p:spTgt spid="28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1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37274 0.0887129 E" pathEditMode="relative" ptsTypes="">
                                      <p:cBhvr>
                                        <p:cTn id="1181" dur="100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83" dur="1000" fill="hold"/>
                                        <p:tgtEl>
                                          <p:spTgt spid="28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1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18782 0.0887129 E" pathEditMode="relative" ptsTypes="">
                                      <p:cBhvr>
                                        <p:cTn id="1185" dur="1000" fill="hold"/>
                                        <p:tgtEl>
                                          <p:spTgt spid="2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87" dur="1000" fill="hold"/>
                                        <p:tgtEl>
                                          <p:spTgt spid="28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1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00291 0.0887129 E" pathEditMode="relative" ptsTypes="">
                                      <p:cBhvr>
                                        <p:cTn id="1189" dur="100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91" dur="1000" fill="hold"/>
                                        <p:tgtEl>
                                          <p:spTgt spid="28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1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0095 0.0565433 E" pathEditMode="relative" ptsTypes="">
                                      <p:cBhvr>
                                        <p:cTn id="1193" dur="100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95" dur="1000" fill="hold"/>
                                        <p:tgtEl>
                                          <p:spTgt spid="28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1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61604 0.0565433 E" pathEditMode="relative" ptsTypes="">
                                      <p:cBhvr>
                                        <p:cTn id="1197" dur="1000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99" dur="1000" fill="hold"/>
                                        <p:tgtEl>
                                          <p:spTgt spid="28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2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43112 0.0565433 E" pathEditMode="relative" ptsTypes="">
                                      <p:cBhvr>
                                        <p:cTn id="1201" dur="100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03" dur="1000" fill="hold"/>
                                        <p:tgtEl>
                                          <p:spTgt spid="28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2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0095 0.0598307 E" pathEditMode="relative" ptsTypes="">
                                      <p:cBhvr>
                                        <p:cTn id="1205" dur="10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07" dur="1000" fill="hold"/>
                                        <p:tgtEl>
                                          <p:spTgt spid="29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2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61604 0.0598307 E" pathEditMode="relative" ptsTypes="">
                                      <p:cBhvr>
                                        <p:cTn id="1209" dur="1000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11" dur="1000" fill="hold"/>
                                        <p:tgtEl>
                                          <p:spTgt spid="29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2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43112 0.0598307 E" pathEditMode="relative" ptsTypes="">
                                      <p:cBhvr>
                                        <p:cTn id="1213" dur="10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15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2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0095 0.0631181 E" pathEditMode="relative" ptsTypes="">
                                      <p:cBhvr>
                                        <p:cTn id="1217" dur="100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19" dur="1000" fill="hold"/>
                                        <p:tgtEl>
                                          <p:spTgt spid="29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2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61604 0.0631181 E" pathEditMode="relative" ptsTypes="">
                                      <p:cBhvr>
                                        <p:cTn id="1221" dur="10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23" dur="1000" fill="hold"/>
                                        <p:tgtEl>
                                          <p:spTgt spid="29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2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43112 0.0631181 E" pathEditMode="relative" ptsTypes="">
                                      <p:cBhvr>
                                        <p:cTn id="1225" dur="1000" fill="hold"/>
                                        <p:tgtEl>
                                          <p:spTgt spid="2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27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2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0095 0.077207 E" pathEditMode="relative" ptsTypes="">
                                      <p:cBhvr>
                                        <p:cTn id="1229" dur="1000" fill="hold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31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2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61604 0.077207 E" pathEditMode="relative" ptsTypes="">
                                      <p:cBhvr>
                                        <p:cTn id="1233" dur="1000" fill="hold"/>
                                        <p:tgtEl>
                                          <p:spTgt spid="2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35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2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43112 0.077207 E" pathEditMode="relative" ptsTypes="">
                                      <p:cBhvr>
                                        <p:cTn id="1237" dur="1000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39" dur="1000" fill="hold"/>
                                        <p:tgtEl>
                                          <p:spTgt spid="29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2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0095 0.0804944 E" pathEditMode="relative" ptsTypes="">
                                      <p:cBhvr>
                                        <p:cTn id="1241" dur="1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4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43" dur="1000" fill="hold"/>
                                        <p:tgtEl>
                                          <p:spTgt spid="29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2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61604 0.0804944 E" pathEditMode="relative" ptsTypes="">
                                      <p:cBhvr>
                                        <p:cTn id="1245" dur="1000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47" dur="1000" fill="hold"/>
                                        <p:tgtEl>
                                          <p:spTgt spid="30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2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43112 0.0804944 E" pathEditMode="relative" ptsTypes="">
                                      <p:cBhvr>
                                        <p:cTn id="1249" dur="1000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51" dur="1000" fill="hold"/>
                                        <p:tgtEl>
                                          <p:spTgt spid="30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2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0095 0.0837818 E" pathEditMode="relative" ptsTypes="">
                                      <p:cBhvr>
                                        <p:cTn id="1253" dur="1000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55" dur="1000" fill="hold"/>
                                        <p:tgtEl>
                                          <p:spTgt spid="30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2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61604 0.0837818 E" pathEditMode="relative" ptsTypes="">
                                      <p:cBhvr>
                                        <p:cTn id="1257" dur="1000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59" dur="1000" fill="hold"/>
                                        <p:tgtEl>
                                          <p:spTgt spid="30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2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43112 0.0837818 E" pathEditMode="relative" ptsTypes="">
                                      <p:cBhvr>
                                        <p:cTn id="1261" dur="1000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63" dur="1000" fill="hold"/>
                                        <p:tgtEl>
                                          <p:spTgt spid="30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2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0095 0.0978706 E" pathEditMode="relative" ptsTypes="">
                                      <p:cBhvr>
                                        <p:cTn id="1265" dur="1000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67" dur="1000" fill="hold"/>
                                        <p:tgtEl>
                                          <p:spTgt spid="30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2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61604 0.0978706 E" pathEditMode="relative" ptsTypes="">
                                      <p:cBhvr>
                                        <p:cTn id="1269" dur="1000" fill="hold"/>
                                        <p:tgtEl>
                                          <p:spTgt spid="3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71" dur="1000" fill="hold"/>
                                        <p:tgtEl>
                                          <p:spTgt spid="30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2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43112 0.0978706 E" pathEditMode="relative" ptsTypes="">
                                      <p:cBhvr>
                                        <p:cTn id="1273" dur="1000" fill="hold"/>
                                        <p:tgtEl>
                                          <p:spTgt spid="3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75" dur="1000" fill="hold"/>
                                        <p:tgtEl>
                                          <p:spTgt spid="30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2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0095 0.101158 E" pathEditMode="relative" ptsTypes="">
                                      <p:cBhvr>
                                        <p:cTn id="1277" dur="100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79" dur="1000" fill="hold"/>
                                        <p:tgtEl>
                                          <p:spTgt spid="30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2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61604 0.101158 E" pathEditMode="relative" ptsTypes="">
                                      <p:cBhvr>
                                        <p:cTn id="1281" dur="1000" fill="hold"/>
                                        <p:tgtEl>
                                          <p:spTgt spid="3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83" dur="1000" fill="hold"/>
                                        <p:tgtEl>
                                          <p:spTgt spid="30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2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43112 0.101158 E" pathEditMode="relative" ptsTypes="">
                                      <p:cBhvr>
                                        <p:cTn id="1285" dur="1000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87" dur="1000" fill="hold"/>
                                        <p:tgtEl>
                                          <p:spTgt spid="31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2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0095 0.1044454 E" pathEditMode="relative" ptsTypes="">
                                      <p:cBhvr>
                                        <p:cTn id="1289" dur="100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91" dur="1000" fill="hold"/>
                                        <p:tgtEl>
                                          <p:spTgt spid="31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2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61604 0.1044454 E" pathEditMode="relative" ptsTypes="">
                                      <p:cBhvr>
                                        <p:cTn id="1293" dur="1000" fill="hold"/>
                                        <p:tgtEl>
                                          <p:spTgt spid="3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95" dur="1000" fill="hold"/>
                                        <p:tgtEl>
                                          <p:spTgt spid="31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2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43112 0.1044454 E" pathEditMode="relative" ptsTypes="">
                                      <p:cBhvr>
                                        <p:cTn id="1297" dur="1000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99" dur="1000" fill="hold"/>
                                        <p:tgtEl>
                                          <p:spTgt spid="31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108000" y="108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0" grpId="0" animBg="1"/>
      <p:bldP spid="320" grpId="1" animBg="1"/>
      <p:bldP spid="2" grpId="0" animBg="1"/>
      <p:bldP spid="2" grpId="1" animBg="1"/>
      <p:bldP spid="3" grpId="0" animBg="1"/>
      <p:bldP spid="3" grpId="1" animBg="1"/>
      <p:bldP spid="4" grpId="0" animBg="1"/>
      <p:bldP spid="4" grpId="1" animBg="1"/>
      <p:bldP spid="5" grpId="0" animBg="1"/>
      <p:bldP spid="5" grpId="1" animBg="1"/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9" grpId="0" animBg="1"/>
      <p:bldP spid="9" grpId="1" animBg="1"/>
      <p:bldP spid="10" grpId="0" animBg="1"/>
      <p:bldP spid="10" grpId="1" animBg="1"/>
      <p:bldP spid="11" grpId="0" animBg="1"/>
      <p:bldP spid="11" grpId="1" animBg="1"/>
      <p:bldP spid="12" grpId="0" animBg="1"/>
      <p:bldP spid="12" grpId="1" animBg="1"/>
      <p:bldP spid="13" grpId="0" animBg="1"/>
      <p:bldP spid="13" grpId="1" animBg="1"/>
      <p:bldP spid="14" grpId="0" animBg="1"/>
      <p:bldP spid="14" grpId="1" animBg="1"/>
      <p:bldP spid="15" grpId="0" animBg="1"/>
      <p:bldP spid="15" grpId="1" animBg="1"/>
      <p:bldP spid="16" grpId="0" animBg="1"/>
      <p:bldP spid="16" grpId="1" animBg="1"/>
      <p:bldP spid="17" grpId="0" animBg="1"/>
      <p:bldP spid="17" grpId="1" animBg="1"/>
      <p:bldP spid="18" grpId="0" animBg="1"/>
      <p:bldP spid="18" grpId="1" animBg="1"/>
      <p:bldP spid="19" grpId="0" animBg="1"/>
      <p:bldP spid="19" grpId="1" animBg="1"/>
      <p:bldP spid="20" grpId="0" animBg="1"/>
      <p:bldP spid="20" grpId="1" animBg="1"/>
      <p:bldP spid="21" grpId="0" animBg="1"/>
      <p:bldP spid="21" grpId="1" animBg="1"/>
      <p:bldP spid="22" grpId="0" animBg="1"/>
      <p:bldP spid="22" grpId="1" animBg="1"/>
      <p:bldP spid="23" grpId="0" animBg="1"/>
      <p:bldP spid="23" grpId="1" animBg="1"/>
      <p:bldP spid="24" grpId="0" animBg="1"/>
      <p:bldP spid="24" grpId="1" animBg="1"/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  <p:bldP spid="33" grpId="0" animBg="1"/>
      <p:bldP spid="33" grpId="1" animBg="1"/>
      <p:bldP spid="34" grpId="0" animBg="1"/>
      <p:bldP spid="34" grpId="1" animBg="1"/>
      <p:bldP spid="35" grpId="0" animBg="1"/>
      <p:bldP spid="35" grpId="1" animBg="1"/>
      <p:bldP spid="36" grpId="0" animBg="1"/>
      <p:bldP spid="36" grpId="1" animBg="1"/>
      <p:bldP spid="37" grpId="0" animBg="1"/>
      <p:bldP spid="37" grpId="1" animBg="1"/>
      <p:bldP spid="38" grpId="0" animBg="1"/>
      <p:bldP spid="38" grpId="1" animBg="1"/>
      <p:bldP spid="39" grpId="0" animBg="1"/>
      <p:bldP spid="39" grpId="1" animBg="1"/>
      <p:bldP spid="40" grpId="0" animBg="1"/>
      <p:bldP spid="40" grpId="1" animBg="1"/>
      <p:bldP spid="41" grpId="0" animBg="1"/>
      <p:bldP spid="41" grpId="1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  <p:bldP spid="51" grpId="0" animBg="1"/>
      <p:bldP spid="51" grpId="1" animBg="1"/>
      <p:bldP spid="52" grpId="0" animBg="1"/>
      <p:bldP spid="52" grpId="1" animBg="1"/>
      <p:bldP spid="53" grpId="0" animBg="1"/>
      <p:bldP spid="53" grpId="1" animBg="1"/>
      <p:bldP spid="54" grpId="0" animBg="1"/>
      <p:bldP spid="54" grpId="1" animBg="1"/>
      <p:bldP spid="55" grpId="0" animBg="1"/>
      <p:bldP spid="55" grpId="1" animBg="1"/>
      <p:bldP spid="56" grpId="0" animBg="1"/>
      <p:bldP spid="56" grpId="1" animBg="1"/>
      <p:bldP spid="57" grpId="0" animBg="1"/>
      <p:bldP spid="57" grpId="1" animBg="1"/>
      <p:bldP spid="58" grpId="0" animBg="1"/>
      <p:bldP spid="58" grpId="1" animBg="1"/>
      <p:bldP spid="59" grpId="0" animBg="1"/>
      <p:bldP spid="59" grpId="1" animBg="1"/>
      <p:bldP spid="60" grpId="0" animBg="1"/>
      <p:bldP spid="60" grpId="1" animBg="1"/>
      <p:bldP spid="61" grpId="0" animBg="1"/>
      <p:bldP spid="61" grpId="1" animBg="1"/>
      <p:bldP spid="62" grpId="0" animBg="1"/>
      <p:bldP spid="62" grpId="1" animBg="1"/>
      <p:bldP spid="63" grpId="0" animBg="1"/>
      <p:bldP spid="63" grpId="1" animBg="1"/>
      <p:bldP spid="64" grpId="0" animBg="1"/>
      <p:bldP spid="64" grpId="1" animBg="1"/>
      <p:bldP spid="65" grpId="0" animBg="1"/>
      <p:bldP spid="65" grpId="1" animBg="1"/>
      <p:bldP spid="66" grpId="0" animBg="1"/>
      <p:bldP spid="66" grpId="1" animBg="1"/>
      <p:bldP spid="67" grpId="0" animBg="1"/>
      <p:bldP spid="67" grpId="1" animBg="1"/>
      <p:bldP spid="68" grpId="0"/>
      <p:bldP spid="68" grpId="1"/>
      <p:bldP spid="69" grpId="0"/>
      <p:bldP spid="69" grpId="1"/>
      <p:bldP spid="70" grpId="0"/>
      <p:bldP spid="70" grpId="1"/>
      <p:bldP spid="71" grpId="0"/>
      <p:bldP spid="71" grpId="1"/>
      <p:bldP spid="72" grpId="0"/>
      <p:bldP spid="72" grpId="1"/>
      <p:bldP spid="73" grpId="0"/>
      <p:bldP spid="73" grpId="1"/>
      <p:bldP spid="74" grpId="0"/>
      <p:bldP spid="74" grpId="1"/>
      <p:bldP spid="75" grpId="0"/>
      <p:bldP spid="75" grpId="1"/>
      <p:bldP spid="76" grpId="0"/>
      <p:bldP spid="76" grpId="1"/>
      <p:bldP spid="77" grpId="0"/>
      <p:bldP spid="77" grpId="1"/>
      <p:bldP spid="78" grpId="0"/>
      <p:bldP spid="78" grpId="1"/>
      <p:bldP spid="79" grpId="0"/>
      <p:bldP spid="79" grpId="1"/>
      <p:bldP spid="80" grpId="0"/>
      <p:bldP spid="80" grpId="1"/>
      <p:bldP spid="81" grpId="0"/>
      <p:bldP spid="81" grpId="1"/>
      <p:bldP spid="82" grpId="0"/>
      <p:bldP spid="82" grpId="1"/>
      <p:bldP spid="83" grpId="0"/>
      <p:bldP spid="83" grpId="1"/>
      <p:bldP spid="84" grpId="0"/>
      <p:bldP spid="84" grpId="1"/>
      <p:bldP spid="85" grpId="0"/>
      <p:bldP spid="85" grpId="1"/>
      <p:bldP spid="86" grpId="0"/>
      <p:bldP spid="86" grpId="1"/>
      <p:bldP spid="87" grpId="0"/>
      <p:bldP spid="87" grpId="1"/>
      <p:bldP spid="88" grpId="0"/>
      <p:bldP spid="88" grpId="1"/>
      <p:bldP spid="89" grpId="0"/>
      <p:bldP spid="89" grpId="1"/>
      <p:bldP spid="90" grpId="0"/>
      <p:bldP spid="90" grpId="1"/>
      <p:bldP spid="91" grpId="0"/>
      <p:bldP spid="91" grpId="1"/>
      <p:bldP spid="92" grpId="0"/>
      <p:bldP spid="93" grpId="0" animBg="1"/>
      <p:bldP spid="93" grpId="1" animBg="1"/>
      <p:bldP spid="94" grpId="0" animBg="1"/>
      <p:bldP spid="94" grpId="1" animBg="1"/>
      <p:bldP spid="95" grpId="0" animBg="1"/>
      <p:bldP spid="95" grpId="1" animBg="1"/>
      <p:bldP spid="96" grpId="0" animBg="1"/>
      <p:bldP spid="96" grpId="1" animBg="1"/>
      <p:bldP spid="97" grpId="0" animBg="1"/>
      <p:bldP spid="97" grpId="1" animBg="1"/>
      <p:bldP spid="98" grpId="0" animBg="1"/>
      <p:bldP spid="98" grpId="1" animBg="1"/>
      <p:bldP spid="99" grpId="0" animBg="1"/>
      <p:bldP spid="99" grpId="1" animBg="1"/>
      <p:bldP spid="100" grpId="0" animBg="1"/>
      <p:bldP spid="100" grpId="1" animBg="1"/>
      <p:bldP spid="101" grpId="0" animBg="1"/>
      <p:bldP spid="101" grpId="1" animBg="1"/>
      <p:bldP spid="102" grpId="0" animBg="1"/>
      <p:bldP spid="102" grpId="1" animBg="1"/>
      <p:bldP spid="103" grpId="0" animBg="1"/>
      <p:bldP spid="103" grpId="1" animBg="1"/>
      <p:bldP spid="104" grpId="0" animBg="1"/>
      <p:bldP spid="104" grpId="1" animBg="1"/>
      <p:bldP spid="105" grpId="0" animBg="1"/>
      <p:bldP spid="105" grpId="1" animBg="1"/>
      <p:bldP spid="106" grpId="0" animBg="1"/>
      <p:bldP spid="106" grpId="1" animBg="1"/>
      <p:bldP spid="107" grpId="0" animBg="1"/>
      <p:bldP spid="107" grpId="1" animBg="1"/>
      <p:bldP spid="108" grpId="0" animBg="1"/>
      <p:bldP spid="108" grpId="1" animBg="1"/>
      <p:bldP spid="109" grpId="0" animBg="1"/>
      <p:bldP spid="109" grpId="1" animBg="1"/>
      <p:bldP spid="110" grpId="0" animBg="1"/>
      <p:bldP spid="110" grpId="1" animBg="1"/>
      <p:bldP spid="111" grpId="0" animBg="1"/>
      <p:bldP spid="111" grpId="1" animBg="1"/>
      <p:bldP spid="112" grpId="0" animBg="1"/>
      <p:bldP spid="112" grpId="1" animBg="1"/>
      <p:bldP spid="113" grpId="0" animBg="1"/>
      <p:bldP spid="113" grpId="1" animBg="1"/>
      <p:bldP spid="114" grpId="0" animBg="1"/>
      <p:bldP spid="114" grpId="1" animBg="1"/>
      <p:bldP spid="115" grpId="0" animBg="1"/>
      <p:bldP spid="115" grpId="1" animBg="1"/>
      <p:bldP spid="116" grpId="0" animBg="1"/>
      <p:bldP spid="116" grpId="1" animBg="1"/>
      <p:bldP spid="117" grpId="0" animBg="1"/>
      <p:bldP spid="117" grpId="1" animBg="1"/>
      <p:bldP spid="118" grpId="0" animBg="1"/>
      <p:bldP spid="118" grpId="1" animBg="1"/>
      <p:bldP spid="119" grpId="0" animBg="1"/>
      <p:bldP spid="119" grpId="1" animBg="1"/>
      <p:bldP spid="120" grpId="0" animBg="1"/>
      <p:bldP spid="120" grpId="1" animBg="1"/>
      <p:bldP spid="121" grpId="0" animBg="1"/>
      <p:bldP spid="121" grpId="1" animBg="1"/>
      <p:bldP spid="122" grpId="0" animBg="1"/>
      <p:bldP spid="122" grpId="1" animBg="1"/>
      <p:bldP spid="123" grpId="0" animBg="1"/>
      <p:bldP spid="123" grpId="1" animBg="1"/>
      <p:bldP spid="124" grpId="0" animBg="1"/>
      <p:bldP spid="124" grpId="1" animBg="1"/>
      <p:bldP spid="125" grpId="0" animBg="1"/>
      <p:bldP spid="125" grpId="1" animBg="1"/>
      <p:bldP spid="126" grpId="0" animBg="1"/>
      <p:bldP spid="126" grpId="1" animBg="1"/>
      <p:bldP spid="127" grpId="0" animBg="1"/>
      <p:bldP spid="127" grpId="1" animBg="1"/>
      <p:bldP spid="128" grpId="0" animBg="1"/>
      <p:bldP spid="128" grpId="1" animBg="1"/>
      <p:bldP spid="129" grpId="0" animBg="1"/>
      <p:bldP spid="129" grpId="1" animBg="1"/>
      <p:bldP spid="130" grpId="0" animBg="1"/>
      <p:bldP spid="130" grpId="1" animBg="1"/>
      <p:bldP spid="131" grpId="0" animBg="1"/>
      <p:bldP spid="131" grpId="1" animBg="1"/>
      <p:bldP spid="132" grpId="0" animBg="1"/>
      <p:bldP spid="132" grpId="1" animBg="1"/>
      <p:bldP spid="133" grpId="0" animBg="1"/>
      <p:bldP spid="133" grpId="1" animBg="1"/>
      <p:bldP spid="134" grpId="0" animBg="1"/>
      <p:bldP spid="134" grpId="1" animBg="1"/>
      <p:bldP spid="135" grpId="0" animBg="1"/>
      <p:bldP spid="135" grpId="1" animBg="1"/>
      <p:bldP spid="136" grpId="0" animBg="1"/>
      <p:bldP spid="136" grpId="1" animBg="1"/>
      <p:bldP spid="137" grpId="0" animBg="1"/>
      <p:bldP spid="137" grpId="1" animBg="1"/>
      <p:bldP spid="138" grpId="0" animBg="1"/>
      <p:bldP spid="138" grpId="1" animBg="1"/>
      <p:bldP spid="139" grpId="0" animBg="1"/>
      <p:bldP spid="139" grpId="1" animBg="1"/>
      <p:bldP spid="140" grpId="0" animBg="1"/>
      <p:bldP spid="140" grpId="1" animBg="1"/>
      <p:bldP spid="141" grpId="0" animBg="1"/>
      <p:bldP spid="141" grpId="1" animBg="1"/>
      <p:bldP spid="142" grpId="0" animBg="1"/>
      <p:bldP spid="142" grpId="1" animBg="1"/>
      <p:bldP spid="143" grpId="0" animBg="1"/>
      <p:bldP spid="143" grpId="1" animBg="1"/>
      <p:bldP spid="144" grpId="0" animBg="1"/>
      <p:bldP spid="144" grpId="1" animBg="1"/>
      <p:bldP spid="145" grpId="0" animBg="1"/>
      <p:bldP spid="145" grpId="1" animBg="1"/>
      <p:bldP spid="146" grpId="0" animBg="1"/>
      <p:bldP spid="146" grpId="1" animBg="1"/>
      <p:bldP spid="147" grpId="0" animBg="1"/>
      <p:bldP spid="147" grpId="1" animBg="1"/>
      <p:bldP spid="148" grpId="0" animBg="1"/>
      <p:bldP spid="148" grpId="1" animBg="1"/>
      <p:bldP spid="149" grpId="0" animBg="1"/>
      <p:bldP spid="149" grpId="1" animBg="1"/>
      <p:bldP spid="150" grpId="0" animBg="1"/>
      <p:bldP spid="150" grpId="1" animBg="1"/>
      <p:bldP spid="151" grpId="0" animBg="1"/>
      <p:bldP spid="151" grpId="1" animBg="1"/>
      <p:bldP spid="152" grpId="0" animBg="1"/>
      <p:bldP spid="152" grpId="1" animBg="1"/>
      <p:bldP spid="153" grpId="0" animBg="1"/>
      <p:bldP spid="153" grpId="1" animBg="1"/>
      <p:bldP spid="154" grpId="0" animBg="1"/>
      <p:bldP spid="154" grpId="1" animBg="1"/>
      <p:bldP spid="155" grpId="0" animBg="1"/>
      <p:bldP spid="155" grpId="1" animBg="1"/>
      <p:bldP spid="156" grpId="0" animBg="1"/>
      <p:bldP spid="156" grpId="1" animBg="1"/>
      <p:bldP spid="157" grpId="0" animBg="1"/>
      <p:bldP spid="157" grpId="1" animBg="1"/>
      <p:bldP spid="158" grpId="0" animBg="1"/>
      <p:bldP spid="158" grpId="1" animBg="1"/>
      <p:bldP spid="159" grpId="0" animBg="1"/>
      <p:bldP spid="159" grpId="1" animBg="1"/>
      <p:bldP spid="160" grpId="0" animBg="1"/>
      <p:bldP spid="160" grpId="1" animBg="1"/>
      <p:bldP spid="161" grpId="0" animBg="1"/>
      <p:bldP spid="161" grpId="1" animBg="1"/>
      <p:bldP spid="162" grpId="0" animBg="1"/>
      <p:bldP spid="162" grpId="1" animBg="1"/>
      <p:bldP spid="163" grpId="0" animBg="1"/>
      <p:bldP spid="163" grpId="1" animBg="1"/>
      <p:bldP spid="164" grpId="0" animBg="1"/>
      <p:bldP spid="164" grpId="1" animBg="1"/>
      <p:bldP spid="165" grpId="0" animBg="1"/>
      <p:bldP spid="165" grpId="1" animBg="1"/>
      <p:bldP spid="166" grpId="0" animBg="1"/>
      <p:bldP spid="166" grpId="1" animBg="1"/>
      <p:bldP spid="167" grpId="0" animBg="1"/>
      <p:bldP spid="167" grpId="1" animBg="1"/>
      <p:bldP spid="168" grpId="0" animBg="1"/>
      <p:bldP spid="168" grpId="1" animBg="1"/>
      <p:bldP spid="169" grpId="0" animBg="1"/>
      <p:bldP spid="169" grpId="1" animBg="1"/>
      <p:bldP spid="170" grpId="0" animBg="1"/>
      <p:bldP spid="170" grpId="1" animBg="1"/>
      <p:bldP spid="171" grpId="0" animBg="1"/>
      <p:bldP spid="171" grpId="1" animBg="1"/>
      <p:bldP spid="172" grpId="0" animBg="1"/>
      <p:bldP spid="172" grpId="1" animBg="1"/>
      <p:bldP spid="173" grpId="0" animBg="1"/>
      <p:bldP spid="173" grpId="1" animBg="1"/>
      <p:bldP spid="174" grpId="0" animBg="1"/>
      <p:bldP spid="174" grpId="1" animBg="1"/>
      <p:bldP spid="175" grpId="0" animBg="1"/>
      <p:bldP spid="175" grpId="1" animBg="1"/>
      <p:bldP spid="176" grpId="0" animBg="1"/>
      <p:bldP spid="176" grpId="1" animBg="1"/>
      <p:bldP spid="177" grpId="0" animBg="1"/>
      <p:bldP spid="177" grpId="1" animBg="1"/>
      <p:bldP spid="178" grpId="0" animBg="1"/>
      <p:bldP spid="178" grpId="1" animBg="1"/>
      <p:bldP spid="179" grpId="0" animBg="1"/>
      <p:bldP spid="179" grpId="1" animBg="1"/>
      <p:bldP spid="180" grpId="0" animBg="1"/>
      <p:bldP spid="180" grpId="1" animBg="1"/>
      <p:bldP spid="181" grpId="0" animBg="1"/>
      <p:bldP spid="181" grpId="1" animBg="1"/>
      <p:bldP spid="182" grpId="0" animBg="1"/>
      <p:bldP spid="182" grpId="1" animBg="1"/>
      <p:bldP spid="183" grpId="0" animBg="1"/>
      <p:bldP spid="183" grpId="1" animBg="1"/>
      <p:bldP spid="184" grpId="0" animBg="1"/>
      <p:bldP spid="184" grpId="1" animBg="1"/>
      <p:bldP spid="185" grpId="0" animBg="1"/>
      <p:bldP spid="185" grpId="1" animBg="1"/>
      <p:bldP spid="186" grpId="0" animBg="1"/>
      <p:bldP spid="186" grpId="1" animBg="1"/>
      <p:bldP spid="187" grpId="0" animBg="1"/>
      <p:bldP spid="187" grpId="1" animBg="1"/>
      <p:bldP spid="188" grpId="0" animBg="1"/>
      <p:bldP spid="188" grpId="1" animBg="1"/>
      <p:bldP spid="189" grpId="0" animBg="1"/>
      <p:bldP spid="189" grpId="1" animBg="1"/>
      <p:bldP spid="190" grpId="0" animBg="1"/>
      <p:bldP spid="190" grpId="1" animBg="1"/>
      <p:bldP spid="191" grpId="0" animBg="1"/>
      <p:bldP spid="191" grpId="1" animBg="1"/>
      <p:bldP spid="192" grpId="0" animBg="1"/>
      <p:bldP spid="192" grpId="1" animBg="1"/>
      <p:bldP spid="193" grpId="0" animBg="1"/>
      <p:bldP spid="193" grpId="1" animBg="1"/>
      <p:bldP spid="194" grpId="0" animBg="1"/>
      <p:bldP spid="194" grpId="1" animBg="1"/>
      <p:bldP spid="195" grpId="0" animBg="1"/>
      <p:bldP spid="195" grpId="1" animBg="1"/>
      <p:bldP spid="196" grpId="0" animBg="1"/>
      <p:bldP spid="196" grpId="1" animBg="1"/>
      <p:bldP spid="197" grpId="0" animBg="1"/>
      <p:bldP spid="197" grpId="1" animBg="1"/>
      <p:bldP spid="198" grpId="0" animBg="1"/>
      <p:bldP spid="198" grpId="1" animBg="1"/>
      <p:bldP spid="199" grpId="0" animBg="1"/>
      <p:bldP spid="199" grpId="1" animBg="1"/>
      <p:bldP spid="200" grpId="0" animBg="1"/>
      <p:bldP spid="200" grpId="1" animBg="1"/>
      <p:bldP spid="201" grpId="0" animBg="1"/>
      <p:bldP spid="201" grpId="1" animBg="1"/>
      <p:bldP spid="202" grpId="0" animBg="1"/>
      <p:bldP spid="202" grpId="1" animBg="1"/>
      <p:bldP spid="203" grpId="0" animBg="1"/>
      <p:bldP spid="203" grpId="1" animBg="1"/>
      <p:bldP spid="204" grpId="0" animBg="1"/>
      <p:bldP spid="204" grpId="1" animBg="1"/>
      <p:bldP spid="205" grpId="0" animBg="1"/>
      <p:bldP spid="205" grpId="1" animBg="1"/>
      <p:bldP spid="206" grpId="0" animBg="1"/>
      <p:bldP spid="206" grpId="1" animBg="1"/>
      <p:bldP spid="207" grpId="0" animBg="1"/>
      <p:bldP spid="207" grpId="1" animBg="1"/>
      <p:bldP spid="208" grpId="0" animBg="1"/>
      <p:bldP spid="208" grpId="1" animBg="1"/>
      <p:bldP spid="209" grpId="0" animBg="1"/>
      <p:bldP spid="209" grpId="1" animBg="1"/>
      <p:bldP spid="210" grpId="0" animBg="1"/>
      <p:bldP spid="210" grpId="1" animBg="1"/>
      <p:bldP spid="211" grpId="0" animBg="1"/>
      <p:bldP spid="211" grpId="1" animBg="1"/>
      <p:bldP spid="212" grpId="0" animBg="1"/>
      <p:bldP spid="212" grpId="1" animBg="1"/>
      <p:bldP spid="213" grpId="0" animBg="1"/>
      <p:bldP spid="213" grpId="1" animBg="1"/>
      <p:bldP spid="214" grpId="0" animBg="1"/>
      <p:bldP spid="214" grpId="1" animBg="1"/>
      <p:bldP spid="215" grpId="0" animBg="1"/>
      <p:bldP spid="215" grpId="1" animBg="1"/>
      <p:bldP spid="216" grpId="0" animBg="1"/>
      <p:bldP spid="216" grpId="1" animBg="1"/>
      <p:bldP spid="217" grpId="0" animBg="1"/>
      <p:bldP spid="217" grpId="1" animBg="1"/>
      <p:bldP spid="218" grpId="0" animBg="1"/>
      <p:bldP spid="218" grpId="1" animBg="1"/>
      <p:bldP spid="219" grpId="0" animBg="1"/>
      <p:bldP spid="219" grpId="1" animBg="1"/>
      <p:bldP spid="220" grpId="0" animBg="1"/>
      <p:bldP spid="220" grpId="1" animBg="1"/>
      <p:bldP spid="221" grpId="0" animBg="1"/>
      <p:bldP spid="221" grpId="1" animBg="1"/>
      <p:bldP spid="222" grpId="0" animBg="1"/>
      <p:bldP spid="222" grpId="1" animBg="1"/>
      <p:bldP spid="223" grpId="0" animBg="1"/>
      <p:bldP spid="223" grpId="1" animBg="1"/>
      <p:bldP spid="224" grpId="0" animBg="1"/>
      <p:bldP spid="224" grpId="1" animBg="1"/>
      <p:bldP spid="225" grpId="0" animBg="1"/>
      <p:bldP spid="225" grpId="1" animBg="1"/>
      <p:bldP spid="226" grpId="0" animBg="1"/>
      <p:bldP spid="226" grpId="1" animBg="1"/>
      <p:bldP spid="227" grpId="0" animBg="1"/>
      <p:bldP spid="227" grpId="1" animBg="1"/>
      <p:bldP spid="228" grpId="0" animBg="1"/>
      <p:bldP spid="228" grpId="1" animBg="1"/>
      <p:bldP spid="229" grpId="0" animBg="1"/>
      <p:bldP spid="229" grpId="1" animBg="1"/>
      <p:bldP spid="230" grpId="0" animBg="1"/>
      <p:bldP spid="230" grpId="1" animBg="1"/>
      <p:bldP spid="231" grpId="0" animBg="1"/>
      <p:bldP spid="231" grpId="1" animBg="1"/>
      <p:bldP spid="232" grpId="0" animBg="1"/>
      <p:bldP spid="232" grpId="1" animBg="1"/>
      <p:bldP spid="233" grpId="0" animBg="1"/>
      <p:bldP spid="233" grpId="1" animBg="1"/>
      <p:bldP spid="234" grpId="0" animBg="1"/>
      <p:bldP spid="234" grpId="1" animBg="1"/>
      <p:bldP spid="235" grpId="0" animBg="1"/>
      <p:bldP spid="235" grpId="1" animBg="1"/>
      <p:bldP spid="236" grpId="0" animBg="1"/>
      <p:bldP spid="236" grpId="1" animBg="1"/>
      <p:bldP spid="237" grpId="0" animBg="1"/>
      <p:bldP spid="237" grpId="1" animBg="1"/>
      <p:bldP spid="238" grpId="0" animBg="1"/>
      <p:bldP spid="238" grpId="1" animBg="1"/>
      <p:bldP spid="239" grpId="0" animBg="1"/>
      <p:bldP spid="239" grpId="1" animBg="1"/>
      <p:bldP spid="240" grpId="0" animBg="1"/>
      <p:bldP spid="240" grpId="1" animBg="1"/>
      <p:bldP spid="241" grpId="0" animBg="1"/>
      <p:bldP spid="241" grpId="1" animBg="1"/>
      <p:bldP spid="242" grpId="0" animBg="1"/>
      <p:bldP spid="242" grpId="1" animBg="1"/>
      <p:bldP spid="243" grpId="0" animBg="1"/>
      <p:bldP spid="243" grpId="1" animBg="1"/>
      <p:bldP spid="244" grpId="0" animBg="1"/>
      <p:bldP spid="244" grpId="1" animBg="1"/>
      <p:bldP spid="245" grpId="0" animBg="1"/>
      <p:bldP spid="245" grpId="1" animBg="1"/>
      <p:bldP spid="246" grpId="0" animBg="1"/>
      <p:bldP spid="246" grpId="1" animBg="1"/>
      <p:bldP spid="247" grpId="0" animBg="1"/>
      <p:bldP spid="247" grpId="1" animBg="1"/>
      <p:bldP spid="248" grpId="0" animBg="1"/>
      <p:bldP spid="248" grpId="1" animBg="1"/>
      <p:bldP spid="249" grpId="0" animBg="1"/>
      <p:bldP spid="249" grpId="1" animBg="1"/>
      <p:bldP spid="250" grpId="0" animBg="1"/>
      <p:bldP spid="250" grpId="1" animBg="1"/>
      <p:bldP spid="251" grpId="0" animBg="1"/>
      <p:bldP spid="251" grpId="1" animBg="1"/>
      <p:bldP spid="252" grpId="0" animBg="1"/>
      <p:bldP spid="252" grpId="1" animBg="1"/>
      <p:bldP spid="253" grpId="0" animBg="1"/>
      <p:bldP spid="253" grpId="1" animBg="1"/>
      <p:bldP spid="254" grpId="0" animBg="1"/>
      <p:bldP spid="254" grpId="1" animBg="1"/>
      <p:bldP spid="255" grpId="0" animBg="1"/>
      <p:bldP spid="255" grpId="1" animBg="1"/>
      <p:bldP spid="256" grpId="0" animBg="1"/>
      <p:bldP spid="256" grpId="1" animBg="1"/>
      <p:bldP spid="257" grpId="0" animBg="1"/>
      <p:bldP spid="257" grpId="1" animBg="1"/>
      <p:bldP spid="258" grpId="0" animBg="1"/>
      <p:bldP spid="258" grpId="1" animBg="1"/>
      <p:bldP spid="259" grpId="0" animBg="1"/>
      <p:bldP spid="259" grpId="1" animBg="1"/>
      <p:bldP spid="260" grpId="0" animBg="1"/>
      <p:bldP spid="260" grpId="1" animBg="1"/>
      <p:bldP spid="261" grpId="0" animBg="1"/>
      <p:bldP spid="261" grpId="1" animBg="1"/>
      <p:bldP spid="262" grpId="0" animBg="1"/>
      <p:bldP spid="262" grpId="1" animBg="1"/>
      <p:bldP spid="263" grpId="0" animBg="1"/>
      <p:bldP spid="263" grpId="1" animBg="1"/>
      <p:bldP spid="264" grpId="0" animBg="1"/>
      <p:bldP spid="264" grpId="1" animBg="1"/>
      <p:bldP spid="265" grpId="0" animBg="1"/>
      <p:bldP spid="265" grpId="1" animBg="1"/>
      <p:bldP spid="266" grpId="0" animBg="1"/>
      <p:bldP spid="266" grpId="1" animBg="1"/>
      <p:bldP spid="267" grpId="0" animBg="1"/>
      <p:bldP spid="267" grpId="1" animBg="1"/>
      <p:bldP spid="268" grpId="0" animBg="1"/>
      <p:bldP spid="268" grpId="1" animBg="1"/>
      <p:bldP spid="269" grpId="0" animBg="1"/>
      <p:bldP spid="269" grpId="1" animBg="1"/>
      <p:bldP spid="270" grpId="0" animBg="1"/>
      <p:bldP spid="270" grpId="1" animBg="1"/>
      <p:bldP spid="271" grpId="0" animBg="1"/>
      <p:bldP spid="271" grpId="1" animBg="1"/>
      <p:bldP spid="272" grpId="0" animBg="1"/>
      <p:bldP spid="272" grpId="1" animBg="1"/>
      <p:bldP spid="273" grpId="0" animBg="1"/>
      <p:bldP spid="273" grpId="1" animBg="1"/>
      <p:bldP spid="274" grpId="0" animBg="1"/>
      <p:bldP spid="274" grpId="1" animBg="1"/>
      <p:bldP spid="275" grpId="0" animBg="1"/>
      <p:bldP spid="275" grpId="1" animBg="1"/>
      <p:bldP spid="276" grpId="0" animBg="1"/>
      <p:bldP spid="276" grpId="1" animBg="1"/>
      <p:bldP spid="277" grpId="0" animBg="1"/>
      <p:bldP spid="277" grpId="1" animBg="1"/>
      <p:bldP spid="278" grpId="0" animBg="1"/>
      <p:bldP spid="278" grpId="1" animBg="1"/>
      <p:bldP spid="279" grpId="0" animBg="1"/>
      <p:bldP spid="279" grpId="1" animBg="1"/>
      <p:bldP spid="280" grpId="0" animBg="1"/>
      <p:bldP spid="280" grpId="1" animBg="1"/>
      <p:bldP spid="281" grpId="0" animBg="1"/>
      <p:bldP spid="281" grpId="1" animBg="1"/>
      <p:bldP spid="282" grpId="0" animBg="1"/>
      <p:bldP spid="282" grpId="1" animBg="1"/>
      <p:bldP spid="283" grpId="0" animBg="1"/>
      <p:bldP spid="283" grpId="1" animBg="1"/>
      <p:bldP spid="284" grpId="0" animBg="1"/>
      <p:bldP spid="284" grpId="1" animBg="1"/>
      <p:bldP spid="285" grpId="0" animBg="1"/>
      <p:bldP spid="285" grpId="1" animBg="1"/>
      <p:bldP spid="286" grpId="0" animBg="1"/>
      <p:bldP spid="286" grpId="1" animBg="1"/>
      <p:bldP spid="287" grpId="0" animBg="1"/>
      <p:bldP spid="287" grpId="1" animBg="1"/>
      <p:bldP spid="288" grpId="0" animBg="1"/>
      <p:bldP spid="288" grpId="1" animBg="1"/>
      <p:bldP spid="289" grpId="0" animBg="1"/>
      <p:bldP spid="289" grpId="1" animBg="1"/>
      <p:bldP spid="290" grpId="0" animBg="1"/>
      <p:bldP spid="290" grpId="1" animBg="1"/>
      <p:bldP spid="291" grpId="0" animBg="1"/>
      <p:bldP spid="291" grpId="1" animBg="1"/>
      <p:bldP spid="292" grpId="0" animBg="1"/>
      <p:bldP spid="292" grpId="1" animBg="1"/>
      <p:bldP spid="293" grpId="0" animBg="1"/>
      <p:bldP spid="293" grpId="1" animBg="1"/>
      <p:bldP spid="294" grpId="0" animBg="1"/>
      <p:bldP spid="294" grpId="1" animBg="1"/>
      <p:bldP spid="295" grpId="0" animBg="1"/>
      <p:bldP spid="295" grpId="1" animBg="1"/>
      <p:bldP spid="296" grpId="0" animBg="1"/>
      <p:bldP spid="296" grpId="1" animBg="1"/>
      <p:bldP spid="297" grpId="0" animBg="1"/>
      <p:bldP spid="297" grpId="1" animBg="1"/>
      <p:bldP spid="298" grpId="0" animBg="1"/>
      <p:bldP spid="298" grpId="1" animBg="1"/>
      <p:bldP spid="299" grpId="0" animBg="1"/>
      <p:bldP spid="299" grpId="1" animBg="1"/>
      <p:bldP spid="300" grpId="0" animBg="1"/>
      <p:bldP spid="300" grpId="1" animBg="1"/>
      <p:bldP spid="301" grpId="0" animBg="1"/>
      <p:bldP spid="301" grpId="1" animBg="1"/>
      <p:bldP spid="302" grpId="0" animBg="1"/>
      <p:bldP spid="302" grpId="1" animBg="1"/>
      <p:bldP spid="303" grpId="0" animBg="1"/>
      <p:bldP spid="303" grpId="1" animBg="1"/>
      <p:bldP spid="304" grpId="0" animBg="1"/>
      <p:bldP spid="304" grpId="1" animBg="1"/>
      <p:bldP spid="305" grpId="0" animBg="1"/>
      <p:bldP spid="305" grpId="1" animBg="1"/>
      <p:bldP spid="306" grpId="0" animBg="1"/>
      <p:bldP spid="306" grpId="1" animBg="1"/>
      <p:bldP spid="307" grpId="0" animBg="1"/>
      <p:bldP spid="307" grpId="1" animBg="1"/>
      <p:bldP spid="308" grpId="0" animBg="1"/>
      <p:bldP spid="308" grpId="1" animBg="1"/>
      <p:bldP spid="309" grpId="0" animBg="1"/>
      <p:bldP spid="309" grpId="1" animBg="1"/>
      <p:bldP spid="310" grpId="0" animBg="1"/>
      <p:bldP spid="310" grpId="1" animBg="1"/>
      <p:bldP spid="311" grpId="0" animBg="1"/>
      <p:bldP spid="311" grpId="1" animBg="1"/>
      <p:bldP spid="312" grpId="0" animBg="1"/>
      <p:bldP spid="312" grpId="1" animBg="1"/>
      <p:bldP spid="313" grpId="0" animBg="1"/>
      <p:bldP spid="313" grpId="1" animBg="1"/>
      <p:bldP spid="314" grpId="0"/>
      <p:bldP spid="314" grpId="1"/>
      <p:bldP spid="314" grpId="2"/>
      <p:bldP spid="315" grpId="0"/>
      <p:bldP spid="315" grpId="1"/>
      <p:bldP spid="316" grpId="0"/>
      <p:bldP spid="316" grpId="1"/>
      <p:bldP spid="317" grpId="0"/>
      <p:bldP spid="317" grpId="1"/>
      <p:bldP spid="318" grpId="0"/>
      <p:bldP spid="318" grpId="1"/>
      <p:bldP spid="319" grpId="0"/>
      <p:bldP spid="319" grpId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" name="anim_o5305_1">
            <a:extLst>
              <a:ext uri="{FF2B5EF4-FFF2-40B4-BE49-F238E27FC236}">
                <a16:creationId xmlns:a16="http://schemas.microsoft.com/office/drawing/2014/main" id="{0837386C-6AA1-4C28-861C-900A12DFD7DC}"/>
              </a:ext>
            </a:extLst>
          </p:cNvPr>
          <p:cNvSpPr>
            <a:spLocks noGrp="1"/>
          </p:cNvSpPr>
          <p:nvPr/>
        </p:nvSpPr>
        <p:spPr>
          <a:xfrm>
            <a:off x="5712510" y="1471446"/>
            <a:ext cx="444506" cy="88901"/>
          </a:xfrm>
          <a:custGeom>
            <a:avLst/>
            <a:gdLst/>
            <a:ahLst/>
            <a:cxnLst/>
            <a:rect l="0" t="0" r="0" b="0"/>
            <a:pathLst>
              <a:path w="444506" h="88901">
                <a:moveTo>
                  <a:pt x="0" y="63501"/>
                </a:moveTo>
                <a:lnTo>
                  <a:pt x="355605" y="63501"/>
                </a:lnTo>
                <a:lnTo>
                  <a:pt x="355605" y="88901"/>
                </a:lnTo>
                <a:lnTo>
                  <a:pt x="444506" y="44451"/>
                </a:lnTo>
                <a:lnTo>
                  <a:pt x="355605" y="0"/>
                </a:lnTo>
                <a:lnTo>
                  <a:pt x="355605" y="25401"/>
                </a:lnTo>
                <a:lnTo>
                  <a:pt x="0" y="25401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5306_1">
            <a:extLst>
              <a:ext uri="{FF2B5EF4-FFF2-40B4-BE49-F238E27FC236}">
                <a16:creationId xmlns:a16="http://schemas.microsoft.com/office/drawing/2014/main" id="{95632F05-45DB-42A5-BE51-321CC7114A47}"/>
              </a:ext>
            </a:extLst>
          </p:cNvPr>
          <p:cNvSpPr>
            <a:spLocks noGrp="1"/>
          </p:cNvSpPr>
          <p:nvPr/>
        </p:nvSpPr>
        <p:spPr>
          <a:xfrm>
            <a:off x="5712510" y="3384549"/>
            <a:ext cx="444506" cy="88901"/>
          </a:xfrm>
          <a:custGeom>
            <a:avLst/>
            <a:gdLst/>
            <a:ahLst/>
            <a:cxnLst/>
            <a:rect l="0" t="0" r="0" b="0"/>
            <a:pathLst>
              <a:path w="444506" h="88901">
                <a:moveTo>
                  <a:pt x="0" y="63501"/>
                </a:moveTo>
                <a:lnTo>
                  <a:pt x="355605" y="63501"/>
                </a:lnTo>
                <a:lnTo>
                  <a:pt x="355605" y="88901"/>
                </a:lnTo>
                <a:lnTo>
                  <a:pt x="444506" y="44451"/>
                </a:lnTo>
                <a:lnTo>
                  <a:pt x="355605" y="0"/>
                </a:lnTo>
                <a:lnTo>
                  <a:pt x="355605" y="25401"/>
                </a:lnTo>
                <a:lnTo>
                  <a:pt x="0" y="25401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5307_1">
            <a:extLst>
              <a:ext uri="{FF2B5EF4-FFF2-40B4-BE49-F238E27FC236}">
                <a16:creationId xmlns:a16="http://schemas.microsoft.com/office/drawing/2014/main" id="{5ED66007-B7B1-4DAB-9042-944D627B4D71}"/>
              </a:ext>
            </a:extLst>
          </p:cNvPr>
          <p:cNvSpPr>
            <a:spLocks noGrp="1"/>
          </p:cNvSpPr>
          <p:nvPr/>
        </p:nvSpPr>
        <p:spPr>
          <a:xfrm>
            <a:off x="5712510" y="5297653"/>
            <a:ext cx="444506" cy="88901"/>
          </a:xfrm>
          <a:custGeom>
            <a:avLst/>
            <a:gdLst/>
            <a:ahLst/>
            <a:cxnLst/>
            <a:rect l="0" t="0" r="0" b="0"/>
            <a:pathLst>
              <a:path w="444506" h="88901">
                <a:moveTo>
                  <a:pt x="0" y="63501"/>
                </a:moveTo>
                <a:lnTo>
                  <a:pt x="355605" y="63501"/>
                </a:lnTo>
                <a:lnTo>
                  <a:pt x="355605" y="88901"/>
                </a:lnTo>
                <a:lnTo>
                  <a:pt x="444506" y="44451"/>
                </a:lnTo>
                <a:lnTo>
                  <a:pt x="355605" y="0"/>
                </a:lnTo>
                <a:lnTo>
                  <a:pt x="355605" y="25401"/>
                </a:lnTo>
                <a:lnTo>
                  <a:pt x="0" y="25401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5195_1">
            <a:extLst>
              <a:ext uri="{FF2B5EF4-FFF2-40B4-BE49-F238E27FC236}">
                <a16:creationId xmlns:a16="http://schemas.microsoft.com/office/drawing/2014/main" id="{161D3645-4517-4EA6-AF39-4DB18DA7253B}"/>
              </a:ext>
            </a:extLst>
          </p:cNvPr>
          <p:cNvSpPr>
            <a:spLocks noGrp="1"/>
          </p:cNvSpPr>
          <p:nvPr/>
        </p:nvSpPr>
        <p:spPr>
          <a:xfrm>
            <a:off x="7360388" y="907181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5196_1">
            <a:extLst>
              <a:ext uri="{FF2B5EF4-FFF2-40B4-BE49-F238E27FC236}">
                <a16:creationId xmlns:a16="http://schemas.microsoft.com/office/drawing/2014/main" id="{2FFDB44F-2AEB-49DE-A79A-5A737B5E4073}"/>
              </a:ext>
            </a:extLst>
          </p:cNvPr>
          <p:cNvSpPr>
            <a:spLocks noGrp="1"/>
          </p:cNvSpPr>
          <p:nvPr/>
        </p:nvSpPr>
        <p:spPr>
          <a:xfrm>
            <a:off x="7664745" y="907181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5197_1">
            <a:extLst>
              <a:ext uri="{FF2B5EF4-FFF2-40B4-BE49-F238E27FC236}">
                <a16:creationId xmlns:a16="http://schemas.microsoft.com/office/drawing/2014/main" id="{F8F469F1-FC1A-4D53-8311-9BCD0A0FFA36}"/>
              </a:ext>
            </a:extLst>
          </p:cNvPr>
          <p:cNvSpPr>
            <a:spLocks noGrp="1"/>
          </p:cNvSpPr>
          <p:nvPr/>
        </p:nvSpPr>
        <p:spPr>
          <a:xfrm>
            <a:off x="7969102" y="907181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5198_1">
            <a:extLst>
              <a:ext uri="{FF2B5EF4-FFF2-40B4-BE49-F238E27FC236}">
                <a16:creationId xmlns:a16="http://schemas.microsoft.com/office/drawing/2014/main" id="{5C5382BD-EABF-45E2-B8AB-5B36876F14BE}"/>
              </a:ext>
            </a:extLst>
          </p:cNvPr>
          <p:cNvSpPr>
            <a:spLocks noGrp="1"/>
          </p:cNvSpPr>
          <p:nvPr/>
        </p:nvSpPr>
        <p:spPr>
          <a:xfrm>
            <a:off x="8273460" y="907181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5199_1">
            <a:extLst>
              <a:ext uri="{FF2B5EF4-FFF2-40B4-BE49-F238E27FC236}">
                <a16:creationId xmlns:a16="http://schemas.microsoft.com/office/drawing/2014/main" id="{A5F1A4D0-197C-49BF-88C3-5F18491AD619}"/>
              </a:ext>
            </a:extLst>
          </p:cNvPr>
          <p:cNvSpPr>
            <a:spLocks noGrp="1"/>
          </p:cNvSpPr>
          <p:nvPr/>
        </p:nvSpPr>
        <p:spPr>
          <a:xfrm>
            <a:off x="7360388" y="1211539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5200_1">
            <a:extLst>
              <a:ext uri="{FF2B5EF4-FFF2-40B4-BE49-F238E27FC236}">
                <a16:creationId xmlns:a16="http://schemas.microsoft.com/office/drawing/2014/main" id="{2E396BDB-1F05-4CE4-A702-2EC9EC938299}"/>
              </a:ext>
            </a:extLst>
          </p:cNvPr>
          <p:cNvSpPr>
            <a:spLocks noGrp="1"/>
          </p:cNvSpPr>
          <p:nvPr/>
        </p:nvSpPr>
        <p:spPr>
          <a:xfrm>
            <a:off x="7664745" y="1211539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5201_1">
            <a:extLst>
              <a:ext uri="{FF2B5EF4-FFF2-40B4-BE49-F238E27FC236}">
                <a16:creationId xmlns:a16="http://schemas.microsoft.com/office/drawing/2014/main" id="{7B792596-582F-4698-BDC0-83E24F37EE98}"/>
              </a:ext>
            </a:extLst>
          </p:cNvPr>
          <p:cNvSpPr>
            <a:spLocks noGrp="1"/>
          </p:cNvSpPr>
          <p:nvPr/>
        </p:nvSpPr>
        <p:spPr>
          <a:xfrm>
            <a:off x="7969102" y="1211539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5202_1">
            <a:extLst>
              <a:ext uri="{FF2B5EF4-FFF2-40B4-BE49-F238E27FC236}">
                <a16:creationId xmlns:a16="http://schemas.microsoft.com/office/drawing/2014/main" id="{294B9A6F-5A2A-413A-A926-2A075B05E3B9}"/>
              </a:ext>
            </a:extLst>
          </p:cNvPr>
          <p:cNvSpPr>
            <a:spLocks noGrp="1"/>
          </p:cNvSpPr>
          <p:nvPr/>
        </p:nvSpPr>
        <p:spPr>
          <a:xfrm>
            <a:off x="8273460" y="1211539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5203_1">
            <a:extLst>
              <a:ext uri="{FF2B5EF4-FFF2-40B4-BE49-F238E27FC236}">
                <a16:creationId xmlns:a16="http://schemas.microsoft.com/office/drawing/2014/main" id="{2BE28908-7158-48A3-87FF-A91370C27F0D}"/>
              </a:ext>
            </a:extLst>
          </p:cNvPr>
          <p:cNvSpPr>
            <a:spLocks noGrp="1"/>
          </p:cNvSpPr>
          <p:nvPr/>
        </p:nvSpPr>
        <p:spPr>
          <a:xfrm>
            <a:off x="7360388" y="1515896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5204_1">
            <a:extLst>
              <a:ext uri="{FF2B5EF4-FFF2-40B4-BE49-F238E27FC236}">
                <a16:creationId xmlns:a16="http://schemas.microsoft.com/office/drawing/2014/main" id="{68DF52E1-8184-40E7-8EAB-228FBAA94A43}"/>
              </a:ext>
            </a:extLst>
          </p:cNvPr>
          <p:cNvSpPr>
            <a:spLocks noGrp="1"/>
          </p:cNvSpPr>
          <p:nvPr/>
        </p:nvSpPr>
        <p:spPr>
          <a:xfrm>
            <a:off x="7664745" y="1515896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5205_1">
            <a:extLst>
              <a:ext uri="{FF2B5EF4-FFF2-40B4-BE49-F238E27FC236}">
                <a16:creationId xmlns:a16="http://schemas.microsoft.com/office/drawing/2014/main" id="{C54683B7-336A-4A68-A0B6-854C0513F546}"/>
              </a:ext>
            </a:extLst>
          </p:cNvPr>
          <p:cNvSpPr>
            <a:spLocks noGrp="1"/>
          </p:cNvSpPr>
          <p:nvPr/>
        </p:nvSpPr>
        <p:spPr>
          <a:xfrm>
            <a:off x="7969102" y="1515896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5206_1">
            <a:extLst>
              <a:ext uri="{FF2B5EF4-FFF2-40B4-BE49-F238E27FC236}">
                <a16:creationId xmlns:a16="http://schemas.microsoft.com/office/drawing/2014/main" id="{F454E9B3-2A6F-4996-AF04-BF57457434A9}"/>
              </a:ext>
            </a:extLst>
          </p:cNvPr>
          <p:cNvSpPr>
            <a:spLocks noGrp="1"/>
          </p:cNvSpPr>
          <p:nvPr/>
        </p:nvSpPr>
        <p:spPr>
          <a:xfrm>
            <a:off x="8273460" y="1515896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5207_1">
            <a:extLst>
              <a:ext uri="{FF2B5EF4-FFF2-40B4-BE49-F238E27FC236}">
                <a16:creationId xmlns:a16="http://schemas.microsoft.com/office/drawing/2014/main" id="{9F06F939-9561-4A87-8401-7F5064415224}"/>
              </a:ext>
            </a:extLst>
          </p:cNvPr>
          <p:cNvSpPr>
            <a:spLocks noGrp="1"/>
          </p:cNvSpPr>
          <p:nvPr/>
        </p:nvSpPr>
        <p:spPr>
          <a:xfrm>
            <a:off x="7360388" y="1820254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5208_1">
            <a:extLst>
              <a:ext uri="{FF2B5EF4-FFF2-40B4-BE49-F238E27FC236}">
                <a16:creationId xmlns:a16="http://schemas.microsoft.com/office/drawing/2014/main" id="{D2A79388-FDCD-4DDA-ABF5-676E691834B6}"/>
              </a:ext>
            </a:extLst>
          </p:cNvPr>
          <p:cNvSpPr>
            <a:spLocks noGrp="1"/>
          </p:cNvSpPr>
          <p:nvPr/>
        </p:nvSpPr>
        <p:spPr>
          <a:xfrm>
            <a:off x="7664745" y="1820254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5209_1">
            <a:extLst>
              <a:ext uri="{FF2B5EF4-FFF2-40B4-BE49-F238E27FC236}">
                <a16:creationId xmlns:a16="http://schemas.microsoft.com/office/drawing/2014/main" id="{29F8C619-30ED-42A4-AF6B-199D99BA3260}"/>
              </a:ext>
            </a:extLst>
          </p:cNvPr>
          <p:cNvSpPr>
            <a:spLocks noGrp="1"/>
          </p:cNvSpPr>
          <p:nvPr/>
        </p:nvSpPr>
        <p:spPr>
          <a:xfrm>
            <a:off x="7969102" y="1820254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5210_1">
            <a:extLst>
              <a:ext uri="{FF2B5EF4-FFF2-40B4-BE49-F238E27FC236}">
                <a16:creationId xmlns:a16="http://schemas.microsoft.com/office/drawing/2014/main" id="{3AED5F03-EEFA-4DE2-B293-88EED73044F2}"/>
              </a:ext>
            </a:extLst>
          </p:cNvPr>
          <p:cNvSpPr>
            <a:spLocks noGrp="1"/>
          </p:cNvSpPr>
          <p:nvPr/>
        </p:nvSpPr>
        <p:spPr>
          <a:xfrm>
            <a:off x="8273460" y="1820254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5212_1">
            <a:extLst>
              <a:ext uri="{FF2B5EF4-FFF2-40B4-BE49-F238E27FC236}">
                <a16:creationId xmlns:a16="http://schemas.microsoft.com/office/drawing/2014/main" id="{51D353C1-E0C7-4DA6-BF5C-7381179FAF56}"/>
              </a:ext>
            </a:extLst>
          </p:cNvPr>
          <p:cNvSpPr>
            <a:spLocks noGrp="1"/>
          </p:cNvSpPr>
          <p:nvPr/>
        </p:nvSpPr>
        <p:spPr>
          <a:xfrm>
            <a:off x="7360388" y="2820285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5213_1">
            <a:extLst>
              <a:ext uri="{FF2B5EF4-FFF2-40B4-BE49-F238E27FC236}">
                <a16:creationId xmlns:a16="http://schemas.microsoft.com/office/drawing/2014/main" id="{BE441955-C3E8-4EA1-9F5C-94798B6256D7}"/>
              </a:ext>
            </a:extLst>
          </p:cNvPr>
          <p:cNvSpPr>
            <a:spLocks noGrp="1"/>
          </p:cNvSpPr>
          <p:nvPr/>
        </p:nvSpPr>
        <p:spPr>
          <a:xfrm>
            <a:off x="7664745" y="2820285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5214_1">
            <a:extLst>
              <a:ext uri="{FF2B5EF4-FFF2-40B4-BE49-F238E27FC236}">
                <a16:creationId xmlns:a16="http://schemas.microsoft.com/office/drawing/2014/main" id="{732A98BA-652B-48B5-BE33-2B95101030B3}"/>
              </a:ext>
            </a:extLst>
          </p:cNvPr>
          <p:cNvSpPr>
            <a:spLocks noGrp="1"/>
          </p:cNvSpPr>
          <p:nvPr/>
        </p:nvSpPr>
        <p:spPr>
          <a:xfrm>
            <a:off x="7969102" y="2820285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5215_1">
            <a:extLst>
              <a:ext uri="{FF2B5EF4-FFF2-40B4-BE49-F238E27FC236}">
                <a16:creationId xmlns:a16="http://schemas.microsoft.com/office/drawing/2014/main" id="{A2947A37-3A77-4854-AC8D-60A89BB15415}"/>
              </a:ext>
            </a:extLst>
          </p:cNvPr>
          <p:cNvSpPr>
            <a:spLocks noGrp="1"/>
          </p:cNvSpPr>
          <p:nvPr/>
        </p:nvSpPr>
        <p:spPr>
          <a:xfrm>
            <a:off x="8273460" y="2820285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5216_1">
            <a:extLst>
              <a:ext uri="{FF2B5EF4-FFF2-40B4-BE49-F238E27FC236}">
                <a16:creationId xmlns:a16="http://schemas.microsoft.com/office/drawing/2014/main" id="{CBB73206-1F36-4944-9CDE-736B9BDE9BB9}"/>
              </a:ext>
            </a:extLst>
          </p:cNvPr>
          <p:cNvSpPr>
            <a:spLocks noGrp="1"/>
          </p:cNvSpPr>
          <p:nvPr/>
        </p:nvSpPr>
        <p:spPr>
          <a:xfrm>
            <a:off x="7360388" y="3124643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5217_1">
            <a:extLst>
              <a:ext uri="{FF2B5EF4-FFF2-40B4-BE49-F238E27FC236}">
                <a16:creationId xmlns:a16="http://schemas.microsoft.com/office/drawing/2014/main" id="{68520CBE-357F-4F13-B41D-DD310153A1C0}"/>
              </a:ext>
            </a:extLst>
          </p:cNvPr>
          <p:cNvSpPr>
            <a:spLocks noGrp="1"/>
          </p:cNvSpPr>
          <p:nvPr/>
        </p:nvSpPr>
        <p:spPr>
          <a:xfrm>
            <a:off x="7664745" y="3124643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5218_1">
            <a:extLst>
              <a:ext uri="{FF2B5EF4-FFF2-40B4-BE49-F238E27FC236}">
                <a16:creationId xmlns:a16="http://schemas.microsoft.com/office/drawing/2014/main" id="{669971DB-0DB7-474F-8552-BEB3D489A116}"/>
              </a:ext>
            </a:extLst>
          </p:cNvPr>
          <p:cNvSpPr>
            <a:spLocks noGrp="1"/>
          </p:cNvSpPr>
          <p:nvPr/>
        </p:nvSpPr>
        <p:spPr>
          <a:xfrm>
            <a:off x="7969102" y="3124643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5219_1">
            <a:extLst>
              <a:ext uri="{FF2B5EF4-FFF2-40B4-BE49-F238E27FC236}">
                <a16:creationId xmlns:a16="http://schemas.microsoft.com/office/drawing/2014/main" id="{E3720A19-E179-4E5C-830E-4427134482F2}"/>
              </a:ext>
            </a:extLst>
          </p:cNvPr>
          <p:cNvSpPr>
            <a:spLocks noGrp="1"/>
          </p:cNvSpPr>
          <p:nvPr/>
        </p:nvSpPr>
        <p:spPr>
          <a:xfrm>
            <a:off x="8273460" y="3124643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5220_1">
            <a:extLst>
              <a:ext uri="{FF2B5EF4-FFF2-40B4-BE49-F238E27FC236}">
                <a16:creationId xmlns:a16="http://schemas.microsoft.com/office/drawing/2014/main" id="{1ACB8380-A10C-414E-9195-8AEAF9C00C16}"/>
              </a:ext>
            </a:extLst>
          </p:cNvPr>
          <p:cNvSpPr>
            <a:spLocks noGrp="1"/>
          </p:cNvSpPr>
          <p:nvPr/>
        </p:nvSpPr>
        <p:spPr>
          <a:xfrm>
            <a:off x="7360388" y="3429000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5221_1">
            <a:extLst>
              <a:ext uri="{FF2B5EF4-FFF2-40B4-BE49-F238E27FC236}">
                <a16:creationId xmlns:a16="http://schemas.microsoft.com/office/drawing/2014/main" id="{8ACFF46A-5A23-48B2-8164-10FD8DC9460B}"/>
              </a:ext>
            </a:extLst>
          </p:cNvPr>
          <p:cNvSpPr>
            <a:spLocks noGrp="1"/>
          </p:cNvSpPr>
          <p:nvPr/>
        </p:nvSpPr>
        <p:spPr>
          <a:xfrm>
            <a:off x="7664745" y="3429000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5222_1">
            <a:extLst>
              <a:ext uri="{FF2B5EF4-FFF2-40B4-BE49-F238E27FC236}">
                <a16:creationId xmlns:a16="http://schemas.microsoft.com/office/drawing/2014/main" id="{75E961AF-F98D-4B75-8FEA-461F11A2C5B9}"/>
              </a:ext>
            </a:extLst>
          </p:cNvPr>
          <p:cNvSpPr>
            <a:spLocks noGrp="1"/>
          </p:cNvSpPr>
          <p:nvPr/>
        </p:nvSpPr>
        <p:spPr>
          <a:xfrm>
            <a:off x="7969102" y="3429000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5223_1">
            <a:extLst>
              <a:ext uri="{FF2B5EF4-FFF2-40B4-BE49-F238E27FC236}">
                <a16:creationId xmlns:a16="http://schemas.microsoft.com/office/drawing/2014/main" id="{F128D1BD-B326-41A3-A6C6-EDBA13458C99}"/>
              </a:ext>
            </a:extLst>
          </p:cNvPr>
          <p:cNvSpPr>
            <a:spLocks noGrp="1"/>
          </p:cNvSpPr>
          <p:nvPr/>
        </p:nvSpPr>
        <p:spPr>
          <a:xfrm>
            <a:off x="8273460" y="3429000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5224_1">
            <a:extLst>
              <a:ext uri="{FF2B5EF4-FFF2-40B4-BE49-F238E27FC236}">
                <a16:creationId xmlns:a16="http://schemas.microsoft.com/office/drawing/2014/main" id="{E14D480D-824F-4C45-AEF1-1BED69944CEB}"/>
              </a:ext>
            </a:extLst>
          </p:cNvPr>
          <p:cNvSpPr>
            <a:spLocks noGrp="1"/>
          </p:cNvSpPr>
          <p:nvPr/>
        </p:nvSpPr>
        <p:spPr>
          <a:xfrm>
            <a:off x="7360388" y="3733357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5225_1">
            <a:extLst>
              <a:ext uri="{FF2B5EF4-FFF2-40B4-BE49-F238E27FC236}">
                <a16:creationId xmlns:a16="http://schemas.microsoft.com/office/drawing/2014/main" id="{D8D6E753-040E-463A-8715-09570DE267E2}"/>
              </a:ext>
            </a:extLst>
          </p:cNvPr>
          <p:cNvSpPr>
            <a:spLocks noGrp="1"/>
          </p:cNvSpPr>
          <p:nvPr/>
        </p:nvSpPr>
        <p:spPr>
          <a:xfrm>
            <a:off x="7664745" y="3733357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5226_1">
            <a:extLst>
              <a:ext uri="{FF2B5EF4-FFF2-40B4-BE49-F238E27FC236}">
                <a16:creationId xmlns:a16="http://schemas.microsoft.com/office/drawing/2014/main" id="{D7C5AF39-0820-4F9C-AD90-A570A709DB68}"/>
              </a:ext>
            </a:extLst>
          </p:cNvPr>
          <p:cNvSpPr>
            <a:spLocks noGrp="1"/>
          </p:cNvSpPr>
          <p:nvPr/>
        </p:nvSpPr>
        <p:spPr>
          <a:xfrm>
            <a:off x="7969102" y="3733357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5227_1">
            <a:extLst>
              <a:ext uri="{FF2B5EF4-FFF2-40B4-BE49-F238E27FC236}">
                <a16:creationId xmlns:a16="http://schemas.microsoft.com/office/drawing/2014/main" id="{FE1CF2A8-FCF6-4D4C-A2A8-F0D53D9EAA97}"/>
              </a:ext>
            </a:extLst>
          </p:cNvPr>
          <p:cNvSpPr>
            <a:spLocks noGrp="1"/>
          </p:cNvSpPr>
          <p:nvPr/>
        </p:nvSpPr>
        <p:spPr>
          <a:xfrm>
            <a:off x="8273460" y="3733357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5229_1">
            <a:extLst>
              <a:ext uri="{FF2B5EF4-FFF2-40B4-BE49-F238E27FC236}">
                <a16:creationId xmlns:a16="http://schemas.microsoft.com/office/drawing/2014/main" id="{4CAE059E-1B2F-40F1-AF4A-CB55DABEE57D}"/>
              </a:ext>
            </a:extLst>
          </p:cNvPr>
          <p:cNvSpPr>
            <a:spLocks noGrp="1"/>
          </p:cNvSpPr>
          <p:nvPr/>
        </p:nvSpPr>
        <p:spPr>
          <a:xfrm>
            <a:off x="7360388" y="4733389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5230_1">
            <a:extLst>
              <a:ext uri="{FF2B5EF4-FFF2-40B4-BE49-F238E27FC236}">
                <a16:creationId xmlns:a16="http://schemas.microsoft.com/office/drawing/2014/main" id="{625FB8F0-88DB-40F8-912A-A00517B276C6}"/>
              </a:ext>
            </a:extLst>
          </p:cNvPr>
          <p:cNvSpPr>
            <a:spLocks noGrp="1"/>
          </p:cNvSpPr>
          <p:nvPr/>
        </p:nvSpPr>
        <p:spPr>
          <a:xfrm>
            <a:off x="7664745" y="4733389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5231_1">
            <a:extLst>
              <a:ext uri="{FF2B5EF4-FFF2-40B4-BE49-F238E27FC236}">
                <a16:creationId xmlns:a16="http://schemas.microsoft.com/office/drawing/2014/main" id="{A3F3B2A3-D99A-404E-9CDE-C9DEF5F81F74}"/>
              </a:ext>
            </a:extLst>
          </p:cNvPr>
          <p:cNvSpPr>
            <a:spLocks noGrp="1"/>
          </p:cNvSpPr>
          <p:nvPr/>
        </p:nvSpPr>
        <p:spPr>
          <a:xfrm>
            <a:off x="7969102" y="4733389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5232_1">
            <a:extLst>
              <a:ext uri="{FF2B5EF4-FFF2-40B4-BE49-F238E27FC236}">
                <a16:creationId xmlns:a16="http://schemas.microsoft.com/office/drawing/2014/main" id="{02EF1B3E-D733-45F0-AD83-281E8D3A5C91}"/>
              </a:ext>
            </a:extLst>
          </p:cNvPr>
          <p:cNvSpPr>
            <a:spLocks noGrp="1"/>
          </p:cNvSpPr>
          <p:nvPr/>
        </p:nvSpPr>
        <p:spPr>
          <a:xfrm>
            <a:off x="8273460" y="4733389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5233_1">
            <a:extLst>
              <a:ext uri="{FF2B5EF4-FFF2-40B4-BE49-F238E27FC236}">
                <a16:creationId xmlns:a16="http://schemas.microsoft.com/office/drawing/2014/main" id="{A25A6D15-755C-44F6-8081-25CC7A186DAF}"/>
              </a:ext>
            </a:extLst>
          </p:cNvPr>
          <p:cNvSpPr>
            <a:spLocks noGrp="1"/>
          </p:cNvSpPr>
          <p:nvPr/>
        </p:nvSpPr>
        <p:spPr>
          <a:xfrm>
            <a:off x="7360388" y="5037746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5234_1">
            <a:extLst>
              <a:ext uri="{FF2B5EF4-FFF2-40B4-BE49-F238E27FC236}">
                <a16:creationId xmlns:a16="http://schemas.microsoft.com/office/drawing/2014/main" id="{ACE1ADEC-418F-4A4F-9890-43F75D62093B}"/>
              </a:ext>
            </a:extLst>
          </p:cNvPr>
          <p:cNvSpPr>
            <a:spLocks noGrp="1"/>
          </p:cNvSpPr>
          <p:nvPr/>
        </p:nvSpPr>
        <p:spPr>
          <a:xfrm>
            <a:off x="7664745" y="5037746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5235_1">
            <a:extLst>
              <a:ext uri="{FF2B5EF4-FFF2-40B4-BE49-F238E27FC236}">
                <a16:creationId xmlns:a16="http://schemas.microsoft.com/office/drawing/2014/main" id="{7476E00B-9D9A-49BC-B68C-A14964E79717}"/>
              </a:ext>
            </a:extLst>
          </p:cNvPr>
          <p:cNvSpPr>
            <a:spLocks noGrp="1"/>
          </p:cNvSpPr>
          <p:nvPr/>
        </p:nvSpPr>
        <p:spPr>
          <a:xfrm>
            <a:off x="7969102" y="5037746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5236_1">
            <a:extLst>
              <a:ext uri="{FF2B5EF4-FFF2-40B4-BE49-F238E27FC236}">
                <a16:creationId xmlns:a16="http://schemas.microsoft.com/office/drawing/2014/main" id="{8612EA3B-C4B6-4A53-BBB4-2C90F6492A0D}"/>
              </a:ext>
            </a:extLst>
          </p:cNvPr>
          <p:cNvSpPr>
            <a:spLocks noGrp="1"/>
          </p:cNvSpPr>
          <p:nvPr/>
        </p:nvSpPr>
        <p:spPr>
          <a:xfrm>
            <a:off x="8273460" y="5037746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5237_1">
            <a:extLst>
              <a:ext uri="{FF2B5EF4-FFF2-40B4-BE49-F238E27FC236}">
                <a16:creationId xmlns:a16="http://schemas.microsoft.com/office/drawing/2014/main" id="{47175407-A7D8-424A-9BE4-69816353B5CB}"/>
              </a:ext>
            </a:extLst>
          </p:cNvPr>
          <p:cNvSpPr>
            <a:spLocks noGrp="1"/>
          </p:cNvSpPr>
          <p:nvPr/>
        </p:nvSpPr>
        <p:spPr>
          <a:xfrm>
            <a:off x="7360388" y="5342104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5238_1">
            <a:extLst>
              <a:ext uri="{FF2B5EF4-FFF2-40B4-BE49-F238E27FC236}">
                <a16:creationId xmlns:a16="http://schemas.microsoft.com/office/drawing/2014/main" id="{B4B0960B-148B-4948-B380-15FB964BC3F0}"/>
              </a:ext>
            </a:extLst>
          </p:cNvPr>
          <p:cNvSpPr>
            <a:spLocks noGrp="1"/>
          </p:cNvSpPr>
          <p:nvPr/>
        </p:nvSpPr>
        <p:spPr>
          <a:xfrm>
            <a:off x="7664745" y="5342104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5239_1">
            <a:extLst>
              <a:ext uri="{FF2B5EF4-FFF2-40B4-BE49-F238E27FC236}">
                <a16:creationId xmlns:a16="http://schemas.microsoft.com/office/drawing/2014/main" id="{F3469139-4E05-439A-89A3-827B765F9434}"/>
              </a:ext>
            </a:extLst>
          </p:cNvPr>
          <p:cNvSpPr>
            <a:spLocks noGrp="1"/>
          </p:cNvSpPr>
          <p:nvPr/>
        </p:nvSpPr>
        <p:spPr>
          <a:xfrm>
            <a:off x="7969102" y="5342104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5240_1">
            <a:extLst>
              <a:ext uri="{FF2B5EF4-FFF2-40B4-BE49-F238E27FC236}">
                <a16:creationId xmlns:a16="http://schemas.microsoft.com/office/drawing/2014/main" id="{A52315CA-3923-48F6-ACCB-4CC446601161}"/>
              </a:ext>
            </a:extLst>
          </p:cNvPr>
          <p:cNvSpPr>
            <a:spLocks noGrp="1"/>
          </p:cNvSpPr>
          <p:nvPr/>
        </p:nvSpPr>
        <p:spPr>
          <a:xfrm>
            <a:off x="8273460" y="5342104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5241_1">
            <a:extLst>
              <a:ext uri="{FF2B5EF4-FFF2-40B4-BE49-F238E27FC236}">
                <a16:creationId xmlns:a16="http://schemas.microsoft.com/office/drawing/2014/main" id="{00E13A45-962D-4F27-A6FA-9E28E4BD3624}"/>
              </a:ext>
            </a:extLst>
          </p:cNvPr>
          <p:cNvSpPr>
            <a:spLocks noGrp="1"/>
          </p:cNvSpPr>
          <p:nvPr/>
        </p:nvSpPr>
        <p:spPr>
          <a:xfrm>
            <a:off x="7360388" y="5646461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5242_1">
            <a:extLst>
              <a:ext uri="{FF2B5EF4-FFF2-40B4-BE49-F238E27FC236}">
                <a16:creationId xmlns:a16="http://schemas.microsoft.com/office/drawing/2014/main" id="{40E2666A-CE61-4A50-A519-03E114456835}"/>
              </a:ext>
            </a:extLst>
          </p:cNvPr>
          <p:cNvSpPr>
            <a:spLocks noGrp="1"/>
          </p:cNvSpPr>
          <p:nvPr/>
        </p:nvSpPr>
        <p:spPr>
          <a:xfrm>
            <a:off x="7664745" y="5646461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5243_1">
            <a:extLst>
              <a:ext uri="{FF2B5EF4-FFF2-40B4-BE49-F238E27FC236}">
                <a16:creationId xmlns:a16="http://schemas.microsoft.com/office/drawing/2014/main" id="{0173B91F-5137-4163-BF6B-997A12FB8658}"/>
              </a:ext>
            </a:extLst>
          </p:cNvPr>
          <p:cNvSpPr>
            <a:spLocks noGrp="1"/>
          </p:cNvSpPr>
          <p:nvPr/>
        </p:nvSpPr>
        <p:spPr>
          <a:xfrm>
            <a:off x="7969102" y="5646461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5244_1">
            <a:extLst>
              <a:ext uri="{FF2B5EF4-FFF2-40B4-BE49-F238E27FC236}">
                <a16:creationId xmlns:a16="http://schemas.microsoft.com/office/drawing/2014/main" id="{51017896-81D8-45F5-957A-A4B2587E6A4D}"/>
              </a:ext>
            </a:extLst>
          </p:cNvPr>
          <p:cNvSpPr>
            <a:spLocks noGrp="1"/>
          </p:cNvSpPr>
          <p:nvPr/>
        </p:nvSpPr>
        <p:spPr>
          <a:xfrm>
            <a:off x="8273460" y="5646461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5326_1">
            <a:extLst>
              <a:ext uri="{FF2B5EF4-FFF2-40B4-BE49-F238E27FC236}">
                <a16:creationId xmlns:a16="http://schemas.microsoft.com/office/drawing/2014/main" id="{592FF809-0920-4A7B-904A-551287C2CC54}"/>
              </a:ext>
            </a:extLst>
          </p:cNvPr>
          <p:cNvSpPr>
            <a:spLocks noGrp="1"/>
          </p:cNvSpPr>
          <p:nvPr/>
        </p:nvSpPr>
        <p:spPr>
          <a:xfrm>
            <a:off x="10143084" y="2820285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o5327_1">
            <a:extLst>
              <a:ext uri="{FF2B5EF4-FFF2-40B4-BE49-F238E27FC236}">
                <a16:creationId xmlns:a16="http://schemas.microsoft.com/office/drawing/2014/main" id="{9092ACEE-FF16-446A-A06C-7F0AA3081179}"/>
              </a:ext>
            </a:extLst>
          </p:cNvPr>
          <p:cNvSpPr>
            <a:spLocks noGrp="1"/>
          </p:cNvSpPr>
          <p:nvPr/>
        </p:nvSpPr>
        <p:spPr>
          <a:xfrm>
            <a:off x="10447441" y="2820285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4" name="anim_o5328_1">
            <a:extLst>
              <a:ext uri="{FF2B5EF4-FFF2-40B4-BE49-F238E27FC236}">
                <a16:creationId xmlns:a16="http://schemas.microsoft.com/office/drawing/2014/main" id="{08F01D43-ACB8-4C5C-8F61-7353C5A4ED3B}"/>
              </a:ext>
            </a:extLst>
          </p:cNvPr>
          <p:cNvSpPr>
            <a:spLocks noGrp="1"/>
          </p:cNvSpPr>
          <p:nvPr/>
        </p:nvSpPr>
        <p:spPr>
          <a:xfrm>
            <a:off x="10751799" y="2820285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5" name="anim_o5329_1">
            <a:extLst>
              <a:ext uri="{FF2B5EF4-FFF2-40B4-BE49-F238E27FC236}">
                <a16:creationId xmlns:a16="http://schemas.microsoft.com/office/drawing/2014/main" id="{F49CE1A5-3E08-485C-80BB-F5A7C880203F}"/>
              </a:ext>
            </a:extLst>
          </p:cNvPr>
          <p:cNvSpPr>
            <a:spLocks noGrp="1"/>
          </p:cNvSpPr>
          <p:nvPr/>
        </p:nvSpPr>
        <p:spPr>
          <a:xfrm>
            <a:off x="11056156" y="2820285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6" name="anim_o5330_1">
            <a:extLst>
              <a:ext uri="{FF2B5EF4-FFF2-40B4-BE49-F238E27FC236}">
                <a16:creationId xmlns:a16="http://schemas.microsoft.com/office/drawing/2014/main" id="{C4B88F25-E3B8-4284-808F-82931B07B8BE}"/>
              </a:ext>
            </a:extLst>
          </p:cNvPr>
          <p:cNvSpPr>
            <a:spLocks noGrp="1"/>
          </p:cNvSpPr>
          <p:nvPr/>
        </p:nvSpPr>
        <p:spPr>
          <a:xfrm>
            <a:off x="10143084" y="3124643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7" name="anim_o5331_1">
            <a:extLst>
              <a:ext uri="{FF2B5EF4-FFF2-40B4-BE49-F238E27FC236}">
                <a16:creationId xmlns:a16="http://schemas.microsoft.com/office/drawing/2014/main" id="{49C989C9-C872-4F41-ADF6-D0B99012437A}"/>
              </a:ext>
            </a:extLst>
          </p:cNvPr>
          <p:cNvSpPr>
            <a:spLocks noGrp="1"/>
          </p:cNvSpPr>
          <p:nvPr/>
        </p:nvSpPr>
        <p:spPr>
          <a:xfrm>
            <a:off x="10447441" y="3124643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" name="anim_o5332_1">
            <a:extLst>
              <a:ext uri="{FF2B5EF4-FFF2-40B4-BE49-F238E27FC236}">
                <a16:creationId xmlns:a16="http://schemas.microsoft.com/office/drawing/2014/main" id="{EF735DFF-C237-4498-AAF3-63760C858628}"/>
              </a:ext>
            </a:extLst>
          </p:cNvPr>
          <p:cNvSpPr>
            <a:spLocks noGrp="1"/>
          </p:cNvSpPr>
          <p:nvPr/>
        </p:nvSpPr>
        <p:spPr>
          <a:xfrm>
            <a:off x="10751799" y="3124643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o5333_1">
            <a:extLst>
              <a:ext uri="{FF2B5EF4-FFF2-40B4-BE49-F238E27FC236}">
                <a16:creationId xmlns:a16="http://schemas.microsoft.com/office/drawing/2014/main" id="{82A1AA34-647C-4E8B-9279-131D1BFEDC85}"/>
              </a:ext>
            </a:extLst>
          </p:cNvPr>
          <p:cNvSpPr>
            <a:spLocks noGrp="1"/>
          </p:cNvSpPr>
          <p:nvPr/>
        </p:nvSpPr>
        <p:spPr>
          <a:xfrm>
            <a:off x="11056156" y="3124643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0" name="anim_o5334_1">
            <a:extLst>
              <a:ext uri="{FF2B5EF4-FFF2-40B4-BE49-F238E27FC236}">
                <a16:creationId xmlns:a16="http://schemas.microsoft.com/office/drawing/2014/main" id="{B297B397-8787-456F-BADF-2604C87265B4}"/>
              </a:ext>
            </a:extLst>
          </p:cNvPr>
          <p:cNvSpPr>
            <a:spLocks noGrp="1"/>
          </p:cNvSpPr>
          <p:nvPr/>
        </p:nvSpPr>
        <p:spPr>
          <a:xfrm>
            <a:off x="10143084" y="3429000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" name="anim_o5335_1">
            <a:extLst>
              <a:ext uri="{FF2B5EF4-FFF2-40B4-BE49-F238E27FC236}">
                <a16:creationId xmlns:a16="http://schemas.microsoft.com/office/drawing/2014/main" id="{5FEA9ADB-C3DA-48C5-B319-7CC5B0E1F70D}"/>
              </a:ext>
            </a:extLst>
          </p:cNvPr>
          <p:cNvSpPr>
            <a:spLocks noGrp="1"/>
          </p:cNvSpPr>
          <p:nvPr/>
        </p:nvSpPr>
        <p:spPr>
          <a:xfrm>
            <a:off x="10447441" y="3429000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2" name="anim_o5336_1">
            <a:extLst>
              <a:ext uri="{FF2B5EF4-FFF2-40B4-BE49-F238E27FC236}">
                <a16:creationId xmlns:a16="http://schemas.microsoft.com/office/drawing/2014/main" id="{62E92255-7CCA-40BC-A234-F0A97DDFAA14}"/>
              </a:ext>
            </a:extLst>
          </p:cNvPr>
          <p:cNvSpPr>
            <a:spLocks noGrp="1"/>
          </p:cNvSpPr>
          <p:nvPr/>
        </p:nvSpPr>
        <p:spPr>
          <a:xfrm>
            <a:off x="10751799" y="3429000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3" name="anim_o5337_1">
            <a:extLst>
              <a:ext uri="{FF2B5EF4-FFF2-40B4-BE49-F238E27FC236}">
                <a16:creationId xmlns:a16="http://schemas.microsoft.com/office/drawing/2014/main" id="{70D2BD8C-DD89-4AE7-AD4F-5D613D382B25}"/>
              </a:ext>
            </a:extLst>
          </p:cNvPr>
          <p:cNvSpPr>
            <a:spLocks noGrp="1"/>
          </p:cNvSpPr>
          <p:nvPr/>
        </p:nvSpPr>
        <p:spPr>
          <a:xfrm>
            <a:off x="11056156" y="3429000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4" name="anim_o5338_1">
            <a:extLst>
              <a:ext uri="{FF2B5EF4-FFF2-40B4-BE49-F238E27FC236}">
                <a16:creationId xmlns:a16="http://schemas.microsoft.com/office/drawing/2014/main" id="{6233516D-0170-4171-9000-35FF7827199F}"/>
              </a:ext>
            </a:extLst>
          </p:cNvPr>
          <p:cNvSpPr>
            <a:spLocks noGrp="1"/>
          </p:cNvSpPr>
          <p:nvPr/>
        </p:nvSpPr>
        <p:spPr>
          <a:xfrm>
            <a:off x="10143084" y="3733357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5" name="anim_o5339_1">
            <a:extLst>
              <a:ext uri="{FF2B5EF4-FFF2-40B4-BE49-F238E27FC236}">
                <a16:creationId xmlns:a16="http://schemas.microsoft.com/office/drawing/2014/main" id="{66FE6E86-D083-41A3-BC4E-79A27897B793}"/>
              </a:ext>
            </a:extLst>
          </p:cNvPr>
          <p:cNvSpPr>
            <a:spLocks noGrp="1"/>
          </p:cNvSpPr>
          <p:nvPr/>
        </p:nvSpPr>
        <p:spPr>
          <a:xfrm>
            <a:off x="10447441" y="3733357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6" name="anim_o5340_1">
            <a:extLst>
              <a:ext uri="{FF2B5EF4-FFF2-40B4-BE49-F238E27FC236}">
                <a16:creationId xmlns:a16="http://schemas.microsoft.com/office/drawing/2014/main" id="{71E44097-7593-4E52-BFB1-EF136ED7598B}"/>
              </a:ext>
            </a:extLst>
          </p:cNvPr>
          <p:cNvSpPr>
            <a:spLocks noGrp="1"/>
          </p:cNvSpPr>
          <p:nvPr/>
        </p:nvSpPr>
        <p:spPr>
          <a:xfrm>
            <a:off x="10751799" y="3733357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7" name="anim_o5341_1">
            <a:extLst>
              <a:ext uri="{FF2B5EF4-FFF2-40B4-BE49-F238E27FC236}">
                <a16:creationId xmlns:a16="http://schemas.microsoft.com/office/drawing/2014/main" id="{31B6FB17-723A-4B94-A68E-79484EC4C066}"/>
              </a:ext>
            </a:extLst>
          </p:cNvPr>
          <p:cNvSpPr>
            <a:spLocks noGrp="1"/>
          </p:cNvSpPr>
          <p:nvPr/>
        </p:nvSpPr>
        <p:spPr>
          <a:xfrm>
            <a:off x="11056156" y="3733357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8" name="anim_to5070_0_1">
            <a:extLst>
              <a:ext uri="{FF2B5EF4-FFF2-40B4-BE49-F238E27FC236}">
                <a16:creationId xmlns:a16="http://schemas.microsoft.com/office/drawing/2014/main" id="{B80638BB-64EA-4D7B-BE49-7E4419B0192F}"/>
              </a:ext>
            </a:extLst>
          </p:cNvPr>
          <p:cNvSpPr>
            <a:spLocks noGrp="1"/>
          </p:cNvSpPr>
          <p:nvPr/>
        </p:nvSpPr>
        <p:spPr>
          <a:xfrm>
            <a:off x="1385463" y="1551854"/>
            <a:ext cx="1012033" cy="44269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78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78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78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Input</a:t>
            </a:r>
          </a:p>
        </p:txBody>
      </p:sp>
      <p:sp>
        <p:nvSpPr>
          <p:cNvPr id="69" name="anim_to5191_0_1">
            <a:extLst>
              <a:ext uri="{FF2B5EF4-FFF2-40B4-BE49-F238E27FC236}">
                <a16:creationId xmlns:a16="http://schemas.microsoft.com/office/drawing/2014/main" id="{CFF40771-956D-4694-849C-7087B5B6C733}"/>
              </a:ext>
            </a:extLst>
          </p:cNvPr>
          <p:cNvSpPr>
            <a:spLocks noGrp="1"/>
          </p:cNvSpPr>
          <p:nvPr/>
        </p:nvSpPr>
        <p:spPr>
          <a:xfrm>
            <a:off x="3347113" y="3162581"/>
            <a:ext cx="219265" cy="53283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356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356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356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*</a:t>
            </a:r>
          </a:p>
        </p:txBody>
      </p:sp>
      <p:sp>
        <p:nvSpPr>
          <p:cNvPr id="70" name="anim_to5170_0_1">
            <a:extLst>
              <a:ext uri="{FF2B5EF4-FFF2-40B4-BE49-F238E27FC236}">
                <a16:creationId xmlns:a16="http://schemas.microsoft.com/office/drawing/2014/main" id="{659F6A78-9CA3-490A-B345-2707DBD352BF}"/>
              </a:ext>
            </a:extLst>
          </p:cNvPr>
          <p:cNvSpPr>
            <a:spLocks noGrp="1"/>
          </p:cNvSpPr>
          <p:nvPr/>
        </p:nvSpPr>
        <p:spPr>
          <a:xfrm>
            <a:off x="3707960" y="1266298"/>
            <a:ext cx="237648" cy="46623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37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37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2937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71" name="anim_to5173_0_1">
            <a:extLst>
              <a:ext uri="{FF2B5EF4-FFF2-40B4-BE49-F238E27FC236}">
                <a16:creationId xmlns:a16="http://schemas.microsoft.com/office/drawing/2014/main" id="{9D6D9536-4DFF-4BFB-83F4-F79209B1401D}"/>
              </a:ext>
            </a:extLst>
          </p:cNvPr>
          <p:cNvSpPr>
            <a:spLocks noGrp="1"/>
          </p:cNvSpPr>
          <p:nvPr/>
        </p:nvSpPr>
        <p:spPr>
          <a:xfrm>
            <a:off x="3907508" y="1423978"/>
            <a:ext cx="172655" cy="30305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90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90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190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72" name="anim_to5177_0_1">
            <a:extLst>
              <a:ext uri="{FF2B5EF4-FFF2-40B4-BE49-F238E27FC236}">
                <a16:creationId xmlns:a16="http://schemas.microsoft.com/office/drawing/2014/main" id="{4C009E62-BAC2-4209-BA02-FA91C3E94728}"/>
              </a:ext>
            </a:extLst>
          </p:cNvPr>
          <p:cNvSpPr>
            <a:spLocks noGrp="1"/>
          </p:cNvSpPr>
          <p:nvPr/>
        </p:nvSpPr>
        <p:spPr>
          <a:xfrm>
            <a:off x="3707960" y="3179402"/>
            <a:ext cx="237648" cy="46623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37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37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pPr>
            <a:r>
              <a:rPr sz="2937" b="0">
                <a:solidFill>
                  <a:srgbClr val="FF862F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73" name="anim_to5180_0_1">
            <a:extLst>
              <a:ext uri="{FF2B5EF4-FFF2-40B4-BE49-F238E27FC236}">
                <a16:creationId xmlns:a16="http://schemas.microsoft.com/office/drawing/2014/main" id="{2F6371BD-863B-47D9-BCE2-A6E8326CECAC}"/>
              </a:ext>
            </a:extLst>
          </p:cNvPr>
          <p:cNvSpPr>
            <a:spLocks noGrp="1"/>
          </p:cNvSpPr>
          <p:nvPr/>
        </p:nvSpPr>
        <p:spPr>
          <a:xfrm>
            <a:off x="3907508" y="3337082"/>
            <a:ext cx="172655" cy="30305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909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909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pPr>
            <a:r>
              <a:rPr sz="1909" b="0">
                <a:solidFill>
                  <a:srgbClr val="FF862F"/>
                </a:solidFill>
                <a:latin typeface="Cambria Math"/>
                <a:ea typeface="Cambria Math"/>
                <a:cs typeface="Cambria Math"/>
              </a:rPr>
              <a:t>2</a:t>
            </a:r>
          </a:p>
        </p:txBody>
      </p:sp>
      <p:sp>
        <p:nvSpPr>
          <p:cNvPr id="74" name="anim_to5184_0_1">
            <a:extLst>
              <a:ext uri="{FF2B5EF4-FFF2-40B4-BE49-F238E27FC236}">
                <a16:creationId xmlns:a16="http://schemas.microsoft.com/office/drawing/2014/main" id="{66221C6E-49F9-499A-86D9-C5BC54EF8E6C}"/>
              </a:ext>
            </a:extLst>
          </p:cNvPr>
          <p:cNvSpPr>
            <a:spLocks noGrp="1"/>
          </p:cNvSpPr>
          <p:nvPr/>
        </p:nvSpPr>
        <p:spPr>
          <a:xfrm>
            <a:off x="3707960" y="5092202"/>
            <a:ext cx="237648" cy="46623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37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37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pPr>
            <a:r>
              <a:rPr sz="2937" b="0">
                <a:solidFill>
                  <a:srgbClr val="9A72AC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75" name="anim_to5187_0_1">
            <a:extLst>
              <a:ext uri="{FF2B5EF4-FFF2-40B4-BE49-F238E27FC236}">
                <a16:creationId xmlns:a16="http://schemas.microsoft.com/office/drawing/2014/main" id="{A6CA53BB-C6A7-4505-9535-6B1C13E3BB6E}"/>
              </a:ext>
            </a:extLst>
          </p:cNvPr>
          <p:cNvSpPr>
            <a:spLocks noGrp="1"/>
          </p:cNvSpPr>
          <p:nvPr/>
        </p:nvSpPr>
        <p:spPr>
          <a:xfrm>
            <a:off x="3907508" y="5249883"/>
            <a:ext cx="172655" cy="30305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909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909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pPr>
            <a:r>
              <a:rPr sz="1909" b="0">
                <a:solidFill>
                  <a:srgbClr val="9A72AC"/>
                </a:solidFill>
                <a:latin typeface="Cambria Math"/>
                <a:ea typeface="Cambria Math"/>
                <a:cs typeface="Cambria Math"/>
              </a:rPr>
              <a:t>3</a:t>
            </a:r>
          </a:p>
        </p:txBody>
      </p:sp>
      <p:sp>
        <p:nvSpPr>
          <p:cNvPr id="76" name="anim_to5252_0_1">
            <a:extLst>
              <a:ext uri="{FF2B5EF4-FFF2-40B4-BE49-F238E27FC236}">
                <a16:creationId xmlns:a16="http://schemas.microsoft.com/office/drawing/2014/main" id="{7CA7A95E-DBE2-46AB-9FC3-4D522FA14B40}"/>
              </a:ext>
            </a:extLst>
          </p:cNvPr>
          <p:cNvSpPr>
            <a:spLocks noGrp="1"/>
          </p:cNvSpPr>
          <p:nvPr/>
        </p:nvSpPr>
        <p:spPr>
          <a:xfrm>
            <a:off x="8698731" y="1338283"/>
            <a:ext cx="251235" cy="35522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77" name="anim_to5271_0_1">
            <a:extLst>
              <a:ext uri="{FF2B5EF4-FFF2-40B4-BE49-F238E27FC236}">
                <a16:creationId xmlns:a16="http://schemas.microsoft.com/office/drawing/2014/main" id="{C7A24DC1-8A6B-4291-A148-E221402D9870}"/>
              </a:ext>
            </a:extLst>
          </p:cNvPr>
          <p:cNvSpPr>
            <a:spLocks noGrp="1"/>
          </p:cNvSpPr>
          <p:nvPr/>
        </p:nvSpPr>
        <p:spPr>
          <a:xfrm>
            <a:off x="8698731" y="3251387"/>
            <a:ext cx="251235" cy="35522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78" name="anim_to5290_0_1">
            <a:extLst>
              <a:ext uri="{FF2B5EF4-FFF2-40B4-BE49-F238E27FC236}">
                <a16:creationId xmlns:a16="http://schemas.microsoft.com/office/drawing/2014/main" id="{F0DA9FBE-E51A-49AC-B7BF-F50351762FAF}"/>
              </a:ext>
            </a:extLst>
          </p:cNvPr>
          <p:cNvSpPr>
            <a:spLocks noGrp="1"/>
          </p:cNvSpPr>
          <p:nvPr/>
        </p:nvSpPr>
        <p:spPr>
          <a:xfrm>
            <a:off x="8698731" y="5164491"/>
            <a:ext cx="251235" cy="35522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79" name="anim_to5256_0_1">
            <a:extLst>
              <a:ext uri="{FF2B5EF4-FFF2-40B4-BE49-F238E27FC236}">
                <a16:creationId xmlns:a16="http://schemas.microsoft.com/office/drawing/2014/main" id="{764BE040-C269-41C3-AA21-4236277B3399}"/>
              </a:ext>
            </a:extLst>
          </p:cNvPr>
          <p:cNvSpPr>
            <a:spLocks noGrp="1"/>
          </p:cNvSpPr>
          <p:nvPr/>
        </p:nvSpPr>
        <p:spPr>
          <a:xfrm>
            <a:off x="8998826" y="1328213"/>
            <a:ext cx="194399" cy="35522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38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38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2238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b</a:t>
            </a:r>
          </a:p>
        </p:txBody>
      </p:sp>
      <p:sp>
        <p:nvSpPr>
          <p:cNvPr id="80" name="anim_to5259_0_1">
            <a:extLst>
              <a:ext uri="{FF2B5EF4-FFF2-40B4-BE49-F238E27FC236}">
                <a16:creationId xmlns:a16="http://schemas.microsoft.com/office/drawing/2014/main" id="{16D05515-69FF-43BB-B6F8-9F09D768A38C}"/>
              </a:ext>
            </a:extLst>
          </p:cNvPr>
          <p:cNvSpPr>
            <a:spLocks noGrp="1"/>
          </p:cNvSpPr>
          <p:nvPr/>
        </p:nvSpPr>
        <p:spPr>
          <a:xfrm>
            <a:off x="9155125" y="1448350"/>
            <a:ext cx="140618" cy="23089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454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454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1454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81" name="anim_to5275_0_1">
            <a:extLst>
              <a:ext uri="{FF2B5EF4-FFF2-40B4-BE49-F238E27FC236}">
                <a16:creationId xmlns:a16="http://schemas.microsoft.com/office/drawing/2014/main" id="{DCDC7F77-AE1C-4B89-83AC-886B0716BB27}"/>
              </a:ext>
            </a:extLst>
          </p:cNvPr>
          <p:cNvSpPr>
            <a:spLocks noGrp="1"/>
          </p:cNvSpPr>
          <p:nvPr/>
        </p:nvSpPr>
        <p:spPr>
          <a:xfrm>
            <a:off x="8998826" y="3241316"/>
            <a:ext cx="194399" cy="35522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38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38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pPr>
            <a:r>
              <a:rPr sz="2238" b="0">
                <a:solidFill>
                  <a:srgbClr val="FF862F"/>
                </a:solidFill>
                <a:latin typeface="Cambria Math"/>
                <a:ea typeface="Cambria Math"/>
                <a:cs typeface="Cambria Math"/>
              </a:rPr>
              <a:t>b</a:t>
            </a:r>
          </a:p>
        </p:txBody>
      </p:sp>
      <p:sp>
        <p:nvSpPr>
          <p:cNvPr id="82" name="anim_to5278_0_1">
            <a:extLst>
              <a:ext uri="{FF2B5EF4-FFF2-40B4-BE49-F238E27FC236}">
                <a16:creationId xmlns:a16="http://schemas.microsoft.com/office/drawing/2014/main" id="{7A72F5C4-7BB7-4D93-8E59-3200E9DF088E}"/>
              </a:ext>
            </a:extLst>
          </p:cNvPr>
          <p:cNvSpPr>
            <a:spLocks noGrp="1"/>
          </p:cNvSpPr>
          <p:nvPr/>
        </p:nvSpPr>
        <p:spPr>
          <a:xfrm>
            <a:off x="9155125" y="3361454"/>
            <a:ext cx="140618" cy="23089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454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454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pPr>
            <a:r>
              <a:rPr sz="1454" b="0">
                <a:solidFill>
                  <a:srgbClr val="FF862F"/>
                </a:solidFill>
                <a:latin typeface="Cambria Math"/>
                <a:ea typeface="Cambria Math"/>
                <a:cs typeface="Cambria Math"/>
              </a:rPr>
              <a:t>2</a:t>
            </a:r>
          </a:p>
        </p:txBody>
      </p:sp>
      <p:sp>
        <p:nvSpPr>
          <p:cNvPr id="83" name="anim_to5294_0_1">
            <a:extLst>
              <a:ext uri="{FF2B5EF4-FFF2-40B4-BE49-F238E27FC236}">
                <a16:creationId xmlns:a16="http://schemas.microsoft.com/office/drawing/2014/main" id="{DA041F3A-0190-408D-98B8-7E5A6AB4142F}"/>
              </a:ext>
            </a:extLst>
          </p:cNvPr>
          <p:cNvSpPr>
            <a:spLocks noGrp="1"/>
          </p:cNvSpPr>
          <p:nvPr/>
        </p:nvSpPr>
        <p:spPr>
          <a:xfrm>
            <a:off x="8998826" y="5154189"/>
            <a:ext cx="194399" cy="35522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38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38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pPr>
            <a:r>
              <a:rPr sz="2238" b="0">
                <a:solidFill>
                  <a:srgbClr val="9A72AC"/>
                </a:solidFill>
                <a:latin typeface="Cambria Math"/>
                <a:ea typeface="Cambria Math"/>
                <a:cs typeface="Cambria Math"/>
              </a:rPr>
              <a:t>b</a:t>
            </a:r>
          </a:p>
        </p:txBody>
      </p:sp>
      <p:sp>
        <p:nvSpPr>
          <p:cNvPr id="84" name="anim_to5297_0_1">
            <a:extLst>
              <a:ext uri="{FF2B5EF4-FFF2-40B4-BE49-F238E27FC236}">
                <a16:creationId xmlns:a16="http://schemas.microsoft.com/office/drawing/2014/main" id="{C2B0CE6B-72BD-472D-AA03-72758F01E4D9}"/>
              </a:ext>
            </a:extLst>
          </p:cNvPr>
          <p:cNvSpPr>
            <a:spLocks noGrp="1"/>
          </p:cNvSpPr>
          <p:nvPr/>
        </p:nvSpPr>
        <p:spPr>
          <a:xfrm>
            <a:off x="9155125" y="5274327"/>
            <a:ext cx="140618" cy="23089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454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454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pPr>
            <a:r>
              <a:rPr sz="1454" b="0">
                <a:solidFill>
                  <a:srgbClr val="9A72AC"/>
                </a:solidFill>
                <a:latin typeface="Cambria Math"/>
                <a:ea typeface="Cambria Math"/>
                <a:cs typeface="Cambria Math"/>
              </a:rPr>
              <a:t>3</a:t>
            </a:r>
          </a:p>
        </p:txBody>
      </p:sp>
      <p:sp>
        <p:nvSpPr>
          <p:cNvPr id="85" name="anim_to5245_0_1">
            <a:extLst>
              <a:ext uri="{FF2B5EF4-FFF2-40B4-BE49-F238E27FC236}">
                <a16:creationId xmlns:a16="http://schemas.microsoft.com/office/drawing/2014/main" id="{7897DB03-916D-4DC5-B299-1D08E7B681B1}"/>
              </a:ext>
            </a:extLst>
          </p:cNvPr>
          <p:cNvSpPr>
            <a:spLocks noGrp="1"/>
          </p:cNvSpPr>
          <p:nvPr/>
        </p:nvSpPr>
        <p:spPr>
          <a:xfrm>
            <a:off x="6321409" y="1311575"/>
            <a:ext cx="937115" cy="4086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574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ReLU(</a:t>
            </a:r>
          </a:p>
        </p:txBody>
      </p:sp>
      <p:sp>
        <p:nvSpPr>
          <p:cNvPr id="86" name="anim_to5262_0_1">
            <a:extLst>
              <a:ext uri="{FF2B5EF4-FFF2-40B4-BE49-F238E27FC236}">
                <a16:creationId xmlns:a16="http://schemas.microsoft.com/office/drawing/2014/main" id="{25E77B90-A60B-4866-B3A3-796C73694639}"/>
              </a:ext>
            </a:extLst>
          </p:cNvPr>
          <p:cNvSpPr>
            <a:spLocks noGrp="1"/>
          </p:cNvSpPr>
          <p:nvPr/>
        </p:nvSpPr>
        <p:spPr>
          <a:xfrm>
            <a:off x="9344603" y="1311575"/>
            <a:ext cx="217903" cy="4086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574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)</a:t>
            </a:r>
          </a:p>
        </p:txBody>
      </p:sp>
      <p:sp>
        <p:nvSpPr>
          <p:cNvPr id="87" name="anim_to5264_0_1">
            <a:extLst>
              <a:ext uri="{FF2B5EF4-FFF2-40B4-BE49-F238E27FC236}">
                <a16:creationId xmlns:a16="http://schemas.microsoft.com/office/drawing/2014/main" id="{C1D16F06-98DE-4985-9ABB-56009280DDEE}"/>
              </a:ext>
            </a:extLst>
          </p:cNvPr>
          <p:cNvSpPr>
            <a:spLocks noGrp="1"/>
          </p:cNvSpPr>
          <p:nvPr/>
        </p:nvSpPr>
        <p:spPr>
          <a:xfrm>
            <a:off x="6321409" y="3224678"/>
            <a:ext cx="937115" cy="4086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574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ReLU(</a:t>
            </a:r>
          </a:p>
        </p:txBody>
      </p:sp>
      <p:sp>
        <p:nvSpPr>
          <p:cNvPr id="88" name="anim_to5281_0_1">
            <a:extLst>
              <a:ext uri="{FF2B5EF4-FFF2-40B4-BE49-F238E27FC236}">
                <a16:creationId xmlns:a16="http://schemas.microsoft.com/office/drawing/2014/main" id="{6D75344B-1AD2-4F63-9CD5-7EB1CC2FF8C9}"/>
              </a:ext>
            </a:extLst>
          </p:cNvPr>
          <p:cNvSpPr>
            <a:spLocks noGrp="1"/>
          </p:cNvSpPr>
          <p:nvPr/>
        </p:nvSpPr>
        <p:spPr>
          <a:xfrm>
            <a:off x="9344603" y="3224678"/>
            <a:ext cx="217903" cy="4086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574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)</a:t>
            </a:r>
          </a:p>
        </p:txBody>
      </p:sp>
      <p:sp>
        <p:nvSpPr>
          <p:cNvPr id="89" name="anim_to5283_0_1">
            <a:extLst>
              <a:ext uri="{FF2B5EF4-FFF2-40B4-BE49-F238E27FC236}">
                <a16:creationId xmlns:a16="http://schemas.microsoft.com/office/drawing/2014/main" id="{B7561631-732E-44C7-87A7-667C5128F5A1}"/>
              </a:ext>
            </a:extLst>
          </p:cNvPr>
          <p:cNvSpPr>
            <a:spLocks noGrp="1"/>
          </p:cNvSpPr>
          <p:nvPr/>
        </p:nvSpPr>
        <p:spPr>
          <a:xfrm>
            <a:off x="6321409" y="5137782"/>
            <a:ext cx="937115" cy="4086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574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ReLU(</a:t>
            </a:r>
          </a:p>
        </p:txBody>
      </p:sp>
      <p:sp>
        <p:nvSpPr>
          <p:cNvPr id="90" name="anim_to5300_0_1">
            <a:extLst>
              <a:ext uri="{FF2B5EF4-FFF2-40B4-BE49-F238E27FC236}">
                <a16:creationId xmlns:a16="http://schemas.microsoft.com/office/drawing/2014/main" id="{84F64272-D543-45D9-A18D-05297FF0BCE5}"/>
              </a:ext>
            </a:extLst>
          </p:cNvPr>
          <p:cNvSpPr>
            <a:spLocks noGrp="1"/>
          </p:cNvSpPr>
          <p:nvPr/>
        </p:nvSpPr>
        <p:spPr>
          <a:xfrm>
            <a:off x="9344603" y="5137782"/>
            <a:ext cx="217903" cy="4086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574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)</a:t>
            </a:r>
          </a:p>
        </p:txBody>
      </p:sp>
      <p:sp>
        <p:nvSpPr>
          <p:cNvPr id="91" name="anim_to5364_0_1">
            <a:extLst>
              <a:ext uri="{FF2B5EF4-FFF2-40B4-BE49-F238E27FC236}">
                <a16:creationId xmlns:a16="http://schemas.microsoft.com/office/drawing/2014/main" id="{E1EAED96-6AD9-490A-97D0-3216F354C48A}"/>
              </a:ext>
            </a:extLst>
          </p:cNvPr>
          <p:cNvSpPr>
            <a:spLocks noGrp="1"/>
          </p:cNvSpPr>
          <p:nvPr/>
        </p:nvSpPr>
        <p:spPr>
          <a:xfrm>
            <a:off x="9802675" y="3229186"/>
            <a:ext cx="277877" cy="39962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17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517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517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92" name="anim_o5033_1">
            <a:extLst>
              <a:ext uri="{FF2B5EF4-FFF2-40B4-BE49-F238E27FC236}">
                <a16:creationId xmlns:a16="http://schemas.microsoft.com/office/drawing/2014/main" id="{1EF4AF51-98EF-41F2-A2EB-3FB2633ED929}"/>
              </a:ext>
            </a:extLst>
          </p:cNvPr>
          <p:cNvSpPr>
            <a:spLocks noGrp="1"/>
          </p:cNvSpPr>
          <p:nvPr/>
        </p:nvSpPr>
        <p:spPr>
          <a:xfrm>
            <a:off x="812355" y="2672454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3" name="anim_o5034_1">
            <a:extLst>
              <a:ext uri="{FF2B5EF4-FFF2-40B4-BE49-F238E27FC236}">
                <a16:creationId xmlns:a16="http://schemas.microsoft.com/office/drawing/2014/main" id="{46373E28-BC18-4C9A-8AA9-623021BBD799}"/>
              </a:ext>
            </a:extLst>
          </p:cNvPr>
          <p:cNvSpPr>
            <a:spLocks noGrp="1"/>
          </p:cNvSpPr>
          <p:nvPr/>
        </p:nvSpPr>
        <p:spPr>
          <a:xfrm>
            <a:off x="1116713" y="2672454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4" name="anim_o5035_1">
            <a:extLst>
              <a:ext uri="{FF2B5EF4-FFF2-40B4-BE49-F238E27FC236}">
                <a16:creationId xmlns:a16="http://schemas.microsoft.com/office/drawing/2014/main" id="{C983D594-EA52-402D-8131-A0C8E80256A3}"/>
              </a:ext>
            </a:extLst>
          </p:cNvPr>
          <p:cNvSpPr>
            <a:spLocks noGrp="1"/>
          </p:cNvSpPr>
          <p:nvPr/>
        </p:nvSpPr>
        <p:spPr>
          <a:xfrm>
            <a:off x="1421070" y="2672454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5" name="anim_o5036_1">
            <a:extLst>
              <a:ext uri="{FF2B5EF4-FFF2-40B4-BE49-F238E27FC236}">
                <a16:creationId xmlns:a16="http://schemas.microsoft.com/office/drawing/2014/main" id="{C8E2102E-BEB0-4BF9-B77D-5954DF4496D4}"/>
              </a:ext>
            </a:extLst>
          </p:cNvPr>
          <p:cNvSpPr>
            <a:spLocks noGrp="1"/>
          </p:cNvSpPr>
          <p:nvPr/>
        </p:nvSpPr>
        <p:spPr>
          <a:xfrm>
            <a:off x="1725428" y="2672454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6" name="anim_o5037_1">
            <a:extLst>
              <a:ext uri="{FF2B5EF4-FFF2-40B4-BE49-F238E27FC236}">
                <a16:creationId xmlns:a16="http://schemas.microsoft.com/office/drawing/2014/main" id="{AE5ABBED-3DC1-4016-9F5D-BEE7B4C1684A}"/>
              </a:ext>
            </a:extLst>
          </p:cNvPr>
          <p:cNvSpPr>
            <a:spLocks noGrp="1"/>
          </p:cNvSpPr>
          <p:nvPr/>
        </p:nvSpPr>
        <p:spPr>
          <a:xfrm>
            <a:off x="2029785" y="2672454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7" name="anim_o5038_1">
            <a:extLst>
              <a:ext uri="{FF2B5EF4-FFF2-40B4-BE49-F238E27FC236}">
                <a16:creationId xmlns:a16="http://schemas.microsoft.com/office/drawing/2014/main" id="{8E89A722-B084-4D62-8C01-FF3886001603}"/>
              </a:ext>
            </a:extLst>
          </p:cNvPr>
          <p:cNvSpPr>
            <a:spLocks noGrp="1"/>
          </p:cNvSpPr>
          <p:nvPr/>
        </p:nvSpPr>
        <p:spPr>
          <a:xfrm>
            <a:off x="2334142" y="2672454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8" name="anim_o5039_1">
            <a:extLst>
              <a:ext uri="{FF2B5EF4-FFF2-40B4-BE49-F238E27FC236}">
                <a16:creationId xmlns:a16="http://schemas.microsoft.com/office/drawing/2014/main" id="{F8B042F6-E779-4E2F-9B2D-B59EC47A3F46}"/>
              </a:ext>
            </a:extLst>
          </p:cNvPr>
          <p:cNvSpPr>
            <a:spLocks noGrp="1"/>
          </p:cNvSpPr>
          <p:nvPr/>
        </p:nvSpPr>
        <p:spPr>
          <a:xfrm>
            <a:off x="812355" y="2976812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9" name="anim_o5040_1">
            <a:extLst>
              <a:ext uri="{FF2B5EF4-FFF2-40B4-BE49-F238E27FC236}">
                <a16:creationId xmlns:a16="http://schemas.microsoft.com/office/drawing/2014/main" id="{0956D809-C10A-4CDE-B342-91A5AE321339}"/>
              </a:ext>
            </a:extLst>
          </p:cNvPr>
          <p:cNvSpPr>
            <a:spLocks noGrp="1"/>
          </p:cNvSpPr>
          <p:nvPr/>
        </p:nvSpPr>
        <p:spPr>
          <a:xfrm>
            <a:off x="1116713" y="2976812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0" name="anim_o5041_1">
            <a:extLst>
              <a:ext uri="{FF2B5EF4-FFF2-40B4-BE49-F238E27FC236}">
                <a16:creationId xmlns:a16="http://schemas.microsoft.com/office/drawing/2014/main" id="{E0ABD68D-3EDA-4E7B-90AF-257D707892F1}"/>
              </a:ext>
            </a:extLst>
          </p:cNvPr>
          <p:cNvSpPr>
            <a:spLocks noGrp="1"/>
          </p:cNvSpPr>
          <p:nvPr/>
        </p:nvSpPr>
        <p:spPr>
          <a:xfrm>
            <a:off x="1421070" y="2976812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1" name="anim_o5042_1">
            <a:extLst>
              <a:ext uri="{FF2B5EF4-FFF2-40B4-BE49-F238E27FC236}">
                <a16:creationId xmlns:a16="http://schemas.microsoft.com/office/drawing/2014/main" id="{3DA607CA-BED2-4C50-9B0B-9D58C9B712BE}"/>
              </a:ext>
            </a:extLst>
          </p:cNvPr>
          <p:cNvSpPr>
            <a:spLocks noGrp="1"/>
          </p:cNvSpPr>
          <p:nvPr/>
        </p:nvSpPr>
        <p:spPr>
          <a:xfrm>
            <a:off x="1725428" y="2976812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2" name="anim_o5043_1">
            <a:extLst>
              <a:ext uri="{FF2B5EF4-FFF2-40B4-BE49-F238E27FC236}">
                <a16:creationId xmlns:a16="http://schemas.microsoft.com/office/drawing/2014/main" id="{75AD0E8B-DB63-49FA-94E5-7F56FAFC0491}"/>
              </a:ext>
            </a:extLst>
          </p:cNvPr>
          <p:cNvSpPr>
            <a:spLocks noGrp="1"/>
          </p:cNvSpPr>
          <p:nvPr/>
        </p:nvSpPr>
        <p:spPr>
          <a:xfrm>
            <a:off x="2029785" y="2976812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3" name="anim_o5044_1">
            <a:extLst>
              <a:ext uri="{FF2B5EF4-FFF2-40B4-BE49-F238E27FC236}">
                <a16:creationId xmlns:a16="http://schemas.microsoft.com/office/drawing/2014/main" id="{4E5A2A36-5160-4A26-8D27-E0DF9F18E5C8}"/>
              </a:ext>
            </a:extLst>
          </p:cNvPr>
          <p:cNvSpPr>
            <a:spLocks noGrp="1"/>
          </p:cNvSpPr>
          <p:nvPr/>
        </p:nvSpPr>
        <p:spPr>
          <a:xfrm>
            <a:off x="2334142" y="2976812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4" name="anim_o5045_1">
            <a:extLst>
              <a:ext uri="{FF2B5EF4-FFF2-40B4-BE49-F238E27FC236}">
                <a16:creationId xmlns:a16="http://schemas.microsoft.com/office/drawing/2014/main" id="{77E116E1-8CB7-46C7-BE8B-41448737AF8F}"/>
              </a:ext>
            </a:extLst>
          </p:cNvPr>
          <p:cNvSpPr>
            <a:spLocks noGrp="1"/>
          </p:cNvSpPr>
          <p:nvPr/>
        </p:nvSpPr>
        <p:spPr>
          <a:xfrm>
            <a:off x="812355" y="3281169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5" name="anim_o5046_1">
            <a:extLst>
              <a:ext uri="{FF2B5EF4-FFF2-40B4-BE49-F238E27FC236}">
                <a16:creationId xmlns:a16="http://schemas.microsoft.com/office/drawing/2014/main" id="{5976C44B-4C72-4C30-836A-A3BDC418B87E}"/>
              </a:ext>
            </a:extLst>
          </p:cNvPr>
          <p:cNvSpPr>
            <a:spLocks noGrp="1"/>
          </p:cNvSpPr>
          <p:nvPr/>
        </p:nvSpPr>
        <p:spPr>
          <a:xfrm>
            <a:off x="1116713" y="3281169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6" name="anim_o5047_1">
            <a:extLst>
              <a:ext uri="{FF2B5EF4-FFF2-40B4-BE49-F238E27FC236}">
                <a16:creationId xmlns:a16="http://schemas.microsoft.com/office/drawing/2014/main" id="{450B065F-8733-49DB-9551-E6BFE3A8FC31}"/>
              </a:ext>
            </a:extLst>
          </p:cNvPr>
          <p:cNvSpPr>
            <a:spLocks noGrp="1"/>
          </p:cNvSpPr>
          <p:nvPr/>
        </p:nvSpPr>
        <p:spPr>
          <a:xfrm>
            <a:off x="1421070" y="3281169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7" name="anim_o5048_1">
            <a:extLst>
              <a:ext uri="{FF2B5EF4-FFF2-40B4-BE49-F238E27FC236}">
                <a16:creationId xmlns:a16="http://schemas.microsoft.com/office/drawing/2014/main" id="{87E2C2B9-4EC6-454D-81A1-F4D64DB26811}"/>
              </a:ext>
            </a:extLst>
          </p:cNvPr>
          <p:cNvSpPr>
            <a:spLocks noGrp="1"/>
          </p:cNvSpPr>
          <p:nvPr/>
        </p:nvSpPr>
        <p:spPr>
          <a:xfrm>
            <a:off x="1725428" y="3281169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8" name="anim_o5049_1">
            <a:extLst>
              <a:ext uri="{FF2B5EF4-FFF2-40B4-BE49-F238E27FC236}">
                <a16:creationId xmlns:a16="http://schemas.microsoft.com/office/drawing/2014/main" id="{4518D393-7705-48F4-8A2B-6B054BFA53B0}"/>
              </a:ext>
            </a:extLst>
          </p:cNvPr>
          <p:cNvSpPr>
            <a:spLocks noGrp="1"/>
          </p:cNvSpPr>
          <p:nvPr/>
        </p:nvSpPr>
        <p:spPr>
          <a:xfrm>
            <a:off x="2029785" y="3281169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9" name="anim_o5050_1">
            <a:extLst>
              <a:ext uri="{FF2B5EF4-FFF2-40B4-BE49-F238E27FC236}">
                <a16:creationId xmlns:a16="http://schemas.microsoft.com/office/drawing/2014/main" id="{8BAE9F31-30FF-431C-B7D2-6A6CC2E9E2CF}"/>
              </a:ext>
            </a:extLst>
          </p:cNvPr>
          <p:cNvSpPr>
            <a:spLocks noGrp="1"/>
          </p:cNvSpPr>
          <p:nvPr/>
        </p:nvSpPr>
        <p:spPr>
          <a:xfrm>
            <a:off x="2334142" y="3281169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0" name="anim_o5051_1">
            <a:extLst>
              <a:ext uri="{FF2B5EF4-FFF2-40B4-BE49-F238E27FC236}">
                <a16:creationId xmlns:a16="http://schemas.microsoft.com/office/drawing/2014/main" id="{A3F53DC7-0F90-4924-BBF9-6765B97BA486}"/>
              </a:ext>
            </a:extLst>
          </p:cNvPr>
          <p:cNvSpPr>
            <a:spLocks noGrp="1"/>
          </p:cNvSpPr>
          <p:nvPr/>
        </p:nvSpPr>
        <p:spPr>
          <a:xfrm>
            <a:off x="812355" y="3585527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1" name="anim_o5052_1">
            <a:extLst>
              <a:ext uri="{FF2B5EF4-FFF2-40B4-BE49-F238E27FC236}">
                <a16:creationId xmlns:a16="http://schemas.microsoft.com/office/drawing/2014/main" id="{668CA8A4-0DA1-4E3B-97DF-AFB620B7F6D5}"/>
              </a:ext>
            </a:extLst>
          </p:cNvPr>
          <p:cNvSpPr>
            <a:spLocks noGrp="1"/>
          </p:cNvSpPr>
          <p:nvPr/>
        </p:nvSpPr>
        <p:spPr>
          <a:xfrm>
            <a:off x="1116713" y="3585527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2" name="anim_o5053_1">
            <a:extLst>
              <a:ext uri="{FF2B5EF4-FFF2-40B4-BE49-F238E27FC236}">
                <a16:creationId xmlns:a16="http://schemas.microsoft.com/office/drawing/2014/main" id="{471A3CF9-A1D5-4E8C-800E-5C617D5B702D}"/>
              </a:ext>
            </a:extLst>
          </p:cNvPr>
          <p:cNvSpPr>
            <a:spLocks noGrp="1"/>
          </p:cNvSpPr>
          <p:nvPr/>
        </p:nvSpPr>
        <p:spPr>
          <a:xfrm>
            <a:off x="1421070" y="3585527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3" name="anim_o5054_1">
            <a:extLst>
              <a:ext uri="{FF2B5EF4-FFF2-40B4-BE49-F238E27FC236}">
                <a16:creationId xmlns:a16="http://schemas.microsoft.com/office/drawing/2014/main" id="{6BBEC41B-6854-4D65-B221-2D7490DC9446}"/>
              </a:ext>
            </a:extLst>
          </p:cNvPr>
          <p:cNvSpPr>
            <a:spLocks noGrp="1"/>
          </p:cNvSpPr>
          <p:nvPr/>
        </p:nvSpPr>
        <p:spPr>
          <a:xfrm>
            <a:off x="1725428" y="3585527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4" name="anim_o5055_1">
            <a:extLst>
              <a:ext uri="{FF2B5EF4-FFF2-40B4-BE49-F238E27FC236}">
                <a16:creationId xmlns:a16="http://schemas.microsoft.com/office/drawing/2014/main" id="{82B53059-B9FF-489F-9F01-59ADA27DAA67}"/>
              </a:ext>
            </a:extLst>
          </p:cNvPr>
          <p:cNvSpPr>
            <a:spLocks noGrp="1"/>
          </p:cNvSpPr>
          <p:nvPr/>
        </p:nvSpPr>
        <p:spPr>
          <a:xfrm>
            <a:off x="2029785" y="3585527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5" name="anim_o5056_1">
            <a:extLst>
              <a:ext uri="{FF2B5EF4-FFF2-40B4-BE49-F238E27FC236}">
                <a16:creationId xmlns:a16="http://schemas.microsoft.com/office/drawing/2014/main" id="{5578F900-059A-4F00-9866-35A58EE97467}"/>
              </a:ext>
            </a:extLst>
          </p:cNvPr>
          <p:cNvSpPr>
            <a:spLocks noGrp="1"/>
          </p:cNvSpPr>
          <p:nvPr/>
        </p:nvSpPr>
        <p:spPr>
          <a:xfrm>
            <a:off x="2334142" y="3585527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6" name="anim_o5057_1">
            <a:extLst>
              <a:ext uri="{FF2B5EF4-FFF2-40B4-BE49-F238E27FC236}">
                <a16:creationId xmlns:a16="http://schemas.microsoft.com/office/drawing/2014/main" id="{6C37B5E9-CF90-4402-BD89-43F8DC1BD428}"/>
              </a:ext>
            </a:extLst>
          </p:cNvPr>
          <p:cNvSpPr>
            <a:spLocks noGrp="1"/>
          </p:cNvSpPr>
          <p:nvPr/>
        </p:nvSpPr>
        <p:spPr>
          <a:xfrm>
            <a:off x="812355" y="3889884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7" name="anim_o5058_1">
            <a:extLst>
              <a:ext uri="{FF2B5EF4-FFF2-40B4-BE49-F238E27FC236}">
                <a16:creationId xmlns:a16="http://schemas.microsoft.com/office/drawing/2014/main" id="{0B47FF90-FF48-481A-AE84-7E1A6FFD1676}"/>
              </a:ext>
            </a:extLst>
          </p:cNvPr>
          <p:cNvSpPr>
            <a:spLocks noGrp="1"/>
          </p:cNvSpPr>
          <p:nvPr/>
        </p:nvSpPr>
        <p:spPr>
          <a:xfrm>
            <a:off x="1116713" y="3889884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8" name="anim_o5059_1">
            <a:extLst>
              <a:ext uri="{FF2B5EF4-FFF2-40B4-BE49-F238E27FC236}">
                <a16:creationId xmlns:a16="http://schemas.microsoft.com/office/drawing/2014/main" id="{91FEBE41-7452-4422-9D4E-6514AA6D55E5}"/>
              </a:ext>
            </a:extLst>
          </p:cNvPr>
          <p:cNvSpPr>
            <a:spLocks noGrp="1"/>
          </p:cNvSpPr>
          <p:nvPr/>
        </p:nvSpPr>
        <p:spPr>
          <a:xfrm>
            <a:off x="1421070" y="3889884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9" name="anim_o5060_1">
            <a:extLst>
              <a:ext uri="{FF2B5EF4-FFF2-40B4-BE49-F238E27FC236}">
                <a16:creationId xmlns:a16="http://schemas.microsoft.com/office/drawing/2014/main" id="{ACE0B2E9-2C5C-408F-94BB-51EBEE8CFE43}"/>
              </a:ext>
            </a:extLst>
          </p:cNvPr>
          <p:cNvSpPr>
            <a:spLocks noGrp="1"/>
          </p:cNvSpPr>
          <p:nvPr/>
        </p:nvSpPr>
        <p:spPr>
          <a:xfrm>
            <a:off x="1725428" y="3889884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0" name="anim_o5061_1">
            <a:extLst>
              <a:ext uri="{FF2B5EF4-FFF2-40B4-BE49-F238E27FC236}">
                <a16:creationId xmlns:a16="http://schemas.microsoft.com/office/drawing/2014/main" id="{1CD59AA9-A4D3-41AF-9DC8-84F2BAE82480}"/>
              </a:ext>
            </a:extLst>
          </p:cNvPr>
          <p:cNvSpPr>
            <a:spLocks noGrp="1"/>
          </p:cNvSpPr>
          <p:nvPr/>
        </p:nvSpPr>
        <p:spPr>
          <a:xfrm>
            <a:off x="2029785" y="3889884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1" name="anim_o5062_1">
            <a:extLst>
              <a:ext uri="{FF2B5EF4-FFF2-40B4-BE49-F238E27FC236}">
                <a16:creationId xmlns:a16="http://schemas.microsoft.com/office/drawing/2014/main" id="{513370DA-677D-47D0-8FA0-633CC9C2E31A}"/>
              </a:ext>
            </a:extLst>
          </p:cNvPr>
          <p:cNvSpPr>
            <a:spLocks noGrp="1"/>
          </p:cNvSpPr>
          <p:nvPr/>
        </p:nvSpPr>
        <p:spPr>
          <a:xfrm>
            <a:off x="2334142" y="3889884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2" name="anim_o5063_1">
            <a:extLst>
              <a:ext uri="{FF2B5EF4-FFF2-40B4-BE49-F238E27FC236}">
                <a16:creationId xmlns:a16="http://schemas.microsoft.com/office/drawing/2014/main" id="{812FED9E-CBD0-4F9B-A713-68455EC13EFB}"/>
              </a:ext>
            </a:extLst>
          </p:cNvPr>
          <p:cNvSpPr>
            <a:spLocks noGrp="1"/>
          </p:cNvSpPr>
          <p:nvPr/>
        </p:nvSpPr>
        <p:spPr>
          <a:xfrm>
            <a:off x="812355" y="4194241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3" name="anim_o5064_1">
            <a:extLst>
              <a:ext uri="{FF2B5EF4-FFF2-40B4-BE49-F238E27FC236}">
                <a16:creationId xmlns:a16="http://schemas.microsoft.com/office/drawing/2014/main" id="{C12DDA6B-829B-4E4F-84D2-049A858D69D2}"/>
              </a:ext>
            </a:extLst>
          </p:cNvPr>
          <p:cNvSpPr>
            <a:spLocks noGrp="1"/>
          </p:cNvSpPr>
          <p:nvPr/>
        </p:nvSpPr>
        <p:spPr>
          <a:xfrm>
            <a:off x="1116713" y="4194241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4" name="anim_o5065_1">
            <a:extLst>
              <a:ext uri="{FF2B5EF4-FFF2-40B4-BE49-F238E27FC236}">
                <a16:creationId xmlns:a16="http://schemas.microsoft.com/office/drawing/2014/main" id="{06250BCC-EB5F-4599-80EF-16C460F8561F}"/>
              </a:ext>
            </a:extLst>
          </p:cNvPr>
          <p:cNvSpPr>
            <a:spLocks noGrp="1"/>
          </p:cNvSpPr>
          <p:nvPr/>
        </p:nvSpPr>
        <p:spPr>
          <a:xfrm>
            <a:off x="1421070" y="4194241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5" name="anim_o5066_1">
            <a:extLst>
              <a:ext uri="{FF2B5EF4-FFF2-40B4-BE49-F238E27FC236}">
                <a16:creationId xmlns:a16="http://schemas.microsoft.com/office/drawing/2014/main" id="{0E56CE35-C2E1-4E3D-965E-A84377A90AB8}"/>
              </a:ext>
            </a:extLst>
          </p:cNvPr>
          <p:cNvSpPr>
            <a:spLocks noGrp="1"/>
          </p:cNvSpPr>
          <p:nvPr/>
        </p:nvSpPr>
        <p:spPr>
          <a:xfrm>
            <a:off x="1725428" y="4194241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6" name="anim_o5067_1">
            <a:extLst>
              <a:ext uri="{FF2B5EF4-FFF2-40B4-BE49-F238E27FC236}">
                <a16:creationId xmlns:a16="http://schemas.microsoft.com/office/drawing/2014/main" id="{0D88B328-54C9-4022-8F81-2623056D3DED}"/>
              </a:ext>
            </a:extLst>
          </p:cNvPr>
          <p:cNvSpPr>
            <a:spLocks noGrp="1"/>
          </p:cNvSpPr>
          <p:nvPr/>
        </p:nvSpPr>
        <p:spPr>
          <a:xfrm>
            <a:off x="2029785" y="4194241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7" name="anim_o5068_1">
            <a:extLst>
              <a:ext uri="{FF2B5EF4-FFF2-40B4-BE49-F238E27FC236}">
                <a16:creationId xmlns:a16="http://schemas.microsoft.com/office/drawing/2014/main" id="{6DAB5647-B32E-4783-AE87-C5CBD01C4B4E}"/>
              </a:ext>
            </a:extLst>
          </p:cNvPr>
          <p:cNvSpPr>
            <a:spLocks noGrp="1"/>
          </p:cNvSpPr>
          <p:nvPr/>
        </p:nvSpPr>
        <p:spPr>
          <a:xfrm>
            <a:off x="2334142" y="4194241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8" name="anim_o5343_1">
            <a:extLst>
              <a:ext uri="{FF2B5EF4-FFF2-40B4-BE49-F238E27FC236}">
                <a16:creationId xmlns:a16="http://schemas.microsoft.com/office/drawing/2014/main" id="{A3E1CCFE-CE00-4DEA-AB20-DDA7B0FB002F}"/>
              </a:ext>
            </a:extLst>
          </p:cNvPr>
          <p:cNvSpPr>
            <a:spLocks noGrp="1"/>
          </p:cNvSpPr>
          <p:nvPr/>
        </p:nvSpPr>
        <p:spPr>
          <a:xfrm>
            <a:off x="10247435" y="2715934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9" name="anim_o5344_1">
            <a:extLst>
              <a:ext uri="{FF2B5EF4-FFF2-40B4-BE49-F238E27FC236}">
                <a16:creationId xmlns:a16="http://schemas.microsoft.com/office/drawing/2014/main" id="{EC77F702-3FF9-48E8-9831-969D648005BA}"/>
              </a:ext>
            </a:extLst>
          </p:cNvPr>
          <p:cNvSpPr>
            <a:spLocks noGrp="1"/>
          </p:cNvSpPr>
          <p:nvPr/>
        </p:nvSpPr>
        <p:spPr>
          <a:xfrm>
            <a:off x="10551793" y="2715934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0" name="anim_o5345_1">
            <a:extLst>
              <a:ext uri="{FF2B5EF4-FFF2-40B4-BE49-F238E27FC236}">
                <a16:creationId xmlns:a16="http://schemas.microsoft.com/office/drawing/2014/main" id="{1518A2D1-A036-49C4-8CDE-278806881EE5}"/>
              </a:ext>
            </a:extLst>
          </p:cNvPr>
          <p:cNvSpPr>
            <a:spLocks noGrp="1"/>
          </p:cNvSpPr>
          <p:nvPr/>
        </p:nvSpPr>
        <p:spPr>
          <a:xfrm>
            <a:off x="10856150" y="2715934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1" name="anim_o5346_1">
            <a:extLst>
              <a:ext uri="{FF2B5EF4-FFF2-40B4-BE49-F238E27FC236}">
                <a16:creationId xmlns:a16="http://schemas.microsoft.com/office/drawing/2014/main" id="{6FDECFB1-B71A-49F1-ABBC-4D82E3190DD8}"/>
              </a:ext>
            </a:extLst>
          </p:cNvPr>
          <p:cNvSpPr>
            <a:spLocks noGrp="1"/>
          </p:cNvSpPr>
          <p:nvPr/>
        </p:nvSpPr>
        <p:spPr>
          <a:xfrm>
            <a:off x="11160507" y="2715934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2" name="anim_o5347_1">
            <a:extLst>
              <a:ext uri="{FF2B5EF4-FFF2-40B4-BE49-F238E27FC236}">
                <a16:creationId xmlns:a16="http://schemas.microsoft.com/office/drawing/2014/main" id="{34D30604-8F8D-4AA3-BC4B-ABD75AC37E91}"/>
              </a:ext>
            </a:extLst>
          </p:cNvPr>
          <p:cNvSpPr>
            <a:spLocks noGrp="1"/>
          </p:cNvSpPr>
          <p:nvPr/>
        </p:nvSpPr>
        <p:spPr>
          <a:xfrm>
            <a:off x="10247435" y="3020291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3" name="anim_o5348_1">
            <a:extLst>
              <a:ext uri="{FF2B5EF4-FFF2-40B4-BE49-F238E27FC236}">
                <a16:creationId xmlns:a16="http://schemas.microsoft.com/office/drawing/2014/main" id="{E5538734-C3F3-40A6-B96A-0D2CF4B65C15}"/>
              </a:ext>
            </a:extLst>
          </p:cNvPr>
          <p:cNvSpPr>
            <a:spLocks noGrp="1"/>
          </p:cNvSpPr>
          <p:nvPr/>
        </p:nvSpPr>
        <p:spPr>
          <a:xfrm>
            <a:off x="10551793" y="3020291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4" name="anim_o5349_1">
            <a:extLst>
              <a:ext uri="{FF2B5EF4-FFF2-40B4-BE49-F238E27FC236}">
                <a16:creationId xmlns:a16="http://schemas.microsoft.com/office/drawing/2014/main" id="{83A88EE1-E271-4A47-A023-DD1D259BC4C9}"/>
              </a:ext>
            </a:extLst>
          </p:cNvPr>
          <p:cNvSpPr>
            <a:spLocks noGrp="1"/>
          </p:cNvSpPr>
          <p:nvPr/>
        </p:nvSpPr>
        <p:spPr>
          <a:xfrm>
            <a:off x="10856150" y="3020291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5" name="anim_o5350_1">
            <a:extLst>
              <a:ext uri="{FF2B5EF4-FFF2-40B4-BE49-F238E27FC236}">
                <a16:creationId xmlns:a16="http://schemas.microsoft.com/office/drawing/2014/main" id="{1D05A8EA-B607-4F94-969A-E3EFB863379A}"/>
              </a:ext>
            </a:extLst>
          </p:cNvPr>
          <p:cNvSpPr>
            <a:spLocks noGrp="1"/>
          </p:cNvSpPr>
          <p:nvPr/>
        </p:nvSpPr>
        <p:spPr>
          <a:xfrm>
            <a:off x="11160507" y="3020291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6" name="anim_o5351_1">
            <a:extLst>
              <a:ext uri="{FF2B5EF4-FFF2-40B4-BE49-F238E27FC236}">
                <a16:creationId xmlns:a16="http://schemas.microsoft.com/office/drawing/2014/main" id="{44897B57-90B8-42AB-86E1-69013AE30B9B}"/>
              </a:ext>
            </a:extLst>
          </p:cNvPr>
          <p:cNvSpPr>
            <a:spLocks noGrp="1"/>
          </p:cNvSpPr>
          <p:nvPr/>
        </p:nvSpPr>
        <p:spPr>
          <a:xfrm>
            <a:off x="10247435" y="3324649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7" name="anim_o5352_1">
            <a:extLst>
              <a:ext uri="{FF2B5EF4-FFF2-40B4-BE49-F238E27FC236}">
                <a16:creationId xmlns:a16="http://schemas.microsoft.com/office/drawing/2014/main" id="{E40DAD9C-CF1F-46A9-8BD2-28E226BC47A8}"/>
              </a:ext>
            </a:extLst>
          </p:cNvPr>
          <p:cNvSpPr>
            <a:spLocks noGrp="1"/>
          </p:cNvSpPr>
          <p:nvPr/>
        </p:nvSpPr>
        <p:spPr>
          <a:xfrm>
            <a:off x="10551793" y="3324649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8" name="anim_o5353_1">
            <a:extLst>
              <a:ext uri="{FF2B5EF4-FFF2-40B4-BE49-F238E27FC236}">
                <a16:creationId xmlns:a16="http://schemas.microsoft.com/office/drawing/2014/main" id="{3996ED22-8CCA-4E91-92E6-8ACBEFAAD6EE}"/>
              </a:ext>
            </a:extLst>
          </p:cNvPr>
          <p:cNvSpPr>
            <a:spLocks noGrp="1"/>
          </p:cNvSpPr>
          <p:nvPr/>
        </p:nvSpPr>
        <p:spPr>
          <a:xfrm>
            <a:off x="10856150" y="3324649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9" name="anim_o5354_1">
            <a:extLst>
              <a:ext uri="{FF2B5EF4-FFF2-40B4-BE49-F238E27FC236}">
                <a16:creationId xmlns:a16="http://schemas.microsoft.com/office/drawing/2014/main" id="{23C9217C-3DCB-4CE3-A92B-D583040CC3A5}"/>
              </a:ext>
            </a:extLst>
          </p:cNvPr>
          <p:cNvSpPr>
            <a:spLocks noGrp="1"/>
          </p:cNvSpPr>
          <p:nvPr/>
        </p:nvSpPr>
        <p:spPr>
          <a:xfrm>
            <a:off x="11160507" y="3324649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0" name="anim_o5355_1">
            <a:extLst>
              <a:ext uri="{FF2B5EF4-FFF2-40B4-BE49-F238E27FC236}">
                <a16:creationId xmlns:a16="http://schemas.microsoft.com/office/drawing/2014/main" id="{44A5C6B5-2E56-4663-B983-202CB815619E}"/>
              </a:ext>
            </a:extLst>
          </p:cNvPr>
          <p:cNvSpPr>
            <a:spLocks noGrp="1"/>
          </p:cNvSpPr>
          <p:nvPr/>
        </p:nvSpPr>
        <p:spPr>
          <a:xfrm>
            <a:off x="10247435" y="3629006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1" name="anim_o5356_1">
            <a:extLst>
              <a:ext uri="{FF2B5EF4-FFF2-40B4-BE49-F238E27FC236}">
                <a16:creationId xmlns:a16="http://schemas.microsoft.com/office/drawing/2014/main" id="{51AFA0BE-3AF0-4B45-A680-333FD44645C6}"/>
              </a:ext>
            </a:extLst>
          </p:cNvPr>
          <p:cNvSpPr>
            <a:spLocks noGrp="1"/>
          </p:cNvSpPr>
          <p:nvPr/>
        </p:nvSpPr>
        <p:spPr>
          <a:xfrm>
            <a:off x="10551793" y="3629006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2" name="anim_o5357_1">
            <a:extLst>
              <a:ext uri="{FF2B5EF4-FFF2-40B4-BE49-F238E27FC236}">
                <a16:creationId xmlns:a16="http://schemas.microsoft.com/office/drawing/2014/main" id="{C6842E50-9900-487C-A1AD-74908EC0851C}"/>
              </a:ext>
            </a:extLst>
          </p:cNvPr>
          <p:cNvSpPr>
            <a:spLocks noGrp="1"/>
          </p:cNvSpPr>
          <p:nvPr/>
        </p:nvSpPr>
        <p:spPr>
          <a:xfrm>
            <a:off x="10856150" y="3629006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3" name="anim_o5358_1">
            <a:extLst>
              <a:ext uri="{FF2B5EF4-FFF2-40B4-BE49-F238E27FC236}">
                <a16:creationId xmlns:a16="http://schemas.microsoft.com/office/drawing/2014/main" id="{02B5A814-D500-4199-A4CA-D1814D3CBAB1}"/>
              </a:ext>
            </a:extLst>
          </p:cNvPr>
          <p:cNvSpPr>
            <a:spLocks noGrp="1"/>
          </p:cNvSpPr>
          <p:nvPr/>
        </p:nvSpPr>
        <p:spPr>
          <a:xfrm>
            <a:off x="11160507" y="3629006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4" name="anim_o5098_1">
            <a:extLst>
              <a:ext uri="{FF2B5EF4-FFF2-40B4-BE49-F238E27FC236}">
                <a16:creationId xmlns:a16="http://schemas.microsoft.com/office/drawing/2014/main" id="{72B49916-D4EA-4A60-82E0-6C5DF4FA2998}"/>
              </a:ext>
            </a:extLst>
          </p:cNvPr>
          <p:cNvSpPr>
            <a:spLocks noGrp="1"/>
          </p:cNvSpPr>
          <p:nvPr/>
        </p:nvSpPr>
        <p:spPr>
          <a:xfrm>
            <a:off x="4312466" y="1215887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5" name="anim_o5099_1">
            <a:extLst>
              <a:ext uri="{FF2B5EF4-FFF2-40B4-BE49-F238E27FC236}">
                <a16:creationId xmlns:a16="http://schemas.microsoft.com/office/drawing/2014/main" id="{BC97D44B-B0BF-46C7-B01D-05B92C5C5F3E}"/>
              </a:ext>
            </a:extLst>
          </p:cNvPr>
          <p:cNvSpPr>
            <a:spLocks noGrp="1"/>
          </p:cNvSpPr>
          <p:nvPr/>
        </p:nvSpPr>
        <p:spPr>
          <a:xfrm>
            <a:off x="4616823" y="1215887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6" name="anim_o5100_1">
            <a:extLst>
              <a:ext uri="{FF2B5EF4-FFF2-40B4-BE49-F238E27FC236}">
                <a16:creationId xmlns:a16="http://schemas.microsoft.com/office/drawing/2014/main" id="{E098A991-27A7-4D7F-B9A3-3CC18B5F79B7}"/>
              </a:ext>
            </a:extLst>
          </p:cNvPr>
          <p:cNvSpPr>
            <a:spLocks noGrp="1"/>
          </p:cNvSpPr>
          <p:nvPr/>
        </p:nvSpPr>
        <p:spPr>
          <a:xfrm>
            <a:off x="4921180" y="1215887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7" name="anim_o5101_1">
            <a:extLst>
              <a:ext uri="{FF2B5EF4-FFF2-40B4-BE49-F238E27FC236}">
                <a16:creationId xmlns:a16="http://schemas.microsoft.com/office/drawing/2014/main" id="{8FD466ED-67C4-4496-B8DB-3CFAF38591C6}"/>
              </a:ext>
            </a:extLst>
          </p:cNvPr>
          <p:cNvSpPr>
            <a:spLocks noGrp="1"/>
          </p:cNvSpPr>
          <p:nvPr/>
        </p:nvSpPr>
        <p:spPr>
          <a:xfrm>
            <a:off x="4312466" y="1520244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8" name="anim_o5102_1">
            <a:extLst>
              <a:ext uri="{FF2B5EF4-FFF2-40B4-BE49-F238E27FC236}">
                <a16:creationId xmlns:a16="http://schemas.microsoft.com/office/drawing/2014/main" id="{926E7A45-6DAA-48DD-9AEF-78AF487636A5}"/>
              </a:ext>
            </a:extLst>
          </p:cNvPr>
          <p:cNvSpPr>
            <a:spLocks noGrp="1"/>
          </p:cNvSpPr>
          <p:nvPr/>
        </p:nvSpPr>
        <p:spPr>
          <a:xfrm>
            <a:off x="4616823" y="1520244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9" name="anim_o5103_1">
            <a:extLst>
              <a:ext uri="{FF2B5EF4-FFF2-40B4-BE49-F238E27FC236}">
                <a16:creationId xmlns:a16="http://schemas.microsoft.com/office/drawing/2014/main" id="{688063FD-E1E0-4893-93A7-4AE6038CFC8E}"/>
              </a:ext>
            </a:extLst>
          </p:cNvPr>
          <p:cNvSpPr>
            <a:spLocks noGrp="1"/>
          </p:cNvSpPr>
          <p:nvPr/>
        </p:nvSpPr>
        <p:spPr>
          <a:xfrm>
            <a:off x="4921180" y="1520244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0" name="anim_o5104_1">
            <a:extLst>
              <a:ext uri="{FF2B5EF4-FFF2-40B4-BE49-F238E27FC236}">
                <a16:creationId xmlns:a16="http://schemas.microsoft.com/office/drawing/2014/main" id="{D974DC63-633D-4C88-88DA-0CC6F3F60B6D}"/>
              </a:ext>
            </a:extLst>
          </p:cNvPr>
          <p:cNvSpPr>
            <a:spLocks noGrp="1"/>
          </p:cNvSpPr>
          <p:nvPr/>
        </p:nvSpPr>
        <p:spPr>
          <a:xfrm>
            <a:off x="4312466" y="1824602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1" name="anim_o5105_1">
            <a:extLst>
              <a:ext uri="{FF2B5EF4-FFF2-40B4-BE49-F238E27FC236}">
                <a16:creationId xmlns:a16="http://schemas.microsoft.com/office/drawing/2014/main" id="{450296BD-8A4F-4ED2-B6AF-C47DDB157EC6}"/>
              </a:ext>
            </a:extLst>
          </p:cNvPr>
          <p:cNvSpPr>
            <a:spLocks noGrp="1"/>
          </p:cNvSpPr>
          <p:nvPr/>
        </p:nvSpPr>
        <p:spPr>
          <a:xfrm>
            <a:off x="4616823" y="1824602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2" name="anim_o5106_1">
            <a:extLst>
              <a:ext uri="{FF2B5EF4-FFF2-40B4-BE49-F238E27FC236}">
                <a16:creationId xmlns:a16="http://schemas.microsoft.com/office/drawing/2014/main" id="{1936C3C1-FF7C-4932-9E7D-EE2F792C3B45}"/>
              </a:ext>
            </a:extLst>
          </p:cNvPr>
          <p:cNvSpPr>
            <a:spLocks noGrp="1"/>
          </p:cNvSpPr>
          <p:nvPr/>
        </p:nvSpPr>
        <p:spPr>
          <a:xfrm>
            <a:off x="4921180" y="1824602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3" name="anim_o5129_1">
            <a:extLst>
              <a:ext uri="{FF2B5EF4-FFF2-40B4-BE49-F238E27FC236}">
                <a16:creationId xmlns:a16="http://schemas.microsoft.com/office/drawing/2014/main" id="{FEE330F2-B000-4095-8A74-09520ABEE8F7}"/>
              </a:ext>
            </a:extLst>
          </p:cNvPr>
          <p:cNvSpPr>
            <a:spLocks noGrp="1"/>
          </p:cNvSpPr>
          <p:nvPr/>
        </p:nvSpPr>
        <p:spPr>
          <a:xfrm>
            <a:off x="4312466" y="3128991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4" name="anim_o5130_1">
            <a:extLst>
              <a:ext uri="{FF2B5EF4-FFF2-40B4-BE49-F238E27FC236}">
                <a16:creationId xmlns:a16="http://schemas.microsoft.com/office/drawing/2014/main" id="{E841CED2-CD80-4224-9A85-BE2F1A9C73B5}"/>
              </a:ext>
            </a:extLst>
          </p:cNvPr>
          <p:cNvSpPr>
            <a:spLocks noGrp="1"/>
          </p:cNvSpPr>
          <p:nvPr/>
        </p:nvSpPr>
        <p:spPr>
          <a:xfrm>
            <a:off x="4616823" y="3128991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5" name="anim_o5131_1">
            <a:extLst>
              <a:ext uri="{FF2B5EF4-FFF2-40B4-BE49-F238E27FC236}">
                <a16:creationId xmlns:a16="http://schemas.microsoft.com/office/drawing/2014/main" id="{CAA90DBC-6966-4E08-B044-BCD3F215DBE5}"/>
              </a:ext>
            </a:extLst>
          </p:cNvPr>
          <p:cNvSpPr>
            <a:spLocks noGrp="1"/>
          </p:cNvSpPr>
          <p:nvPr/>
        </p:nvSpPr>
        <p:spPr>
          <a:xfrm>
            <a:off x="4921180" y="3128991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6" name="anim_o5132_1">
            <a:extLst>
              <a:ext uri="{FF2B5EF4-FFF2-40B4-BE49-F238E27FC236}">
                <a16:creationId xmlns:a16="http://schemas.microsoft.com/office/drawing/2014/main" id="{2E82F040-D5B1-42B7-B6D5-EE77C3E5FB1D}"/>
              </a:ext>
            </a:extLst>
          </p:cNvPr>
          <p:cNvSpPr>
            <a:spLocks noGrp="1"/>
          </p:cNvSpPr>
          <p:nvPr/>
        </p:nvSpPr>
        <p:spPr>
          <a:xfrm>
            <a:off x="4312466" y="3433348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7" name="anim_o5133_1">
            <a:extLst>
              <a:ext uri="{FF2B5EF4-FFF2-40B4-BE49-F238E27FC236}">
                <a16:creationId xmlns:a16="http://schemas.microsoft.com/office/drawing/2014/main" id="{19F50436-DEC7-4C57-A945-6B1B34FA2399}"/>
              </a:ext>
            </a:extLst>
          </p:cNvPr>
          <p:cNvSpPr>
            <a:spLocks noGrp="1"/>
          </p:cNvSpPr>
          <p:nvPr/>
        </p:nvSpPr>
        <p:spPr>
          <a:xfrm>
            <a:off x="4616823" y="3433348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8" name="anim_o5134_1">
            <a:extLst>
              <a:ext uri="{FF2B5EF4-FFF2-40B4-BE49-F238E27FC236}">
                <a16:creationId xmlns:a16="http://schemas.microsoft.com/office/drawing/2014/main" id="{BECB24C9-5E79-4C4B-B56F-EF2DC750839B}"/>
              </a:ext>
            </a:extLst>
          </p:cNvPr>
          <p:cNvSpPr>
            <a:spLocks noGrp="1"/>
          </p:cNvSpPr>
          <p:nvPr/>
        </p:nvSpPr>
        <p:spPr>
          <a:xfrm>
            <a:off x="4921180" y="3433348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9" name="anim_o5135_1">
            <a:extLst>
              <a:ext uri="{FF2B5EF4-FFF2-40B4-BE49-F238E27FC236}">
                <a16:creationId xmlns:a16="http://schemas.microsoft.com/office/drawing/2014/main" id="{F1BFDB1E-1827-4997-ABE5-5A0578730A12}"/>
              </a:ext>
            </a:extLst>
          </p:cNvPr>
          <p:cNvSpPr>
            <a:spLocks noGrp="1"/>
          </p:cNvSpPr>
          <p:nvPr/>
        </p:nvSpPr>
        <p:spPr>
          <a:xfrm>
            <a:off x="4312466" y="3737705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0" name="anim_o5136_1">
            <a:extLst>
              <a:ext uri="{FF2B5EF4-FFF2-40B4-BE49-F238E27FC236}">
                <a16:creationId xmlns:a16="http://schemas.microsoft.com/office/drawing/2014/main" id="{74F66D79-A9A1-4023-8383-73BC4AD1B581}"/>
              </a:ext>
            </a:extLst>
          </p:cNvPr>
          <p:cNvSpPr>
            <a:spLocks noGrp="1"/>
          </p:cNvSpPr>
          <p:nvPr/>
        </p:nvSpPr>
        <p:spPr>
          <a:xfrm>
            <a:off x="4616823" y="3737705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1" name="anim_o5137_1">
            <a:extLst>
              <a:ext uri="{FF2B5EF4-FFF2-40B4-BE49-F238E27FC236}">
                <a16:creationId xmlns:a16="http://schemas.microsoft.com/office/drawing/2014/main" id="{37CBFE00-0E2C-47E1-92CD-1A1E21F450D5}"/>
              </a:ext>
            </a:extLst>
          </p:cNvPr>
          <p:cNvSpPr>
            <a:spLocks noGrp="1"/>
          </p:cNvSpPr>
          <p:nvPr/>
        </p:nvSpPr>
        <p:spPr>
          <a:xfrm>
            <a:off x="4921180" y="3737705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2" name="anim_o5160_1">
            <a:extLst>
              <a:ext uri="{FF2B5EF4-FFF2-40B4-BE49-F238E27FC236}">
                <a16:creationId xmlns:a16="http://schemas.microsoft.com/office/drawing/2014/main" id="{4080A7EA-A14F-4E18-8DC0-DA52CB1FBB1D}"/>
              </a:ext>
            </a:extLst>
          </p:cNvPr>
          <p:cNvSpPr>
            <a:spLocks noGrp="1"/>
          </p:cNvSpPr>
          <p:nvPr/>
        </p:nvSpPr>
        <p:spPr>
          <a:xfrm>
            <a:off x="4312466" y="5042094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3" name="anim_o5161_1">
            <a:extLst>
              <a:ext uri="{FF2B5EF4-FFF2-40B4-BE49-F238E27FC236}">
                <a16:creationId xmlns:a16="http://schemas.microsoft.com/office/drawing/2014/main" id="{AE4C7AD3-473A-4439-9A64-C06342DDCC59}"/>
              </a:ext>
            </a:extLst>
          </p:cNvPr>
          <p:cNvSpPr>
            <a:spLocks noGrp="1"/>
          </p:cNvSpPr>
          <p:nvPr/>
        </p:nvSpPr>
        <p:spPr>
          <a:xfrm>
            <a:off x="4616823" y="5042094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4" name="anim_o5162_1">
            <a:extLst>
              <a:ext uri="{FF2B5EF4-FFF2-40B4-BE49-F238E27FC236}">
                <a16:creationId xmlns:a16="http://schemas.microsoft.com/office/drawing/2014/main" id="{EA0178C1-F442-4045-BCC4-671B1D3FC7F7}"/>
              </a:ext>
            </a:extLst>
          </p:cNvPr>
          <p:cNvSpPr>
            <a:spLocks noGrp="1"/>
          </p:cNvSpPr>
          <p:nvPr/>
        </p:nvSpPr>
        <p:spPr>
          <a:xfrm>
            <a:off x="4921180" y="5042094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5" name="anim_o5163_1">
            <a:extLst>
              <a:ext uri="{FF2B5EF4-FFF2-40B4-BE49-F238E27FC236}">
                <a16:creationId xmlns:a16="http://schemas.microsoft.com/office/drawing/2014/main" id="{1EC6032C-168C-42FA-8DAB-2241B5095BBD}"/>
              </a:ext>
            </a:extLst>
          </p:cNvPr>
          <p:cNvSpPr>
            <a:spLocks noGrp="1"/>
          </p:cNvSpPr>
          <p:nvPr/>
        </p:nvSpPr>
        <p:spPr>
          <a:xfrm>
            <a:off x="4312466" y="5346452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6" name="anim_o5164_1">
            <a:extLst>
              <a:ext uri="{FF2B5EF4-FFF2-40B4-BE49-F238E27FC236}">
                <a16:creationId xmlns:a16="http://schemas.microsoft.com/office/drawing/2014/main" id="{8E849CF1-1F23-4EE2-8303-1AAD8469A9A2}"/>
              </a:ext>
            </a:extLst>
          </p:cNvPr>
          <p:cNvSpPr>
            <a:spLocks noGrp="1"/>
          </p:cNvSpPr>
          <p:nvPr/>
        </p:nvSpPr>
        <p:spPr>
          <a:xfrm>
            <a:off x="4616823" y="5346452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7" name="anim_o5165_1">
            <a:extLst>
              <a:ext uri="{FF2B5EF4-FFF2-40B4-BE49-F238E27FC236}">
                <a16:creationId xmlns:a16="http://schemas.microsoft.com/office/drawing/2014/main" id="{3B01E7C1-47BC-4E2D-82E3-2B0954C97917}"/>
              </a:ext>
            </a:extLst>
          </p:cNvPr>
          <p:cNvSpPr>
            <a:spLocks noGrp="1"/>
          </p:cNvSpPr>
          <p:nvPr/>
        </p:nvSpPr>
        <p:spPr>
          <a:xfrm>
            <a:off x="4921180" y="5346452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8" name="anim_o5166_1">
            <a:extLst>
              <a:ext uri="{FF2B5EF4-FFF2-40B4-BE49-F238E27FC236}">
                <a16:creationId xmlns:a16="http://schemas.microsoft.com/office/drawing/2014/main" id="{686A9965-D272-4A06-8503-5F56E6AC71F6}"/>
              </a:ext>
            </a:extLst>
          </p:cNvPr>
          <p:cNvSpPr>
            <a:spLocks noGrp="1"/>
          </p:cNvSpPr>
          <p:nvPr/>
        </p:nvSpPr>
        <p:spPr>
          <a:xfrm>
            <a:off x="4312466" y="5650809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9" name="anim_o5167_1">
            <a:extLst>
              <a:ext uri="{FF2B5EF4-FFF2-40B4-BE49-F238E27FC236}">
                <a16:creationId xmlns:a16="http://schemas.microsoft.com/office/drawing/2014/main" id="{67D4318A-B0CB-4838-9EE9-D9203DB72EF8}"/>
              </a:ext>
            </a:extLst>
          </p:cNvPr>
          <p:cNvSpPr>
            <a:spLocks noGrp="1"/>
          </p:cNvSpPr>
          <p:nvPr/>
        </p:nvSpPr>
        <p:spPr>
          <a:xfrm>
            <a:off x="4616823" y="5650809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0" name="anim_o5168_1">
            <a:extLst>
              <a:ext uri="{FF2B5EF4-FFF2-40B4-BE49-F238E27FC236}">
                <a16:creationId xmlns:a16="http://schemas.microsoft.com/office/drawing/2014/main" id="{96341A1B-0618-4C06-8880-C165C8AAB117}"/>
              </a:ext>
            </a:extLst>
          </p:cNvPr>
          <p:cNvSpPr>
            <a:spLocks noGrp="1"/>
          </p:cNvSpPr>
          <p:nvPr/>
        </p:nvSpPr>
        <p:spPr>
          <a:xfrm>
            <a:off x="4921180" y="5650809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1" name="anim_o4996_1">
            <a:extLst>
              <a:ext uri="{FF2B5EF4-FFF2-40B4-BE49-F238E27FC236}">
                <a16:creationId xmlns:a16="http://schemas.microsoft.com/office/drawing/2014/main" id="{67590EA0-CFF1-46F7-B6D3-35F4AB58A96E}"/>
              </a:ext>
            </a:extLst>
          </p:cNvPr>
          <p:cNvSpPr>
            <a:spLocks noGrp="1"/>
          </p:cNvSpPr>
          <p:nvPr/>
        </p:nvSpPr>
        <p:spPr>
          <a:xfrm>
            <a:off x="968882" y="2515928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2" name="anim_o4997_1">
            <a:extLst>
              <a:ext uri="{FF2B5EF4-FFF2-40B4-BE49-F238E27FC236}">
                <a16:creationId xmlns:a16="http://schemas.microsoft.com/office/drawing/2014/main" id="{F77991B7-E326-4FBA-85D3-5A2773DED4E6}"/>
              </a:ext>
            </a:extLst>
          </p:cNvPr>
          <p:cNvSpPr>
            <a:spLocks noGrp="1"/>
          </p:cNvSpPr>
          <p:nvPr/>
        </p:nvSpPr>
        <p:spPr>
          <a:xfrm>
            <a:off x="1273239" y="2515928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3" name="anim_o4998_1">
            <a:extLst>
              <a:ext uri="{FF2B5EF4-FFF2-40B4-BE49-F238E27FC236}">
                <a16:creationId xmlns:a16="http://schemas.microsoft.com/office/drawing/2014/main" id="{CE2C8DDA-C4FE-429B-AD82-CA494612A613}"/>
              </a:ext>
            </a:extLst>
          </p:cNvPr>
          <p:cNvSpPr>
            <a:spLocks noGrp="1"/>
          </p:cNvSpPr>
          <p:nvPr/>
        </p:nvSpPr>
        <p:spPr>
          <a:xfrm>
            <a:off x="1577597" y="2515928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4" name="anim_o4999_1">
            <a:extLst>
              <a:ext uri="{FF2B5EF4-FFF2-40B4-BE49-F238E27FC236}">
                <a16:creationId xmlns:a16="http://schemas.microsoft.com/office/drawing/2014/main" id="{81E32750-0781-4738-9798-016196266984}"/>
              </a:ext>
            </a:extLst>
          </p:cNvPr>
          <p:cNvSpPr>
            <a:spLocks noGrp="1"/>
          </p:cNvSpPr>
          <p:nvPr/>
        </p:nvSpPr>
        <p:spPr>
          <a:xfrm>
            <a:off x="1881954" y="2515928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5" name="anim_o5000_1">
            <a:extLst>
              <a:ext uri="{FF2B5EF4-FFF2-40B4-BE49-F238E27FC236}">
                <a16:creationId xmlns:a16="http://schemas.microsoft.com/office/drawing/2014/main" id="{9D9840BA-6F3B-42C5-BAE3-7C34A47EFC58}"/>
              </a:ext>
            </a:extLst>
          </p:cNvPr>
          <p:cNvSpPr>
            <a:spLocks noGrp="1"/>
          </p:cNvSpPr>
          <p:nvPr/>
        </p:nvSpPr>
        <p:spPr>
          <a:xfrm>
            <a:off x="2186312" y="2515928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6" name="anim_o5001_1">
            <a:extLst>
              <a:ext uri="{FF2B5EF4-FFF2-40B4-BE49-F238E27FC236}">
                <a16:creationId xmlns:a16="http://schemas.microsoft.com/office/drawing/2014/main" id="{778FAC3B-D652-45D0-87AC-84FC9818A36E}"/>
              </a:ext>
            </a:extLst>
          </p:cNvPr>
          <p:cNvSpPr>
            <a:spLocks noGrp="1"/>
          </p:cNvSpPr>
          <p:nvPr/>
        </p:nvSpPr>
        <p:spPr>
          <a:xfrm>
            <a:off x="2490669" y="2515928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7" name="anim_o5002_1">
            <a:extLst>
              <a:ext uri="{FF2B5EF4-FFF2-40B4-BE49-F238E27FC236}">
                <a16:creationId xmlns:a16="http://schemas.microsoft.com/office/drawing/2014/main" id="{DFD7ABB1-9339-4549-8D72-6251FA67AADE}"/>
              </a:ext>
            </a:extLst>
          </p:cNvPr>
          <p:cNvSpPr>
            <a:spLocks noGrp="1"/>
          </p:cNvSpPr>
          <p:nvPr/>
        </p:nvSpPr>
        <p:spPr>
          <a:xfrm>
            <a:off x="968882" y="2820285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8" name="anim_o5003_1">
            <a:extLst>
              <a:ext uri="{FF2B5EF4-FFF2-40B4-BE49-F238E27FC236}">
                <a16:creationId xmlns:a16="http://schemas.microsoft.com/office/drawing/2014/main" id="{1B7B6539-2F7E-434E-A829-7386392A1E19}"/>
              </a:ext>
            </a:extLst>
          </p:cNvPr>
          <p:cNvSpPr>
            <a:spLocks noGrp="1"/>
          </p:cNvSpPr>
          <p:nvPr/>
        </p:nvSpPr>
        <p:spPr>
          <a:xfrm>
            <a:off x="1273239" y="2820285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9" name="anim_o5004_1">
            <a:extLst>
              <a:ext uri="{FF2B5EF4-FFF2-40B4-BE49-F238E27FC236}">
                <a16:creationId xmlns:a16="http://schemas.microsoft.com/office/drawing/2014/main" id="{1C21FF8B-9E3C-41B3-BFC0-91AB89C602D8}"/>
              </a:ext>
            </a:extLst>
          </p:cNvPr>
          <p:cNvSpPr>
            <a:spLocks noGrp="1"/>
          </p:cNvSpPr>
          <p:nvPr/>
        </p:nvSpPr>
        <p:spPr>
          <a:xfrm>
            <a:off x="1577597" y="2820285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0" name="anim_o5005_1">
            <a:extLst>
              <a:ext uri="{FF2B5EF4-FFF2-40B4-BE49-F238E27FC236}">
                <a16:creationId xmlns:a16="http://schemas.microsoft.com/office/drawing/2014/main" id="{AB8511C0-1B53-43E5-93B4-139BCA338842}"/>
              </a:ext>
            </a:extLst>
          </p:cNvPr>
          <p:cNvSpPr>
            <a:spLocks noGrp="1"/>
          </p:cNvSpPr>
          <p:nvPr/>
        </p:nvSpPr>
        <p:spPr>
          <a:xfrm>
            <a:off x="1881954" y="2820285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1" name="anim_o5006_1">
            <a:extLst>
              <a:ext uri="{FF2B5EF4-FFF2-40B4-BE49-F238E27FC236}">
                <a16:creationId xmlns:a16="http://schemas.microsoft.com/office/drawing/2014/main" id="{0857BB12-A117-4FEA-BBA9-7F554FC225EA}"/>
              </a:ext>
            </a:extLst>
          </p:cNvPr>
          <p:cNvSpPr>
            <a:spLocks noGrp="1"/>
          </p:cNvSpPr>
          <p:nvPr/>
        </p:nvSpPr>
        <p:spPr>
          <a:xfrm>
            <a:off x="2186312" y="2820285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2" name="anim_o5007_1">
            <a:extLst>
              <a:ext uri="{FF2B5EF4-FFF2-40B4-BE49-F238E27FC236}">
                <a16:creationId xmlns:a16="http://schemas.microsoft.com/office/drawing/2014/main" id="{86262C1A-386F-48A6-9E73-F264BB8FDCB7}"/>
              </a:ext>
            </a:extLst>
          </p:cNvPr>
          <p:cNvSpPr>
            <a:spLocks noGrp="1"/>
          </p:cNvSpPr>
          <p:nvPr/>
        </p:nvSpPr>
        <p:spPr>
          <a:xfrm>
            <a:off x="2490669" y="2820285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3" name="anim_o5008_1">
            <a:extLst>
              <a:ext uri="{FF2B5EF4-FFF2-40B4-BE49-F238E27FC236}">
                <a16:creationId xmlns:a16="http://schemas.microsoft.com/office/drawing/2014/main" id="{7C4F77E1-3233-46D3-9122-8A112A3E9FE2}"/>
              </a:ext>
            </a:extLst>
          </p:cNvPr>
          <p:cNvSpPr>
            <a:spLocks noGrp="1"/>
          </p:cNvSpPr>
          <p:nvPr/>
        </p:nvSpPr>
        <p:spPr>
          <a:xfrm>
            <a:off x="968882" y="3124643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4" name="anim_o5009_1">
            <a:extLst>
              <a:ext uri="{FF2B5EF4-FFF2-40B4-BE49-F238E27FC236}">
                <a16:creationId xmlns:a16="http://schemas.microsoft.com/office/drawing/2014/main" id="{D729E75E-328B-45A3-871C-26E7924F30BD}"/>
              </a:ext>
            </a:extLst>
          </p:cNvPr>
          <p:cNvSpPr>
            <a:spLocks noGrp="1"/>
          </p:cNvSpPr>
          <p:nvPr/>
        </p:nvSpPr>
        <p:spPr>
          <a:xfrm>
            <a:off x="1273239" y="3124643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5" name="anim_o5010_1">
            <a:extLst>
              <a:ext uri="{FF2B5EF4-FFF2-40B4-BE49-F238E27FC236}">
                <a16:creationId xmlns:a16="http://schemas.microsoft.com/office/drawing/2014/main" id="{A9E050FA-E638-45AD-A66A-99E85BE5E371}"/>
              </a:ext>
            </a:extLst>
          </p:cNvPr>
          <p:cNvSpPr>
            <a:spLocks noGrp="1"/>
          </p:cNvSpPr>
          <p:nvPr/>
        </p:nvSpPr>
        <p:spPr>
          <a:xfrm>
            <a:off x="1577597" y="3124643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6" name="anim_o5011_1">
            <a:extLst>
              <a:ext uri="{FF2B5EF4-FFF2-40B4-BE49-F238E27FC236}">
                <a16:creationId xmlns:a16="http://schemas.microsoft.com/office/drawing/2014/main" id="{AEAFCE4B-72C2-4500-AE5D-B3D475A4BDBA}"/>
              </a:ext>
            </a:extLst>
          </p:cNvPr>
          <p:cNvSpPr>
            <a:spLocks noGrp="1"/>
          </p:cNvSpPr>
          <p:nvPr/>
        </p:nvSpPr>
        <p:spPr>
          <a:xfrm>
            <a:off x="1881954" y="3124643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7" name="anim_o5012_1">
            <a:extLst>
              <a:ext uri="{FF2B5EF4-FFF2-40B4-BE49-F238E27FC236}">
                <a16:creationId xmlns:a16="http://schemas.microsoft.com/office/drawing/2014/main" id="{BC213094-2491-43B4-95D1-2CFFCD319D30}"/>
              </a:ext>
            </a:extLst>
          </p:cNvPr>
          <p:cNvSpPr>
            <a:spLocks noGrp="1"/>
          </p:cNvSpPr>
          <p:nvPr/>
        </p:nvSpPr>
        <p:spPr>
          <a:xfrm>
            <a:off x="2186312" y="3124643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8" name="anim_o5013_1">
            <a:extLst>
              <a:ext uri="{FF2B5EF4-FFF2-40B4-BE49-F238E27FC236}">
                <a16:creationId xmlns:a16="http://schemas.microsoft.com/office/drawing/2014/main" id="{4CD31AE3-348B-4E16-8EC1-F2885B627045}"/>
              </a:ext>
            </a:extLst>
          </p:cNvPr>
          <p:cNvSpPr>
            <a:spLocks noGrp="1"/>
          </p:cNvSpPr>
          <p:nvPr/>
        </p:nvSpPr>
        <p:spPr>
          <a:xfrm>
            <a:off x="2490669" y="3124643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9" name="anim_o5014_1">
            <a:extLst>
              <a:ext uri="{FF2B5EF4-FFF2-40B4-BE49-F238E27FC236}">
                <a16:creationId xmlns:a16="http://schemas.microsoft.com/office/drawing/2014/main" id="{72E9EB16-B061-473C-8AD0-2E14067B15F1}"/>
              </a:ext>
            </a:extLst>
          </p:cNvPr>
          <p:cNvSpPr>
            <a:spLocks noGrp="1"/>
          </p:cNvSpPr>
          <p:nvPr/>
        </p:nvSpPr>
        <p:spPr>
          <a:xfrm>
            <a:off x="968882" y="3429000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0" name="anim_o5015_1">
            <a:extLst>
              <a:ext uri="{FF2B5EF4-FFF2-40B4-BE49-F238E27FC236}">
                <a16:creationId xmlns:a16="http://schemas.microsoft.com/office/drawing/2014/main" id="{F5B170CA-0C8E-4531-9516-098EEB2B3888}"/>
              </a:ext>
            </a:extLst>
          </p:cNvPr>
          <p:cNvSpPr>
            <a:spLocks noGrp="1"/>
          </p:cNvSpPr>
          <p:nvPr/>
        </p:nvSpPr>
        <p:spPr>
          <a:xfrm>
            <a:off x="1273239" y="3429000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1" name="anim_o5016_1">
            <a:extLst>
              <a:ext uri="{FF2B5EF4-FFF2-40B4-BE49-F238E27FC236}">
                <a16:creationId xmlns:a16="http://schemas.microsoft.com/office/drawing/2014/main" id="{DFEBBEAD-F863-4F4F-B3FF-1EFB3CA08B19}"/>
              </a:ext>
            </a:extLst>
          </p:cNvPr>
          <p:cNvSpPr>
            <a:spLocks noGrp="1"/>
          </p:cNvSpPr>
          <p:nvPr/>
        </p:nvSpPr>
        <p:spPr>
          <a:xfrm>
            <a:off x="1577597" y="3429000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2" name="anim_o5017_1">
            <a:extLst>
              <a:ext uri="{FF2B5EF4-FFF2-40B4-BE49-F238E27FC236}">
                <a16:creationId xmlns:a16="http://schemas.microsoft.com/office/drawing/2014/main" id="{2E5D689A-D4CF-4B02-9B18-56BB2BB501A9}"/>
              </a:ext>
            </a:extLst>
          </p:cNvPr>
          <p:cNvSpPr>
            <a:spLocks noGrp="1"/>
          </p:cNvSpPr>
          <p:nvPr/>
        </p:nvSpPr>
        <p:spPr>
          <a:xfrm>
            <a:off x="1881954" y="3429000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3" name="anim_o5018_1">
            <a:extLst>
              <a:ext uri="{FF2B5EF4-FFF2-40B4-BE49-F238E27FC236}">
                <a16:creationId xmlns:a16="http://schemas.microsoft.com/office/drawing/2014/main" id="{F2BB47AB-D3AA-4433-8A8D-8B9333F41BF1}"/>
              </a:ext>
            </a:extLst>
          </p:cNvPr>
          <p:cNvSpPr>
            <a:spLocks noGrp="1"/>
          </p:cNvSpPr>
          <p:nvPr/>
        </p:nvSpPr>
        <p:spPr>
          <a:xfrm>
            <a:off x="2186312" y="3429000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4" name="anim_o5019_1">
            <a:extLst>
              <a:ext uri="{FF2B5EF4-FFF2-40B4-BE49-F238E27FC236}">
                <a16:creationId xmlns:a16="http://schemas.microsoft.com/office/drawing/2014/main" id="{50B0D43C-D7A7-4D41-A0EC-2A8C4B653FBF}"/>
              </a:ext>
            </a:extLst>
          </p:cNvPr>
          <p:cNvSpPr>
            <a:spLocks noGrp="1"/>
          </p:cNvSpPr>
          <p:nvPr/>
        </p:nvSpPr>
        <p:spPr>
          <a:xfrm>
            <a:off x="2490669" y="3429000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5" name="anim_o5020_1">
            <a:extLst>
              <a:ext uri="{FF2B5EF4-FFF2-40B4-BE49-F238E27FC236}">
                <a16:creationId xmlns:a16="http://schemas.microsoft.com/office/drawing/2014/main" id="{B12DA33D-83BA-45DE-B980-F0BB3D010F03}"/>
              </a:ext>
            </a:extLst>
          </p:cNvPr>
          <p:cNvSpPr>
            <a:spLocks noGrp="1"/>
          </p:cNvSpPr>
          <p:nvPr/>
        </p:nvSpPr>
        <p:spPr>
          <a:xfrm>
            <a:off x="968882" y="3733357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6" name="anim_o5021_1">
            <a:extLst>
              <a:ext uri="{FF2B5EF4-FFF2-40B4-BE49-F238E27FC236}">
                <a16:creationId xmlns:a16="http://schemas.microsoft.com/office/drawing/2014/main" id="{A2247C20-859A-44EE-9853-71D3D6422CE6}"/>
              </a:ext>
            </a:extLst>
          </p:cNvPr>
          <p:cNvSpPr>
            <a:spLocks noGrp="1"/>
          </p:cNvSpPr>
          <p:nvPr/>
        </p:nvSpPr>
        <p:spPr>
          <a:xfrm>
            <a:off x="1273239" y="3733357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7" name="anim_o5022_1">
            <a:extLst>
              <a:ext uri="{FF2B5EF4-FFF2-40B4-BE49-F238E27FC236}">
                <a16:creationId xmlns:a16="http://schemas.microsoft.com/office/drawing/2014/main" id="{77C9E6FF-5448-48E8-A81C-7EA90B857DE7}"/>
              </a:ext>
            </a:extLst>
          </p:cNvPr>
          <p:cNvSpPr>
            <a:spLocks noGrp="1"/>
          </p:cNvSpPr>
          <p:nvPr/>
        </p:nvSpPr>
        <p:spPr>
          <a:xfrm>
            <a:off x="1577597" y="3733357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8" name="anim_o5023_1">
            <a:extLst>
              <a:ext uri="{FF2B5EF4-FFF2-40B4-BE49-F238E27FC236}">
                <a16:creationId xmlns:a16="http://schemas.microsoft.com/office/drawing/2014/main" id="{B915CCC6-13C3-4C71-82ED-E71F65F5E64F}"/>
              </a:ext>
            </a:extLst>
          </p:cNvPr>
          <p:cNvSpPr>
            <a:spLocks noGrp="1"/>
          </p:cNvSpPr>
          <p:nvPr/>
        </p:nvSpPr>
        <p:spPr>
          <a:xfrm>
            <a:off x="1881954" y="3733357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9" name="anim_o5024_1">
            <a:extLst>
              <a:ext uri="{FF2B5EF4-FFF2-40B4-BE49-F238E27FC236}">
                <a16:creationId xmlns:a16="http://schemas.microsoft.com/office/drawing/2014/main" id="{8AF4E22B-5D70-4DA2-879B-0CD9BB789A50}"/>
              </a:ext>
            </a:extLst>
          </p:cNvPr>
          <p:cNvSpPr>
            <a:spLocks noGrp="1"/>
          </p:cNvSpPr>
          <p:nvPr/>
        </p:nvSpPr>
        <p:spPr>
          <a:xfrm>
            <a:off x="2186312" y="3733357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0" name="anim_o5025_1">
            <a:extLst>
              <a:ext uri="{FF2B5EF4-FFF2-40B4-BE49-F238E27FC236}">
                <a16:creationId xmlns:a16="http://schemas.microsoft.com/office/drawing/2014/main" id="{88504687-A753-4975-B0CE-9B6E666B8790}"/>
              </a:ext>
            </a:extLst>
          </p:cNvPr>
          <p:cNvSpPr>
            <a:spLocks noGrp="1"/>
          </p:cNvSpPr>
          <p:nvPr/>
        </p:nvSpPr>
        <p:spPr>
          <a:xfrm>
            <a:off x="2490669" y="3733357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1" name="anim_o5026_1">
            <a:extLst>
              <a:ext uri="{FF2B5EF4-FFF2-40B4-BE49-F238E27FC236}">
                <a16:creationId xmlns:a16="http://schemas.microsoft.com/office/drawing/2014/main" id="{E1D9989C-5605-425A-B6A1-07BF586573CB}"/>
              </a:ext>
            </a:extLst>
          </p:cNvPr>
          <p:cNvSpPr>
            <a:spLocks noGrp="1"/>
          </p:cNvSpPr>
          <p:nvPr/>
        </p:nvSpPr>
        <p:spPr>
          <a:xfrm>
            <a:off x="968882" y="4037715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2" name="anim_o5027_1">
            <a:extLst>
              <a:ext uri="{FF2B5EF4-FFF2-40B4-BE49-F238E27FC236}">
                <a16:creationId xmlns:a16="http://schemas.microsoft.com/office/drawing/2014/main" id="{85541576-5CE5-4AF7-8BA0-2E3B4673DA53}"/>
              </a:ext>
            </a:extLst>
          </p:cNvPr>
          <p:cNvSpPr>
            <a:spLocks noGrp="1"/>
          </p:cNvSpPr>
          <p:nvPr/>
        </p:nvSpPr>
        <p:spPr>
          <a:xfrm>
            <a:off x="1273239" y="4037715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3" name="anim_o5028_1">
            <a:extLst>
              <a:ext uri="{FF2B5EF4-FFF2-40B4-BE49-F238E27FC236}">
                <a16:creationId xmlns:a16="http://schemas.microsoft.com/office/drawing/2014/main" id="{A59A77DD-4F0A-4CAE-BC57-95D47A2442A4}"/>
              </a:ext>
            </a:extLst>
          </p:cNvPr>
          <p:cNvSpPr>
            <a:spLocks noGrp="1"/>
          </p:cNvSpPr>
          <p:nvPr/>
        </p:nvSpPr>
        <p:spPr>
          <a:xfrm>
            <a:off x="1577597" y="4037715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4" name="anim_o5029_1">
            <a:extLst>
              <a:ext uri="{FF2B5EF4-FFF2-40B4-BE49-F238E27FC236}">
                <a16:creationId xmlns:a16="http://schemas.microsoft.com/office/drawing/2014/main" id="{AF206E09-EAB7-491D-B4B7-F07276B589E3}"/>
              </a:ext>
            </a:extLst>
          </p:cNvPr>
          <p:cNvSpPr>
            <a:spLocks noGrp="1"/>
          </p:cNvSpPr>
          <p:nvPr/>
        </p:nvSpPr>
        <p:spPr>
          <a:xfrm>
            <a:off x="1881954" y="4037715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5" name="anim_o5030_1">
            <a:extLst>
              <a:ext uri="{FF2B5EF4-FFF2-40B4-BE49-F238E27FC236}">
                <a16:creationId xmlns:a16="http://schemas.microsoft.com/office/drawing/2014/main" id="{8D4297EA-E520-44E0-8329-5DB6F9A483F2}"/>
              </a:ext>
            </a:extLst>
          </p:cNvPr>
          <p:cNvSpPr>
            <a:spLocks noGrp="1"/>
          </p:cNvSpPr>
          <p:nvPr/>
        </p:nvSpPr>
        <p:spPr>
          <a:xfrm>
            <a:off x="2186312" y="4037715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6" name="anim_o5031_1">
            <a:extLst>
              <a:ext uri="{FF2B5EF4-FFF2-40B4-BE49-F238E27FC236}">
                <a16:creationId xmlns:a16="http://schemas.microsoft.com/office/drawing/2014/main" id="{9BDD5A78-D4F6-4EB3-B2BD-6C248E69DF65}"/>
              </a:ext>
            </a:extLst>
          </p:cNvPr>
          <p:cNvSpPr>
            <a:spLocks noGrp="1"/>
          </p:cNvSpPr>
          <p:nvPr/>
        </p:nvSpPr>
        <p:spPr>
          <a:xfrm>
            <a:off x="2490669" y="4037715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7" name="anim_o5309_1">
            <a:extLst>
              <a:ext uri="{FF2B5EF4-FFF2-40B4-BE49-F238E27FC236}">
                <a16:creationId xmlns:a16="http://schemas.microsoft.com/office/drawing/2014/main" id="{A673A950-534E-4B54-B644-88FD19D1B9A5}"/>
              </a:ext>
            </a:extLst>
          </p:cNvPr>
          <p:cNvSpPr>
            <a:spLocks noGrp="1"/>
          </p:cNvSpPr>
          <p:nvPr/>
        </p:nvSpPr>
        <p:spPr>
          <a:xfrm>
            <a:off x="10351786" y="2611583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8" name="anim_o5310_1">
            <a:extLst>
              <a:ext uri="{FF2B5EF4-FFF2-40B4-BE49-F238E27FC236}">
                <a16:creationId xmlns:a16="http://schemas.microsoft.com/office/drawing/2014/main" id="{9DC00657-90F9-454C-B44F-6096AA087E4B}"/>
              </a:ext>
            </a:extLst>
          </p:cNvPr>
          <p:cNvSpPr>
            <a:spLocks noGrp="1"/>
          </p:cNvSpPr>
          <p:nvPr/>
        </p:nvSpPr>
        <p:spPr>
          <a:xfrm>
            <a:off x="10656144" y="2611583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9" name="anim_o5311_1">
            <a:extLst>
              <a:ext uri="{FF2B5EF4-FFF2-40B4-BE49-F238E27FC236}">
                <a16:creationId xmlns:a16="http://schemas.microsoft.com/office/drawing/2014/main" id="{9B22558F-7583-4D34-8556-1A5E76A0F218}"/>
              </a:ext>
            </a:extLst>
          </p:cNvPr>
          <p:cNvSpPr>
            <a:spLocks noGrp="1"/>
          </p:cNvSpPr>
          <p:nvPr/>
        </p:nvSpPr>
        <p:spPr>
          <a:xfrm>
            <a:off x="10960501" y="2611583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0" name="anim_o5312_1">
            <a:extLst>
              <a:ext uri="{FF2B5EF4-FFF2-40B4-BE49-F238E27FC236}">
                <a16:creationId xmlns:a16="http://schemas.microsoft.com/office/drawing/2014/main" id="{D4C5B171-79E3-4DA3-B098-3E59563CFBA2}"/>
              </a:ext>
            </a:extLst>
          </p:cNvPr>
          <p:cNvSpPr>
            <a:spLocks noGrp="1"/>
          </p:cNvSpPr>
          <p:nvPr/>
        </p:nvSpPr>
        <p:spPr>
          <a:xfrm>
            <a:off x="11264858" y="2611583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1" name="anim_o5313_1">
            <a:extLst>
              <a:ext uri="{FF2B5EF4-FFF2-40B4-BE49-F238E27FC236}">
                <a16:creationId xmlns:a16="http://schemas.microsoft.com/office/drawing/2014/main" id="{01D983AF-4372-43F1-A64C-3CA9AE306BC4}"/>
              </a:ext>
            </a:extLst>
          </p:cNvPr>
          <p:cNvSpPr>
            <a:spLocks noGrp="1"/>
          </p:cNvSpPr>
          <p:nvPr/>
        </p:nvSpPr>
        <p:spPr>
          <a:xfrm>
            <a:off x="10351786" y="2915940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2" name="anim_o5314_1">
            <a:extLst>
              <a:ext uri="{FF2B5EF4-FFF2-40B4-BE49-F238E27FC236}">
                <a16:creationId xmlns:a16="http://schemas.microsoft.com/office/drawing/2014/main" id="{4BDC89C8-66FD-48C9-ADC7-4B120A78C973}"/>
              </a:ext>
            </a:extLst>
          </p:cNvPr>
          <p:cNvSpPr>
            <a:spLocks noGrp="1"/>
          </p:cNvSpPr>
          <p:nvPr/>
        </p:nvSpPr>
        <p:spPr>
          <a:xfrm>
            <a:off x="10656144" y="2915940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3" name="anim_o5315_1">
            <a:extLst>
              <a:ext uri="{FF2B5EF4-FFF2-40B4-BE49-F238E27FC236}">
                <a16:creationId xmlns:a16="http://schemas.microsoft.com/office/drawing/2014/main" id="{C5123CF3-DAEB-4A32-9339-BE6AE32BCD3E}"/>
              </a:ext>
            </a:extLst>
          </p:cNvPr>
          <p:cNvSpPr>
            <a:spLocks noGrp="1"/>
          </p:cNvSpPr>
          <p:nvPr/>
        </p:nvSpPr>
        <p:spPr>
          <a:xfrm>
            <a:off x="10960501" y="2915940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4" name="anim_o5316_1">
            <a:extLst>
              <a:ext uri="{FF2B5EF4-FFF2-40B4-BE49-F238E27FC236}">
                <a16:creationId xmlns:a16="http://schemas.microsoft.com/office/drawing/2014/main" id="{54915248-96E9-4A14-98E2-5935C44C5E10}"/>
              </a:ext>
            </a:extLst>
          </p:cNvPr>
          <p:cNvSpPr>
            <a:spLocks noGrp="1"/>
          </p:cNvSpPr>
          <p:nvPr/>
        </p:nvSpPr>
        <p:spPr>
          <a:xfrm>
            <a:off x="11264858" y="2915940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5" name="anim_o5317_1">
            <a:extLst>
              <a:ext uri="{FF2B5EF4-FFF2-40B4-BE49-F238E27FC236}">
                <a16:creationId xmlns:a16="http://schemas.microsoft.com/office/drawing/2014/main" id="{BC0AC628-4E00-497D-B74F-EE3146B0DBD4}"/>
              </a:ext>
            </a:extLst>
          </p:cNvPr>
          <p:cNvSpPr>
            <a:spLocks noGrp="1"/>
          </p:cNvSpPr>
          <p:nvPr/>
        </p:nvSpPr>
        <p:spPr>
          <a:xfrm>
            <a:off x="10351786" y="3220298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6" name="anim_o5318_1">
            <a:extLst>
              <a:ext uri="{FF2B5EF4-FFF2-40B4-BE49-F238E27FC236}">
                <a16:creationId xmlns:a16="http://schemas.microsoft.com/office/drawing/2014/main" id="{0B737017-EB02-4276-A91D-53E0371895D0}"/>
              </a:ext>
            </a:extLst>
          </p:cNvPr>
          <p:cNvSpPr>
            <a:spLocks noGrp="1"/>
          </p:cNvSpPr>
          <p:nvPr/>
        </p:nvSpPr>
        <p:spPr>
          <a:xfrm>
            <a:off x="10656144" y="3220298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7" name="anim_o5319_1">
            <a:extLst>
              <a:ext uri="{FF2B5EF4-FFF2-40B4-BE49-F238E27FC236}">
                <a16:creationId xmlns:a16="http://schemas.microsoft.com/office/drawing/2014/main" id="{7107F2F4-8535-496A-BF88-C4451391E26C}"/>
              </a:ext>
            </a:extLst>
          </p:cNvPr>
          <p:cNvSpPr>
            <a:spLocks noGrp="1"/>
          </p:cNvSpPr>
          <p:nvPr/>
        </p:nvSpPr>
        <p:spPr>
          <a:xfrm>
            <a:off x="10960501" y="3220298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8" name="anim_o5320_1">
            <a:extLst>
              <a:ext uri="{FF2B5EF4-FFF2-40B4-BE49-F238E27FC236}">
                <a16:creationId xmlns:a16="http://schemas.microsoft.com/office/drawing/2014/main" id="{78E4B793-AD72-4AB2-ACB2-F4C5C38F9907}"/>
              </a:ext>
            </a:extLst>
          </p:cNvPr>
          <p:cNvSpPr>
            <a:spLocks noGrp="1"/>
          </p:cNvSpPr>
          <p:nvPr/>
        </p:nvSpPr>
        <p:spPr>
          <a:xfrm>
            <a:off x="11264858" y="3220298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9" name="anim_o5321_1">
            <a:extLst>
              <a:ext uri="{FF2B5EF4-FFF2-40B4-BE49-F238E27FC236}">
                <a16:creationId xmlns:a16="http://schemas.microsoft.com/office/drawing/2014/main" id="{94375C91-2B72-465E-BAA3-C5D6D2538BAE}"/>
              </a:ext>
            </a:extLst>
          </p:cNvPr>
          <p:cNvSpPr>
            <a:spLocks noGrp="1"/>
          </p:cNvSpPr>
          <p:nvPr/>
        </p:nvSpPr>
        <p:spPr>
          <a:xfrm>
            <a:off x="10351786" y="3524655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0" name="anim_o5322_1">
            <a:extLst>
              <a:ext uri="{FF2B5EF4-FFF2-40B4-BE49-F238E27FC236}">
                <a16:creationId xmlns:a16="http://schemas.microsoft.com/office/drawing/2014/main" id="{B2DCCBB1-6D52-4F1B-A4A3-A22CECDCC3FA}"/>
              </a:ext>
            </a:extLst>
          </p:cNvPr>
          <p:cNvSpPr>
            <a:spLocks noGrp="1"/>
          </p:cNvSpPr>
          <p:nvPr/>
        </p:nvSpPr>
        <p:spPr>
          <a:xfrm>
            <a:off x="10656144" y="3524655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1" name="anim_o5323_1">
            <a:extLst>
              <a:ext uri="{FF2B5EF4-FFF2-40B4-BE49-F238E27FC236}">
                <a16:creationId xmlns:a16="http://schemas.microsoft.com/office/drawing/2014/main" id="{3CD627DF-4078-4BDF-B2FD-1F9AB7EAB3DB}"/>
              </a:ext>
            </a:extLst>
          </p:cNvPr>
          <p:cNvSpPr>
            <a:spLocks noGrp="1"/>
          </p:cNvSpPr>
          <p:nvPr/>
        </p:nvSpPr>
        <p:spPr>
          <a:xfrm>
            <a:off x="10960501" y="3524655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2" name="anim_o5324_1">
            <a:extLst>
              <a:ext uri="{FF2B5EF4-FFF2-40B4-BE49-F238E27FC236}">
                <a16:creationId xmlns:a16="http://schemas.microsoft.com/office/drawing/2014/main" id="{3190EFAA-2035-4E25-9660-53C6205E8986}"/>
              </a:ext>
            </a:extLst>
          </p:cNvPr>
          <p:cNvSpPr>
            <a:spLocks noGrp="1"/>
          </p:cNvSpPr>
          <p:nvPr/>
        </p:nvSpPr>
        <p:spPr>
          <a:xfrm>
            <a:off x="11264858" y="3524655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3" name="anim_o5088_1">
            <a:extLst>
              <a:ext uri="{FF2B5EF4-FFF2-40B4-BE49-F238E27FC236}">
                <a16:creationId xmlns:a16="http://schemas.microsoft.com/office/drawing/2014/main" id="{4922A314-74F2-4CE5-95F2-9A6F9B3B455F}"/>
              </a:ext>
            </a:extLst>
          </p:cNvPr>
          <p:cNvSpPr>
            <a:spLocks noGrp="1"/>
          </p:cNvSpPr>
          <p:nvPr/>
        </p:nvSpPr>
        <p:spPr>
          <a:xfrm>
            <a:off x="4468992" y="1059360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4" name="anim_o5089_1">
            <a:extLst>
              <a:ext uri="{FF2B5EF4-FFF2-40B4-BE49-F238E27FC236}">
                <a16:creationId xmlns:a16="http://schemas.microsoft.com/office/drawing/2014/main" id="{7A0D0AE9-0A6D-4A20-889E-0087CBACA4F0}"/>
              </a:ext>
            </a:extLst>
          </p:cNvPr>
          <p:cNvSpPr>
            <a:spLocks noGrp="1"/>
          </p:cNvSpPr>
          <p:nvPr/>
        </p:nvSpPr>
        <p:spPr>
          <a:xfrm>
            <a:off x="4773350" y="1059360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5" name="anim_o5090_1">
            <a:extLst>
              <a:ext uri="{FF2B5EF4-FFF2-40B4-BE49-F238E27FC236}">
                <a16:creationId xmlns:a16="http://schemas.microsoft.com/office/drawing/2014/main" id="{64EBD164-826B-40A3-A532-30CB9298E659}"/>
              </a:ext>
            </a:extLst>
          </p:cNvPr>
          <p:cNvSpPr>
            <a:spLocks noGrp="1"/>
          </p:cNvSpPr>
          <p:nvPr/>
        </p:nvSpPr>
        <p:spPr>
          <a:xfrm>
            <a:off x="5077707" y="1059360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6" name="anim_o5091_1">
            <a:extLst>
              <a:ext uri="{FF2B5EF4-FFF2-40B4-BE49-F238E27FC236}">
                <a16:creationId xmlns:a16="http://schemas.microsoft.com/office/drawing/2014/main" id="{1B055D13-E857-44FE-8137-52DF77093CD1}"/>
              </a:ext>
            </a:extLst>
          </p:cNvPr>
          <p:cNvSpPr>
            <a:spLocks noGrp="1"/>
          </p:cNvSpPr>
          <p:nvPr/>
        </p:nvSpPr>
        <p:spPr>
          <a:xfrm>
            <a:off x="4468992" y="1363718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7" name="anim_o5092_1">
            <a:extLst>
              <a:ext uri="{FF2B5EF4-FFF2-40B4-BE49-F238E27FC236}">
                <a16:creationId xmlns:a16="http://schemas.microsoft.com/office/drawing/2014/main" id="{28BB379B-E53B-465F-AC98-F18812FC6C9A}"/>
              </a:ext>
            </a:extLst>
          </p:cNvPr>
          <p:cNvSpPr>
            <a:spLocks noGrp="1"/>
          </p:cNvSpPr>
          <p:nvPr/>
        </p:nvSpPr>
        <p:spPr>
          <a:xfrm>
            <a:off x="4773350" y="1363718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8" name="anim_o5093_1">
            <a:extLst>
              <a:ext uri="{FF2B5EF4-FFF2-40B4-BE49-F238E27FC236}">
                <a16:creationId xmlns:a16="http://schemas.microsoft.com/office/drawing/2014/main" id="{D047615A-2408-4E9C-899D-70ADEE6FE240}"/>
              </a:ext>
            </a:extLst>
          </p:cNvPr>
          <p:cNvSpPr>
            <a:spLocks noGrp="1"/>
          </p:cNvSpPr>
          <p:nvPr/>
        </p:nvSpPr>
        <p:spPr>
          <a:xfrm>
            <a:off x="5077707" y="1363718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9" name="anim_o5094_1">
            <a:extLst>
              <a:ext uri="{FF2B5EF4-FFF2-40B4-BE49-F238E27FC236}">
                <a16:creationId xmlns:a16="http://schemas.microsoft.com/office/drawing/2014/main" id="{B28C4206-4664-45DE-82EA-2ED1BF4CC981}"/>
              </a:ext>
            </a:extLst>
          </p:cNvPr>
          <p:cNvSpPr>
            <a:spLocks noGrp="1"/>
          </p:cNvSpPr>
          <p:nvPr/>
        </p:nvSpPr>
        <p:spPr>
          <a:xfrm>
            <a:off x="4468992" y="1668075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0" name="anim_o5095_1">
            <a:extLst>
              <a:ext uri="{FF2B5EF4-FFF2-40B4-BE49-F238E27FC236}">
                <a16:creationId xmlns:a16="http://schemas.microsoft.com/office/drawing/2014/main" id="{25271F2B-BB2B-4148-8312-926C949684B9}"/>
              </a:ext>
            </a:extLst>
          </p:cNvPr>
          <p:cNvSpPr>
            <a:spLocks noGrp="1"/>
          </p:cNvSpPr>
          <p:nvPr/>
        </p:nvSpPr>
        <p:spPr>
          <a:xfrm>
            <a:off x="4773350" y="1668075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1" name="anim_o5096_1">
            <a:extLst>
              <a:ext uri="{FF2B5EF4-FFF2-40B4-BE49-F238E27FC236}">
                <a16:creationId xmlns:a16="http://schemas.microsoft.com/office/drawing/2014/main" id="{BF76A282-FC03-4A08-840D-206844311996}"/>
              </a:ext>
            </a:extLst>
          </p:cNvPr>
          <p:cNvSpPr>
            <a:spLocks noGrp="1"/>
          </p:cNvSpPr>
          <p:nvPr/>
        </p:nvSpPr>
        <p:spPr>
          <a:xfrm>
            <a:off x="5077707" y="1668075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2" name="anim_o5119_1">
            <a:extLst>
              <a:ext uri="{FF2B5EF4-FFF2-40B4-BE49-F238E27FC236}">
                <a16:creationId xmlns:a16="http://schemas.microsoft.com/office/drawing/2014/main" id="{6E849E7E-5467-4F64-9724-A8494F86FC6A}"/>
              </a:ext>
            </a:extLst>
          </p:cNvPr>
          <p:cNvSpPr>
            <a:spLocks noGrp="1"/>
          </p:cNvSpPr>
          <p:nvPr/>
        </p:nvSpPr>
        <p:spPr>
          <a:xfrm>
            <a:off x="4468992" y="2972464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3" name="anim_o5120_1">
            <a:extLst>
              <a:ext uri="{FF2B5EF4-FFF2-40B4-BE49-F238E27FC236}">
                <a16:creationId xmlns:a16="http://schemas.microsoft.com/office/drawing/2014/main" id="{7E851897-FBE6-45D4-B45E-119928065AE5}"/>
              </a:ext>
            </a:extLst>
          </p:cNvPr>
          <p:cNvSpPr>
            <a:spLocks noGrp="1"/>
          </p:cNvSpPr>
          <p:nvPr/>
        </p:nvSpPr>
        <p:spPr>
          <a:xfrm>
            <a:off x="4773350" y="2972464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4" name="anim_o5121_1">
            <a:extLst>
              <a:ext uri="{FF2B5EF4-FFF2-40B4-BE49-F238E27FC236}">
                <a16:creationId xmlns:a16="http://schemas.microsoft.com/office/drawing/2014/main" id="{79AFFA45-B8B1-4E13-85DB-9107764E2A59}"/>
              </a:ext>
            </a:extLst>
          </p:cNvPr>
          <p:cNvSpPr>
            <a:spLocks noGrp="1"/>
          </p:cNvSpPr>
          <p:nvPr/>
        </p:nvSpPr>
        <p:spPr>
          <a:xfrm>
            <a:off x="5077707" y="2972464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5" name="anim_o5122_1">
            <a:extLst>
              <a:ext uri="{FF2B5EF4-FFF2-40B4-BE49-F238E27FC236}">
                <a16:creationId xmlns:a16="http://schemas.microsoft.com/office/drawing/2014/main" id="{E390997A-2C21-4964-B10D-A2B7DCF3DEE3}"/>
              </a:ext>
            </a:extLst>
          </p:cNvPr>
          <p:cNvSpPr>
            <a:spLocks noGrp="1"/>
          </p:cNvSpPr>
          <p:nvPr/>
        </p:nvSpPr>
        <p:spPr>
          <a:xfrm>
            <a:off x="4468992" y="3276821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6" name="anim_o5123_1">
            <a:extLst>
              <a:ext uri="{FF2B5EF4-FFF2-40B4-BE49-F238E27FC236}">
                <a16:creationId xmlns:a16="http://schemas.microsoft.com/office/drawing/2014/main" id="{EA8B2613-6CE4-4904-BDC5-688456829B33}"/>
              </a:ext>
            </a:extLst>
          </p:cNvPr>
          <p:cNvSpPr>
            <a:spLocks noGrp="1"/>
          </p:cNvSpPr>
          <p:nvPr/>
        </p:nvSpPr>
        <p:spPr>
          <a:xfrm>
            <a:off x="4773350" y="3276821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7" name="anim_o5124_1">
            <a:extLst>
              <a:ext uri="{FF2B5EF4-FFF2-40B4-BE49-F238E27FC236}">
                <a16:creationId xmlns:a16="http://schemas.microsoft.com/office/drawing/2014/main" id="{AF7DE26C-BB83-4746-9FE9-65807378BD96}"/>
              </a:ext>
            </a:extLst>
          </p:cNvPr>
          <p:cNvSpPr>
            <a:spLocks noGrp="1"/>
          </p:cNvSpPr>
          <p:nvPr/>
        </p:nvSpPr>
        <p:spPr>
          <a:xfrm>
            <a:off x="5077707" y="3276821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8" name="anim_o5125_1">
            <a:extLst>
              <a:ext uri="{FF2B5EF4-FFF2-40B4-BE49-F238E27FC236}">
                <a16:creationId xmlns:a16="http://schemas.microsoft.com/office/drawing/2014/main" id="{9DD959E0-6CB0-4DFD-8394-B790324AE7B8}"/>
              </a:ext>
            </a:extLst>
          </p:cNvPr>
          <p:cNvSpPr>
            <a:spLocks noGrp="1"/>
          </p:cNvSpPr>
          <p:nvPr/>
        </p:nvSpPr>
        <p:spPr>
          <a:xfrm>
            <a:off x="4468992" y="3581179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9" name="anim_o5126_1">
            <a:extLst>
              <a:ext uri="{FF2B5EF4-FFF2-40B4-BE49-F238E27FC236}">
                <a16:creationId xmlns:a16="http://schemas.microsoft.com/office/drawing/2014/main" id="{22CD474C-220D-4505-A81A-8FAF0AB19DFA}"/>
              </a:ext>
            </a:extLst>
          </p:cNvPr>
          <p:cNvSpPr>
            <a:spLocks noGrp="1"/>
          </p:cNvSpPr>
          <p:nvPr/>
        </p:nvSpPr>
        <p:spPr>
          <a:xfrm>
            <a:off x="4773350" y="3581179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0" name="anim_o5127_1">
            <a:extLst>
              <a:ext uri="{FF2B5EF4-FFF2-40B4-BE49-F238E27FC236}">
                <a16:creationId xmlns:a16="http://schemas.microsoft.com/office/drawing/2014/main" id="{DD3E67AF-E22F-4D9F-962D-9874F812AC20}"/>
              </a:ext>
            </a:extLst>
          </p:cNvPr>
          <p:cNvSpPr>
            <a:spLocks noGrp="1"/>
          </p:cNvSpPr>
          <p:nvPr/>
        </p:nvSpPr>
        <p:spPr>
          <a:xfrm>
            <a:off x="5077707" y="3581179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1" name="anim_o5150_1">
            <a:extLst>
              <a:ext uri="{FF2B5EF4-FFF2-40B4-BE49-F238E27FC236}">
                <a16:creationId xmlns:a16="http://schemas.microsoft.com/office/drawing/2014/main" id="{7D4F407E-BEA1-40D9-9897-8CAC81E1F463}"/>
              </a:ext>
            </a:extLst>
          </p:cNvPr>
          <p:cNvSpPr>
            <a:spLocks noGrp="1"/>
          </p:cNvSpPr>
          <p:nvPr/>
        </p:nvSpPr>
        <p:spPr>
          <a:xfrm>
            <a:off x="4468992" y="4885568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2" name="anim_o5151_1">
            <a:extLst>
              <a:ext uri="{FF2B5EF4-FFF2-40B4-BE49-F238E27FC236}">
                <a16:creationId xmlns:a16="http://schemas.microsoft.com/office/drawing/2014/main" id="{83E1D122-6AB3-4A17-87CE-9BAE03C1A056}"/>
              </a:ext>
            </a:extLst>
          </p:cNvPr>
          <p:cNvSpPr>
            <a:spLocks noGrp="1"/>
          </p:cNvSpPr>
          <p:nvPr/>
        </p:nvSpPr>
        <p:spPr>
          <a:xfrm>
            <a:off x="4773350" y="4885568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3" name="anim_o5152_1">
            <a:extLst>
              <a:ext uri="{FF2B5EF4-FFF2-40B4-BE49-F238E27FC236}">
                <a16:creationId xmlns:a16="http://schemas.microsoft.com/office/drawing/2014/main" id="{1116917A-843B-4CEB-8BF0-1764948BEB7B}"/>
              </a:ext>
            </a:extLst>
          </p:cNvPr>
          <p:cNvSpPr>
            <a:spLocks noGrp="1"/>
          </p:cNvSpPr>
          <p:nvPr/>
        </p:nvSpPr>
        <p:spPr>
          <a:xfrm>
            <a:off x="5077707" y="4885568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4" name="anim_o5153_1">
            <a:extLst>
              <a:ext uri="{FF2B5EF4-FFF2-40B4-BE49-F238E27FC236}">
                <a16:creationId xmlns:a16="http://schemas.microsoft.com/office/drawing/2014/main" id="{8BB3B945-0258-4F04-A89A-C60C4B29153A}"/>
              </a:ext>
            </a:extLst>
          </p:cNvPr>
          <p:cNvSpPr>
            <a:spLocks noGrp="1"/>
          </p:cNvSpPr>
          <p:nvPr/>
        </p:nvSpPr>
        <p:spPr>
          <a:xfrm>
            <a:off x="4468992" y="5189925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5" name="anim_o5154_1">
            <a:extLst>
              <a:ext uri="{FF2B5EF4-FFF2-40B4-BE49-F238E27FC236}">
                <a16:creationId xmlns:a16="http://schemas.microsoft.com/office/drawing/2014/main" id="{2DF75A79-C372-46D8-9D12-90EAE002BDAF}"/>
              </a:ext>
            </a:extLst>
          </p:cNvPr>
          <p:cNvSpPr>
            <a:spLocks noGrp="1"/>
          </p:cNvSpPr>
          <p:nvPr/>
        </p:nvSpPr>
        <p:spPr>
          <a:xfrm>
            <a:off x="4773350" y="5189925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6" name="anim_o5155_1">
            <a:extLst>
              <a:ext uri="{FF2B5EF4-FFF2-40B4-BE49-F238E27FC236}">
                <a16:creationId xmlns:a16="http://schemas.microsoft.com/office/drawing/2014/main" id="{23A62C37-C9EC-4017-A5D3-EEDA950266FD}"/>
              </a:ext>
            </a:extLst>
          </p:cNvPr>
          <p:cNvSpPr>
            <a:spLocks noGrp="1"/>
          </p:cNvSpPr>
          <p:nvPr/>
        </p:nvSpPr>
        <p:spPr>
          <a:xfrm>
            <a:off x="5077707" y="5189925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7" name="anim_o5156_1">
            <a:extLst>
              <a:ext uri="{FF2B5EF4-FFF2-40B4-BE49-F238E27FC236}">
                <a16:creationId xmlns:a16="http://schemas.microsoft.com/office/drawing/2014/main" id="{3222DD7E-3E30-40C5-BD00-9543AA2F6396}"/>
              </a:ext>
            </a:extLst>
          </p:cNvPr>
          <p:cNvSpPr>
            <a:spLocks noGrp="1"/>
          </p:cNvSpPr>
          <p:nvPr/>
        </p:nvSpPr>
        <p:spPr>
          <a:xfrm>
            <a:off x="4468992" y="5494282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8" name="anim_o5157_1">
            <a:extLst>
              <a:ext uri="{FF2B5EF4-FFF2-40B4-BE49-F238E27FC236}">
                <a16:creationId xmlns:a16="http://schemas.microsoft.com/office/drawing/2014/main" id="{3FC58C4A-3718-431A-9388-5AD7B1AFE879}"/>
              </a:ext>
            </a:extLst>
          </p:cNvPr>
          <p:cNvSpPr>
            <a:spLocks noGrp="1"/>
          </p:cNvSpPr>
          <p:nvPr/>
        </p:nvSpPr>
        <p:spPr>
          <a:xfrm>
            <a:off x="4773350" y="5494282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9" name="anim_o5158_1">
            <a:extLst>
              <a:ext uri="{FF2B5EF4-FFF2-40B4-BE49-F238E27FC236}">
                <a16:creationId xmlns:a16="http://schemas.microsoft.com/office/drawing/2014/main" id="{2F5870B6-78E1-43AC-98A2-32C3FBC59D69}"/>
              </a:ext>
            </a:extLst>
          </p:cNvPr>
          <p:cNvSpPr>
            <a:spLocks noGrp="1"/>
          </p:cNvSpPr>
          <p:nvPr/>
        </p:nvSpPr>
        <p:spPr>
          <a:xfrm>
            <a:off x="5077707" y="5494282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0" name="anim_o4959_1">
            <a:extLst>
              <a:ext uri="{FF2B5EF4-FFF2-40B4-BE49-F238E27FC236}">
                <a16:creationId xmlns:a16="http://schemas.microsoft.com/office/drawing/2014/main" id="{8EBEFFAB-BB1F-4755-8A66-02FD3C46EED1}"/>
              </a:ext>
            </a:extLst>
          </p:cNvPr>
          <p:cNvSpPr>
            <a:spLocks noGrp="1"/>
          </p:cNvSpPr>
          <p:nvPr/>
        </p:nvSpPr>
        <p:spPr>
          <a:xfrm>
            <a:off x="1125409" y="2359401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1" name="anim_o4960_1">
            <a:extLst>
              <a:ext uri="{FF2B5EF4-FFF2-40B4-BE49-F238E27FC236}">
                <a16:creationId xmlns:a16="http://schemas.microsoft.com/office/drawing/2014/main" id="{4252F2B1-484F-4426-8439-D22F8379DA5F}"/>
              </a:ext>
            </a:extLst>
          </p:cNvPr>
          <p:cNvSpPr>
            <a:spLocks noGrp="1"/>
          </p:cNvSpPr>
          <p:nvPr/>
        </p:nvSpPr>
        <p:spPr>
          <a:xfrm>
            <a:off x="1429766" y="2359401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2" name="anim_o4961_1">
            <a:extLst>
              <a:ext uri="{FF2B5EF4-FFF2-40B4-BE49-F238E27FC236}">
                <a16:creationId xmlns:a16="http://schemas.microsoft.com/office/drawing/2014/main" id="{C236F85D-21CC-4CC0-AE85-E24A9A516C7C}"/>
              </a:ext>
            </a:extLst>
          </p:cNvPr>
          <p:cNvSpPr>
            <a:spLocks noGrp="1"/>
          </p:cNvSpPr>
          <p:nvPr/>
        </p:nvSpPr>
        <p:spPr>
          <a:xfrm>
            <a:off x="1734123" y="2359401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3" name="anim_o4962_1">
            <a:extLst>
              <a:ext uri="{FF2B5EF4-FFF2-40B4-BE49-F238E27FC236}">
                <a16:creationId xmlns:a16="http://schemas.microsoft.com/office/drawing/2014/main" id="{9623EA3E-480C-4751-B56D-A1F0DA9208C5}"/>
              </a:ext>
            </a:extLst>
          </p:cNvPr>
          <p:cNvSpPr>
            <a:spLocks noGrp="1"/>
          </p:cNvSpPr>
          <p:nvPr/>
        </p:nvSpPr>
        <p:spPr>
          <a:xfrm>
            <a:off x="2038481" y="2359401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4" name="anim_o4963_1">
            <a:extLst>
              <a:ext uri="{FF2B5EF4-FFF2-40B4-BE49-F238E27FC236}">
                <a16:creationId xmlns:a16="http://schemas.microsoft.com/office/drawing/2014/main" id="{B4031630-C1D2-4A3F-AD28-3121A755107E}"/>
              </a:ext>
            </a:extLst>
          </p:cNvPr>
          <p:cNvSpPr>
            <a:spLocks noGrp="1"/>
          </p:cNvSpPr>
          <p:nvPr/>
        </p:nvSpPr>
        <p:spPr>
          <a:xfrm>
            <a:off x="2342838" y="2359401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5" name="anim_o4964_1">
            <a:extLst>
              <a:ext uri="{FF2B5EF4-FFF2-40B4-BE49-F238E27FC236}">
                <a16:creationId xmlns:a16="http://schemas.microsoft.com/office/drawing/2014/main" id="{1579E7AD-7815-44E2-8833-D525BFF243B4}"/>
              </a:ext>
            </a:extLst>
          </p:cNvPr>
          <p:cNvSpPr>
            <a:spLocks noGrp="1"/>
          </p:cNvSpPr>
          <p:nvPr/>
        </p:nvSpPr>
        <p:spPr>
          <a:xfrm>
            <a:off x="2647196" y="2359401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6" name="anim_o4965_1">
            <a:extLst>
              <a:ext uri="{FF2B5EF4-FFF2-40B4-BE49-F238E27FC236}">
                <a16:creationId xmlns:a16="http://schemas.microsoft.com/office/drawing/2014/main" id="{3640E1FC-F770-4E81-A349-9A03DD7C1752}"/>
              </a:ext>
            </a:extLst>
          </p:cNvPr>
          <p:cNvSpPr>
            <a:spLocks noGrp="1"/>
          </p:cNvSpPr>
          <p:nvPr/>
        </p:nvSpPr>
        <p:spPr>
          <a:xfrm>
            <a:off x="1125409" y="2663759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7" name="anim_o4966_1">
            <a:extLst>
              <a:ext uri="{FF2B5EF4-FFF2-40B4-BE49-F238E27FC236}">
                <a16:creationId xmlns:a16="http://schemas.microsoft.com/office/drawing/2014/main" id="{D854EB54-EA69-45D9-9627-C34BFBF2A837}"/>
              </a:ext>
            </a:extLst>
          </p:cNvPr>
          <p:cNvSpPr>
            <a:spLocks noGrp="1"/>
          </p:cNvSpPr>
          <p:nvPr/>
        </p:nvSpPr>
        <p:spPr>
          <a:xfrm>
            <a:off x="1429766" y="2663759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8" name="anim_o4967_1">
            <a:extLst>
              <a:ext uri="{FF2B5EF4-FFF2-40B4-BE49-F238E27FC236}">
                <a16:creationId xmlns:a16="http://schemas.microsoft.com/office/drawing/2014/main" id="{334F2D26-D707-483E-8581-34EF8E081834}"/>
              </a:ext>
            </a:extLst>
          </p:cNvPr>
          <p:cNvSpPr>
            <a:spLocks noGrp="1"/>
          </p:cNvSpPr>
          <p:nvPr/>
        </p:nvSpPr>
        <p:spPr>
          <a:xfrm>
            <a:off x="1734123" y="2663759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9" name="anim_o4968_1">
            <a:extLst>
              <a:ext uri="{FF2B5EF4-FFF2-40B4-BE49-F238E27FC236}">
                <a16:creationId xmlns:a16="http://schemas.microsoft.com/office/drawing/2014/main" id="{2D061265-D8EF-4586-A992-923EFCE44830}"/>
              </a:ext>
            </a:extLst>
          </p:cNvPr>
          <p:cNvSpPr>
            <a:spLocks noGrp="1"/>
          </p:cNvSpPr>
          <p:nvPr/>
        </p:nvSpPr>
        <p:spPr>
          <a:xfrm>
            <a:off x="2038481" y="2663759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0" name="anim_o4969_1">
            <a:extLst>
              <a:ext uri="{FF2B5EF4-FFF2-40B4-BE49-F238E27FC236}">
                <a16:creationId xmlns:a16="http://schemas.microsoft.com/office/drawing/2014/main" id="{0F9DAA65-C42D-4F52-9E0F-6037C7D0FE64}"/>
              </a:ext>
            </a:extLst>
          </p:cNvPr>
          <p:cNvSpPr>
            <a:spLocks noGrp="1"/>
          </p:cNvSpPr>
          <p:nvPr/>
        </p:nvSpPr>
        <p:spPr>
          <a:xfrm>
            <a:off x="2342838" y="2663759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1" name="anim_o4970_1">
            <a:extLst>
              <a:ext uri="{FF2B5EF4-FFF2-40B4-BE49-F238E27FC236}">
                <a16:creationId xmlns:a16="http://schemas.microsoft.com/office/drawing/2014/main" id="{76F3459F-828F-4220-B6C7-131800A381D8}"/>
              </a:ext>
            </a:extLst>
          </p:cNvPr>
          <p:cNvSpPr>
            <a:spLocks noGrp="1"/>
          </p:cNvSpPr>
          <p:nvPr/>
        </p:nvSpPr>
        <p:spPr>
          <a:xfrm>
            <a:off x="2647196" y="2663759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2" name="anim_o4971_1">
            <a:extLst>
              <a:ext uri="{FF2B5EF4-FFF2-40B4-BE49-F238E27FC236}">
                <a16:creationId xmlns:a16="http://schemas.microsoft.com/office/drawing/2014/main" id="{24D95EBB-1313-43FF-91CB-96E831C59349}"/>
              </a:ext>
            </a:extLst>
          </p:cNvPr>
          <p:cNvSpPr>
            <a:spLocks noGrp="1"/>
          </p:cNvSpPr>
          <p:nvPr/>
        </p:nvSpPr>
        <p:spPr>
          <a:xfrm>
            <a:off x="1125409" y="2968116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3" name="anim_o4972_1">
            <a:extLst>
              <a:ext uri="{FF2B5EF4-FFF2-40B4-BE49-F238E27FC236}">
                <a16:creationId xmlns:a16="http://schemas.microsoft.com/office/drawing/2014/main" id="{D2B03D54-23F8-4A17-9203-ED88A183A04B}"/>
              </a:ext>
            </a:extLst>
          </p:cNvPr>
          <p:cNvSpPr>
            <a:spLocks noGrp="1"/>
          </p:cNvSpPr>
          <p:nvPr/>
        </p:nvSpPr>
        <p:spPr>
          <a:xfrm>
            <a:off x="1429766" y="2968116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4" name="anim_o4973_1">
            <a:extLst>
              <a:ext uri="{FF2B5EF4-FFF2-40B4-BE49-F238E27FC236}">
                <a16:creationId xmlns:a16="http://schemas.microsoft.com/office/drawing/2014/main" id="{17F14B86-5BEC-4D74-AE4C-4FB9D8B4C6A7}"/>
              </a:ext>
            </a:extLst>
          </p:cNvPr>
          <p:cNvSpPr>
            <a:spLocks noGrp="1"/>
          </p:cNvSpPr>
          <p:nvPr/>
        </p:nvSpPr>
        <p:spPr>
          <a:xfrm>
            <a:off x="1734123" y="2968116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5" name="anim_o4974_1">
            <a:extLst>
              <a:ext uri="{FF2B5EF4-FFF2-40B4-BE49-F238E27FC236}">
                <a16:creationId xmlns:a16="http://schemas.microsoft.com/office/drawing/2014/main" id="{DF934FA5-4D97-4629-83FD-CA6891050572}"/>
              </a:ext>
            </a:extLst>
          </p:cNvPr>
          <p:cNvSpPr>
            <a:spLocks noGrp="1"/>
          </p:cNvSpPr>
          <p:nvPr/>
        </p:nvSpPr>
        <p:spPr>
          <a:xfrm>
            <a:off x="2038481" y="2968116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6" name="anim_o4975_1">
            <a:extLst>
              <a:ext uri="{FF2B5EF4-FFF2-40B4-BE49-F238E27FC236}">
                <a16:creationId xmlns:a16="http://schemas.microsoft.com/office/drawing/2014/main" id="{BB3E5547-8FA4-4B3B-8FB9-916E80D73584}"/>
              </a:ext>
            </a:extLst>
          </p:cNvPr>
          <p:cNvSpPr>
            <a:spLocks noGrp="1"/>
          </p:cNvSpPr>
          <p:nvPr/>
        </p:nvSpPr>
        <p:spPr>
          <a:xfrm>
            <a:off x="2342838" y="2968116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7" name="anim_o4976_1">
            <a:extLst>
              <a:ext uri="{FF2B5EF4-FFF2-40B4-BE49-F238E27FC236}">
                <a16:creationId xmlns:a16="http://schemas.microsoft.com/office/drawing/2014/main" id="{30F7E9A2-5170-4BA4-90BC-B17EAC679C41}"/>
              </a:ext>
            </a:extLst>
          </p:cNvPr>
          <p:cNvSpPr>
            <a:spLocks noGrp="1"/>
          </p:cNvSpPr>
          <p:nvPr/>
        </p:nvSpPr>
        <p:spPr>
          <a:xfrm>
            <a:off x="2647196" y="2968116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8" name="anim_o4977_1">
            <a:extLst>
              <a:ext uri="{FF2B5EF4-FFF2-40B4-BE49-F238E27FC236}">
                <a16:creationId xmlns:a16="http://schemas.microsoft.com/office/drawing/2014/main" id="{6A73C926-2D92-4719-9872-EF10EB9A914D}"/>
              </a:ext>
            </a:extLst>
          </p:cNvPr>
          <p:cNvSpPr>
            <a:spLocks noGrp="1"/>
          </p:cNvSpPr>
          <p:nvPr/>
        </p:nvSpPr>
        <p:spPr>
          <a:xfrm>
            <a:off x="1125409" y="3272473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9" name="anim_o4978_1">
            <a:extLst>
              <a:ext uri="{FF2B5EF4-FFF2-40B4-BE49-F238E27FC236}">
                <a16:creationId xmlns:a16="http://schemas.microsoft.com/office/drawing/2014/main" id="{BEE5A48B-F1A4-4F15-A03D-DC391DDE376D}"/>
              </a:ext>
            </a:extLst>
          </p:cNvPr>
          <p:cNvSpPr>
            <a:spLocks noGrp="1"/>
          </p:cNvSpPr>
          <p:nvPr/>
        </p:nvSpPr>
        <p:spPr>
          <a:xfrm>
            <a:off x="1429766" y="3272473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0" name="anim_o4979_1">
            <a:extLst>
              <a:ext uri="{FF2B5EF4-FFF2-40B4-BE49-F238E27FC236}">
                <a16:creationId xmlns:a16="http://schemas.microsoft.com/office/drawing/2014/main" id="{AAC203C2-DCB3-46E2-AFBC-5F5CB25DF26E}"/>
              </a:ext>
            </a:extLst>
          </p:cNvPr>
          <p:cNvSpPr>
            <a:spLocks noGrp="1"/>
          </p:cNvSpPr>
          <p:nvPr/>
        </p:nvSpPr>
        <p:spPr>
          <a:xfrm>
            <a:off x="1734123" y="3272473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1" name="anim_o4980_1">
            <a:extLst>
              <a:ext uri="{FF2B5EF4-FFF2-40B4-BE49-F238E27FC236}">
                <a16:creationId xmlns:a16="http://schemas.microsoft.com/office/drawing/2014/main" id="{04AC1571-CCDF-41F6-8200-FA05F13642C6}"/>
              </a:ext>
            </a:extLst>
          </p:cNvPr>
          <p:cNvSpPr>
            <a:spLocks noGrp="1"/>
          </p:cNvSpPr>
          <p:nvPr/>
        </p:nvSpPr>
        <p:spPr>
          <a:xfrm>
            <a:off x="2038481" y="3272473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2" name="anim_o4981_1">
            <a:extLst>
              <a:ext uri="{FF2B5EF4-FFF2-40B4-BE49-F238E27FC236}">
                <a16:creationId xmlns:a16="http://schemas.microsoft.com/office/drawing/2014/main" id="{9DB9EABC-7CB3-48C2-94D3-EE9EE68C7FD2}"/>
              </a:ext>
            </a:extLst>
          </p:cNvPr>
          <p:cNvSpPr>
            <a:spLocks noGrp="1"/>
          </p:cNvSpPr>
          <p:nvPr/>
        </p:nvSpPr>
        <p:spPr>
          <a:xfrm>
            <a:off x="2342838" y="3272473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3" name="anim_o4982_1">
            <a:extLst>
              <a:ext uri="{FF2B5EF4-FFF2-40B4-BE49-F238E27FC236}">
                <a16:creationId xmlns:a16="http://schemas.microsoft.com/office/drawing/2014/main" id="{2B15B34D-8F69-46CE-BC1E-07E81E4B2193}"/>
              </a:ext>
            </a:extLst>
          </p:cNvPr>
          <p:cNvSpPr>
            <a:spLocks noGrp="1"/>
          </p:cNvSpPr>
          <p:nvPr/>
        </p:nvSpPr>
        <p:spPr>
          <a:xfrm>
            <a:off x="2647196" y="3272473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4" name="anim_o4983_1">
            <a:extLst>
              <a:ext uri="{FF2B5EF4-FFF2-40B4-BE49-F238E27FC236}">
                <a16:creationId xmlns:a16="http://schemas.microsoft.com/office/drawing/2014/main" id="{3431666A-3A1A-40F7-8ADA-21215EA70A60}"/>
              </a:ext>
            </a:extLst>
          </p:cNvPr>
          <p:cNvSpPr>
            <a:spLocks noGrp="1"/>
          </p:cNvSpPr>
          <p:nvPr/>
        </p:nvSpPr>
        <p:spPr>
          <a:xfrm>
            <a:off x="1125409" y="3576831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5" name="anim_o4984_1">
            <a:extLst>
              <a:ext uri="{FF2B5EF4-FFF2-40B4-BE49-F238E27FC236}">
                <a16:creationId xmlns:a16="http://schemas.microsoft.com/office/drawing/2014/main" id="{8C357F69-344B-4DB3-A5B9-96EE46FC3926}"/>
              </a:ext>
            </a:extLst>
          </p:cNvPr>
          <p:cNvSpPr>
            <a:spLocks noGrp="1"/>
          </p:cNvSpPr>
          <p:nvPr/>
        </p:nvSpPr>
        <p:spPr>
          <a:xfrm>
            <a:off x="1429766" y="3576831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6" name="anim_o4985_1">
            <a:extLst>
              <a:ext uri="{FF2B5EF4-FFF2-40B4-BE49-F238E27FC236}">
                <a16:creationId xmlns:a16="http://schemas.microsoft.com/office/drawing/2014/main" id="{12EA723F-84C6-4F88-88C0-4FC438314D26}"/>
              </a:ext>
            </a:extLst>
          </p:cNvPr>
          <p:cNvSpPr>
            <a:spLocks noGrp="1"/>
          </p:cNvSpPr>
          <p:nvPr/>
        </p:nvSpPr>
        <p:spPr>
          <a:xfrm>
            <a:off x="1734123" y="3576831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7" name="anim_o4986_1">
            <a:extLst>
              <a:ext uri="{FF2B5EF4-FFF2-40B4-BE49-F238E27FC236}">
                <a16:creationId xmlns:a16="http://schemas.microsoft.com/office/drawing/2014/main" id="{16DDDB06-2570-4093-81DF-49DC128E60B6}"/>
              </a:ext>
            </a:extLst>
          </p:cNvPr>
          <p:cNvSpPr>
            <a:spLocks noGrp="1"/>
          </p:cNvSpPr>
          <p:nvPr/>
        </p:nvSpPr>
        <p:spPr>
          <a:xfrm>
            <a:off x="2038481" y="3576831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8" name="anim_o4987_1">
            <a:extLst>
              <a:ext uri="{FF2B5EF4-FFF2-40B4-BE49-F238E27FC236}">
                <a16:creationId xmlns:a16="http://schemas.microsoft.com/office/drawing/2014/main" id="{41F1ABAF-47B2-4017-BFF5-C495E6EF8252}"/>
              </a:ext>
            </a:extLst>
          </p:cNvPr>
          <p:cNvSpPr>
            <a:spLocks noGrp="1"/>
          </p:cNvSpPr>
          <p:nvPr/>
        </p:nvSpPr>
        <p:spPr>
          <a:xfrm>
            <a:off x="2342838" y="3576831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9" name="anim_o4988_1">
            <a:extLst>
              <a:ext uri="{FF2B5EF4-FFF2-40B4-BE49-F238E27FC236}">
                <a16:creationId xmlns:a16="http://schemas.microsoft.com/office/drawing/2014/main" id="{1D4A9F1A-74E4-4CAB-83CA-CCD23C216795}"/>
              </a:ext>
            </a:extLst>
          </p:cNvPr>
          <p:cNvSpPr>
            <a:spLocks noGrp="1"/>
          </p:cNvSpPr>
          <p:nvPr/>
        </p:nvSpPr>
        <p:spPr>
          <a:xfrm>
            <a:off x="2647196" y="3576831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0" name="anim_o4989_1">
            <a:extLst>
              <a:ext uri="{FF2B5EF4-FFF2-40B4-BE49-F238E27FC236}">
                <a16:creationId xmlns:a16="http://schemas.microsoft.com/office/drawing/2014/main" id="{CFC44343-C732-48BA-8164-18F5504A572D}"/>
              </a:ext>
            </a:extLst>
          </p:cNvPr>
          <p:cNvSpPr>
            <a:spLocks noGrp="1"/>
          </p:cNvSpPr>
          <p:nvPr/>
        </p:nvSpPr>
        <p:spPr>
          <a:xfrm>
            <a:off x="1125409" y="3881188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1" name="anim_o4990_1">
            <a:extLst>
              <a:ext uri="{FF2B5EF4-FFF2-40B4-BE49-F238E27FC236}">
                <a16:creationId xmlns:a16="http://schemas.microsoft.com/office/drawing/2014/main" id="{38E26EFC-0AF1-4795-8E8B-F4FC3452D243}"/>
              </a:ext>
            </a:extLst>
          </p:cNvPr>
          <p:cNvSpPr>
            <a:spLocks noGrp="1"/>
          </p:cNvSpPr>
          <p:nvPr/>
        </p:nvSpPr>
        <p:spPr>
          <a:xfrm>
            <a:off x="1429766" y="3881188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2" name="anim_o4991_1">
            <a:extLst>
              <a:ext uri="{FF2B5EF4-FFF2-40B4-BE49-F238E27FC236}">
                <a16:creationId xmlns:a16="http://schemas.microsoft.com/office/drawing/2014/main" id="{A37D85BC-7DCD-4FE9-ADE1-C21CF2E2A259}"/>
              </a:ext>
            </a:extLst>
          </p:cNvPr>
          <p:cNvSpPr>
            <a:spLocks noGrp="1"/>
          </p:cNvSpPr>
          <p:nvPr/>
        </p:nvSpPr>
        <p:spPr>
          <a:xfrm>
            <a:off x="1734123" y="3881188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3" name="anim_o4992_1">
            <a:extLst>
              <a:ext uri="{FF2B5EF4-FFF2-40B4-BE49-F238E27FC236}">
                <a16:creationId xmlns:a16="http://schemas.microsoft.com/office/drawing/2014/main" id="{001EF13A-05C1-4AF6-A464-7377C3961D6A}"/>
              </a:ext>
            </a:extLst>
          </p:cNvPr>
          <p:cNvSpPr>
            <a:spLocks noGrp="1"/>
          </p:cNvSpPr>
          <p:nvPr/>
        </p:nvSpPr>
        <p:spPr>
          <a:xfrm>
            <a:off x="2038481" y="3881188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4" name="anim_o4993_1">
            <a:extLst>
              <a:ext uri="{FF2B5EF4-FFF2-40B4-BE49-F238E27FC236}">
                <a16:creationId xmlns:a16="http://schemas.microsoft.com/office/drawing/2014/main" id="{55D48579-5093-473C-ACD6-1FDB25215AB7}"/>
              </a:ext>
            </a:extLst>
          </p:cNvPr>
          <p:cNvSpPr>
            <a:spLocks noGrp="1"/>
          </p:cNvSpPr>
          <p:nvPr/>
        </p:nvSpPr>
        <p:spPr>
          <a:xfrm>
            <a:off x="2342838" y="3881188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5" name="anim_o4994_1">
            <a:extLst>
              <a:ext uri="{FF2B5EF4-FFF2-40B4-BE49-F238E27FC236}">
                <a16:creationId xmlns:a16="http://schemas.microsoft.com/office/drawing/2014/main" id="{0C4D7924-D9A1-4ECB-BAC1-28F42F28C75D}"/>
              </a:ext>
            </a:extLst>
          </p:cNvPr>
          <p:cNvSpPr>
            <a:spLocks noGrp="1"/>
          </p:cNvSpPr>
          <p:nvPr/>
        </p:nvSpPr>
        <p:spPr>
          <a:xfrm>
            <a:off x="2647196" y="3881188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6" name="anim_o5078_1">
            <a:extLst>
              <a:ext uri="{FF2B5EF4-FFF2-40B4-BE49-F238E27FC236}">
                <a16:creationId xmlns:a16="http://schemas.microsoft.com/office/drawing/2014/main" id="{2D55B76F-E3EE-4BDD-AEC0-6292EE546DDF}"/>
              </a:ext>
            </a:extLst>
          </p:cNvPr>
          <p:cNvSpPr>
            <a:spLocks noGrp="1"/>
          </p:cNvSpPr>
          <p:nvPr/>
        </p:nvSpPr>
        <p:spPr>
          <a:xfrm>
            <a:off x="4625519" y="902833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7" name="anim_o5079_1">
            <a:extLst>
              <a:ext uri="{FF2B5EF4-FFF2-40B4-BE49-F238E27FC236}">
                <a16:creationId xmlns:a16="http://schemas.microsoft.com/office/drawing/2014/main" id="{F18374D6-1706-457B-8B52-B1A223670CFE}"/>
              </a:ext>
            </a:extLst>
          </p:cNvPr>
          <p:cNvSpPr>
            <a:spLocks noGrp="1"/>
          </p:cNvSpPr>
          <p:nvPr/>
        </p:nvSpPr>
        <p:spPr>
          <a:xfrm>
            <a:off x="4929876" y="902833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8" name="anim_o5080_1">
            <a:extLst>
              <a:ext uri="{FF2B5EF4-FFF2-40B4-BE49-F238E27FC236}">
                <a16:creationId xmlns:a16="http://schemas.microsoft.com/office/drawing/2014/main" id="{CC8AFD9C-5393-4AA0-B9F8-2089A023F490}"/>
              </a:ext>
            </a:extLst>
          </p:cNvPr>
          <p:cNvSpPr>
            <a:spLocks noGrp="1"/>
          </p:cNvSpPr>
          <p:nvPr/>
        </p:nvSpPr>
        <p:spPr>
          <a:xfrm>
            <a:off x="5234234" y="902833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9" name="anim_o5081_1">
            <a:extLst>
              <a:ext uri="{FF2B5EF4-FFF2-40B4-BE49-F238E27FC236}">
                <a16:creationId xmlns:a16="http://schemas.microsoft.com/office/drawing/2014/main" id="{62CBB788-D255-4C5C-BDA7-22A197F81B95}"/>
              </a:ext>
            </a:extLst>
          </p:cNvPr>
          <p:cNvSpPr>
            <a:spLocks noGrp="1"/>
          </p:cNvSpPr>
          <p:nvPr/>
        </p:nvSpPr>
        <p:spPr>
          <a:xfrm>
            <a:off x="4625519" y="1207191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0" name="anim_o5082_1">
            <a:extLst>
              <a:ext uri="{FF2B5EF4-FFF2-40B4-BE49-F238E27FC236}">
                <a16:creationId xmlns:a16="http://schemas.microsoft.com/office/drawing/2014/main" id="{FE65FF30-11FB-41E9-8AB2-C264BF6FFA73}"/>
              </a:ext>
            </a:extLst>
          </p:cNvPr>
          <p:cNvSpPr>
            <a:spLocks noGrp="1"/>
          </p:cNvSpPr>
          <p:nvPr/>
        </p:nvSpPr>
        <p:spPr>
          <a:xfrm>
            <a:off x="4929876" y="1207191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1" name="anim_o5083_1">
            <a:extLst>
              <a:ext uri="{FF2B5EF4-FFF2-40B4-BE49-F238E27FC236}">
                <a16:creationId xmlns:a16="http://schemas.microsoft.com/office/drawing/2014/main" id="{21C610F4-0ACD-492A-85ED-C7C1FA1F2ED0}"/>
              </a:ext>
            </a:extLst>
          </p:cNvPr>
          <p:cNvSpPr>
            <a:spLocks noGrp="1"/>
          </p:cNvSpPr>
          <p:nvPr/>
        </p:nvSpPr>
        <p:spPr>
          <a:xfrm>
            <a:off x="5234234" y="1207191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2" name="anim_o5084_1">
            <a:extLst>
              <a:ext uri="{FF2B5EF4-FFF2-40B4-BE49-F238E27FC236}">
                <a16:creationId xmlns:a16="http://schemas.microsoft.com/office/drawing/2014/main" id="{62730E3C-4A69-4F0E-8096-C7497004C958}"/>
              </a:ext>
            </a:extLst>
          </p:cNvPr>
          <p:cNvSpPr>
            <a:spLocks noGrp="1"/>
          </p:cNvSpPr>
          <p:nvPr/>
        </p:nvSpPr>
        <p:spPr>
          <a:xfrm>
            <a:off x="4625519" y="1511548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3" name="anim_o5085_1">
            <a:extLst>
              <a:ext uri="{FF2B5EF4-FFF2-40B4-BE49-F238E27FC236}">
                <a16:creationId xmlns:a16="http://schemas.microsoft.com/office/drawing/2014/main" id="{E67654D0-AC0C-4E8D-A948-66CA5BA691A5}"/>
              </a:ext>
            </a:extLst>
          </p:cNvPr>
          <p:cNvSpPr>
            <a:spLocks noGrp="1"/>
          </p:cNvSpPr>
          <p:nvPr/>
        </p:nvSpPr>
        <p:spPr>
          <a:xfrm>
            <a:off x="4929876" y="1511548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4" name="anim_o5086_1">
            <a:extLst>
              <a:ext uri="{FF2B5EF4-FFF2-40B4-BE49-F238E27FC236}">
                <a16:creationId xmlns:a16="http://schemas.microsoft.com/office/drawing/2014/main" id="{C2A9F445-E9FA-4153-BBAA-BFDFB549CA46}"/>
              </a:ext>
            </a:extLst>
          </p:cNvPr>
          <p:cNvSpPr>
            <a:spLocks noGrp="1"/>
          </p:cNvSpPr>
          <p:nvPr/>
        </p:nvSpPr>
        <p:spPr>
          <a:xfrm>
            <a:off x="5234234" y="1511548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5" name="anim_o5109_1">
            <a:extLst>
              <a:ext uri="{FF2B5EF4-FFF2-40B4-BE49-F238E27FC236}">
                <a16:creationId xmlns:a16="http://schemas.microsoft.com/office/drawing/2014/main" id="{8FDC72D5-4182-4CBE-A4B9-E270BA67ADCD}"/>
              </a:ext>
            </a:extLst>
          </p:cNvPr>
          <p:cNvSpPr>
            <a:spLocks noGrp="1"/>
          </p:cNvSpPr>
          <p:nvPr/>
        </p:nvSpPr>
        <p:spPr>
          <a:xfrm>
            <a:off x="4625519" y="2815937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6" name="anim_o5110_1">
            <a:extLst>
              <a:ext uri="{FF2B5EF4-FFF2-40B4-BE49-F238E27FC236}">
                <a16:creationId xmlns:a16="http://schemas.microsoft.com/office/drawing/2014/main" id="{5284CD45-28C3-4A58-9A2D-A6FC11812830}"/>
              </a:ext>
            </a:extLst>
          </p:cNvPr>
          <p:cNvSpPr>
            <a:spLocks noGrp="1"/>
          </p:cNvSpPr>
          <p:nvPr/>
        </p:nvSpPr>
        <p:spPr>
          <a:xfrm>
            <a:off x="4929876" y="2815937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7" name="anim_o5111_1">
            <a:extLst>
              <a:ext uri="{FF2B5EF4-FFF2-40B4-BE49-F238E27FC236}">
                <a16:creationId xmlns:a16="http://schemas.microsoft.com/office/drawing/2014/main" id="{D00DCD20-D9C3-46D5-8E07-78CCA2A8A66F}"/>
              </a:ext>
            </a:extLst>
          </p:cNvPr>
          <p:cNvSpPr>
            <a:spLocks noGrp="1"/>
          </p:cNvSpPr>
          <p:nvPr/>
        </p:nvSpPr>
        <p:spPr>
          <a:xfrm>
            <a:off x="5234234" y="2815937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8" name="anim_o5112_1">
            <a:extLst>
              <a:ext uri="{FF2B5EF4-FFF2-40B4-BE49-F238E27FC236}">
                <a16:creationId xmlns:a16="http://schemas.microsoft.com/office/drawing/2014/main" id="{00E29B24-2A7D-4A12-939E-D71F149E1826}"/>
              </a:ext>
            </a:extLst>
          </p:cNvPr>
          <p:cNvSpPr>
            <a:spLocks noGrp="1"/>
          </p:cNvSpPr>
          <p:nvPr/>
        </p:nvSpPr>
        <p:spPr>
          <a:xfrm>
            <a:off x="4625519" y="3120295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9" name="anim_o5113_1">
            <a:extLst>
              <a:ext uri="{FF2B5EF4-FFF2-40B4-BE49-F238E27FC236}">
                <a16:creationId xmlns:a16="http://schemas.microsoft.com/office/drawing/2014/main" id="{0BF6AD6A-B9C8-49D3-B3DF-1A6D44B1C504}"/>
              </a:ext>
            </a:extLst>
          </p:cNvPr>
          <p:cNvSpPr>
            <a:spLocks noGrp="1"/>
          </p:cNvSpPr>
          <p:nvPr/>
        </p:nvSpPr>
        <p:spPr>
          <a:xfrm>
            <a:off x="4929876" y="3120295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0" name="anim_o5114_1">
            <a:extLst>
              <a:ext uri="{FF2B5EF4-FFF2-40B4-BE49-F238E27FC236}">
                <a16:creationId xmlns:a16="http://schemas.microsoft.com/office/drawing/2014/main" id="{6043FF0C-79CE-4B17-A851-23B2C56BBA0A}"/>
              </a:ext>
            </a:extLst>
          </p:cNvPr>
          <p:cNvSpPr>
            <a:spLocks noGrp="1"/>
          </p:cNvSpPr>
          <p:nvPr/>
        </p:nvSpPr>
        <p:spPr>
          <a:xfrm>
            <a:off x="5234234" y="3120295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1" name="anim_o5115_1">
            <a:extLst>
              <a:ext uri="{FF2B5EF4-FFF2-40B4-BE49-F238E27FC236}">
                <a16:creationId xmlns:a16="http://schemas.microsoft.com/office/drawing/2014/main" id="{3BDE86C2-7193-4B25-B756-C3752D25404F}"/>
              </a:ext>
            </a:extLst>
          </p:cNvPr>
          <p:cNvSpPr>
            <a:spLocks noGrp="1"/>
          </p:cNvSpPr>
          <p:nvPr/>
        </p:nvSpPr>
        <p:spPr>
          <a:xfrm>
            <a:off x="4625519" y="3424652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2" name="anim_o5116_1">
            <a:extLst>
              <a:ext uri="{FF2B5EF4-FFF2-40B4-BE49-F238E27FC236}">
                <a16:creationId xmlns:a16="http://schemas.microsoft.com/office/drawing/2014/main" id="{8C57CC60-B6C2-4F77-B326-240527C1166D}"/>
              </a:ext>
            </a:extLst>
          </p:cNvPr>
          <p:cNvSpPr>
            <a:spLocks noGrp="1"/>
          </p:cNvSpPr>
          <p:nvPr/>
        </p:nvSpPr>
        <p:spPr>
          <a:xfrm>
            <a:off x="4929876" y="3424652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3" name="anim_o5117_1">
            <a:extLst>
              <a:ext uri="{FF2B5EF4-FFF2-40B4-BE49-F238E27FC236}">
                <a16:creationId xmlns:a16="http://schemas.microsoft.com/office/drawing/2014/main" id="{3D8B9C9F-776A-46A3-9271-3DD64FB25DB9}"/>
              </a:ext>
            </a:extLst>
          </p:cNvPr>
          <p:cNvSpPr>
            <a:spLocks noGrp="1"/>
          </p:cNvSpPr>
          <p:nvPr/>
        </p:nvSpPr>
        <p:spPr>
          <a:xfrm>
            <a:off x="5234234" y="3424652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4" name="anim_o5140_1">
            <a:extLst>
              <a:ext uri="{FF2B5EF4-FFF2-40B4-BE49-F238E27FC236}">
                <a16:creationId xmlns:a16="http://schemas.microsoft.com/office/drawing/2014/main" id="{F3FF5EA5-7AEB-4CF7-B2F2-0C09A661A0A8}"/>
              </a:ext>
            </a:extLst>
          </p:cNvPr>
          <p:cNvSpPr>
            <a:spLocks noGrp="1"/>
          </p:cNvSpPr>
          <p:nvPr/>
        </p:nvSpPr>
        <p:spPr>
          <a:xfrm>
            <a:off x="4625519" y="4729041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5" name="anim_o5141_1">
            <a:extLst>
              <a:ext uri="{FF2B5EF4-FFF2-40B4-BE49-F238E27FC236}">
                <a16:creationId xmlns:a16="http://schemas.microsoft.com/office/drawing/2014/main" id="{21A0B1E6-CF68-498E-AF93-DF0D406800E1}"/>
              </a:ext>
            </a:extLst>
          </p:cNvPr>
          <p:cNvSpPr>
            <a:spLocks noGrp="1"/>
          </p:cNvSpPr>
          <p:nvPr/>
        </p:nvSpPr>
        <p:spPr>
          <a:xfrm>
            <a:off x="4929876" y="4729041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6" name="anim_o5142_1">
            <a:extLst>
              <a:ext uri="{FF2B5EF4-FFF2-40B4-BE49-F238E27FC236}">
                <a16:creationId xmlns:a16="http://schemas.microsoft.com/office/drawing/2014/main" id="{F30C22A9-7531-462D-AF7F-F2F17375E493}"/>
              </a:ext>
            </a:extLst>
          </p:cNvPr>
          <p:cNvSpPr>
            <a:spLocks noGrp="1"/>
          </p:cNvSpPr>
          <p:nvPr/>
        </p:nvSpPr>
        <p:spPr>
          <a:xfrm>
            <a:off x="5234234" y="4729041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7" name="anim_o5143_1">
            <a:extLst>
              <a:ext uri="{FF2B5EF4-FFF2-40B4-BE49-F238E27FC236}">
                <a16:creationId xmlns:a16="http://schemas.microsoft.com/office/drawing/2014/main" id="{D3E70DDA-31C4-45ED-B39C-F6665B01782F}"/>
              </a:ext>
            </a:extLst>
          </p:cNvPr>
          <p:cNvSpPr>
            <a:spLocks noGrp="1"/>
          </p:cNvSpPr>
          <p:nvPr/>
        </p:nvSpPr>
        <p:spPr>
          <a:xfrm>
            <a:off x="4625519" y="5033398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8" name="anim_o5144_1">
            <a:extLst>
              <a:ext uri="{FF2B5EF4-FFF2-40B4-BE49-F238E27FC236}">
                <a16:creationId xmlns:a16="http://schemas.microsoft.com/office/drawing/2014/main" id="{9470E2DA-FC14-4A29-8387-906C631FD37E}"/>
              </a:ext>
            </a:extLst>
          </p:cNvPr>
          <p:cNvSpPr>
            <a:spLocks noGrp="1"/>
          </p:cNvSpPr>
          <p:nvPr/>
        </p:nvSpPr>
        <p:spPr>
          <a:xfrm>
            <a:off x="4929876" y="5033398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9" name="anim_o5145_1">
            <a:extLst>
              <a:ext uri="{FF2B5EF4-FFF2-40B4-BE49-F238E27FC236}">
                <a16:creationId xmlns:a16="http://schemas.microsoft.com/office/drawing/2014/main" id="{26025B2C-8F0C-41BC-B69F-BA1352D9F9D5}"/>
              </a:ext>
            </a:extLst>
          </p:cNvPr>
          <p:cNvSpPr>
            <a:spLocks noGrp="1"/>
          </p:cNvSpPr>
          <p:nvPr/>
        </p:nvSpPr>
        <p:spPr>
          <a:xfrm>
            <a:off x="5234234" y="5033398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0" name="anim_o5146_1">
            <a:extLst>
              <a:ext uri="{FF2B5EF4-FFF2-40B4-BE49-F238E27FC236}">
                <a16:creationId xmlns:a16="http://schemas.microsoft.com/office/drawing/2014/main" id="{11082662-BC3B-492F-8D0C-EE7DC8B964C7}"/>
              </a:ext>
            </a:extLst>
          </p:cNvPr>
          <p:cNvSpPr>
            <a:spLocks noGrp="1"/>
          </p:cNvSpPr>
          <p:nvPr/>
        </p:nvSpPr>
        <p:spPr>
          <a:xfrm>
            <a:off x="4625519" y="5337756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1" name="anim_o5147_1">
            <a:extLst>
              <a:ext uri="{FF2B5EF4-FFF2-40B4-BE49-F238E27FC236}">
                <a16:creationId xmlns:a16="http://schemas.microsoft.com/office/drawing/2014/main" id="{A2CBB5D9-8930-42E9-8144-F0A9397E167A}"/>
              </a:ext>
            </a:extLst>
          </p:cNvPr>
          <p:cNvSpPr>
            <a:spLocks noGrp="1"/>
          </p:cNvSpPr>
          <p:nvPr/>
        </p:nvSpPr>
        <p:spPr>
          <a:xfrm>
            <a:off x="4929876" y="5337756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2" name="anim_o5148_1">
            <a:extLst>
              <a:ext uri="{FF2B5EF4-FFF2-40B4-BE49-F238E27FC236}">
                <a16:creationId xmlns:a16="http://schemas.microsoft.com/office/drawing/2014/main" id="{F36B2B43-9695-45D7-904F-22F0F0B59C90}"/>
              </a:ext>
            </a:extLst>
          </p:cNvPr>
          <p:cNvSpPr>
            <a:spLocks noGrp="1"/>
          </p:cNvSpPr>
          <p:nvPr/>
        </p:nvSpPr>
        <p:spPr>
          <a:xfrm>
            <a:off x="5234234" y="5337756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3" name="anim_to5403_0_1">
            <a:extLst>
              <a:ext uri="{FF2B5EF4-FFF2-40B4-BE49-F238E27FC236}">
                <a16:creationId xmlns:a16="http://schemas.microsoft.com/office/drawing/2014/main" id="{B052826B-0E3D-4253-8644-3F61F9FEC6F7}"/>
              </a:ext>
            </a:extLst>
          </p:cNvPr>
          <p:cNvSpPr>
            <a:spLocks noGrp="1"/>
          </p:cNvSpPr>
          <p:nvPr/>
        </p:nvSpPr>
        <p:spPr>
          <a:xfrm>
            <a:off x="966604" y="4678183"/>
            <a:ext cx="1849751" cy="8234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187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187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5187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6x6x3</a:t>
            </a:r>
          </a:p>
        </p:txBody>
      </p:sp>
      <p:sp>
        <p:nvSpPr>
          <p:cNvPr id="314" name="anim_to5409_0_1">
            <a:extLst>
              <a:ext uri="{FF2B5EF4-FFF2-40B4-BE49-F238E27FC236}">
                <a16:creationId xmlns:a16="http://schemas.microsoft.com/office/drawing/2014/main" id="{3F74DEDF-4A4F-498C-8A60-3344AD1B2753}"/>
              </a:ext>
            </a:extLst>
          </p:cNvPr>
          <p:cNvSpPr>
            <a:spLocks noGrp="1"/>
          </p:cNvSpPr>
          <p:nvPr/>
        </p:nvSpPr>
        <p:spPr>
          <a:xfrm>
            <a:off x="4191343" y="5782302"/>
            <a:ext cx="1487421" cy="65878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150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150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4150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3x3x3</a:t>
            </a:r>
          </a:p>
        </p:txBody>
      </p:sp>
      <p:sp>
        <p:nvSpPr>
          <p:cNvPr id="315" name="anim_to5415_0_1">
            <a:extLst>
              <a:ext uri="{FF2B5EF4-FFF2-40B4-BE49-F238E27FC236}">
                <a16:creationId xmlns:a16="http://schemas.microsoft.com/office/drawing/2014/main" id="{1487C98B-9897-4892-8EB0-D499A7E65B15}"/>
              </a:ext>
            </a:extLst>
          </p:cNvPr>
          <p:cNvSpPr>
            <a:spLocks noGrp="1"/>
          </p:cNvSpPr>
          <p:nvPr/>
        </p:nvSpPr>
        <p:spPr>
          <a:xfrm>
            <a:off x="7234917" y="5774660"/>
            <a:ext cx="1487421" cy="65878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150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150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4150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4x4x1</a:t>
            </a:r>
          </a:p>
        </p:txBody>
      </p:sp>
      <p:sp>
        <p:nvSpPr>
          <p:cNvPr id="316" name="anim_to5421_0_1">
            <a:extLst>
              <a:ext uri="{FF2B5EF4-FFF2-40B4-BE49-F238E27FC236}">
                <a16:creationId xmlns:a16="http://schemas.microsoft.com/office/drawing/2014/main" id="{E8397F37-4FB4-4409-BDA6-0619A406010F}"/>
              </a:ext>
            </a:extLst>
          </p:cNvPr>
          <p:cNvSpPr>
            <a:spLocks noGrp="1"/>
          </p:cNvSpPr>
          <p:nvPr/>
        </p:nvSpPr>
        <p:spPr>
          <a:xfrm>
            <a:off x="10121964" y="3760499"/>
            <a:ext cx="1487421" cy="65878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150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150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4150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4x4x3</a:t>
            </a:r>
          </a:p>
        </p:txBody>
      </p:sp>
    </p:spTree>
    <p:extLst>
      <p:ext uri="{BB962C8B-B14F-4D97-AF65-F5344CB8AC3E}">
        <p14:creationId xmlns:p14="http://schemas.microsoft.com/office/powerpoint/2010/main" val="12213784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3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1" dur="1000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1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1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7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1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7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61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6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65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67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6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71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7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7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77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79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81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8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8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87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89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91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9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9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97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9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01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0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05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07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09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11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13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15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17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19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21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23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25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27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29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31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33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35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37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3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41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43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45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47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49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51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53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55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57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59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61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63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65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67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69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71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73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75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77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79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81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83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85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87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89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91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93" dur="1000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95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97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199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01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03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05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07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09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11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13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15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17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19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21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23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25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27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29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31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33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35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37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39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41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43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45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47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49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51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53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55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57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59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61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63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65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67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69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71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73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75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77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79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81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83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85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87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89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91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93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95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97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299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01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03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05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07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09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11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13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15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17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19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21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23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25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27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29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31" dur="1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33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35" dur="10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37" dur="10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39" dur="10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41" dur="10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43" dur="10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45" dur="10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47" dur="10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49" dur="10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51" dur="10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53" dur="10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55" dur="10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57" dur="10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59" dur="10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61" dur="10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63" dur="10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65" dur="10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67" dur="10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69" dur="10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71" dur="10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73" dur="10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75" dur="10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77" dur="10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79" dur="10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81" dur="10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83" dur="10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85" dur="10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87" dur="10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89" dur="10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91" dur="10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93" dur="10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95" dur="10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97" dur="10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399" dur="1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01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03" dur="10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05" dur="10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07" dur="10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09" dur="10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11" dur="10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13" dur="10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15" dur="10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17" dur="10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19" dur="10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21" dur="10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23" dur="10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25" dur="10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27" dur="10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29" dur="10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31" dur="10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33" dur="10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35" dur="10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37" dur="10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39" dur="10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41" dur="10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43" dur="10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45" dur="10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47" dur="1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49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51" dur="10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53" dur="10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55" dur="10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57" dur="10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59" dur="10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61" dur="10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63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65" dur="10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67" dur="10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69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71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73" dur="1000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75" dur="10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77" dur="10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79" dur="1000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81" dur="1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83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85" dur="1000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87" dur="10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89" dur="10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91" dur="100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93" dur="10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95" dur="10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97" dur="10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499" dur="10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01" dur="1000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03" dur="1000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05" dur="100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07" dur="1000" fill="hold"/>
                                        <p:tgtEl>
                                          <p:spTgt spid="2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09" dur="1000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11" dur="100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13" dur="1000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15" dur="10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17" dur="1000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19" dur="1000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21" dur="10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23" dur="10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25" dur="10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27" dur="10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29" dur="10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31" dur="10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33" dur="10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35" dur="10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37" dur="10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39" dur="100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41" dur="100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43" dur="100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45" dur="100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47" dur="1000" fill="hold"/>
                                        <p:tgtEl>
                                          <p:spTgt spid="2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49" dur="1000" fill="hold"/>
                                        <p:tgtEl>
                                          <p:spTgt spid="2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51" dur="1000" fill="hold"/>
                                        <p:tgtEl>
                                          <p:spTgt spid="2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53" dur="1000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55" dur="1000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57" dur="1000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59" dur="10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61" dur="10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63" dur="1000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65" dur="10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67" dur="1000" fill="hold"/>
                                        <p:tgtEl>
                                          <p:spTgt spid="2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69" dur="1000" fill="hold"/>
                                        <p:tgtEl>
                                          <p:spTgt spid="2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71" dur="10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73" dur="1000" fill="hold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75" dur="1000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77" dur="1000" fill="hold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79" dur="100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81" dur="1000" fill="hold"/>
                                        <p:tgtEl>
                                          <p:spTgt spid="2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83" dur="100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85" dur="100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87" dur="1000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89" dur="100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91" dur="10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93" dur="1000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95" dur="10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97" dur="100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599" dur="10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601" dur="1000" fill="hold"/>
                                        <p:tgtEl>
                                          <p:spTgt spid="2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603" dur="1000" fill="hold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605" dur="1000" fill="hold"/>
                                        <p:tgtEl>
                                          <p:spTgt spid="2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607" dur="1000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609" dur="1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611" dur="1000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613" dur="1000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615" dur="1000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617" dur="1000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619" dur="1000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621" dur="1000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623" dur="1000" fill="hold"/>
                                        <p:tgtEl>
                                          <p:spTgt spid="3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625" dur="1000" fill="hold"/>
                                        <p:tgtEl>
                                          <p:spTgt spid="3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627" dur="100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629" dur="1000" fill="hold"/>
                                        <p:tgtEl>
                                          <p:spTgt spid="3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631" dur="1000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633" dur="100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33999 E" pathEditMode="relative" ptsTypes="">
                                      <p:cBhvr>
                                        <p:cTn id="635" dur="1000" fill="hold"/>
                                        <p:tgtEl>
                                          <p:spTgt spid="3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6" fill="hold">
                            <p:stCondLst>
                              <p:cond delay="1000"/>
                            </p:stCondLst>
                            <p:childTnLst>
                              <p:par>
                                <p:cTn id="6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9" dur="10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0" fill="hold">
                      <p:stCondLst>
                        <p:cond delay="indefinite"/>
                      </p:stCondLst>
                      <p:childTnLst>
                        <p:par>
                          <p:cTn id="641" fill="hold">
                            <p:stCondLst>
                              <p:cond delay="0"/>
                            </p:stCondLst>
                            <p:childTnLst>
                              <p:par>
                                <p:cTn id="6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4" dur="10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5" fill="hold">
                      <p:stCondLst>
                        <p:cond delay="indefinite"/>
                      </p:stCondLst>
                      <p:childTnLst>
                        <p:par>
                          <p:cTn id="646" fill="hold">
                            <p:stCondLst>
                              <p:cond delay="0"/>
                            </p:stCondLst>
                            <p:childTnLst>
                              <p:par>
                                <p:cTn id="6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9" dur="10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7" grpId="0" animBg="1"/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 animBg="1"/>
      <p:bldP spid="161" grpId="0" animBg="1"/>
      <p:bldP spid="162" grpId="0" animBg="1"/>
      <p:bldP spid="163" grpId="0" animBg="1"/>
      <p:bldP spid="164" grpId="0" animBg="1"/>
      <p:bldP spid="165" grpId="0" animBg="1"/>
      <p:bldP spid="166" grpId="0" animBg="1"/>
      <p:bldP spid="167" grpId="0" animBg="1"/>
      <p:bldP spid="168" grpId="0" animBg="1"/>
      <p:bldP spid="169" grpId="0" animBg="1"/>
      <p:bldP spid="170" grpId="0" animBg="1"/>
      <p:bldP spid="171" grpId="0" animBg="1"/>
      <p:bldP spid="172" grpId="0" animBg="1"/>
      <p:bldP spid="173" grpId="0" animBg="1"/>
      <p:bldP spid="174" grpId="0" animBg="1"/>
      <p:bldP spid="175" grpId="0" animBg="1"/>
      <p:bldP spid="176" grpId="0" animBg="1"/>
      <p:bldP spid="177" grpId="0" animBg="1"/>
      <p:bldP spid="178" grpId="0" animBg="1"/>
      <p:bldP spid="179" grpId="0" animBg="1"/>
      <p:bldP spid="180" grpId="0" animBg="1"/>
      <p:bldP spid="181" grpId="0" animBg="1"/>
      <p:bldP spid="182" grpId="0" animBg="1"/>
      <p:bldP spid="183" grpId="0" animBg="1"/>
      <p:bldP spid="184" grpId="0" animBg="1"/>
      <p:bldP spid="185" grpId="0" animBg="1"/>
      <p:bldP spid="186" grpId="0" animBg="1"/>
      <p:bldP spid="187" grpId="0" animBg="1"/>
      <p:bldP spid="188" grpId="0" animBg="1"/>
      <p:bldP spid="189" grpId="0" animBg="1"/>
      <p:bldP spid="190" grpId="0" animBg="1"/>
      <p:bldP spid="191" grpId="0" animBg="1"/>
      <p:bldP spid="192" grpId="0" animBg="1"/>
      <p:bldP spid="193" grpId="0" animBg="1"/>
      <p:bldP spid="194" grpId="0" animBg="1"/>
      <p:bldP spid="195" grpId="0" animBg="1"/>
      <p:bldP spid="196" grpId="0" animBg="1"/>
      <p:bldP spid="197" grpId="0" animBg="1"/>
      <p:bldP spid="198" grpId="0" animBg="1"/>
      <p:bldP spid="199" grpId="0" animBg="1"/>
      <p:bldP spid="200" grpId="0" animBg="1"/>
      <p:bldP spid="201" grpId="0" animBg="1"/>
      <p:bldP spid="202" grpId="0" animBg="1"/>
      <p:bldP spid="203" grpId="0" animBg="1"/>
      <p:bldP spid="204" grpId="0" animBg="1"/>
      <p:bldP spid="205" grpId="0" animBg="1"/>
      <p:bldP spid="206" grpId="0" animBg="1"/>
      <p:bldP spid="207" grpId="0" animBg="1"/>
      <p:bldP spid="208" grpId="0" animBg="1"/>
      <p:bldP spid="209" grpId="0" animBg="1"/>
      <p:bldP spid="210" grpId="0" animBg="1"/>
      <p:bldP spid="211" grpId="0" animBg="1"/>
      <p:bldP spid="212" grpId="0" animBg="1"/>
      <p:bldP spid="213" grpId="0" animBg="1"/>
      <p:bldP spid="214" grpId="0" animBg="1"/>
      <p:bldP spid="215" grpId="0" animBg="1"/>
      <p:bldP spid="216" grpId="0" animBg="1"/>
      <p:bldP spid="217" grpId="0" animBg="1"/>
      <p:bldP spid="218" grpId="0" animBg="1"/>
      <p:bldP spid="219" grpId="0" animBg="1"/>
      <p:bldP spid="220" grpId="0" animBg="1"/>
      <p:bldP spid="221" grpId="0" animBg="1"/>
      <p:bldP spid="222" grpId="0" animBg="1"/>
      <p:bldP spid="223" grpId="0" animBg="1"/>
      <p:bldP spid="224" grpId="0" animBg="1"/>
      <p:bldP spid="225" grpId="0" animBg="1"/>
      <p:bldP spid="226" grpId="0" animBg="1"/>
      <p:bldP spid="227" grpId="0" animBg="1"/>
      <p:bldP spid="228" grpId="0" animBg="1"/>
      <p:bldP spid="229" grpId="0" animBg="1"/>
      <p:bldP spid="230" grpId="0" animBg="1"/>
      <p:bldP spid="231" grpId="0" animBg="1"/>
      <p:bldP spid="232" grpId="0" animBg="1"/>
      <p:bldP spid="233" grpId="0" animBg="1"/>
      <p:bldP spid="234" grpId="0" animBg="1"/>
      <p:bldP spid="235" grpId="0" animBg="1"/>
      <p:bldP spid="236" grpId="0" animBg="1"/>
      <p:bldP spid="237" grpId="0" animBg="1"/>
      <p:bldP spid="238" grpId="0" animBg="1"/>
      <p:bldP spid="239" grpId="0" animBg="1"/>
      <p:bldP spid="240" grpId="0" animBg="1"/>
      <p:bldP spid="241" grpId="0" animBg="1"/>
      <p:bldP spid="242" grpId="0" animBg="1"/>
      <p:bldP spid="243" grpId="0" animBg="1"/>
      <p:bldP spid="244" grpId="0" animBg="1"/>
      <p:bldP spid="245" grpId="0" animBg="1"/>
      <p:bldP spid="246" grpId="0" animBg="1"/>
      <p:bldP spid="247" grpId="0" animBg="1"/>
      <p:bldP spid="248" grpId="0" animBg="1"/>
      <p:bldP spid="249" grpId="0" animBg="1"/>
      <p:bldP spid="250" grpId="0" animBg="1"/>
      <p:bldP spid="251" grpId="0" animBg="1"/>
      <p:bldP spid="252" grpId="0" animBg="1"/>
      <p:bldP spid="253" grpId="0" animBg="1"/>
      <p:bldP spid="254" grpId="0" animBg="1"/>
      <p:bldP spid="255" grpId="0" animBg="1"/>
      <p:bldP spid="256" grpId="0" animBg="1"/>
      <p:bldP spid="257" grpId="0" animBg="1"/>
      <p:bldP spid="258" grpId="0" animBg="1"/>
      <p:bldP spid="259" grpId="0" animBg="1"/>
      <p:bldP spid="260" grpId="0" animBg="1"/>
      <p:bldP spid="261" grpId="0" animBg="1"/>
      <p:bldP spid="262" grpId="0" animBg="1"/>
      <p:bldP spid="263" grpId="0" animBg="1"/>
      <p:bldP spid="264" grpId="0" animBg="1"/>
      <p:bldP spid="265" grpId="0" animBg="1"/>
      <p:bldP spid="266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6" grpId="0" animBg="1"/>
      <p:bldP spid="277" grpId="0" animBg="1"/>
      <p:bldP spid="278" grpId="0" animBg="1"/>
      <p:bldP spid="279" grpId="0" animBg="1"/>
      <p:bldP spid="280" grpId="0" animBg="1"/>
      <p:bldP spid="281" grpId="0" animBg="1"/>
      <p:bldP spid="282" grpId="0" animBg="1"/>
      <p:bldP spid="283" grpId="0" animBg="1"/>
      <p:bldP spid="284" grpId="0" animBg="1"/>
      <p:bldP spid="285" grpId="0" animBg="1"/>
      <p:bldP spid="286" grpId="0" animBg="1"/>
      <p:bldP spid="287" grpId="0" animBg="1"/>
      <p:bldP spid="288" grpId="0" animBg="1"/>
      <p:bldP spid="289" grpId="0" animBg="1"/>
      <p:bldP spid="290" grpId="0" animBg="1"/>
      <p:bldP spid="291" grpId="0" animBg="1"/>
      <p:bldP spid="292" grpId="0" animBg="1"/>
      <p:bldP spid="293" grpId="0" animBg="1"/>
      <p:bldP spid="294" grpId="0" animBg="1"/>
      <p:bldP spid="295" grpId="0" animBg="1"/>
      <p:bldP spid="296" grpId="0" animBg="1"/>
      <p:bldP spid="297" grpId="0" animBg="1"/>
      <p:bldP spid="298" grpId="0" animBg="1"/>
      <p:bldP spid="299" grpId="0" animBg="1"/>
      <p:bldP spid="300" grpId="0" animBg="1"/>
      <p:bldP spid="301" grpId="0" animBg="1"/>
      <p:bldP spid="302" grpId="0" animBg="1"/>
      <p:bldP spid="303" grpId="0" animBg="1"/>
      <p:bldP spid="304" grpId="0" animBg="1"/>
      <p:bldP spid="305" grpId="0" animBg="1"/>
      <p:bldP spid="306" grpId="0" animBg="1"/>
      <p:bldP spid="307" grpId="0" animBg="1"/>
      <p:bldP spid="308" grpId="0" animBg="1"/>
      <p:bldP spid="309" grpId="0" animBg="1"/>
      <p:bldP spid="310" grpId="0" animBg="1"/>
      <p:bldP spid="311" grpId="0" animBg="1"/>
      <p:bldP spid="312" grpId="0" animBg="1"/>
      <p:bldP spid="313" grpId="0"/>
      <p:bldP spid="313" grpId="1"/>
      <p:bldP spid="314" grpId="0"/>
      <p:bldP spid="315" grpId="0"/>
      <p:bldP spid="316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8" name="anim_o5305_1">
            <a:extLst>
              <a:ext uri="{FF2B5EF4-FFF2-40B4-BE49-F238E27FC236}">
                <a16:creationId xmlns:a16="http://schemas.microsoft.com/office/drawing/2014/main" id="{E806DD32-57A9-4EF9-96C8-7F24478ACE4F}"/>
              </a:ext>
            </a:extLst>
          </p:cNvPr>
          <p:cNvSpPr>
            <a:spLocks noGrp="1"/>
          </p:cNvSpPr>
          <p:nvPr/>
        </p:nvSpPr>
        <p:spPr>
          <a:xfrm>
            <a:off x="5712510" y="1036649"/>
            <a:ext cx="444506" cy="88901"/>
          </a:xfrm>
          <a:custGeom>
            <a:avLst/>
            <a:gdLst/>
            <a:ahLst/>
            <a:cxnLst/>
            <a:rect l="0" t="0" r="0" b="0"/>
            <a:pathLst>
              <a:path w="444506" h="88901">
                <a:moveTo>
                  <a:pt x="0" y="63501"/>
                </a:moveTo>
                <a:lnTo>
                  <a:pt x="355605" y="63501"/>
                </a:lnTo>
                <a:lnTo>
                  <a:pt x="355605" y="88901"/>
                </a:lnTo>
                <a:lnTo>
                  <a:pt x="444506" y="44451"/>
                </a:lnTo>
                <a:lnTo>
                  <a:pt x="355605" y="0"/>
                </a:lnTo>
                <a:lnTo>
                  <a:pt x="355605" y="25401"/>
                </a:lnTo>
                <a:lnTo>
                  <a:pt x="0" y="25401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5306_1">
            <a:extLst>
              <a:ext uri="{FF2B5EF4-FFF2-40B4-BE49-F238E27FC236}">
                <a16:creationId xmlns:a16="http://schemas.microsoft.com/office/drawing/2014/main" id="{3E920ED2-E8EE-4A77-AF89-3F96CAD09B2D}"/>
              </a:ext>
            </a:extLst>
          </p:cNvPr>
          <p:cNvSpPr>
            <a:spLocks noGrp="1"/>
          </p:cNvSpPr>
          <p:nvPr/>
        </p:nvSpPr>
        <p:spPr>
          <a:xfrm>
            <a:off x="5712510" y="2949753"/>
            <a:ext cx="444506" cy="88901"/>
          </a:xfrm>
          <a:custGeom>
            <a:avLst/>
            <a:gdLst/>
            <a:ahLst/>
            <a:cxnLst/>
            <a:rect l="0" t="0" r="0" b="0"/>
            <a:pathLst>
              <a:path w="444506" h="88901">
                <a:moveTo>
                  <a:pt x="0" y="63501"/>
                </a:moveTo>
                <a:lnTo>
                  <a:pt x="355605" y="63501"/>
                </a:lnTo>
                <a:lnTo>
                  <a:pt x="355605" y="88901"/>
                </a:lnTo>
                <a:lnTo>
                  <a:pt x="444506" y="44451"/>
                </a:lnTo>
                <a:lnTo>
                  <a:pt x="355605" y="0"/>
                </a:lnTo>
                <a:lnTo>
                  <a:pt x="355605" y="25401"/>
                </a:lnTo>
                <a:lnTo>
                  <a:pt x="0" y="25401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5307_1">
            <a:extLst>
              <a:ext uri="{FF2B5EF4-FFF2-40B4-BE49-F238E27FC236}">
                <a16:creationId xmlns:a16="http://schemas.microsoft.com/office/drawing/2014/main" id="{463C920F-293C-420B-970E-16ACA932A062}"/>
              </a:ext>
            </a:extLst>
          </p:cNvPr>
          <p:cNvSpPr>
            <a:spLocks noGrp="1"/>
          </p:cNvSpPr>
          <p:nvPr/>
        </p:nvSpPr>
        <p:spPr>
          <a:xfrm>
            <a:off x="5712510" y="4862857"/>
            <a:ext cx="444506" cy="88901"/>
          </a:xfrm>
          <a:custGeom>
            <a:avLst/>
            <a:gdLst/>
            <a:ahLst/>
            <a:cxnLst/>
            <a:rect l="0" t="0" r="0" b="0"/>
            <a:pathLst>
              <a:path w="444506" h="88901">
                <a:moveTo>
                  <a:pt x="0" y="63501"/>
                </a:moveTo>
                <a:lnTo>
                  <a:pt x="355605" y="63501"/>
                </a:lnTo>
                <a:lnTo>
                  <a:pt x="355605" y="88901"/>
                </a:lnTo>
                <a:lnTo>
                  <a:pt x="444506" y="44451"/>
                </a:lnTo>
                <a:lnTo>
                  <a:pt x="355605" y="0"/>
                </a:lnTo>
                <a:lnTo>
                  <a:pt x="355605" y="25401"/>
                </a:lnTo>
                <a:lnTo>
                  <a:pt x="0" y="25401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5195_1">
            <a:extLst>
              <a:ext uri="{FF2B5EF4-FFF2-40B4-BE49-F238E27FC236}">
                <a16:creationId xmlns:a16="http://schemas.microsoft.com/office/drawing/2014/main" id="{E010B058-7178-498B-BA90-9B27ADA558F4}"/>
              </a:ext>
            </a:extLst>
          </p:cNvPr>
          <p:cNvSpPr>
            <a:spLocks noGrp="1"/>
          </p:cNvSpPr>
          <p:nvPr/>
        </p:nvSpPr>
        <p:spPr>
          <a:xfrm>
            <a:off x="7360388" y="472385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5196_1">
            <a:extLst>
              <a:ext uri="{FF2B5EF4-FFF2-40B4-BE49-F238E27FC236}">
                <a16:creationId xmlns:a16="http://schemas.microsoft.com/office/drawing/2014/main" id="{365B5850-ED5F-45FD-A56F-09C76D09CFF6}"/>
              </a:ext>
            </a:extLst>
          </p:cNvPr>
          <p:cNvSpPr>
            <a:spLocks noGrp="1"/>
          </p:cNvSpPr>
          <p:nvPr/>
        </p:nvSpPr>
        <p:spPr>
          <a:xfrm>
            <a:off x="7664745" y="472385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5197_1">
            <a:extLst>
              <a:ext uri="{FF2B5EF4-FFF2-40B4-BE49-F238E27FC236}">
                <a16:creationId xmlns:a16="http://schemas.microsoft.com/office/drawing/2014/main" id="{4BB2278D-FAB8-48FB-96DA-0053173E2C01}"/>
              </a:ext>
            </a:extLst>
          </p:cNvPr>
          <p:cNvSpPr>
            <a:spLocks noGrp="1"/>
          </p:cNvSpPr>
          <p:nvPr/>
        </p:nvSpPr>
        <p:spPr>
          <a:xfrm>
            <a:off x="7969102" y="472385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5198_1">
            <a:extLst>
              <a:ext uri="{FF2B5EF4-FFF2-40B4-BE49-F238E27FC236}">
                <a16:creationId xmlns:a16="http://schemas.microsoft.com/office/drawing/2014/main" id="{84E31298-AF56-4C1C-9F03-E4C75056688E}"/>
              </a:ext>
            </a:extLst>
          </p:cNvPr>
          <p:cNvSpPr>
            <a:spLocks noGrp="1"/>
          </p:cNvSpPr>
          <p:nvPr/>
        </p:nvSpPr>
        <p:spPr>
          <a:xfrm>
            <a:off x="8273460" y="472385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5199_1">
            <a:extLst>
              <a:ext uri="{FF2B5EF4-FFF2-40B4-BE49-F238E27FC236}">
                <a16:creationId xmlns:a16="http://schemas.microsoft.com/office/drawing/2014/main" id="{553FC9E8-8D34-40A1-98C1-748F1CF6F8CB}"/>
              </a:ext>
            </a:extLst>
          </p:cNvPr>
          <p:cNvSpPr>
            <a:spLocks noGrp="1"/>
          </p:cNvSpPr>
          <p:nvPr/>
        </p:nvSpPr>
        <p:spPr>
          <a:xfrm>
            <a:off x="7360388" y="776743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5200_1">
            <a:extLst>
              <a:ext uri="{FF2B5EF4-FFF2-40B4-BE49-F238E27FC236}">
                <a16:creationId xmlns:a16="http://schemas.microsoft.com/office/drawing/2014/main" id="{239F8A2B-58F8-4944-8BCB-353C792C71A9}"/>
              </a:ext>
            </a:extLst>
          </p:cNvPr>
          <p:cNvSpPr>
            <a:spLocks noGrp="1"/>
          </p:cNvSpPr>
          <p:nvPr/>
        </p:nvSpPr>
        <p:spPr>
          <a:xfrm>
            <a:off x="7664745" y="776743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5201_1">
            <a:extLst>
              <a:ext uri="{FF2B5EF4-FFF2-40B4-BE49-F238E27FC236}">
                <a16:creationId xmlns:a16="http://schemas.microsoft.com/office/drawing/2014/main" id="{5B5D0AC8-5106-48AF-9ECA-D8046FBE2D81}"/>
              </a:ext>
            </a:extLst>
          </p:cNvPr>
          <p:cNvSpPr>
            <a:spLocks noGrp="1"/>
          </p:cNvSpPr>
          <p:nvPr/>
        </p:nvSpPr>
        <p:spPr>
          <a:xfrm>
            <a:off x="7969102" y="776743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5202_1">
            <a:extLst>
              <a:ext uri="{FF2B5EF4-FFF2-40B4-BE49-F238E27FC236}">
                <a16:creationId xmlns:a16="http://schemas.microsoft.com/office/drawing/2014/main" id="{E9062380-6502-4D75-BC54-11FF9A7F3DF8}"/>
              </a:ext>
            </a:extLst>
          </p:cNvPr>
          <p:cNvSpPr>
            <a:spLocks noGrp="1"/>
          </p:cNvSpPr>
          <p:nvPr/>
        </p:nvSpPr>
        <p:spPr>
          <a:xfrm>
            <a:off x="8273460" y="776743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5203_1">
            <a:extLst>
              <a:ext uri="{FF2B5EF4-FFF2-40B4-BE49-F238E27FC236}">
                <a16:creationId xmlns:a16="http://schemas.microsoft.com/office/drawing/2014/main" id="{C0F25AF3-CB0A-470E-8AFC-1C166BDD4971}"/>
              </a:ext>
            </a:extLst>
          </p:cNvPr>
          <p:cNvSpPr>
            <a:spLocks noGrp="1"/>
          </p:cNvSpPr>
          <p:nvPr/>
        </p:nvSpPr>
        <p:spPr>
          <a:xfrm>
            <a:off x="7360388" y="1081100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5204_1">
            <a:extLst>
              <a:ext uri="{FF2B5EF4-FFF2-40B4-BE49-F238E27FC236}">
                <a16:creationId xmlns:a16="http://schemas.microsoft.com/office/drawing/2014/main" id="{F23235DA-A8A3-4DD4-B0DC-05447AB60E3A}"/>
              </a:ext>
            </a:extLst>
          </p:cNvPr>
          <p:cNvSpPr>
            <a:spLocks noGrp="1"/>
          </p:cNvSpPr>
          <p:nvPr/>
        </p:nvSpPr>
        <p:spPr>
          <a:xfrm>
            <a:off x="7664745" y="1081100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5205_1">
            <a:extLst>
              <a:ext uri="{FF2B5EF4-FFF2-40B4-BE49-F238E27FC236}">
                <a16:creationId xmlns:a16="http://schemas.microsoft.com/office/drawing/2014/main" id="{A3C05505-9DC6-4275-A978-DD3D0EC652B4}"/>
              </a:ext>
            </a:extLst>
          </p:cNvPr>
          <p:cNvSpPr>
            <a:spLocks noGrp="1"/>
          </p:cNvSpPr>
          <p:nvPr/>
        </p:nvSpPr>
        <p:spPr>
          <a:xfrm>
            <a:off x="7969102" y="1081100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5206_1">
            <a:extLst>
              <a:ext uri="{FF2B5EF4-FFF2-40B4-BE49-F238E27FC236}">
                <a16:creationId xmlns:a16="http://schemas.microsoft.com/office/drawing/2014/main" id="{68BC9BEF-D7ED-4ED2-B5A8-AB02258F1359}"/>
              </a:ext>
            </a:extLst>
          </p:cNvPr>
          <p:cNvSpPr>
            <a:spLocks noGrp="1"/>
          </p:cNvSpPr>
          <p:nvPr/>
        </p:nvSpPr>
        <p:spPr>
          <a:xfrm>
            <a:off x="8273460" y="1081100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5207_1">
            <a:extLst>
              <a:ext uri="{FF2B5EF4-FFF2-40B4-BE49-F238E27FC236}">
                <a16:creationId xmlns:a16="http://schemas.microsoft.com/office/drawing/2014/main" id="{AFB36C82-3A93-46CA-9F66-206EF8A7AFED}"/>
              </a:ext>
            </a:extLst>
          </p:cNvPr>
          <p:cNvSpPr>
            <a:spLocks noGrp="1"/>
          </p:cNvSpPr>
          <p:nvPr/>
        </p:nvSpPr>
        <p:spPr>
          <a:xfrm>
            <a:off x="7360388" y="1385457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5208_1">
            <a:extLst>
              <a:ext uri="{FF2B5EF4-FFF2-40B4-BE49-F238E27FC236}">
                <a16:creationId xmlns:a16="http://schemas.microsoft.com/office/drawing/2014/main" id="{C61E2E2D-ED5D-45C7-8A20-39C90C6FAC68}"/>
              </a:ext>
            </a:extLst>
          </p:cNvPr>
          <p:cNvSpPr>
            <a:spLocks noGrp="1"/>
          </p:cNvSpPr>
          <p:nvPr/>
        </p:nvSpPr>
        <p:spPr>
          <a:xfrm>
            <a:off x="7664745" y="1385457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5209_1">
            <a:extLst>
              <a:ext uri="{FF2B5EF4-FFF2-40B4-BE49-F238E27FC236}">
                <a16:creationId xmlns:a16="http://schemas.microsoft.com/office/drawing/2014/main" id="{A7235C4B-2926-421B-B002-1D620B59DF29}"/>
              </a:ext>
            </a:extLst>
          </p:cNvPr>
          <p:cNvSpPr>
            <a:spLocks noGrp="1"/>
          </p:cNvSpPr>
          <p:nvPr/>
        </p:nvSpPr>
        <p:spPr>
          <a:xfrm>
            <a:off x="7969102" y="1385457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5210_1">
            <a:extLst>
              <a:ext uri="{FF2B5EF4-FFF2-40B4-BE49-F238E27FC236}">
                <a16:creationId xmlns:a16="http://schemas.microsoft.com/office/drawing/2014/main" id="{9D048BB3-4250-4D2E-955D-BC0E754A9B39}"/>
              </a:ext>
            </a:extLst>
          </p:cNvPr>
          <p:cNvSpPr>
            <a:spLocks noGrp="1"/>
          </p:cNvSpPr>
          <p:nvPr/>
        </p:nvSpPr>
        <p:spPr>
          <a:xfrm>
            <a:off x="8273460" y="1385457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5212_1">
            <a:extLst>
              <a:ext uri="{FF2B5EF4-FFF2-40B4-BE49-F238E27FC236}">
                <a16:creationId xmlns:a16="http://schemas.microsoft.com/office/drawing/2014/main" id="{0D59940C-4E5B-4260-B605-9997A930F3FF}"/>
              </a:ext>
            </a:extLst>
          </p:cNvPr>
          <p:cNvSpPr>
            <a:spLocks noGrp="1"/>
          </p:cNvSpPr>
          <p:nvPr/>
        </p:nvSpPr>
        <p:spPr>
          <a:xfrm>
            <a:off x="7360388" y="2385489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5213_1">
            <a:extLst>
              <a:ext uri="{FF2B5EF4-FFF2-40B4-BE49-F238E27FC236}">
                <a16:creationId xmlns:a16="http://schemas.microsoft.com/office/drawing/2014/main" id="{FEB846B8-EE38-4CDC-9C10-AB5D3281BCEC}"/>
              </a:ext>
            </a:extLst>
          </p:cNvPr>
          <p:cNvSpPr>
            <a:spLocks noGrp="1"/>
          </p:cNvSpPr>
          <p:nvPr/>
        </p:nvSpPr>
        <p:spPr>
          <a:xfrm>
            <a:off x="7664745" y="2385489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5214_1">
            <a:extLst>
              <a:ext uri="{FF2B5EF4-FFF2-40B4-BE49-F238E27FC236}">
                <a16:creationId xmlns:a16="http://schemas.microsoft.com/office/drawing/2014/main" id="{136C0FC4-5314-4069-B5B3-D59632F2BD73}"/>
              </a:ext>
            </a:extLst>
          </p:cNvPr>
          <p:cNvSpPr>
            <a:spLocks noGrp="1"/>
          </p:cNvSpPr>
          <p:nvPr/>
        </p:nvSpPr>
        <p:spPr>
          <a:xfrm>
            <a:off x="7969102" y="2385489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5215_1">
            <a:extLst>
              <a:ext uri="{FF2B5EF4-FFF2-40B4-BE49-F238E27FC236}">
                <a16:creationId xmlns:a16="http://schemas.microsoft.com/office/drawing/2014/main" id="{86C2EB7D-0225-40C9-8C61-B74FBDFF5963}"/>
              </a:ext>
            </a:extLst>
          </p:cNvPr>
          <p:cNvSpPr>
            <a:spLocks noGrp="1"/>
          </p:cNvSpPr>
          <p:nvPr/>
        </p:nvSpPr>
        <p:spPr>
          <a:xfrm>
            <a:off x="8273460" y="2385489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5216_1">
            <a:extLst>
              <a:ext uri="{FF2B5EF4-FFF2-40B4-BE49-F238E27FC236}">
                <a16:creationId xmlns:a16="http://schemas.microsoft.com/office/drawing/2014/main" id="{C7CC7FBD-6B18-4D23-9B25-2EAF192F7A58}"/>
              </a:ext>
            </a:extLst>
          </p:cNvPr>
          <p:cNvSpPr>
            <a:spLocks noGrp="1"/>
          </p:cNvSpPr>
          <p:nvPr/>
        </p:nvSpPr>
        <p:spPr>
          <a:xfrm>
            <a:off x="7360388" y="2689846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5217_1">
            <a:extLst>
              <a:ext uri="{FF2B5EF4-FFF2-40B4-BE49-F238E27FC236}">
                <a16:creationId xmlns:a16="http://schemas.microsoft.com/office/drawing/2014/main" id="{9647BC45-0A47-4B31-AFBF-3DCA87C058AD}"/>
              </a:ext>
            </a:extLst>
          </p:cNvPr>
          <p:cNvSpPr>
            <a:spLocks noGrp="1"/>
          </p:cNvSpPr>
          <p:nvPr/>
        </p:nvSpPr>
        <p:spPr>
          <a:xfrm>
            <a:off x="7664745" y="2689846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5218_1">
            <a:extLst>
              <a:ext uri="{FF2B5EF4-FFF2-40B4-BE49-F238E27FC236}">
                <a16:creationId xmlns:a16="http://schemas.microsoft.com/office/drawing/2014/main" id="{18F7E648-05FD-4A03-AC0E-5D7D854F3BE3}"/>
              </a:ext>
            </a:extLst>
          </p:cNvPr>
          <p:cNvSpPr>
            <a:spLocks noGrp="1"/>
          </p:cNvSpPr>
          <p:nvPr/>
        </p:nvSpPr>
        <p:spPr>
          <a:xfrm>
            <a:off x="7969102" y="2689846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5219_1">
            <a:extLst>
              <a:ext uri="{FF2B5EF4-FFF2-40B4-BE49-F238E27FC236}">
                <a16:creationId xmlns:a16="http://schemas.microsoft.com/office/drawing/2014/main" id="{99307808-6719-41AB-AE19-7C5F4FC1B773}"/>
              </a:ext>
            </a:extLst>
          </p:cNvPr>
          <p:cNvSpPr>
            <a:spLocks noGrp="1"/>
          </p:cNvSpPr>
          <p:nvPr/>
        </p:nvSpPr>
        <p:spPr>
          <a:xfrm>
            <a:off x="8273460" y="2689846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5220_1">
            <a:extLst>
              <a:ext uri="{FF2B5EF4-FFF2-40B4-BE49-F238E27FC236}">
                <a16:creationId xmlns:a16="http://schemas.microsoft.com/office/drawing/2014/main" id="{400F7CDF-46B6-4004-AFC0-AEAFEFE2DF70}"/>
              </a:ext>
            </a:extLst>
          </p:cNvPr>
          <p:cNvSpPr>
            <a:spLocks noGrp="1"/>
          </p:cNvSpPr>
          <p:nvPr/>
        </p:nvSpPr>
        <p:spPr>
          <a:xfrm>
            <a:off x="7360388" y="2994204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5221_1">
            <a:extLst>
              <a:ext uri="{FF2B5EF4-FFF2-40B4-BE49-F238E27FC236}">
                <a16:creationId xmlns:a16="http://schemas.microsoft.com/office/drawing/2014/main" id="{E32EC9A9-C86D-48C1-963E-4207B96E5FAD}"/>
              </a:ext>
            </a:extLst>
          </p:cNvPr>
          <p:cNvSpPr>
            <a:spLocks noGrp="1"/>
          </p:cNvSpPr>
          <p:nvPr/>
        </p:nvSpPr>
        <p:spPr>
          <a:xfrm>
            <a:off x="7664745" y="2994204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5222_1">
            <a:extLst>
              <a:ext uri="{FF2B5EF4-FFF2-40B4-BE49-F238E27FC236}">
                <a16:creationId xmlns:a16="http://schemas.microsoft.com/office/drawing/2014/main" id="{C98A7F38-0926-4185-B782-12CA856CA76F}"/>
              </a:ext>
            </a:extLst>
          </p:cNvPr>
          <p:cNvSpPr>
            <a:spLocks noGrp="1"/>
          </p:cNvSpPr>
          <p:nvPr/>
        </p:nvSpPr>
        <p:spPr>
          <a:xfrm>
            <a:off x="7969102" y="2994204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5223_1">
            <a:extLst>
              <a:ext uri="{FF2B5EF4-FFF2-40B4-BE49-F238E27FC236}">
                <a16:creationId xmlns:a16="http://schemas.microsoft.com/office/drawing/2014/main" id="{A62DB411-6484-4F1F-80E5-73895FDDF80C}"/>
              </a:ext>
            </a:extLst>
          </p:cNvPr>
          <p:cNvSpPr>
            <a:spLocks noGrp="1"/>
          </p:cNvSpPr>
          <p:nvPr/>
        </p:nvSpPr>
        <p:spPr>
          <a:xfrm>
            <a:off x="8273460" y="2994204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5224_1">
            <a:extLst>
              <a:ext uri="{FF2B5EF4-FFF2-40B4-BE49-F238E27FC236}">
                <a16:creationId xmlns:a16="http://schemas.microsoft.com/office/drawing/2014/main" id="{5343715B-8015-45DE-9A43-D075DBAC13D0}"/>
              </a:ext>
            </a:extLst>
          </p:cNvPr>
          <p:cNvSpPr>
            <a:spLocks noGrp="1"/>
          </p:cNvSpPr>
          <p:nvPr/>
        </p:nvSpPr>
        <p:spPr>
          <a:xfrm>
            <a:off x="7360388" y="3298561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5225_1">
            <a:extLst>
              <a:ext uri="{FF2B5EF4-FFF2-40B4-BE49-F238E27FC236}">
                <a16:creationId xmlns:a16="http://schemas.microsoft.com/office/drawing/2014/main" id="{796ED336-94AB-44BC-B5D6-288D10528E93}"/>
              </a:ext>
            </a:extLst>
          </p:cNvPr>
          <p:cNvSpPr>
            <a:spLocks noGrp="1"/>
          </p:cNvSpPr>
          <p:nvPr/>
        </p:nvSpPr>
        <p:spPr>
          <a:xfrm>
            <a:off x="7664745" y="3298561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5226_1">
            <a:extLst>
              <a:ext uri="{FF2B5EF4-FFF2-40B4-BE49-F238E27FC236}">
                <a16:creationId xmlns:a16="http://schemas.microsoft.com/office/drawing/2014/main" id="{D0011D16-7A0F-4E1E-BA60-10E40F1AAECF}"/>
              </a:ext>
            </a:extLst>
          </p:cNvPr>
          <p:cNvSpPr>
            <a:spLocks noGrp="1"/>
          </p:cNvSpPr>
          <p:nvPr/>
        </p:nvSpPr>
        <p:spPr>
          <a:xfrm>
            <a:off x="7969102" y="3298561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5227_1">
            <a:extLst>
              <a:ext uri="{FF2B5EF4-FFF2-40B4-BE49-F238E27FC236}">
                <a16:creationId xmlns:a16="http://schemas.microsoft.com/office/drawing/2014/main" id="{65B0E1BA-661D-42B0-8CEA-E1629F7A46D4}"/>
              </a:ext>
            </a:extLst>
          </p:cNvPr>
          <p:cNvSpPr>
            <a:spLocks noGrp="1"/>
          </p:cNvSpPr>
          <p:nvPr/>
        </p:nvSpPr>
        <p:spPr>
          <a:xfrm>
            <a:off x="8273460" y="3298561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5229_1">
            <a:extLst>
              <a:ext uri="{FF2B5EF4-FFF2-40B4-BE49-F238E27FC236}">
                <a16:creationId xmlns:a16="http://schemas.microsoft.com/office/drawing/2014/main" id="{90D8C6BA-CDC8-49C0-B39B-124F844C057E}"/>
              </a:ext>
            </a:extLst>
          </p:cNvPr>
          <p:cNvSpPr>
            <a:spLocks noGrp="1"/>
          </p:cNvSpPr>
          <p:nvPr/>
        </p:nvSpPr>
        <p:spPr>
          <a:xfrm>
            <a:off x="7360388" y="4298593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5230_1">
            <a:extLst>
              <a:ext uri="{FF2B5EF4-FFF2-40B4-BE49-F238E27FC236}">
                <a16:creationId xmlns:a16="http://schemas.microsoft.com/office/drawing/2014/main" id="{6471BE69-D434-4799-8271-697B1A13BB8C}"/>
              </a:ext>
            </a:extLst>
          </p:cNvPr>
          <p:cNvSpPr>
            <a:spLocks noGrp="1"/>
          </p:cNvSpPr>
          <p:nvPr/>
        </p:nvSpPr>
        <p:spPr>
          <a:xfrm>
            <a:off x="7664745" y="4298593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5231_1">
            <a:extLst>
              <a:ext uri="{FF2B5EF4-FFF2-40B4-BE49-F238E27FC236}">
                <a16:creationId xmlns:a16="http://schemas.microsoft.com/office/drawing/2014/main" id="{4CFE8C3B-9A40-480D-91A1-299466D124FE}"/>
              </a:ext>
            </a:extLst>
          </p:cNvPr>
          <p:cNvSpPr>
            <a:spLocks noGrp="1"/>
          </p:cNvSpPr>
          <p:nvPr/>
        </p:nvSpPr>
        <p:spPr>
          <a:xfrm>
            <a:off x="7969102" y="4298593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5232_1">
            <a:extLst>
              <a:ext uri="{FF2B5EF4-FFF2-40B4-BE49-F238E27FC236}">
                <a16:creationId xmlns:a16="http://schemas.microsoft.com/office/drawing/2014/main" id="{43E6231C-D0BF-4A3D-8BBA-DC394C3F8152}"/>
              </a:ext>
            </a:extLst>
          </p:cNvPr>
          <p:cNvSpPr>
            <a:spLocks noGrp="1"/>
          </p:cNvSpPr>
          <p:nvPr/>
        </p:nvSpPr>
        <p:spPr>
          <a:xfrm>
            <a:off x="8273460" y="4298593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5233_1">
            <a:extLst>
              <a:ext uri="{FF2B5EF4-FFF2-40B4-BE49-F238E27FC236}">
                <a16:creationId xmlns:a16="http://schemas.microsoft.com/office/drawing/2014/main" id="{C064EBC7-C0D1-46CA-90E2-DCE31825EAF3}"/>
              </a:ext>
            </a:extLst>
          </p:cNvPr>
          <p:cNvSpPr>
            <a:spLocks noGrp="1"/>
          </p:cNvSpPr>
          <p:nvPr/>
        </p:nvSpPr>
        <p:spPr>
          <a:xfrm>
            <a:off x="7360388" y="4602950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5234_1">
            <a:extLst>
              <a:ext uri="{FF2B5EF4-FFF2-40B4-BE49-F238E27FC236}">
                <a16:creationId xmlns:a16="http://schemas.microsoft.com/office/drawing/2014/main" id="{63BCE616-4F7A-42A8-B64C-5A193F64E545}"/>
              </a:ext>
            </a:extLst>
          </p:cNvPr>
          <p:cNvSpPr>
            <a:spLocks noGrp="1"/>
          </p:cNvSpPr>
          <p:nvPr/>
        </p:nvSpPr>
        <p:spPr>
          <a:xfrm>
            <a:off x="7664745" y="4602950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5235_1">
            <a:extLst>
              <a:ext uri="{FF2B5EF4-FFF2-40B4-BE49-F238E27FC236}">
                <a16:creationId xmlns:a16="http://schemas.microsoft.com/office/drawing/2014/main" id="{43586843-14EE-4855-8DB5-B59ECE9B9494}"/>
              </a:ext>
            </a:extLst>
          </p:cNvPr>
          <p:cNvSpPr>
            <a:spLocks noGrp="1"/>
          </p:cNvSpPr>
          <p:nvPr/>
        </p:nvSpPr>
        <p:spPr>
          <a:xfrm>
            <a:off x="7969102" y="4602950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5236_1">
            <a:extLst>
              <a:ext uri="{FF2B5EF4-FFF2-40B4-BE49-F238E27FC236}">
                <a16:creationId xmlns:a16="http://schemas.microsoft.com/office/drawing/2014/main" id="{5C2E6673-1099-4A01-963F-303CD3F86B0D}"/>
              </a:ext>
            </a:extLst>
          </p:cNvPr>
          <p:cNvSpPr>
            <a:spLocks noGrp="1"/>
          </p:cNvSpPr>
          <p:nvPr/>
        </p:nvSpPr>
        <p:spPr>
          <a:xfrm>
            <a:off x="8273460" y="4602950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5237_1">
            <a:extLst>
              <a:ext uri="{FF2B5EF4-FFF2-40B4-BE49-F238E27FC236}">
                <a16:creationId xmlns:a16="http://schemas.microsoft.com/office/drawing/2014/main" id="{7BCB1BB4-3681-4E78-B5A4-D5604F2CCDA6}"/>
              </a:ext>
            </a:extLst>
          </p:cNvPr>
          <p:cNvSpPr>
            <a:spLocks noGrp="1"/>
          </p:cNvSpPr>
          <p:nvPr/>
        </p:nvSpPr>
        <p:spPr>
          <a:xfrm>
            <a:off x="7360388" y="4907307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5238_1">
            <a:extLst>
              <a:ext uri="{FF2B5EF4-FFF2-40B4-BE49-F238E27FC236}">
                <a16:creationId xmlns:a16="http://schemas.microsoft.com/office/drawing/2014/main" id="{0893D7A3-0A4B-40C0-BD5E-6553D1B90F99}"/>
              </a:ext>
            </a:extLst>
          </p:cNvPr>
          <p:cNvSpPr>
            <a:spLocks noGrp="1"/>
          </p:cNvSpPr>
          <p:nvPr/>
        </p:nvSpPr>
        <p:spPr>
          <a:xfrm>
            <a:off x="7664745" y="4907307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5239_1">
            <a:extLst>
              <a:ext uri="{FF2B5EF4-FFF2-40B4-BE49-F238E27FC236}">
                <a16:creationId xmlns:a16="http://schemas.microsoft.com/office/drawing/2014/main" id="{C6652D36-EBD9-4F48-975D-B5BE34E88B93}"/>
              </a:ext>
            </a:extLst>
          </p:cNvPr>
          <p:cNvSpPr>
            <a:spLocks noGrp="1"/>
          </p:cNvSpPr>
          <p:nvPr/>
        </p:nvSpPr>
        <p:spPr>
          <a:xfrm>
            <a:off x="7969102" y="4907307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5240_1">
            <a:extLst>
              <a:ext uri="{FF2B5EF4-FFF2-40B4-BE49-F238E27FC236}">
                <a16:creationId xmlns:a16="http://schemas.microsoft.com/office/drawing/2014/main" id="{3CFFAC67-9702-4070-8A63-7AFDAB2318A0}"/>
              </a:ext>
            </a:extLst>
          </p:cNvPr>
          <p:cNvSpPr>
            <a:spLocks noGrp="1"/>
          </p:cNvSpPr>
          <p:nvPr/>
        </p:nvSpPr>
        <p:spPr>
          <a:xfrm>
            <a:off x="8273460" y="4907307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5241_1">
            <a:extLst>
              <a:ext uri="{FF2B5EF4-FFF2-40B4-BE49-F238E27FC236}">
                <a16:creationId xmlns:a16="http://schemas.microsoft.com/office/drawing/2014/main" id="{ECCFF9DF-B892-4096-8E12-140F43B70073}"/>
              </a:ext>
            </a:extLst>
          </p:cNvPr>
          <p:cNvSpPr>
            <a:spLocks noGrp="1"/>
          </p:cNvSpPr>
          <p:nvPr/>
        </p:nvSpPr>
        <p:spPr>
          <a:xfrm>
            <a:off x="7360388" y="5211665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5242_1">
            <a:extLst>
              <a:ext uri="{FF2B5EF4-FFF2-40B4-BE49-F238E27FC236}">
                <a16:creationId xmlns:a16="http://schemas.microsoft.com/office/drawing/2014/main" id="{5C70A87E-16BE-4B1D-9E1E-1A587F533984}"/>
              </a:ext>
            </a:extLst>
          </p:cNvPr>
          <p:cNvSpPr>
            <a:spLocks noGrp="1"/>
          </p:cNvSpPr>
          <p:nvPr/>
        </p:nvSpPr>
        <p:spPr>
          <a:xfrm>
            <a:off x="7664745" y="5211665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5243_1">
            <a:extLst>
              <a:ext uri="{FF2B5EF4-FFF2-40B4-BE49-F238E27FC236}">
                <a16:creationId xmlns:a16="http://schemas.microsoft.com/office/drawing/2014/main" id="{4268B74D-D4BE-4714-913A-91F179BA4D76}"/>
              </a:ext>
            </a:extLst>
          </p:cNvPr>
          <p:cNvSpPr>
            <a:spLocks noGrp="1"/>
          </p:cNvSpPr>
          <p:nvPr/>
        </p:nvSpPr>
        <p:spPr>
          <a:xfrm>
            <a:off x="7969102" y="5211665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5244_1">
            <a:extLst>
              <a:ext uri="{FF2B5EF4-FFF2-40B4-BE49-F238E27FC236}">
                <a16:creationId xmlns:a16="http://schemas.microsoft.com/office/drawing/2014/main" id="{73DF615F-1A98-4B39-B093-0785C2698A98}"/>
              </a:ext>
            </a:extLst>
          </p:cNvPr>
          <p:cNvSpPr>
            <a:spLocks noGrp="1"/>
          </p:cNvSpPr>
          <p:nvPr/>
        </p:nvSpPr>
        <p:spPr>
          <a:xfrm>
            <a:off x="8273460" y="5211665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5326_1">
            <a:extLst>
              <a:ext uri="{FF2B5EF4-FFF2-40B4-BE49-F238E27FC236}">
                <a16:creationId xmlns:a16="http://schemas.microsoft.com/office/drawing/2014/main" id="{803ABD7A-6D20-40FC-A49F-5D2CBD4B9A01}"/>
              </a:ext>
            </a:extLst>
          </p:cNvPr>
          <p:cNvSpPr>
            <a:spLocks noGrp="1"/>
          </p:cNvSpPr>
          <p:nvPr/>
        </p:nvSpPr>
        <p:spPr>
          <a:xfrm>
            <a:off x="10143084" y="2385489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o5327_1">
            <a:extLst>
              <a:ext uri="{FF2B5EF4-FFF2-40B4-BE49-F238E27FC236}">
                <a16:creationId xmlns:a16="http://schemas.microsoft.com/office/drawing/2014/main" id="{810C4094-BA4D-44AA-9EE6-A7384321B544}"/>
              </a:ext>
            </a:extLst>
          </p:cNvPr>
          <p:cNvSpPr>
            <a:spLocks noGrp="1"/>
          </p:cNvSpPr>
          <p:nvPr/>
        </p:nvSpPr>
        <p:spPr>
          <a:xfrm>
            <a:off x="10447441" y="2385489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4" name="anim_o5328_1">
            <a:extLst>
              <a:ext uri="{FF2B5EF4-FFF2-40B4-BE49-F238E27FC236}">
                <a16:creationId xmlns:a16="http://schemas.microsoft.com/office/drawing/2014/main" id="{10C12065-3C71-4E78-8F17-6182D0BD98BA}"/>
              </a:ext>
            </a:extLst>
          </p:cNvPr>
          <p:cNvSpPr>
            <a:spLocks noGrp="1"/>
          </p:cNvSpPr>
          <p:nvPr/>
        </p:nvSpPr>
        <p:spPr>
          <a:xfrm>
            <a:off x="10751799" y="2385489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5" name="anim_o5329_1">
            <a:extLst>
              <a:ext uri="{FF2B5EF4-FFF2-40B4-BE49-F238E27FC236}">
                <a16:creationId xmlns:a16="http://schemas.microsoft.com/office/drawing/2014/main" id="{993EEA98-1A74-4E9D-A294-0C3B6F1F1C8C}"/>
              </a:ext>
            </a:extLst>
          </p:cNvPr>
          <p:cNvSpPr>
            <a:spLocks noGrp="1"/>
          </p:cNvSpPr>
          <p:nvPr/>
        </p:nvSpPr>
        <p:spPr>
          <a:xfrm>
            <a:off x="11056156" y="2385489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6" name="anim_o5330_1">
            <a:extLst>
              <a:ext uri="{FF2B5EF4-FFF2-40B4-BE49-F238E27FC236}">
                <a16:creationId xmlns:a16="http://schemas.microsoft.com/office/drawing/2014/main" id="{A50E4320-D6E8-45EF-ABD8-9585DC1F4028}"/>
              </a:ext>
            </a:extLst>
          </p:cNvPr>
          <p:cNvSpPr>
            <a:spLocks noGrp="1"/>
          </p:cNvSpPr>
          <p:nvPr/>
        </p:nvSpPr>
        <p:spPr>
          <a:xfrm>
            <a:off x="10143084" y="2689846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7" name="anim_o5331_1">
            <a:extLst>
              <a:ext uri="{FF2B5EF4-FFF2-40B4-BE49-F238E27FC236}">
                <a16:creationId xmlns:a16="http://schemas.microsoft.com/office/drawing/2014/main" id="{62E694F8-88CC-440E-AC60-C204BF0389C5}"/>
              </a:ext>
            </a:extLst>
          </p:cNvPr>
          <p:cNvSpPr>
            <a:spLocks noGrp="1"/>
          </p:cNvSpPr>
          <p:nvPr/>
        </p:nvSpPr>
        <p:spPr>
          <a:xfrm>
            <a:off x="10447441" y="2689846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" name="anim_o5332_1">
            <a:extLst>
              <a:ext uri="{FF2B5EF4-FFF2-40B4-BE49-F238E27FC236}">
                <a16:creationId xmlns:a16="http://schemas.microsoft.com/office/drawing/2014/main" id="{B79D63A2-3711-4C37-B7F9-86461B5FCE41}"/>
              </a:ext>
            </a:extLst>
          </p:cNvPr>
          <p:cNvSpPr>
            <a:spLocks noGrp="1"/>
          </p:cNvSpPr>
          <p:nvPr/>
        </p:nvSpPr>
        <p:spPr>
          <a:xfrm>
            <a:off x="10751799" y="2689846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o5333_1">
            <a:extLst>
              <a:ext uri="{FF2B5EF4-FFF2-40B4-BE49-F238E27FC236}">
                <a16:creationId xmlns:a16="http://schemas.microsoft.com/office/drawing/2014/main" id="{C8BBF546-157D-4CCB-A434-779BBFE84D49}"/>
              </a:ext>
            </a:extLst>
          </p:cNvPr>
          <p:cNvSpPr>
            <a:spLocks noGrp="1"/>
          </p:cNvSpPr>
          <p:nvPr/>
        </p:nvSpPr>
        <p:spPr>
          <a:xfrm>
            <a:off x="11056156" y="2689846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0" name="anim_o5334_1">
            <a:extLst>
              <a:ext uri="{FF2B5EF4-FFF2-40B4-BE49-F238E27FC236}">
                <a16:creationId xmlns:a16="http://schemas.microsoft.com/office/drawing/2014/main" id="{A459048D-06DF-4B8D-B614-B70A9B37B1C0}"/>
              </a:ext>
            </a:extLst>
          </p:cNvPr>
          <p:cNvSpPr>
            <a:spLocks noGrp="1"/>
          </p:cNvSpPr>
          <p:nvPr/>
        </p:nvSpPr>
        <p:spPr>
          <a:xfrm>
            <a:off x="10143084" y="2994204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" name="anim_o5335_1">
            <a:extLst>
              <a:ext uri="{FF2B5EF4-FFF2-40B4-BE49-F238E27FC236}">
                <a16:creationId xmlns:a16="http://schemas.microsoft.com/office/drawing/2014/main" id="{23A97E84-6D2F-4388-B8FD-0D340AD9A2AE}"/>
              </a:ext>
            </a:extLst>
          </p:cNvPr>
          <p:cNvSpPr>
            <a:spLocks noGrp="1"/>
          </p:cNvSpPr>
          <p:nvPr/>
        </p:nvSpPr>
        <p:spPr>
          <a:xfrm>
            <a:off x="10447441" y="2994204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2" name="anim_o5336_1">
            <a:extLst>
              <a:ext uri="{FF2B5EF4-FFF2-40B4-BE49-F238E27FC236}">
                <a16:creationId xmlns:a16="http://schemas.microsoft.com/office/drawing/2014/main" id="{A45B6C15-9E51-4738-BD86-1213DC94608E}"/>
              </a:ext>
            </a:extLst>
          </p:cNvPr>
          <p:cNvSpPr>
            <a:spLocks noGrp="1"/>
          </p:cNvSpPr>
          <p:nvPr/>
        </p:nvSpPr>
        <p:spPr>
          <a:xfrm>
            <a:off x="10751799" y="2994204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3" name="anim_o5337_1">
            <a:extLst>
              <a:ext uri="{FF2B5EF4-FFF2-40B4-BE49-F238E27FC236}">
                <a16:creationId xmlns:a16="http://schemas.microsoft.com/office/drawing/2014/main" id="{0F7A8CF6-9335-4B40-A5C9-DDB500F0E493}"/>
              </a:ext>
            </a:extLst>
          </p:cNvPr>
          <p:cNvSpPr>
            <a:spLocks noGrp="1"/>
          </p:cNvSpPr>
          <p:nvPr/>
        </p:nvSpPr>
        <p:spPr>
          <a:xfrm>
            <a:off x="11056156" y="2994204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4" name="anim_o5338_1">
            <a:extLst>
              <a:ext uri="{FF2B5EF4-FFF2-40B4-BE49-F238E27FC236}">
                <a16:creationId xmlns:a16="http://schemas.microsoft.com/office/drawing/2014/main" id="{42107F71-31B8-4CF9-ADFE-0ECF5E3CFA14}"/>
              </a:ext>
            </a:extLst>
          </p:cNvPr>
          <p:cNvSpPr>
            <a:spLocks noGrp="1"/>
          </p:cNvSpPr>
          <p:nvPr/>
        </p:nvSpPr>
        <p:spPr>
          <a:xfrm>
            <a:off x="10143084" y="3298561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5" name="anim_o5339_1">
            <a:extLst>
              <a:ext uri="{FF2B5EF4-FFF2-40B4-BE49-F238E27FC236}">
                <a16:creationId xmlns:a16="http://schemas.microsoft.com/office/drawing/2014/main" id="{B547E8B8-BD69-4FC0-97EF-29B5DBCFE525}"/>
              </a:ext>
            </a:extLst>
          </p:cNvPr>
          <p:cNvSpPr>
            <a:spLocks noGrp="1"/>
          </p:cNvSpPr>
          <p:nvPr/>
        </p:nvSpPr>
        <p:spPr>
          <a:xfrm>
            <a:off x="10447441" y="3298561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6" name="anim_o5340_1">
            <a:extLst>
              <a:ext uri="{FF2B5EF4-FFF2-40B4-BE49-F238E27FC236}">
                <a16:creationId xmlns:a16="http://schemas.microsoft.com/office/drawing/2014/main" id="{705811F3-242E-41A5-BF28-B4D24EA0AB32}"/>
              </a:ext>
            </a:extLst>
          </p:cNvPr>
          <p:cNvSpPr>
            <a:spLocks noGrp="1"/>
          </p:cNvSpPr>
          <p:nvPr/>
        </p:nvSpPr>
        <p:spPr>
          <a:xfrm>
            <a:off x="10751799" y="3298561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7" name="anim_o5341_1">
            <a:extLst>
              <a:ext uri="{FF2B5EF4-FFF2-40B4-BE49-F238E27FC236}">
                <a16:creationId xmlns:a16="http://schemas.microsoft.com/office/drawing/2014/main" id="{FC1390CA-C77C-4202-98B9-73409342ED5D}"/>
              </a:ext>
            </a:extLst>
          </p:cNvPr>
          <p:cNvSpPr>
            <a:spLocks noGrp="1"/>
          </p:cNvSpPr>
          <p:nvPr/>
        </p:nvSpPr>
        <p:spPr>
          <a:xfrm>
            <a:off x="11056156" y="3298561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8" name="anim_to5070_0_1">
            <a:extLst>
              <a:ext uri="{FF2B5EF4-FFF2-40B4-BE49-F238E27FC236}">
                <a16:creationId xmlns:a16="http://schemas.microsoft.com/office/drawing/2014/main" id="{BFDD9998-E2FB-45E9-8903-A957BDA80C7B}"/>
              </a:ext>
            </a:extLst>
          </p:cNvPr>
          <p:cNvSpPr>
            <a:spLocks noGrp="1"/>
          </p:cNvSpPr>
          <p:nvPr/>
        </p:nvSpPr>
        <p:spPr>
          <a:xfrm>
            <a:off x="1385463" y="1117058"/>
            <a:ext cx="1012033" cy="44269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78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78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78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Input</a:t>
            </a:r>
          </a:p>
        </p:txBody>
      </p:sp>
      <p:sp>
        <p:nvSpPr>
          <p:cNvPr id="69" name="anim_to5191_0_1">
            <a:extLst>
              <a:ext uri="{FF2B5EF4-FFF2-40B4-BE49-F238E27FC236}">
                <a16:creationId xmlns:a16="http://schemas.microsoft.com/office/drawing/2014/main" id="{BEF6A119-7948-4B8A-A996-9D84B5696C30}"/>
              </a:ext>
            </a:extLst>
          </p:cNvPr>
          <p:cNvSpPr>
            <a:spLocks noGrp="1"/>
          </p:cNvSpPr>
          <p:nvPr/>
        </p:nvSpPr>
        <p:spPr>
          <a:xfrm>
            <a:off x="3347113" y="2727784"/>
            <a:ext cx="219265" cy="53283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356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356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356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*</a:t>
            </a:r>
          </a:p>
        </p:txBody>
      </p:sp>
      <p:sp>
        <p:nvSpPr>
          <p:cNvPr id="70" name="anim_to5170_0_1">
            <a:extLst>
              <a:ext uri="{FF2B5EF4-FFF2-40B4-BE49-F238E27FC236}">
                <a16:creationId xmlns:a16="http://schemas.microsoft.com/office/drawing/2014/main" id="{EB5200EF-BEB5-434D-A8F9-0A87F9DF397F}"/>
              </a:ext>
            </a:extLst>
          </p:cNvPr>
          <p:cNvSpPr>
            <a:spLocks noGrp="1"/>
          </p:cNvSpPr>
          <p:nvPr/>
        </p:nvSpPr>
        <p:spPr>
          <a:xfrm>
            <a:off x="3707960" y="831502"/>
            <a:ext cx="237648" cy="46623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37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37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2937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71" name="anim_to5173_0_1">
            <a:extLst>
              <a:ext uri="{FF2B5EF4-FFF2-40B4-BE49-F238E27FC236}">
                <a16:creationId xmlns:a16="http://schemas.microsoft.com/office/drawing/2014/main" id="{D84C3763-14CD-43EF-850E-3845A94BCA1D}"/>
              </a:ext>
            </a:extLst>
          </p:cNvPr>
          <p:cNvSpPr>
            <a:spLocks noGrp="1"/>
          </p:cNvSpPr>
          <p:nvPr/>
        </p:nvSpPr>
        <p:spPr>
          <a:xfrm>
            <a:off x="3907508" y="989182"/>
            <a:ext cx="172655" cy="30305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90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90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190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72" name="anim_to5177_0_1">
            <a:extLst>
              <a:ext uri="{FF2B5EF4-FFF2-40B4-BE49-F238E27FC236}">
                <a16:creationId xmlns:a16="http://schemas.microsoft.com/office/drawing/2014/main" id="{D8340989-4325-498F-89A5-D1795D03FA14}"/>
              </a:ext>
            </a:extLst>
          </p:cNvPr>
          <p:cNvSpPr>
            <a:spLocks noGrp="1"/>
          </p:cNvSpPr>
          <p:nvPr/>
        </p:nvSpPr>
        <p:spPr>
          <a:xfrm>
            <a:off x="3707960" y="2744605"/>
            <a:ext cx="237648" cy="46623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37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37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pPr>
            <a:r>
              <a:rPr sz="2937" b="0">
                <a:solidFill>
                  <a:srgbClr val="FF862F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73" name="anim_to5180_0_1">
            <a:extLst>
              <a:ext uri="{FF2B5EF4-FFF2-40B4-BE49-F238E27FC236}">
                <a16:creationId xmlns:a16="http://schemas.microsoft.com/office/drawing/2014/main" id="{2E8B992D-1493-4CD9-844F-2AE22C92870F}"/>
              </a:ext>
            </a:extLst>
          </p:cNvPr>
          <p:cNvSpPr>
            <a:spLocks noGrp="1"/>
          </p:cNvSpPr>
          <p:nvPr/>
        </p:nvSpPr>
        <p:spPr>
          <a:xfrm>
            <a:off x="3907508" y="2902286"/>
            <a:ext cx="172655" cy="30305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909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909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pPr>
            <a:r>
              <a:rPr sz="1909" b="0">
                <a:solidFill>
                  <a:srgbClr val="FF862F"/>
                </a:solidFill>
                <a:latin typeface="Cambria Math"/>
                <a:ea typeface="Cambria Math"/>
                <a:cs typeface="Cambria Math"/>
              </a:rPr>
              <a:t>2</a:t>
            </a:r>
          </a:p>
        </p:txBody>
      </p:sp>
      <p:sp>
        <p:nvSpPr>
          <p:cNvPr id="74" name="anim_to5184_0_1">
            <a:extLst>
              <a:ext uri="{FF2B5EF4-FFF2-40B4-BE49-F238E27FC236}">
                <a16:creationId xmlns:a16="http://schemas.microsoft.com/office/drawing/2014/main" id="{9967EB8B-74E8-48CF-9F8A-FD7C879CC3A2}"/>
              </a:ext>
            </a:extLst>
          </p:cNvPr>
          <p:cNvSpPr>
            <a:spLocks noGrp="1"/>
          </p:cNvSpPr>
          <p:nvPr/>
        </p:nvSpPr>
        <p:spPr>
          <a:xfrm>
            <a:off x="3707960" y="4657406"/>
            <a:ext cx="237648" cy="46623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37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37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pPr>
            <a:r>
              <a:rPr sz="2937" b="0">
                <a:solidFill>
                  <a:srgbClr val="9A72AC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75" name="anim_to5187_0_1">
            <a:extLst>
              <a:ext uri="{FF2B5EF4-FFF2-40B4-BE49-F238E27FC236}">
                <a16:creationId xmlns:a16="http://schemas.microsoft.com/office/drawing/2014/main" id="{CFA289E3-071B-4510-AF43-2E6938B49C85}"/>
              </a:ext>
            </a:extLst>
          </p:cNvPr>
          <p:cNvSpPr>
            <a:spLocks noGrp="1"/>
          </p:cNvSpPr>
          <p:nvPr/>
        </p:nvSpPr>
        <p:spPr>
          <a:xfrm>
            <a:off x="3907508" y="4815086"/>
            <a:ext cx="172655" cy="30305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909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909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pPr>
            <a:r>
              <a:rPr sz="1909" b="0">
                <a:solidFill>
                  <a:srgbClr val="9A72AC"/>
                </a:solidFill>
                <a:latin typeface="Cambria Math"/>
                <a:ea typeface="Cambria Math"/>
                <a:cs typeface="Cambria Math"/>
              </a:rPr>
              <a:t>3</a:t>
            </a:r>
          </a:p>
        </p:txBody>
      </p:sp>
      <p:sp>
        <p:nvSpPr>
          <p:cNvPr id="76" name="anim_to5252_0_1">
            <a:extLst>
              <a:ext uri="{FF2B5EF4-FFF2-40B4-BE49-F238E27FC236}">
                <a16:creationId xmlns:a16="http://schemas.microsoft.com/office/drawing/2014/main" id="{3F87B527-EC69-4051-97F2-F57A71593534}"/>
              </a:ext>
            </a:extLst>
          </p:cNvPr>
          <p:cNvSpPr>
            <a:spLocks noGrp="1"/>
          </p:cNvSpPr>
          <p:nvPr/>
        </p:nvSpPr>
        <p:spPr>
          <a:xfrm>
            <a:off x="8698731" y="903487"/>
            <a:ext cx="251235" cy="35522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77" name="anim_to5271_0_1">
            <a:extLst>
              <a:ext uri="{FF2B5EF4-FFF2-40B4-BE49-F238E27FC236}">
                <a16:creationId xmlns:a16="http://schemas.microsoft.com/office/drawing/2014/main" id="{3CE2A338-0F17-4028-9ECF-D61B1A6DB2D8}"/>
              </a:ext>
            </a:extLst>
          </p:cNvPr>
          <p:cNvSpPr>
            <a:spLocks noGrp="1"/>
          </p:cNvSpPr>
          <p:nvPr/>
        </p:nvSpPr>
        <p:spPr>
          <a:xfrm>
            <a:off x="8698731" y="2816591"/>
            <a:ext cx="251235" cy="35522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78" name="anim_to5290_0_1">
            <a:extLst>
              <a:ext uri="{FF2B5EF4-FFF2-40B4-BE49-F238E27FC236}">
                <a16:creationId xmlns:a16="http://schemas.microsoft.com/office/drawing/2014/main" id="{F64CA6CC-EA42-4E2A-9F59-4EA22714073B}"/>
              </a:ext>
            </a:extLst>
          </p:cNvPr>
          <p:cNvSpPr>
            <a:spLocks noGrp="1"/>
          </p:cNvSpPr>
          <p:nvPr/>
        </p:nvSpPr>
        <p:spPr>
          <a:xfrm>
            <a:off x="8698731" y="4729695"/>
            <a:ext cx="251235" cy="35522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79" name="anim_to5256_0_1">
            <a:extLst>
              <a:ext uri="{FF2B5EF4-FFF2-40B4-BE49-F238E27FC236}">
                <a16:creationId xmlns:a16="http://schemas.microsoft.com/office/drawing/2014/main" id="{5C091EC0-05F8-4197-84CF-697689E64164}"/>
              </a:ext>
            </a:extLst>
          </p:cNvPr>
          <p:cNvSpPr>
            <a:spLocks noGrp="1"/>
          </p:cNvSpPr>
          <p:nvPr/>
        </p:nvSpPr>
        <p:spPr>
          <a:xfrm>
            <a:off x="8998826" y="893416"/>
            <a:ext cx="194399" cy="35522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38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38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2238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b</a:t>
            </a:r>
          </a:p>
        </p:txBody>
      </p:sp>
      <p:sp>
        <p:nvSpPr>
          <p:cNvPr id="80" name="anim_to5259_0_1">
            <a:extLst>
              <a:ext uri="{FF2B5EF4-FFF2-40B4-BE49-F238E27FC236}">
                <a16:creationId xmlns:a16="http://schemas.microsoft.com/office/drawing/2014/main" id="{551C922E-04F3-4206-9F3E-C9BDBC4ADB9F}"/>
              </a:ext>
            </a:extLst>
          </p:cNvPr>
          <p:cNvSpPr>
            <a:spLocks noGrp="1"/>
          </p:cNvSpPr>
          <p:nvPr/>
        </p:nvSpPr>
        <p:spPr>
          <a:xfrm>
            <a:off x="9155125" y="1013554"/>
            <a:ext cx="140618" cy="23089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454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454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1454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81" name="anim_to5275_0_1">
            <a:extLst>
              <a:ext uri="{FF2B5EF4-FFF2-40B4-BE49-F238E27FC236}">
                <a16:creationId xmlns:a16="http://schemas.microsoft.com/office/drawing/2014/main" id="{B50DB9F2-2BBB-476E-962D-50F707288DAE}"/>
              </a:ext>
            </a:extLst>
          </p:cNvPr>
          <p:cNvSpPr>
            <a:spLocks noGrp="1"/>
          </p:cNvSpPr>
          <p:nvPr/>
        </p:nvSpPr>
        <p:spPr>
          <a:xfrm>
            <a:off x="8998826" y="2806520"/>
            <a:ext cx="194399" cy="35522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38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38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pPr>
            <a:r>
              <a:rPr sz="2238" b="0">
                <a:solidFill>
                  <a:srgbClr val="FF862F"/>
                </a:solidFill>
                <a:latin typeface="Cambria Math"/>
                <a:ea typeface="Cambria Math"/>
                <a:cs typeface="Cambria Math"/>
              </a:rPr>
              <a:t>b</a:t>
            </a:r>
          </a:p>
        </p:txBody>
      </p:sp>
      <p:sp>
        <p:nvSpPr>
          <p:cNvPr id="82" name="anim_to5278_0_1">
            <a:extLst>
              <a:ext uri="{FF2B5EF4-FFF2-40B4-BE49-F238E27FC236}">
                <a16:creationId xmlns:a16="http://schemas.microsoft.com/office/drawing/2014/main" id="{26E70F98-8840-421E-BAB6-50FC9EB4B3EC}"/>
              </a:ext>
            </a:extLst>
          </p:cNvPr>
          <p:cNvSpPr>
            <a:spLocks noGrp="1"/>
          </p:cNvSpPr>
          <p:nvPr/>
        </p:nvSpPr>
        <p:spPr>
          <a:xfrm>
            <a:off x="9155125" y="2926658"/>
            <a:ext cx="140618" cy="23089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454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454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pPr>
            <a:r>
              <a:rPr sz="1454" b="0">
                <a:solidFill>
                  <a:srgbClr val="FF862F"/>
                </a:solidFill>
                <a:latin typeface="Cambria Math"/>
                <a:ea typeface="Cambria Math"/>
                <a:cs typeface="Cambria Math"/>
              </a:rPr>
              <a:t>2</a:t>
            </a:r>
          </a:p>
        </p:txBody>
      </p:sp>
      <p:sp>
        <p:nvSpPr>
          <p:cNvPr id="83" name="anim_to5294_0_1">
            <a:extLst>
              <a:ext uri="{FF2B5EF4-FFF2-40B4-BE49-F238E27FC236}">
                <a16:creationId xmlns:a16="http://schemas.microsoft.com/office/drawing/2014/main" id="{36D758ED-78C0-4BBD-9EF4-349E58B86CC1}"/>
              </a:ext>
            </a:extLst>
          </p:cNvPr>
          <p:cNvSpPr>
            <a:spLocks noGrp="1"/>
          </p:cNvSpPr>
          <p:nvPr/>
        </p:nvSpPr>
        <p:spPr>
          <a:xfrm>
            <a:off x="8998826" y="4719393"/>
            <a:ext cx="194399" cy="35522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38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38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pPr>
            <a:r>
              <a:rPr sz="2238" b="0">
                <a:solidFill>
                  <a:srgbClr val="9A72AC"/>
                </a:solidFill>
                <a:latin typeface="Cambria Math"/>
                <a:ea typeface="Cambria Math"/>
                <a:cs typeface="Cambria Math"/>
              </a:rPr>
              <a:t>b</a:t>
            </a:r>
          </a:p>
        </p:txBody>
      </p:sp>
      <p:sp>
        <p:nvSpPr>
          <p:cNvPr id="84" name="anim_to5297_0_1">
            <a:extLst>
              <a:ext uri="{FF2B5EF4-FFF2-40B4-BE49-F238E27FC236}">
                <a16:creationId xmlns:a16="http://schemas.microsoft.com/office/drawing/2014/main" id="{7103F60B-13E6-4230-8BF0-8C7593C7B9BB}"/>
              </a:ext>
            </a:extLst>
          </p:cNvPr>
          <p:cNvSpPr>
            <a:spLocks noGrp="1"/>
          </p:cNvSpPr>
          <p:nvPr/>
        </p:nvSpPr>
        <p:spPr>
          <a:xfrm>
            <a:off x="9155125" y="4839530"/>
            <a:ext cx="140618" cy="23089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454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454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pPr>
            <a:r>
              <a:rPr sz="1454" b="0">
                <a:solidFill>
                  <a:srgbClr val="9A72AC"/>
                </a:solidFill>
                <a:latin typeface="Cambria Math"/>
                <a:ea typeface="Cambria Math"/>
                <a:cs typeface="Cambria Math"/>
              </a:rPr>
              <a:t>3</a:t>
            </a:r>
          </a:p>
        </p:txBody>
      </p:sp>
      <p:sp>
        <p:nvSpPr>
          <p:cNvPr id="85" name="anim_to5245_0_1">
            <a:extLst>
              <a:ext uri="{FF2B5EF4-FFF2-40B4-BE49-F238E27FC236}">
                <a16:creationId xmlns:a16="http://schemas.microsoft.com/office/drawing/2014/main" id="{66CD781F-7C59-4730-933E-9C8CD43FD92A}"/>
              </a:ext>
            </a:extLst>
          </p:cNvPr>
          <p:cNvSpPr>
            <a:spLocks noGrp="1"/>
          </p:cNvSpPr>
          <p:nvPr/>
        </p:nvSpPr>
        <p:spPr>
          <a:xfrm>
            <a:off x="6321409" y="876778"/>
            <a:ext cx="937115" cy="4086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574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ReLU(</a:t>
            </a:r>
          </a:p>
        </p:txBody>
      </p:sp>
      <p:sp>
        <p:nvSpPr>
          <p:cNvPr id="86" name="anim_to5262_0_1">
            <a:extLst>
              <a:ext uri="{FF2B5EF4-FFF2-40B4-BE49-F238E27FC236}">
                <a16:creationId xmlns:a16="http://schemas.microsoft.com/office/drawing/2014/main" id="{4F7D1191-F1D3-4A59-BBC2-FFF4CD6C633E}"/>
              </a:ext>
            </a:extLst>
          </p:cNvPr>
          <p:cNvSpPr>
            <a:spLocks noGrp="1"/>
          </p:cNvSpPr>
          <p:nvPr/>
        </p:nvSpPr>
        <p:spPr>
          <a:xfrm>
            <a:off x="9344603" y="876778"/>
            <a:ext cx="217903" cy="4086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574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)</a:t>
            </a:r>
          </a:p>
        </p:txBody>
      </p:sp>
      <p:sp>
        <p:nvSpPr>
          <p:cNvPr id="87" name="anim_to5264_0_1">
            <a:extLst>
              <a:ext uri="{FF2B5EF4-FFF2-40B4-BE49-F238E27FC236}">
                <a16:creationId xmlns:a16="http://schemas.microsoft.com/office/drawing/2014/main" id="{C9DBAF98-992A-450D-8010-8EBE035C3F5D}"/>
              </a:ext>
            </a:extLst>
          </p:cNvPr>
          <p:cNvSpPr>
            <a:spLocks noGrp="1"/>
          </p:cNvSpPr>
          <p:nvPr/>
        </p:nvSpPr>
        <p:spPr>
          <a:xfrm>
            <a:off x="6321409" y="2789882"/>
            <a:ext cx="937115" cy="4086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574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ReLU(</a:t>
            </a:r>
          </a:p>
        </p:txBody>
      </p:sp>
      <p:sp>
        <p:nvSpPr>
          <p:cNvPr id="88" name="anim_to5281_0_1">
            <a:extLst>
              <a:ext uri="{FF2B5EF4-FFF2-40B4-BE49-F238E27FC236}">
                <a16:creationId xmlns:a16="http://schemas.microsoft.com/office/drawing/2014/main" id="{F7882820-8B20-4504-BCA3-4CBC376F122A}"/>
              </a:ext>
            </a:extLst>
          </p:cNvPr>
          <p:cNvSpPr>
            <a:spLocks noGrp="1"/>
          </p:cNvSpPr>
          <p:nvPr/>
        </p:nvSpPr>
        <p:spPr>
          <a:xfrm>
            <a:off x="9344603" y="2789882"/>
            <a:ext cx="217903" cy="4086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574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)</a:t>
            </a:r>
          </a:p>
        </p:txBody>
      </p:sp>
      <p:sp>
        <p:nvSpPr>
          <p:cNvPr id="89" name="anim_to5283_0_1">
            <a:extLst>
              <a:ext uri="{FF2B5EF4-FFF2-40B4-BE49-F238E27FC236}">
                <a16:creationId xmlns:a16="http://schemas.microsoft.com/office/drawing/2014/main" id="{2BF5DDC3-44BB-47D9-9C49-45F58CD0D0B8}"/>
              </a:ext>
            </a:extLst>
          </p:cNvPr>
          <p:cNvSpPr>
            <a:spLocks noGrp="1"/>
          </p:cNvSpPr>
          <p:nvPr/>
        </p:nvSpPr>
        <p:spPr>
          <a:xfrm>
            <a:off x="6321409" y="4702986"/>
            <a:ext cx="937115" cy="4086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574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ReLU(</a:t>
            </a:r>
          </a:p>
        </p:txBody>
      </p:sp>
      <p:sp>
        <p:nvSpPr>
          <p:cNvPr id="90" name="anim_to5300_0_1">
            <a:extLst>
              <a:ext uri="{FF2B5EF4-FFF2-40B4-BE49-F238E27FC236}">
                <a16:creationId xmlns:a16="http://schemas.microsoft.com/office/drawing/2014/main" id="{A128CA42-B27A-46E3-8464-AE9141C40646}"/>
              </a:ext>
            </a:extLst>
          </p:cNvPr>
          <p:cNvSpPr>
            <a:spLocks noGrp="1"/>
          </p:cNvSpPr>
          <p:nvPr/>
        </p:nvSpPr>
        <p:spPr>
          <a:xfrm>
            <a:off x="9344603" y="4702986"/>
            <a:ext cx="217903" cy="4086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574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)</a:t>
            </a:r>
          </a:p>
        </p:txBody>
      </p:sp>
      <p:sp>
        <p:nvSpPr>
          <p:cNvPr id="91" name="anim_to5364_0_1">
            <a:extLst>
              <a:ext uri="{FF2B5EF4-FFF2-40B4-BE49-F238E27FC236}">
                <a16:creationId xmlns:a16="http://schemas.microsoft.com/office/drawing/2014/main" id="{0FD7B1D3-13DC-49AD-81C2-5D565F9A0E99}"/>
              </a:ext>
            </a:extLst>
          </p:cNvPr>
          <p:cNvSpPr>
            <a:spLocks noGrp="1"/>
          </p:cNvSpPr>
          <p:nvPr/>
        </p:nvSpPr>
        <p:spPr>
          <a:xfrm>
            <a:off x="9802675" y="2794389"/>
            <a:ext cx="277877" cy="39962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17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517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517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92" name="anim_to5403_0_1">
            <a:extLst>
              <a:ext uri="{FF2B5EF4-FFF2-40B4-BE49-F238E27FC236}">
                <a16:creationId xmlns:a16="http://schemas.microsoft.com/office/drawing/2014/main" id="{74E64492-FCC1-4737-93EA-01AE8556D9A6}"/>
              </a:ext>
            </a:extLst>
          </p:cNvPr>
          <p:cNvSpPr>
            <a:spLocks noGrp="1"/>
          </p:cNvSpPr>
          <p:nvPr/>
        </p:nvSpPr>
        <p:spPr>
          <a:xfrm>
            <a:off x="966604" y="4243387"/>
            <a:ext cx="1849751" cy="8234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187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187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5187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6x6x3</a:t>
            </a:r>
          </a:p>
        </p:txBody>
      </p:sp>
      <p:sp>
        <p:nvSpPr>
          <p:cNvPr id="93" name="anim_to5409_0_1">
            <a:extLst>
              <a:ext uri="{FF2B5EF4-FFF2-40B4-BE49-F238E27FC236}">
                <a16:creationId xmlns:a16="http://schemas.microsoft.com/office/drawing/2014/main" id="{53CEEB1D-7711-4393-A855-245B10DFBDE2}"/>
              </a:ext>
            </a:extLst>
          </p:cNvPr>
          <p:cNvSpPr>
            <a:spLocks noGrp="1"/>
          </p:cNvSpPr>
          <p:nvPr/>
        </p:nvSpPr>
        <p:spPr>
          <a:xfrm>
            <a:off x="4191343" y="5782302"/>
            <a:ext cx="1487421" cy="65878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150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150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4150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3x3x3</a:t>
            </a:r>
          </a:p>
        </p:txBody>
      </p:sp>
      <p:sp>
        <p:nvSpPr>
          <p:cNvPr id="94" name="anim_to5415_0_1">
            <a:extLst>
              <a:ext uri="{FF2B5EF4-FFF2-40B4-BE49-F238E27FC236}">
                <a16:creationId xmlns:a16="http://schemas.microsoft.com/office/drawing/2014/main" id="{736B6993-0065-475C-93DA-0ACA0915F80E}"/>
              </a:ext>
            </a:extLst>
          </p:cNvPr>
          <p:cNvSpPr>
            <a:spLocks noGrp="1"/>
          </p:cNvSpPr>
          <p:nvPr/>
        </p:nvSpPr>
        <p:spPr>
          <a:xfrm>
            <a:off x="7234917" y="5774660"/>
            <a:ext cx="1487421" cy="65878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150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150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4150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4x4x1</a:t>
            </a:r>
          </a:p>
        </p:txBody>
      </p:sp>
      <p:sp>
        <p:nvSpPr>
          <p:cNvPr id="95" name="anim_to5421_0_1">
            <a:extLst>
              <a:ext uri="{FF2B5EF4-FFF2-40B4-BE49-F238E27FC236}">
                <a16:creationId xmlns:a16="http://schemas.microsoft.com/office/drawing/2014/main" id="{2F1DEDC1-8C7F-40CE-A643-4FA0CA578A92}"/>
              </a:ext>
            </a:extLst>
          </p:cNvPr>
          <p:cNvSpPr>
            <a:spLocks noGrp="1"/>
          </p:cNvSpPr>
          <p:nvPr/>
        </p:nvSpPr>
        <p:spPr>
          <a:xfrm>
            <a:off x="10121964" y="3760499"/>
            <a:ext cx="1487421" cy="65878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150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150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4150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4x4x3</a:t>
            </a:r>
          </a:p>
        </p:txBody>
      </p:sp>
      <p:sp>
        <p:nvSpPr>
          <p:cNvPr id="96" name="anim_o5033_1">
            <a:extLst>
              <a:ext uri="{FF2B5EF4-FFF2-40B4-BE49-F238E27FC236}">
                <a16:creationId xmlns:a16="http://schemas.microsoft.com/office/drawing/2014/main" id="{666875B0-AB04-4901-A678-BFCD67A6A16C}"/>
              </a:ext>
            </a:extLst>
          </p:cNvPr>
          <p:cNvSpPr>
            <a:spLocks noGrp="1"/>
          </p:cNvSpPr>
          <p:nvPr/>
        </p:nvSpPr>
        <p:spPr>
          <a:xfrm>
            <a:off x="812355" y="2237658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7" name="anim_o5034_1">
            <a:extLst>
              <a:ext uri="{FF2B5EF4-FFF2-40B4-BE49-F238E27FC236}">
                <a16:creationId xmlns:a16="http://schemas.microsoft.com/office/drawing/2014/main" id="{A145C73C-B794-4A20-B32A-4721AF173639}"/>
              </a:ext>
            </a:extLst>
          </p:cNvPr>
          <p:cNvSpPr>
            <a:spLocks noGrp="1"/>
          </p:cNvSpPr>
          <p:nvPr/>
        </p:nvSpPr>
        <p:spPr>
          <a:xfrm>
            <a:off x="1116713" y="2237658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8" name="anim_o5035_1">
            <a:extLst>
              <a:ext uri="{FF2B5EF4-FFF2-40B4-BE49-F238E27FC236}">
                <a16:creationId xmlns:a16="http://schemas.microsoft.com/office/drawing/2014/main" id="{75991634-7DD2-4147-89EE-28ABC23F1D5B}"/>
              </a:ext>
            </a:extLst>
          </p:cNvPr>
          <p:cNvSpPr>
            <a:spLocks noGrp="1"/>
          </p:cNvSpPr>
          <p:nvPr/>
        </p:nvSpPr>
        <p:spPr>
          <a:xfrm>
            <a:off x="1421070" y="2237658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9" name="anim_o5036_1">
            <a:extLst>
              <a:ext uri="{FF2B5EF4-FFF2-40B4-BE49-F238E27FC236}">
                <a16:creationId xmlns:a16="http://schemas.microsoft.com/office/drawing/2014/main" id="{7E91C3E4-C992-4830-AE50-2A9AFC6CCE3B}"/>
              </a:ext>
            </a:extLst>
          </p:cNvPr>
          <p:cNvSpPr>
            <a:spLocks noGrp="1"/>
          </p:cNvSpPr>
          <p:nvPr/>
        </p:nvSpPr>
        <p:spPr>
          <a:xfrm>
            <a:off x="1725428" y="2237658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0" name="anim_o5037_1">
            <a:extLst>
              <a:ext uri="{FF2B5EF4-FFF2-40B4-BE49-F238E27FC236}">
                <a16:creationId xmlns:a16="http://schemas.microsoft.com/office/drawing/2014/main" id="{799CFBE1-007C-4A87-8E9B-7A350D5AFE9D}"/>
              </a:ext>
            </a:extLst>
          </p:cNvPr>
          <p:cNvSpPr>
            <a:spLocks noGrp="1"/>
          </p:cNvSpPr>
          <p:nvPr/>
        </p:nvSpPr>
        <p:spPr>
          <a:xfrm>
            <a:off x="2029785" y="2237658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1" name="anim_o5038_1">
            <a:extLst>
              <a:ext uri="{FF2B5EF4-FFF2-40B4-BE49-F238E27FC236}">
                <a16:creationId xmlns:a16="http://schemas.microsoft.com/office/drawing/2014/main" id="{CA5FA3AC-FDD1-4BC0-A552-A8843EF885B3}"/>
              </a:ext>
            </a:extLst>
          </p:cNvPr>
          <p:cNvSpPr>
            <a:spLocks noGrp="1"/>
          </p:cNvSpPr>
          <p:nvPr/>
        </p:nvSpPr>
        <p:spPr>
          <a:xfrm>
            <a:off x="2334142" y="2237658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2" name="anim_o5039_1">
            <a:extLst>
              <a:ext uri="{FF2B5EF4-FFF2-40B4-BE49-F238E27FC236}">
                <a16:creationId xmlns:a16="http://schemas.microsoft.com/office/drawing/2014/main" id="{51C7E331-3AA7-4B32-95D9-91FA6F206A8D}"/>
              </a:ext>
            </a:extLst>
          </p:cNvPr>
          <p:cNvSpPr>
            <a:spLocks noGrp="1"/>
          </p:cNvSpPr>
          <p:nvPr/>
        </p:nvSpPr>
        <p:spPr>
          <a:xfrm>
            <a:off x="812355" y="2542016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3" name="anim_o5040_1">
            <a:extLst>
              <a:ext uri="{FF2B5EF4-FFF2-40B4-BE49-F238E27FC236}">
                <a16:creationId xmlns:a16="http://schemas.microsoft.com/office/drawing/2014/main" id="{D2BAB0B6-374F-4738-ABA4-1D10B880A6FC}"/>
              </a:ext>
            </a:extLst>
          </p:cNvPr>
          <p:cNvSpPr>
            <a:spLocks noGrp="1"/>
          </p:cNvSpPr>
          <p:nvPr/>
        </p:nvSpPr>
        <p:spPr>
          <a:xfrm>
            <a:off x="1116713" y="2542016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4" name="anim_o5041_1">
            <a:extLst>
              <a:ext uri="{FF2B5EF4-FFF2-40B4-BE49-F238E27FC236}">
                <a16:creationId xmlns:a16="http://schemas.microsoft.com/office/drawing/2014/main" id="{673E6CA2-E112-4B4C-B215-366CFEE749EB}"/>
              </a:ext>
            </a:extLst>
          </p:cNvPr>
          <p:cNvSpPr>
            <a:spLocks noGrp="1"/>
          </p:cNvSpPr>
          <p:nvPr/>
        </p:nvSpPr>
        <p:spPr>
          <a:xfrm>
            <a:off x="1421070" y="2542016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5" name="anim_o5042_1">
            <a:extLst>
              <a:ext uri="{FF2B5EF4-FFF2-40B4-BE49-F238E27FC236}">
                <a16:creationId xmlns:a16="http://schemas.microsoft.com/office/drawing/2014/main" id="{193F7D8D-57AA-40A2-A256-8FF7080F5064}"/>
              </a:ext>
            </a:extLst>
          </p:cNvPr>
          <p:cNvSpPr>
            <a:spLocks noGrp="1"/>
          </p:cNvSpPr>
          <p:nvPr/>
        </p:nvSpPr>
        <p:spPr>
          <a:xfrm>
            <a:off x="1725428" y="2542016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6" name="anim_o5043_1">
            <a:extLst>
              <a:ext uri="{FF2B5EF4-FFF2-40B4-BE49-F238E27FC236}">
                <a16:creationId xmlns:a16="http://schemas.microsoft.com/office/drawing/2014/main" id="{5FA29305-0261-4BBA-A761-AD69EF7126B7}"/>
              </a:ext>
            </a:extLst>
          </p:cNvPr>
          <p:cNvSpPr>
            <a:spLocks noGrp="1"/>
          </p:cNvSpPr>
          <p:nvPr/>
        </p:nvSpPr>
        <p:spPr>
          <a:xfrm>
            <a:off x="2029785" y="2542016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7" name="anim_o5044_1">
            <a:extLst>
              <a:ext uri="{FF2B5EF4-FFF2-40B4-BE49-F238E27FC236}">
                <a16:creationId xmlns:a16="http://schemas.microsoft.com/office/drawing/2014/main" id="{A56B8D36-0C36-4595-8335-E6792BEEF217}"/>
              </a:ext>
            </a:extLst>
          </p:cNvPr>
          <p:cNvSpPr>
            <a:spLocks noGrp="1"/>
          </p:cNvSpPr>
          <p:nvPr/>
        </p:nvSpPr>
        <p:spPr>
          <a:xfrm>
            <a:off x="2334142" y="2542016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8" name="anim_o5045_1">
            <a:extLst>
              <a:ext uri="{FF2B5EF4-FFF2-40B4-BE49-F238E27FC236}">
                <a16:creationId xmlns:a16="http://schemas.microsoft.com/office/drawing/2014/main" id="{23D3A97A-9071-40FC-A3F2-4335EA9564A7}"/>
              </a:ext>
            </a:extLst>
          </p:cNvPr>
          <p:cNvSpPr>
            <a:spLocks noGrp="1"/>
          </p:cNvSpPr>
          <p:nvPr/>
        </p:nvSpPr>
        <p:spPr>
          <a:xfrm>
            <a:off x="812355" y="2846373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9" name="anim_o5046_1">
            <a:extLst>
              <a:ext uri="{FF2B5EF4-FFF2-40B4-BE49-F238E27FC236}">
                <a16:creationId xmlns:a16="http://schemas.microsoft.com/office/drawing/2014/main" id="{F41E08BE-7648-4F02-AB1F-1B84CB71E262}"/>
              </a:ext>
            </a:extLst>
          </p:cNvPr>
          <p:cNvSpPr>
            <a:spLocks noGrp="1"/>
          </p:cNvSpPr>
          <p:nvPr/>
        </p:nvSpPr>
        <p:spPr>
          <a:xfrm>
            <a:off x="1116713" y="2846373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0" name="anim_o5047_1">
            <a:extLst>
              <a:ext uri="{FF2B5EF4-FFF2-40B4-BE49-F238E27FC236}">
                <a16:creationId xmlns:a16="http://schemas.microsoft.com/office/drawing/2014/main" id="{914C2895-0344-4760-BE2D-0F93FD2A0E6B}"/>
              </a:ext>
            </a:extLst>
          </p:cNvPr>
          <p:cNvSpPr>
            <a:spLocks noGrp="1"/>
          </p:cNvSpPr>
          <p:nvPr/>
        </p:nvSpPr>
        <p:spPr>
          <a:xfrm>
            <a:off x="1421070" y="2846373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1" name="anim_o5048_1">
            <a:extLst>
              <a:ext uri="{FF2B5EF4-FFF2-40B4-BE49-F238E27FC236}">
                <a16:creationId xmlns:a16="http://schemas.microsoft.com/office/drawing/2014/main" id="{0F3F5399-F8B2-4EA8-B158-CF4F37342D0B}"/>
              </a:ext>
            </a:extLst>
          </p:cNvPr>
          <p:cNvSpPr>
            <a:spLocks noGrp="1"/>
          </p:cNvSpPr>
          <p:nvPr/>
        </p:nvSpPr>
        <p:spPr>
          <a:xfrm>
            <a:off x="1725428" y="2846373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2" name="anim_o5049_1">
            <a:extLst>
              <a:ext uri="{FF2B5EF4-FFF2-40B4-BE49-F238E27FC236}">
                <a16:creationId xmlns:a16="http://schemas.microsoft.com/office/drawing/2014/main" id="{B37C5462-17D5-4A83-9CB9-0CF8C832A2C7}"/>
              </a:ext>
            </a:extLst>
          </p:cNvPr>
          <p:cNvSpPr>
            <a:spLocks noGrp="1"/>
          </p:cNvSpPr>
          <p:nvPr/>
        </p:nvSpPr>
        <p:spPr>
          <a:xfrm>
            <a:off x="2029785" y="2846373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3" name="anim_o5050_1">
            <a:extLst>
              <a:ext uri="{FF2B5EF4-FFF2-40B4-BE49-F238E27FC236}">
                <a16:creationId xmlns:a16="http://schemas.microsoft.com/office/drawing/2014/main" id="{CB100597-4113-45C6-9C17-F29D92DC4BF2}"/>
              </a:ext>
            </a:extLst>
          </p:cNvPr>
          <p:cNvSpPr>
            <a:spLocks noGrp="1"/>
          </p:cNvSpPr>
          <p:nvPr/>
        </p:nvSpPr>
        <p:spPr>
          <a:xfrm>
            <a:off x="2334142" y="2846373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4" name="anim_o5051_1">
            <a:extLst>
              <a:ext uri="{FF2B5EF4-FFF2-40B4-BE49-F238E27FC236}">
                <a16:creationId xmlns:a16="http://schemas.microsoft.com/office/drawing/2014/main" id="{3330ADA9-7300-4033-8F44-AB6C007D759C}"/>
              </a:ext>
            </a:extLst>
          </p:cNvPr>
          <p:cNvSpPr>
            <a:spLocks noGrp="1"/>
          </p:cNvSpPr>
          <p:nvPr/>
        </p:nvSpPr>
        <p:spPr>
          <a:xfrm>
            <a:off x="812355" y="3150730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5" name="anim_o5052_1">
            <a:extLst>
              <a:ext uri="{FF2B5EF4-FFF2-40B4-BE49-F238E27FC236}">
                <a16:creationId xmlns:a16="http://schemas.microsoft.com/office/drawing/2014/main" id="{9935CE70-E045-4239-8EC8-58A8421AE57E}"/>
              </a:ext>
            </a:extLst>
          </p:cNvPr>
          <p:cNvSpPr>
            <a:spLocks noGrp="1"/>
          </p:cNvSpPr>
          <p:nvPr/>
        </p:nvSpPr>
        <p:spPr>
          <a:xfrm>
            <a:off x="1116713" y="3150730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6" name="anim_o5053_1">
            <a:extLst>
              <a:ext uri="{FF2B5EF4-FFF2-40B4-BE49-F238E27FC236}">
                <a16:creationId xmlns:a16="http://schemas.microsoft.com/office/drawing/2014/main" id="{02D1CDD1-654A-4E1A-A5AD-BBF94538E2F9}"/>
              </a:ext>
            </a:extLst>
          </p:cNvPr>
          <p:cNvSpPr>
            <a:spLocks noGrp="1"/>
          </p:cNvSpPr>
          <p:nvPr/>
        </p:nvSpPr>
        <p:spPr>
          <a:xfrm>
            <a:off x="1421070" y="3150730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7" name="anim_o5054_1">
            <a:extLst>
              <a:ext uri="{FF2B5EF4-FFF2-40B4-BE49-F238E27FC236}">
                <a16:creationId xmlns:a16="http://schemas.microsoft.com/office/drawing/2014/main" id="{DB369BB0-5816-4B61-B07B-C48092D674BD}"/>
              </a:ext>
            </a:extLst>
          </p:cNvPr>
          <p:cNvSpPr>
            <a:spLocks noGrp="1"/>
          </p:cNvSpPr>
          <p:nvPr/>
        </p:nvSpPr>
        <p:spPr>
          <a:xfrm>
            <a:off x="1725428" y="3150730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8" name="anim_o5055_1">
            <a:extLst>
              <a:ext uri="{FF2B5EF4-FFF2-40B4-BE49-F238E27FC236}">
                <a16:creationId xmlns:a16="http://schemas.microsoft.com/office/drawing/2014/main" id="{F1D204CD-0293-4900-88CF-DE98D803284D}"/>
              </a:ext>
            </a:extLst>
          </p:cNvPr>
          <p:cNvSpPr>
            <a:spLocks noGrp="1"/>
          </p:cNvSpPr>
          <p:nvPr/>
        </p:nvSpPr>
        <p:spPr>
          <a:xfrm>
            <a:off x="2029785" y="3150730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9" name="anim_o5056_1">
            <a:extLst>
              <a:ext uri="{FF2B5EF4-FFF2-40B4-BE49-F238E27FC236}">
                <a16:creationId xmlns:a16="http://schemas.microsoft.com/office/drawing/2014/main" id="{EAAAF415-D2F7-4625-8E48-0F9A5304109C}"/>
              </a:ext>
            </a:extLst>
          </p:cNvPr>
          <p:cNvSpPr>
            <a:spLocks noGrp="1"/>
          </p:cNvSpPr>
          <p:nvPr/>
        </p:nvSpPr>
        <p:spPr>
          <a:xfrm>
            <a:off x="2334142" y="3150730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0" name="anim_o5057_1">
            <a:extLst>
              <a:ext uri="{FF2B5EF4-FFF2-40B4-BE49-F238E27FC236}">
                <a16:creationId xmlns:a16="http://schemas.microsoft.com/office/drawing/2014/main" id="{5B725AF6-B4F8-4344-A059-7D1204740DAE}"/>
              </a:ext>
            </a:extLst>
          </p:cNvPr>
          <p:cNvSpPr>
            <a:spLocks noGrp="1"/>
          </p:cNvSpPr>
          <p:nvPr/>
        </p:nvSpPr>
        <p:spPr>
          <a:xfrm>
            <a:off x="812355" y="3455088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1" name="anim_o5058_1">
            <a:extLst>
              <a:ext uri="{FF2B5EF4-FFF2-40B4-BE49-F238E27FC236}">
                <a16:creationId xmlns:a16="http://schemas.microsoft.com/office/drawing/2014/main" id="{1781E6C4-0F16-46BE-A486-EEFA4046CA19}"/>
              </a:ext>
            </a:extLst>
          </p:cNvPr>
          <p:cNvSpPr>
            <a:spLocks noGrp="1"/>
          </p:cNvSpPr>
          <p:nvPr/>
        </p:nvSpPr>
        <p:spPr>
          <a:xfrm>
            <a:off x="1116713" y="3455088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2" name="anim_o5059_1">
            <a:extLst>
              <a:ext uri="{FF2B5EF4-FFF2-40B4-BE49-F238E27FC236}">
                <a16:creationId xmlns:a16="http://schemas.microsoft.com/office/drawing/2014/main" id="{860DA747-0469-4756-9445-3F0B2220BE7F}"/>
              </a:ext>
            </a:extLst>
          </p:cNvPr>
          <p:cNvSpPr>
            <a:spLocks noGrp="1"/>
          </p:cNvSpPr>
          <p:nvPr/>
        </p:nvSpPr>
        <p:spPr>
          <a:xfrm>
            <a:off x="1421070" y="3455088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3" name="anim_o5060_1">
            <a:extLst>
              <a:ext uri="{FF2B5EF4-FFF2-40B4-BE49-F238E27FC236}">
                <a16:creationId xmlns:a16="http://schemas.microsoft.com/office/drawing/2014/main" id="{67E0A1B8-C8F4-4DB0-80B5-CFCD6F5AC6E2}"/>
              </a:ext>
            </a:extLst>
          </p:cNvPr>
          <p:cNvSpPr>
            <a:spLocks noGrp="1"/>
          </p:cNvSpPr>
          <p:nvPr/>
        </p:nvSpPr>
        <p:spPr>
          <a:xfrm>
            <a:off x="1725428" y="3455088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4" name="anim_o5061_1">
            <a:extLst>
              <a:ext uri="{FF2B5EF4-FFF2-40B4-BE49-F238E27FC236}">
                <a16:creationId xmlns:a16="http://schemas.microsoft.com/office/drawing/2014/main" id="{83EA5E8E-1A93-4A66-9E44-C23418E2F596}"/>
              </a:ext>
            </a:extLst>
          </p:cNvPr>
          <p:cNvSpPr>
            <a:spLocks noGrp="1"/>
          </p:cNvSpPr>
          <p:nvPr/>
        </p:nvSpPr>
        <p:spPr>
          <a:xfrm>
            <a:off x="2029785" y="3455088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5" name="anim_o5062_1">
            <a:extLst>
              <a:ext uri="{FF2B5EF4-FFF2-40B4-BE49-F238E27FC236}">
                <a16:creationId xmlns:a16="http://schemas.microsoft.com/office/drawing/2014/main" id="{ED0A71C9-B49B-4DAA-8519-B7554F906F07}"/>
              </a:ext>
            </a:extLst>
          </p:cNvPr>
          <p:cNvSpPr>
            <a:spLocks noGrp="1"/>
          </p:cNvSpPr>
          <p:nvPr/>
        </p:nvSpPr>
        <p:spPr>
          <a:xfrm>
            <a:off x="2334142" y="3455088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6" name="anim_o5063_1">
            <a:extLst>
              <a:ext uri="{FF2B5EF4-FFF2-40B4-BE49-F238E27FC236}">
                <a16:creationId xmlns:a16="http://schemas.microsoft.com/office/drawing/2014/main" id="{268D8C13-967E-42ED-95FF-4B427658BCBC}"/>
              </a:ext>
            </a:extLst>
          </p:cNvPr>
          <p:cNvSpPr>
            <a:spLocks noGrp="1"/>
          </p:cNvSpPr>
          <p:nvPr/>
        </p:nvSpPr>
        <p:spPr>
          <a:xfrm>
            <a:off x="812355" y="3759445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7" name="anim_o5064_1">
            <a:extLst>
              <a:ext uri="{FF2B5EF4-FFF2-40B4-BE49-F238E27FC236}">
                <a16:creationId xmlns:a16="http://schemas.microsoft.com/office/drawing/2014/main" id="{519D0B73-7BED-4964-B106-CACD3AAA7EEF}"/>
              </a:ext>
            </a:extLst>
          </p:cNvPr>
          <p:cNvSpPr>
            <a:spLocks noGrp="1"/>
          </p:cNvSpPr>
          <p:nvPr/>
        </p:nvSpPr>
        <p:spPr>
          <a:xfrm>
            <a:off x="1116713" y="3759445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8" name="anim_o5065_1">
            <a:extLst>
              <a:ext uri="{FF2B5EF4-FFF2-40B4-BE49-F238E27FC236}">
                <a16:creationId xmlns:a16="http://schemas.microsoft.com/office/drawing/2014/main" id="{4762F635-C6EC-4DD7-A9BF-8DEC5AE4C149}"/>
              </a:ext>
            </a:extLst>
          </p:cNvPr>
          <p:cNvSpPr>
            <a:spLocks noGrp="1"/>
          </p:cNvSpPr>
          <p:nvPr/>
        </p:nvSpPr>
        <p:spPr>
          <a:xfrm>
            <a:off x="1421070" y="3759445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9" name="anim_o5066_1">
            <a:extLst>
              <a:ext uri="{FF2B5EF4-FFF2-40B4-BE49-F238E27FC236}">
                <a16:creationId xmlns:a16="http://schemas.microsoft.com/office/drawing/2014/main" id="{69998552-2E73-49B3-B572-E5387FDC3335}"/>
              </a:ext>
            </a:extLst>
          </p:cNvPr>
          <p:cNvSpPr>
            <a:spLocks noGrp="1"/>
          </p:cNvSpPr>
          <p:nvPr/>
        </p:nvSpPr>
        <p:spPr>
          <a:xfrm>
            <a:off x="1725428" y="3759445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0" name="anim_o5067_1">
            <a:extLst>
              <a:ext uri="{FF2B5EF4-FFF2-40B4-BE49-F238E27FC236}">
                <a16:creationId xmlns:a16="http://schemas.microsoft.com/office/drawing/2014/main" id="{C317E3DB-3543-4AB9-8B59-6EFD82DFE778}"/>
              </a:ext>
            </a:extLst>
          </p:cNvPr>
          <p:cNvSpPr>
            <a:spLocks noGrp="1"/>
          </p:cNvSpPr>
          <p:nvPr/>
        </p:nvSpPr>
        <p:spPr>
          <a:xfrm>
            <a:off x="2029785" y="3759445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1" name="anim_o5068_1">
            <a:extLst>
              <a:ext uri="{FF2B5EF4-FFF2-40B4-BE49-F238E27FC236}">
                <a16:creationId xmlns:a16="http://schemas.microsoft.com/office/drawing/2014/main" id="{7FAC1F30-0C13-43EF-8672-FFAF82E70F11}"/>
              </a:ext>
            </a:extLst>
          </p:cNvPr>
          <p:cNvSpPr>
            <a:spLocks noGrp="1"/>
          </p:cNvSpPr>
          <p:nvPr/>
        </p:nvSpPr>
        <p:spPr>
          <a:xfrm>
            <a:off x="2334142" y="3759445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2" name="anim_o5343_1">
            <a:extLst>
              <a:ext uri="{FF2B5EF4-FFF2-40B4-BE49-F238E27FC236}">
                <a16:creationId xmlns:a16="http://schemas.microsoft.com/office/drawing/2014/main" id="{795CE0C2-9879-437A-B47F-7341CCA4418F}"/>
              </a:ext>
            </a:extLst>
          </p:cNvPr>
          <p:cNvSpPr>
            <a:spLocks noGrp="1"/>
          </p:cNvSpPr>
          <p:nvPr/>
        </p:nvSpPr>
        <p:spPr>
          <a:xfrm>
            <a:off x="10247435" y="2281138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3" name="anim_o5344_1">
            <a:extLst>
              <a:ext uri="{FF2B5EF4-FFF2-40B4-BE49-F238E27FC236}">
                <a16:creationId xmlns:a16="http://schemas.microsoft.com/office/drawing/2014/main" id="{9F0F759C-D0AC-4E4F-9804-28DB1D2D0B18}"/>
              </a:ext>
            </a:extLst>
          </p:cNvPr>
          <p:cNvSpPr>
            <a:spLocks noGrp="1"/>
          </p:cNvSpPr>
          <p:nvPr/>
        </p:nvSpPr>
        <p:spPr>
          <a:xfrm>
            <a:off x="10551793" y="2281138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4" name="anim_o5345_1">
            <a:extLst>
              <a:ext uri="{FF2B5EF4-FFF2-40B4-BE49-F238E27FC236}">
                <a16:creationId xmlns:a16="http://schemas.microsoft.com/office/drawing/2014/main" id="{EE2F77AC-5FFC-4ADC-9CAB-69259E536115}"/>
              </a:ext>
            </a:extLst>
          </p:cNvPr>
          <p:cNvSpPr>
            <a:spLocks noGrp="1"/>
          </p:cNvSpPr>
          <p:nvPr/>
        </p:nvSpPr>
        <p:spPr>
          <a:xfrm>
            <a:off x="10856150" y="2281138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5" name="anim_o5346_1">
            <a:extLst>
              <a:ext uri="{FF2B5EF4-FFF2-40B4-BE49-F238E27FC236}">
                <a16:creationId xmlns:a16="http://schemas.microsoft.com/office/drawing/2014/main" id="{DBEB5B88-CE02-447F-B616-615B2F06612F}"/>
              </a:ext>
            </a:extLst>
          </p:cNvPr>
          <p:cNvSpPr>
            <a:spLocks noGrp="1"/>
          </p:cNvSpPr>
          <p:nvPr/>
        </p:nvSpPr>
        <p:spPr>
          <a:xfrm>
            <a:off x="11160507" y="2281138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6" name="anim_o5347_1">
            <a:extLst>
              <a:ext uri="{FF2B5EF4-FFF2-40B4-BE49-F238E27FC236}">
                <a16:creationId xmlns:a16="http://schemas.microsoft.com/office/drawing/2014/main" id="{BBF67703-856D-42F7-B0D3-BF6E062B3F2C}"/>
              </a:ext>
            </a:extLst>
          </p:cNvPr>
          <p:cNvSpPr>
            <a:spLocks noGrp="1"/>
          </p:cNvSpPr>
          <p:nvPr/>
        </p:nvSpPr>
        <p:spPr>
          <a:xfrm>
            <a:off x="10247435" y="2585495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7" name="anim_o5348_1">
            <a:extLst>
              <a:ext uri="{FF2B5EF4-FFF2-40B4-BE49-F238E27FC236}">
                <a16:creationId xmlns:a16="http://schemas.microsoft.com/office/drawing/2014/main" id="{469A9FC9-A0CF-465B-A0B1-1F4DCCB2069F}"/>
              </a:ext>
            </a:extLst>
          </p:cNvPr>
          <p:cNvSpPr>
            <a:spLocks noGrp="1"/>
          </p:cNvSpPr>
          <p:nvPr/>
        </p:nvSpPr>
        <p:spPr>
          <a:xfrm>
            <a:off x="10551793" y="2585495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8" name="anim_o5349_1">
            <a:extLst>
              <a:ext uri="{FF2B5EF4-FFF2-40B4-BE49-F238E27FC236}">
                <a16:creationId xmlns:a16="http://schemas.microsoft.com/office/drawing/2014/main" id="{BDAC98D7-9AC6-4967-941F-D41A515EA2C4}"/>
              </a:ext>
            </a:extLst>
          </p:cNvPr>
          <p:cNvSpPr>
            <a:spLocks noGrp="1"/>
          </p:cNvSpPr>
          <p:nvPr/>
        </p:nvSpPr>
        <p:spPr>
          <a:xfrm>
            <a:off x="10856150" y="2585495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9" name="anim_o5350_1">
            <a:extLst>
              <a:ext uri="{FF2B5EF4-FFF2-40B4-BE49-F238E27FC236}">
                <a16:creationId xmlns:a16="http://schemas.microsoft.com/office/drawing/2014/main" id="{D485D930-A14D-446E-8413-7EF931317F30}"/>
              </a:ext>
            </a:extLst>
          </p:cNvPr>
          <p:cNvSpPr>
            <a:spLocks noGrp="1"/>
          </p:cNvSpPr>
          <p:nvPr/>
        </p:nvSpPr>
        <p:spPr>
          <a:xfrm>
            <a:off x="11160507" y="2585495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0" name="anim_o5351_1">
            <a:extLst>
              <a:ext uri="{FF2B5EF4-FFF2-40B4-BE49-F238E27FC236}">
                <a16:creationId xmlns:a16="http://schemas.microsoft.com/office/drawing/2014/main" id="{C04EE1F3-17F1-4C5A-8B45-640D22F30972}"/>
              </a:ext>
            </a:extLst>
          </p:cNvPr>
          <p:cNvSpPr>
            <a:spLocks noGrp="1"/>
          </p:cNvSpPr>
          <p:nvPr/>
        </p:nvSpPr>
        <p:spPr>
          <a:xfrm>
            <a:off x="10247435" y="2889853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1" name="anim_o5352_1">
            <a:extLst>
              <a:ext uri="{FF2B5EF4-FFF2-40B4-BE49-F238E27FC236}">
                <a16:creationId xmlns:a16="http://schemas.microsoft.com/office/drawing/2014/main" id="{C946B4E6-2568-4051-90F3-C1DEE6B642EF}"/>
              </a:ext>
            </a:extLst>
          </p:cNvPr>
          <p:cNvSpPr>
            <a:spLocks noGrp="1"/>
          </p:cNvSpPr>
          <p:nvPr/>
        </p:nvSpPr>
        <p:spPr>
          <a:xfrm>
            <a:off x="10551793" y="2889853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2" name="anim_o5353_1">
            <a:extLst>
              <a:ext uri="{FF2B5EF4-FFF2-40B4-BE49-F238E27FC236}">
                <a16:creationId xmlns:a16="http://schemas.microsoft.com/office/drawing/2014/main" id="{53D6C136-EFB6-42A6-BBFF-0F15C80764B9}"/>
              </a:ext>
            </a:extLst>
          </p:cNvPr>
          <p:cNvSpPr>
            <a:spLocks noGrp="1"/>
          </p:cNvSpPr>
          <p:nvPr/>
        </p:nvSpPr>
        <p:spPr>
          <a:xfrm>
            <a:off x="10856150" y="2889853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3" name="anim_o5354_1">
            <a:extLst>
              <a:ext uri="{FF2B5EF4-FFF2-40B4-BE49-F238E27FC236}">
                <a16:creationId xmlns:a16="http://schemas.microsoft.com/office/drawing/2014/main" id="{86899CFD-AEB4-442B-9DA9-4C85573468E2}"/>
              </a:ext>
            </a:extLst>
          </p:cNvPr>
          <p:cNvSpPr>
            <a:spLocks noGrp="1"/>
          </p:cNvSpPr>
          <p:nvPr/>
        </p:nvSpPr>
        <p:spPr>
          <a:xfrm>
            <a:off x="11160507" y="2889853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4" name="anim_o5355_1">
            <a:extLst>
              <a:ext uri="{FF2B5EF4-FFF2-40B4-BE49-F238E27FC236}">
                <a16:creationId xmlns:a16="http://schemas.microsoft.com/office/drawing/2014/main" id="{A98D2B6D-9521-481D-A80B-2DF65DA919A0}"/>
              </a:ext>
            </a:extLst>
          </p:cNvPr>
          <p:cNvSpPr>
            <a:spLocks noGrp="1"/>
          </p:cNvSpPr>
          <p:nvPr/>
        </p:nvSpPr>
        <p:spPr>
          <a:xfrm>
            <a:off x="10247435" y="3194210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5" name="anim_o5356_1">
            <a:extLst>
              <a:ext uri="{FF2B5EF4-FFF2-40B4-BE49-F238E27FC236}">
                <a16:creationId xmlns:a16="http://schemas.microsoft.com/office/drawing/2014/main" id="{81FCF505-4034-4A87-ADC4-3A6AD37695F8}"/>
              </a:ext>
            </a:extLst>
          </p:cNvPr>
          <p:cNvSpPr>
            <a:spLocks noGrp="1"/>
          </p:cNvSpPr>
          <p:nvPr/>
        </p:nvSpPr>
        <p:spPr>
          <a:xfrm>
            <a:off x="10551793" y="3194210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6" name="anim_o5357_1">
            <a:extLst>
              <a:ext uri="{FF2B5EF4-FFF2-40B4-BE49-F238E27FC236}">
                <a16:creationId xmlns:a16="http://schemas.microsoft.com/office/drawing/2014/main" id="{0845D895-4B9E-4FFD-95C7-087D0379718E}"/>
              </a:ext>
            </a:extLst>
          </p:cNvPr>
          <p:cNvSpPr>
            <a:spLocks noGrp="1"/>
          </p:cNvSpPr>
          <p:nvPr/>
        </p:nvSpPr>
        <p:spPr>
          <a:xfrm>
            <a:off x="10856150" y="3194210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7" name="anim_o5358_1">
            <a:extLst>
              <a:ext uri="{FF2B5EF4-FFF2-40B4-BE49-F238E27FC236}">
                <a16:creationId xmlns:a16="http://schemas.microsoft.com/office/drawing/2014/main" id="{8CAF5A7D-5C4F-44B5-9940-8A14A4CBBF0A}"/>
              </a:ext>
            </a:extLst>
          </p:cNvPr>
          <p:cNvSpPr>
            <a:spLocks noGrp="1"/>
          </p:cNvSpPr>
          <p:nvPr/>
        </p:nvSpPr>
        <p:spPr>
          <a:xfrm>
            <a:off x="11160507" y="3194210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8" name="anim_o5098_1">
            <a:extLst>
              <a:ext uri="{FF2B5EF4-FFF2-40B4-BE49-F238E27FC236}">
                <a16:creationId xmlns:a16="http://schemas.microsoft.com/office/drawing/2014/main" id="{28DBE98F-030A-4D08-954B-76C146AA40E3}"/>
              </a:ext>
            </a:extLst>
          </p:cNvPr>
          <p:cNvSpPr>
            <a:spLocks noGrp="1"/>
          </p:cNvSpPr>
          <p:nvPr/>
        </p:nvSpPr>
        <p:spPr>
          <a:xfrm>
            <a:off x="4312466" y="781091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9" name="anim_o5099_1">
            <a:extLst>
              <a:ext uri="{FF2B5EF4-FFF2-40B4-BE49-F238E27FC236}">
                <a16:creationId xmlns:a16="http://schemas.microsoft.com/office/drawing/2014/main" id="{658D2E5C-1428-4F1A-9173-35458D773210}"/>
              </a:ext>
            </a:extLst>
          </p:cNvPr>
          <p:cNvSpPr>
            <a:spLocks noGrp="1"/>
          </p:cNvSpPr>
          <p:nvPr/>
        </p:nvSpPr>
        <p:spPr>
          <a:xfrm>
            <a:off x="4616823" y="781091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0" name="anim_o5100_1">
            <a:extLst>
              <a:ext uri="{FF2B5EF4-FFF2-40B4-BE49-F238E27FC236}">
                <a16:creationId xmlns:a16="http://schemas.microsoft.com/office/drawing/2014/main" id="{449037E5-9B2D-4788-B0E1-E8848D046C23}"/>
              </a:ext>
            </a:extLst>
          </p:cNvPr>
          <p:cNvSpPr>
            <a:spLocks noGrp="1"/>
          </p:cNvSpPr>
          <p:nvPr/>
        </p:nvSpPr>
        <p:spPr>
          <a:xfrm>
            <a:off x="4921180" y="781091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1" name="anim_o5101_1">
            <a:extLst>
              <a:ext uri="{FF2B5EF4-FFF2-40B4-BE49-F238E27FC236}">
                <a16:creationId xmlns:a16="http://schemas.microsoft.com/office/drawing/2014/main" id="{1F0C3E56-51A2-46ED-87EC-82062D892C54}"/>
              </a:ext>
            </a:extLst>
          </p:cNvPr>
          <p:cNvSpPr>
            <a:spLocks noGrp="1"/>
          </p:cNvSpPr>
          <p:nvPr/>
        </p:nvSpPr>
        <p:spPr>
          <a:xfrm>
            <a:off x="4312466" y="1085448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2" name="anim_o5102_1">
            <a:extLst>
              <a:ext uri="{FF2B5EF4-FFF2-40B4-BE49-F238E27FC236}">
                <a16:creationId xmlns:a16="http://schemas.microsoft.com/office/drawing/2014/main" id="{09CF8085-F3E8-446F-B33D-502467541C5C}"/>
              </a:ext>
            </a:extLst>
          </p:cNvPr>
          <p:cNvSpPr>
            <a:spLocks noGrp="1"/>
          </p:cNvSpPr>
          <p:nvPr/>
        </p:nvSpPr>
        <p:spPr>
          <a:xfrm>
            <a:off x="4616823" y="1085448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3" name="anim_o5103_1">
            <a:extLst>
              <a:ext uri="{FF2B5EF4-FFF2-40B4-BE49-F238E27FC236}">
                <a16:creationId xmlns:a16="http://schemas.microsoft.com/office/drawing/2014/main" id="{EF16C216-4C6D-4AFF-9C29-BC6A46648E97}"/>
              </a:ext>
            </a:extLst>
          </p:cNvPr>
          <p:cNvSpPr>
            <a:spLocks noGrp="1"/>
          </p:cNvSpPr>
          <p:nvPr/>
        </p:nvSpPr>
        <p:spPr>
          <a:xfrm>
            <a:off x="4921180" y="1085448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4" name="anim_o5104_1">
            <a:extLst>
              <a:ext uri="{FF2B5EF4-FFF2-40B4-BE49-F238E27FC236}">
                <a16:creationId xmlns:a16="http://schemas.microsoft.com/office/drawing/2014/main" id="{97617169-41F7-4E18-A9BF-FFDD982FCAEF}"/>
              </a:ext>
            </a:extLst>
          </p:cNvPr>
          <p:cNvSpPr>
            <a:spLocks noGrp="1"/>
          </p:cNvSpPr>
          <p:nvPr/>
        </p:nvSpPr>
        <p:spPr>
          <a:xfrm>
            <a:off x="4312466" y="1389805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5" name="anim_o5105_1">
            <a:extLst>
              <a:ext uri="{FF2B5EF4-FFF2-40B4-BE49-F238E27FC236}">
                <a16:creationId xmlns:a16="http://schemas.microsoft.com/office/drawing/2014/main" id="{7C44855D-DEF0-44D5-9B3A-391DA024BFF3}"/>
              </a:ext>
            </a:extLst>
          </p:cNvPr>
          <p:cNvSpPr>
            <a:spLocks noGrp="1"/>
          </p:cNvSpPr>
          <p:nvPr/>
        </p:nvSpPr>
        <p:spPr>
          <a:xfrm>
            <a:off x="4616823" y="1389805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6" name="anim_o5106_1">
            <a:extLst>
              <a:ext uri="{FF2B5EF4-FFF2-40B4-BE49-F238E27FC236}">
                <a16:creationId xmlns:a16="http://schemas.microsoft.com/office/drawing/2014/main" id="{746CC1E7-56D3-4B14-8C06-8E210FBD84EA}"/>
              </a:ext>
            </a:extLst>
          </p:cNvPr>
          <p:cNvSpPr>
            <a:spLocks noGrp="1"/>
          </p:cNvSpPr>
          <p:nvPr/>
        </p:nvSpPr>
        <p:spPr>
          <a:xfrm>
            <a:off x="4921180" y="1389805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7" name="anim_o5129_1">
            <a:extLst>
              <a:ext uri="{FF2B5EF4-FFF2-40B4-BE49-F238E27FC236}">
                <a16:creationId xmlns:a16="http://schemas.microsoft.com/office/drawing/2014/main" id="{F28A2E15-1C84-4A1F-9A9E-5746532311AA}"/>
              </a:ext>
            </a:extLst>
          </p:cNvPr>
          <p:cNvSpPr>
            <a:spLocks noGrp="1"/>
          </p:cNvSpPr>
          <p:nvPr/>
        </p:nvSpPr>
        <p:spPr>
          <a:xfrm>
            <a:off x="4312466" y="2694194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8" name="anim_o5130_1">
            <a:extLst>
              <a:ext uri="{FF2B5EF4-FFF2-40B4-BE49-F238E27FC236}">
                <a16:creationId xmlns:a16="http://schemas.microsoft.com/office/drawing/2014/main" id="{1E538C65-C0B9-42CA-97A4-7B140932D647}"/>
              </a:ext>
            </a:extLst>
          </p:cNvPr>
          <p:cNvSpPr>
            <a:spLocks noGrp="1"/>
          </p:cNvSpPr>
          <p:nvPr/>
        </p:nvSpPr>
        <p:spPr>
          <a:xfrm>
            <a:off x="4616823" y="2694194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9" name="anim_o5131_1">
            <a:extLst>
              <a:ext uri="{FF2B5EF4-FFF2-40B4-BE49-F238E27FC236}">
                <a16:creationId xmlns:a16="http://schemas.microsoft.com/office/drawing/2014/main" id="{021400CC-AF3A-4B3C-B3F0-14339D8954A2}"/>
              </a:ext>
            </a:extLst>
          </p:cNvPr>
          <p:cNvSpPr>
            <a:spLocks noGrp="1"/>
          </p:cNvSpPr>
          <p:nvPr/>
        </p:nvSpPr>
        <p:spPr>
          <a:xfrm>
            <a:off x="4921180" y="2694194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0" name="anim_o5132_1">
            <a:extLst>
              <a:ext uri="{FF2B5EF4-FFF2-40B4-BE49-F238E27FC236}">
                <a16:creationId xmlns:a16="http://schemas.microsoft.com/office/drawing/2014/main" id="{28E45CDD-8762-422D-B059-515D36EBEE75}"/>
              </a:ext>
            </a:extLst>
          </p:cNvPr>
          <p:cNvSpPr>
            <a:spLocks noGrp="1"/>
          </p:cNvSpPr>
          <p:nvPr/>
        </p:nvSpPr>
        <p:spPr>
          <a:xfrm>
            <a:off x="4312466" y="2998552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1" name="anim_o5133_1">
            <a:extLst>
              <a:ext uri="{FF2B5EF4-FFF2-40B4-BE49-F238E27FC236}">
                <a16:creationId xmlns:a16="http://schemas.microsoft.com/office/drawing/2014/main" id="{9AD2382B-A198-4E6F-B80A-752DD046AAAE}"/>
              </a:ext>
            </a:extLst>
          </p:cNvPr>
          <p:cNvSpPr>
            <a:spLocks noGrp="1"/>
          </p:cNvSpPr>
          <p:nvPr/>
        </p:nvSpPr>
        <p:spPr>
          <a:xfrm>
            <a:off x="4616823" y="2998552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2" name="anim_o5134_1">
            <a:extLst>
              <a:ext uri="{FF2B5EF4-FFF2-40B4-BE49-F238E27FC236}">
                <a16:creationId xmlns:a16="http://schemas.microsoft.com/office/drawing/2014/main" id="{0B310901-A28E-4576-AC3C-7D08D5769937}"/>
              </a:ext>
            </a:extLst>
          </p:cNvPr>
          <p:cNvSpPr>
            <a:spLocks noGrp="1"/>
          </p:cNvSpPr>
          <p:nvPr/>
        </p:nvSpPr>
        <p:spPr>
          <a:xfrm>
            <a:off x="4921180" y="2998552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3" name="anim_o5135_1">
            <a:extLst>
              <a:ext uri="{FF2B5EF4-FFF2-40B4-BE49-F238E27FC236}">
                <a16:creationId xmlns:a16="http://schemas.microsoft.com/office/drawing/2014/main" id="{46360C9A-EA20-4DAD-9C35-3882E7B2D2AD}"/>
              </a:ext>
            </a:extLst>
          </p:cNvPr>
          <p:cNvSpPr>
            <a:spLocks noGrp="1"/>
          </p:cNvSpPr>
          <p:nvPr/>
        </p:nvSpPr>
        <p:spPr>
          <a:xfrm>
            <a:off x="4312466" y="3302909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4" name="anim_o5136_1">
            <a:extLst>
              <a:ext uri="{FF2B5EF4-FFF2-40B4-BE49-F238E27FC236}">
                <a16:creationId xmlns:a16="http://schemas.microsoft.com/office/drawing/2014/main" id="{38CA1165-0A98-4EDC-954C-B2F1BD8E5981}"/>
              </a:ext>
            </a:extLst>
          </p:cNvPr>
          <p:cNvSpPr>
            <a:spLocks noGrp="1"/>
          </p:cNvSpPr>
          <p:nvPr/>
        </p:nvSpPr>
        <p:spPr>
          <a:xfrm>
            <a:off x="4616823" y="3302909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5" name="anim_o5137_1">
            <a:extLst>
              <a:ext uri="{FF2B5EF4-FFF2-40B4-BE49-F238E27FC236}">
                <a16:creationId xmlns:a16="http://schemas.microsoft.com/office/drawing/2014/main" id="{414D00C1-28CC-4F68-905D-B1774C4E2AB4}"/>
              </a:ext>
            </a:extLst>
          </p:cNvPr>
          <p:cNvSpPr>
            <a:spLocks noGrp="1"/>
          </p:cNvSpPr>
          <p:nvPr/>
        </p:nvSpPr>
        <p:spPr>
          <a:xfrm>
            <a:off x="4921180" y="3302909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6" name="anim_o5160_1">
            <a:extLst>
              <a:ext uri="{FF2B5EF4-FFF2-40B4-BE49-F238E27FC236}">
                <a16:creationId xmlns:a16="http://schemas.microsoft.com/office/drawing/2014/main" id="{75D1DF2C-67CC-466A-9DAD-20FC9E0EDB3C}"/>
              </a:ext>
            </a:extLst>
          </p:cNvPr>
          <p:cNvSpPr>
            <a:spLocks noGrp="1"/>
          </p:cNvSpPr>
          <p:nvPr/>
        </p:nvSpPr>
        <p:spPr>
          <a:xfrm>
            <a:off x="4312466" y="4607298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7" name="anim_o5161_1">
            <a:extLst>
              <a:ext uri="{FF2B5EF4-FFF2-40B4-BE49-F238E27FC236}">
                <a16:creationId xmlns:a16="http://schemas.microsoft.com/office/drawing/2014/main" id="{380196A1-EB32-49BB-BF8F-8D9044C07171}"/>
              </a:ext>
            </a:extLst>
          </p:cNvPr>
          <p:cNvSpPr>
            <a:spLocks noGrp="1"/>
          </p:cNvSpPr>
          <p:nvPr/>
        </p:nvSpPr>
        <p:spPr>
          <a:xfrm>
            <a:off x="4616823" y="4607298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8" name="anim_o5162_1">
            <a:extLst>
              <a:ext uri="{FF2B5EF4-FFF2-40B4-BE49-F238E27FC236}">
                <a16:creationId xmlns:a16="http://schemas.microsoft.com/office/drawing/2014/main" id="{872BED9E-AC6A-4840-AC94-333EDFD0411A}"/>
              </a:ext>
            </a:extLst>
          </p:cNvPr>
          <p:cNvSpPr>
            <a:spLocks noGrp="1"/>
          </p:cNvSpPr>
          <p:nvPr/>
        </p:nvSpPr>
        <p:spPr>
          <a:xfrm>
            <a:off x="4921180" y="4607298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9" name="anim_o5163_1">
            <a:extLst>
              <a:ext uri="{FF2B5EF4-FFF2-40B4-BE49-F238E27FC236}">
                <a16:creationId xmlns:a16="http://schemas.microsoft.com/office/drawing/2014/main" id="{7A824CD7-4FD5-4616-9EB9-21C87FAB0783}"/>
              </a:ext>
            </a:extLst>
          </p:cNvPr>
          <p:cNvSpPr>
            <a:spLocks noGrp="1"/>
          </p:cNvSpPr>
          <p:nvPr/>
        </p:nvSpPr>
        <p:spPr>
          <a:xfrm>
            <a:off x="4312466" y="4911655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0" name="anim_o5164_1">
            <a:extLst>
              <a:ext uri="{FF2B5EF4-FFF2-40B4-BE49-F238E27FC236}">
                <a16:creationId xmlns:a16="http://schemas.microsoft.com/office/drawing/2014/main" id="{5B4858D8-406A-4F39-8F70-0A5076D7F098}"/>
              </a:ext>
            </a:extLst>
          </p:cNvPr>
          <p:cNvSpPr>
            <a:spLocks noGrp="1"/>
          </p:cNvSpPr>
          <p:nvPr/>
        </p:nvSpPr>
        <p:spPr>
          <a:xfrm>
            <a:off x="4616823" y="4911655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1" name="anim_o5165_1">
            <a:extLst>
              <a:ext uri="{FF2B5EF4-FFF2-40B4-BE49-F238E27FC236}">
                <a16:creationId xmlns:a16="http://schemas.microsoft.com/office/drawing/2014/main" id="{024D9F42-EFAE-411B-BED8-6D825099E8E6}"/>
              </a:ext>
            </a:extLst>
          </p:cNvPr>
          <p:cNvSpPr>
            <a:spLocks noGrp="1"/>
          </p:cNvSpPr>
          <p:nvPr/>
        </p:nvSpPr>
        <p:spPr>
          <a:xfrm>
            <a:off x="4921180" y="4911655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2" name="anim_o5166_1">
            <a:extLst>
              <a:ext uri="{FF2B5EF4-FFF2-40B4-BE49-F238E27FC236}">
                <a16:creationId xmlns:a16="http://schemas.microsoft.com/office/drawing/2014/main" id="{71E1295C-4EF5-435F-B4EC-8B008E2BF03F}"/>
              </a:ext>
            </a:extLst>
          </p:cNvPr>
          <p:cNvSpPr>
            <a:spLocks noGrp="1"/>
          </p:cNvSpPr>
          <p:nvPr/>
        </p:nvSpPr>
        <p:spPr>
          <a:xfrm>
            <a:off x="4312466" y="5216013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3" name="anim_o5167_1">
            <a:extLst>
              <a:ext uri="{FF2B5EF4-FFF2-40B4-BE49-F238E27FC236}">
                <a16:creationId xmlns:a16="http://schemas.microsoft.com/office/drawing/2014/main" id="{9D414B33-2E93-42DF-8EB5-7D67BA490172}"/>
              </a:ext>
            </a:extLst>
          </p:cNvPr>
          <p:cNvSpPr>
            <a:spLocks noGrp="1"/>
          </p:cNvSpPr>
          <p:nvPr/>
        </p:nvSpPr>
        <p:spPr>
          <a:xfrm>
            <a:off x="4616823" y="5216013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4" name="anim_o5168_1">
            <a:extLst>
              <a:ext uri="{FF2B5EF4-FFF2-40B4-BE49-F238E27FC236}">
                <a16:creationId xmlns:a16="http://schemas.microsoft.com/office/drawing/2014/main" id="{8BB95430-F351-4D33-ADE8-64FEEAABAE32}"/>
              </a:ext>
            </a:extLst>
          </p:cNvPr>
          <p:cNvSpPr>
            <a:spLocks noGrp="1"/>
          </p:cNvSpPr>
          <p:nvPr/>
        </p:nvSpPr>
        <p:spPr>
          <a:xfrm>
            <a:off x="4921180" y="5216013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5" name="anim_o4996_1">
            <a:extLst>
              <a:ext uri="{FF2B5EF4-FFF2-40B4-BE49-F238E27FC236}">
                <a16:creationId xmlns:a16="http://schemas.microsoft.com/office/drawing/2014/main" id="{E4C62CAD-ABA4-4BFE-AFB2-925C139854FB}"/>
              </a:ext>
            </a:extLst>
          </p:cNvPr>
          <p:cNvSpPr>
            <a:spLocks noGrp="1"/>
          </p:cNvSpPr>
          <p:nvPr/>
        </p:nvSpPr>
        <p:spPr>
          <a:xfrm>
            <a:off x="968882" y="2081131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6" name="anim_o4997_1">
            <a:extLst>
              <a:ext uri="{FF2B5EF4-FFF2-40B4-BE49-F238E27FC236}">
                <a16:creationId xmlns:a16="http://schemas.microsoft.com/office/drawing/2014/main" id="{3A544859-17A2-42E4-8076-3DA12D10EEDF}"/>
              </a:ext>
            </a:extLst>
          </p:cNvPr>
          <p:cNvSpPr>
            <a:spLocks noGrp="1"/>
          </p:cNvSpPr>
          <p:nvPr/>
        </p:nvSpPr>
        <p:spPr>
          <a:xfrm>
            <a:off x="1273239" y="2081131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7" name="anim_o4998_1">
            <a:extLst>
              <a:ext uri="{FF2B5EF4-FFF2-40B4-BE49-F238E27FC236}">
                <a16:creationId xmlns:a16="http://schemas.microsoft.com/office/drawing/2014/main" id="{F684AF92-1CA8-46B4-9999-8ADEF71804D2}"/>
              </a:ext>
            </a:extLst>
          </p:cNvPr>
          <p:cNvSpPr>
            <a:spLocks noGrp="1"/>
          </p:cNvSpPr>
          <p:nvPr/>
        </p:nvSpPr>
        <p:spPr>
          <a:xfrm>
            <a:off x="1577597" y="2081131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8" name="anim_o4999_1">
            <a:extLst>
              <a:ext uri="{FF2B5EF4-FFF2-40B4-BE49-F238E27FC236}">
                <a16:creationId xmlns:a16="http://schemas.microsoft.com/office/drawing/2014/main" id="{60CA2F9C-4140-439E-BBEC-3DD4854285C1}"/>
              </a:ext>
            </a:extLst>
          </p:cNvPr>
          <p:cNvSpPr>
            <a:spLocks noGrp="1"/>
          </p:cNvSpPr>
          <p:nvPr/>
        </p:nvSpPr>
        <p:spPr>
          <a:xfrm>
            <a:off x="1881954" y="2081131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9" name="anim_o5000_1">
            <a:extLst>
              <a:ext uri="{FF2B5EF4-FFF2-40B4-BE49-F238E27FC236}">
                <a16:creationId xmlns:a16="http://schemas.microsoft.com/office/drawing/2014/main" id="{74FB627E-7A3E-4387-A635-096210622F21}"/>
              </a:ext>
            </a:extLst>
          </p:cNvPr>
          <p:cNvSpPr>
            <a:spLocks noGrp="1"/>
          </p:cNvSpPr>
          <p:nvPr/>
        </p:nvSpPr>
        <p:spPr>
          <a:xfrm>
            <a:off x="2186312" y="2081131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0" name="anim_o5001_1">
            <a:extLst>
              <a:ext uri="{FF2B5EF4-FFF2-40B4-BE49-F238E27FC236}">
                <a16:creationId xmlns:a16="http://schemas.microsoft.com/office/drawing/2014/main" id="{4F0471AA-A8E8-42A7-96EE-80B9B9E7D7D9}"/>
              </a:ext>
            </a:extLst>
          </p:cNvPr>
          <p:cNvSpPr>
            <a:spLocks noGrp="1"/>
          </p:cNvSpPr>
          <p:nvPr/>
        </p:nvSpPr>
        <p:spPr>
          <a:xfrm>
            <a:off x="2490669" y="2081131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1" name="anim_o5002_1">
            <a:extLst>
              <a:ext uri="{FF2B5EF4-FFF2-40B4-BE49-F238E27FC236}">
                <a16:creationId xmlns:a16="http://schemas.microsoft.com/office/drawing/2014/main" id="{6390DBB4-DB2D-4676-B2AD-EDC34439F267}"/>
              </a:ext>
            </a:extLst>
          </p:cNvPr>
          <p:cNvSpPr>
            <a:spLocks noGrp="1"/>
          </p:cNvSpPr>
          <p:nvPr/>
        </p:nvSpPr>
        <p:spPr>
          <a:xfrm>
            <a:off x="968882" y="2385489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2" name="anim_o5003_1">
            <a:extLst>
              <a:ext uri="{FF2B5EF4-FFF2-40B4-BE49-F238E27FC236}">
                <a16:creationId xmlns:a16="http://schemas.microsoft.com/office/drawing/2014/main" id="{871E9DEA-3949-4C16-8834-F4D2DF37CEF5}"/>
              </a:ext>
            </a:extLst>
          </p:cNvPr>
          <p:cNvSpPr>
            <a:spLocks noGrp="1"/>
          </p:cNvSpPr>
          <p:nvPr/>
        </p:nvSpPr>
        <p:spPr>
          <a:xfrm>
            <a:off x="1273239" y="2385489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3" name="anim_o5004_1">
            <a:extLst>
              <a:ext uri="{FF2B5EF4-FFF2-40B4-BE49-F238E27FC236}">
                <a16:creationId xmlns:a16="http://schemas.microsoft.com/office/drawing/2014/main" id="{AF55D718-D10D-4D24-A93A-DFC765668BEA}"/>
              </a:ext>
            </a:extLst>
          </p:cNvPr>
          <p:cNvSpPr>
            <a:spLocks noGrp="1"/>
          </p:cNvSpPr>
          <p:nvPr/>
        </p:nvSpPr>
        <p:spPr>
          <a:xfrm>
            <a:off x="1577597" y="2385489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4" name="anim_o5005_1">
            <a:extLst>
              <a:ext uri="{FF2B5EF4-FFF2-40B4-BE49-F238E27FC236}">
                <a16:creationId xmlns:a16="http://schemas.microsoft.com/office/drawing/2014/main" id="{D225A4CA-DE25-425F-9BAA-06F4CBEEF85F}"/>
              </a:ext>
            </a:extLst>
          </p:cNvPr>
          <p:cNvSpPr>
            <a:spLocks noGrp="1"/>
          </p:cNvSpPr>
          <p:nvPr/>
        </p:nvSpPr>
        <p:spPr>
          <a:xfrm>
            <a:off x="1881954" y="2385489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5" name="anim_o5006_1">
            <a:extLst>
              <a:ext uri="{FF2B5EF4-FFF2-40B4-BE49-F238E27FC236}">
                <a16:creationId xmlns:a16="http://schemas.microsoft.com/office/drawing/2014/main" id="{39927230-2418-44CD-9455-3F4163FE4B12}"/>
              </a:ext>
            </a:extLst>
          </p:cNvPr>
          <p:cNvSpPr>
            <a:spLocks noGrp="1"/>
          </p:cNvSpPr>
          <p:nvPr/>
        </p:nvSpPr>
        <p:spPr>
          <a:xfrm>
            <a:off x="2186312" y="2385489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6" name="anim_o5007_1">
            <a:extLst>
              <a:ext uri="{FF2B5EF4-FFF2-40B4-BE49-F238E27FC236}">
                <a16:creationId xmlns:a16="http://schemas.microsoft.com/office/drawing/2014/main" id="{70431074-6ECE-4E1B-9F60-5D33635A6B7F}"/>
              </a:ext>
            </a:extLst>
          </p:cNvPr>
          <p:cNvSpPr>
            <a:spLocks noGrp="1"/>
          </p:cNvSpPr>
          <p:nvPr/>
        </p:nvSpPr>
        <p:spPr>
          <a:xfrm>
            <a:off x="2490669" y="2385489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7" name="anim_o5008_1">
            <a:extLst>
              <a:ext uri="{FF2B5EF4-FFF2-40B4-BE49-F238E27FC236}">
                <a16:creationId xmlns:a16="http://schemas.microsoft.com/office/drawing/2014/main" id="{54ACF140-9ABF-4BD7-B70D-EA8184F85D69}"/>
              </a:ext>
            </a:extLst>
          </p:cNvPr>
          <p:cNvSpPr>
            <a:spLocks noGrp="1"/>
          </p:cNvSpPr>
          <p:nvPr/>
        </p:nvSpPr>
        <p:spPr>
          <a:xfrm>
            <a:off x="968882" y="2689846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8" name="anim_o5009_1">
            <a:extLst>
              <a:ext uri="{FF2B5EF4-FFF2-40B4-BE49-F238E27FC236}">
                <a16:creationId xmlns:a16="http://schemas.microsoft.com/office/drawing/2014/main" id="{51B98DC1-0B85-4006-B4DB-B19466572128}"/>
              </a:ext>
            </a:extLst>
          </p:cNvPr>
          <p:cNvSpPr>
            <a:spLocks noGrp="1"/>
          </p:cNvSpPr>
          <p:nvPr/>
        </p:nvSpPr>
        <p:spPr>
          <a:xfrm>
            <a:off x="1273239" y="2689846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9" name="anim_o5010_1">
            <a:extLst>
              <a:ext uri="{FF2B5EF4-FFF2-40B4-BE49-F238E27FC236}">
                <a16:creationId xmlns:a16="http://schemas.microsoft.com/office/drawing/2014/main" id="{494BAC9C-9CAE-405A-863B-C9976EC91A44}"/>
              </a:ext>
            </a:extLst>
          </p:cNvPr>
          <p:cNvSpPr>
            <a:spLocks noGrp="1"/>
          </p:cNvSpPr>
          <p:nvPr/>
        </p:nvSpPr>
        <p:spPr>
          <a:xfrm>
            <a:off x="1577597" y="2689846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0" name="anim_o5011_1">
            <a:extLst>
              <a:ext uri="{FF2B5EF4-FFF2-40B4-BE49-F238E27FC236}">
                <a16:creationId xmlns:a16="http://schemas.microsoft.com/office/drawing/2014/main" id="{542D82E7-92B2-4664-BAFC-DC0D2B0EEB69}"/>
              </a:ext>
            </a:extLst>
          </p:cNvPr>
          <p:cNvSpPr>
            <a:spLocks noGrp="1"/>
          </p:cNvSpPr>
          <p:nvPr/>
        </p:nvSpPr>
        <p:spPr>
          <a:xfrm>
            <a:off x="1881954" y="2689846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1" name="anim_o5012_1">
            <a:extLst>
              <a:ext uri="{FF2B5EF4-FFF2-40B4-BE49-F238E27FC236}">
                <a16:creationId xmlns:a16="http://schemas.microsoft.com/office/drawing/2014/main" id="{64BE0B5E-D6AE-4A02-82A7-F8E45113FC75}"/>
              </a:ext>
            </a:extLst>
          </p:cNvPr>
          <p:cNvSpPr>
            <a:spLocks noGrp="1"/>
          </p:cNvSpPr>
          <p:nvPr/>
        </p:nvSpPr>
        <p:spPr>
          <a:xfrm>
            <a:off x="2186312" y="2689846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2" name="anim_o5013_1">
            <a:extLst>
              <a:ext uri="{FF2B5EF4-FFF2-40B4-BE49-F238E27FC236}">
                <a16:creationId xmlns:a16="http://schemas.microsoft.com/office/drawing/2014/main" id="{F4E011F0-97E2-4BE6-8DC4-9C99068BD717}"/>
              </a:ext>
            </a:extLst>
          </p:cNvPr>
          <p:cNvSpPr>
            <a:spLocks noGrp="1"/>
          </p:cNvSpPr>
          <p:nvPr/>
        </p:nvSpPr>
        <p:spPr>
          <a:xfrm>
            <a:off x="2490669" y="2689846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3" name="anim_o5014_1">
            <a:extLst>
              <a:ext uri="{FF2B5EF4-FFF2-40B4-BE49-F238E27FC236}">
                <a16:creationId xmlns:a16="http://schemas.microsoft.com/office/drawing/2014/main" id="{B87B6E9B-9497-4522-8AFA-B3CE8D78BFFD}"/>
              </a:ext>
            </a:extLst>
          </p:cNvPr>
          <p:cNvSpPr>
            <a:spLocks noGrp="1"/>
          </p:cNvSpPr>
          <p:nvPr/>
        </p:nvSpPr>
        <p:spPr>
          <a:xfrm>
            <a:off x="968882" y="2994204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4" name="anim_o5015_1">
            <a:extLst>
              <a:ext uri="{FF2B5EF4-FFF2-40B4-BE49-F238E27FC236}">
                <a16:creationId xmlns:a16="http://schemas.microsoft.com/office/drawing/2014/main" id="{98DC16D4-AF80-455A-A7BC-B61AAF39854D}"/>
              </a:ext>
            </a:extLst>
          </p:cNvPr>
          <p:cNvSpPr>
            <a:spLocks noGrp="1"/>
          </p:cNvSpPr>
          <p:nvPr/>
        </p:nvSpPr>
        <p:spPr>
          <a:xfrm>
            <a:off x="1273239" y="2994204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5" name="anim_o5016_1">
            <a:extLst>
              <a:ext uri="{FF2B5EF4-FFF2-40B4-BE49-F238E27FC236}">
                <a16:creationId xmlns:a16="http://schemas.microsoft.com/office/drawing/2014/main" id="{A298B82A-13AB-4818-8752-90E1DA4ABEE9}"/>
              </a:ext>
            </a:extLst>
          </p:cNvPr>
          <p:cNvSpPr>
            <a:spLocks noGrp="1"/>
          </p:cNvSpPr>
          <p:nvPr/>
        </p:nvSpPr>
        <p:spPr>
          <a:xfrm>
            <a:off x="1577597" y="2994204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6" name="anim_o5017_1">
            <a:extLst>
              <a:ext uri="{FF2B5EF4-FFF2-40B4-BE49-F238E27FC236}">
                <a16:creationId xmlns:a16="http://schemas.microsoft.com/office/drawing/2014/main" id="{AC93CBA7-3ACC-43DF-90E4-0486BC7E9D03}"/>
              </a:ext>
            </a:extLst>
          </p:cNvPr>
          <p:cNvSpPr>
            <a:spLocks noGrp="1"/>
          </p:cNvSpPr>
          <p:nvPr/>
        </p:nvSpPr>
        <p:spPr>
          <a:xfrm>
            <a:off x="1881954" y="2994204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7" name="anim_o5018_1">
            <a:extLst>
              <a:ext uri="{FF2B5EF4-FFF2-40B4-BE49-F238E27FC236}">
                <a16:creationId xmlns:a16="http://schemas.microsoft.com/office/drawing/2014/main" id="{BCFB62FD-1B2E-46A8-9719-35280AC5B3AE}"/>
              </a:ext>
            </a:extLst>
          </p:cNvPr>
          <p:cNvSpPr>
            <a:spLocks noGrp="1"/>
          </p:cNvSpPr>
          <p:nvPr/>
        </p:nvSpPr>
        <p:spPr>
          <a:xfrm>
            <a:off x="2186312" y="2994204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8" name="anim_o5019_1">
            <a:extLst>
              <a:ext uri="{FF2B5EF4-FFF2-40B4-BE49-F238E27FC236}">
                <a16:creationId xmlns:a16="http://schemas.microsoft.com/office/drawing/2014/main" id="{148192F3-F0C6-4B83-8886-19C17E52FFD8}"/>
              </a:ext>
            </a:extLst>
          </p:cNvPr>
          <p:cNvSpPr>
            <a:spLocks noGrp="1"/>
          </p:cNvSpPr>
          <p:nvPr/>
        </p:nvSpPr>
        <p:spPr>
          <a:xfrm>
            <a:off x="2490669" y="2994204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9" name="anim_o5020_1">
            <a:extLst>
              <a:ext uri="{FF2B5EF4-FFF2-40B4-BE49-F238E27FC236}">
                <a16:creationId xmlns:a16="http://schemas.microsoft.com/office/drawing/2014/main" id="{AC4DA436-6107-4D84-9A75-66A0BE4D0A35}"/>
              </a:ext>
            </a:extLst>
          </p:cNvPr>
          <p:cNvSpPr>
            <a:spLocks noGrp="1"/>
          </p:cNvSpPr>
          <p:nvPr/>
        </p:nvSpPr>
        <p:spPr>
          <a:xfrm>
            <a:off x="968882" y="3298561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0" name="anim_o5021_1">
            <a:extLst>
              <a:ext uri="{FF2B5EF4-FFF2-40B4-BE49-F238E27FC236}">
                <a16:creationId xmlns:a16="http://schemas.microsoft.com/office/drawing/2014/main" id="{2303A392-BA3F-41D3-B3BE-AE73B6866259}"/>
              </a:ext>
            </a:extLst>
          </p:cNvPr>
          <p:cNvSpPr>
            <a:spLocks noGrp="1"/>
          </p:cNvSpPr>
          <p:nvPr/>
        </p:nvSpPr>
        <p:spPr>
          <a:xfrm>
            <a:off x="1273239" y="3298561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1" name="anim_o5022_1">
            <a:extLst>
              <a:ext uri="{FF2B5EF4-FFF2-40B4-BE49-F238E27FC236}">
                <a16:creationId xmlns:a16="http://schemas.microsoft.com/office/drawing/2014/main" id="{580EDA3F-1FF0-485B-9074-94B26FF88110}"/>
              </a:ext>
            </a:extLst>
          </p:cNvPr>
          <p:cNvSpPr>
            <a:spLocks noGrp="1"/>
          </p:cNvSpPr>
          <p:nvPr/>
        </p:nvSpPr>
        <p:spPr>
          <a:xfrm>
            <a:off x="1577597" y="3298561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2" name="anim_o5023_1">
            <a:extLst>
              <a:ext uri="{FF2B5EF4-FFF2-40B4-BE49-F238E27FC236}">
                <a16:creationId xmlns:a16="http://schemas.microsoft.com/office/drawing/2014/main" id="{C8353585-23DA-48D9-914C-3EF945E9EE04}"/>
              </a:ext>
            </a:extLst>
          </p:cNvPr>
          <p:cNvSpPr>
            <a:spLocks noGrp="1"/>
          </p:cNvSpPr>
          <p:nvPr/>
        </p:nvSpPr>
        <p:spPr>
          <a:xfrm>
            <a:off x="1881954" y="3298561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3" name="anim_o5024_1">
            <a:extLst>
              <a:ext uri="{FF2B5EF4-FFF2-40B4-BE49-F238E27FC236}">
                <a16:creationId xmlns:a16="http://schemas.microsoft.com/office/drawing/2014/main" id="{1F4200E3-52F9-458D-A5EA-D050F9582EE9}"/>
              </a:ext>
            </a:extLst>
          </p:cNvPr>
          <p:cNvSpPr>
            <a:spLocks noGrp="1"/>
          </p:cNvSpPr>
          <p:nvPr/>
        </p:nvSpPr>
        <p:spPr>
          <a:xfrm>
            <a:off x="2186312" y="3298561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4" name="anim_o5025_1">
            <a:extLst>
              <a:ext uri="{FF2B5EF4-FFF2-40B4-BE49-F238E27FC236}">
                <a16:creationId xmlns:a16="http://schemas.microsoft.com/office/drawing/2014/main" id="{09FB5694-3E59-4FAC-AF04-6DE7A07DF9C0}"/>
              </a:ext>
            </a:extLst>
          </p:cNvPr>
          <p:cNvSpPr>
            <a:spLocks noGrp="1"/>
          </p:cNvSpPr>
          <p:nvPr/>
        </p:nvSpPr>
        <p:spPr>
          <a:xfrm>
            <a:off x="2490669" y="3298561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5" name="anim_o5026_1">
            <a:extLst>
              <a:ext uri="{FF2B5EF4-FFF2-40B4-BE49-F238E27FC236}">
                <a16:creationId xmlns:a16="http://schemas.microsoft.com/office/drawing/2014/main" id="{1537C905-B5C6-4445-A9E1-569FFA453A96}"/>
              </a:ext>
            </a:extLst>
          </p:cNvPr>
          <p:cNvSpPr>
            <a:spLocks noGrp="1"/>
          </p:cNvSpPr>
          <p:nvPr/>
        </p:nvSpPr>
        <p:spPr>
          <a:xfrm>
            <a:off x="968882" y="3602919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6" name="anim_o5027_1">
            <a:extLst>
              <a:ext uri="{FF2B5EF4-FFF2-40B4-BE49-F238E27FC236}">
                <a16:creationId xmlns:a16="http://schemas.microsoft.com/office/drawing/2014/main" id="{36821404-601F-4403-A0C0-E6A38B12A5CB}"/>
              </a:ext>
            </a:extLst>
          </p:cNvPr>
          <p:cNvSpPr>
            <a:spLocks noGrp="1"/>
          </p:cNvSpPr>
          <p:nvPr/>
        </p:nvSpPr>
        <p:spPr>
          <a:xfrm>
            <a:off x="1273239" y="3602919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7" name="anim_o5028_1">
            <a:extLst>
              <a:ext uri="{FF2B5EF4-FFF2-40B4-BE49-F238E27FC236}">
                <a16:creationId xmlns:a16="http://schemas.microsoft.com/office/drawing/2014/main" id="{2A6B29C5-AF2F-44F8-B92E-F0B4D1BE9349}"/>
              </a:ext>
            </a:extLst>
          </p:cNvPr>
          <p:cNvSpPr>
            <a:spLocks noGrp="1"/>
          </p:cNvSpPr>
          <p:nvPr/>
        </p:nvSpPr>
        <p:spPr>
          <a:xfrm>
            <a:off x="1577597" y="3602919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8" name="anim_o5029_1">
            <a:extLst>
              <a:ext uri="{FF2B5EF4-FFF2-40B4-BE49-F238E27FC236}">
                <a16:creationId xmlns:a16="http://schemas.microsoft.com/office/drawing/2014/main" id="{CE6F3195-6284-434D-A81A-4D29ECB23A9A}"/>
              </a:ext>
            </a:extLst>
          </p:cNvPr>
          <p:cNvSpPr>
            <a:spLocks noGrp="1"/>
          </p:cNvSpPr>
          <p:nvPr/>
        </p:nvSpPr>
        <p:spPr>
          <a:xfrm>
            <a:off x="1881954" y="3602919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9" name="anim_o5030_1">
            <a:extLst>
              <a:ext uri="{FF2B5EF4-FFF2-40B4-BE49-F238E27FC236}">
                <a16:creationId xmlns:a16="http://schemas.microsoft.com/office/drawing/2014/main" id="{66D93805-6633-4D6D-8BA3-D5B5FA331DFC}"/>
              </a:ext>
            </a:extLst>
          </p:cNvPr>
          <p:cNvSpPr>
            <a:spLocks noGrp="1"/>
          </p:cNvSpPr>
          <p:nvPr/>
        </p:nvSpPr>
        <p:spPr>
          <a:xfrm>
            <a:off x="2186312" y="3602919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0" name="anim_o5031_1">
            <a:extLst>
              <a:ext uri="{FF2B5EF4-FFF2-40B4-BE49-F238E27FC236}">
                <a16:creationId xmlns:a16="http://schemas.microsoft.com/office/drawing/2014/main" id="{8D8179EC-8FB3-452E-AFAA-7DC8F0224787}"/>
              </a:ext>
            </a:extLst>
          </p:cNvPr>
          <p:cNvSpPr>
            <a:spLocks noGrp="1"/>
          </p:cNvSpPr>
          <p:nvPr/>
        </p:nvSpPr>
        <p:spPr>
          <a:xfrm>
            <a:off x="2490669" y="3602919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1" name="anim_o5309_1">
            <a:extLst>
              <a:ext uri="{FF2B5EF4-FFF2-40B4-BE49-F238E27FC236}">
                <a16:creationId xmlns:a16="http://schemas.microsoft.com/office/drawing/2014/main" id="{673F4934-BD4F-4CED-B813-7C9B7DE326EF}"/>
              </a:ext>
            </a:extLst>
          </p:cNvPr>
          <p:cNvSpPr>
            <a:spLocks noGrp="1"/>
          </p:cNvSpPr>
          <p:nvPr/>
        </p:nvSpPr>
        <p:spPr>
          <a:xfrm>
            <a:off x="10351786" y="2176787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2" name="anim_o5310_1">
            <a:extLst>
              <a:ext uri="{FF2B5EF4-FFF2-40B4-BE49-F238E27FC236}">
                <a16:creationId xmlns:a16="http://schemas.microsoft.com/office/drawing/2014/main" id="{CA43C3BF-4E45-4E57-A65E-90BDA0ABCBB7}"/>
              </a:ext>
            </a:extLst>
          </p:cNvPr>
          <p:cNvSpPr>
            <a:spLocks noGrp="1"/>
          </p:cNvSpPr>
          <p:nvPr/>
        </p:nvSpPr>
        <p:spPr>
          <a:xfrm>
            <a:off x="10656144" y="2176787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3" name="anim_o5311_1">
            <a:extLst>
              <a:ext uri="{FF2B5EF4-FFF2-40B4-BE49-F238E27FC236}">
                <a16:creationId xmlns:a16="http://schemas.microsoft.com/office/drawing/2014/main" id="{EAF6D087-FE88-4B81-B332-2476312852E2}"/>
              </a:ext>
            </a:extLst>
          </p:cNvPr>
          <p:cNvSpPr>
            <a:spLocks noGrp="1"/>
          </p:cNvSpPr>
          <p:nvPr/>
        </p:nvSpPr>
        <p:spPr>
          <a:xfrm>
            <a:off x="10960501" y="2176787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4" name="anim_o5312_1">
            <a:extLst>
              <a:ext uri="{FF2B5EF4-FFF2-40B4-BE49-F238E27FC236}">
                <a16:creationId xmlns:a16="http://schemas.microsoft.com/office/drawing/2014/main" id="{CECC7AA5-934C-4070-BD23-2930E71C39FF}"/>
              </a:ext>
            </a:extLst>
          </p:cNvPr>
          <p:cNvSpPr>
            <a:spLocks noGrp="1"/>
          </p:cNvSpPr>
          <p:nvPr/>
        </p:nvSpPr>
        <p:spPr>
          <a:xfrm>
            <a:off x="11264858" y="2176787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5" name="anim_o5313_1">
            <a:extLst>
              <a:ext uri="{FF2B5EF4-FFF2-40B4-BE49-F238E27FC236}">
                <a16:creationId xmlns:a16="http://schemas.microsoft.com/office/drawing/2014/main" id="{79229BC7-BDC5-468D-9B3E-753B61531EBE}"/>
              </a:ext>
            </a:extLst>
          </p:cNvPr>
          <p:cNvSpPr>
            <a:spLocks noGrp="1"/>
          </p:cNvSpPr>
          <p:nvPr/>
        </p:nvSpPr>
        <p:spPr>
          <a:xfrm>
            <a:off x="10351786" y="2481144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6" name="anim_o5314_1">
            <a:extLst>
              <a:ext uri="{FF2B5EF4-FFF2-40B4-BE49-F238E27FC236}">
                <a16:creationId xmlns:a16="http://schemas.microsoft.com/office/drawing/2014/main" id="{957D6401-46CA-4C88-B09A-9604CA630A5D}"/>
              </a:ext>
            </a:extLst>
          </p:cNvPr>
          <p:cNvSpPr>
            <a:spLocks noGrp="1"/>
          </p:cNvSpPr>
          <p:nvPr/>
        </p:nvSpPr>
        <p:spPr>
          <a:xfrm>
            <a:off x="10656144" y="2481144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7" name="anim_o5315_1">
            <a:extLst>
              <a:ext uri="{FF2B5EF4-FFF2-40B4-BE49-F238E27FC236}">
                <a16:creationId xmlns:a16="http://schemas.microsoft.com/office/drawing/2014/main" id="{0334419E-A665-4549-B6D9-26A1FE789B0F}"/>
              </a:ext>
            </a:extLst>
          </p:cNvPr>
          <p:cNvSpPr>
            <a:spLocks noGrp="1"/>
          </p:cNvSpPr>
          <p:nvPr/>
        </p:nvSpPr>
        <p:spPr>
          <a:xfrm>
            <a:off x="10960501" y="2481144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8" name="anim_o5316_1">
            <a:extLst>
              <a:ext uri="{FF2B5EF4-FFF2-40B4-BE49-F238E27FC236}">
                <a16:creationId xmlns:a16="http://schemas.microsoft.com/office/drawing/2014/main" id="{16DE6F77-13DD-4D23-B05B-026FCEB06B0A}"/>
              </a:ext>
            </a:extLst>
          </p:cNvPr>
          <p:cNvSpPr>
            <a:spLocks noGrp="1"/>
          </p:cNvSpPr>
          <p:nvPr/>
        </p:nvSpPr>
        <p:spPr>
          <a:xfrm>
            <a:off x="11264858" y="2481144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9" name="anim_o5317_1">
            <a:extLst>
              <a:ext uri="{FF2B5EF4-FFF2-40B4-BE49-F238E27FC236}">
                <a16:creationId xmlns:a16="http://schemas.microsoft.com/office/drawing/2014/main" id="{E2F7FD44-1EB5-4518-A963-5FC7B7B29769}"/>
              </a:ext>
            </a:extLst>
          </p:cNvPr>
          <p:cNvSpPr>
            <a:spLocks noGrp="1"/>
          </p:cNvSpPr>
          <p:nvPr/>
        </p:nvSpPr>
        <p:spPr>
          <a:xfrm>
            <a:off x="10351786" y="2785501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0" name="anim_o5318_1">
            <a:extLst>
              <a:ext uri="{FF2B5EF4-FFF2-40B4-BE49-F238E27FC236}">
                <a16:creationId xmlns:a16="http://schemas.microsoft.com/office/drawing/2014/main" id="{B7B4A0DC-9844-4604-9652-8B737AD61656}"/>
              </a:ext>
            </a:extLst>
          </p:cNvPr>
          <p:cNvSpPr>
            <a:spLocks noGrp="1"/>
          </p:cNvSpPr>
          <p:nvPr/>
        </p:nvSpPr>
        <p:spPr>
          <a:xfrm>
            <a:off x="10656144" y="2785501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1" name="anim_o5319_1">
            <a:extLst>
              <a:ext uri="{FF2B5EF4-FFF2-40B4-BE49-F238E27FC236}">
                <a16:creationId xmlns:a16="http://schemas.microsoft.com/office/drawing/2014/main" id="{CEFA10FB-B6AC-4F88-9B15-90CDCC328D35}"/>
              </a:ext>
            </a:extLst>
          </p:cNvPr>
          <p:cNvSpPr>
            <a:spLocks noGrp="1"/>
          </p:cNvSpPr>
          <p:nvPr/>
        </p:nvSpPr>
        <p:spPr>
          <a:xfrm>
            <a:off x="10960501" y="2785501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2" name="anim_o5320_1">
            <a:extLst>
              <a:ext uri="{FF2B5EF4-FFF2-40B4-BE49-F238E27FC236}">
                <a16:creationId xmlns:a16="http://schemas.microsoft.com/office/drawing/2014/main" id="{0EB65982-05C9-48E3-A84F-62AF53085F6B}"/>
              </a:ext>
            </a:extLst>
          </p:cNvPr>
          <p:cNvSpPr>
            <a:spLocks noGrp="1"/>
          </p:cNvSpPr>
          <p:nvPr/>
        </p:nvSpPr>
        <p:spPr>
          <a:xfrm>
            <a:off x="11264858" y="2785501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3" name="anim_o5321_1">
            <a:extLst>
              <a:ext uri="{FF2B5EF4-FFF2-40B4-BE49-F238E27FC236}">
                <a16:creationId xmlns:a16="http://schemas.microsoft.com/office/drawing/2014/main" id="{403B3790-17E7-4BAB-B9C5-6F6A12B5E590}"/>
              </a:ext>
            </a:extLst>
          </p:cNvPr>
          <p:cNvSpPr>
            <a:spLocks noGrp="1"/>
          </p:cNvSpPr>
          <p:nvPr/>
        </p:nvSpPr>
        <p:spPr>
          <a:xfrm>
            <a:off x="10351786" y="3089859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4" name="anim_o5322_1">
            <a:extLst>
              <a:ext uri="{FF2B5EF4-FFF2-40B4-BE49-F238E27FC236}">
                <a16:creationId xmlns:a16="http://schemas.microsoft.com/office/drawing/2014/main" id="{FC09DEC6-501E-4C55-8CEE-8684799A7FFA}"/>
              </a:ext>
            </a:extLst>
          </p:cNvPr>
          <p:cNvSpPr>
            <a:spLocks noGrp="1"/>
          </p:cNvSpPr>
          <p:nvPr/>
        </p:nvSpPr>
        <p:spPr>
          <a:xfrm>
            <a:off x="10656144" y="3089859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5" name="anim_o5323_1">
            <a:extLst>
              <a:ext uri="{FF2B5EF4-FFF2-40B4-BE49-F238E27FC236}">
                <a16:creationId xmlns:a16="http://schemas.microsoft.com/office/drawing/2014/main" id="{793FDE43-908C-4384-A4EA-8D1F8023DE1C}"/>
              </a:ext>
            </a:extLst>
          </p:cNvPr>
          <p:cNvSpPr>
            <a:spLocks noGrp="1"/>
          </p:cNvSpPr>
          <p:nvPr/>
        </p:nvSpPr>
        <p:spPr>
          <a:xfrm>
            <a:off x="10960501" y="3089859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6" name="anim_o5324_1">
            <a:extLst>
              <a:ext uri="{FF2B5EF4-FFF2-40B4-BE49-F238E27FC236}">
                <a16:creationId xmlns:a16="http://schemas.microsoft.com/office/drawing/2014/main" id="{42E588F6-519F-4A75-9339-8B5603FF2ADA}"/>
              </a:ext>
            </a:extLst>
          </p:cNvPr>
          <p:cNvSpPr>
            <a:spLocks noGrp="1"/>
          </p:cNvSpPr>
          <p:nvPr/>
        </p:nvSpPr>
        <p:spPr>
          <a:xfrm>
            <a:off x="11264858" y="3089859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7" name="anim_o5088_1">
            <a:extLst>
              <a:ext uri="{FF2B5EF4-FFF2-40B4-BE49-F238E27FC236}">
                <a16:creationId xmlns:a16="http://schemas.microsoft.com/office/drawing/2014/main" id="{8ADB3254-900B-454D-A8A8-561EB6CEE93F}"/>
              </a:ext>
            </a:extLst>
          </p:cNvPr>
          <p:cNvSpPr>
            <a:spLocks noGrp="1"/>
          </p:cNvSpPr>
          <p:nvPr/>
        </p:nvSpPr>
        <p:spPr>
          <a:xfrm>
            <a:off x="4468992" y="624564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8" name="anim_o5089_1">
            <a:extLst>
              <a:ext uri="{FF2B5EF4-FFF2-40B4-BE49-F238E27FC236}">
                <a16:creationId xmlns:a16="http://schemas.microsoft.com/office/drawing/2014/main" id="{EB580713-7A6B-453D-83BA-7528B809C1AF}"/>
              </a:ext>
            </a:extLst>
          </p:cNvPr>
          <p:cNvSpPr>
            <a:spLocks noGrp="1"/>
          </p:cNvSpPr>
          <p:nvPr/>
        </p:nvSpPr>
        <p:spPr>
          <a:xfrm>
            <a:off x="4773350" y="624564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9" name="anim_o5090_1">
            <a:extLst>
              <a:ext uri="{FF2B5EF4-FFF2-40B4-BE49-F238E27FC236}">
                <a16:creationId xmlns:a16="http://schemas.microsoft.com/office/drawing/2014/main" id="{1F5F0039-A500-48CB-8545-53F0B6CE26D0}"/>
              </a:ext>
            </a:extLst>
          </p:cNvPr>
          <p:cNvSpPr>
            <a:spLocks noGrp="1"/>
          </p:cNvSpPr>
          <p:nvPr/>
        </p:nvSpPr>
        <p:spPr>
          <a:xfrm>
            <a:off x="5077707" y="624564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0" name="anim_o5091_1">
            <a:extLst>
              <a:ext uri="{FF2B5EF4-FFF2-40B4-BE49-F238E27FC236}">
                <a16:creationId xmlns:a16="http://schemas.microsoft.com/office/drawing/2014/main" id="{0F0D0F44-3638-4736-88C8-74511DD6EE8E}"/>
              </a:ext>
            </a:extLst>
          </p:cNvPr>
          <p:cNvSpPr>
            <a:spLocks noGrp="1"/>
          </p:cNvSpPr>
          <p:nvPr/>
        </p:nvSpPr>
        <p:spPr>
          <a:xfrm>
            <a:off x="4468992" y="928921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1" name="anim_o5092_1">
            <a:extLst>
              <a:ext uri="{FF2B5EF4-FFF2-40B4-BE49-F238E27FC236}">
                <a16:creationId xmlns:a16="http://schemas.microsoft.com/office/drawing/2014/main" id="{934D0161-8B23-41EB-B123-38053E4E7242}"/>
              </a:ext>
            </a:extLst>
          </p:cNvPr>
          <p:cNvSpPr>
            <a:spLocks noGrp="1"/>
          </p:cNvSpPr>
          <p:nvPr/>
        </p:nvSpPr>
        <p:spPr>
          <a:xfrm>
            <a:off x="4773350" y="928921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2" name="anim_o5093_1">
            <a:extLst>
              <a:ext uri="{FF2B5EF4-FFF2-40B4-BE49-F238E27FC236}">
                <a16:creationId xmlns:a16="http://schemas.microsoft.com/office/drawing/2014/main" id="{3E814CB0-E092-42BD-9BC3-B9D0BD2B204A}"/>
              </a:ext>
            </a:extLst>
          </p:cNvPr>
          <p:cNvSpPr>
            <a:spLocks noGrp="1"/>
          </p:cNvSpPr>
          <p:nvPr/>
        </p:nvSpPr>
        <p:spPr>
          <a:xfrm>
            <a:off x="5077707" y="928921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3" name="anim_o5094_1">
            <a:extLst>
              <a:ext uri="{FF2B5EF4-FFF2-40B4-BE49-F238E27FC236}">
                <a16:creationId xmlns:a16="http://schemas.microsoft.com/office/drawing/2014/main" id="{358B2296-55FD-48C1-88B0-14DC2521AFD5}"/>
              </a:ext>
            </a:extLst>
          </p:cNvPr>
          <p:cNvSpPr>
            <a:spLocks noGrp="1"/>
          </p:cNvSpPr>
          <p:nvPr/>
        </p:nvSpPr>
        <p:spPr>
          <a:xfrm>
            <a:off x="4468992" y="1233279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4" name="anim_o5095_1">
            <a:extLst>
              <a:ext uri="{FF2B5EF4-FFF2-40B4-BE49-F238E27FC236}">
                <a16:creationId xmlns:a16="http://schemas.microsoft.com/office/drawing/2014/main" id="{3C1310DD-86EE-49B3-BD00-E397E7061B74}"/>
              </a:ext>
            </a:extLst>
          </p:cNvPr>
          <p:cNvSpPr>
            <a:spLocks noGrp="1"/>
          </p:cNvSpPr>
          <p:nvPr/>
        </p:nvSpPr>
        <p:spPr>
          <a:xfrm>
            <a:off x="4773350" y="1233279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5" name="anim_o5096_1">
            <a:extLst>
              <a:ext uri="{FF2B5EF4-FFF2-40B4-BE49-F238E27FC236}">
                <a16:creationId xmlns:a16="http://schemas.microsoft.com/office/drawing/2014/main" id="{3A2B0BE9-C529-4B2D-9C5C-0D2EA3EEAAAB}"/>
              </a:ext>
            </a:extLst>
          </p:cNvPr>
          <p:cNvSpPr>
            <a:spLocks noGrp="1"/>
          </p:cNvSpPr>
          <p:nvPr/>
        </p:nvSpPr>
        <p:spPr>
          <a:xfrm>
            <a:off x="5077707" y="1233279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6" name="anim_o5119_1">
            <a:extLst>
              <a:ext uri="{FF2B5EF4-FFF2-40B4-BE49-F238E27FC236}">
                <a16:creationId xmlns:a16="http://schemas.microsoft.com/office/drawing/2014/main" id="{58E9CFAD-EFFE-4D90-BBED-D765F564FCFE}"/>
              </a:ext>
            </a:extLst>
          </p:cNvPr>
          <p:cNvSpPr>
            <a:spLocks noGrp="1"/>
          </p:cNvSpPr>
          <p:nvPr/>
        </p:nvSpPr>
        <p:spPr>
          <a:xfrm>
            <a:off x="4468992" y="2537668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7" name="anim_o5120_1">
            <a:extLst>
              <a:ext uri="{FF2B5EF4-FFF2-40B4-BE49-F238E27FC236}">
                <a16:creationId xmlns:a16="http://schemas.microsoft.com/office/drawing/2014/main" id="{5A28BAAA-1B81-42D6-A5B5-C44DFAB13446}"/>
              </a:ext>
            </a:extLst>
          </p:cNvPr>
          <p:cNvSpPr>
            <a:spLocks noGrp="1"/>
          </p:cNvSpPr>
          <p:nvPr/>
        </p:nvSpPr>
        <p:spPr>
          <a:xfrm>
            <a:off x="4773350" y="2537668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8" name="anim_o5121_1">
            <a:extLst>
              <a:ext uri="{FF2B5EF4-FFF2-40B4-BE49-F238E27FC236}">
                <a16:creationId xmlns:a16="http://schemas.microsoft.com/office/drawing/2014/main" id="{1C997213-647E-4E7D-9B7B-52AB5B85229D}"/>
              </a:ext>
            </a:extLst>
          </p:cNvPr>
          <p:cNvSpPr>
            <a:spLocks noGrp="1"/>
          </p:cNvSpPr>
          <p:nvPr/>
        </p:nvSpPr>
        <p:spPr>
          <a:xfrm>
            <a:off x="5077707" y="2537668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9" name="anim_o5122_1">
            <a:extLst>
              <a:ext uri="{FF2B5EF4-FFF2-40B4-BE49-F238E27FC236}">
                <a16:creationId xmlns:a16="http://schemas.microsoft.com/office/drawing/2014/main" id="{42238253-B274-42DB-B046-CCAE9F8CECB7}"/>
              </a:ext>
            </a:extLst>
          </p:cNvPr>
          <p:cNvSpPr>
            <a:spLocks noGrp="1"/>
          </p:cNvSpPr>
          <p:nvPr/>
        </p:nvSpPr>
        <p:spPr>
          <a:xfrm>
            <a:off x="4468992" y="2842025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0" name="anim_o5123_1">
            <a:extLst>
              <a:ext uri="{FF2B5EF4-FFF2-40B4-BE49-F238E27FC236}">
                <a16:creationId xmlns:a16="http://schemas.microsoft.com/office/drawing/2014/main" id="{D413B0E5-49A8-468D-AF42-CACA47DE78C5}"/>
              </a:ext>
            </a:extLst>
          </p:cNvPr>
          <p:cNvSpPr>
            <a:spLocks noGrp="1"/>
          </p:cNvSpPr>
          <p:nvPr/>
        </p:nvSpPr>
        <p:spPr>
          <a:xfrm>
            <a:off x="4773350" y="2842025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1" name="anim_o5124_1">
            <a:extLst>
              <a:ext uri="{FF2B5EF4-FFF2-40B4-BE49-F238E27FC236}">
                <a16:creationId xmlns:a16="http://schemas.microsoft.com/office/drawing/2014/main" id="{C89580BE-602A-444E-9210-2B86F85BF8A0}"/>
              </a:ext>
            </a:extLst>
          </p:cNvPr>
          <p:cNvSpPr>
            <a:spLocks noGrp="1"/>
          </p:cNvSpPr>
          <p:nvPr/>
        </p:nvSpPr>
        <p:spPr>
          <a:xfrm>
            <a:off x="5077707" y="2842025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2" name="anim_o5125_1">
            <a:extLst>
              <a:ext uri="{FF2B5EF4-FFF2-40B4-BE49-F238E27FC236}">
                <a16:creationId xmlns:a16="http://schemas.microsoft.com/office/drawing/2014/main" id="{BAD78902-11AE-4FD8-A9DC-027298A94DA0}"/>
              </a:ext>
            </a:extLst>
          </p:cNvPr>
          <p:cNvSpPr>
            <a:spLocks noGrp="1"/>
          </p:cNvSpPr>
          <p:nvPr/>
        </p:nvSpPr>
        <p:spPr>
          <a:xfrm>
            <a:off x="4468992" y="3146382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3" name="anim_o5126_1">
            <a:extLst>
              <a:ext uri="{FF2B5EF4-FFF2-40B4-BE49-F238E27FC236}">
                <a16:creationId xmlns:a16="http://schemas.microsoft.com/office/drawing/2014/main" id="{9FE8899E-6D00-42DE-9760-F305DC6DD596}"/>
              </a:ext>
            </a:extLst>
          </p:cNvPr>
          <p:cNvSpPr>
            <a:spLocks noGrp="1"/>
          </p:cNvSpPr>
          <p:nvPr/>
        </p:nvSpPr>
        <p:spPr>
          <a:xfrm>
            <a:off x="4773350" y="3146382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4" name="anim_o5127_1">
            <a:extLst>
              <a:ext uri="{FF2B5EF4-FFF2-40B4-BE49-F238E27FC236}">
                <a16:creationId xmlns:a16="http://schemas.microsoft.com/office/drawing/2014/main" id="{C72D84F3-C90A-4D76-B1AC-A6FC6C4BB63C}"/>
              </a:ext>
            </a:extLst>
          </p:cNvPr>
          <p:cNvSpPr>
            <a:spLocks noGrp="1"/>
          </p:cNvSpPr>
          <p:nvPr/>
        </p:nvSpPr>
        <p:spPr>
          <a:xfrm>
            <a:off x="5077707" y="3146382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5" name="anim_o5150_1">
            <a:extLst>
              <a:ext uri="{FF2B5EF4-FFF2-40B4-BE49-F238E27FC236}">
                <a16:creationId xmlns:a16="http://schemas.microsoft.com/office/drawing/2014/main" id="{6125F1D0-CD17-451D-9B37-E55C16677B8A}"/>
              </a:ext>
            </a:extLst>
          </p:cNvPr>
          <p:cNvSpPr>
            <a:spLocks noGrp="1"/>
          </p:cNvSpPr>
          <p:nvPr/>
        </p:nvSpPr>
        <p:spPr>
          <a:xfrm>
            <a:off x="4468992" y="4450771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6" name="anim_o5151_1">
            <a:extLst>
              <a:ext uri="{FF2B5EF4-FFF2-40B4-BE49-F238E27FC236}">
                <a16:creationId xmlns:a16="http://schemas.microsoft.com/office/drawing/2014/main" id="{FA547809-0E92-4B07-ADC3-D5A8D15EE6BD}"/>
              </a:ext>
            </a:extLst>
          </p:cNvPr>
          <p:cNvSpPr>
            <a:spLocks noGrp="1"/>
          </p:cNvSpPr>
          <p:nvPr/>
        </p:nvSpPr>
        <p:spPr>
          <a:xfrm>
            <a:off x="4773350" y="4450771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7" name="anim_o5152_1">
            <a:extLst>
              <a:ext uri="{FF2B5EF4-FFF2-40B4-BE49-F238E27FC236}">
                <a16:creationId xmlns:a16="http://schemas.microsoft.com/office/drawing/2014/main" id="{6E1590EA-5375-4C57-8F78-C786EA445DFE}"/>
              </a:ext>
            </a:extLst>
          </p:cNvPr>
          <p:cNvSpPr>
            <a:spLocks noGrp="1"/>
          </p:cNvSpPr>
          <p:nvPr/>
        </p:nvSpPr>
        <p:spPr>
          <a:xfrm>
            <a:off x="5077707" y="4450771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8" name="anim_o5153_1">
            <a:extLst>
              <a:ext uri="{FF2B5EF4-FFF2-40B4-BE49-F238E27FC236}">
                <a16:creationId xmlns:a16="http://schemas.microsoft.com/office/drawing/2014/main" id="{03274159-FD8A-4928-AD89-1181D21D5E55}"/>
              </a:ext>
            </a:extLst>
          </p:cNvPr>
          <p:cNvSpPr>
            <a:spLocks noGrp="1"/>
          </p:cNvSpPr>
          <p:nvPr/>
        </p:nvSpPr>
        <p:spPr>
          <a:xfrm>
            <a:off x="4468992" y="4755129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9" name="anim_o5154_1">
            <a:extLst>
              <a:ext uri="{FF2B5EF4-FFF2-40B4-BE49-F238E27FC236}">
                <a16:creationId xmlns:a16="http://schemas.microsoft.com/office/drawing/2014/main" id="{8A5972EE-FD0E-4AC7-9956-F5572C16672D}"/>
              </a:ext>
            </a:extLst>
          </p:cNvPr>
          <p:cNvSpPr>
            <a:spLocks noGrp="1"/>
          </p:cNvSpPr>
          <p:nvPr/>
        </p:nvSpPr>
        <p:spPr>
          <a:xfrm>
            <a:off x="4773350" y="4755129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0" name="anim_o5155_1">
            <a:extLst>
              <a:ext uri="{FF2B5EF4-FFF2-40B4-BE49-F238E27FC236}">
                <a16:creationId xmlns:a16="http://schemas.microsoft.com/office/drawing/2014/main" id="{592FE07C-E9DF-4E0C-B1C3-4F6950712054}"/>
              </a:ext>
            </a:extLst>
          </p:cNvPr>
          <p:cNvSpPr>
            <a:spLocks noGrp="1"/>
          </p:cNvSpPr>
          <p:nvPr/>
        </p:nvSpPr>
        <p:spPr>
          <a:xfrm>
            <a:off x="5077707" y="4755129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1" name="anim_o5156_1">
            <a:extLst>
              <a:ext uri="{FF2B5EF4-FFF2-40B4-BE49-F238E27FC236}">
                <a16:creationId xmlns:a16="http://schemas.microsoft.com/office/drawing/2014/main" id="{6E0D5448-24E8-4534-92B9-055CAECADFB6}"/>
              </a:ext>
            </a:extLst>
          </p:cNvPr>
          <p:cNvSpPr>
            <a:spLocks noGrp="1"/>
          </p:cNvSpPr>
          <p:nvPr/>
        </p:nvSpPr>
        <p:spPr>
          <a:xfrm>
            <a:off x="4468992" y="5059486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2" name="anim_o5157_1">
            <a:extLst>
              <a:ext uri="{FF2B5EF4-FFF2-40B4-BE49-F238E27FC236}">
                <a16:creationId xmlns:a16="http://schemas.microsoft.com/office/drawing/2014/main" id="{CB7D64A5-2EEC-4F10-B461-C0E8A6B63833}"/>
              </a:ext>
            </a:extLst>
          </p:cNvPr>
          <p:cNvSpPr>
            <a:spLocks noGrp="1"/>
          </p:cNvSpPr>
          <p:nvPr/>
        </p:nvSpPr>
        <p:spPr>
          <a:xfrm>
            <a:off x="4773350" y="5059486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3" name="anim_o5158_1">
            <a:extLst>
              <a:ext uri="{FF2B5EF4-FFF2-40B4-BE49-F238E27FC236}">
                <a16:creationId xmlns:a16="http://schemas.microsoft.com/office/drawing/2014/main" id="{EC35DDE5-E0CB-457A-822B-E16A5345066D}"/>
              </a:ext>
            </a:extLst>
          </p:cNvPr>
          <p:cNvSpPr>
            <a:spLocks noGrp="1"/>
          </p:cNvSpPr>
          <p:nvPr/>
        </p:nvSpPr>
        <p:spPr>
          <a:xfrm>
            <a:off x="5077707" y="5059486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4" name="anim_o4959_1">
            <a:extLst>
              <a:ext uri="{FF2B5EF4-FFF2-40B4-BE49-F238E27FC236}">
                <a16:creationId xmlns:a16="http://schemas.microsoft.com/office/drawing/2014/main" id="{36918445-07AC-46D1-99E2-0010611EA4EF}"/>
              </a:ext>
            </a:extLst>
          </p:cNvPr>
          <p:cNvSpPr>
            <a:spLocks noGrp="1"/>
          </p:cNvSpPr>
          <p:nvPr/>
        </p:nvSpPr>
        <p:spPr>
          <a:xfrm>
            <a:off x="1125409" y="1924605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5" name="anim_o4960_1">
            <a:extLst>
              <a:ext uri="{FF2B5EF4-FFF2-40B4-BE49-F238E27FC236}">
                <a16:creationId xmlns:a16="http://schemas.microsoft.com/office/drawing/2014/main" id="{9094F50A-C3D6-416E-A4C2-AE1C7008B08B}"/>
              </a:ext>
            </a:extLst>
          </p:cNvPr>
          <p:cNvSpPr>
            <a:spLocks noGrp="1"/>
          </p:cNvSpPr>
          <p:nvPr/>
        </p:nvSpPr>
        <p:spPr>
          <a:xfrm>
            <a:off x="1429766" y="1924605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6" name="anim_o4961_1">
            <a:extLst>
              <a:ext uri="{FF2B5EF4-FFF2-40B4-BE49-F238E27FC236}">
                <a16:creationId xmlns:a16="http://schemas.microsoft.com/office/drawing/2014/main" id="{ECA2775B-0BF5-473E-877E-3EAC18C292F3}"/>
              </a:ext>
            </a:extLst>
          </p:cNvPr>
          <p:cNvSpPr>
            <a:spLocks noGrp="1"/>
          </p:cNvSpPr>
          <p:nvPr/>
        </p:nvSpPr>
        <p:spPr>
          <a:xfrm>
            <a:off x="1734123" y="1924605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7" name="anim_o4962_1">
            <a:extLst>
              <a:ext uri="{FF2B5EF4-FFF2-40B4-BE49-F238E27FC236}">
                <a16:creationId xmlns:a16="http://schemas.microsoft.com/office/drawing/2014/main" id="{704249F8-7161-4063-B6B6-425D2C99F05E}"/>
              </a:ext>
            </a:extLst>
          </p:cNvPr>
          <p:cNvSpPr>
            <a:spLocks noGrp="1"/>
          </p:cNvSpPr>
          <p:nvPr/>
        </p:nvSpPr>
        <p:spPr>
          <a:xfrm>
            <a:off x="2038481" y="1924605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8" name="anim_o4963_1">
            <a:extLst>
              <a:ext uri="{FF2B5EF4-FFF2-40B4-BE49-F238E27FC236}">
                <a16:creationId xmlns:a16="http://schemas.microsoft.com/office/drawing/2014/main" id="{E7D4E249-BCFE-4815-A064-5417F2F7A0FB}"/>
              </a:ext>
            </a:extLst>
          </p:cNvPr>
          <p:cNvSpPr>
            <a:spLocks noGrp="1"/>
          </p:cNvSpPr>
          <p:nvPr/>
        </p:nvSpPr>
        <p:spPr>
          <a:xfrm>
            <a:off x="2342838" y="1924605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9" name="anim_o4964_1">
            <a:extLst>
              <a:ext uri="{FF2B5EF4-FFF2-40B4-BE49-F238E27FC236}">
                <a16:creationId xmlns:a16="http://schemas.microsoft.com/office/drawing/2014/main" id="{E9A9F102-2BFD-4CC4-9ABB-9D699C1A89DC}"/>
              </a:ext>
            </a:extLst>
          </p:cNvPr>
          <p:cNvSpPr>
            <a:spLocks noGrp="1"/>
          </p:cNvSpPr>
          <p:nvPr/>
        </p:nvSpPr>
        <p:spPr>
          <a:xfrm>
            <a:off x="2647196" y="1924605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0" name="anim_o4965_1">
            <a:extLst>
              <a:ext uri="{FF2B5EF4-FFF2-40B4-BE49-F238E27FC236}">
                <a16:creationId xmlns:a16="http://schemas.microsoft.com/office/drawing/2014/main" id="{8977D484-F168-4732-8F87-7F64F20A22A6}"/>
              </a:ext>
            </a:extLst>
          </p:cNvPr>
          <p:cNvSpPr>
            <a:spLocks noGrp="1"/>
          </p:cNvSpPr>
          <p:nvPr/>
        </p:nvSpPr>
        <p:spPr>
          <a:xfrm>
            <a:off x="1125409" y="2228962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1" name="anim_o4966_1">
            <a:extLst>
              <a:ext uri="{FF2B5EF4-FFF2-40B4-BE49-F238E27FC236}">
                <a16:creationId xmlns:a16="http://schemas.microsoft.com/office/drawing/2014/main" id="{68200E3F-F2F6-4E34-A8D2-DEA35A193BE1}"/>
              </a:ext>
            </a:extLst>
          </p:cNvPr>
          <p:cNvSpPr>
            <a:spLocks noGrp="1"/>
          </p:cNvSpPr>
          <p:nvPr/>
        </p:nvSpPr>
        <p:spPr>
          <a:xfrm>
            <a:off x="1429766" y="2228962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2" name="anim_o4967_1">
            <a:extLst>
              <a:ext uri="{FF2B5EF4-FFF2-40B4-BE49-F238E27FC236}">
                <a16:creationId xmlns:a16="http://schemas.microsoft.com/office/drawing/2014/main" id="{B41426DD-A08B-470C-ADE8-8C6799A3FBD4}"/>
              </a:ext>
            </a:extLst>
          </p:cNvPr>
          <p:cNvSpPr>
            <a:spLocks noGrp="1"/>
          </p:cNvSpPr>
          <p:nvPr/>
        </p:nvSpPr>
        <p:spPr>
          <a:xfrm>
            <a:off x="1734123" y="2228962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3" name="anim_o4968_1">
            <a:extLst>
              <a:ext uri="{FF2B5EF4-FFF2-40B4-BE49-F238E27FC236}">
                <a16:creationId xmlns:a16="http://schemas.microsoft.com/office/drawing/2014/main" id="{4E32AB4A-C762-479B-B5CA-071C31B697B3}"/>
              </a:ext>
            </a:extLst>
          </p:cNvPr>
          <p:cNvSpPr>
            <a:spLocks noGrp="1"/>
          </p:cNvSpPr>
          <p:nvPr/>
        </p:nvSpPr>
        <p:spPr>
          <a:xfrm>
            <a:off x="2038481" y="2228962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4" name="anim_o4969_1">
            <a:extLst>
              <a:ext uri="{FF2B5EF4-FFF2-40B4-BE49-F238E27FC236}">
                <a16:creationId xmlns:a16="http://schemas.microsoft.com/office/drawing/2014/main" id="{3E8DE83E-5AE3-4D8C-A4E8-D31F44B987B7}"/>
              </a:ext>
            </a:extLst>
          </p:cNvPr>
          <p:cNvSpPr>
            <a:spLocks noGrp="1"/>
          </p:cNvSpPr>
          <p:nvPr/>
        </p:nvSpPr>
        <p:spPr>
          <a:xfrm>
            <a:off x="2342838" y="2228962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5" name="anim_o4970_1">
            <a:extLst>
              <a:ext uri="{FF2B5EF4-FFF2-40B4-BE49-F238E27FC236}">
                <a16:creationId xmlns:a16="http://schemas.microsoft.com/office/drawing/2014/main" id="{254B408D-1BC9-4309-A1DA-84ED781870B0}"/>
              </a:ext>
            </a:extLst>
          </p:cNvPr>
          <p:cNvSpPr>
            <a:spLocks noGrp="1"/>
          </p:cNvSpPr>
          <p:nvPr/>
        </p:nvSpPr>
        <p:spPr>
          <a:xfrm>
            <a:off x="2647196" y="2228962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6" name="anim_o4971_1">
            <a:extLst>
              <a:ext uri="{FF2B5EF4-FFF2-40B4-BE49-F238E27FC236}">
                <a16:creationId xmlns:a16="http://schemas.microsoft.com/office/drawing/2014/main" id="{1E7AFE43-AF5E-45BB-B1B3-5CE2DDA944BF}"/>
              </a:ext>
            </a:extLst>
          </p:cNvPr>
          <p:cNvSpPr>
            <a:spLocks noGrp="1"/>
          </p:cNvSpPr>
          <p:nvPr/>
        </p:nvSpPr>
        <p:spPr>
          <a:xfrm>
            <a:off x="1125409" y="2533320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7" name="anim_o4972_1">
            <a:extLst>
              <a:ext uri="{FF2B5EF4-FFF2-40B4-BE49-F238E27FC236}">
                <a16:creationId xmlns:a16="http://schemas.microsoft.com/office/drawing/2014/main" id="{CE454A63-FEFF-4B37-9098-8BC6A9CAFFA9}"/>
              </a:ext>
            </a:extLst>
          </p:cNvPr>
          <p:cNvSpPr>
            <a:spLocks noGrp="1"/>
          </p:cNvSpPr>
          <p:nvPr/>
        </p:nvSpPr>
        <p:spPr>
          <a:xfrm>
            <a:off x="1429766" y="2533320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8" name="anim_o4973_1">
            <a:extLst>
              <a:ext uri="{FF2B5EF4-FFF2-40B4-BE49-F238E27FC236}">
                <a16:creationId xmlns:a16="http://schemas.microsoft.com/office/drawing/2014/main" id="{D6707D5D-0DC3-4A87-A25C-F82C506D4A38}"/>
              </a:ext>
            </a:extLst>
          </p:cNvPr>
          <p:cNvSpPr>
            <a:spLocks noGrp="1"/>
          </p:cNvSpPr>
          <p:nvPr/>
        </p:nvSpPr>
        <p:spPr>
          <a:xfrm>
            <a:off x="1734123" y="2533320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9" name="anim_o4974_1">
            <a:extLst>
              <a:ext uri="{FF2B5EF4-FFF2-40B4-BE49-F238E27FC236}">
                <a16:creationId xmlns:a16="http://schemas.microsoft.com/office/drawing/2014/main" id="{67093F63-A31B-4C2A-B89A-BF0DFC87384B}"/>
              </a:ext>
            </a:extLst>
          </p:cNvPr>
          <p:cNvSpPr>
            <a:spLocks noGrp="1"/>
          </p:cNvSpPr>
          <p:nvPr/>
        </p:nvSpPr>
        <p:spPr>
          <a:xfrm>
            <a:off x="2038481" y="2533320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0" name="anim_o4975_1">
            <a:extLst>
              <a:ext uri="{FF2B5EF4-FFF2-40B4-BE49-F238E27FC236}">
                <a16:creationId xmlns:a16="http://schemas.microsoft.com/office/drawing/2014/main" id="{720AA8EC-D16A-464D-93F4-E8497EB516F6}"/>
              </a:ext>
            </a:extLst>
          </p:cNvPr>
          <p:cNvSpPr>
            <a:spLocks noGrp="1"/>
          </p:cNvSpPr>
          <p:nvPr/>
        </p:nvSpPr>
        <p:spPr>
          <a:xfrm>
            <a:off x="2342838" y="2533320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1" name="anim_o4976_1">
            <a:extLst>
              <a:ext uri="{FF2B5EF4-FFF2-40B4-BE49-F238E27FC236}">
                <a16:creationId xmlns:a16="http://schemas.microsoft.com/office/drawing/2014/main" id="{CEA0C811-F560-418B-A0EB-723DFB6811E0}"/>
              </a:ext>
            </a:extLst>
          </p:cNvPr>
          <p:cNvSpPr>
            <a:spLocks noGrp="1"/>
          </p:cNvSpPr>
          <p:nvPr/>
        </p:nvSpPr>
        <p:spPr>
          <a:xfrm>
            <a:off x="2647196" y="2533320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2" name="anim_o4977_1">
            <a:extLst>
              <a:ext uri="{FF2B5EF4-FFF2-40B4-BE49-F238E27FC236}">
                <a16:creationId xmlns:a16="http://schemas.microsoft.com/office/drawing/2014/main" id="{880FBC17-6DDF-46BC-B708-B1F593DA6310}"/>
              </a:ext>
            </a:extLst>
          </p:cNvPr>
          <p:cNvSpPr>
            <a:spLocks noGrp="1"/>
          </p:cNvSpPr>
          <p:nvPr/>
        </p:nvSpPr>
        <p:spPr>
          <a:xfrm>
            <a:off x="1125409" y="2837677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3" name="anim_o4978_1">
            <a:extLst>
              <a:ext uri="{FF2B5EF4-FFF2-40B4-BE49-F238E27FC236}">
                <a16:creationId xmlns:a16="http://schemas.microsoft.com/office/drawing/2014/main" id="{A0E2669D-42D9-45BA-AF48-B2651083EE2A}"/>
              </a:ext>
            </a:extLst>
          </p:cNvPr>
          <p:cNvSpPr>
            <a:spLocks noGrp="1"/>
          </p:cNvSpPr>
          <p:nvPr/>
        </p:nvSpPr>
        <p:spPr>
          <a:xfrm>
            <a:off x="1429766" y="2837677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4" name="anim_o4979_1">
            <a:extLst>
              <a:ext uri="{FF2B5EF4-FFF2-40B4-BE49-F238E27FC236}">
                <a16:creationId xmlns:a16="http://schemas.microsoft.com/office/drawing/2014/main" id="{A3010BD5-6BD8-47B5-9358-6E4ED732EFD6}"/>
              </a:ext>
            </a:extLst>
          </p:cNvPr>
          <p:cNvSpPr>
            <a:spLocks noGrp="1"/>
          </p:cNvSpPr>
          <p:nvPr/>
        </p:nvSpPr>
        <p:spPr>
          <a:xfrm>
            <a:off x="1734123" y="2837677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5" name="anim_o4980_1">
            <a:extLst>
              <a:ext uri="{FF2B5EF4-FFF2-40B4-BE49-F238E27FC236}">
                <a16:creationId xmlns:a16="http://schemas.microsoft.com/office/drawing/2014/main" id="{81D2FBB0-E4B2-45B9-98E2-8D9E18369507}"/>
              </a:ext>
            </a:extLst>
          </p:cNvPr>
          <p:cNvSpPr>
            <a:spLocks noGrp="1"/>
          </p:cNvSpPr>
          <p:nvPr/>
        </p:nvSpPr>
        <p:spPr>
          <a:xfrm>
            <a:off x="2038481" y="2837677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6" name="anim_o4981_1">
            <a:extLst>
              <a:ext uri="{FF2B5EF4-FFF2-40B4-BE49-F238E27FC236}">
                <a16:creationId xmlns:a16="http://schemas.microsoft.com/office/drawing/2014/main" id="{36EBE1E4-F5CE-4E19-A4A7-374182C9095F}"/>
              </a:ext>
            </a:extLst>
          </p:cNvPr>
          <p:cNvSpPr>
            <a:spLocks noGrp="1"/>
          </p:cNvSpPr>
          <p:nvPr/>
        </p:nvSpPr>
        <p:spPr>
          <a:xfrm>
            <a:off x="2342838" y="2837677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7" name="anim_o4982_1">
            <a:extLst>
              <a:ext uri="{FF2B5EF4-FFF2-40B4-BE49-F238E27FC236}">
                <a16:creationId xmlns:a16="http://schemas.microsoft.com/office/drawing/2014/main" id="{49E7D470-A1BD-4286-9265-C47622C572A0}"/>
              </a:ext>
            </a:extLst>
          </p:cNvPr>
          <p:cNvSpPr>
            <a:spLocks noGrp="1"/>
          </p:cNvSpPr>
          <p:nvPr/>
        </p:nvSpPr>
        <p:spPr>
          <a:xfrm>
            <a:off x="2647196" y="2837677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8" name="anim_o4983_1">
            <a:extLst>
              <a:ext uri="{FF2B5EF4-FFF2-40B4-BE49-F238E27FC236}">
                <a16:creationId xmlns:a16="http://schemas.microsoft.com/office/drawing/2014/main" id="{8F19F681-62CB-4A12-B8EA-85BE4E8D51BA}"/>
              </a:ext>
            </a:extLst>
          </p:cNvPr>
          <p:cNvSpPr>
            <a:spLocks noGrp="1"/>
          </p:cNvSpPr>
          <p:nvPr/>
        </p:nvSpPr>
        <p:spPr>
          <a:xfrm>
            <a:off x="1125409" y="3142034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9" name="anim_o4984_1">
            <a:extLst>
              <a:ext uri="{FF2B5EF4-FFF2-40B4-BE49-F238E27FC236}">
                <a16:creationId xmlns:a16="http://schemas.microsoft.com/office/drawing/2014/main" id="{068EBECA-3E78-4712-8E21-B100FDC4942C}"/>
              </a:ext>
            </a:extLst>
          </p:cNvPr>
          <p:cNvSpPr>
            <a:spLocks noGrp="1"/>
          </p:cNvSpPr>
          <p:nvPr/>
        </p:nvSpPr>
        <p:spPr>
          <a:xfrm>
            <a:off x="1429766" y="3142034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0" name="anim_o4985_1">
            <a:extLst>
              <a:ext uri="{FF2B5EF4-FFF2-40B4-BE49-F238E27FC236}">
                <a16:creationId xmlns:a16="http://schemas.microsoft.com/office/drawing/2014/main" id="{000E70E0-1689-41D1-82A6-043A8189B247}"/>
              </a:ext>
            </a:extLst>
          </p:cNvPr>
          <p:cNvSpPr>
            <a:spLocks noGrp="1"/>
          </p:cNvSpPr>
          <p:nvPr/>
        </p:nvSpPr>
        <p:spPr>
          <a:xfrm>
            <a:off x="1734123" y="3142034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1" name="anim_o4986_1">
            <a:extLst>
              <a:ext uri="{FF2B5EF4-FFF2-40B4-BE49-F238E27FC236}">
                <a16:creationId xmlns:a16="http://schemas.microsoft.com/office/drawing/2014/main" id="{A1DDDDC8-CCAE-4DBA-9D63-09FE7589E20C}"/>
              </a:ext>
            </a:extLst>
          </p:cNvPr>
          <p:cNvSpPr>
            <a:spLocks noGrp="1"/>
          </p:cNvSpPr>
          <p:nvPr/>
        </p:nvSpPr>
        <p:spPr>
          <a:xfrm>
            <a:off x="2038481" y="3142034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2" name="anim_o4987_1">
            <a:extLst>
              <a:ext uri="{FF2B5EF4-FFF2-40B4-BE49-F238E27FC236}">
                <a16:creationId xmlns:a16="http://schemas.microsoft.com/office/drawing/2014/main" id="{093E9D5A-8A8B-495F-AEDC-BEF79D8902EB}"/>
              </a:ext>
            </a:extLst>
          </p:cNvPr>
          <p:cNvSpPr>
            <a:spLocks noGrp="1"/>
          </p:cNvSpPr>
          <p:nvPr/>
        </p:nvSpPr>
        <p:spPr>
          <a:xfrm>
            <a:off x="2342838" y="3142034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3" name="anim_o4988_1">
            <a:extLst>
              <a:ext uri="{FF2B5EF4-FFF2-40B4-BE49-F238E27FC236}">
                <a16:creationId xmlns:a16="http://schemas.microsoft.com/office/drawing/2014/main" id="{30A68652-B927-4D07-B9D9-AE904C1F7A9B}"/>
              </a:ext>
            </a:extLst>
          </p:cNvPr>
          <p:cNvSpPr>
            <a:spLocks noGrp="1"/>
          </p:cNvSpPr>
          <p:nvPr/>
        </p:nvSpPr>
        <p:spPr>
          <a:xfrm>
            <a:off x="2647196" y="3142034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4" name="anim_o4989_1">
            <a:extLst>
              <a:ext uri="{FF2B5EF4-FFF2-40B4-BE49-F238E27FC236}">
                <a16:creationId xmlns:a16="http://schemas.microsoft.com/office/drawing/2014/main" id="{607FC86F-9E67-4EF1-A369-12EECC661F81}"/>
              </a:ext>
            </a:extLst>
          </p:cNvPr>
          <p:cNvSpPr>
            <a:spLocks noGrp="1"/>
          </p:cNvSpPr>
          <p:nvPr/>
        </p:nvSpPr>
        <p:spPr>
          <a:xfrm>
            <a:off x="1125409" y="3446392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5" name="anim_o4990_1">
            <a:extLst>
              <a:ext uri="{FF2B5EF4-FFF2-40B4-BE49-F238E27FC236}">
                <a16:creationId xmlns:a16="http://schemas.microsoft.com/office/drawing/2014/main" id="{B422AFB7-BA2E-41B9-B581-75AFDD144EB9}"/>
              </a:ext>
            </a:extLst>
          </p:cNvPr>
          <p:cNvSpPr>
            <a:spLocks noGrp="1"/>
          </p:cNvSpPr>
          <p:nvPr/>
        </p:nvSpPr>
        <p:spPr>
          <a:xfrm>
            <a:off x="1429766" y="3446392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6" name="anim_o4991_1">
            <a:extLst>
              <a:ext uri="{FF2B5EF4-FFF2-40B4-BE49-F238E27FC236}">
                <a16:creationId xmlns:a16="http://schemas.microsoft.com/office/drawing/2014/main" id="{8DB54210-BB6D-476F-9FC2-7BFBF6CA0AC5}"/>
              </a:ext>
            </a:extLst>
          </p:cNvPr>
          <p:cNvSpPr>
            <a:spLocks noGrp="1"/>
          </p:cNvSpPr>
          <p:nvPr/>
        </p:nvSpPr>
        <p:spPr>
          <a:xfrm>
            <a:off x="1734123" y="3446392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7" name="anim_o4992_1">
            <a:extLst>
              <a:ext uri="{FF2B5EF4-FFF2-40B4-BE49-F238E27FC236}">
                <a16:creationId xmlns:a16="http://schemas.microsoft.com/office/drawing/2014/main" id="{57C97974-8734-4D4E-A6B0-173C96D66199}"/>
              </a:ext>
            </a:extLst>
          </p:cNvPr>
          <p:cNvSpPr>
            <a:spLocks noGrp="1"/>
          </p:cNvSpPr>
          <p:nvPr/>
        </p:nvSpPr>
        <p:spPr>
          <a:xfrm>
            <a:off x="2038481" y="3446392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8" name="anim_o4993_1">
            <a:extLst>
              <a:ext uri="{FF2B5EF4-FFF2-40B4-BE49-F238E27FC236}">
                <a16:creationId xmlns:a16="http://schemas.microsoft.com/office/drawing/2014/main" id="{76369A68-FB42-4FA1-9412-4BE3DA425E97}"/>
              </a:ext>
            </a:extLst>
          </p:cNvPr>
          <p:cNvSpPr>
            <a:spLocks noGrp="1"/>
          </p:cNvSpPr>
          <p:nvPr/>
        </p:nvSpPr>
        <p:spPr>
          <a:xfrm>
            <a:off x="2342838" y="3446392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9" name="anim_o4994_1">
            <a:extLst>
              <a:ext uri="{FF2B5EF4-FFF2-40B4-BE49-F238E27FC236}">
                <a16:creationId xmlns:a16="http://schemas.microsoft.com/office/drawing/2014/main" id="{04BF52D5-3DF8-4947-9F0D-98C29F2C96E1}"/>
              </a:ext>
            </a:extLst>
          </p:cNvPr>
          <p:cNvSpPr>
            <a:spLocks noGrp="1"/>
          </p:cNvSpPr>
          <p:nvPr/>
        </p:nvSpPr>
        <p:spPr>
          <a:xfrm>
            <a:off x="2647196" y="3446392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0" name="anim_o5078_1">
            <a:extLst>
              <a:ext uri="{FF2B5EF4-FFF2-40B4-BE49-F238E27FC236}">
                <a16:creationId xmlns:a16="http://schemas.microsoft.com/office/drawing/2014/main" id="{4D15E13C-1B6D-4B74-81DD-1B3F609FF9F2}"/>
              </a:ext>
            </a:extLst>
          </p:cNvPr>
          <p:cNvSpPr>
            <a:spLocks noGrp="1"/>
          </p:cNvSpPr>
          <p:nvPr/>
        </p:nvSpPr>
        <p:spPr>
          <a:xfrm>
            <a:off x="4625519" y="468037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1" name="anim_o5079_1">
            <a:extLst>
              <a:ext uri="{FF2B5EF4-FFF2-40B4-BE49-F238E27FC236}">
                <a16:creationId xmlns:a16="http://schemas.microsoft.com/office/drawing/2014/main" id="{1D9EC09A-372D-4EC1-99A6-1E49D40DB9FC}"/>
              </a:ext>
            </a:extLst>
          </p:cNvPr>
          <p:cNvSpPr>
            <a:spLocks noGrp="1"/>
          </p:cNvSpPr>
          <p:nvPr/>
        </p:nvSpPr>
        <p:spPr>
          <a:xfrm>
            <a:off x="4929876" y="468037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2" name="anim_o5080_1">
            <a:extLst>
              <a:ext uri="{FF2B5EF4-FFF2-40B4-BE49-F238E27FC236}">
                <a16:creationId xmlns:a16="http://schemas.microsoft.com/office/drawing/2014/main" id="{7C0B8DE2-BB21-491F-AB84-C3E255EC1165}"/>
              </a:ext>
            </a:extLst>
          </p:cNvPr>
          <p:cNvSpPr>
            <a:spLocks noGrp="1"/>
          </p:cNvSpPr>
          <p:nvPr/>
        </p:nvSpPr>
        <p:spPr>
          <a:xfrm>
            <a:off x="5234234" y="468037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3" name="anim_o5081_1">
            <a:extLst>
              <a:ext uri="{FF2B5EF4-FFF2-40B4-BE49-F238E27FC236}">
                <a16:creationId xmlns:a16="http://schemas.microsoft.com/office/drawing/2014/main" id="{DF00CFA0-786B-49E3-ADE3-55514A8A5EE2}"/>
              </a:ext>
            </a:extLst>
          </p:cNvPr>
          <p:cNvSpPr>
            <a:spLocks noGrp="1"/>
          </p:cNvSpPr>
          <p:nvPr/>
        </p:nvSpPr>
        <p:spPr>
          <a:xfrm>
            <a:off x="4625519" y="772395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4" name="anim_o5082_1">
            <a:extLst>
              <a:ext uri="{FF2B5EF4-FFF2-40B4-BE49-F238E27FC236}">
                <a16:creationId xmlns:a16="http://schemas.microsoft.com/office/drawing/2014/main" id="{ED8D082D-1901-462E-B15D-D6F50834BE29}"/>
              </a:ext>
            </a:extLst>
          </p:cNvPr>
          <p:cNvSpPr>
            <a:spLocks noGrp="1"/>
          </p:cNvSpPr>
          <p:nvPr/>
        </p:nvSpPr>
        <p:spPr>
          <a:xfrm>
            <a:off x="4929876" y="772395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5" name="anim_o5083_1">
            <a:extLst>
              <a:ext uri="{FF2B5EF4-FFF2-40B4-BE49-F238E27FC236}">
                <a16:creationId xmlns:a16="http://schemas.microsoft.com/office/drawing/2014/main" id="{EC6915B4-E23F-4224-83DD-16AA732C8A05}"/>
              </a:ext>
            </a:extLst>
          </p:cNvPr>
          <p:cNvSpPr>
            <a:spLocks noGrp="1"/>
          </p:cNvSpPr>
          <p:nvPr/>
        </p:nvSpPr>
        <p:spPr>
          <a:xfrm>
            <a:off x="5234234" y="772395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6" name="anim_o5084_1">
            <a:extLst>
              <a:ext uri="{FF2B5EF4-FFF2-40B4-BE49-F238E27FC236}">
                <a16:creationId xmlns:a16="http://schemas.microsoft.com/office/drawing/2014/main" id="{C8C81CA3-E75D-44E5-9A33-03CF43C5D718}"/>
              </a:ext>
            </a:extLst>
          </p:cNvPr>
          <p:cNvSpPr>
            <a:spLocks noGrp="1"/>
          </p:cNvSpPr>
          <p:nvPr/>
        </p:nvSpPr>
        <p:spPr>
          <a:xfrm>
            <a:off x="4625519" y="1076752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7" name="anim_o5085_1">
            <a:extLst>
              <a:ext uri="{FF2B5EF4-FFF2-40B4-BE49-F238E27FC236}">
                <a16:creationId xmlns:a16="http://schemas.microsoft.com/office/drawing/2014/main" id="{2E451569-6EBC-4A9B-8B83-FF516D66C7DC}"/>
              </a:ext>
            </a:extLst>
          </p:cNvPr>
          <p:cNvSpPr>
            <a:spLocks noGrp="1"/>
          </p:cNvSpPr>
          <p:nvPr/>
        </p:nvSpPr>
        <p:spPr>
          <a:xfrm>
            <a:off x="4929876" y="1076752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8" name="anim_o5086_1">
            <a:extLst>
              <a:ext uri="{FF2B5EF4-FFF2-40B4-BE49-F238E27FC236}">
                <a16:creationId xmlns:a16="http://schemas.microsoft.com/office/drawing/2014/main" id="{C8E05D02-3185-4F1C-9654-056018C06A57}"/>
              </a:ext>
            </a:extLst>
          </p:cNvPr>
          <p:cNvSpPr>
            <a:spLocks noGrp="1"/>
          </p:cNvSpPr>
          <p:nvPr/>
        </p:nvSpPr>
        <p:spPr>
          <a:xfrm>
            <a:off x="5234234" y="1076752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9" name="anim_o5109_1">
            <a:extLst>
              <a:ext uri="{FF2B5EF4-FFF2-40B4-BE49-F238E27FC236}">
                <a16:creationId xmlns:a16="http://schemas.microsoft.com/office/drawing/2014/main" id="{F2B8FD51-2EF8-4C56-B863-3A0FA1DCFDF3}"/>
              </a:ext>
            </a:extLst>
          </p:cNvPr>
          <p:cNvSpPr>
            <a:spLocks noGrp="1"/>
          </p:cNvSpPr>
          <p:nvPr/>
        </p:nvSpPr>
        <p:spPr>
          <a:xfrm>
            <a:off x="4625519" y="2381141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0" name="anim_o5110_1">
            <a:extLst>
              <a:ext uri="{FF2B5EF4-FFF2-40B4-BE49-F238E27FC236}">
                <a16:creationId xmlns:a16="http://schemas.microsoft.com/office/drawing/2014/main" id="{80448B48-97EA-43EF-92B7-C0891F8B6B29}"/>
              </a:ext>
            </a:extLst>
          </p:cNvPr>
          <p:cNvSpPr>
            <a:spLocks noGrp="1"/>
          </p:cNvSpPr>
          <p:nvPr/>
        </p:nvSpPr>
        <p:spPr>
          <a:xfrm>
            <a:off x="4929876" y="2381141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1" name="anim_o5111_1">
            <a:extLst>
              <a:ext uri="{FF2B5EF4-FFF2-40B4-BE49-F238E27FC236}">
                <a16:creationId xmlns:a16="http://schemas.microsoft.com/office/drawing/2014/main" id="{756B359E-BCA5-4E2C-8EA8-586B9CC31150}"/>
              </a:ext>
            </a:extLst>
          </p:cNvPr>
          <p:cNvSpPr>
            <a:spLocks noGrp="1"/>
          </p:cNvSpPr>
          <p:nvPr/>
        </p:nvSpPr>
        <p:spPr>
          <a:xfrm>
            <a:off x="5234234" y="2381141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2" name="anim_o5112_1">
            <a:extLst>
              <a:ext uri="{FF2B5EF4-FFF2-40B4-BE49-F238E27FC236}">
                <a16:creationId xmlns:a16="http://schemas.microsoft.com/office/drawing/2014/main" id="{09CC5879-7A14-44E1-BB39-0AFFED4F3AB8}"/>
              </a:ext>
            </a:extLst>
          </p:cNvPr>
          <p:cNvSpPr>
            <a:spLocks noGrp="1"/>
          </p:cNvSpPr>
          <p:nvPr/>
        </p:nvSpPr>
        <p:spPr>
          <a:xfrm>
            <a:off x="4625519" y="2685498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3" name="anim_o5113_1">
            <a:extLst>
              <a:ext uri="{FF2B5EF4-FFF2-40B4-BE49-F238E27FC236}">
                <a16:creationId xmlns:a16="http://schemas.microsoft.com/office/drawing/2014/main" id="{4DE05AC4-9E1A-40CD-BDDC-6927AC32580E}"/>
              </a:ext>
            </a:extLst>
          </p:cNvPr>
          <p:cNvSpPr>
            <a:spLocks noGrp="1"/>
          </p:cNvSpPr>
          <p:nvPr/>
        </p:nvSpPr>
        <p:spPr>
          <a:xfrm>
            <a:off x="4929876" y="2685498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4" name="anim_o5114_1">
            <a:extLst>
              <a:ext uri="{FF2B5EF4-FFF2-40B4-BE49-F238E27FC236}">
                <a16:creationId xmlns:a16="http://schemas.microsoft.com/office/drawing/2014/main" id="{F618E906-72AD-4E61-BC54-BA58A30A24D4}"/>
              </a:ext>
            </a:extLst>
          </p:cNvPr>
          <p:cNvSpPr>
            <a:spLocks noGrp="1"/>
          </p:cNvSpPr>
          <p:nvPr/>
        </p:nvSpPr>
        <p:spPr>
          <a:xfrm>
            <a:off x="5234234" y="2685498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5" name="anim_o5115_1">
            <a:extLst>
              <a:ext uri="{FF2B5EF4-FFF2-40B4-BE49-F238E27FC236}">
                <a16:creationId xmlns:a16="http://schemas.microsoft.com/office/drawing/2014/main" id="{021EF627-B8E2-4C2F-8794-1E53EFEB8774}"/>
              </a:ext>
            </a:extLst>
          </p:cNvPr>
          <p:cNvSpPr>
            <a:spLocks noGrp="1"/>
          </p:cNvSpPr>
          <p:nvPr/>
        </p:nvSpPr>
        <p:spPr>
          <a:xfrm>
            <a:off x="4625519" y="2989856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6" name="anim_o5116_1">
            <a:extLst>
              <a:ext uri="{FF2B5EF4-FFF2-40B4-BE49-F238E27FC236}">
                <a16:creationId xmlns:a16="http://schemas.microsoft.com/office/drawing/2014/main" id="{4E89FEA1-2D10-42B8-873A-7E570F7FFFC3}"/>
              </a:ext>
            </a:extLst>
          </p:cNvPr>
          <p:cNvSpPr>
            <a:spLocks noGrp="1"/>
          </p:cNvSpPr>
          <p:nvPr/>
        </p:nvSpPr>
        <p:spPr>
          <a:xfrm>
            <a:off x="4929876" y="2989856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7" name="anim_o5117_1">
            <a:extLst>
              <a:ext uri="{FF2B5EF4-FFF2-40B4-BE49-F238E27FC236}">
                <a16:creationId xmlns:a16="http://schemas.microsoft.com/office/drawing/2014/main" id="{9470A75D-EE67-4486-9580-A9FF9FD2DD6B}"/>
              </a:ext>
            </a:extLst>
          </p:cNvPr>
          <p:cNvSpPr>
            <a:spLocks noGrp="1"/>
          </p:cNvSpPr>
          <p:nvPr/>
        </p:nvSpPr>
        <p:spPr>
          <a:xfrm>
            <a:off x="5234234" y="2989856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8" name="anim_o5140_1">
            <a:extLst>
              <a:ext uri="{FF2B5EF4-FFF2-40B4-BE49-F238E27FC236}">
                <a16:creationId xmlns:a16="http://schemas.microsoft.com/office/drawing/2014/main" id="{6453C308-1492-4F48-89A9-9C1CB0914E74}"/>
              </a:ext>
            </a:extLst>
          </p:cNvPr>
          <p:cNvSpPr>
            <a:spLocks noGrp="1"/>
          </p:cNvSpPr>
          <p:nvPr/>
        </p:nvSpPr>
        <p:spPr>
          <a:xfrm>
            <a:off x="4625519" y="4294245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9" name="anim_o5141_1">
            <a:extLst>
              <a:ext uri="{FF2B5EF4-FFF2-40B4-BE49-F238E27FC236}">
                <a16:creationId xmlns:a16="http://schemas.microsoft.com/office/drawing/2014/main" id="{D7AC62DB-A967-42C5-8AE3-6AA2ADD2D2A8}"/>
              </a:ext>
            </a:extLst>
          </p:cNvPr>
          <p:cNvSpPr>
            <a:spLocks noGrp="1"/>
          </p:cNvSpPr>
          <p:nvPr/>
        </p:nvSpPr>
        <p:spPr>
          <a:xfrm>
            <a:off x="4929876" y="4294245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0" name="anim_o5142_1">
            <a:extLst>
              <a:ext uri="{FF2B5EF4-FFF2-40B4-BE49-F238E27FC236}">
                <a16:creationId xmlns:a16="http://schemas.microsoft.com/office/drawing/2014/main" id="{C2EC303C-D72E-4365-B489-E82A7B0250D3}"/>
              </a:ext>
            </a:extLst>
          </p:cNvPr>
          <p:cNvSpPr>
            <a:spLocks noGrp="1"/>
          </p:cNvSpPr>
          <p:nvPr/>
        </p:nvSpPr>
        <p:spPr>
          <a:xfrm>
            <a:off x="5234234" y="4294245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1" name="anim_o5143_1">
            <a:extLst>
              <a:ext uri="{FF2B5EF4-FFF2-40B4-BE49-F238E27FC236}">
                <a16:creationId xmlns:a16="http://schemas.microsoft.com/office/drawing/2014/main" id="{B473FDDB-45B9-44E1-B3DB-49EAA451D313}"/>
              </a:ext>
            </a:extLst>
          </p:cNvPr>
          <p:cNvSpPr>
            <a:spLocks noGrp="1"/>
          </p:cNvSpPr>
          <p:nvPr/>
        </p:nvSpPr>
        <p:spPr>
          <a:xfrm>
            <a:off x="4625519" y="4598602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2" name="anim_o5144_1">
            <a:extLst>
              <a:ext uri="{FF2B5EF4-FFF2-40B4-BE49-F238E27FC236}">
                <a16:creationId xmlns:a16="http://schemas.microsoft.com/office/drawing/2014/main" id="{07A3ECB1-FBBE-40BE-86A8-FAEBC1A23A1C}"/>
              </a:ext>
            </a:extLst>
          </p:cNvPr>
          <p:cNvSpPr>
            <a:spLocks noGrp="1"/>
          </p:cNvSpPr>
          <p:nvPr/>
        </p:nvSpPr>
        <p:spPr>
          <a:xfrm>
            <a:off x="4929876" y="4598602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3" name="anim_o5145_1">
            <a:extLst>
              <a:ext uri="{FF2B5EF4-FFF2-40B4-BE49-F238E27FC236}">
                <a16:creationId xmlns:a16="http://schemas.microsoft.com/office/drawing/2014/main" id="{29AE70D1-FC69-4C0B-B735-9F7FB6A4CBE3}"/>
              </a:ext>
            </a:extLst>
          </p:cNvPr>
          <p:cNvSpPr>
            <a:spLocks noGrp="1"/>
          </p:cNvSpPr>
          <p:nvPr/>
        </p:nvSpPr>
        <p:spPr>
          <a:xfrm>
            <a:off x="5234234" y="4598602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4" name="anim_o5146_1">
            <a:extLst>
              <a:ext uri="{FF2B5EF4-FFF2-40B4-BE49-F238E27FC236}">
                <a16:creationId xmlns:a16="http://schemas.microsoft.com/office/drawing/2014/main" id="{6218DC42-831A-4FB6-9151-FBBFB58596E5}"/>
              </a:ext>
            </a:extLst>
          </p:cNvPr>
          <p:cNvSpPr>
            <a:spLocks noGrp="1"/>
          </p:cNvSpPr>
          <p:nvPr/>
        </p:nvSpPr>
        <p:spPr>
          <a:xfrm>
            <a:off x="4625519" y="4902959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5" name="anim_o5147_1">
            <a:extLst>
              <a:ext uri="{FF2B5EF4-FFF2-40B4-BE49-F238E27FC236}">
                <a16:creationId xmlns:a16="http://schemas.microsoft.com/office/drawing/2014/main" id="{BDE558DF-61FF-4DE7-9E11-C45FB014D1CE}"/>
              </a:ext>
            </a:extLst>
          </p:cNvPr>
          <p:cNvSpPr>
            <a:spLocks noGrp="1"/>
          </p:cNvSpPr>
          <p:nvPr/>
        </p:nvSpPr>
        <p:spPr>
          <a:xfrm>
            <a:off x="4929876" y="4902959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6" name="anim_o5148_1">
            <a:extLst>
              <a:ext uri="{FF2B5EF4-FFF2-40B4-BE49-F238E27FC236}">
                <a16:creationId xmlns:a16="http://schemas.microsoft.com/office/drawing/2014/main" id="{FC10A29C-4368-412B-8AA3-3B8714384B3C}"/>
              </a:ext>
            </a:extLst>
          </p:cNvPr>
          <p:cNvSpPr>
            <a:spLocks noGrp="1"/>
          </p:cNvSpPr>
          <p:nvPr/>
        </p:nvSpPr>
        <p:spPr>
          <a:xfrm>
            <a:off x="5234234" y="4902959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7" name="anim_to5428_0_1">
            <a:extLst>
              <a:ext uri="{FF2B5EF4-FFF2-40B4-BE49-F238E27FC236}">
                <a16:creationId xmlns:a16="http://schemas.microsoft.com/office/drawing/2014/main" id="{6247F4E5-C32B-45DD-A716-823125D26051}"/>
              </a:ext>
            </a:extLst>
          </p:cNvPr>
          <p:cNvSpPr>
            <a:spLocks noGrp="1"/>
          </p:cNvSpPr>
          <p:nvPr/>
        </p:nvSpPr>
        <p:spPr>
          <a:xfrm>
            <a:off x="340102" y="4478593"/>
            <a:ext cx="222633" cy="41561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6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6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n</a:t>
            </a:r>
          </a:p>
        </p:txBody>
      </p:sp>
      <p:sp>
        <p:nvSpPr>
          <p:cNvPr id="318" name="anim_to5431_0_1">
            <a:extLst>
              <a:ext uri="{FF2B5EF4-FFF2-40B4-BE49-F238E27FC236}">
                <a16:creationId xmlns:a16="http://schemas.microsoft.com/office/drawing/2014/main" id="{02EA5E30-F082-48F8-8650-D073809A7D0D}"/>
              </a:ext>
            </a:extLst>
          </p:cNvPr>
          <p:cNvSpPr>
            <a:spLocks noGrp="1"/>
          </p:cNvSpPr>
          <p:nvPr/>
        </p:nvSpPr>
        <p:spPr>
          <a:xfrm>
            <a:off x="524634" y="4619154"/>
            <a:ext cx="187222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H</a:t>
            </a:r>
          </a:p>
        </p:txBody>
      </p:sp>
      <p:sp>
        <p:nvSpPr>
          <p:cNvPr id="319" name="anim_to5434_0_1">
            <a:extLst>
              <a:ext uri="{FF2B5EF4-FFF2-40B4-BE49-F238E27FC236}">
                <a16:creationId xmlns:a16="http://schemas.microsoft.com/office/drawing/2014/main" id="{EE0FBE1B-8F8B-4DD4-A331-0566299706BC}"/>
              </a:ext>
            </a:extLst>
          </p:cNvPr>
          <p:cNvSpPr>
            <a:spLocks noGrp="1"/>
          </p:cNvSpPr>
          <p:nvPr/>
        </p:nvSpPr>
        <p:spPr>
          <a:xfrm>
            <a:off x="673757" y="4449584"/>
            <a:ext cx="128870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320" name="anim_to5436_0_1">
            <a:extLst>
              <a:ext uri="{FF2B5EF4-FFF2-40B4-BE49-F238E27FC236}">
                <a16:creationId xmlns:a16="http://schemas.microsoft.com/office/drawing/2014/main" id="{D98BCA21-C255-4A9F-8C61-8D76B3E8F2E0}"/>
              </a:ext>
            </a:extLst>
          </p:cNvPr>
          <p:cNvSpPr>
            <a:spLocks noGrp="1"/>
          </p:cNvSpPr>
          <p:nvPr/>
        </p:nvSpPr>
        <p:spPr>
          <a:xfrm>
            <a:off x="764527" y="4449584"/>
            <a:ext cx="97533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321" name="anim_to5438_0_1">
            <a:extLst>
              <a:ext uri="{FF2B5EF4-FFF2-40B4-BE49-F238E27FC236}">
                <a16:creationId xmlns:a16="http://schemas.microsoft.com/office/drawing/2014/main" id="{472F265A-0FCA-475D-8EEF-2FC1A511FAD5}"/>
              </a:ext>
            </a:extLst>
          </p:cNvPr>
          <p:cNvSpPr>
            <a:spLocks noGrp="1"/>
          </p:cNvSpPr>
          <p:nvPr/>
        </p:nvSpPr>
        <p:spPr>
          <a:xfrm>
            <a:off x="823960" y="4449584"/>
            <a:ext cx="110500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-</a:t>
            </a:r>
          </a:p>
        </p:txBody>
      </p:sp>
      <p:sp>
        <p:nvSpPr>
          <p:cNvPr id="322" name="anim_to5440_0_1">
            <a:extLst>
              <a:ext uri="{FF2B5EF4-FFF2-40B4-BE49-F238E27FC236}">
                <a16:creationId xmlns:a16="http://schemas.microsoft.com/office/drawing/2014/main" id="{F7BC5531-7592-4973-8A61-B9217B42695D}"/>
              </a:ext>
            </a:extLst>
          </p:cNvPr>
          <p:cNvSpPr>
            <a:spLocks noGrp="1"/>
          </p:cNvSpPr>
          <p:nvPr/>
        </p:nvSpPr>
        <p:spPr>
          <a:xfrm>
            <a:off x="896359" y="4449584"/>
            <a:ext cx="158046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323" name="anim_to5442_0_1">
            <a:extLst>
              <a:ext uri="{FF2B5EF4-FFF2-40B4-BE49-F238E27FC236}">
                <a16:creationId xmlns:a16="http://schemas.microsoft.com/office/drawing/2014/main" id="{79625498-58F0-4AA2-9DE4-A9591474A1F6}"/>
              </a:ext>
            </a:extLst>
          </p:cNvPr>
          <p:cNvSpPr>
            <a:spLocks noGrp="1"/>
          </p:cNvSpPr>
          <p:nvPr/>
        </p:nvSpPr>
        <p:spPr>
          <a:xfrm>
            <a:off x="1016306" y="4449584"/>
            <a:ext cx="128870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324" name="anim_to5446_0_1">
            <a:extLst>
              <a:ext uri="{FF2B5EF4-FFF2-40B4-BE49-F238E27FC236}">
                <a16:creationId xmlns:a16="http://schemas.microsoft.com/office/drawing/2014/main" id="{A81AEDF2-8651-49D4-B198-78F1FFE153F6}"/>
              </a:ext>
            </a:extLst>
          </p:cNvPr>
          <p:cNvSpPr>
            <a:spLocks noGrp="1"/>
          </p:cNvSpPr>
          <p:nvPr/>
        </p:nvSpPr>
        <p:spPr>
          <a:xfrm>
            <a:off x="1180224" y="4478593"/>
            <a:ext cx="275831" cy="41561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6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6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325" name="anim_to5450_0_1">
            <a:extLst>
              <a:ext uri="{FF2B5EF4-FFF2-40B4-BE49-F238E27FC236}">
                <a16:creationId xmlns:a16="http://schemas.microsoft.com/office/drawing/2014/main" id="{D221DD5E-A8C3-48DA-B0A1-20C3F4AA437D}"/>
              </a:ext>
            </a:extLst>
          </p:cNvPr>
          <p:cNvSpPr>
            <a:spLocks noGrp="1"/>
          </p:cNvSpPr>
          <p:nvPr/>
        </p:nvSpPr>
        <p:spPr>
          <a:xfrm>
            <a:off x="1491103" y="4478593"/>
            <a:ext cx="222633" cy="41561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6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6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n</a:t>
            </a:r>
          </a:p>
        </p:txBody>
      </p:sp>
      <p:sp>
        <p:nvSpPr>
          <p:cNvPr id="326" name="anim_to5453_0_1">
            <a:extLst>
              <a:ext uri="{FF2B5EF4-FFF2-40B4-BE49-F238E27FC236}">
                <a16:creationId xmlns:a16="http://schemas.microsoft.com/office/drawing/2014/main" id="{A3551442-EE52-4B71-8786-65C2B22618EC}"/>
              </a:ext>
            </a:extLst>
          </p:cNvPr>
          <p:cNvSpPr>
            <a:spLocks noGrp="1"/>
          </p:cNvSpPr>
          <p:nvPr/>
        </p:nvSpPr>
        <p:spPr>
          <a:xfrm>
            <a:off x="1675636" y="4619154"/>
            <a:ext cx="236930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W</a:t>
            </a:r>
          </a:p>
        </p:txBody>
      </p:sp>
      <p:sp>
        <p:nvSpPr>
          <p:cNvPr id="327" name="anim_to5456_0_1">
            <a:extLst>
              <a:ext uri="{FF2B5EF4-FFF2-40B4-BE49-F238E27FC236}">
                <a16:creationId xmlns:a16="http://schemas.microsoft.com/office/drawing/2014/main" id="{013A62E9-3B4D-4262-871C-A70ED63E6F02}"/>
              </a:ext>
            </a:extLst>
          </p:cNvPr>
          <p:cNvSpPr>
            <a:spLocks noGrp="1"/>
          </p:cNvSpPr>
          <p:nvPr/>
        </p:nvSpPr>
        <p:spPr>
          <a:xfrm>
            <a:off x="1874466" y="4449584"/>
            <a:ext cx="128870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328" name="anim_to5458_0_1">
            <a:extLst>
              <a:ext uri="{FF2B5EF4-FFF2-40B4-BE49-F238E27FC236}">
                <a16:creationId xmlns:a16="http://schemas.microsoft.com/office/drawing/2014/main" id="{65FB00C6-924A-4275-873F-2AE7315AE71A}"/>
              </a:ext>
            </a:extLst>
          </p:cNvPr>
          <p:cNvSpPr>
            <a:spLocks noGrp="1"/>
          </p:cNvSpPr>
          <p:nvPr/>
        </p:nvSpPr>
        <p:spPr>
          <a:xfrm>
            <a:off x="1965236" y="4449584"/>
            <a:ext cx="97533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329" name="anim_to5460_0_1">
            <a:extLst>
              <a:ext uri="{FF2B5EF4-FFF2-40B4-BE49-F238E27FC236}">
                <a16:creationId xmlns:a16="http://schemas.microsoft.com/office/drawing/2014/main" id="{FE7A001E-76B0-41CD-8C40-C5B608AD2D22}"/>
              </a:ext>
            </a:extLst>
          </p:cNvPr>
          <p:cNvSpPr>
            <a:spLocks noGrp="1"/>
          </p:cNvSpPr>
          <p:nvPr/>
        </p:nvSpPr>
        <p:spPr>
          <a:xfrm>
            <a:off x="2024669" y="4449584"/>
            <a:ext cx="110500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-</a:t>
            </a:r>
          </a:p>
        </p:txBody>
      </p:sp>
      <p:sp>
        <p:nvSpPr>
          <p:cNvPr id="330" name="anim_to5462_0_1">
            <a:extLst>
              <a:ext uri="{FF2B5EF4-FFF2-40B4-BE49-F238E27FC236}">
                <a16:creationId xmlns:a16="http://schemas.microsoft.com/office/drawing/2014/main" id="{7407A648-F1AC-470B-85A1-9B25C5B0EACD}"/>
              </a:ext>
            </a:extLst>
          </p:cNvPr>
          <p:cNvSpPr>
            <a:spLocks noGrp="1"/>
          </p:cNvSpPr>
          <p:nvPr/>
        </p:nvSpPr>
        <p:spPr>
          <a:xfrm>
            <a:off x="2097069" y="4449584"/>
            <a:ext cx="158046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331" name="anim_to5464_0_1">
            <a:extLst>
              <a:ext uri="{FF2B5EF4-FFF2-40B4-BE49-F238E27FC236}">
                <a16:creationId xmlns:a16="http://schemas.microsoft.com/office/drawing/2014/main" id="{4166D038-6A43-4ED1-9BBF-073E01D6BF48}"/>
              </a:ext>
            </a:extLst>
          </p:cNvPr>
          <p:cNvSpPr>
            <a:spLocks noGrp="1"/>
          </p:cNvSpPr>
          <p:nvPr/>
        </p:nvSpPr>
        <p:spPr>
          <a:xfrm>
            <a:off x="2217015" y="4449584"/>
            <a:ext cx="128870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332" name="anim_to5468_0_1">
            <a:extLst>
              <a:ext uri="{FF2B5EF4-FFF2-40B4-BE49-F238E27FC236}">
                <a16:creationId xmlns:a16="http://schemas.microsoft.com/office/drawing/2014/main" id="{55C6745D-04EB-4192-8871-CE07256806E0}"/>
              </a:ext>
            </a:extLst>
          </p:cNvPr>
          <p:cNvSpPr>
            <a:spLocks noGrp="1"/>
          </p:cNvSpPr>
          <p:nvPr/>
        </p:nvSpPr>
        <p:spPr>
          <a:xfrm>
            <a:off x="2380933" y="4478593"/>
            <a:ext cx="275831" cy="41561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6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6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333" name="anim_to5472_0_1">
            <a:extLst>
              <a:ext uri="{FF2B5EF4-FFF2-40B4-BE49-F238E27FC236}">
                <a16:creationId xmlns:a16="http://schemas.microsoft.com/office/drawing/2014/main" id="{EEA99B34-0B92-42C1-95AB-94CC8C2CA280}"/>
              </a:ext>
            </a:extLst>
          </p:cNvPr>
          <p:cNvSpPr>
            <a:spLocks noGrp="1"/>
          </p:cNvSpPr>
          <p:nvPr/>
        </p:nvSpPr>
        <p:spPr>
          <a:xfrm>
            <a:off x="2691812" y="4478593"/>
            <a:ext cx="222633" cy="41561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6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6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n</a:t>
            </a:r>
          </a:p>
        </p:txBody>
      </p:sp>
      <p:sp>
        <p:nvSpPr>
          <p:cNvPr id="334" name="anim_to5475_0_1">
            <a:extLst>
              <a:ext uri="{FF2B5EF4-FFF2-40B4-BE49-F238E27FC236}">
                <a16:creationId xmlns:a16="http://schemas.microsoft.com/office/drawing/2014/main" id="{E94B626F-E21F-4D40-B356-A4D23B523C14}"/>
              </a:ext>
            </a:extLst>
          </p:cNvPr>
          <p:cNvSpPr>
            <a:spLocks noGrp="1"/>
          </p:cNvSpPr>
          <p:nvPr/>
        </p:nvSpPr>
        <p:spPr>
          <a:xfrm>
            <a:off x="2876345" y="4619154"/>
            <a:ext cx="133193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c</a:t>
            </a:r>
          </a:p>
        </p:txBody>
      </p:sp>
      <p:sp>
        <p:nvSpPr>
          <p:cNvPr id="335" name="anim_to5478_0_1">
            <a:extLst>
              <a:ext uri="{FF2B5EF4-FFF2-40B4-BE49-F238E27FC236}">
                <a16:creationId xmlns:a16="http://schemas.microsoft.com/office/drawing/2014/main" id="{8AC38ED9-5409-4309-B59B-C20E460F1B9F}"/>
              </a:ext>
            </a:extLst>
          </p:cNvPr>
          <p:cNvSpPr>
            <a:spLocks noGrp="1"/>
          </p:cNvSpPr>
          <p:nvPr/>
        </p:nvSpPr>
        <p:spPr>
          <a:xfrm>
            <a:off x="2971438" y="4449584"/>
            <a:ext cx="128870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336" name="anim_to5480_0_1">
            <a:extLst>
              <a:ext uri="{FF2B5EF4-FFF2-40B4-BE49-F238E27FC236}">
                <a16:creationId xmlns:a16="http://schemas.microsoft.com/office/drawing/2014/main" id="{874B22EA-B73F-4819-8A29-5B169CC9ADFC}"/>
              </a:ext>
            </a:extLst>
          </p:cNvPr>
          <p:cNvSpPr>
            <a:spLocks noGrp="1"/>
          </p:cNvSpPr>
          <p:nvPr/>
        </p:nvSpPr>
        <p:spPr>
          <a:xfrm>
            <a:off x="3062208" y="4449584"/>
            <a:ext cx="97533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337" name="anim_to5482_0_1">
            <a:extLst>
              <a:ext uri="{FF2B5EF4-FFF2-40B4-BE49-F238E27FC236}">
                <a16:creationId xmlns:a16="http://schemas.microsoft.com/office/drawing/2014/main" id="{7C33C6EA-F0D7-478D-A0B0-75D21A8B90F9}"/>
              </a:ext>
            </a:extLst>
          </p:cNvPr>
          <p:cNvSpPr>
            <a:spLocks noGrp="1"/>
          </p:cNvSpPr>
          <p:nvPr/>
        </p:nvSpPr>
        <p:spPr>
          <a:xfrm>
            <a:off x="3121641" y="4449584"/>
            <a:ext cx="110500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-</a:t>
            </a:r>
          </a:p>
        </p:txBody>
      </p:sp>
      <p:sp>
        <p:nvSpPr>
          <p:cNvPr id="338" name="anim_to5484_0_1">
            <a:extLst>
              <a:ext uri="{FF2B5EF4-FFF2-40B4-BE49-F238E27FC236}">
                <a16:creationId xmlns:a16="http://schemas.microsoft.com/office/drawing/2014/main" id="{F050CCDD-86E9-4AB2-AAF3-ACCBC62A6F6C}"/>
              </a:ext>
            </a:extLst>
          </p:cNvPr>
          <p:cNvSpPr>
            <a:spLocks noGrp="1"/>
          </p:cNvSpPr>
          <p:nvPr/>
        </p:nvSpPr>
        <p:spPr>
          <a:xfrm>
            <a:off x="3194041" y="4449584"/>
            <a:ext cx="158046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339" name="anim_to5486_0_1">
            <a:extLst>
              <a:ext uri="{FF2B5EF4-FFF2-40B4-BE49-F238E27FC236}">
                <a16:creationId xmlns:a16="http://schemas.microsoft.com/office/drawing/2014/main" id="{1A52CFA1-2AA6-40E6-BFC3-255F14A9C2F1}"/>
              </a:ext>
            </a:extLst>
          </p:cNvPr>
          <p:cNvSpPr>
            <a:spLocks noGrp="1"/>
          </p:cNvSpPr>
          <p:nvPr/>
        </p:nvSpPr>
        <p:spPr>
          <a:xfrm>
            <a:off x="3313987" y="4449584"/>
            <a:ext cx="128870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340" name="anim_to5490_0_1">
            <a:extLst>
              <a:ext uri="{FF2B5EF4-FFF2-40B4-BE49-F238E27FC236}">
                <a16:creationId xmlns:a16="http://schemas.microsoft.com/office/drawing/2014/main" id="{117E1334-8DA0-48AC-898D-8B6E9FDBAA46}"/>
              </a:ext>
            </a:extLst>
          </p:cNvPr>
          <p:cNvSpPr>
            <a:spLocks noGrp="1"/>
          </p:cNvSpPr>
          <p:nvPr/>
        </p:nvSpPr>
        <p:spPr>
          <a:xfrm>
            <a:off x="3583225" y="5941509"/>
            <a:ext cx="162912" cy="5115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341" name="anim_to5493_0_1">
            <a:extLst>
              <a:ext uri="{FF2B5EF4-FFF2-40B4-BE49-F238E27FC236}">
                <a16:creationId xmlns:a16="http://schemas.microsoft.com/office/drawing/2014/main" id="{A014EAE4-431C-4DF1-BBCD-6BEA288338FC}"/>
              </a:ext>
            </a:extLst>
          </p:cNvPr>
          <p:cNvSpPr>
            <a:spLocks noGrp="1"/>
          </p:cNvSpPr>
          <p:nvPr/>
        </p:nvSpPr>
        <p:spPr>
          <a:xfrm>
            <a:off x="3708037" y="5905804"/>
            <a:ext cx="149817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342" name="anim_to5495_0_1">
            <a:extLst>
              <a:ext uri="{FF2B5EF4-FFF2-40B4-BE49-F238E27FC236}">
                <a16:creationId xmlns:a16="http://schemas.microsoft.com/office/drawing/2014/main" id="{169AB542-6546-49E6-A639-2EC6FFB7826F}"/>
              </a:ext>
            </a:extLst>
          </p:cNvPr>
          <p:cNvSpPr>
            <a:spLocks noGrp="1"/>
          </p:cNvSpPr>
          <p:nvPr/>
        </p:nvSpPr>
        <p:spPr>
          <a:xfrm>
            <a:off x="3819754" y="5905804"/>
            <a:ext cx="111248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343" name="anim_to5497_0_1">
            <a:extLst>
              <a:ext uri="{FF2B5EF4-FFF2-40B4-BE49-F238E27FC236}">
                <a16:creationId xmlns:a16="http://schemas.microsoft.com/office/drawing/2014/main" id="{50FCEE4B-A372-4503-8C7F-3C15AE5EFC75}"/>
              </a:ext>
            </a:extLst>
          </p:cNvPr>
          <p:cNvSpPr>
            <a:spLocks noGrp="1"/>
          </p:cNvSpPr>
          <p:nvPr/>
        </p:nvSpPr>
        <p:spPr>
          <a:xfrm>
            <a:off x="3892902" y="5905804"/>
            <a:ext cx="149817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344" name="anim_to5501_0_1">
            <a:extLst>
              <a:ext uri="{FF2B5EF4-FFF2-40B4-BE49-F238E27FC236}">
                <a16:creationId xmlns:a16="http://schemas.microsoft.com/office/drawing/2014/main" id="{8BB41D03-EF57-43F5-B29E-53922384C450}"/>
              </a:ext>
            </a:extLst>
          </p:cNvPr>
          <p:cNvSpPr>
            <a:spLocks noGrp="1"/>
          </p:cNvSpPr>
          <p:nvPr/>
        </p:nvSpPr>
        <p:spPr>
          <a:xfrm>
            <a:off x="4094648" y="5941509"/>
            <a:ext cx="330692" cy="5115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345" name="anim_to5505_0_1">
            <a:extLst>
              <a:ext uri="{FF2B5EF4-FFF2-40B4-BE49-F238E27FC236}">
                <a16:creationId xmlns:a16="http://schemas.microsoft.com/office/drawing/2014/main" id="{EC723CFB-2846-43A0-AA08-EBC34F5ABB7B}"/>
              </a:ext>
            </a:extLst>
          </p:cNvPr>
          <p:cNvSpPr>
            <a:spLocks noGrp="1"/>
          </p:cNvSpPr>
          <p:nvPr/>
        </p:nvSpPr>
        <p:spPr>
          <a:xfrm>
            <a:off x="4477268" y="5941509"/>
            <a:ext cx="162912" cy="5115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346" name="anim_to5508_0_1">
            <a:extLst>
              <a:ext uri="{FF2B5EF4-FFF2-40B4-BE49-F238E27FC236}">
                <a16:creationId xmlns:a16="http://schemas.microsoft.com/office/drawing/2014/main" id="{CC866818-981D-47FD-B839-2F1BD8BD1411}"/>
              </a:ext>
            </a:extLst>
          </p:cNvPr>
          <p:cNvSpPr>
            <a:spLocks noGrp="1"/>
          </p:cNvSpPr>
          <p:nvPr/>
        </p:nvSpPr>
        <p:spPr>
          <a:xfrm>
            <a:off x="4602080" y="5905804"/>
            <a:ext cx="149817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347" name="anim_to5510_0_1">
            <a:extLst>
              <a:ext uri="{FF2B5EF4-FFF2-40B4-BE49-F238E27FC236}">
                <a16:creationId xmlns:a16="http://schemas.microsoft.com/office/drawing/2014/main" id="{4E51DEC1-9EEB-4752-B413-B32CFBEA5943}"/>
              </a:ext>
            </a:extLst>
          </p:cNvPr>
          <p:cNvSpPr>
            <a:spLocks noGrp="1"/>
          </p:cNvSpPr>
          <p:nvPr/>
        </p:nvSpPr>
        <p:spPr>
          <a:xfrm>
            <a:off x="4713797" y="5905804"/>
            <a:ext cx="111248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348" name="anim_to5512_0_1">
            <a:extLst>
              <a:ext uri="{FF2B5EF4-FFF2-40B4-BE49-F238E27FC236}">
                <a16:creationId xmlns:a16="http://schemas.microsoft.com/office/drawing/2014/main" id="{0B067090-87D7-49A9-94FF-CDD9D1CE657F}"/>
              </a:ext>
            </a:extLst>
          </p:cNvPr>
          <p:cNvSpPr>
            <a:spLocks noGrp="1"/>
          </p:cNvSpPr>
          <p:nvPr/>
        </p:nvSpPr>
        <p:spPr>
          <a:xfrm>
            <a:off x="4786946" y="5905804"/>
            <a:ext cx="149817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349" name="anim_to5516_0_1">
            <a:extLst>
              <a:ext uri="{FF2B5EF4-FFF2-40B4-BE49-F238E27FC236}">
                <a16:creationId xmlns:a16="http://schemas.microsoft.com/office/drawing/2014/main" id="{7B29665C-B3E8-47C7-9A78-6F0F7BE809CD}"/>
              </a:ext>
            </a:extLst>
          </p:cNvPr>
          <p:cNvSpPr>
            <a:spLocks noGrp="1"/>
          </p:cNvSpPr>
          <p:nvPr/>
        </p:nvSpPr>
        <p:spPr>
          <a:xfrm>
            <a:off x="4988691" y="5941509"/>
            <a:ext cx="330692" cy="5115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350" name="anim_to5520_0_1">
            <a:extLst>
              <a:ext uri="{FF2B5EF4-FFF2-40B4-BE49-F238E27FC236}">
                <a16:creationId xmlns:a16="http://schemas.microsoft.com/office/drawing/2014/main" id="{2836DC32-384E-429F-9C7B-B68E1E9B95BD}"/>
              </a:ext>
            </a:extLst>
          </p:cNvPr>
          <p:cNvSpPr>
            <a:spLocks noGrp="1"/>
          </p:cNvSpPr>
          <p:nvPr/>
        </p:nvSpPr>
        <p:spPr>
          <a:xfrm>
            <a:off x="5371312" y="5941509"/>
            <a:ext cx="265217" cy="5115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n</a:t>
            </a:r>
          </a:p>
        </p:txBody>
      </p:sp>
      <p:sp>
        <p:nvSpPr>
          <p:cNvPr id="351" name="anim_to5523_0_1">
            <a:extLst>
              <a:ext uri="{FF2B5EF4-FFF2-40B4-BE49-F238E27FC236}">
                <a16:creationId xmlns:a16="http://schemas.microsoft.com/office/drawing/2014/main" id="{36E7F89E-C721-4375-81F7-5634C836AEE1}"/>
              </a:ext>
            </a:extLst>
          </p:cNvPr>
          <p:cNvSpPr>
            <a:spLocks noGrp="1"/>
          </p:cNvSpPr>
          <p:nvPr/>
        </p:nvSpPr>
        <p:spPr>
          <a:xfrm>
            <a:off x="5598429" y="6114507"/>
            <a:ext cx="155137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c</a:t>
            </a:r>
          </a:p>
        </p:txBody>
      </p:sp>
      <p:sp>
        <p:nvSpPr>
          <p:cNvPr id="352" name="anim_to5526_0_1">
            <a:extLst>
              <a:ext uri="{FF2B5EF4-FFF2-40B4-BE49-F238E27FC236}">
                <a16:creationId xmlns:a16="http://schemas.microsoft.com/office/drawing/2014/main" id="{3C22CBB1-AD38-4630-8C30-63DC379FB153}"/>
              </a:ext>
            </a:extLst>
          </p:cNvPr>
          <p:cNvSpPr>
            <a:spLocks noGrp="1"/>
          </p:cNvSpPr>
          <p:nvPr/>
        </p:nvSpPr>
        <p:spPr>
          <a:xfrm>
            <a:off x="5715466" y="5905804"/>
            <a:ext cx="149817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353" name="anim_to5528_0_1">
            <a:extLst>
              <a:ext uri="{FF2B5EF4-FFF2-40B4-BE49-F238E27FC236}">
                <a16:creationId xmlns:a16="http://schemas.microsoft.com/office/drawing/2014/main" id="{97BE3050-3E64-49AB-8D8A-1E379103ACF7}"/>
              </a:ext>
            </a:extLst>
          </p:cNvPr>
          <p:cNvSpPr>
            <a:spLocks noGrp="1"/>
          </p:cNvSpPr>
          <p:nvPr/>
        </p:nvSpPr>
        <p:spPr>
          <a:xfrm>
            <a:off x="5827183" y="5905804"/>
            <a:ext cx="111248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354" name="anim_to5530_0_1">
            <a:extLst>
              <a:ext uri="{FF2B5EF4-FFF2-40B4-BE49-F238E27FC236}">
                <a16:creationId xmlns:a16="http://schemas.microsoft.com/office/drawing/2014/main" id="{88920C1F-D5F3-4092-A4D6-CD920F3C01E8}"/>
              </a:ext>
            </a:extLst>
          </p:cNvPr>
          <p:cNvSpPr>
            <a:spLocks noGrp="1"/>
          </p:cNvSpPr>
          <p:nvPr/>
        </p:nvSpPr>
        <p:spPr>
          <a:xfrm>
            <a:off x="5900331" y="5905804"/>
            <a:ext cx="127208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-</a:t>
            </a:r>
          </a:p>
        </p:txBody>
      </p:sp>
      <p:sp>
        <p:nvSpPr>
          <p:cNvPr id="355" name="anim_to5532_0_1">
            <a:extLst>
              <a:ext uri="{FF2B5EF4-FFF2-40B4-BE49-F238E27FC236}">
                <a16:creationId xmlns:a16="http://schemas.microsoft.com/office/drawing/2014/main" id="{BBB02BAF-BE60-47E3-8064-31A892E483AD}"/>
              </a:ext>
            </a:extLst>
          </p:cNvPr>
          <p:cNvSpPr>
            <a:spLocks noGrp="1"/>
          </p:cNvSpPr>
          <p:nvPr/>
        </p:nvSpPr>
        <p:spPr>
          <a:xfrm>
            <a:off x="5989439" y="5905804"/>
            <a:ext cx="185726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356" name="anim_to5534_0_1">
            <a:extLst>
              <a:ext uri="{FF2B5EF4-FFF2-40B4-BE49-F238E27FC236}">
                <a16:creationId xmlns:a16="http://schemas.microsoft.com/office/drawing/2014/main" id="{3F7DF9D9-AF24-4504-A8C0-388DAB07BC1C}"/>
              </a:ext>
            </a:extLst>
          </p:cNvPr>
          <p:cNvSpPr>
            <a:spLocks noGrp="1"/>
          </p:cNvSpPr>
          <p:nvPr/>
        </p:nvSpPr>
        <p:spPr>
          <a:xfrm>
            <a:off x="6137065" y="5905804"/>
            <a:ext cx="149817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357" name="anim_to5538_0_1">
            <a:extLst>
              <a:ext uri="{FF2B5EF4-FFF2-40B4-BE49-F238E27FC236}">
                <a16:creationId xmlns:a16="http://schemas.microsoft.com/office/drawing/2014/main" id="{27F22443-CD53-435F-8E51-3AFBE586C1E5}"/>
              </a:ext>
            </a:extLst>
          </p:cNvPr>
          <p:cNvSpPr>
            <a:spLocks noGrp="1"/>
          </p:cNvSpPr>
          <p:nvPr/>
        </p:nvSpPr>
        <p:spPr>
          <a:xfrm>
            <a:off x="6635546" y="5921565"/>
            <a:ext cx="265217" cy="5115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n</a:t>
            </a:r>
          </a:p>
        </p:txBody>
      </p:sp>
      <p:sp>
        <p:nvSpPr>
          <p:cNvPr id="358" name="anim_to5541_0_1">
            <a:extLst>
              <a:ext uri="{FF2B5EF4-FFF2-40B4-BE49-F238E27FC236}">
                <a16:creationId xmlns:a16="http://schemas.microsoft.com/office/drawing/2014/main" id="{4BEFB51B-E613-46B6-BC63-1A3398BC84BB}"/>
              </a:ext>
            </a:extLst>
          </p:cNvPr>
          <p:cNvSpPr>
            <a:spLocks noGrp="1"/>
          </p:cNvSpPr>
          <p:nvPr/>
        </p:nvSpPr>
        <p:spPr>
          <a:xfrm>
            <a:off x="6862663" y="6094563"/>
            <a:ext cx="221635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H</a:t>
            </a:r>
          </a:p>
        </p:txBody>
      </p:sp>
      <p:sp>
        <p:nvSpPr>
          <p:cNvPr id="359" name="anim_to5544_0_1">
            <a:extLst>
              <a:ext uri="{FF2B5EF4-FFF2-40B4-BE49-F238E27FC236}">
                <a16:creationId xmlns:a16="http://schemas.microsoft.com/office/drawing/2014/main" id="{41B1F2B4-D7E6-4352-8164-FF69E9B18E36}"/>
              </a:ext>
            </a:extLst>
          </p:cNvPr>
          <p:cNvSpPr>
            <a:spLocks noGrp="1"/>
          </p:cNvSpPr>
          <p:nvPr/>
        </p:nvSpPr>
        <p:spPr>
          <a:xfrm>
            <a:off x="7046198" y="5885860"/>
            <a:ext cx="149817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360" name="anim_to5546_0_1">
            <a:extLst>
              <a:ext uri="{FF2B5EF4-FFF2-40B4-BE49-F238E27FC236}">
                <a16:creationId xmlns:a16="http://schemas.microsoft.com/office/drawing/2014/main" id="{28D39E6C-2FC9-4D6F-AE04-1C562AA0B3C3}"/>
              </a:ext>
            </a:extLst>
          </p:cNvPr>
          <p:cNvSpPr>
            <a:spLocks noGrp="1"/>
          </p:cNvSpPr>
          <p:nvPr/>
        </p:nvSpPr>
        <p:spPr>
          <a:xfrm>
            <a:off x="7157915" y="5885860"/>
            <a:ext cx="111248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361" name="anim_to5548_0_1">
            <a:extLst>
              <a:ext uri="{FF2B5EF4-FFF2-40B4-BE49-F238E27FC236}">
                <a16:creationId xmlns:a16="http://schemas.microsoft.com/office/drawing/2014/main" id="{A8C21335-6477-49A3-AB33-6217A7B94288}"/>
              </a:ext>
            </a:extLst>
          </p:cNvPr>
          <p:cNvSpPr>
            <a:spLocks noGrp="1"/>
          </p:cNvSpPr>
          <p:nvPr/>
        </p:nvSpPr>
        <p:spPr>
          <a:xfrm>
            <a:off x="7231063" y="5885860"/>
            <a:ext cx="149817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362" name="anim_to5552_0_1">
            <a:extLst>
              <a:ext uri="{FF2B5EF4-FFF2-40B4-BE49-F238E27FC236}">
                <a16:creationId xmlns:a16="http://schemas.microsoft.com/office/drawing/2014/main" id="{6B9EDD11-B67D-4974-BA6E-8ADE05BAAAAF}"/>
              </a:ext>
            </a:extLst>
          </p:cNvPr>
          <p:cNvSpPr>
            <a:spLocks noGrp="1"/>
          </p:cNvSpPr>
          <p:nvPr/>
        </p:nvSpPr>
        <p:spPr>
          <a:xfrm>
            <a:off x="7432809" y="5921565"/>
            <a:ext cx="330692" cy="5115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363" name="anim_to5556_0_1">
            <a:extLst>
              <a:ext uri="{FF2B5EF4-FFF2-40B4-BE49-F238E27FC236}">
                <a16:creationId xmlns:a16="http://schemas.microsoft.com/office/drawing/2014/main" id="{F4F3FCD0-1427-4706-8103-54B0F4706DB8}"/>
              </a:ext>
            </a:extLst>
          </p:cNvPr>
          <p:cNvSpPr>
            <a:spLocks noGrp="1"/>
          </p:cNvSpPr>
          <p:nvPr/>
        </p:nvSpPr>
        <p:spPr>
          <a:xfrm>
            <a:off x="7815430" y="5921565"/>
            <a:ext cx="265217" cy="5115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n</a:t>
            </a:r>
          </a:p>
        </p:txBody>
      </p:sp>
      <p:sp>
        <p:nvSpPr>
          <p:cNvPr id="364" name="anim_to5559_0_1">
            <a:extLst>
              <a:ext uri="{FF2B5EF4-FFF2-40B4-BE49-F238E27FC236}">
                <a16:creationId xmlns:a16="http://schemas.microsoft.com/office/drawing/2014/main" id="{2CE61843-FB87-4D94-B77C-DF08596280E0}"/>
              </a:ext>
            </a:extLst>
          </p:cNvPr>
          <p:cNvSpPr>
            <a:spLocks noGrp="1"/>
          </p:cNvSpPr>
          <p:nvPr/>
        </p:nvSpPr>
        <p:spPr>
          <a:xfrm>
            <a:off x="8042547" y="6094563"/>
            <a:ext cx="282814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W</a:t>
            </a:r>
          </a:p>
        </p:txBody>
      </p:sp>
      <p:sp>
        <p:nvSpPr>
          <p:cNvPr id="365" name="anim_to5562_0_1">
            <a:extLst>
              <a:ext uri="{FF2B5EF4-FFF2-40B4-BE49-F238E27FC236}">
                <a16:creationId xmlns:a16="http://schemas.microsoft.com/office/drawing/2014/main" id="{2CB36246-5802-47CE-A5E5-9EE1EA4BD1E7}"/>
              </a:ext>
            </a:extLst>
          </p:cNvPr>
          <p:cNvSpPr>
            <a:spLocks noGrp="1"/>
          </p:cNvSpPr>
          <p:nvPr/>
        </p:nvSpPr>
        <p:spPr>
          <a:xfrm>
            <a:off x="8287260" y="5885860"/>
            <a:ext cx="149817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366" name="anim_to5564_0_1">
            <a:extLst>
              <a:ext uri="{FF2B5EF4-FFF2-40B4-BE49-F238E27FC236}">
                <a16:creationId xmlns:a16="http://schemas.microsoft.com/office/drawing/2014/main" id="{4E8F8A06-2040-4CE0-9845-AE3DAD8BA4B4}"/>
              </a:ext>
            </a:extLst>
          </p:cNvPr>
          <p:cNvSpPr>
            <a:spLocks noGrp="1"/>
          </p:cNvSpPr>
          <p:nvPr/>
        </p:nvSpPr>
        <p:spPr>
          <a:xfrm>
            <a:off x="8398978" y="5885860"/>
            <a:ext cx="111248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367" name="anim_to5566_0_1">
            <a:extLst>
              <a:ext uri="{FF2B5EF4-FFF2-40B4-BE49-F238E27FC236}">
                <a16:creationId xmlns:a16="http://schemas.microsoft.com/office/drawing/2014/main" id="{3E1DDE4D-C255-481D-80B2-FDA8C39B49A6}"/>
              </a:ext>
            </a:extLst>
          </p:cNvPr>
          <p:cNvSpPr>
            <a:spLocks noGrp="1"/>
          </p:cNvSpPr>
          <p:nvPr/>
        </p:nvSpPr>
        <p:spPr>
          <a:xfrm>
            <a:off x="8472126" y="5885860"/>
            <a:ext cx="149817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368" name="anim_to5570_0_1">
            <a:extLst>
              <a:ext uri="{FF2B5EF4-FFF2-40B4-BE49-F238E27FC236}">
                <a16:creationId xmlns:a16="http://schemas.microsoft.com/office/drawing/2014/main" id="{ACA33A07-1EBC-448B-B7F6-D8F1BFC75F02}"/>
              </a:ext>
            </a:extLst>
          </p:cNvPr>
          <p:cNvSpPr>
            <a:spLocks noGrp="1"/>
          </p:cNvSpPr>
          <p:nvPr/>
        </p:nvSpPr>
        <p:spPr>
          <a:xfrm>
            <a:off x="8673871" y="5921565"/>
            <a:ext cx="330692" cy="5115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369" name="anim_to5574_0_1">
            <a:extLst>
              <a:ext uri="{FF2B5EF4-FFF2-40B4-BE49-F238E27FC236}">
                <a16:creationId xmlns:a16="http://schemas.microsoft.com/office/drawing/2014/main" id="{C89EFE55-D9B0-4217-A0FA-5159A3DEAF31}"/>
              </a:ext>
            </a:extLst>
          </p:cNvPr>
          <p:cNvSpPr>
            <a:spLocks noGrp="1"/>
          </p:cNvSpPr>
          <p:nvPr/>
        </p:nvSpPr>
        <p:spPr>
          <a:xfrm>
            <a:off x="9056492" y="5921565"/>
            <a:ext cx="265217" cy="5115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370" name="anim_to5578_0_1">
            <a:extLst>
              <a:ext uri="{FF2B5EF4-FFF2-40B4-BE49-F238E27FC236}">
                <a16:creationId xmlns:a16="http://schemas.microsoft.com/office/drawing/2014/main" id="{561ABF32-0D85-4F4E-BC84-00232D9B4125}"/>
              </a:ext>
            </a:extLst>
          </p:cNvPr>
          <p:cNvSpPr>
            <a:spLocks noGrp="1"/>
          </p:cNvSpPr>
          <p:nvPr/>
        </p:nvSpPr>
        <p:spPr>
          <a:xfrm>
            <a:off x="9557891" y="3915622"/>
            <a:ext cx="220267" cy="4102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8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58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58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n</a:t>
            </a:r>
          </a:p>
        </p:txBody>
      </p:sp>
      <p:sp>
        <p:nvSpPr>
          <p:cNvPr id="371" name="anim_to5581_0_1">
            <a:extLst>
              <a:ext uri="{FF2B5EF4-FFF2-40B4-BE49-F238E27FC236}">
                <a16:creationId xmlns:a16="http://schemas.microsoft.com/office/drawing/2014/main" id="{4BCA2A01-B539-42C6-AE72-797DC23E485F}"/>
              </a:ext>
            </a:extLst>
          </p:cNvPr>
          <p:cNvSpPr>
            <a:spLocks noGrp="1"/>
          </p:cNvSpPr>
          <p:nvPr/>
        </p:nvSpPr>
        <p:spPr>
          <a:xfrm>
            <a:off x="9740058" y="4054380"/>
            <a:ext cx="185311" cy="2666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H</a:t>
            </a:r>
          </a:p>
        </p:txBody>
      </p:sp>
      <p:sp>
        <p:nvSpPr>
          <p:cNvPr id="372" name="anim_to5584_0_1">
            <a:extLst>
              <a:ext uri="{FF2B5EF4-FFF2-40B4-BE49-F238E27FC236}">
                <a16:creationId xmlns:a16="http://schemas.microsoft.com/office/drawing/2014/main" id="{13CF2E72-9AE1-4B28-842D-5F47DA9D8B96}"/>
              </a:ext>
            </a:extLst>
          </p:cNvPr>
          <p:cNvSpPr>
            <a:spLocks noGrp="1"/>
          </p:cNvSpPr>
          <p:nvPr/>
        </p:nvSpPr>
        <p:spPr>
          <a:xfrm>
            <a:off x="9887269" y="3886984"/>
            <a:ext cx="127706" cy="2666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373" name="anim_to5586_0_1">
            <a:extLst>
              <a:ext uri="{FF2B5EF4-FFF2-40B4-BE49-F238E27FC236}">
                <a16:creationId xmlns:a16="http://schemas.microsoft.com/office/drawing/2014/main" id="{C0988C2D-906C-4923-9F69-924A42100F9F}"/>
              </a:ext>
            </a:extLst>
          </p:cNvPr>
          <p:cNvSpPr>
            <a:spLocks noGrp="1"/>
          </p:cNvSpPr>
          <p:nvPr/>
        </p:nvSpPr>
        <p:spPr>
          <a:xfrm>
            <a:off x="9976875" y="3886984"/>
            <a:ext cx="96771" cy="2666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374" name="anim_to5588_0_1">
            <a:extLst>
              <a:ext uri="{FF2B5EF4-FFF2-40B4-BE49-F238E27FC236}">
                <a16:creationId xmlns:a16="http://schemas.microsoft.com/office/drawing/2014/main" id="{EB03120A-3A86-4715-96B4-31040BCD719B}"/>
              </a:ext>
            </a:extLst>
          </p:cNvPr>
          <p:cNvSpPr>
            <a:spLocks noGrp="1"/>
          </p:cNvSpPr>
          <p:nvPr/>
        </p:nvSpPr>
        <p:spPr>
          <a:xfrm>
            <a:off x="10035546" y="3886984"/>
            <a:ext cx="127706" cy="2666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375" name="anim_to5592_0_1">
            <a:extLst>
              <a:ext uri="{FF2B5EF4-FFF2-40B4-BE49-F238E27FC236}">
                <a16:creationId xmlns:a16="http://schemas.microsoft.com/office/drawing/2014/main" id="{8FE94E9D-098A-465D-8541-E2DC8B9A547D}"/>
              </a:ext>
            </a:extLst>
          </p:cNvPr>
          <p:cNvSpPr>
            <a:spLocks noGrp="1"/>
          </p:cNvSpPr>
          <p:nvPr/>
        </p:nvSpPr>
        <p:spPr>
          <a:xfrm>
            <a:off x="10197363" y="3915622"/>
            <a:ext cx="272783" cy="4102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8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58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58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376" name="anim_to5596_0_1">
            <a:extLst>
              <a:ext uri="{FF2B5EF4-FFF2-40B4-BE49-F238E27FC236}">
                <a16:creationId xmlns:a16="http://schemas.microsoft.com/office/drawing/2014/main" id="{C7D19765-94BF-4E23-B5E2-54BEEE8B68D8}"/>
              </a:ext>
            </a:extLst>
          </p:cNvPr>
          <p:cNvSpPr>
            <a:spLocks noGrp="1"/>
          </p:cNvSpPr>
          <p:nvPr/>
        </p:nvSpPr>
        <p:spPr>
          <a:xfrm>
            <a:off x="10504256" y="3915622"/>
            <a:ext cx="220267" cy="4102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8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58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58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n</a:t>
            </a:r>
          </a:p>
        </p:txBody>
      </p:sp>
      <p:sp>
        <p:nvSpPr>
          <p:cNvPr id="377" name="anim_to5599_0_1">
            <a:extLst>
              <a:ext uri="{FF2B5EF4-FFF2-40B4-BE49-F238E27FC236}">
                <a16:creationId xmlns:a16="http://schemas.microsoft.com/office/drawing/2014/main" id="{4B068C6F-D2AD-41F0-95BB-065D8188ADEE}"/>
              </a:ext>
            </a:extLst>
          </p:cNvPr>
          <p:cNvSpPr>
            <a:spLocks noGrp="1"/>
          </p:cNvSpPr>
          <p:nvPr/>
        </p:nvSpPr>
        <p:spPr>
          <a:xfrm>
            <a:off x="10686423" y="4054380"/>
            <a:ext cx="234381" cy="2666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W</a:t>
            </a:r>
          </a:p>
        </p:txBody>
      </p:sp>
      <p:sp>
        <p:nvSpPr>
          <p:cNvPr id="378" name="anim_to5602_0_1">
            <a:extLst>
              <a:ext uri="{FF2B5EF4-FFF2-40B4-BE49-F238E27FC236}">
                <a16:creationId xmlns:a16="http://schemas.microsoft.com/office/drawing/2014/main" id="{03D0D6CB-D592-4B7F-8F21-58AC51306B4F}"/>
              </a:ext>
            </a:extLst>
          </p:cNvPr>
          <p:cNvSpPr>
            <a:spLocks noGrp="1"/>
          </p:cNvSpPr>
          <p:nvPr/>
        </p:nvSpPr>
        <p:spPr>
          <a:xfrm>
            <a:off x="10882704" y="3886984"/>
            <a:ext cx="127706" cy="2666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379" name="anim_to5604_0_1">
            <a:extLst>
              <a:ext uri="{FF2B5EF4-FFF2-40B4-BE49-F238E27FC236}">
                <a16:creationId xmlns:a16="http://schemas.microsoft.com/office/drawing/2014/main" id="{4B3B257B-51C0-4646-8CCD-CA44D1D203D6}"/>
              </a:ext>
            </a:extLst>
          </p:cNvPr>
          <p:cNvSpPr>
            <a:spLocks noGrp="1"/>
          </p:cNvSpPr>
          <p:nvPr/>
        </p:nvSpPr>
        <p:spPr>
          <a:xfrm>
            <a:off x="10972310" y="3886984"/>
            <a:ext cx="96771" cy="2666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380" name="anim_to5606_0_1">
            <a:extLst>
              <a:ext uri="{FF2B5EF4-FFF2-40B4-BE49-F238E27FC236}">
                <a16:creationId xmlns:a16="http://schemas.microsoft.com/office/drawing/2014/main" id="{AEE07942-52CE-43F8-99BF-42CAE113FE41}"/>
              </a:ext>
            </a:extLst>
          </p:cNvPr>
          <p:cNvSpPr>
            <a:spLocks noGrp="1"/>
          </p:cNvSpPr>
          <p:nvPr/>
        </p:nvSpPr>
        <p:spPr>
          <a:xfrm>
            <a:off x="11030981" y="3886984"/>
            <a:ext cx="127706" cy="2666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381" name="anim_to5610_0_1">
            <a:extLst>
              <a:ext uri="{FF2B5EF4-FFF2-40B4-BE49-F238E27FC236}">
                <a16:creationId xmlns:a16="http://schemas.microsoft.com/office/drawing/2014/main" id="{A2456C21-5CE7-4516-910C-9321E51A00B1}"/>
              </a:ext>
            </a:extLst>
          </p:cNvPr>
          <p:cNvSpPr>
            <a:spLocks noGrp="1"/>
          </p:cNvSpPr>
          <p:nvPr/>
        </p:nvSpPr>
        <p:spPr>
          <a:xfrm>
            <a:off x="11192798" y="3915622"/>
            <a:ext cx="272783" cy="4102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8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58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58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382" name="anim_to5614_0_1">
            <a:extLst>
              <a:ext uri="{FF2B5EF4-FFF2-40B4-BE49-F238E27FC236}">
                <a16:creationId xmlns:a16="http://schemas.microsoft.com/office/drawing/2014/main" id="{769304E2-8376-4BD9-8BBA-6D1654609F71}"/>
              </a:ext>
            </a:extLst>
          </p:cNvPr>
          <p:cNvSpPr>
            <a:spLocks noGrp="1"/>
          </p:cNvSpPr>
          <p:nvPr/>
        </p:nvSpPr>
        <p:spPr>
          <a:xfrm>
            <a:off x="11499692" y="3915622"/>
            <a:ext cx="220267" cy="4102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8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58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58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n</a:t>
            </a:r>
          </a:p>
        </p:txBody>
      </p:sp>
      <p:sp>
        <p:nvSpPr>
          <p:cNvPr id="383" name="anim_to5617_0_1">
            <a:extLst>
              <a:ext uri="{FF2B5EF4-FFF2-40B4-BE49-F238E27FC236}">
                <a16:creationId xmlns:a16="http://schemas.microsoft.com/office/drawing/2014/main" id="{D1CC7BB3-EA7A-4F4B-8AD3-B91E8131298C}"/>
              </a:ext>
            </a:extLst>
          </p:cNvPr>
          <p:cNvSpPr>
            <a:spLocks noGrp="1"/>
          </p:cNvSpPr>
          <p:nvPr/>
        </p:nvSpPr>
        <p:spPr>
          <a:xfrm>
            <a:off x="11681859" y="4054380"/>
            <a:ext cx="131973" cy="2666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c</a:t>
            </a:r>
          </a:p>
        </p:txBody>
      </p:sp>
      <p:sp>
        <p:nvSpPr>
          <p:cNvPr id="384" name="anim_to5620_0_1">
            <a:extLst>
              <a:ext uri="{FF2B5EF4-FFF2-40B4-BE49-F238E27FC236}">
                <a16:creationId xmlns:a16="http://schemas.microsoft.com/office/drawing/2014/main" id="{8FF66DD1-54D8-4114-A478-9410742294A3}"/>
              </a:ext>
            </a:extLst>
          </p:cNvPr>
          <p:cNvSpPr>
            <a:spLocks noGrp="1"/>
          </p:cNvSpPr>
          <p:nvPr/>
        </p:nvSpPr>
        <p:spPr>
          <a:xfrm>
            <a:off x="11775732" y="3886984"/>
            <a:ext cx="127706" cy="2666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385" name="anim_to5622_0_1">
            <a:extLst>
              <a:ext uri="{FF2B5EF4-FFF2-40B4-BE49-F238E27FC236}">
                <a16:creationId xmlns:a16="http://schemas.microsoft.com/office/drawing/2014/main" id="{0C436E74-A7F7-40E1-B4FB-CD7722571510}"/>
              </a:ext>
            </a:extLst>
          </p:cNvPr>
          <p:cNvSpPr>
            <a:spLocks noGrp="1"/>
          </p:cNvSpPr>
          <p:nvPr/>
        </p:nvSpPr>
        <p:spPr>
          <a:xfrm>
            <a:off x="11865338" y="3886984"/>
            <a:ext cx="96771" cy="2666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386" name="anim_to5624_0_1">
            <a:extLst>
              <a:ext uri="{FF2B5EF4-FFF2-40B4-BE49-F238E27FC236}">
                <a16:creationId xmlns:a16="http://schemas.microsoft.com/office/drawing/2014/main" id="{91DFCF7D-073E-4D74-B69B-E3E2EE725F14}"/>
              </a:ext>
            </a:extLst>
          </p:cNvPr>
          <p:cNvSpPr>
            <a:spLocks noGrp="1"/>
          </p:cNvSpPr>
          <p:nvPr/>
        </p:nvSpPr>
        <p:spPr>
          <a:xfrm>
            <a:off x="11924009" y="3886984"/>
            <a:ext cx="127706" cy="2666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387" name="anim_o5627_1">
            <a:extLst>
              <a:ext uri="{FF2B5EF4-FFF2-40B4-BE49-F238E27FC236}">
                <a16:creationId xmlns:a16="http://schemas.microsoft.com/office/drawing/2014/main" id="{5630F749-40D6-4D3C-A818-9DB3C78EDA95}"/>
              </a:ext>
            </a:extLst>
          </p:cNvPr>
          <p:cNvSpPr>
            <a:spLocks noGrp="1"/>
          </p:cNvSpPr>
          <p:nvPr/>
        </p:nvSpPr>
        <p:spPr>
          <a:xfrm>
            <a:off x="165510" y="4381155"/>
            <a:ext cx="3432888" cy="547940"/>
          </a:xfrm>
          <a:prstGeom prst="rect">
            <a:avLst/>
          </a:prstGeom>
          <a:noFill/>
          <a:ln w="2413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13107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1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1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1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1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5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5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1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1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1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1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1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1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1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1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15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1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15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15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1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1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1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1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1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1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1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1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1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1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1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1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1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1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1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1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1500"/>
                                        <p:tgtEl>
                                          <p:spTgt spid="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1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15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1500"/>
                                        <p:tgtEl>
                                          <p:spTgt spid="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15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1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1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1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1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1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1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1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1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1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1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1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1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1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15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1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1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1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1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1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1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1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" dur="1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7" fill="hold">
                      <p:stCondLst>
                        <p:cond delay="indefinite"/>
                      </p:stCondLst>
                      <p:childTnLst>
                        <p:par>
                          <p:cTn id="228" fill="hold">
                            <p:stCondLst>
                              <p:cond delay="0"/>
                            </p:stCondLst>
                            <p:childTnLst>
                              <p:par>
                                <p:cTn id="2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2" fill="hold">
                      <p:stCondLst>
                        <p:cond delay="indefinite"/>
                      </p:stCondLst>
                      <p:childTnLst>
                        <p:par>
                          <p:cTn id="233" fill="hold">
                            <p:stCondLst>
                              <p:cond delay="0"/>
                            </p:stCondLst>
                            <p:childTnLst>
                              <p:par>
                                <p:cTn id="234" presetID="63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49637 0.2174616 E" pathEditMode="relative" ptsTypes="">
                                      <p:cBhvr>
                                        <p:cTn id="235" dur="1000" fill="hold"/>
                                        <p:tgtEl>
                                          <p:spTgt spid="3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7" dur="1000" fill="hold"/>
                                        <p:tgtEl>
                                          <p:spTgt spid="38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7677" y="110553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8" fill="hold">
                      <p:stCondLst>
                        <p:cond delay="indefinite"/>
                      </p:stCondLst>
                      <p:childTnLst>
                        <p:par>
                          <p:cTn id="239" fill="hold">
                            <p:stCondLst>
                              <p:cond delay="0"/>
                            </p:stCondLst>
                            <p:childTnLst>
                              <p:par>
                                <p:cTn id="240" presetID="63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49637 0.2174616 L 0.499274 0.2163473 E" pathEditMode="relative" ptsTypes="">
                                      <p:cBhvr>
                                        <p:cTn id="241" dur="1000" fill="hold"/>
                                        <p:tgtEl>
                                          <p:spTgt spid="3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2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3" dur="1000" fill="hold"/>
                                        <p:tgtEl>
                                          <p:spTgt spid="387"/>
                                        </p:tgtEl>
                                      </p:cBhvr>
                                      <p:by x="150000" y="150000"/>
                                      <p:from x="87677" y="110553"/>
                                      <p:to x="87137" y="115313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2" grpId="0"/>
      <p:bldP spid="93" grpId="0"/>
      <p:bldP spid="94" grpId="0"/>
      <p:bldP spid="95" grpId="0"/>
      <p:bldP spid="317" grpId="0"/>
      <p:bldP spid="318" grpId="0"/>
      <p:bldP spid="319" grpId="0"/>
      <p:bldP spid="320" grpId="0"/>
      <p:bldP spid="321" grpId="0"/>
      <p:bldP spid="322" grpId="0"/>
      <p:bldP spid="323" grpId="0"/>
      <p:bldP spid="324" grpId="0"/>
      <p:bldP spid="325" grpId="0"/>
      <p:bldP spid="326" grpId="0"/>
      <p:bldP spid="327" grpId="0"/>
      <p:bldP spid="328" grpId="0"/>
      <p:bldP spid="329" grpId="0"/>
      <p:bldP spid="330" grpId="0"/>
      <p:bldP spid="331" grpId="0"/>
      <p:bldP spid="332" grpId="0"/>
      <p:bldP spid="333" grpId="0"/>
      <p:bldP spid="334" grpId="0"/>
      <p:bldP spid="335" grpId="0"/>
      <p:bldP spid="336" grpId="0"/>
      <p:bldP spid="337" grpId="0"/>
      <p:bldP spid="338" grpId="0"/>
      <p:bldP spid="339" grpId="0"/>
      <p:bldP spid="340" grpId="0"/>
      <p:bldP spid="341" grpId="0"/>
      <p:bldP spid="342" grpId="0"/>
      <p:bldP spid="343" grpId="0"/>
      <p:bldP spid="344" grpId="0"/>
      <p:bldP spid="345" grpId="0"/>
      <p:bldP spid="346" grpId="0"/>
      <p:bldP spid="347" grpId="0"/>
      <p:bldP spid="348" grpId="0"/>
      <p:bldP spid="349" grpId="0"/>
      <p:bldP spid="350" grpId="0"/>
      <p:bldP spid="351" grpId="0"/>
      <p:bldP spid="352" grpId="0"/>
      <p:bldP spid="353" grpId="0"/>
      <p:bldP spid="354" grpId="0"/>
      <p:bldP spid="355" grpId="0"/>
      <p:bldP spid="356" grpId="0"/>
      <p:bldP spid="357" grpId="0"/>
      <p:bldP spid="358" grpId="0"/>
      <p:bldP spid="359" grpId="0"/>
      <p:bldP spid="360" grpId="0"/>
      <p:bldP spid="361" grpId="0"/>
      <p:bldP spid="362" grpId="0"/>
      <p:bldP spid="363" grpId="0"/>
      <p:bldP spid="364" grpId="0"/>
      <p:bldP spid="365" grpId="0"/>
      <p:bldP spid="366" grpId="0"/>
      <p:bldP spid="367" grpId="0"/>
      <p:bldP spid="368" grpId="0"/>
      <p:bldP spid="369" grpId="0"/>
      <p:bldP spid="370" grpId="0"/>
      <p:bldP spid="371" grpId="0"/>
      <p:bldP spid="372" grpId="0"/>
      <p:bldP spid="373" grpId="0"/>
      <p:bldP spid="374" grpId="0"/>
      <p:bldP spid="375" grpId="0"/>
      <p:bldP spid="376" grpId="0"/>
      <p:bldP spid="377" grpId="0"/>
      <p:bldP spid="378" grpId="0"/>
      <p:bldP spid="379" grpId="0"/>
      <p:bldP spid="380" grpId="0"/>
      <p:bldP spid="381" grpId="0"/>
      <p:bldP spid="382" grpId="0"/>
      <p:bldP spid="383" grpId="0"/>
      <p:bldP spid="384" grpId="0"/>
      <p:bldP spid="385" grpId="0"/>
      <p:bldP spid="386" grpId="0"/>
      <p:bldP spid="387" grpId="0" animBg="1"/>
      <p:bldP spid="387" grpId="1" animBg="1"/>
      <p:bldP spid="387" grpId="2" animBg="1"/>
      <p:bldP spid="387" grpId="3" animBg="1"/>
      <p:bldP spid="387" grpId="4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4" name="anim_o5305_1">
            <a:extLst>
              <a:ext uri="{FF2B5EF4-FFF2-40B4-BE49-F238E27FC236}">
                <a16:creationId xmlns:a16="http://schemas.microsoft.com/office/drawing/2014/main" id="{B640087D-1B32-40FD-B291-10581677D88B}"/>
              </a:ext>
            </a:extLst>
          </p:cNvPr>
          <p:cNvSpPr>
            <a:spLocks noGrp="1"/>
          </p:cNvSpPr>
          <p:nvPr/>
        </p:nvSpPr>
        <p:spPr>
          <a:xfrm>
            <a:off x="5712510" y="1036649"/>
            <a:ext cx="444506" cy="88901"/>
          </a:xfrm>
          <a:custGeom>
            <a:avLst/>
            <a:gdLst/>
            <a:ahLst/>
            <a:cxnLst/>
            <a:rect l="0" t="0" r="0" b="0"/>
            <a:pathLst>
              <a:path w="444506" h="88901">
                <a:moveTo>
                  <a:pt x="0" y="63501"/>
                </a:moveTo>
                <a:lnTo>
                  <a:pt x="355605" y="63501"/>
                </a:lnTo>
                <a:lnTo>
                  <a:pt x="355605" y="88901"/>
                </a:lnTo>
                <a:lnTo>
                  <a:pt x="444506" y="44451"/>
                </a:lnTo>
                <a:lnTo>
                  <a:pt x="355605" y="0"/>
                </a:lnTo>
                <a:lnTo>
                  <a:pt x="355605" y="25401"/>
                </a:lnTo>
                <a:lnTo>
                  <a:pt x="0" y="25401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5306_1">
            <a:extLst>
              <a:ext uri="{FF2B5EF4-FFF2-40B4-BE49-F238E27FC236}">
                <a16:creationId xmlns:a16="http://schemas.microsoft.com/office/drawing/2014/main" id="{656EBE3A-5620-451D-82C7-A99CE5AB5CFF}"/>
              </a:ext>
            </a:extLst>
          </p:cNvPr>
          <p:cNvSpPr>
            <a:spLocks noGrp="1"/>
          </p:cNvSpPr>
          <p:nvPr/>
        </p:nvSpPr>
        <p:spPr>
          <a:xfrm>
            <a:off x="5712510" y="2949753"/>
            <a:ext cx="444506" cy="88901"/>
          </a:xfrm>
          <a:custGeom>
            <a:avLst/>
            <a:gdLst/>
            <a:ahLst/>
            <a:cxnLst/>
            <a:rect l="0" t="0" r="0" b="0"/>
            <a:pathLst>
              <a:path w="444506" h="88901">
                <a:moveTo>
                  <a:pt x="0" y="63501"/>
                </a:moveTo>
                <a:lnTo>
                  <a:pt x="355605" y="63501"/>
                </a:lnTo>
                <a:lnTo>
                  <a:pt x="355605" y="88901"/>
                </a:lnTo>
                <a:lnTo>
                  <a:pt x="444506" y="44451"/>
                </a:lnTo>
                <a:lnTo>
                  <a:pt x="355605" y="0"/>
                </a:lnTo>
                <a:lnTo>
                  <a:pt x="355605" y="25401"/>
                </a:lnTo>
                <a:lnTo>
                  <a:pt x="0" y="25401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5307_1">
            <a:extLst>
              <a:ext uri="{FF2B5EF4-FFF2-40B4-BE49-F238E27FC236}">
                <a16:creationId xmlns:a16="http://schemas.microsoft.com/office/drawing/2014/main" id="{628E8507-BF2F-4ACD-A748-701D3939D466}"/>
              </a:ext>
            </a:extLst>
          </p:cNvPr>
          <p:cNvSpPr>
            <a:spLocks noGrp="1"/>
          </p:cNvSpPr>
          <p:nvPr/>
        </p:nvSpPr>
        <p:spPr>
          <a:xfrm>
            <a:off x="5712510" y="4862857"/>
            <a:ext cx="444506" cy="88901"/>
          </a:xfrm>
          <a:custGeom>
            <a:avLst/>
            <a:gdLst/>
            <a:ahLst/>
            <a:cxnLst/>
            <a:rect l="0" t="0" r="0" b="0"/>
            <a:pathLst>
              <a:path w="444506" h="88901">
                <a:moveTo>
                  <a:pt x="0" y="63501"/>
                </a:moveTo>
                <a:lnTo>
                  <a:pt x="355605" y="63501"/>
                </a:lnTo>
                <a:lnTo>
                  <a:pt x="355605" y="88901"/>
                </a:lnTo>
                <a:lnTo>
                  <a:pt x="444506" y="44451"/>
                </a:lnTo>
                <a:lnTo>
                  <a:pt x="355605" y="0"/>
                </a:lnTo>
                <a:lnTo>
                  <a:pt x="355605" y="25401"/>
                </a:lnTo>
                <a:lnTo>
                  <a:pt x="0" y="25401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5195_1">
            <a:extLst>
              <a:ext uri="{FF2B5EF4-FFF2-40B4-BE49-F238E27FC236}">
                <a16:creationId xmlns:a16="http://schemas.microsoft.com/office/drawing/2014/main" id="{D3E25BDD-EF4F-4AF5-BC63-F87CCD270F45}"/>
              </a:ext>
            </a:extLst>
          </p:cNvPr>
          <p:cNvSpPr>
            <a:spLocks noGrp="1"/>
          </p:cNvSpPr>
          <p:nvPr/>
        </p:nvSpPr>
        <p:spPr>
          <a:xfrm>
            <a:off x="7360388" y="472385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5196_1">
            <a:extLst>
              <a:ext uri="{FF2B5EF4-FFF2-40B4-BE49-F238E27FC236}">
                <a16:creationId xmlns:a16="http://schemas.microsoft.com/office/drawing/2014/main" id="{C4C31777-C7F4-4627-A54D-6D4245A90A02}"/>
              </a:ext>
            </a:extLst>
          </p:cNvPr>
          <p:cNvSpPr>
            <a:spLocks noGrp="1"/>
          </p:cNvSpPr>
          <p:nvPr/>
        </p:nvSpPr>
        <p:spPr>
          <a:xfrm>
            <a:off x="7664745" y="472385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5197_1">
            <a:extLst>
              <a:ext uri="{FF2B5EF4-FFF2-40B4-BE49-F238E27FC236}">
                <a16:creationId xmlns:a16="http://schemas.microsoft.com/office/drawing/2014/main" id="{9B5E1E6C-667D-40AC-A335-1C43B69103D4}"/>
              </a:ext>
            </a:extLst>
          </p:cNvPr>
          <p:cNvSpPr>
            <a:spLocks noGrp="1"/>
          </p:cNvSpPr>
          <p:nvPr/>
        </p:nvSpPr>
        <p:spPr>
          <a:xfrm>
            <a:off x="7969102" y="472385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5198_1">
            <a:extLst>
              <a:ext uri="{FF2B5EF4-FFF2-40B4-BE49-F238E27FC236}">
                <a16:creationId xmlns:a16="http://schemas.microsoft.com/office/drawing/2014/main" id="{CD36D131-FCC8-4274-AB92-BCA4ED6A765F}"/>
              </a:ext>
            </a:extLst>
          </p:cNvPr>
          <p:cNvSpPr>
            <a:spLocks noGrp="1"/>
          </p:cNvSpPr>
          <p:nvPr/>
        </p:nvSpPr>
        <p:spPr>
          <a:xfrm>
            <a:off x="8273460" y="472385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5199_1">
            <a:extLst>
              <a:ext uri="{FF2B5EF4-FFF2-40B4-BE49-F238E27FC236}">
                <a16:creationId xmlns:a16="http://schemas.microsoft.com/office/drawing/2014/main" id="{1AA21DEF-43E0-4B0B-B388-29D9DB74B35F}"/>
              </a:ext>
            </a:extLst>
          </p:cNvPr>
          <p:cNvSpPr>
            <a:spLocks noGrp="1"/>
          </p:cNvSpPr>
          <p:nvPr/>
        </p:nvSpPr>
        <p:spPr>
          <a:xfrm>
            <a:off x="7360388" y="776743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5200_1">
            <a:extLst>
              <a:ext uri="{FF2B5EF4-FFF2-40B4-BE49-F238E27FC236}">
                <a16:creationId xmlns:a16="http://schemas.microsoft.com/office/drawing/2014/main" id="{D240B2BB-5F7C-4282-9BCC-72A951EAF368}"/>
              </a:ext>
            </a:extLst>
          </p:cNvPr>
          <p:cNvSpPr>
            <a:spLocks noGrp="1"/>
          </p:cNvSpPr>
          <p:nvPr/>
        </p:nvSpPr>
        <p:spPr>
          <a:xfrm>
            <a:off x="7664745" y="776743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5201_1">
            <a:extLst>
              <a:ext uri="{FF2B5EF4-FFF2-40B4-BE49-F238E27FC236}">
                <a16:creationId xmlns:a16="http://schemas.microsoft.com/office/drawing/2014/main" id="{8858F20E-8189-47E2-8282-CB85D120CC79}"/>
              </a:ext>
            </a:extLst>
          </p:cNvPr>
          <p:cNvSpPr>
            <a:spLocks noGrp="1"/>
          </p:cNvSpPr>
          <p:nvPr/>
        </p:nvSpPr>
        <p:spPr>
          <a:xfrm>
            <a:off x="7969102" y="776743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5202_1">
            <a:extLst>
              <a:ext uri="{FF2B5EF4-FFF2-40B4-BE49-F238E27FC236}">
                <a16:creationId xmlns:a16="http://schemas.microsoft.com/office/drawing/2014/main" id="{319EB059-6D2A-440D-81F3-B167C16E113C}"/>
              </a:ext>
            </a:extLst>
          </p:cNvPr>
          <p:cNvSpPr>
            <a:spLocks noGrp="1"/>
          </p:cNvSpPr>
          <p:nvPr/>
        </p:nvSpPr>
        <p:spPr>
          <a:xfrm>
            <a:off x="8273460" y="776743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5203_1">
            <a:extLst>
              <a:ext uri="{FF2B5EF4-FFF2-40B4-BE49-F238E27FC236}">
                <a16:creationId xmlns:a16="http://schemas.microsoft.com/office/drawing/2014/main" id="{DF88416E-99A7-4B4F-9D66-A2A20CEBFCFB}"/>
              </a:ext>
            </a:extLst>
          </p:cNvPr>
          <p:cNvSpPr>
            <a:spLocks noGrp="1"/>
          </p:cNvSpPr>
          <p:nvPr/>
        </p:nvSpPr>
        <p:spPr>
          <a:xfrm>
            <a:off x="7360388" y="1081100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5204_1">
            <a:extLst>
              <a:ext uri="{FF2B5EF4-FFF2-40B4-BE49-F238E27FC236}">
                <a16:creationId xmlns:a16="http://schemas.microsoft.com/office/drawing/2014/main" id="{B228B578-F28B-4DAC-BF86-211FFF78D397}"/>
              </a:ext>
            </a:extLst>
          </p:cNvPr>
          <p:cNvSpPr>
            <a:spLocks noGrp="1"/>
          </p:cNvSpPr>
          <p:nvPr/>
        </p:nvSpPr>
        <p:spPr>
          <a:xfrm>
            <a:off x="7664745" y="1081100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5205_1">
            <a:extLst>
              <a:ext uri="{FF2B5EF4-FFF2-40B4-BE49-F238E27FC236}">
                <a16:creationId xmlns:a16="http://schemas.microsoft.com/office/drawing/2014/main" id="{5D336AAA-CC2E-48D6-9D92-E004A6CD8EFB}"/>
              </a:ext>
            </a:extLst>
          </p:cNvPr>
          <p:cNvSpPr>
            <a:spLocks noGrp="1"/>
          </p:cNvSpPr>
          <p:nvPr/>
        </p:nvSpPr>
        <p:spPr>
          <a:xfrm>
            <a:off x="7969102" y="1081100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5206_1">
            <a:extLst>
              <a:ext uri="{FF2B5EF4-FFF2-40B4-BE49-F238E27FC236}">
                <a16:creationId xmlns:a16="http://schemas.microsoft.com/office/drawing/2014/main" id="{4C208D6A-92CD-43C0-91DD-AD7135645D17}"/>
              </a:ext>
            </a:extLst>
          </p:cNvPr>
          <p:cNvSpPr>
            <a:spLocks noGrp="1"/>
          </p:cNvSpPr>
          <p:nvPr/>
        </p:nvSpPr>
        <p:spPr>
          <a:xfrm>
            <a:off x="8273460" y="1081100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5207_1">
            <a:extLst>
              <a:ext uri="{FF2B5EF4-FFF2-40B4-BE49-F238E27FC236}">
                <a16:creationId xmlns:a16="http://schemas.microsoft.com/office/drawing/2014/main" id="{8206BC19-938A-4809-B2A9-AEBADA9DD0AB}"/>
              </a:ext>
            </a:extLst>
          </p:cNvPr>
          <p:cNvSpPr>
            <a:spLocks noGrp="1"/>
          </p:cNvSpPr>
          <p:nvPr/>
        </p:nvSpPr>
        <p:spPr>
          <a:xfrm>
            <a:off x="7360388" y="1385457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5208_1">
            <a:extLst>
              <a:ext uri="{FF2B5EF4-FFF2-40B4-BE49-F238E27FC236}">
                <a16:creationId xmlns:a16="http://schemas.microsoft.com/office/drawing/2014/main" id="{CA9ECF65-0C0C-49E2-9493-571C16BC6322}"/>
              </a:ext>
            </a:extLst>
          </p:cNvPr>
          <p:cNvSpPr>
            <a:spLocks noGrp="1"/>
          </p:cNvSpPr>
          <p:nvPr/>
        </p:nvSpPr>
        <p:spPr>
          <a:xfrm>
            <a:off x="7664745" y="1385457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5209_1">
            <a:extLst>
              <a:ext uri="{FF2B5EF4-FFF2-40B4-BE49-F238E27FC236}">
                <a16:creationId xmlns:a16="http://schemas.microsoft.com/office/drawing/2014/main" id="{B5D9E6C1-9262-4F80-BB29-A9BCC96EFE45}"/>
              </a:ext>
            </a:extLst>
          </p:cNvPr>
          <p:cNvSpPr>
            <a:spLocks noGrp="1"/>
          </p:cNvSpPr>
          <p:nvPr/>
        </p:nvSpPr>
        <p:spPr>
          <a:xfrm>
            <a:off x="7969102" y="1385457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5210_1">
            <a:extLst>
              <a:ext uri="{FF2B5EF4-FFF2-40B4-BE49-F238E27FC236}">
                <a16:creationId xmlns:a16="http://schemas.microsoft.com/office/drawing/2014/main" id="{83E92E4E-898A-4D1A-9B67-E4C9AB632CCC}"/>
              </a:ext>
            </a:extLst>
          </p:cNvPr>
          <p:cNvSpPr>
            <a:spLocks noGrp="1"/>
          </p:cNvSpPr>
          <p:nvPr/>
        </p:nvSpPr>
        <p:spPr>
          <a:xfrm>
            <a:off x="8273460" y="1385457"/>
            <a:ext cx="304357" cy="304357"/>
          </a:xfrm>
          <a:prstGeom prst="rect">
            <a:avLst/>
          </a:prstGeom>
          <a:solidFill>
            <a:srgbClr val="FFFF00">
              <a:alpha val="60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5212_1">
            <a:extLst>
              <a:ext uri="{FF2B5EF4-FFF2-40B4-BE49-F238E27FC236}">
                <a16:creationId xmlns:a16="http://schemas.microsoft.com/office/drawing/2014/main" id="{8FAB9CC4-6864-4C3F-AB7D-2D1005210848}"/>
              </a:ext>
            </a:extLst>
          </p:cNvPr>
          <p:cNvSpPr>
            <a:spLocks noGrp="1"/>
          </p:cNvSpPr>
          <p:nvPr/>
        </p:nvSpPr>
        <p:spPr>
          <a:xfrm>
            <a:off x="7360388" y="2385489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5213_1">
            <a:extLst>
              <a:ext uri="{FF2B5EF4-FFF2-40B4-BE49-F238E27FC236}">
                <a16:creationId xmlns:a16="http://schemas.microsoft.com/office/drawing/2014/main" id="{C440995D-47F4-4E43-963C-29B4B45498AF}"/>
              </a:ext>
            </a:extLst>
          </p:cNvPr>
          <p:cNvSpPr>
            <a:spLocks noGrp="1"/>
          </p:cNvSpPr>
          <p:nvPr/>
        </p:nvSpPr>
        <p:spPr>
          <a:xfrm>
            <a:off x="7664745" y="2385489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5214_1">
            <a:extLst>
              <a:ext uri="{FF2B5EF4-FFF2-40B4-BE49-F238E27FC236}">
                <a16:creationId xmlns:a16="http://schemas.microsoft.com/office/drawing/2014/main" id="{EDF5FA50-9308-4060-BE5B-626811BF5CE1}"/>
              </a:ext>
            </a:extLst>
          </p:cNvPr>
          <p:cNvSpPr>
            <a:spLocks noGrp="1"/>
          </p:cNvSpPr>
          <p:nvPr/>
        </p:nvSpPr>
        <p:spPr>
          <a:xfrm>
            <a:off x="7969102" y="2385489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5215_1">
            <a:extLst>
              <a:ext uri="{FF2B5EF4-FFF2-40B4-BE49-F238E27FC236}">
                <a16:creationId xmlns:a16="http://schemas.microsoft.com/office/drawing/2014/main" id="{B3F07462-4B21-41B2-A295-BAB19A917D00}"/>
              </a:ext>
            </a:extLst>
          </p:cNvPr>
          <p:cNvSpPr>
            <a:spLocks noGrp="1"/>
          </p:cNvSpPr>
          <p:nvPr/>
        </p:nvSpPr>
        <p:spPr>
          <a:xfrm>
            <a:off x="8273460" y="2385489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5216_1">
            <a:extLst>
              <a:ext uri="{FF2B5EF4-FFF2-40B4-BE49-F238E27FC236}">
                <a16:creationId xmlns:a16="http://schemas.microsoft.com/office/drawing/2014/main" id="{A1D4900A-DC67-49B5-8F8F-3054951482B4}"/>
              </a:ext>
            </a:extLst>
          </p:cNvPr>
          <p:cNvSpPr>
            <a:spLocks noGrp="1"/>
          </p:cNvSpPr>
          <p:nvPr/>
        </p:nvSpPr>
        <p:spPr>
          <a:xfrm>
            <a:off x="7360388" y="2689846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5217_1">
            <a:extLst>
              <a:ext uri="{FF2B5EF4-FFF2-40B4-BE49-F238E27FC236}">
                <a16:creationId xmlns:a16="http://schemas.microsoft.com/office/drawing/2014/main" id="{8269B7A2-0906-47ED-ADAA-27FC5DCDBDEB}"/>
              </a:ext>
            </a:extLst>
          </p:cNvPr>
          <p:cNvSpPr>
            <a:spLocks noGrp="1"/>
          </p:cNvSpPr>
          <p:nvPr/>
        </p:nvSpPr>
        <p:spPr>
          <a:xfrm>
            <a:off x="7664745" y="2689846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5218_1">
            <a:extLst>
              <a:ext uri="{FF2B5EF4-FFF2-40B4-BE49-F238E27FC236}">
                <a16:creationId xmlns:a16="http://schemas.microsoft.com/office/drawing/2014/main" id="{761B4D85-39F5-4FCF-9C4A-F6A5BE1CBE40}"/>
              </a:ext>
            </a:extLst>
          </p:cNvPr>
          <p:cNvSpPr>
            <a:spLocks noGrp="1"/>
          </p:cNvSpPr>
          <p:nvPr/>
        </p:nvSpPr>
        <p:spPr>
          <a:xfrm>
            <a:off x="7969102" y="2689846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5219_1">
            <a:extLst>
              <a:ext uri="{FF2B5EF4-FFF2-40B4-BE49-F238E27FC236}">
                <a16:creationId xmlns:a16="http://schemas.microsoft.com/office/drawing/2014/main" id="{EAB10F2C-BF24-4E39-9775-51267FFC035D}"/>
              </a:ext>
            </a:extLst>
          </p:cNvPr>
          <p:cNvSpPr>
            <a:spLocks noGrp="1"/>
          </p:cNvSpPr>
          <p:nvPr/>
        </p:nvSpPr>
        <p:spPr>
          <a:xfrm>
            <a:off x="8273460" y="2689846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5220_1">
            <a:extLst>
              <a:ext uri="{FF2B5EF4-FFF2-40B4-BE49-F238E27FC236}">
                <a16:creationId xmlns:a16="http://schemas.microsoft.com/office/drawing/2014/main" id="{2E42B4A8-7C7E-4FC4-ADFF-EE49F789B7B5}"/>
              </a:ext>
            </a:extLst>
          </p:cNvPr>
          <p:cNvSpPr>
            <a:spLocks noGrp="1"/>
          </p:cNvSpPr>
          <p:nvPr/>
        </p:nvSpPr>
        <p:spPr>
          <a:xfrm>
            <a:off x="7360388" y="2994204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5221_1">
            <a:extLst>
              <a:ext uri="{FF2B5EF4-FFF2-40B4-BE49-F238E27FC236}">
                <a16:creationId xmlns:a16="http://schemas.microsoft.com/office/drawing/2014/main" id="{4DF3A83E-5AA4-4A1C-BB35-707C83D6C2AF}"/>
              </a:ext>
            </a:extLst>
          </p:cNvPr>
          <p:cNvSpPr>
            <a:spLocks noGrp="1"/>
          </p:cNvSpPr>
          <p:nvPr/>
        </p:nvSpPr>
        <p:spPr>
          <a:xfrm>
            <a:off x="7664745" y="2994204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5222_1">
            <a:extLst>
              <a:ext uri="{FF2B5EF4-FFF2-40B4-BE49-F238E27FC236}">
                <a16:creationId xmlns:a16="http://schemas.microsoft.com/office/drawing/2014/main" id="{51419058-42B0-48A4-8F85-49D893CFB1BB}"/>
              </a:ext>
            </a:extLst>
          </p:cNvPr>
          <p:cNvSpPr>
            <a:spLocks noGrp="1"/>
          </p:cNvSpPr>
          <p:nvPr/>
        </p:nvSpPr>
        <p:spPr>
          <a:xfrm>
            <a:off x="7969102" y="2994204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5223_1">
            <a:extLst>
              <a:ext uri="{FF2B5EF4-FFF2-40B4-BE49-F238E27FC236}">
                <a16:creationId xmlns:a16="http://schemas.microsoft.com/office/drawing/2014/main" id="{30661EAA-C736-4C94-B5EE-8B8DD81CAD07}"/>
              </a:ext>
            </a:extLst>
          </p:cNvPr>
          <p:cNvSpPr>
            <a:spLocks noGrp="1"/>
          </p:cNvSpPr>
          <p:nvPr/>
        </p:nvSpPr>
        <p:spPr>
          <a:xfrm>
            <a:off x="8273460" y="2994204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5224_1">
            <a:extLst>
              <a:ext uri="{FF2B5EF4-FFF2-40B4-BE49-F238E27FC236}">
                <a16:creationId xmlns:a16="http://schemas.microsoft.com/office/drawing/2014/main" id="{0AB84C0C-E96F-4D62-9297-113CF0AE24E4}"/>
              </a:ext>
            </a:extLst>
          </p:cNvPr>
          <p:cNvSpPr>
            <a:spLocks noGrp="1"/>
          </p:cNvSpPr>
          <p:nvPr/>
        </p:nvSpPr>
        <p:spPr>
          <a:xfrm>
            <a:off x="7360388" y="3298561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5225_1">
            <a:extLst>
              <a:ext uri="{FF2B5EF4-FFF2-40B4-BE49-F238E27FC236}">
                <a16:creationId xmlns:a16="http://schemas.microsoft.com/office/drawing/2014/main" id="{548F9DF9-1DF4-44E0-B012-5B4C2DFF5D92}"/>
              </a:ext>
            </a:extLst>
          </p:cNvPr>
          <p:cNvSpPr>
            <a:spLocks noGrp="1"/>
          </p:cNvSpPr>
          <p:nvPr/>
        </p:nvSpPr>
        <p:spPr>
          <a:xfrm>
            <a:off x="7664745" y="3298561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5226_1">
            <a:extLst>
              <a:ext uri="{FF2B5EF4-FFF2-40B4-BE49-F238E27FC236}">
                <a16:creationId xmlns:a16="http://schemas.microsoft.com/office/drawing/2014/main" id="{E05171E5-F249-40B1-B94F-56BA857AA9E7}"/>
              </a:ext>
            </a:extLst>
          </p:cNvPr>
          <p:cNvSpPr>
            <a:spLocks noGrp="1"/>
          </p:cNvSpPr>
          <p:nvPr/>
        </p:nvSpPr>
        <p:spPr>
          <a:xfrm>
            <a:off x="7969102" y="3298561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5227_1">
            <a:extLst>
              <a:ext uri="{FF2B5EF4-FFF2-40B4-BE49-F238E27FC236}">
                <a16:creationId xmlns:a16="http://schemas.microsoft.com/office/drawing/2014/main" id="{90BCA29B-9A23-48BF-AC79-48AAFCB00BFD}"/>
              </a:ext>
            </a:extLst>
          </p:cNvPr>
          <p:cNvSpPr>
            <a:spLocks noGrp="1"/>
          </p:cNvSpPr>
          <p:nvPr/>
        </p:nvSpPr>
        <p:spPr>
          <a:xfrm>
            <a:off x="8273460" y="3298561"/>
            <a:ext cx="304357" cy="304357"/>
          </a:xfrm>
          <a:prstGeom prst="rect">
            <a:avLst/>
          </a:prstGeom>
          <a:solidFill>
            <a:srgbClr val="FF862F">
              <a:alpha val="60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5229_1">
            <a:extLst>
              <a:ext uri="{FF2B5EF4-FFF2-40B4-BE49-F238E27FC236}">
                <a16:creationId xmlns:a16="http://schemas.microsoft.com/office/drawing/2014/main" id="{A624CB9C-B40E-4084-9131-89365BC433D8}"/>
              </a:ext>
            </a:extLst>
          </p:cNvPr>
          <p:cNvSpPr>
            <a:spLocks noGrp="1"/>
          </p:cNvSpPr>
          <p:nvPr/>
        </p:nvSpPr>
        <p:spPr>
          <a:xfrm>
            <a:off x="7360388" y="4298593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5230_1">
            <a:extLst>
              <a:ext uri="{FF2B5EF4-FFF2-40B4-BE49-F238E27FC236}">
                <a16:creationId xmlns:a16="http://schemas.microsoft.com/office/drawing/2014/main" id="{8FA095F2-4E2F-459D-9B0E-7B2C6404433B}"/>
              </a:ext>
            </a:extLst>
          </p:cNvPr>
          <p:cNvSpPr>
            <a:spLocks noGrp="1"/>
          </p:cNvSpPr>
          <p:nvPr/>
        </p:nvSpPr>
        <p:spPr>
          <a:xfrm>
            <a:off x="7664745" y="4298593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5231_1">
            <a:extLst>
              <a:ext uri="{FF2B5EF4-FFF2-40B4-BE49-F238E27FC236}">
                <a16:creationId xmlns:a16="http://schemas.microsoft.com/office/drawing/2014/main" id="{67A3F919-EC9A-4528-B167-80449AD96D79}"/>
              </a:ext>
            </a:extLst>
          </p:cNvPr>
          <p:cNvSpPr>
            <a:spLocks noGrp="1"/>
          </p:cNvSpPr>
          <p:nvPr/>
        </p:nvSpPr>
        <p:spPr>
          <a:xfrm>
            <a:off x="7969102" y="4298593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5232_1">
            <a:extLst>
              <a:ext uri="{FF2B5EF4-FFF2-40B4-BE49-F238E27FC236}">
                <a16:creationId xmlns:a16="http://schemas.microsoft.com/office/drawing/2014/main" id="{944FF503-0EF3-45AD-8916-26E8BCF1DE4C}"/>
              </a:ext>
            </a:extLst>
          </p:cNvPr>
          <p:cNvSpPr>
            <a:spLocks noGrp="1"/>
          </p:cNvSpPr>
          <p:nvPr/>
        </p:nvSpPr>
        <p:spPr>
          <a:xfrm>
            <a:off x="8273460" y="4298593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5233_1">
            <a:extLst>
              <a:ext uri="{FF2B5EF4-FFF2-40B4-BE49-F238E27FC236}">
                <a16:creationId xmlns:a16="http://schemas.microsoft.com/office/drawing/2014/main" id="{31626E66-56C6-4002-BFAE-487AC24E5428}"/>
              </a:ext>
            </a:extLst>
          </p:cNvPr>
          <p:cNvSpPr>
            <a:spLocks noGrp="1"/>
          </p:cNvSpPr>
          <p:nvPr/>
        </p:nvSpPr>
        <p:spPr>
          <a:xfrm>
            <a:off x="7360388" y="4602950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5234_1">
            <a:extLst>
              <a:ext uri="{FF2B5EF4-FFF2-40B4-BE49-F238E27FC236}">
                <a16:creationId xmlns:a16="http://schemas.microsoft.com/office/drawing/2014/main" id="{66159805-F9CB-43F4-BB93-D2EFCD23A5CA}"/>
              </a:ext>
            </a:extLst>
          </p:cNvPr>
          <p:cNvSpPr>
            <a:spLocks noGrp="1"/>
          </p:cNvSpPr>
          <p:nvPr/>
        </p:nvSpPr>
        <p:spPr>
          <a:xfrm>
            <a:off x="7664745" y="4602950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5235_1">
            <a:extLst>
              <a:ext uri="{FF2B5EF4-FFF2-40B4-BE49-F238E27FC236}">
                <a16:creationId xmlns:a16="http://schemas.microsoft.com/office/drawing/2014/main" id="{ACF6F4AF-7CC0-4EB4-A854-7A3A02B3196C}"/>
              </a:ext>
            </a:extLst>
          </p:cNvPr>
          <p:cNvSpPr>
            <a:spLocks noGrp="1"/>
          </p:cNvSpPr>
          <p:nvPr/>
        </p:nvSpPr>
        <p:spPr>
          <a:xfrm>
            <a:off x="7969102" y="4602950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5236_1">
            <a:extLst>
              <a:ext uri="{FF2B5EF4-FFF2-40B4-BE49-F238E27FC236}">
                <a16:creationId xmlns:a16="http://schemas.microsoft.com/office/drawing/2014/main" id="{5D9F9FC4-0840-4715-9D99-E783E55BDEEC}"/>
              </a:ext>
            </a:extLst>
          </p:cNvPr>
          <p:cNvSpPr>
            <a:spLocks noGrp="1"/>
          </p:cNvSpPr>
          <p:nvPr/>
        </p:nvSpPr>
        <p:spPr>
          <a:xfrm>
            <a:off x="8273460" y="4602950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5237_1">
            <a:extLst>
              <a:ext uri="{FF2B5EF4-FFF2-40B4-BE49-F238E27FC236}">
                <a16:creationId xmlns:a16="http://schemas.microsoft.com/office/drawing/2014/main" id="{0DA20D37-2E3C-4233-BC4B-D283B66C46B2}"/>
              </a:ext>
            </a:extLst>
          </p:cNvPr>
          <p:cNvSpPr>
            <a:spLocks noGrp="1"/>
          </p:cNvSpPr>
          <p:nvPr/>
        </p:nvSpPr>
        <p:spPr>
          <a:xfrm>
            <a:off x="7360388" y="4907307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5238_1">
            <a:extLst>
              <a:ext uri="{FF2B5EF4-FFF2-40B4-BE49-F238E27FC236}">
                <a16:creationId xmlns:a16="http://schemas.microsoft.com/office/drawing/2014/main" id="{BD89D8FC-5C39-457B-82E5-804504EC1528}"/>
              </a:ext>
            </a:extLst>
          </p:cNvPr>
          <p:cNvSpPr>
            <a:spLocks noGrp="1"/>
          </p:cNvSpPr>
          <p:nvPr/>
        </p:nvSpPr>
        <p:spPr>
          <a:xfrm>
            <a:off x="7664745" y="4907307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5239_1">
            <a:extLst>
              <a:ext uri="{FF2B5EF4-FFF2-40B4-BE49-F238E27FC236}">
                <a16:creationId xmlns:a16="http://schemas.microsoft.com/office/drawing/2014/main" id="{7208F696-3B1B-45DB-A151-CCE26A210AF2}"/>
              </a:ext>
            </a:extLst>
          </p:cNvPr>
          <p:cNvSpPr>
            <a:spLocks noGrp="1"/>
          </p:cNvSpPr>
          <p:nvPr/>
        </p:nvSpPr>
        <p:spPr>
          <a:xfrm>
            <a:off x="7969102" y="4907307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5240_1">
            <a:extLst>
              <a:ext uri="{FF2B5EF4-FFF2-40B4-BE49-F238E27FC236}">
                <a16:creationId xmlns:a16="http://schemas.microsoft.com/office/drawing/2014/main" id="{0A883E02-A03B-44F1-9236-E68ADD20A033}"/>
              </a:ext>
            </a:extLst>
          </p:cNvPr>
          <p:cNvSpPr>
            <a:spLocks noGrp="1"/>
          </p:cNvSpPr>
          <p:nvPr/>
        </p:nvSpPr>
        <p:spPr>
          <a:xfrm>
            <a:off x="8273460" y="4907307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5241_1">
            <a:extLst>
              <a:ext uri="{FF2B5EF4-FFF2-40B4-BE49-F238E27FC236}">
                <a16:creationId xmlns:a16="http://schemas.microsoft.com/office/drawing/2014/main" id="{1390E9AA-5C76-497E-970B-079BF0FCF768}"/>
              </a:ext>
            </a:extLst>
          </p:cNvPr>
          <p:cNvSpPr>
            <a:spLocks noGrp="1"/>
          </p:cNvSpPr>
          <p:nvPr/>
        </p:nvSpPr>
        <p:spPr>
          <a:xfrm>
            <a:off x="7360388" y="5211665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5242_1">
            <a:extLst>
              <a:ext uri="{FF2B5EF4-FFF2-40B4-BE49-F238E27FC236}">
                <a16:creationId xmlns:a16="http://schemas.microsoft.com/office/drawing/2014/main" id="{759E6A0B-283F-47B8-8A18-E47CF955E369}"/>
              </a:ext>
            </a:extLst>
          </p:cNvPr>
          <p:cNvSpPr>
            <a:spLocks noGrp="1"/>
          </p:cNvSpPr>
          <p:nvPr/>
        </p:nvSpPr>
        <p:spPr>
          <a:xfrm>
            <a:off x="7664745" y="5211665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5243_1">
            <a:extLst>
              <a:ext uri="{FF2B5EF4-FFF2-40B4-BE49-F238E27FC236}">
                <a16:creationId xmlns:a16="http://schemas.microsoft.com/office/drawing/2014/main" id="{3B9D5D4E-2CED-4536-84F8-B5680B2FEA63}"/>
              </a:ext>
            </a:extLst>
          </p:cNvPr>
          <p:cNvSpPr>
            <a:spLocks noGrp="1"/>
          </p:cNvSpPr>
          <p:nvPr/>
        </p:nvSpPr>
        <p:spPr>
          <a:xfrm>
            <a:off x="7969102" y="5211665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5244_1">
            <a:extLst>
              <a:ext uri="{FF2B5EF4-FFF2-40B4-BE49-F238E27FC236}">
                <a16:creationId xmlns:a16="http://schemas.microsoft.com/office/drawing/2014/main" id="{AE51591F-8E1D-4342-9BEA-5C0AC8B9B455}"/>
              </a:ext>
            </a:extLst>
          </p:cNvPr>
          <p:cNvSpPr>
            <a:spLocks noGrp="1"/>
          </p:cNvSpPr>
          <p:nvPr/>
        </p:nvSpPr>
        <p:spPr>
          <a:xfrm>
            <a:off x="8273460" y="5211665"/>
            <a:ext cx="304357" cy="304357"/>
          </a:xfrm>
          <a:prstGeom prst="rect">
            <a:avLst/>
          </a:prstGeom>
          <a:solidFill>
            <a:srgbClr val="9A72AC">
              <a:alpha val="60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5326_1">
            <a:extLst>
              <a:ext uri="{FF2B5EF4-FFF2-40B4-BE49-F238E27FC236}">
                <a16:creationId xmlns:a16="http://schemas.microsoft.com/office/drawing/2014/main" id="{A38CC456-9204-4451-A612-3F0C26DE258D}"/>
              </a:ext>
            </a:extLst>
          </p:cNvPr>
          <p:cNvSpPr>
            <a:spLocks noGrp="1"/>
          </p:cNvSpPr>
          <p:nvPr/>
        </p:nvSpPr>
        <p:spPr>
          <a:xfrm>
            <a:off x="10143084" y="2385489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o5327_1">
            <a:extLst>
              <a:ext uri="{FF2B5EF4-FFF2-40B4-BE49-F238E27FC236}">
                <a16:creationId xmlns:a16="http://schemas.microsoft.com/office/drawing/2014/main" id="{2247A173-4445-4E6A-B9BA-A62DC1FEAB2B}"/>
              </a:ext>
            </a:extLst>
          </p:cNvPr>
          <p:cNvSpPr>
            <a:spLocks noGrp="1"/>
          </p:cNvSpPr>
          <p:nvPr/>
        </p:nvSpPr>
        <p:spPr>
          <a:xfrm>
            <a:off x="10447441" y="2385489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4" name="anim_o5328_1">
            <a:extLst>
              <a:ext uri="{FF2B5EF4-FFF2-40B4-BE49-F238E27FC236}">
                <a16:creationId xmlns:a16="http://schemas.microsoft.com/office/drawing/2014/main" id="{24A0559A-D518-470D-86EE-7188FE685551}"/>
              </a:ext>
            </a:extLst>
          </p:cNvPr>
          <p:cNvSpPr>
            <a:spLocks noGrp="1"/>
          </p:cNvSpPr>
          <p:nvPr/>
        </p:nvSpPr>
        <p:spPr>
          <a:xfrm>
            <a:off x="10751799" y="2385489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5" name="anim_o5329_1">
            <a:extLst>
              <a:ext uri="{FF2B5EF4-FFF2-40B4-BE49-F238E27FC236}">
                <a16:creationId xmlns:a16="http://schemas.microsoft.com/office/drawing/2014/main" id="{9BBF1C43-58CA-4BF8-88CC-EE7D953973F8}"/>
              </a:ext>
            </a:extLst>
          </p:cNvPr>
          <p:cNvSpPr>
            <a:spLocks noGrp="1"/>
          </p:cNvSpPr>
          <p:nvPr/>
        </p:nvSpPr>
        <p:spPr>
          <a:xfrm>
            <a:off x="11056156" y="2385489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6" name="anim_o5330_1">
            <a:extLst>
              <a:ext uri="{FF2B5EF4-FFF2-40B4-BE49-F238E27FC236}">
                <a16:creationId xmlns:a16="http://schemas.microsoft.com/office/drawing/2014/main" id="{4E513A77-0053-4E78-B79B-D5F75E8F723E}"/>
              </a:ext>
            </a:extLst>
          </p:cNvPr>
          <p:cNvSpPr>
            <a:spLocks noGrp="1"/>
          </p:cNvSpPr>
          <p:nvPr/>
        </p:nvSpPr>
        <p:spPr>
          <a:xfrm>
            <a:off x="10143084" y="2689846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7" name="anim_o5331_1">
            <a:extLst>
              <a:ext uri="{FF2B5EF4-FFF2-40B4-BE49-F238E27FC236}">
                <a16:creationId xmlns:a16="http://schemas.microsoft.com/office/drawing/2014/main" id="{9164087F-3BB0-4055-BBFE-83916957E7E6}"/>
              </a:ext>
            </a:extLst>
          </p:cNvPr>
          <p:cNvSpPr>
            <a:spLocks noGrp="1"/>
          </p:cNvSpPr>
          <p:nvPr/>
        </p:nvSpPr>
        <p:spPr>
          <a:xfrm>
            <a:off x="10447441" y="2689846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" name="anim_o5332_1">
            <a:extLst>
              <a:ext uri="{FF2B5EF4-FFF2-40B4-BE49-F238E27FC236}">
                <a16:creationId xmlns:a16="http://schemas.microsoft.com/office/drawing/2014/main" id="{4AB2B713-4E7A-4B6D-906D-A725F83EF277}"/>
              </a:ext>
            </a:extLst>
          </p:cNvPr>
          <p:cNvSpPr>
            <a:spLocks noGrp="1"/>
          </p:cNvSpPr>
          <p:nvPr/>
        </p:nvSpPr>
        <p:spPr>
          <a:xfrm>
            <a:off x="10751799" y="2689846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o5333_1">
            <a:extLst>
              <a:ext uri="{FF2B5EF4-FFF2-40B4-BE49-F238E27FC236}">
                <a16:creationId xmlns:a16="http://schemas.microsoft.com/office/drawing/2014/main" id="{AC4BE308-BF8F-4DBA-92E5-918E30DDBE21}"/>
              </a:ext>
            </a:extLst>
          </p:cNvPr>
          <p:cNvSpPr>
            <a:spLocks noGrp="1"/>
          </p:cNvSpPr>
          <p:nvPr/>
        </p:nvSpPr>
        <p:spPr>
          <a:xfrm>
            <a:off x="11056156" y="2689846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0" name="anim_o5334_1">
            <a:extLst>
              <a:ext uri="{FF2B5EF4-FFF2-40B4-BE49-F238E27FC236}">
                <a16:creationId xmlns:a16="http://schemas.microsoft.com/office/drawing/2014/main" id="{B5726D0C-58CB-4A9F-9A3C-9A780437EC39}"/>
              </a:ext>
            </a:extLst>
          </p:cNvPr>
          <p:cNvSpPr>
            <a:spLocks noGrp="1"/>
          </p:cNvSpPr>
          <p:nvPr/>
        </p:nvSpPr>
        <p:spPr>
          <a:xfrm>
            <a:off x="10143084" y="2994204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" name="anim_o5335_1">
            <a:extLst>
              <a:ext uri="{FF2B5EF4-FFF2-40B4-BE49-F238E27FC236}">
                <a16:creationId xmlns:a16="http://schemas.microsoft.com/office/drawing/2014/main" id="{8257AFB5-7635-4C16-AD79-44F15902A8C1}"/>
              </a:ext>
            </a:extLst>
          </p:cNvPr>
          <p:cNvSpPr>
            <a:spLocks noGrp="1"/>
          </p:cNvSpPr>
          <p:nvPr/>
        </p:nvSpPr>
        <p:spPr>
          <a:xfrm>
            <a:off x="10447441" y="2994204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2" name="anim_o5336_1">
            <a:extLst>
              <a:ext uri="{FF2B5EF4-FFF2-40B4-BE49-F238E27FC236}">
                <a16:creationId xmlns:a16="http://schemas.microsoft.com/office/drawing/2014/main" id="{8F2673E6-15B5-4840-AA60-68EF81B3C654}"/>
              </a:ext>
            </a:extLst>
          </p:cNvPr>
          <p:cNvSpPr>
            <a:spLocks noGrp="1"/>
          </p:cNvSpPr>
          <p:nvPr/>
        </p:nvSpPr>
        <p:spPr>
          <a:xfrm>
            <a:off x="10751799" y="2994204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3" name="anim_o5337_1">
            <a:extLst>
              <a:ext uri="{FF2B5EF4-FFF2-40B4-BE49-F238E27FC236}">
                <a16:creationId xmlns:a16="http://schemas.microsoft.com/office/drawing/2014/main" id="{6863E46E-EA4B-42B3-81DF-4A72240AE923}"/>
              </a:ext>
            </a:extLst>
          </p:cNvPr>
          <p:cNvSpPr>
            <a:spLocks noGrp="1"/>
          </p:cNvSpPr>
          <p:nvPr/>
        </p:nvSpPr>
        <p:spPr>
          <a:xfrm>
            <a:off x="11056156" y="2994204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4" name="anim_o5338_1">
            <a:extLst>
              <a:ext uri="{FF2B5EF4-FFF2-40B4-BE49-F238E27FC236}">
                <a16:creationId xmlns:a16="http://schemas.microsoft.com/office/drawing/2014/main" id="{834664C6-D253-4246-BFD4-486E9E0FE07A}"/>
              </a:ext>
            </a:extLst>
          </p:cNvPr>
          <p:cNvSpPr>
            <a:spLocks noGrp="1"/>
          </p:cNvSpPr>
          <p:nvPr/>
        </p:nvSpPr>
        <p:spPr>
          <a:xfrm>
            <a:off x="10143084" y="3298561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5" name="anim_o5339_1">
            <a:extLst>
              <a:ext uri="{FF2B5EF4-FFF2-40B4-BE49-F238E27FC236}">
                <a16:creationId xmlns:a16="http://schemas.microsoft.com/office/drawing/2014/main" id="{BAF0F7BA-A05F-46C5-A24D-24A56F250E9F}"/>
              </a:ext>
            </a:extLst>
          </p:cNvPr>
          <p:cNvSpPr>
            <a:spLocks noGrp="1"/>
          </p:cNvSpPr>
          <p:nvPr/>
        </p:nvSpPr>
        <p:spPr>
          <a:xfrm>
            <a:off x="10447441" y="3298561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6" name="anim_o5340_1">
            <a:extLst>
              <a:ext uri="{FF2B5EF4-FFF2-40B4-BE49-F238E27FC236}">
                <a16:creationId xmlns:a16="http://schemas.microsoft.com/office/drawing/2014/main" id="{0AC51611-7ED5-4FB4-9C43-2EEC9F9676DA}"/>
              </a:ext>
            </a:extLst>
          </p:cNvPr>
          <p:cNvSpPr>
            <a:spLocks noGrp="1"/>
          </p:cNvSpPr>
          <p:nvPr/>
        </p:nvSpPr>
        <p:spPr>
          <a:xfrm>
            <a:off x="10751799" y="3298561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7" name="anim_o5341_1">
            <a:extLst>
              <a:ext uri="{FF2B5EF4-FFF2-40B4-BE49-F238E27FC236}">
                <a16:creationId xmlns:a16="http://schemas.microsoft.com/office/drawing/2014/main" id="{1DC526C7-31AD-4359-B2A7-AE2A33868DD9}"/>
              </a:ext>
            </a:extLst>
          </p:cNvPr>
          <p:cNvSpPr>
            <a:spLocks noGrp="1"/>
          </p:cNvSpPr>
          <p:nvPr/>
        </p:nvSpPr>
        <p:spPr>
          <a:xfrm>
            <a:off x="11056156" y="3298561"/>
            <a:ext cx="304357" cy="304357"/>
          </a:xfrm>
          <a:prstGeom prst="rect">
            <a:avLst/>
          </a:prstGeom>
          <a:solidFill>
            <a:srgbClr val="FF8000">
              <a:alpha val="100000"/>
            </a:srgbClr>
          </a:solidFill>
          <a:ln w="12700">
            <a:solidFill>
              <a:srgbClr val="8844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8" name="anim_o5627_1">
            <a:extLst>
              <a:ext uri="{FF2B5EF4-FFF2-40B4-BE49-F238E27FC236}">
                <a16:creationId xmlns:a16="http://schemas.microsoft.com/office/drawing/2014/main" id="{8B44B9AA-7AE2-4CCC-A0B1-B08E144A3525}"/>
              </a:ext>
            </a:extLst>
          </p:cNvPr>
          <p:cNvSpPr>
            <a:spLocks noGrp="1"/>
          </p:cNvSpPr>
          <p:nvPr/>
        </p:nvSpPr>
        <p:spPr>
          <a:xfrm>
            <a:off x="6473452" y="5822913"/>
            <a:ext cx="2991300" cy="631845"/>
          </a:xfrm>
          <a:prstGeom prst="rect">
            <a:avLst/>
          </a:prstGeom>
          <a:noFill/>
          <a:ln w="2413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9" name="anim_to5070_0_1">
            <a:extLst>
              <a:ext uri="{FF2B5EF4-FFF2-40B4-BE49-F238E27FC236}">
                <a16:creationId xmlns:a16="http://schemas.microsoft.com/office/drawing/2014/main" id="{100AE610-B9C4-46DF-A4C0-B06CE2929B3D}"/>
              </a:ext>
            </a:extLst>
          </p:cNvPr>
          <p:cNvSpPr>
            <a:spLocks noGrp="1"/>
          </p:cNvSpPr>
          <p:nvPr/>
        </p:nvSpPr>
        <p:spPr>
          <a:xfrm>
            <a:off x="1385463" y="1117058"/>
            <a:ext cx="1012033" cy="44269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78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78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78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Input</a:t>
            </a:r>
          </a:p>
        </p:txBody>
      </p:sp>
      <p:sp>
        <p:nvSpPr>
          <p:cNvPr id="70" name="anim_to5191_0_1">
            <a:extLst>
              <a:ext uri="{FF2B5EF4-FFF2-40B4-BE49-F238E27FC236}">
                <a16:creationId xmlns:a16="http://schemas.microsoft.com/office/drawing/2014/main" id="{F66F87F7-94BA-48EC-BAAB-71C2AC754A99}"/>
              </a:ext>
            </a:extLst>
          </p:cNvPr>
          <p:cNvSpPr>
            <a:spLocks noGrp="1"/>
          </p:cNvSpPr>
          <p:nvPr/>
        </p:nvSpPr>
        <p:spPr>
          <a:xfrm>
            <a:off x="3347113" y="2727784"/>
            <a:ext cx="219265" cy="53283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356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356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356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*</a:t>
            </a:r>
          </a:p>
        </p:txBody>
      </p:sp>
      <p:sp>
        <p:nvSpPr>
          <p:cNvPr id="71" name="anim_to5170_0_1">
            <a:extLst>
              <a:ext uri="{FF2B5EF4-FFF2-40B4-BE49-F238E27FC236}">
                <a16:creationId xmlns:a16="http://schemas.microsoft.com/office/drawing/2014/main" id="{271021ED-A893-41ED-B937-5A5640F62E9B}"/>
              </a:ext>
            </a:extLst>
          </p:cNvPr>
          <p:cNvSpPr>
            <a:spLocks noGrp="1"/>
          </p:cNvSpPr>
          <p:nvPr/>
        </p:nvSpPr>
        <p:spPr>
          <a:xfrm>
            <a:off x="3707960" y="831502"/>
            <a:ext cx="237648" cy="46623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37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37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2937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72" name="anim_to5173_0_1">
            <a:extLst>
              <a:ext uri="{FF2B5EF4-FFF2-40B4-BE49-F238E27FC236}">
                <a16:creationId xmlns:a16="http://schemas.microsoft.com/office/drawing/2014/main" id="{19F97B90-EA96-4DEC-9578-1377E8E66E49}"/>
              </a:ext>
            </a:extLst>
          </p:cNvPr>
          <p:cNvSpPr>
            <a:spLocks noGrp="1"/>
          </p:cNvSpPr>
          <p:nvPr/>
        </p:nvSpPr>
        <p:spPr>
          <a:xfrm>
            <a:off x="3907508" y="989182"/>
            <a:ext cx="172655" cy="30305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90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90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1909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73" name="anim_to5177_0_1">
            <a:extLst>
              <a:ext uri="{FF2B5EF4-FFF2-40B4-BE49-F238E27FC236}">
                <a16:creationId xmlns:a16="http://schemas.microsoft.com/office/drawing/2014/main" id="{9CA14A0F-794F-4C3C-86C7-4F43F008B440}"/>
              </a:ext>
            </a:extLst>
          </p:cNvPr>
          <p:cNvSpPr>
            <a:spLocks noGrp="1"/>
          </p:cNvSpPr>
          <p:nvPr/>
        </p:nvSpPr>
        <p:spPr>
          <a:xfrm>
            <a:off x="3707960" y="2744605"/>
            <a:ext cx="237648" cy="46623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37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37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pPr>
            <a:r>
              <a:rPr sz="2937" b="0">
                <a:solidFill>
                  <a:srgbClr val="FF862F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74" name="anim_to5180_0_1">
            <a:extLst>
              <a:ext uri="{FF2B5EF4-FFF2-40B4-BE49-F238E27FC236}">
                <a16:creationId xmlns:a16="http://schemas.microsoft.com/office/drawing/2014/main" id="{EB4F122A-E89E-41E3-8417-AB6EE40A2E38}"/>
              </a:ext>
            </a:extLst>
          </p:cNvPr>
          <p:cNvSpPr>
            <a:spLocks noGrp="1"/>
          </p:cNvSpPr>
          <p:nvPr/>
        </p:nvSpPr>
        <p:spPr>
          <a:xfrm>
            <a:off x="3907508" y="2902286"/>
            <a:ext cx="172655" cy="30305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909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909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pPr>
            <a:r>
              <a:rPr sz="1909" b="0">
                <a:solidFill>
                  <a:srgbClr val="FF862F"/>
                </a:solidFill>
                <a:latin typeface="Cambria Math"/>
                <a:ea typeface="Cambria Math"/>
                <a:cs typeface="Cambria Math"/>
              </a:rPr>
              <a:t>2</a:t>
            </a:r>
          </a:p>
        </p:txBody>
      </p:sp>
      <p:sp>
        <p:nvSpPr>
          <p:cNvPr id="75" name="anim_to5184_0_1">
            <a:extLst>
              <a:ext uri="{FF2B5EF4-FFF2-40B4-BE49-F238E27FC236}">
                <a16:creationId xmlns:a16="http://schemas.microsoft.com/office/drawing/2014/main" id="{85EEF3E2-10DF-4F4E-93D1-6A4DBC4AF058}"/>
              </a:ext>
            </a:extLst>
          </p:cNvPr>
          <p:cNvSpPr>
            <a:spLocks noGrp="1"/>
          </p:cNvSpPr>
          <p:nvPr/>
        </p:nvSpPr>
        <p:spPr>
          <a:xfrm>
            <a:off x="3707960" y="4657406"/>
            <a:ext cx="237648" cy="46623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37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37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pPr>
            <a:r>
              <a:rPr sz="2937" b="0">
                <a:solidFill>
                  <a:srgbClr val="9A72AC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76" name="anim_to5187_0_1">
            <a:extLst>
              <a:ext uri="{FF2B5EF4-FFF2-40B4-BE49-F238E27FC236}">
                <a16:creationId xmlns:a16="http://schemas.microsoft.com/office/drawing/2014/main" id="{25071400-DC8A-4846-9CDE-D09B03B5A029}"/>
              </a:ext>
            </a:extLst>
          </p:cNvPr>
          <p:cNvSpPr>
            <a:spLocks noGrp="1"/>
          </p:cNvSpPr>
          <p:nvPr/>
        </p:nvSpPr>
        <p:spPr>
          <a:xfrm>
            <a:off x="3907508" y="4815086"/>
            <a:ext cx="172655" cy="30305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909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909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pPr>
            <a:r>
              <a:rPr sz="1909" b="0">
                <a:solidFill>
                  <a:srgbClr val="9A72AC"/>
                </a:solidFill>
                <a:latin typeface="Cambria Math"/>
                <a:ea typeface="Cambria Math"/>
                <a:cs typeface="Cambria Math"/>
              </a:rPr>
              <a:t>3</a:t>
            </a:r>
          </a:p>
        </p:txBody>
      </p:sp>
      <p:sp>
        <p:nvSpPr>
          <p:cNvPr id="77" name="anim_to5252_0_1">
            <a:extLst>
              <a:ext uri="{FF2B5EF4-FFF2-40B4-BE49-F238E27FC236}">
                <a16:creationId xmlns:a16="http://schemas.microsoft.com/office/drawing/2014/main" id="{63D6A746-2F46-4A36-A46D-81D03F42475E}"/>
              </a:ext>
            </a:extLst>
          </p:cNvPr>
          <p:cNvSpPr>
            <a:spLocks noGrp="1"/>
          </p:cNvSpPr>
          <p:nvPr/>
        </p:nvSpPr>
        <p:spPr>
          <a:xfrm>
            <a:off x="8698731" y="903487"/>
            <a:ext cx="251235" cy="35522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78" name="anim_to5271_0_1">
            <a:extLst>
              <a:ext uri="{FF2B5EF4-FFF2-40B4-BE49-F238E27FC236}">
                <a16:creationId xmlns:a16="http://schemas.microsoft.com/office/drawing/2014/main" id="{5A0058B4-BF89-4C1A-82D7-524A8D67ED9E}"/>
              </a:ext>
            </a:extLst>
          </p:cNvPr>
          <p:cNvSpPr>
            <a:spLocks noGrp="1"/>
          </p:cNvSpPr>
          <p:nvPr/>
        </p:nvSpPr>
        <p:spPr>
          <a:xfrm>
            <a:off x="8698731" y="2816591"/>
            <a:ext cx="251235" cy="35522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79" name="anim_to5290_0_1">
            <a:extLst>
              <a:ext uri="{FF2B5EF4-FFF2-40B4-BE49-F238E27FC236}">
                <a16:creationId xmlns:a16="http://schemas.microsoft.com/office/drawing/2014/main" id="{709952FD-D74D-40BD-960A-0D9B603B9F61}"/>
              </a:ext>
            </a:extLst>
          </p:cNvPr>
          <p:cNvSpPr>
            <a:spLocks noGrp="1"/>
          </p:cNvSpPr>
          <p:nvPr/>
        </p:nvSpPr>
        <p:spPr>
          <a:xfrm>
            <a:off x="8698731" y="4729695"/>
            <a:ext cx="251235" cy="35522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23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80" name="anim_to5256_0_1">
            <a:extLst>
              <a:ext uri="{FF2B5EF4-FFF2-40B4-BE49-F238E27FC236}">
                <a16:creationId xmlns:a16="http://schemas.microsoft.com/office/drawing/2014/main" id="{D043F631-362A-4C60-ADFE-EFF8572516B7}"/>
              </a:ext>
            </a:extLst>
          </p:cNvPr>
          <p:cNvSpPr>
            <a:spLocks noGrp="1"/>
          </p:cNvSpPr>
          <p:nvPr/>
        </p:nvSpPr>
        <p:spPr>
          <a:xfrm>
            <a:off x="8998826" y="893416"/>
            <a:ext cx="194399" cy="35522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38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38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2238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b</a:t>
            </a:r>
          </a:p>
        </p:txBody>
      </p:sp>
      <p:sp>
        <p:nvSpPr>
          <p:cNvPr id="81" name="anim_to5259_0_1">
            <a:extLst>
              <a:ext uri="{FF2B5EF4-FFF2-40B4-BE49-F238E27FC236}">
                <a16:creationId xmlns:a16="http://schemas.microsoft.com/office/drawing/2014/main" id="{8F98C3BE-25F7-4FDB-A543-80C1B2C8EB4A}"/>
              </a:ext>
            </a:extLst>
          </p:cNvPr>
          <p:cNvSpPr>
            <a:spLocks noGrp="1"/>
          </p:cNvSpPr>
          <p:nvPr/>
        </p:nvSpPr>
        <p:spPr>
          <a:xfrm>
            <a:off x="9155125" y="1013554"/>
            <a:ext cx="140618" cy="23089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454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454" b="0">
                <a:solidFill>
                  <a:srgbClr val="FFFF00"/>
                </a:solidFill>
                <a:latin typeface="Cambria Math"/>
                <a:ea typeface="Cambria Math"/>
                <a:cs typeface="Cambria Math"/>
              </a:defRPr>
            </a:pPr>
            <a:r>
              <a:rPr sz="1454" b="0">
                <a:solidFill>
                  <a:srgbClr val="FFFF00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82" name="anim_to5275_0_1">
            <a:extLst>
              <a:ext uri="{FF2B5EF4-FFF2-40B4-BE49-F238E27FC236}">
                <a16:creationId xmlns:a16="http://schemas.microsoft.com/office/drawing/2014/main" id="{59B46005-05ED-4330-981F-3D3DE8A80FC1}"/>
              </a:ext>
            </a:extLst>
          </p:cNvPr>
          <p:cNvSpPr>
            <a:spLocks noGrp="1"/>
          </p:cNvSpPr>
          <p:nvPr/>
        </p:nvSpPr>
        <p:spPr>
          <a:xfrm>
            <a:off x="8998826" y="2806520"/>
            <a:ext cx="194399" cy="35522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38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38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pPr>
            <a:r>
              <a:rPr sz="2238" b="0">
                <a:solidFill>
                  <a:srgbClr val="FF862F"/>
                </a:solidFill>
                <a:latin typeface="Cambria Math"/>
                <a:ea typeface="Cambria Math"/>
                <a:cs typeface="Cambria Math"/>
              </a:rPr>
              <a:t>b</a:t>
            </a:r>
          </a:p>
        </p:txBody>
      </p:sp>
      <p:sp>
        <p:nvSpPr>
          <p:cNvPr id="83" name="anim_to5278_0_1">
            <a:extLst>
              <a:ext uri="{FF2B5EF4-FFF2-40B4-BE49-F238E27FC236}">
                <a16:creationId xmlns:a16="http://schemas.microsoft.com/office/drawing/2014/main" id="{58B6807A-906B-4CC4-A5BB-1532414794B2}"/>
              </a:ext>
            </a:extLst>
          </p:cNvPr>
          <p:cNvSpPr>
            <a:spLocks noGrp="1"/>
          </p:cNvSpPr>
          <p:nvPr/>
        </p:nvSpPr>
        <p:spPr>
          <a:xfrm>
            <a:off x="9155125" y="2926658"/>
            <a:ext cx="140618" cy="23089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454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454" b="0">
                <a:solidFill>
                  <a:srgbClr val="FF862F"/>
                </a:solidFill>
                <a:latin typeface="Cambria Math"/>
                <a:ea typeface="Cambria Math"/>
                <a:cs typeface="Cambria Math"/>
              </a:defRPr>
            </a:pPr>
            <a:r>
              <a:rPr sz="1454" b="0">
                <a:solidFill>
                  <a:srgbClr val="FF862F"/>
                </a:solidFill>
                <a:latin typeface="Cambria Math"/>
                <a:ea typeface="Cambria Math"/>
                <a:cs typeface="Cambria Math"/>
              </a:rPr>
              <a:t>2</a:t>
            </a:r>
          </a:p>
        </p:txBody>
      </p:sp>
      <p:sp>
        <p:nvSpPr>
          <p:cNvPr id="84" name="anim_to5294_0_1">
            <a:extLst>
              <a:ext uri="{FF2B5EF4-FFF2-40B4-BE49-F238E27FC236}">
                <a16:creationId xmlns:a16="http://schemas.microsoft.com/office/drawing/2014/main" id="{49BDC5B0-2FC8-48FD-9D17-2847BCE786F0}"/>
              </a:ext>
            </a:extLst>
          </p:cNvPr>
          <p:cNvSpPr>
            <a:spLocks noGrp="1"/>
          </p:cNvSpPr>
          <p:nvPr/>
        </p:nvSpPr>
        <p:spPr>
          <a:xfrm>
            <a:off x="8998826" y="4719393"/>
            <a:ext cx="194399" cy="35522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38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38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pPr>
            <a:r>
              <a:rPr sz="2238" b="0">
                <a:solidFill>
                  <a:srgbClr val="9A72AC"/>
                </a:solidFill>
                <a:latin typeface="Cambria Math"/>
                <a:ea typeface="Cambria Math"/>
                <a:cs typeface="Cambria Math"/>
              </a:rPr>
              <a:t>b</a:t>
            </a:r>
          </a:p>
        </p:txBody>
      </p:sp>
      <p:sp>
        <p:nvSpPr>
          <p:cNvPr id="85" name="anim_to5297_0_1">
            <a:extLst>
              <a:ext uri="{FF2B5EF4-FFF2-40B4-BE49-F238E27FC236}">
                <a16:creationId xmlns:a16="http://schemas.microsoft.com/office/drawing/2014/main" id="{502244BB-4E7A-41EB-BF27-05456E51D24C}"/>
              </a:ext>
            </a:extLst>
          </p:cNvPr>
          <p:cNvSpPr>
            <a:spLocks noGrp="1"/>
          </p:cNvSpPr>
          <p:nvPr/>
        </p:nvSpPr>
        <p:spPr>
          <a:xfrm>
            <a:off x="9155125" y="4839530"/>
            <a:ext cx="140618" cy="23089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454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454" b="0">
                <a:solidFill>
                  <a:srgbClr val="9A72AC"/>
                </a:solidFill>
                <a:latin typeface="Cambria Math"/>
                <a:ea typeface="Cambria Math"/>
                <a:cs typeface="Cambria Math"/>
              </a:defRPr>
            </a:pPr>
            <a:r>
              <a:rPr sz="1454" b="0">
                <a:solidFill>
                  <a:srgbClr val="9A72AC"/>
                </a:solidFill>
                <a:latin typeface="Cambria Math"/>
                <a:ea typeface="Cambria Math"/>
                <a:cs typeface="Cambria Math"/>
              </a:rPr>
              <a:t>3</a:t>
            </a:r>
          </a:p>
        </p:txBody>
      </p:sp>
      <p:sp>
        <p:nvSpPr>
          <p:cNvPr id="86" name="anim_to5245_0_1">
            <a:extLst>
              <a:ext uri="{FF2B5EF4-FFF2-40B4-BE49-F238E27FC236}">
                <a16:creationId xmlns:a16="http://schemas.microsoft.com/office/drawing/2014/main" id="{102C6966-E12B-4EF2-B962-EA57765C3EEF}"/>
              </a:ext>
            </a:extLst>
          </p:cNvPr>
          <p:cNvSpPr>
            <a:spLocks noGrp="1"/>
          </p:cNvSpPr>
          <p:nvPr/>
        </p:nvSpPr>
        <p:spPr>
          <a:xfrm>
            <a:off x="6321409" y="876778"/>
            <a:ext cx="937115" cy="4086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574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ReLU(</a:t>
            </a:r>
          </a:p>
        </p:txBody>
      </p:sp>
      <p:sp>
        <p:nvSpPr>
          <p:cNvPr id="87" name="anim_to5262_0_1">
            <a:extLst>
              <a:ext uri="{FF2B5EF4-FFF2-40B4-BE49-F238E27FC236}">
                <a16:creationId xmlns:a16="http://schemas.microsoft.com/office/drawing/2014/main" id="{B06FEB43-0B4D-4DC0-BAF8-51F7C1388A26}"/>
              </a:ext>
            </a:extLst>
          </p:cNvPr>
          <p:cNvSpPr>
            <a:spLocks noGrp="1"/>
          </p:cNvSpPr>
          <p:nvPr/>
        </p:nvSpPr>
        <p:spPr>
          <a:xfrm>
            <a:off x="9344603" y="876778"/>
            <a:ext cx="217903" cy="4086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574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)</a:t>
            </a:r>
          </a:p>
        </p:txBody>
      </p:sp>
      <p:sp>
        <p:nvSpPr>
          <p:cNvPr id="88" name="anim_to5264_0_1">
            <a:extLst>
              <a:ext uri="{FF2B5EF4-FFF2-40B4-BE49-F238E27FC236}">
                <a16:creationId xmlns:a16="http://schemas.microsoft.com/office/drawing/2014/main" id="{8597F9B2-42C9-41C0-B840-5BB2B9CFE70B}"/>
              </a:ext>
            </a:extLst>
          </p:cNvPr>
          <p:cNvSpPr>
            <a:spLocks noGrp="1"/>
          </p:cNvSpPr>
          <p:nvPr/>
        </p:nvSpPr>
        <p:spPr>
          <a:xfrm>
            <a:off x="6321409" y="2789882"/>
            <a:ext cx="937115" cy="4086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574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ReLU(</a:t>
            </a:r>
          </a:p>
        </p:txBody>
      </p:sp>
      <p:sp>
        <p:nvSpPr>
          <p:cNvPr id="89" name="anim_to5281_0_1">
            <a:extLst>
              <a:ext uri="{FF2B5EF4-FFF2-40B4-BE49-F238E27FC236}">
                <a16:creationId xmlns:a16="http://schemas.microsoft.com/office/drawing/2014/main" id="{8E991C37-C7B3-4569-8CE4-11104E9FFBD0}"/>
              </a:ext>
            </a:extLst>
          </p:cNvPr>
          <p:cNvSpPr>
            <a:spLocks noGrp="1"/>
          </p:cNvSpPr>
          <p:nvPr/>
        </p:nvSpPr>
        <p:spPr>
          <a:xfrm>
            <a:off x="9344603" y="2789882"/>
            <a:ext cx="217903" cy="4086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574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)</a:t>
            </a:r>
          </a:p>
        </p:txBody>
      </p:sp>
      <p:sp>
        <p:nvSpPr>
          <p:cNvPr id="90" name="anim_to5283_0_1">
            <a:extLst>
              <a:ext uri="{FF2B5EF4-FFF2-40B4-BE49-F238E27FC236}">
                <a16:creationId xmlns:a16="http://schemas.microsoft.com/office/drawing/2014/main" id="{66FF6F72-9C14-47C7-8B12-144105F1083D}"/>
              </a:ext>
            </a:extLst>
          </p:cNvPr>
          <p:cNvSpPr>
            <a:spLocks noGrp="1"/>
          </p:cNvSpPr>
          <p:nvPr/>
        </p:nvSpPr>
        <p:spPr>
          <a:xfrm>
            <a:off x="6321409" y="4702986"/>
            <a:ext cx="937115" cy="4086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574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ReLU(</a:t>
            </a:r>
          </a:p>
        </p:txBody>
      </p:sp>
      <p:sp>
        <p:nvSpPr>
          <p:cNvPr id="91" name="anim_to5300_0_1">
            <a:extLst>
              <a:ext uri="{FF2B5EF4-FFF2-40B4-BE49-F238E27FC236}">
                <a16:creationId xmlns:a16="http://schemas.microsoft.com/office/drawing/2014/main" id="{5EC45681-41A7-4715-851A-CE63DE806F6B}"/>
              </a:ext>
            </a:extLst>
          </p:cNvPr>
          <p:cNvSpPr>
            <a:spLocks noGrp="1"/>
          </p:cNvSpPr>
          <p:nvPr/>
        </p:nvSpPr>
        <p:spPr>
          <a:xfrm>
            <a:off x="9344603" y="4702986"/>
            <a:ext cx="217903" cy="4086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74" b="1">
                <a:solidFill>
                  <a:srgbClr val="00FF00"/>
                </a:solidFill>
                <a:latin typeface="Consolas"/>
                <a:ea typeface="Consolas"/>
                <a:cs typeface="Consolas"/>
              </a:defRPr>
            </a:pPr>
            <a:r>
              <a:rPr sz="2574" b="1">
                <a:solidFill>
                  <a:srgbClr val="00FF00"/>
                </a:solidFill>
                <a:latin typeface="Consolas"/>
                <a:ea typeface="Consolas"/>
                <a:cs typeface="Consolas"/>
              </a:rPr>
              <a:t>)</a:t>
            </a:r>
          </a:p>
        </p:txBody>
      </p:sp>
      <p:sp>
        <p:nvSpPr>
          <p:cNvPr id="92" name="anim_to5364_0_1">
            <a:extLst>
              <a:ext uri="{FF2B5EF4-FFF2-40B4-BE49-F238E27FC236}">
                <a16:creationId xmlns:a16="http://schemas.microsoft.com/office/drawing/2014/main" id="{8141D406-3DDA-4875-96D2-A765EACD96B0}"/>
              </a:ext>
            </a:extLst>
          </p:cNvPr>
          <p:cNvSpPr>
            <a:spLocks noGrp="1"/>
          </p:cNvSpPr>
          <p:nvPr/>
        </p:nvSpPr>
        <p:spPr>
          <a:xfrm>
            <a:off x="9802675" y="2794389"/>
            <a:ext cx="277877" cy="39962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17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517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517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93" name="anim_to5428_0_1">
            <a:extLst>
              <a:ext uri="{FF2B5EF4-FFF2-40B4-BE49-F238E27FC236}">
                <a16:creationId xmlns:a16="http://schemas.microsoft.com/office/drawing/2014/main" id="{AE4EEE53-4864-4CBD-A52C-7D8633EB9397}"/>
              </a:ext>
            </a:extLst>
          </p:cNvPr>
          <p:cNvSpPr>
            <a:spLocks noGrp="1"/>
          </p:cNvSpPr>
          <p:nvPr/>
        </p:nvSpPr>
        <p:spPr>
          <a:xfrm>
            <a:off x="340102" y="4478593"/>
            <a:ext cx="222633" cy="41561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6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6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n</a:t>
            </a:r>
          </a:p>
        </p:txBody>
      </p:sp>
      <p:sp>
        <p:nvSpPr>
          <p:cNvPr id="94" name="anim_to5431_0_1">
            <a:extLst>
              <a:ext uri="{FF2B5EF4-FFF2-40B4-BE49-F238E27FC236}">
                <a16:creationId xmlns:a16="http://schemas.microsoft.com/office/drawing/2014/main" id="{89181FE3-87DF-4D0D-A898-991E28F87822}"/>
              </a:ext>
            </a:extLst>
          </p:cNvPr>
          <p:cNvSpPr>
            <a:spLocks noGrp="1"/>
          </p:cNvSpPr>
          <p:nvPr/>
        </p:nvSpPr>
        <p:spPr>
          <a:xfrm>
            <a:off x="524634" y="4619154"/>
            <a:ext cx="187222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H</a:t>
            </a:r>
          </a:p>
        </p:txBody>
      </p:sp>
      <p:sp>
        <p:nvSpPr>
          <p:cNvPr id="95" name="anim_to5434_0_1">
            <a:extLst>
              <a:ext uri="{FF2B5EF4-FFF2-40B4-BE49-F238E27FC236}">
                <a16:creationId xmlns:a16="http://schemas.microsoft.com/office/drawing/2014/main" id="{ABDB4EC8-1FA4-436E-9DB1-109F8060C254}"/>
              </a:ext>
            </a:extLst>
          </p:cNvPr>
          <p:cNvSpPr>
            <a:spLocks noGrp="1"/>
          </p:cNvSpPr>
          <p:nvPr/>
        </p:nvSpPr>
        <p:spPr>
          <a:xfrm>
            <a:off x="673757" y="4449584"/>
            <a:ext cx="128870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96" name="anim_to5436_0_1">
            <a:extLst>
              <a:ext uri="{FF2B5EF4-FFF2-40B4-BE49-F238E27FC236}">
                <a16:creationId xmlns:a16="http://schemas.microsoft.com/office/drawing/2014/main" id="{734D59C5-E9B1-40ED-A3AE-940EC2A7CEA6}"/>
              </a:ext>
            </a:extLst>
          </p:cNvPr>
          <p:cNvSpPr>
            <a:spLocks noGrp="1"/>
          </p:cNvSpPr>
          <p:nvPr/>
        </p:nvSpPr>
        <p:spPr>
          <a:xfrm>
            <a:off x="764527" y="4449584"/>
            <a:ext cx="97533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97" name="anim_to5438_0_1">
            <a:extLst>
              <a:ext uri="{FF2B5EF4-FFF2-40B4-BE49-F238E27FC236}">
                <a16:creationId xmlns:a16="http://schemas.microsoft.com/office/drawing/2014/main" id="{80131FAB-1D1B-49C6-B89F-E67C9BAAA223}"/>
              </a:ext>
            </a:extLst>
          </p:cNvPr>
          <p:cNvSpPr>
            <a:spLocks noGrp="1"/>
          </p:cNvSpPr>
          <p:nvPr/>
        </p:nvSpPr>
        <p:spPr>
          <a:xfrm>
            <a:off x="823960" y="4449584"/>
            <a:ext cx="110500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-</a:t>
            </a:r>
          </a:p>
        </p:txBody>
      </p:sp>
      <p:sp>
        <p:nvSpPr>
          <p:cNvPr id="98" name="anim_to5440_0_1">
            <a:extLst>
              <a:ext uri="{FF2B5EF4-FFF2-40B4-BE49-F238E27FC236}">
                <a16:creationId xmlns:a16="http://schemas.microsoft.com/office/drawing/2014/main" id="{21F3AF83-861D-4DD6-8C01-8D6839474BC1}"/>
              </a:ext>
            </a:extLst>
          </p:cNvPr>
          <p:cNvSpPr>
            <a:spLocks noGrp="1"/>
          </p:cNvSpPr>
          <p:nvPr/>
        </p:nvSpPr>
        <p:spPr>
          <a:xfrm>
            <a:off x="896359" y="4449584"/>
            <a:ext cx="158046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99" name="anim_to5442_0_1">
            <a:extLst>
              <a:ext uri="{FF2B5EF4-FFF2-40B4-BE49-F238E27FC236}">
                <a16:creationId xmlns:a16="http://schemas.microsoft.com/office/drawing/2014/main" id="{C00A897B-1CDF-4D21-A25B-A8DD8D756C65}"/>
              </a:ext>
            </a:extLst>
          </p:cNvPr>
          <p:cNvSpPr>
            <a:spLocks noGrp="1"/>
          </p:cNvSpPr>
          <p:nvPr/>
        </p:nvSpPr>
        <p:spPr>
          <a:xfrm>
            <a:off x="1016306" y="4449584"/>
            <a:ext cx="128870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100" name="anim_to5446_0_1">
            <a:extLst>
              <a:ext uri="{FF2B5EF4-FFF2-40B4-BE49-F238E27FC236}">
                <a16:creationId xmlns:a16="http://schemas.microsoft.com/office/drawing/2014/main" id="{FC11F39A-BEEE-43D2-9CC4-9BFD68D059D0}"/>
              </a:ext>
            </a:extLst>
          </p:cNvPr>
          <p:cNvSpPr>
            <a:spLocks noGrp="1"/>
          </p:cNvSpPr>
          <p:nvPr/>
        </p:nvSpPr>
        <p:spPr>
          <a:xfrm>
            <a:off x="1180224" y="4478593"/>
            <a:ext cx="275831" cy="41561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6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6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101" name="anim_to5450_0_1">
            <a:extLst>
              <a:ext uri="{FF2B5EF4-FFF2-40B4-BE49-F238E27FC236}">
                <a16:creationId xmlns:a16="http://schemas.microsoft.com/office/drawing/2014/main" id="{327C0E82-D482-43BC-ABC0-5EACE39EC3EC}"/>
              </a:ext>
            </a:extLst>
          </p:cNvPr>
          <p:cNvSpPr>
            <a:spLocks noGrp="1"/>
          </p:cNvSpPr>
          <p:nvPr/>
        </p:nvSpPr>
        <p:spPr>
          <a:xfrm>
            <a:off x="1491103" y="4478593"/>
            <a:ext cx="222633" cy="41561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6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6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n</a:t>
            </a:r>
          </a:p>
        </p:txBody>
      </p:sp>
      <p:sp>
        <p:nvSpPr>
          <p:cNvPr id="102" name="anim_to5453_0_1">
            <a:extLst>
              <a:ext uri="{FF2B5EF4-FFF2-40B4-BE49-F238E27FC236}">
                <a16:creationId xmlns:a16="http://schemas.microsoft.com/office/drawing/2014/main" id="{D1A57E6B-E48F-4417-96DC-5B11A2EAEED6}"/>
              </a:ext>
            </a:extLst>
          </p:cNvPr>
          <p:cNvSpPr>
            <a:spLocks noGrp="1"/>
          </p:cNvSpPr>
          <p:nvPr/>
        </p:nvSpPr>
        <p:spPr>
          <a:xfrm>
            <a:off x="1675636" y="4619154"/>
            <a:ext cx="236930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W</a:t>
            </a:r>
          </a:p>
        </p:txBody>
      </p:sp>
      <p:sp>
        <p:nvSpPr>
          <p:cNvPr id="103" name="anim_to5456_0_1">
            <a:extLst>
              <a:ext uri="{FF2B5EF4-FFF2-40B4-BE49-F238E27FC236}">
                <a16:creationId xmlns:a16="http://schemas.microsoft.com/office/drawing/2014/main" id="{C30E6435-CD27-4346-BD7F-181D6AC6D2E8}"/>
              </a:ext>
            </a:extLst>
          </p:cNvPr>
          <p:cNvSpPr>
            <a:spLocks noGrp="1"/>
          </p:cNvSpPr>
          <p:nvPr/>
        </p:nvSpPr>
        <p:spPr>
          <a:xfrm>
            <a:off x="1874466" y="4449584"/>
            <a:ext cx="128870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104" name="anim_to5458_0_1">
            <a:extLst>
              <a:ext uri="{FF2B5EF4-FFF2-40B4-BE49-F238E27FC236}">
                <a16:creationId xmlns:a16="http://schemas.microsoft.com/office/drawing/2014/main" id="{0A0E7611-9209-4465-8D15-A520FD57B169}"/>
              </a:ext>
            </a:extLst>
          </p:cNvPr>
          <p:cNvSpPr>
            <a:spLocks noGrp="1"/>
          </p:cNvSpPr>
          <p:nvPr/>
        </p:nvSpPr>
        <p:spPr>
          <a:xfrm>
            <a:off x="1965236" y="4449584"/>
            <a:ext cx="97533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105" name="anim_to5460_0_1">
            <a:extLst>
              <a:ext uri="{FF2B5EF4-FFF2-40B4-BE49-F238E27FC236}">
                <a16:creationId xmlns:a16="http://schemas.microsoft.com/office/drawing/2014/main" id="{D731CC9F-2FD6-4E0B-844D-F99B2B3991D1}"/>
              </a:ext>
            </a:extLst>
          </p:cNvPr>
          <p:cNvSpPr>
            <a:spLocks noGrp="1"/>
          </p:cNvSpPr>
          <p:nvPr/>
        </p:nvSpPr>
        <p:spPr>
          <a:xfrm>
            <a:off x="2024669" y="4449584"/>
            <a:ext cx="110500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-</a:t>
            </a:r>
          </a:p>
        </p:txBody>
      </p:sp>
      <p:sp>
        <p:nvSpPr>
          <p:cNvPr id="106" name="anim_to5462_0_1">
            <a:extLst>
              <a:ext uri="{FF2B5EF4-FFF2-40B4-BE49-F238E27FC236}">
                <a16:creationId xmlns:a16="http://schemas.microsoft.com/office/drawing/2014/main" id="{F9D0C5A0-EC54-4045-94FA-A92C89B5845C}"/>
              </a:ext>
            </a:extLst>
          </p:cNvPr>
          <p:cNvSpPr>
            <a:spLocks noGrp="1"/>
          </p:cNvSpPr>
          <p:nvPr/>
        </p:nvSpPr>
        <p:spPr>
          <a:xfrm>
            <a:off x="2097069" y="4449584"/>
            <a:ext cx="158046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107" name="anim_to5464_0_1">
            <a:extLst>
              <a:ext uri="{FF2B5EF4-FFF2-40B4-BE49-F238E27FC236}">
                <a16:creationId xmlns:a16="http://schemas.microsoft.com/office/drawing/2014/main" id="{7318462D-C650-45CE-BB54-B3942C4CB2A5}"/>
              </a:ext>
            </a:extLst>
          </p:cNvPr>
          <p:cNvSpPr>
            <a:spLocks noGrp="1"/>
          </p:cNvSpPr>
          <p:nvPr/>
        </p:nvSpPr>
        <p:spPr>
          <a:xfrm>
            <a:off x="2217015" y="4449584"/>
            <a:ext cx="128870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108" name="anim_to5468_0_1">
            <a:extLst>
              <a:ext uri="{FF2B5EF4-FFF2-40B4-BE49-F238E27FC236}">
                <a16:creationId xmlns:a16="http://schemas.microsoft.com/office/drawing/2014/main" id="{06098C07-A317-42B6-92AD-D0A13BD9C5AA}"/>
              </a:ext>
            </a:extLst>
          </p:cNvPr>
          <p:cNvSpPr>
            <a:spLocks noGrp="1"/>
          </p:cNvSpPr>
          <p:nvPr/>
        </p:nvSpPr>
        <p:spPr>
          <a:xfrm>
            <a:off x="2380933" y="4478593"/>
            <a:ext cx="275831" cy="41561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6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6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109" name="anim_to5472_0_1">
            <a:extLst>
              <a:ext uri="{FF2B5EF4-FFF2-40B4-BE49-F238E27FC236}">
                <a16:creationId xmlns:a16="http://schemas.microsoft.com/office/drawing/2014/main" id="{B5EBAB35-C8C8-4A8E-9B36-7264130577CC}"/>
              </a:ext>
            </a:extLst>
          </p:cNvPr>
          <p:cNvSpPr>
            <a:spLocks noGrp="1"/>
          </p:cNvSpPr>
          <p:nvPr/>
        </p:nvSpPr>
        <p:spPr>
          <a:xfrm>
            <a:off x="2691812" y="4478593"/>
            <a:ext cx="222633" cy="41561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6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6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n</a:t>
            </a:r>
          </a:p>
        </p:txBody>
      </p:sp>
      <p:sp>
        <p:nvSpPr>
          <p:cNvPr id="110" name="anim_to5475_0_1">
            <a:extLst>
              <a:ext uri="{FF2B5EF4-FFF2-40B4-BE49-F238E27FC236}">
                <a16:creationId xmlns:a16="http://schemas.microsoft.com/office/drawing/2014/main" id="{7C723B43-DB78-4CE5-A2D8-21563E47257B}"/>
              </a:ext>
            </a:extLst>
          </p:cNvPr>
          <p:cNvSpPr>
            <a:spLocks noGrp="1"/>
          </p:cNvSpPr>
          <p:nvPr/>
        </p:nvSpPr>
        <p:spPr>
          <a:xfrm>
            <a:off x="2876345" y="4619154"/>
            <a:ext cx="133193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c</a:t>
            </a:r>
          </a:p>
        </p:txBody>
      </p:sp>
      <p:sp>
        <p:nvSpPr>
          <p:cNvPr id="111" name="anim_to5478_0_1">
            <a:extLst>
              <a:ext uri="{FF2B5EF4-FFF2-40B4-BE49-F238E27FC236}">
                <a16:creationId xmlns:a16="http://schemas.microsoft.com/office/drawing/2014/main" id="{DBA7AB4D-05AE-49C0-9D5D-DE8C72F001D6}"/>
              </a:ext>
            </a:extLst>
          </p:cNvPr>
          <p:cNvSpPr>
            <a:spLocks noGrp="1"/>
          </p:cNvSpPr>
          <p:nvPr/>
        </p:nvSpPr>
        <p:spPr>
          <a:xfrm>
            <a:off x="2971438" y="4449584"/>
            <a:ext cx="128870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112" name="anim_to5480_0_1">
            <a:extLst>
              <a:ext uri="{FF2B5EF4-FFF2-40B4-BE49-F238E27FC236}">
                <a16:creationId xmlns:a16="http://schemas.microsoft.com/office/drawing/2014/main" id="{BB637345-A4C5-4857-B59A-AC8415192CD8}"/>
              </a:ext>
            </a:extLst>
          </p:cNvPr>
          <p:cNvSpPr>
            <a:spLocks noGrp="1"/>
          </p:cNvSpPr>
          <p:nvPr/>
        </p:nvSpPr>
        <p:spPr>
          <a:xfrm>
            <a:off x="3062208" y="4449584"/>
            <a:ext cx="97533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113" name="anim_to5482_0_1">
            <a:extLst>
              <a:ext uri="{FF2B5EF4-FFF2-40B4-BE49-F238E27FC236}">
                <a16:creationId xmlns:a16="http://schemas.microsoft.com/office/drawing/2014/main" id="{4544AD7E-10B5-4ED6-86AC-74D25E2498A4}"/>
              </a:ext>
            </a:extLst>
          </p:cNvPr>
          <p:cNvSpPr>
            <a:spLocks noGrp="1"/>
          </p:cNvSpPr>
          <p:nvPr/>
        </p:nvSpPr>
        <p:spPr>
          <a:xfrm>
            <a:off x="3121641" y="4449584"/>
            <a:ext cx="110500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-</a:t>
            </a:r>
          </a:p>
        </p:txBody>
      </p:sp>
      <p:sp>
        <p:nvSpPr>
          <p:cNvPr id="114" name="anim_to5484_0_1">
            <a:extLst>
              <a:ext uri="{FF2B5EF4-FFF2-40B4-BE49-F238E27FC236}">
                <a16:creationId xmlns:a16="http://schemas.microsoft.com/office/drawing/2014/main" id="{65342C29-4B97-4B06-A3D4-5DD67399EC84}"/>
              </a:ext>
            </a:extLst>
          </p:cNvPr>
          <p:cNvSpPr>
            <a:spLocks noGrp="1"/>
          </p:cNvSpPr>
          <p:nvPr/>
        </p:nvSpPr>
        <p:spPr>
          <a:xfrm>
            <a:off x="3194041" y="4449584"/>
            <a:ext cx="158046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115" name="anim_to5486_0_1">
            <a:extLst>
              <a:ext uri="{FF2B5EF4-FFF2-40B4-BE49-F238E27FC236}">
                <a16:creationId xmlns:a16="http://schemas.microsoft.com/office/drawing/2014/main" id="{2E0EE43B-36B4-42D8-B503-1EF06B8F4950}"/>
              </a:ext>
            </a:extLst>
          </p:cNvPr>
          <p:cNvSpPr>
            <a:spLocks noGrp="1"/>
          </p:cNvSpPr>
          <p:nvPr/>
        </p:nvSpPr>
        <p:spPr>
          <a:xfrm>
            <a:off x="3313987" y="4449584"/>
            <a:ext cx="128870" cy="2701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70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116" name="anim_to5490_0_1">
            <a:extLst>
              <a:ext uri="{FF2B5EF4-FFF2-40B4-BE49-F238E27FC236}">
                <a16:creationId xmlns:a16="http://schemas.microsoft.com/office/drawing/2014/main" id="{18C2D03C-83AA-4A8F-870C-987519B2BF80}"/>
              </a:ext>
            </a:extLst>
          </p:cNvPr>
          <p:cNvSpPr>
            <a:spLocks noGrp="1"/>
          </p:cNvSpPr>
          <p:nvPr/>
        </p:nvSpPr>
        <p:spPr>
          <a:xfrm>
            <a:off x="3583225" y="5941509"/>
            <a:ext cx="162912" cy="5115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117" name="anim_to5493_0_1">
            <a:extLst>
              <a:ext uri="{FF2B5EF4-FFF2-40B4-BE49-F238E27FC236}">
                <a16:creationId xmlns:a16="http://schemas.microsoft.com/office/drawing/2014/main" id="{12DA19DF-CE39-424E-90F0-47A315A02BCA}"/>
              </a:ext>
            </a:extLst>
          </p:cNvPr>
          <p:cNvSpPr>
            <a:spLocks noGrp="1"/>
          </p:cNvSpPr>
          <p:nvPr/>
        </p:nvSpPr>
        <p:spPr>
          <a:xfrm>
            <a:off x="3708037" y="5905804"/>
            <a:ext cx="149817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118" name="anim_to5495_0_1">
            <a:extLst>
              <a:ext uri="{FF2B5EF4-FFF2-40B4-BE49-F238E27FC236}">
                <a16:creationId xmlns:a16="http://schemas.microsoft.com/office/drawing/2014/main" id="{6CD70352-EA5D-4C82-8B74-32BB2B63FF90}"/>
              </a:ext>
            </a:extLst>
          </p:cNvPr>
          <p:cNvSpPr>
            <a:spLocks noGrp="1"/>
          </p:cNvSpPr>
          <p:nvPr/>
        </p:nvSpPr>
        <p:spPr>
          <a:xfrm>
            <a:off x="3819754" y="5905804"/>
            <a:ext cx="111248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119" name="anim_to5497_0_1">
            <a:extLst>
              <a:ext uri="{FF2B5EF4-FFF2-40B4-BE49-F238E27FC236}">
                <a16:creationId xmlns:a16="http://schemas.microsoft.com/office/drawing/2014/main" id="{B790F90F-C423-40E5-916E-3D8AA9D8B0A3}"/>
              </a:ext>
            </a:extLst>
          </p:cNvPr>
          <p:cNvSpPr>
            <a:spLocks noGrp="1"/>
          </p:cNvSpPr>
          <p:nvPr/>
        </p:nvSpPr>
        <p:spPr>
          <a:xfrm>
            <a:off x="3892902" y="5905804"/>
            <a:ext cx="149817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120" name="anim_to5501_0_1">
            <a:extLst>
              <a:ext uri="{FF2B5EF4-FFF2-40B4-BE49-F238E27FC236}">
                <a16:creationId xmlns:a16="http://schemas.microsoft.com/office/drawing/2014/main" id="{1F88EC51-B44F-4071-B32E-0ADD789339AC}"/>
              </a:ext>
            </a:extLst>
          </p:cNvPr>
          <p:cNvSpPr>
            <a:spLocks noGrp="1"/>
          </p:cNvSpPr>
          <p:nvPr/>
        </p:nvSpPr>
        <p:spPr>
          <a:xfrm>
            <a:off x="4094648" y="5941509"/>
            <a:ext cx="330692" cy="5115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121" name="anim_to5505_0_1">
            <a:extLst>
              <a:ext uri="{FF2B5EF4-FFF2-40B4-BE49-F238E27FC236}">
                <a16:creationId xmlns:a16="http://schemas.microsoft.com/office/drawing/2014/main" id="{7D3C3867-FFAA-45DA-A5AB-9F505DFFB0D1}"/>
              </a:ext>
            </a:extLst>
          </p:cNvPr>
          <p:cNvSpPr>
            <a:spLocks noGrp="1"/>
          </p:cNvSpPr>
          <p:nvPr/>
        </p:nvSpPr>
        <p:spPr>
          <a:xfrm>
            <a:off x="4477268" y="5941509"/>
            <a:ext cx="162912" cy="5115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122" name="anim_to5508_0_1">
            <a:extLst>
              <a:ext uri="{FF2B5EF4-FFF2-40B4-BE49-F238E27FC236}">
                <a16:creationId xmlns:a16="http://schemas.microsoft.com/office/drawing/2014/main" id="{FF96A378-8A92-4449-AB24-7EBCECD3689E}"/>
              </a:ext>
            </a:extLst>
          </p:cNvPr>
          <p:cNvSpPr>
            <a:spLocks noGrp="1"/>
          </p:cNvSpPr>
          <p:nvPr/>
        </p:nvSpPr>
        <p:spPr>
          <a:xfrm>
            <a:off x="4602080" y="5905804"/>
            <a:ext cx="149817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123" name="anim_to5510_0_1">
            <a:extLst>
              <a:ext uri="{FF2B5EF4-FFF2-40B4-BE49-F238E27FC236}">
                <a16:creationId xmlns:a16="http://schemas.microsoft.com/office/drawing/2014/main" id="{3218509D-268C-4D86-8345-7A14D1F39B8B}"/>
              </a:ext>
            </a:extLst>
          </p:cNvPr>
          <p:cNvSpPr>
            <a:spLocks noGrp="1"/>
          </p:cNvSpPr>
          <p:nvPr/>
        </p:nvSpPr>
        <p:spPr>
          <a:xfrm>
            <a:off x="4713797" y="5905804"/>
            <a:ext cx="111248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124" name="anim_to5512_0_1">
            <a:extLst>
              <a:ext uri="{FF2B5EF4-FFF2-40B4-BE49-F238E27FC236}">
                <a16:creationId xmlns:a16="http://schemas.microsoft.com/office/drawing/2014/main" id="{60FE045F-09FC-425C-8435-3CAEA9C053D0}"/>
              </a:ext>
            </a:extLst>
          </p:cNvPr>
          <p:cNvSpPr>
            <a:spLocks noGrp="1"/>
          </p:cNvSpPr>
          <p:nvPr/>
        </p:nvSpPr>
        <p:spPr>
          <a:xfrm>
            <a:off x="4786946" y="5905804"/>
            <a:ext cx="149817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125" name="anim_to5516_0_1">
            <a:extLst>
              <a:ext uri="{FF2B5EF4-FFF2-40B4-BE49-F238E27FC236}">
                <a16:creationId xmlns:a16="http://schemas.microsoft.com/office/drawing/2014/main" id="{4620E05A-C9A8-4BA2-9738-7C533EB805A5}"/>
              </a:ext>
            </a:extLst>
          </p:cNvPr>
          <p:cNvSpPr>
            <a:spLocks noGrp="1"/>
          </p:cNvSpPr>
          <p:nvPr/>
        </p:nvSpPr>
        <p:spPr>
          <a:xfrm>
            <a:off x="4988691" y="5941509"/>
            <a:ext cx="330692" cy="5115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126" name="anim_to5520_0_1">
            <a:extLst>
              <a:ext uri="{FF2B5EF4-FFF2-40B4-BE49-F238E27FC236}">
                <a16:creationId xmlns:a16="http://schemas.microsoft.com/office/drawing/2014/main" id="{BC970B4F-1792-4CDF-A894-1ED3A95C8727}"/>
              </a:ext>
            </a:extLst>
          </p:cNvPr>
          <p:cNvSpPr>
            <a:spLocks noGrp="1"/>
          </p:cNvSpPr>
          <p:nvPr/>
        </p:nvSpPr>
        <p:spPr>
          <a:xfrm>
            <a:off x="5371312" y="5941509"/>
            <a:ext cx="265217" cy="5115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n</a:t>
            </a:r>
          </a:p>
        </p:txBody>
      </p:sp>
      <p:sp>
        <p:nvSpPr>
          <p:cNvPr id="127" name="anim_to5523_0_1">
            <a:extLst>
              <a:ext uri="{FF2B5EF4-FFF2-40B4-BE49-F238E27FC236}">
                <a16:creationId xmlns:a16="http://schemas.microsoft.com/office/drawing/2014/main" id="{B086A47C-E5A6-49B1-B034-79EB17D4BD40}"/>
              </a:ext>
            </a:extLst>
          </p:cNvPr>
          <p:cNvSpPr>
            <a:spLocks noGrp="1"/>
          </p:cNvSpPr>
          <p:nvPr/>
        </p:nvSpPr>
        <p:spPr>
          <a:xfrm>
            <a:off x="5598429" y="6114507"/>
            <a:ext cx="155137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c</a:t>
            </a:r>
          </a:p>
        </p:txBody>
      </p:sp>
      <p:sp>
        <p:nvSpPr>
          <p:cNvPr id="128" name="anim_to5526_0_1">
            <a:extLst>
              <a:ext uri="{FF2B5EF4-FFF2-40B4-BE49-F238E27FC236}">
                <a16:creationId xmlns:a16="http://schemas.microsoft.com/office/drawing/2014/main" id="{7F6CD82C-C220-4112-881E-11B675586DFA}"/>
              </a:ext>
            </a:extLst>
          </p:cNvPr>
          <p:cNvSpPr>
            <a:spLocks noGrp="1"/>
          </p:cNvSpPr>
          <p:nvPr/>
        </p:nvSpPr>
        <p:spPr>
          <a:xfrm>
            <a:off x="5715466" y="5905804"/>
            <a:ext cx="149817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129" name="anim_to5528_0_1">
            <a:extLst>
              <a:ext uri="{FF2B5EF4-FFF2-40B4-BE49-F238E27FC236}">
                <a16:creationId xmlns:a16="http://schemas.microsoft.com/office/drawing/2014/main" id="{E504B8AF-3384-428D-9B42-4A638328AFE8}"/>
              </a:ext>
            </a:extLst>
          </p:cNvPr>
          <p:cNvSpPr>
            <a:spLocks noGrp="1"/>
          </p:cNvSpPr>
          <p:nvPr/>
        </p:nvSpPr>
        <p:spPr>
          <a:xfrm>
            <a:off x="5827183" y="5905804"/>
            <a:ext cx="111248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130" name="anim_to5530_0_1">
            <a:extLst>
              <a:ext uri="{FF2B5EF4-FFF2-40B4-BE49-F238E27FC236}">
                <a16:creationId xmlns:a16="http://schemas.microsoft.com/office/drawing/2014/main" id="{281B027E-386C-47AE-AD22-D7A99FF74633}"/>
              </a:ext>
            </a:extLst>
          </p:cNvPr>
          <p:cNvSpPr>
            <a:spLocks noGrp="1"/>
          </p:cNvSpPr>
          <p:nvPr/>
        </p:nvSpPr>
        <p:spPr>
          <a:xfrm>
            <a:off x="5900331" y="5905804"/>
            <a:ext cx="127208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-</a:t>
            </a:r>
          </a:p>
        </p:txBody>
      </p:sp>
      <p:sp>
        <p:nvSpPr>
          <p:cNvPr id="131" name="anim_to5532_0_1">
            <a:extLst>
              <a:ext uri="{FF2B5EF4-FFF2-40B4-BE49-F238E27FC236}">
                <a16:creationId xmlns:a16="http://schemas.microsoft.com/office/drawing/2014/main" id="{F32AF5F5-F1CE-4BDB-95A3-04FF8D9CC776}"/>
              </a:ext>
            </a:extLst>
          </p:cNvPr>
          <p:cNvSpPr>
            <a:spLocks noGrp="1"/>
          </p:cNvSpPr>
          <p:nvPr/>
        </p:nvSpPr>
        <p:spPr>
          <a:xfrm>
            <a:off x="5989439" y="5905804"/>
            <a:ext cx="185726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132" name="anim_to5534_0_1">
            <a:extLst>
              <a:ext uri="{FF2B5EF4-FFF2-40B4-BE49-F238E27FC236}">
                <a16:creationId xmlns:a16="http://schemas.microsoft.com/office/drawing/2014/main" id="{9AAC9D99-604F-4750-B338-F0618B934E79}"/>
              </a:ext>
            </a:extLst>
          </p:cNvPr>
          <p:cNvSpPr>
            <a:spLocks noGrp="1"/>
          </p:cNvSpPr>
          <p:nvPr/>
        </p:nvSpPr>
        <p:spPr>
          <a:xfrm>
            <a:off x="6137065" y="5905804"/>
            <a:ext cx="149817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133" name="anim_to5538_0_1">
            <a:extLst>
              <a:ext uri="{FF2B5EF4-FFF2-40B4-BE49-F238E27FC236}">
                <a16:creationId xmlns:a16="http://schemas.microsoft.com/office/drawing/2014/main" id="{9E552A15-1E32-40AC-ABA3-3B8F4587C907}"/>
              </a:ext>
            </a:extLst>
          </p:cNvPr>
          <p:cNvSpPr>
            <a:spLocks noGrp="1"/>
          </p:cNvSpPr>
          <p:nvPr/>
        </p:nvSpPr>
        <p:spPr>
          <a:xfrm>
            <a:off x="6635546" y="5921565"/>
            <a:ext cx="265217" cy="5115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n</a:t>
            </a:r>
          </a:p>
        </p:txBody>
      </p:sp>
      <p:sp>
        <p:nvSpPr>
          <p:cNvPr id="134" name="anim_to5541_0_1">
            <a:extLst>
              <a:ext uri="{FF2B5EF4-FFF2-40B4-BE49-F238E27FC236}">
                <a16:creationId xmlns:a16="http://schemas.microsoft.com/office/drawing/2014/main" id="{13FC72F7-C742-4FB5-82DD-92E71C9FD249}"/>
              </a:ext>
            </a:extLst>
          </p:cNvPr>
          <p:cNvSpPr>
            <a:spLocks noGrp="1"/>
          </p:cNvSpPr>
          <p:nvPr/>
        </p:nvSpPr>
        <p:spPr>
          <a:xfrm>
            <a:off x="6862663" y="6094563"/>
            <a:ext cx="221635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H</a:t>
            </a:r>
          </a:p>
        </p:txBody>
      </p:sp>
      <p:sp>
        <p:nvSpPr>
          <p:cNvPr id="135" name="anim_to5544_0_1">
            <a:extLst>
              <a:ext uri="{FF2B5EF4-FFF2-40B4-BE49-F238E27FC236}">
                <a16:creationId xmlns:a16="http://schemas.microsoft.com/office/drawing/2014/main" id="{F2E3D103-35EF-42F3-90F6-AED1B244749A}"/>
              </a:ext>
            </a:extLst>
          </p:cNvPr>
          <p:cNvSpPr>
            <a:spLocks noGrp="1"/>
          </p:cNvSpPr>
          <p:nvPr/>
        </p:nvSpPr>
        <p:spPr>
          <a:xfrm>
            <a:off x="7046198" y="5885860"/>
            <a:ext cx="149817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136" name="anim_to5546_0_1">
            <a:extLst>
              <a:ext uri="{FF2B5EF4-FFF2-40B4-BE49-F238E27FC236}">
                <a16:creationId xmlns:a16="http://schemas.microsoft.com/office/drawing/2014/main" id="{28FDCE15-FE34-4B71-96D6-F9CE96913E04}"/>
              </a:ext>
            </a:extLst>
          </p:cNvPr>
          <p:cNvSpPr>
            <a:spLocks noGrp="1"/>
          </p:cNvSpPr>
          <p:nvPr/>
        </p:nvSpPr>
        <p:spPr>
          <a:xfrm>
            <a:off x="7157915" y="5885860"/>
            <a:ext cx="111248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137" name="anim_to5548_0_1">
            <a:extLst>
              <a:ext uri="{FF2B5EF4-FFF2-40B4-BE49-F238E27FC236}">
                <a16:creationId xmlns:a16="http://schemas.microsoft.com/office/drawing/2014/main" id="{6276E90A-12AF-46F0-92E3-168D56E5ACCB}"/>
              </a:ext>
            </a:extLst>
          </p:cNvPr>
          <p:cNvSpPr>
            <a:spLocks noGrp="1"/>
          </p:cNvSpPr>
          <p:nvPr/>
        </p:nvSpPr>
        <p:spPr>
          <a:xfrm>
            <a:off x="7231063" y="5885860"/>
            <a:ext cx="149817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138" name="anim_to5552_0_1">
            <a:extLst>
              <a:ext uri="{FF2B5EF4-FFF2-40B4-BE49-F238E27FC236}">
                <a16:creationId xmlns:a16="http://schemas.microsoft.com/office/drawing/2014/main" id="{C52DD21F-A7AA-4542-B43E-C85F712196C1}"/>
              </a:ext>
            </a:extLst>
          </p:cNvPr>
          <p:cNvSpPr>
            <a:spLocks noGrp="1"/>
          </p:cNvSpPr>
          <p:nvPr/>
        </p:nvSpPr>
        <p:spPr>
          <a:xfrm>
            <a:off x="7432809" y="5921565"/>
            <a:ext cx="330692" cy="5115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139" name="anim_to5556_0_1">
            <a:extLst>
              <a:ext uri="{FF2B5EF4-FFF2-40B4-BE49-F238E27FC236}">
                <a16:creationId xmlns:a16="http://schemas.microsoft.com/office/drawing/2014/main" id="{C0B42507-7DCA-4780-ABE9-62D755574764}"/>
              </a:ext>
            </a:extLst>
          </p:cNvPr>
          <p:cNvSpPr>
            <a:spLocks noGrp="1"/>
          </p:cNvSpPr>
          <p:nvPr/>
        </p:nvSpPr>
        <p:spPr>
          <a:xfrm>
            <a:off x="7815430" y="5921565"/>
            <a:ext cx="265217" cy="5115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n</a:t>
            </a:r>
          </a:p>
        </p:txBody>
      </p:sp>
      <p:sp>
        <p:nvSpPr>
          <p:cNvPr id="140" name="anim_to5559_0_1">
            <a:extLst>
              <a:ext uri="{FF2B5EF4-FFF2-40B4-BE49-F238E27FC236}">
                <a16:creationId xmlns:a16="http://schemas.microsoft.com/office/drawing/2014/main" id="{D930AFFF-BEBF-4EF4-8698-2D14EE992883}"/>
              </a:ext>
            </a:extLst>
          </p:cNvPr>
          <p:cNvSpPr>
            <a:spLocks noGrp="1"/>
          </p:cNvSpPr>
          <p:nvPr/>
        </p:nvSpPr>
        <p:spPr>
          <a:xfrm>
            <a:off x="8042547" y="6094563"/>
            <a:ext cx="282814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W</a:t>
            </a:r>
          </a:p>
        </p:txBody>
      </p:sp>
      <p:sp>
        <p:nvSpPr>
          <p:cNvPr id="141" name="anim_to5562_0_1">
            <a:extLst>
              <a:ext uri="{FF2B5EF4-FFF2-40B4-BE49-F238E27FC236}">
                <a16:creationId xmlns:a16="http://schemas.microsoft.com/office/drawing/2014/main" id="{E43E05F9-451C-492E-8EF7-0F83E2B9C114}"/>
              </a:ext>
            </a:extLst>
          </p:cNvPr>
          <p:cNvSpPr>
            <a:spLocks noGrp="1"/>
          </p:cNvSpPr>
          <p:nvPr/>
        </p:nvSpPr>
        <p:spPr>
          <a:xfrm>
            <a:off x="8287260" y="5885860"/>
            <a:ext cx="149817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142" name="anim_to5564_0_1">
            <a:extLst>
              <a:ext uri="{FF2B5EF4-FFF2-40B4-BE49-F238E27FC236}">
                <a16:creationId xmlns:a16="http://schemas.microsoft.com/office/drawing/2014/main" id="{4C272506-CAED-4EE9-8F1F-C26B0E3F388C}"/>
              </a:ext>
            </a:extLst>
          </p:cNvPr>
          <p:cNvSpPr>
            <a:spLocks noGrp="1"/>
          </p:cNvSpPr>
          <p:nvPr/>
        </p:nvSpPr>
        <p:spPr>
          <a:xfrm>
            <a:off x="8398978" y="5885860"/>
            <a:ext cx="111248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143" name="anim_to5566_0_1">
            <a:extLst>
              <a:ext uri="{FF2B5EF4-FFF2-40B4-BE49-F238E27FC236}">
                <a16:creationId xmlns:a16="http://schemas.microsoft.com/office/drawing/2014/main" id="{EECBAE7E-6077-4D99-A500-6E0193C8D073}"/>
              </a:ext>
            </a:extLst>
          </p:cNvPr>
          <p:cNvSpPr>
            <a:spLocks noGrp="1"/>
          </p:cNvSpPr>
          <p:nvPr/>
        </p:nvSpPr>
        <p:spPr>
          <a:xfrm>
            <a:off x="8472126" y="5885860"/>
            <a:ext cx="149817" cy="33249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09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144" name="anim_to5570_0_1">
            <a:extLst>
              <a:ext uri="{FF2B5EF4-FFF2-40B4-BE49-F238E27FC236}">
                <a16:creationId xmlns:a16="http://schemas.microsoft.com/office/drawing/2014/main" id="{9FBA563F-0896-42F2-8B91-1B83BCAC6AE4}"/>
              </a:ext>
            </a:extLst>
          </p:cNvPr>
          <p:cNvSpPr>
            <a:spLocks noGrp="1"/>
          </p:cNvSpPr>
          <p:nvPr/>
        </p:nvSpPr>
        <p:spPr>
          <a:xfrm>
            <a:off x="8673871" y="5921565"/>
            <a:ext cx="330692" cy="5115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145" name="anim_to5574_0_1">
            <a:extLst>
              <a:ext uri="{FF2B5EF4-FFF2-40B4-BE49-F238E27FC236}">
                <a16:creationId xmlns:a16="http://schemas.microsoft.com/office/drawing/2014/main" id="{8BF79EF1-4B60-45CB-AB8D-B878B2E397B1}"/>
              </a:ext>
            </a:extLst>
          </p:cNvPr>
          <p:cNvSpPr>
            <a:spLocks noGrp="1"/>
          </p:cNvSpPr>
          <p:nvPr/>
        </p:nvSpPr>
        <p:spPr>
          <a:xfrm>
            <a:off x="9056492" y="5921565"/>
            <a:ext cx="265217" cy="5115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22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146" name="anim_to5578_0_1">
            <a:extLst>
              <a:ext uri="{FF2B5EF4-FFF2-40B4-BE49-F238E27FC236}">
                <a16:creationId xmlns:a16="http://schemas.microsoft.com/office/drawing/2014/main" id="{FE6A77A7-1B40-472D-9074-C89525DBB593}"/>
              </a:ext>
            </a:extLst>
          </p:cNvPr>
          <p:cNvSpPr>
            <a:spLocks noGrp="1"/>
          </p:cNvSpPr>
          <p:nvPr/>
        </p:nvSpPr>
        <p:spPr>
          <a:xfrm>
            <a:off x="9557891" y="3915622"/>
            <a:ext cx="220267" cy="4102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8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58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58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n</a:t>
            </a:r>
          </a:p>
        </p:txBody>
      </p:sp>
      <p:sp>
        <p:nvSpPr>
          <p:cNvPr id="147" name="anim_to5581_0_1">
            <a:extLst>
              <a:ext uri="{FF2B5EF4-FFF2-40B4-BE49-F238E27FC236}">
                <a16:creationId xmlns:a16="http://schemas.microsoft.com/office/drawing/2014/main" id="{481C0705-5E88-40A7-99BA-F51FAB866CD0}"/>
              </a:ext>
            </a:extLst>
          </p:cNvPr>
          <p:cNvSpPr>
            <a:spLocks noGrp="1"/>
          </p:cNvSpPr>
          <p:nvPr/>
        </p:nvSpPr>
        <p:spPr>
          <a:xfrm>
            <a:off x="9740058" y="4054380"/>
            <a:ext cx="185311" cy="2666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H</a:t>
            </a:r>
          </a:p>
        </p:txBody>
      </p:sp>
      <p:sp>
        <p:nvSpPr>
          <p:cNvPr id="148" name="anim_to5584_0_1">
            <a:extLst>
              <a:ext uri="{FF2B5EF4-FFF2-40B4-BE49-F238E27FC236}">
                <a16:creationId xmlns:a16="http://schemas.microsoft.com/office/drawing/2014/main" id="{511F2F11-498B-41D2-8E37-16D6E33A72EA}"/>
              </a:ext>
            </a:extLst>
          </p:cNvPr>
          <p:cNvSpPr>
            <a:spLocks noGrp="1"/>
          </p:cNvSpPr>
          <p:nvPr/>
        </p:nvSpPr>
        <p:spPr>
          <a:xfrm>
            <a:off x="9887269" y="3886984"/>
            <a:ext cx="127706" cy="2666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149" name="anim_to5586_0_1">
            <a:extLst>
              <a:ext uri="{FF2B5EF4-FFF2-40B4-BE49-F238E27FC236}">
                <a16:creationId xmlns:a16="http://schemas.microsoft.com/office/drawing/2014/main" id="{E992BB67-61D6-4423-B89F-39CA3AD69DBC}"/>
              </a:ext>
            </a:extLst>
          </p:cNvPr>
          <p:cNvSpPr>
            <a:spLocks noGrp="1"/>
          </p:cNvSpPr>
          <p:nvPr/>
        </p:nvSpPr>
        <p:spPr>
          <a:xfrm>
            <a:off x="9976875" y="3886984"/>
            <a:ext cx="96771" cy="2666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150" name="anim_to5588_0_1">
            <a:extLst>
              <a:ext uri="{FF2B5EF4-FFF2-40B4-BE49-F238E27FC236}">
                <a16:creationId xmlns:a16="http://schemas.microsoft.com/office/drawing/2014/main" id="{6C55E8E6-EBE2-47C8-B221-B4C3E9D7AA70}"/>
              </a:ext>
            </a:extLst>
          </p:cNvPr>
          <p:cNvSpPr>
            <a:spLocks noGrp="1"/>
          </p:cNvSpPr>
          <p:nvPr/>
        </p:nvSpPr>
        <p:spPr>
          <a:xfrm>
            <a:off x="10035546" y="3886984"/>
            <a:ext cx="127706" cy="2666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151" name="anim_to5592_0_1">
            <a:extLst>
              <a:ext uri="{FF2B5EF4-FFF2-40B4-BE49-F238E27FC236}">
                <a16:creationId xmlns:a16="http://schemas.microsoft.com/office/drawing/2014/main" id="{82A33513-D2DB-432C-B3DE-A6385216F291}"/>
              </a:ext>
            </a:extLst>
          </p:cNvPr>
          <p:cNvSpPr>
            <a:spLocks noGrp="1"/>
          </p:cNvSpPr>
          <p:nvPr/>
        </p:nvSpPr>
        <p:spPr>
          <a:xfrm>
            <a:off x="10197363" y="3915622"/>
            <a:ext cx="272783" cy="4102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8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58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58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152" name="anim_to5596_0_1">
            <a:extLst>
              <a:ext uri="{FF2B5EF4-FFF2-40B4-BE49-F238E27FC236}">
                <a16:creationId xmlns:a16="http://schemas.microsoft.com/office/drawing/2014/main" id="{987ADE35-BAD5-4CFD-ACE5-0B10254CA672}"/>
              </a:ext>
            </a:extLst>
          </p:cNvPr>
          <p:cNvSpPr>
            <a:spLocks noGrp="1"/>
          </p:cNvSpPr>
          <p:nvPr/>
        </p:nvSpPr>
        <p:spPr>
          <a:xfrm>
            <a:off x="10504256" y="3915622"/>
            <a:ext cx="220267" cy="4102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8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58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58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n</a:t>
            </a:r>
          </a:p>
        </p:txBody>
      </p:sp>
      <p:sp>
        <p:nvSpPr>
          <p:cNvPr id="153" name="anim_to5599_0_1">
            <a:extLst>
              <a:ext uri="{FF2B5EF4-FFF2-40B4-BE49-F238E27FC236}">
                <a16:creationId xmlns:a16="http://schemas.microsoft.com/office/drawing/2014/main" id="{495E91F4-5D03-420F-AEB5-698CCEDA269E}"/>
              </a:ext>
            </a:extLst>
          </p:cNvPr>
          <p:cNvSpPr>
            <a:spLocks noGrp="1"/>
          </p:cNvSpPr>
          <p:nvPr/>
        </p:nvSpPr>
        <p:spPr>
          <a:xfrm>
            <a:off x="10686423" y="4054380"/>
            <a:ext cx="234381" cy="2666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W</a:t>
            </a:r>
          </a:p>
        </p:txBody>
      </p:sp>
      <p:sp>
        <p:nvSpPr>
          <p:cNvPr id="154" name="anim_to5602_0_1">
            <a:extLst>
              <a:ext uri="{FF2B5EF4-FFF2-40B4-BE49-F238E27FC236}">
                <a16:creationId xmlns:a16="http://schemas.microsoft.com/office/drawing/2014/main" id="{2173724A-1BE2-4FF4-B4B6-9C74CB076583}"/>
              </a:ext>
            </a:extLst>
          </p:cNvPr>
          <p:cNvSpPr>
            <a:spLocks noGrp="1"/>
          </p:cNvSpPr>
          <p:nvPr/>
        </p:nvSpPr>
        <p:spPr>
          <a:xfrm>
            <a:off x="10882704" y="3886984"/>
            <a:ext cx="127706" cy="2666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155" name="anim_to5604_0_1">
            <a:extLst>
              <a:ext uri="{FF2B5EF4-FFF2-40B4-BE49-F238E27FC236}">
                <a16:creationId xmlns:a16="http://schemas.microsoft.com/office/drawing/2014/main" id="{B882E503-C1EE-4219-A33F-6B1B808B8731}"/>
              </a:ext>
            </a:extLst>
          </p:cNvPr>
          <p:cNvSpPr>
            <a:spLocks noGrp="1"/>
          </p:cNvSpPr>
          <p:nvPr/>
        </p:nvSpPr>
        <p:spPr>
          <a:xfrm>
            <a:off x="10972310" y="3886984"/>
            <a:ext cx="96771" cy="2666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156" name="anim_to5606_0_1">
            <a:extLst>
              <a:ext uri="{FF2B5EF4-FFF2-40B4-BE49-F238E27FC236}">
                <a16:creationId xmlns:a16="http://schemas.microsoft.com/office/drawing/2014/main" id="{4DA1F608-1784-42B2-BFFA-6AA2255B0DFC}"/>
              </a:ext>
            </a:extLst>
          </p:cNvPr>
          <p:cNvSpPr>
            <a:spLocks noGrp="1"/>
          </p:cNvSpPr>
          <p:nvPr/>
        </p:nvSpPr>
        <p:spPr>
          <a:xfrm>
            <a:off x="11030981" y="3886984"/>
            <a:ext cx="127706" cy="2666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157" name="anim_to5610_0_1">
            <a:extLst>
              <a:ext uri="{FF2B5EF4-FFF2-40B4-BE49-F238E27FC236}">
                <a16:creationId xmlns:a16="http://schemas.microsoft.com/office/drawing/2014/main" id="{42760999-708A-4E93-A183-ABDEBD9E71D3}"/>
              </a:ext>
            </a:extLst>
          </p:cNvPr>
          <p:cNvSpPr>
            <a:spLocks noGrp="1"/>
          </p:cNvSpPr>
          <p:nvPr/>
        </p:nvSpPr>
        <p:spPr>
          <a:xfrm>
            <a:off x="11192798" y="3915622"/>
            <a:ext cx="272783" cy="4102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8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58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58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158" name="anim_to5614_0_1">
            <a:extLst>
              <a:ext uri="{FF2B5EF4-FFF2-40B4-BE49-F238E27FC236}">
                <a16:creationId xmlns:a16="http://schemas.microsoft.com/office/drawing/2014/main" id="{3ECB1B0E-185B-4D76-A297-9D6CFF5D7587}"/>
              </a:ext>
            </a:extLst>
          </p:cNvPr>
          <p:cNvSpPr>
            <a:spLocks noGrp="1"/>
          </p:cNvSpPr>
          <p:nvPr/>
        </p:nvSpPr>
        <p:spPr>
          <a:xfrm>
            <a:off x="11499692" y="3915622"/>
            <a:ext cx="220267" cy="4102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8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58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58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n</a:t>
            </a:r>
          </a:p>
        </p:txBody>
      </p:sp>
      <p:sp>
        <p:nvSpPr>
          <p:cNvPr id="159" name="anim_to5617_0_1">
            <a:extLst>
              <a:ext uri="{FF2B5EF4-FFF2-40B4-BE49-F238E27FC236}">
                <a16:creationId xmlns:a16="http://schemas.microsoft.com/office/drawing/2014/main" id="{1B373371-D87D-4AE2-BCF9-7C947FFBAD39}"/>
              </a:ext>
            </a:extLst>
          </p:cNvPr>
          <p:cNvSpPr>
            <a:spLocks noGrp="1"/>
          </p:cNvSpPr>
          <p:nvPr/>
        </p:nvSpPr>
        <p:spPr>
          <a:xfrm>
            <a:off x="11681859" y="4054380"/>
            <a:ext cx="131973" cy="2666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c</a:t>
            </a:r>
          </a:p>
        </p:txBody>
      </p:sp>
      <p:sp>
        <p:nvSpPr>
          <p:cNvPr id="160" name="anim_to5620_0_1">
            <a:extLst>
              <a:ext uri="{FF2B5EF4-FFF2-40B4-BE49-F238E27FC236}">
                <a16:creationId xmlns:a16="http://schemas.microsoft.com/office/drawing/2014/main" id="{EAF91580-56C0-4F0B-A047-524B70E0AF20}"/>
              </a:ext>
            </a:extLst>
          </p:cNvPr>
          <p:cNvSpPr>
            <a:spLocks noGrp="1"/>
          </p:cNvSpPr>
          <p:nvPr/>
        </p:nvSpPr>
        <p:spPr>
          <a:xfrm>
            <a:off x="11775732" y="3886984"/>
            <a:ext cx="127706" cy="2666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161" name="anim_to5622_0_1">
            <a:extLst>
              <a:ext uri="{FF2B5EF4-FFF2-40B4-BE49-F238E27FC236}">
                <a16:creationId xmlns:a16="http://schemas.microsoft.com/office/drawing/2014/main" id="{CA998F2A-7282-4D28-A35C-0BE4BE2E30C6}"/>
              </a:ext>
            </a:extLst>
          </p:cNvPr>
          <p:cNvSpPr>
            <a:spLocks noGrp="1"/>
          </p:cNvSpPr>
          <p:nvPr/>
        </p:nvSpPr>
        <p:spPr>
          <a:xfrm>
            <a:off x="11865338" y="3886984"/>
            <a:ext cx="96771" cy="2666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162" name="anim_to5624_0_1">
            <a:extLst>
              <a:ext uri="{FF2B5EF4-FFF2-40B4-BE49-F238E27FC236}">
                <a16:creationId xmlns:a16="http://schemas.microsoft.com/office/drawing/2014/main" id="{E8DC8A24-54AF-42B9-8A61-F9AB0B14FF4C}"/>
              </a:ext>
            </a:extLst>
          </p:cNvPr>
          <p:cNvSpPr>
            <a:spLocks noGrp="1"/>
          </p:cNvSpPr>
          <p:nvPr/>
        </p:nvSpPr>
        <p:spPr>
          <a:xfrm>
            <a:off x="11924009" y="3886984"/>
            <a:ext cx="127706" cy="2666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168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163" name="anim_o5033_1">
            <a:extLst>
              <a:ext uri="{FF2B5EF4-FFF2-40B4-BE49-F238E27FC236}">
                <a16:creationId xmlns:a16="http://schemas.microsoft.com/office/drawing/2014/main" id="{B1291F8E-88EB-48E5-BFA5-E8AD44E77DB1}"/>
              </a:ext>
            </a:extLst>
          </p:cNvPr>
          <p:cNvSpPr>
            <a:spLocks noGrp="1"/>
          </p:cNvSpPr>
          <p:nvPr/>
        </p:nvSpPr>
        <p:spPr>
          <a:xfrm>
            <a:off x="812355" y="2237658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4" name="anim_o5034_1">
            <a:extLst>
              <a:ext uri="{FF2B5EF4-FFF2-40B4-BE49-F238E27FC236}">
                <a16:creationId xmlns:a16="http://schemas.microsoft.com/office/drawing/2014/main" id="{928E828A-816C-4C55-A95E-3BB8E0F1BFA0}"/>
              </a:ext>
            </a:extLst>
          </p:cNvPr>
          <p:cNvSpPr>
            <a:spLocks noGrp="1"/>
          </p:cNvSpPr>
          <p:nvPr/>
        </p:nvSpPr>
        <p:spPr>
          <a:xfrm>
            <a:off x="1116713" y="2237658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5" name="anim_o5035_1">
            <a:extLst>
              <a:ext uri="{FF2B5EF4-FFF2-40B4-BE49-F238E27FC236}">
                <a16:creationId xmlns:a16="http://schemas.microsoft.com/office/drawing/2014/main" id="{056A56DE-6C99-469D-993E-4FBAC09ED797}"/>
              </a:ext>
            </a:extLst>
          </p:cNvPr>
          <p:cNvSpPr>
            <a:spLocks noGrp="1"/>
          </p:cNvSpPr>
          <p:nvPr/>
        </p:nvSpPr>
        <p:spPr>
          <a:xfrm>
            <a:off x="1421070" y="2237658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6" name="anim_o5036_1">
            <a:extLst>
              <a:ext uri="{FF2B5EF4-FFF2-40B4-BE49-F238E27FC236}">
                <a16:creationId xmlns:a16="http://schemas.microsoft.com/office/drawing/2014/main" id="{BC2B8ED9-442E-44B5-9D41-0F7D7D042CAB}"/>
              </a:ext>
            </a:extLst>
          </p:cNvPr>
          <p:cNvSpPr>
            <a:spLocks noGrp="1"/>
          </p:cNvSpPr>
          <p:nvPr/>
        </p:nvSpPr>
        <p:spPr>
          <a:xfrm>
            <a:off x="1725428" y="2237658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7" name="anim_o5037_1">
            <a:extLst>
              <a:ext uri="{FF2B5EF4-FFF2-40B4-BE49-F238E27FC236}">
                <a16:creationId xmlns:a16="http://schemas.microsoft.com/office/drawing/2014/main" id="{B02E1704-DD65-4AB4-951F-DD2040E9F8FD}"/>
              </a:ext>
            </a:extLst>
          </p:cNvPr>
          <p:cNvSpPr>
            <a:spLocks noGrp="1"/>
          </p:cNvSpPr>
          <p:nvPr/>
        </p:nvSpPr>
        <p:spPr>
          <a:xfrm>
            <a:off x="2029785" y="2237658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8" name="anim_o5038_1">
            <a:extLst>
              <a:ext uri="{FF2B5EF4-FFF2-40B4-BE49-F238E27FC236}">
                <a16:creationId xmlns:a16="http://schemas.microsoft.com/office/drawing/2014/main" id="{8E0B238C-8D59-48FD-AE3D-EC59E2181AD7}"/>
              </a:ext>
            </a:extLst>
          </p:cNvPr>
          <p:cNvSpPr>
            <a:spLocks noGrp="1"/>
          </p:cNvSpPr>
          <p:nvPr/>
        </p:nvSpPr>
        <p:spPr>
          <a:xfrm>
            <a:off x="2334142" y="2237658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9" name="anim_o5039_1">
            <a:extLst>
              <a:ext uri="{FF2B5EF4-FFF2-40B4-BE49-F238E27FC236}">
                <a16:creationId xmlns:a16="http://schemas.microsoft.com/office/drawing/2014/main" id="{20ACD8B2-B796-4E98-BD62-1EB8B6A1D1E9}"/>
              </a:ext>
            </a:extLst>
          </p:cNvPr>
          <p:cNvSpPr>
            <a:spLocks noGrp="1"/>
          </p:cNvSpPr>
          <p:nvPr/>
        </p:nvSpPr>
        <p:spPr>
          <a:xfrm>
            <a:off x="812355" y="2542016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0" name="anim_o5040_1">
            <a:extLst>
              <a:ext uri="{FF2B5EF4-FFF2-40B4-BE49-F238E27FC236}">
                <a16:creationId xmlns:a16="http://schemas.microsoft.com/office/drawing/2014/main" id="{C1948603-DC4A-4342-8952-C2858C02244B}"/>
              </a:ext>
            </a:extLst>
          </p:cNvPr>
          <p:cNvSpPr>
            <a:spLocks noGrp="1"/>
          </p:cNvSpPr>
          <p:nvPr/>
        </p:nvSpPr>
        <p:spPr>
          <a:xfrm>
            <a:off x="1116713" y="2542016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1" name="anim_o5041_1">
            <a:extLst>
              <a:ext uri="{FF2B5EF4-FFF2-40B4-BE49-F238E27FC236}">
                <a16:creationId xmlns:a16="http://schemas.microsoft.com/office/drawing/2014/main" id="{EED17844-D540-471D-A530-2CFD8D8ABF63}"/>
              </a:ext>
            </a:extLst>
          </p:cNvPr>
          <p:cNvSpPr>
            <a:spLocks noGrp="1"/>
          </p:cNvSpPr>
          <p:nvPr/>
        </p:nvSpPr>
        <p:spPr>
          <a:xfrm>
            <a:off x="1421070" y="2542016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2" name="anim_o5042_1">
            <a:extLst>
              <a:ext uri="{FF2B5EF4-FFF2-40B4-BE49-F238E27FC236}">
                <a16:creationId xmlns:a16="http://schemas.microsoft.com/office/drawing/2014/main" id="{6365A7DB-79E3-47CB-A528-0A3DEC99CB1B}"/>
              </a:ext>
            </a:extLst>
          </p:cNvPr>
          <p:cNvSpPr>
            <a:spLocks noGrp="1"/>
          </p:cNvSpPr>
          <p:nvPr/>
        </p:nvSpPr>
        <p:spPr>
          <a:xfrm>
            <a:off x="1725428" y="2542016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3" name="anim_o5043_1">
            <a:extLst>
              <a:ext uri="{FF2B5EF4-FFF2-40B4-BE49-F238E27FC236}">
                <a16:creationId xmlns:a16="http://schemas.microsoft.com/office/drawing/2014/main" id="{FAF1D1DD-667C-4363-AB48-17F1EFDB292C}"/>
              </a:ext>
            </a:extLst>
          </p:cNvPr>
          <p:cNvSpPr>
            <a:spLocks noGrp="1"/>
          </p:cNvSpPr>
          <p:nvPr/>
        </p:nvSpPr>
        <p:spPr>
          <a:xfrm>
            <a:off x="2029785" y="2542016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4" name="anim_o5044_1">
            <a:extLst>
              <a:ext uri="{FF2B5EF4-FFF2-40B4-BE49-F238E27FC236}">
                <a16:creationId xmlns:a16="http://schemas.microsoft.com/office/drawing/2014/main" id="{9DD38939-634A-4D77-A90A-2927C258E8E4}"/>
              </a:ext>
            </a:extLst>
          </p:cNvPr>
          <p:cNvSpPr>
            <a:spLocks noGrp="1"/>
          </p:cNvSpPr>
          <p:nvPr/>
        </p:nvSpPr>
        <p:spPr>
          <a:xfrm>
            <a:off x="2334142" y="2542016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5" name="anim_o5045_1">
            <a:extLst>
              <a:ext uri="{FF2B5EF4-FFF2-40B4-BE49-F238E27FC236}">
                <a16:creationId xmlns:a16="http://schemas.microsoft.com/office/drawing/2014/main" id="{C4A121B1-9646-4E81-9C12-268743741DDC}"/>
              </a:ext>
            </a:extLst>
          </p:cNvPr>
          <p:cNvSpPr>
            <a:spLocks noGrp="1"/>
          </p:cNvSpPr>
          <p:nvPr/>
        </p:nvSpPr>
        <p:spPr>
          <a:xfrm>
            <a:off x="812355" y="2846373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6" name="anim_o5046_1">
            <a:extLst>
              <a:ext uri="{FF2B5EF4-FFF2-40B4-BE49-F238E27FC236}">
                <a16:creationId xmlns:a16="http://schemas.microsoft.com/office/drawing/2014/main" id="{5CFDE22C-2A26-4EB2-8004-2DD3FCC8ADC8}"/>
              </a:ext>
            </a:extLst>
          </p:cNvPr>
          <p:cNvSpPr>
            <a:spLocks noGrp="1"/>
          </p:cNvSpPr>
          <p:nvPr/>
        </p:nvSpPr>
        <p:spPr>
          <a:xfrm>
            <a:off x="1116713" y="2846373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7" name="anim_o5047_1">
            <a:extLst>
              <a:ext uri="{FF2B5EF4-FFF2-40B4-BE49-F238E27FC236}">
                <a16:creationId xmlns:a16="http://schemas.microsoft.com/office/drawing/2014/main" id="{6DD9BAFF-2BA0-4D31-A0AB-4739D5286FF8}"/>
              </a:ext>
            </a:extLst>
          </p:cNvPr>
          <p:cNvSpPr>
            <a:spLocks noGrp="1"/>
          </p:cNvSpPr>
          <p:nvPr/>
        </p:nvSpPr>
        <p:spPr>
          <a:xfrm>
            <a:off x="1421070" y="2846373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8" name="anim_o5048_1">
            <a:extLst>
              <a:ext uri="{FF2B5EF4-FFF2-40B4-BE49-F238E27FC236}">
                <a16:creationId xmlns:a16="http://schemas.microsoft.com/office/drawing/2014/main" id="{43D4B32C-9244-4B8D-9CAD-80CEB87DD2D6}"/>
              </a:ext>
            </a:extLst>
          </p:cNvPr>
          <p:cNvSpPr>
            <a:spLocks noGrp="1"/>
          </p:cNvSpPr>
          <p:nvPr/>
        </p:nvSpPr>
        <p:spPr>
          <a:xfrm>
            <a:off x="1725428" y="2846373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9" name="anim_o5049_1">
            <a:extLst>
              <a:ext uri="{FF2B5EF4-FFF2-40B4-BE49-F238E27FC236}">
                <a16:creationId xmlns:a16="http://schemas.microsoft.com/office/drawing/2014/main" id="{9311379A-159D-4791-8287-DBE9F8CAC19E}"/>
              </a:ext>
            </a:extLst>
          </p:cNvPr>
          <p:cNvSpPr>
            <a:spLocks noGrp="1"/>
          </p:cNvSpPr>
          <p:nvPr/>
        </p:nvSpPr>
        <p:spPr>
          <a:xfrm>
            <a:off x="2029785" y="2846373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0" name="anim_o5050_1">
            <a:extLst>
              <a:ext uri="{FF2B5EF4-FFF2-40B4-BE49-F238E27FC236}">
                <a16:creationId xmlns:a16="http://schemas.microsoft.com/office/drawing/2014/main" id="{5C9C7851-58AD-4338-BA89-052B94AA10BB}"/>
              </a:ext>
            </a:extLst>
          </p:cNvPr>
          <p:cNvSpPr>
            <a:spLocks noGrp="1"/>
          </p:cNvSpPr>
          <p:nvPr/>
        </p:nvSpPr>
        <p:spPr>
          <a:xfrm>
            <a:off x="2334142" y="2846373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1" name="anim_o5051_1">
            <a:extLst>
              <a:ext uri="{FF2B5EF4-FFF2-40B4-BE49-F238E27FC236}">
                <a16:creationId xmlns:a16="http://schemas.microsoft.com/office/drawing/2014/main" id="{65696302-2228-4C95-91EE-0F57209F15B5}"/>
              </a:ext>
            </a:extLst>
          </p:cNvPr>
          <p:cNvSpPr>
            <a:spLocks noGrp="1"/>
          </p:cNvSpPr>
          <p:nvPr/>
        </p:nvSpPr>
        <p:spPr>
          <a:xfrm>
            <a:off x="812355" y="3150730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2" name="anim_o5052_1">
            <a:extLst>
              <a:ext uri="{FF2B5EF4-FFF2-40B4-BE49-F238E27FC236}">
                <a16:creationId xmlns:a16="http://schemas.microsoft.com/office/drawing/2014/main" id="{BB78805C-D528-42BC-9A28-546DD9EEF10C}"/>
              </a:ext>
            </a:extLst>
          </p:cNvPr>
          <p:cNvSpPr>
            <a:spLocks noGrp="1"/>
          </p:cNvSpPr>
          <p:nvPr/>
        </p:nvSpPr>
        <p:spPr>
          <a:xfrm>
            <a:off x="1116713" y="3150730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3" name="anim_o5053_1">
            <a:extLst>
              <a:ext uri="{FF2B5EF4-FFF2-40B4-BE49-F238E27FC236}">
                <a16:creationId xmlns:a16="http://schemas.microsoft.com/office/drawing/2014/main" id="{18ADBA5C-F569-4C29-9C1B-07A3976EC48F}"/>
              </a:ext>
            </a:extLst>
          </p:cNvPr>
          <p:cNvSpPr>
            <a:spLocks noGrp="1"/>
          </p:cNvSpPr>
          <p:nvPr/>
        </p:nvSpPr>
        <p:spPr>
          <a:xfrm>
            <a:off x="1421070" y="3150730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4" name="anim_o5054_1">
            <a:extLst>
              <a:ext uri="{FF2B5EF4-FFF2-40B4-BE49-F238E27FC236}">
                <a16:creationId xmlns:a16="http://schemas.microsoft.com/office/drawing/2014/main" id="{7D3A3F13-710A-4E99-ABDB-50E255A2590B}"/>
              </a:ext>
            </a:extLst>
          </p:cNvPr>
          <p:cNvSpPr>
            <a:spLocks noGrp="1"/>
          </p:cNvSpPr>
          <p:nvPr/>
        </p:nvSpPr>
        <p:spPr>
          <a:xfrm>
            <a:off x="1725428" y="3150730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5" name="anim_o5055_1">
            <a:extLst>
              <a:ext uri="{FF2B5EF4-FFF2-40B4-BE49-F238E27FC236}">
                <a16:creationId xmlns:a16="http://schemas.microsoft.com/office/drawing/2014/main" id="{6E2E65F4-49B9-4F21-9108-ADF07E932571}"/>
              </a:ext>
            </a:extLst>
          </p:cNvPr>
          <p:cNvSpPr>
            <a:spLocks noGrp="1"/>
          </p:cNvSpPr>
          <p:nvPr/>
        </p:nvSpPr>
        <p:spPr>
          <a:xfrm>
            <a:off x="2029785" y="3150730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6" name="anim_o5056_1">
            <a:extLst>
              <a:ext uri="{FF2B5EF4-FFF2-40B4-BE49-F238E27FC236}">
                <a16:creationId xmlns:a16="http://schemas.microsoft.com/office/drawing/2014/main" id="{B0A9D092-8310-4383-840F-DC132B983886}"/>
              </a:ext>
            </a:extLst>
          </p:cNvPr>
          <p:cNvSpPr>
            <a:spLocks noGrp="1"/>
          </p:cNvSpPr>
          <p:nvPr/>
        </p:nvSpPr>
        <p:spPr>
          <a:xfrm>
            <a:off x="2334142" y="3150730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7" name="anim_o5057_1">
            <a:extLst>
              <a:ext uri="{FF2B5EF4-FFF2-40B4-BE49-F238E27FC236}">
                <a16:creationId xmlns:a16="http://schemas.microsoft.com/office/drawing/2014/main" id="{E528C445-DF5F-458A-AB90-CEDB0BF21A67}"/>
              </a:ext>
            </a:extLst>
          </p:cNvPr>
          <p:cNvSpPr>
            <a:spLocks noGrp="1"/>
          </p:cNvSpPr>
          <p:nvPr/>
        </p:nvSpPr>
        <p:spPr>
          <a:xfrm>
            <a:off x="812355" y="3455088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8" name="anim_o5058_1">
            <a:extLst>
              <a:ext uri="{FF2B5EF4-FFF2-40B4-BE49-F238E27FC236}">
                <a16:creationId xmlns:a16="http://schemas.microsoft.com/office/drawing/2014/main" id="{22A244E6-6BD8-49A4-B24E-27EC11691219}"/>
              </a:ext>
            </a:extLst>
          </p:cNvPr>
          <p:cNvSpPr>
            <a:spLocks noGrp="1"/>
          </p:cNvSpPr>
          <p:nvPr/>
        </p:nvSpPr>
        <p:spPr>
          <a:xfrm>
            <a:off x="1116713" y="3455088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9" name="anim_o5059_1">
            <a:extLst>
              <a:ext uri="{FF2B5EF4-FFF2-40B4-BE49-F238E27FC236}">
                <a16:creationId xmlns:a16="http://schemas.microsoft.com/office/drawing/2014/main" id="{993005A7-FA65-4E7A-BB98-9A3564E914D1}"/>
              </a:ext>
            </a:extLst>
          </p:cNvPr>
          <p:cNvSpPr>
            <a:spLocks noGrp="1"/>
          </p:cNvSpPr>
          <p:nvPr/>
        </p:nvSpPr>
        <p:spPr>
          <a:xfrm>
            <a:off x="1421070" y="3455088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0" name="anim_o5060_1">
            <a:extLst>
              <a:ext uri="{FF2B5EF4-FFF2-40B4-BE49-F238E27FC236}">
                <a16:creationId xmlns:a16="http://schemas.microsoft.com/office/drawing/2014/main" id="{4ACC840E-40A3-41D4-831B-7C92388CE06B}"/>
              </a:ext>
            </a:extLst>
          </p:cNvPr>
          <p:cNvSpPr>
            <a:spLocks noGrp="1"/>
          </p:cNvSpPr>
          <p:nvPr/>
        </p:nvSpPr>
        <p:spPr>
          <a:xfrm>
            <a:off x="1725428" y="3455088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1" name="anim_o5061_1">
            <a:extLst>
              <a:ext uri="{FF2B5EF4-FFF2-40B4-BE49-F238E27FC236}">
                <a16:creationId xmlns:a16="http://schemas.microsoft.com/office/drawing/2014/main" id="{0844525F-1601-443B-9227-821CABBA727B}"/>
              </a:ext>
            </a:extLst>
          </p:cNvPr>
          <p:cNvSpPr>
            <a:spLocks noGrp="1"/>
          </p:cNvSpPr>
          <p:nvPr/>
        </p:nvSpPr>
        <p:spPr>
          <a:xfrm>
            <a:off x="2029785" y="3455088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2" name="anim_o5062_1">
            <a:extLst>
              <a:ext uri="{FF2B5EF4-FFF2-40B4-BE49-F238E27FC236}">
                <a16:creationId xmlns:a16="http://schemas.microsoft.com/office/drawing/2014/main" id="{5FF7BED3-614D-4C9D-8F01-318086D7B76A}"/>
              </a:ext>
            </a:extLst>
          </p:cNvPr>
          <p:cNvSpPr>
            <a:spLocks noGrp="1"/>
          </p:cNvSpPr>
          <p:nvPr/>
        </p:nvSpPr>
        <p:spPr>
          <a:xfrm>
            <a:off x="2334142" y="3455088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3" name="anim_o5063_1">
            <a:extLst>
              <a:ext uri="{FF2B5EF4-FFF2-40B4-BE49-F238E27FC236}">
                <a16:creationId xmlns:a16="http://schemas.microsoft.com/office/drawing/2014/main" id="{E89A262E-55BA-497D-8841-8E3C03428483}"/>
              </a:ext>
            </a:extLst>
          </p:cNvPr>
          <p:cNvSpPr>
            <a:spLocks noGrp="1"/>
          </p:cNvSpPr>
          <p:nvPr/>
        </p:nvSpPr>
        <p:spPr>
          <a:xfrm>
            <a:off x="812355" y="3759445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4" name="anim_o5064_1">
            <a:extLst>
              <a:ext uri="{FF2B5EF4-FFF2-40B4-BE49-F238E27FC236}">
                <a16:creationId xmlns:a16="http://schemas.microsoft.com/office/drawing/2014/main" id="{209999DF-0B49-433C-AEFC-C440280B7491}"/>
              </a:ext>
            </a:extLst>
          </p:cNvPr>
          <p:cNvSpPr>
            <a:spLocks noGrp="1"/>
          </p:cNvSpPr>
          <p:nvPr/>
        </p:nvSpPr>
        <p:spPr>
          <a:xfrm>
            <a:off x="1116713" y="3759445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5" name="anim_o5065_1">
            <a:extLst>
              <a:ext uri="{FF2B5EF4-FFF2-40B4-BE49-F238E27FC236}">
                <a16:creationId xmlns:a16="http://schemas.microsoft.com/office/drawing/2014/main" id="{C7E326DA-6936-4DD1-8FF1-23D7C2E972A4}"/>
              </a:ext>
            </a:extLst>
          </p:cNvPr>
          <p:cNvSpPr>
            <a:spLocks noGrp="1"/>
          </p:cNvSpPr>
          <p:nvPr/>
        </p:nvSpPr>
        <p:spPr>
          <a:xfrm>
            <a:off x="1421070" y="3759445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6" name="anim_o5066_1">
            <a:extLst>
              <a:ext uri="{FF2B5EF4-FFF2-40B4-BE49-F238E27FC236}">
                <a16:creationId xmlns:a16="http://schemas.microsoft.com/office/drawing/2014/main" id="{F7B38BBD-A78E-4908-B163-D2DC0250EF31}"/>
              </a:ext>
            </a:extLst>
          </p:cNvPr>
          <p:cNvSpPr>
            <a:spLocks noGrp="1"/>
          </p:cNvSpPr>
          <p:nvPr/>
        </p:nvSpPr>
        <p:spPr>
          <a:xfrm>
            <a:off x="1725428" y="3759445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7" name="anim_o5067_1">
            <a:extLst>
              <a:ext uri="{FF2B5EF4-FFF2-40B4-BE49-F238E27FC236}">
                <a16:creationId xmlns:a16="http://schemas.microsoft.com/office/drawing/2014/main" id="{8B77FF5C-7CA4-4507-8A70-9C2D095A73AA}"/>
              </a:ext>
            </a:extLst>
          </p:cNvPr>
          <p:cNvSpPr>
            <a:spLocks noGrp="1"/>
          </p:cNvSpPr>
          <p:nvPr/>
        </p:nvSpPr>
        <p:spPr>
          <a:xfrm>
            <a:off x="2029785" y="3759445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8" name="anim_o5068_1">
            <a:extLst>
              <a:ext uri="{FF2B5EF4-FFF2-40B4-BE49-F238E27FC236}">
                <a16:creationId xmlns:a16="http://schemas.microsoft.com/office/drawing/2014/main" id="{153BA49B-9184-45FA-8411-66A0D4B3492B}"/>
              </a:ext>
            </a:extLst>
          </p:cNvPr>
          <p:cNvSpPr>
            <a:spLocks noGrp="1"/>
          </p:cNvSpPr>
          <p:nvPr/>
        </p:nvSpPr>
        <p:spPr>
          <a:xfrm>
            <a:off x="2334142" y="3759445"/>
            <a:ext cx="304357" cy="304357"/>
          </a:xfrm>
          <a:prstGeom prst="rect">
            <a:avLst/>
          </a:prstGeom>
          <a:solidFill>
            <a:srgbClr val="58C4DD">
              <a:alpha val="90000"/>
            </a:srgbClr>
          </a:solidFill>
          <a:ln w="9525">
            <a:solidFill>
              <a:srgbClr val="0000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9" name="anim_o5343_1">
            <a:extLst>
              <a:ext uri="{FF2B5EF4-FFF2-40B4-BE49-F238E27FC236}">
                <a16:creationId xmlns:a16="http://schemas.microsoft.com/office/drawing/2014/main" id="{F6DCD112-CA85-4078-B027-7E35DE054935}"/>
              </a:ext>
            </a:extLst>
          </p:cNvPr>
          <p:cNvSpPr>
            <a:spLocks noGrp="1"/>
          </p:cNvSpPr>
          <p:nvPr/>
        </p:nvSpPr>
        <p:spPr>
          <a:xfrm>
            <a:off x="10247435" y="2281138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0" name="anim_o5344_1">
            <a:extLst>
              <a:ext uri="{FF2B5EF4-FFF2-40B4-BE49-F238E27FC236}">
                <a16:creationId xmlns:a16="http://schemas.microsoft.com/office/drawing/2014/main" id="{A97BACB8-DED2-441E-89A7-F446FEA5EC19}"/>
              </a:ext>
            </a:extLst>
          </p:cNvPr>
          <p:cNvSpPr>
            <a:spLocks noGrp="1"/>
          </p:cNvSpPr>
          <p:nvPr/>
        </p:nvSpPr>
        <p:spPr>
          <a:xfrm>
            <a:off x="10551793" y="2281138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1" name="anim_o5345_1">
            <a:extLst>
              <a:ext uri="{FF2B5EF4-FFF2-40B4-BE49-F238E27FC236}">
                <a16:creationId xmlns:a16="http://schemas.microsoft.com/office/drawing/2014/main" id="{F56710B5-2BA2-45C9-8E0F-88B125A37252}"/>
              </a:ext>
            </a:extLst>
          </p:cNvPr>
          <p:cNvSpPr>
            <a:spLocks noGrp="1"/>
          </p:cNvSpPr>
          <p:nvPr/>
        </p:nvSpPr>
        <p:spPr>
          <a:xfrm>
            <a:off x="10856150" y="2281138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2" name="anim_o5346_1">
            <a:extLst>
              <a:ext uri="{FF2B5EF4-FFF2-40B4-BE49-F238E27FC236}">
                <a16:creationId xmlns:a16="http://schemas.microsoft.com/office/drawing/2014/main" id="{05B26FD6-B675-4D65-A387-19A55F2FFD59}"/>
              </a:ext>
            </a:extLst>
          </p:cNvPr>
          <p:cNvSpPr>
            <a:spLocks noGrp="1"/>
          </p:cNvSpPr>
          <p:nvPr/>
        </p:nvSpPr>
        <p:spPr>
          <a:xfrm>
            <a:off x="11160507" y="2281138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3" name="anim_o5347_1">
            <a:extLst>
              <a:ext uri="{FF2B5EF4-FFF2-40B4-BE49-F238E27FC236}">
                <a16:creationId xmlns:a16="http://schemas.microsoft.com/office/drawing/2014/main" id="{425F942C-4A73-42F5-B93E-B9226B71820A}"/>
              </a:ext>
            </a:extLst>
          </p:cNvPr>
          <p:cNvSpPr>
            <a:spLocks noGrp="1"/>
          </p:cNvSpPr>
          <p:nvPr/>
        </p:nvSpPr>
        <p:spPr>
          <a:xfrm>
            <a:off x="10247435" y="2585495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4" name="anim_o5348_1">
            <a:extLst>
              <a:ext uri="{FF2B5EF4-FFF2-40B4-BE49-F238E27FC236}">
                <a16:creationId xmlns:a16="http://schemas.microsoft.com/office/drawing/2014/main" id="{486E128A-EC2F-4BE0-A203-00AFEA07051C}"/>
              </a:ext>
            </a:extLst>
          </p:cNvPr>
          <p:cNvSpPr>
            <a:spLocks noGrp="1"/>
          </p:cNvSpPr>
          <p:nvPr/>
        </p:nvSpPr>
        <p:spPr>
          <a:xfrm>
            <a:off x="10551793" y="2585495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5" name="anim_o5349_1">
            <a:extLst>
              <a:ext uri="{FF2B5EF4-FFF2-40B4-BE49-F238E27FC236}">
                <a16:creationId xmlns:a16="http://schemas.microsoft.com/office/drawing/2014/main" id="{A5805AA2-53E0-4680-9C25-5DC496B48612}"/>
              </a:ext>
            </a:extLst>
          </p:cNvPr>
          <p:cNvSpPr>
            <a:spLocks noGrp="1"/>
          </p:cNvSpPr>
          <p:nvPr/>
        </p:nvSpPr>
        <p:spPr>
          <a:xfrm>
            <a:off x="10856150" y="2585495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6" name="anim_o5350_1">
            <a:extLst>
              <a:ext uri="{FF2B5EF4-FFF2-40B4-BE49-F238E27FC236}">
                <a16:creationId xmlns:a16="http://schemas.microsoft.com/office/drawing/2014/main" id="{52D872FD-6251-4F79-B5FF-CC8ED5F36716}"/>
              </a:ext>
            </a:extLst>
          </p:cNvPr>
          <p:cNvSpPr>
            <a:spLocks noGrp="1"/>
          </p:cNvSpPr>
          <p:nvPr/>
        </p:nvSpPr>
        <p:spPr>
          <a:xfrm>
            <a:off x="11160507" y="2585495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7" name="anim_o5351_1">
            <a:extLst>
              <a:ext uri="{FF2B5EF4-FFF2-40B4-BE49-F238E27FC236}">
                <a16:creationId xmlns:a16="http://schemas.microsoft.com/office/drawing/2014/main" id="{D61333E3-5840-4048-A43A-7F85388CCF25}"/>
              </a:ext>
            </a:extLst>
          </p:cNvPr>
          <p:cNvSpPr>
            <a:spLocks noGrp="1"/>
          </p:cNvSpPr>
          <p:nvPr/>
        </p:nvSpPr>
        <p:spPr>
          <a:xfrm>
            <a:off x="10247435" y="2889853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8" name="anim_o5352_1">
            <a:extLst>
              <a:ext uri="{FF2B5EF4-FFF2-40B4-BE49-F238E27FC236}">
                <a16:creationId xmlns:a16="http://schemas.microsoft.com/office/drawing/2014/main" id="{1F6A386A-6123-4CA1-B99A-CF32E0B21130}"/>
              </a:ext>
            </a:extLst>
          </p:cNvPr>
          <p:cNvSpPr>
            <a:spLocks noGrp="1"/>
          </p:cNvSpPr>
          <p:nvPr/>
        </p:nvSpPr>
        <p:spPr>
          <a:xfrm>
            <a:off x="10551793" y="2889853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9" name="anim_o5353_1">
            <a:extLst>
              <a:ext uri="{FF2B5EF4-FFF2-40B4-BE49-F238E27FC236}">
                <a16:creationId xmlns:a16="http://schemas.microsoft.com/office/drawing/2014/main" id="{0CDDBA7F-44C5-488C-8B4C-8C0CD95F709F}"/>
              </a:ext>
            </a:extLst>
          </p:cNvPr>
          <p:cNvSpPr>
            <a:spLocks noGrp="1"/>
          </p:cNvSpPr>
          <p:nvPr/>
        </p:nvSpPr>
        <p:spPr>
          <a:xfrm>
            <a:off x="10856150" y="2889853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0" name="anim_o5354_1">
            <a:extLst>
              <a:ext uri="{FF2B5EF4-FFF2-40B4-BE49-F238E27FC236}">
                <a16:creationId xmlns:a16="http://schemas.microsoft.com/office/drawing/2014/main" id="{A1E28F06-02FD-4FB9-A832-D917B220C288}"/>
              </a:ext>
            </a:extLst>
          </p:cNvPr>
          <p:cNvSpPr>
            <a:spLocks noGrp="1"/>
          </p:cNvSpPr>
          <p:nvPr/>
        </p:nvSpPr>
        <p:spPr>
          <a:xfrm>
            <a:off x="11160507" y="2889853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1" name="anim_o5355_1">
            <a:extLst>
              <a:ext uri="{FF2B5EF4-FFF2-40B4-BE49-F238E27FC236}">
                <a16:creationId xmlns:a16="http://schemas.microsoft.com/office/drawing/2014/main" id="{3A3DA7A7-D077-4989-8AE4-B8C58B413247}"/>
              </a:ext>
            </a:extLst>
          </p:cNvPr>
          <p:cNvSpPr>
            <a:spLocks noGrp="1"/>
          </p:cNvSpPr>
          <p:nvPr/>
        </p:nvSpPr>
        <p:spPr>
          <a:xfrm>
            <a:off x="10247435" y="3194210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2" name="anim_o5356_1">
            <a:extLst>
              <a:ext uri="{FF2B5EF4-FFF2-40B4-BE49-F238E27FC236}">
                <a16:creationId xmlns:a16="http://schemas.microsoft.com/office/drawing/2014/main" id="{77917C35-5310-4003-9C9F-117B4A0B8A53}"/>
              </a:ext>
            </a:extLst>
          </p:cNvPr>
          <p:cNvSpPr>
            <a:spLocks noGrp="1"/>
          </p:cNvSpPr>
          <p:nvPr/>
        </p:nvSpPr>
        <p:spPr>
          <a:xfrm>
            <a:off x="10551793" y="3194210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3" name="anim_o5357_1">
            <a:extLst>
              <a:ext uri="{FF2B5EF4-FFF2-40B4-BE49-F238E27FC236}">
                <a16:creationId xmlns:a16="http://schemas.microsoft.com/office/drawing/2014/main" id="{0CA0A51D-4039-41D4-BADF-8BFB28F9D9DA}"/>
              </a:ext>
            </a:extLst>
          </p:cNvPr>
          <p:cNvSpPr>
            <a:spLocks noGrp="1"/>
          </p:cNvSpPr>
          <p:nvPr/>
        </p:nvSpPr>
        <p:spPr>
          <a:xfrm>
            <a:off x="10856150" y="3194210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4" name="anim_o5358_1">
            <a:extLst>
              <a:ext uri="{FF2B5EF4-FFF2-40B4-BE49-F238E27FC236}">
                <a16:creationId xmlns:a16="http://schemas.microsoft.com/office/drawing/2014/main" id="{0F3D6FCB-77ED-4507-974A-3DF820D2C078}"/>
              </a:ext>
            </a:extLst>
          </p:cNvPr>
          <p:cNvSpPr>
            <a:spLocks noGrp="1"/>
          </p:cNvSpPr>
          <p:nvPr/>
        </p:nvSpPr>
        <p:spPr>
          <a:xfrm>
            <a:off x="11160507" y="3194210"/>
            <a:ext cx="304357" cy="304357"/>
          </a:xfrm>
          <a:prstGeom prst="rect">
            <a:avLst/>
          </a:prstGeom>
          <a:solidFill>
            <a:srgbClr val="9C08FF">
              <a:alpha val="100000"/>
            </a:srgbClr>
          </a:solidFill>
          <a:ln w="12700">
            <a:solidFill>
              <a:srgbClr val="715582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5" name="anim_o5098_1">
            <a:extLst>
              <a:ext uri="{FF2B5EF4-FFF2-40B4-BE49-F238E27FC236}">
                <a16:creationId xmlns:a16="http://schemas.microsoft.com/office/drawing/2014/main" id="{F21A0F51-7A6B-4A8A-8991-99E217E04597}"/>
              </a:ext>
            </a:extLst>
          </p:cNvPr>
          <p:cNvSpPr>
            <a:spLocks noGrp="1"/>
          </p:cNvSpPr>
          <p:nvPr/>
        </p:nvSpPr>
        <p:spPr>
          <a:xfrm>
            <a:off x="4312466" y="781091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6" name="anim_o5099_1">
            <a:extLst>
              <a:ext uri="{FF2B5EF4-FFF2-40B4-BE49-F238E27FC236}">
                <a16:creationId xmlns:a16="http://schemas.microsoft.com/office/drawing/2014/main" id="{E338B0F7-99A0-407F-99F0-B3AE33196012}"/>
              </a:ext>
            </a:extLst>
          </p:cNvPr>
          <p:cNvSpPr>
            <a:spLocks noGrp="1"/>
          </p:cNvSpPr>
          <p:nvPr/>
        </p:nvSpPr>
        <p:spPr>
          <a:xfrm>
            <a:off x="4616823" y="781091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7" name="anim_o5100_1">
            <a:extLst>
              <a:ext uri="{FF2B5EF4-FFF2-40B4-BE49-F238E27FC236}">
                <a16:creationId xmlns:a16="http://schemas.microsoft.com/office/drawing/2014/main" id="{EE7DF3AA-DFCF-426E-A31B-6404A139C839}"/>
              </a:ext>
            </a:extLst>
          </p:cNvPr>
          <p:cNvSpPr>
            <a:spLocks noGrp="1"/>
          </p:cNvSpPr>
          <p:nvPr/>
        </p:nvSpPr>
        <p:spPr>
          <a:xfrm>
            <a:off x="4921180" y="781091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8" name="anim_o5101_1">
            <a:extLst>
              <a:ext uri="{FF2B5EF4-FFF2-40B4-BE49-F238E27FC236}">
                <a16:creationId xmlns:a16="http://schemas.microsoft.com/office/drawing/2014/main" id="{CF6AD410-DFC4-4BF2-9C2F-AEA891DDB4C5}"/>
              </a:ext>
            </a:extLst>
          </p:cNvPr>
          <p:cNvSpPr>
            <a:spLocks noGrp="1"/>
          </p:cNvSpPr>
          <p:nvPr/>
        </p:nvSpPr>
        <p:spPr>
          <a:xfrm>
            <a:off x="4312466" y="1085448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9" name="anim_o5102_1">
            <a:extLst>
              <a:ext uri="{FF2B5EF4-FFF2-40B4-BE49-F238E27FC236}">
                <a16:creationId xmlns:a16="http://schemas.microsoft.com/office/drawing/2014/main" id="{5273525E-2DA1-4FA7-B4E1-2D9ABA7B3F52}"/>
              </a:ext>
            </a:extLst>
          </p:cNvPr>
          <p:cNvSpPr>
            <a:spLocks noGrp="1"/>
          </p:cNvSpPr>
          <p:nvPr/>
        </p:nvSpPr>
        <p:spPr>
          <a:xfrm>
            <a:off x="4616823" y="1085448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0" name="anim_o5103_1">
            <a:extLst>
              <a:ext uri="{FF2B5EF4-FFF2-40B4-BE49-F238E27FC236}">
                <a16:creationId xmlns:a16="http://schemas.microsoft.com/office/drawing/2014/main" id="{6BAF30E4-9FB8-41E5-B66C-AFA5C45212B0}"/>
              </a:ext>
            </a:extLst>
          </p:cNvPr>
          <p:cNvSpPr>
            <a:spLocks noGrp="1"/>
          </p:cNvSpPr>
          <p:nvPr/>
        </p:nvSpPr>
        <p:spPr>
          <a:xfrm>
            <a:off x="4921180" y="1085448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1" name="anim_o5104_1">
            <a:extLst>
              <a:ext uri="{FF2B5EF4-FFF2-40B4-BE49-F238E27FC236}">
                <a16:creationId xmlns:a16="http://schemas.microsoft.com/office/drawing/2014/main" id="{C08760D9-ACF3-47D5-BD23-D47AAF376EDA}"/>
              </a:ext>
            </a:extLst>
          </p:cNvPr>
          <p:cNvSpPr>
            <a:spLocks noGrp="1"/>
          </p:cNvSpPr>
          <p:nvPr/>
        </p:nvSpPr>
        <p:spPr>
          <a:xfrm>
            <a:off x="4312466" y="1389805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2" name="anim_o5105_1">
            <a:extLst>
              <a:ext uri="{FF2B5EF4-FFF2-40B4-BE49-F238E27FC236}">
                <a16:creationId xmlns:a16="http://schemas.microsoft.com/office/drawing/2014/main" id="{BF65121F-D1A9-4E17-8B35-613A21A62048}"/>
              </a:ext>
            </a:extLst>
          </p:cNvPr>
          <p:cNvSpPr>
            <a:spLocks noGrp="1"/>
          </p:cNvSpPr>
          <p:nvPr/>
        </p:nvSpPr>
        <p:spPr>
          <a:xfrm>
            <a:off x="4616823" y="1389805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3" name="anim_o5106_1">
            <a:extLst>
              <a:ext uri="{FF2B5EF4-FFF2-40B4-BE49-F238E27FC236}">
                <a16:creationId xmlns:a16="http://schemas.microsoft.com/office/drawing/2014/main" id="{20D4CABF-8F93-4145-8B8B-E8C778384B3A}"/>
              </a:ext>
            </a:extLst>
          </p:cNvPr>
          <p:cNvSpPr>
            <a:spLocks noGrp="1"/>
          </p:cNvSpPr>
          <p:nvPr/>
        </p:nvSpPr>
        <p:spPr>
          <a:xfrm>
            <a:off x="4921180" y="1389805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4" name="anim_o5129_1">
            <a:extLst>
              <a:ext uri="{FF2B5EF4-FFF2-40B4-BE49-F238E27FC236}">
                <a16:creationId xmlns:a16="http://schemas.microsoft.com/office/drawing/2014/main" id="{B7C7303B-9AD4-4FF6-B1DC-892F71B6FF8B}"/>
              </a:ext>
            </a:extLst>
          </p:cNvPr>
          <p:cNvSpPr>
            <a:spLocks noGrp="1"/>
          </p:cNvSpPr>
          <p:nvPr/>
        </p:nvSpPr>
        <p:spPr>
          <a:xfrm>
            <a:off x="4312466" y="2694194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5" name="anim_o5130_1">
            <a:extLst>
              <a:ext uri="{FF2B5EF4-FFF2-40B4-BE49-F238E27FC236}">
                <a16:creationId xmlns:a16="http://schemas.microsoft.com/office/drawing/2014/main" id="{34C8801D-E550-49B3-8C0F-4EF6C06C78C5}"/>
              </a:ext>
            </a:extLst>
          </p:cNvPr>
          <p:cNvSpPr>
            <a:spLocks noGrp="1"/>
          </p:cNvSpPr>
          <p:nvPr/>
        </p:nvSpPr>
        <p:spPr>
          <a:xfrm>
            <a:off x="4616823" y="2694194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6" name="anim_o5131_1">
            <a:extLst>
              <a:ext uri="{FF2B5EF4-FFF2-40B4-BE49-F238E27FC236}">
                <a16:creationId xmlns:a16="http://schemas.microsoft.com/office/drawing/2014/main" id="{11C3312B-99B1-4C10-9352-D0C5FE97C020}"/>
              </a:ext>
            </a:extLst>
          </p:cNvPr>
          <p:cNvSpPr>
            <a:spLocks noGrp="1"/>
          </p:cNvSpPr>
          <p:nvPr/>
        </p:nvSpPr>
        <p:spPr>
          <a:xfrm>
            <a:off x="4921180" y="2694194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7" name="anim_o5132_1">
            <a:extLst>
              <a:ext uri="{FF2B5EF4-FFF2-40B4-BE49-F238E27FC236}">
                <a16:creationId xmlns:a16="http://schemas.microsoft.com/office/drawing/2014/main" id="{DFCACAD1-C028-4E13-B78C-FD3FDE4ACC81}"/>
              </a:ext>
            </a:extLst>
          </p:cNvPr>
          <p:cNvSpPr>
            <a:spLocks noGrp="1"/>
          </p:cNvSpPr>
          <p:nvPr/>
        </p:nvSpPr>
        <p:spPr>
          <a:xfrm>
            <a:off x="4312466" y="2998552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8" name="anim_o5133_1">
            <a:extLst>
              <a:ext uri="{FF2B5EF4-FFF2-40B4-BE49-F238E27FC236}">
                <a16:creationId xmlns:a16="http://schemas.microsoft.com/office/drawing/2014/main" id="{63C5E746-1CAF-479A-9616-5F4A7B713FAC}"/>
              </a:ext>
            </a:extLst>
          </p:cNvPr>
          <p:cNvSpPr>
            <a:spLocks noGrp="1"/>
          </p:cNvSpPr>
          <p:nvPr/>
        </p:nvSpPr>
        <p:spPr>
          <a:xfrm>
            <a:off x="4616823" y="2998552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9" name="anim_o5134_1">
            <a:extLst>
              <a:ext uri="{FF2B5EF4-FFF2-40B4-BE49-F238E27FC236}">
                <a16:creationId xmlns:a16="http://schemas.microsoft.com/office/drawing/2014/main" id="{B2AD23E8-57DC-4C1B-B2F8-145DA0D97EB1}"/>
              </a:ext>
            </a:extLst>
          </p:cNvPr>
          <p:cNvSpPr>
            <a:spLocks noGrp="1"/>
          </p:cNvSpPr>
          <p:nvPr/>
        </p:nvSpPr>
        <p:spPr>
          <a:xfrm>
            <a:off x="4921180" y="2998552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0" name="anim_o5135_1">
            <a:extLst>
              <a:ext uri="{FF2B5EF4-FFF2-40B4-BE49-F238E27FC236}">
                <a16:creationId xmlns:a16="http://schemas.microsoft.com/office/drawing/2014/main" id="{443B427B-C50E-4A04-8B2A-C40FA23BE50D}"/>
              </a:ext>
            </a:extLst>
          </p:cNvPr>
          <p:cNvSpPr>
            <a:spLocks noGrp="1"/>
          </p:cNvSpPr>
          <p:nvPr/>
        </p:nvSpPr>
        <p:spPr>
          <a:xfrm>
            <a:off x="4312466" y="3302909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1" name="anim_o5136_1">
            <a:extLst>
              <a:ext uri="{FF2B5EF4-FFF2-40B4-BE49-F238E27FC236}">
                <a16:creationId xmlns:a16="http://schemas.microsoft.com/office/drawing/2014/main" id="{ABF8E792-B2B0-4808-9ECB-652B7E7E7DD3}"/>
              </a:ext>
            </a:extLst>
          </p:cNvPr>
          <p:cNvSpPr>
            <a:spLocks noGrp="1"/>
          </p:cNvSpPr>
          <p:nvPr/>
        </p:nvSpPr>
        <p:spPr>
          <a:xfrm>
            <a:off x="4616823" y="3302909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2" name="anim_o5137_1">
            <a:extLst>
              <a:ext uri="{FF2B5EF4-FFF2-40B4-BE49-F238E27FC236}">
                <a16:creationId xmlns:a16="http://schemas.microsoft.com/office/drawing/2014/main" id="{64FD91E8-9224-4F34-B406-EF7BD1FDFCEE}"/>
              </a:ext>
            </a:extLst>
          </p:cNvPr>
          <p:cNvSpPr>
            <a:spLocks noGrp="1"/>
          </p:cNvSpPr>
          <p:nvPr/>
        </p:nvSpPr>
        <p:spPr>
          <a:xfrm>
            <a:off x="4921180" y="3302909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3" name="anim_o5160_1">
            <a:extLst>
              <a:ext uri="{FF2B5EF4-FFF2-40B4-BE49-F238E27FC236}">
                <a16:creationId xmlns:a16="http://schemas.microsoft.com/office/drawing/2014/main" id="{38BACBAB-472F-4D26-9C12-51A7E281B4CE}"/>
              </a:ext>
            </a:extLst>
          </p:cNvPr>
          <p:cNvSpPr>
            <a:spLocks noGrp="1"/>
          </p:cNvSpPr>
          <p:nvPr/>
        </p:nvSpPr>
        <p:spPr>
          <a:xfrm>
            <a:off x="4312466" y="4607298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4" name="anim_o5161_1">
            <a:extLst>
              <a:ext uri="{FF2B5EF4-FFF2-40B4-BE49-F238E27FC236}">
                <a16:creationId xmlns:a16="http://schemas.microsoft.com/office/drawing/2014/main" id="{CA60ECC6-BDF1-4BE1-8431-3200A78926B1}"/>
              </a:ext>
            </a:extLst>
          </p:cNvPr>
          <p:cNvSpPr>
            <a:spLocks noGrp="1"/>
          </p:cNvSpPr>
          <p:nvPr/>
        </p:nvSpPr>
        <p:spPr>
          <a:xfrm>
            <a:off x="4616823" y="4607298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5" name="anim_o5162_1">
            <a:extLst>
              <a:ext uri="{FF2B5EF4-FFF2-40B4-BE49-F238E27FC236}">
                <a16:creationId xmlns:a16="http://schemas.microsoft.com/office/drawing/2014/main" id="{5EE9720B-991C-461D-934B-966E5A784C92}"/>
              </a:ext>
            </a:extLst>
          </p:cNvPr>
          <p:cNvSpPr>
            <a:spLocks noGrp="1"/>
          </p:cNvSpPr>
          <p:nvPr/>
        </p:nvSpPr>
        <p:spPr>
          <a:xfrm>
            <a:off x="4921180" y="4607298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6" name="anim_o5163_1">
            <a:extLst>
              <a:ext uri="{FF2B5EF4-FFF2-40B4-BE49-F238E27FC236}">
                <a16:creationId xmlns:a16="http://schemas.microsoft.com/office/drawing/2014/main" id="{FB786F16-9644-484B-8DC6-A65E6CF4B704}"/>
              </a:ext>
            </a:extLst>
          </p:cNvPr>
          <p:cNvSpPr>
            <a:spLocks noGrp="1"/>
          </p:cNvSpPr>
          <p:nvPr/>
        </p:nvSpPr>
        <p:spPr>
          <a:xfrm>
            <a:off x="4312466" y="4911655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7" name="anim_o5164_1">
            <a:extLst>
              <a:ext uri="{FF2B5EF4-FFF2-40B4-BE49-F238E27FC236}">
                <a16:creationId xmlns:a16="http://schemas.microsoft.com/office/drawing/2014/main" id="{105F9DD0-70D5-4A1A-8E37-7659628A7B45}"/>
              </a:ext>
            </a:extLst>
          </p:cNvPr>
          <p:cNvSpPr>
            <a:spLocks noGrp="1"/>
          </p:cNvSpPr>
          <p:nvPr/>
        </p:nvSpPr>
        <p:spPr>
          <a:xfrm>
            <a:off x="4616823" y="4911655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8" name="anim_o5165_1">
            <a:extLst>
              <a:ext uri="{FF2B5EF4-FFF2-40B4-BE49-F238E27FC236}">
                <a16:creationId xmlns:a16="http://schemas.microsoft.com/office/drawing/2014/main" id="{6AB61BEE-C265-42AB-8B79-0FFE783AF5F5}"/>
              </a:ext>
            </a:extLst>
          </p:cNvPr>
          <p:cNvSpPr>
            <a:spLocks noGrp="1"/>
          </p:cNvSpPr>
          <p:nvPr/>
        </p:nvSpPr>
        <p:spPr>
          <a:xfrm>
            <a:off x="4921180" y="4911655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9" name="anim_o5166_1">
            <a:extLst>
              <a:ext uri="{FF2B5EF4-FFF2-40B4-BE49-F238E27FC236}">
                <a16:creationId xmlns:a16="http://schemas.microsoft.com/office/drawing/2014/main" id="{CC29E29A-293C-4190-9F9F-35D8102A9655}"/>
              </a:ext>
            </a:extLst>
          </p:cNvPr>
          <p:cNvSpPr>
            <a:spLocks noGrp="1"/>
          </p:cNvSpPr>
          <p:nvPr/>
        </p:nvSpPr>
        <p:spPr>
          <a:xfrm>
            <a:off x="4312466" y="5216013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0" name="anim_o5167_1">
            <a:extLst>
              <a:ext uri="{FF2B5EF4-FFF2-40B4-BE49-F238E27FC236}">
                <a16:creationId xmlns:a16="http://schemas.microsoft.com/office/drawing/2014/main" id="{8B62AFA4-6EB3-4716-BD3D-938C408DEAEF}"/>
              </a:ext>
            </a:extLst>
          </p:cNvPr>
          <p:cNvSpPr>
            <a:spLocks noGrp="1"/>
          </p:cNvSpPr>
          <p:nvPr/>
        </p:nvSpPr>
        <p:spPr>
          <a:xfrm>
            <a:off x="4616823" y="5216013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1" name="anim_o5168_1">
            <a:extLst>
              <a:ext uri="{FF2B5EF4-FFF2-40B4-BE49-F238E27FC236}">
                <a16:creationId xmlns:a16="http://schemas.microsoft.com/office/drawing/2014/main" id="{6B03AB7B-E8BF-4AE4-AC6B-80E40D18E140}"/>
              </a:ext>
            </a:extLst>
          </p:cNvPr>
          <p:cNvSpPr>
            <a:spLocks noGrp="1"/>
          </p:cNvSpPr>
          <p:nvPr/>
        </p:nvSpPr>
        <p:spPr>
          <a:xfrm>
            <a:off x="4921180" y="5216013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2" name="anim_o4996_1">
            <a:extLst>
              <a:ext uri="{FF2B5EF4-FFF2-40B4-BE49-F238E27FC236}">
                <a16:creationId xmlns:a16="http://schemas.microsoft.com/office/drawing/2014/main" id="{9F8436E5-2B05-46B5-A7D7-FCC157A9381F}"/>
              </a:ext>
            </a:extLst>
          </p:cNvPr>
          <p:cNvSpPr>
            <a:spLocks noGrp="1"/>
          </p:cNvSpPr>
          <p:nvPr/>
        </p:nvSpPr>
        <p:spPr>
          <a:xfrm>
            <a:off x="968882" y="2081131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3" name="anim_o4997_1">
            <a:extLst>
              <a:ext uri="{FF2B5EF4-FFF2-40B4-BE49-F238E27FC236}">
                <a16:creationId xmlns:a16="http://schemas.microsoft.com/office/drawing/2014/main" id="{6FC3199B-49BB-4D7C-A481-1F6912AEB8D1}"/>
              </a:ext>
            </a:extLst>
          </p:cNvPr>
          <p:cNvSpPr>
            <a:spLocks noGrp="1"/>
          </p:cNvSpPr>
          <p:nvPr/>
        </p:nvSpPr>
        <p:spPr>
          <a:xfrm>
            <a:off x="1273239" y="2081131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4" name="anim_o4998_1">
            <a:extLst>
              <a:ext uri="{FF2B5EF4-FFF2-40B4-BE49-F238E27FC236}">
                <a16:creationId xmlns:a16="http://schemas.microsoft.com/office/drawing/2014/main" id="{204F5FA7-3E1B-4A29-9971-FA0705483117}"/>
              </a:ext>
            </a:extLst>
          </p:cNvPr>
          <p:cNvSpPr>
            <a:spLocks noGrp="1"/>
          </p:cNvSpPr>
          <p:nvPr/>
        </p:nvSpPr>
        <p:spPr>
          <a:xfrm>
            <a:off x="1577597" y="2081131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5" name="anim_o4999_1">
            <a:extLst>
              <a:ext uri="{FF2B5EF4-FFF2-40B4-BE49-F238E27FC236}">
                <a16:creationId xmlns:a16="http://schemas.microsoft.com/office/drawing/2014/main" id="{AA4CDE51-5BB4-4690-B96B-4D90586BA336}"/>
              </a:ext>
            </a:extLst>
          </p:cNvPr>
          <p:cNvSpPr>
            <a:spLocks noGrp="1"/>
          </p:cNvSpPr>
          <p:nvPr/>
        </p:nvSpPr>
        <p:spPr>
          <a:xfrm>
            <a:off x="1881954" y="2081131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6" name="anim_o5000_1">
            <a:extLst>
              <a:ext uri="{FF2B5EF4-FFF2-40B4-BE49-F238E27FC236}">
                <a16:creationId xmlns:a16="http://schemas.microsoft.com/office/drawing/2014/main" id="{4090B3E0-E24B-421E-9FBD-713606713267}"/>
              </a:ext>
            </a:extLst>
          </p:cNvPr>
          <p:cNvSpPr>
            <a:spLocks noGrp="1"/>
          </p:cNvSpPr>
          <p:nvPr/>
        </p:nvSpPr>
        <p:spPr>
          <a:xfrm>
            <a:off x="2186312" y="2081131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7" name="anim_o5001_1">
            <a:extLst>
              <a:ext uri="{FF2B5EF4-FFF2-40B4-BE49-F238E27FC236}">
                <a16:creationId xmlns:a16="http://schemas.microsoft.com/office/drawing/2014/main" id="{72FA894F-5B83-45D4-AD28-3E1BC5801B95}"/>
              </a:ext>
            </a:extLst>
          </p:cNvPr>
          <p:cNvSpPr>
            <a:spLocks noGrp="1"/>
          </p:cNvSpPr>
          <p:nvPr/>
        </p:nvSpPr>
        <p:spPr>
          <a:xfrm>
            <a:off x="2490669" y="2081131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8" name="anim_o5002_1">
            <a:extLst>
              <a:ext uri="{FF2B5EF4-FFF2-40B4-BE49-F238E27FC236}">
                <a16:creationId xmlns:a16="http://schemas.microsoft.com/office/drawing/2014/main" id="{206CFD3B-DA5E-4AB7-85F5-250333581C29}"/>
              </a:ext>
            </a:extLst>
          </p:cNvPr>
          <p:cNvSpPr>
            <a:spLocks noGrp="1"/>
          </p:cNvSpPr>
          <p:nvPr/>
        </p:nvSpPr>
        <p:spPr>
          <a:xfrm>
            <a:off x="968882" y="2385489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9" name="anim_o5003_1">
            <a:extLst>
              <a:ext uri="{FF2B5EF4-FFF2-40B4-BE49-F238E27FC236}">
                <a16:creationId xmlns:a16="http://schemas.microsoft.com/office/drawing/2014/main" id="{E29AD879-94B1-43E9-94A6-E41413B2DFB7}"/>
              </a:ext>
            </a:extLst>
          </p:cNvPr>
          <p:cNvSpPr>
            <a:spLocks noGrp="1"/>
          </p:cNvSpPr>
          <p:nvPr/>
        </p:nvSpPr>
        <p:spPr>
          <a:xfrm>
            <a:off x="1273239" y="2385489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0" name="anim_o5004_1">
            <a:extLst>
              <a:ext uri="{FF2B5EF4-FFF2-40B4-BE49-F238E27FC236}">
                <a16:creationId xmlns:a16="http://schemas.microsoft.com/office/drawing/2014/main" id="{7C2D6100-D6E0-4731-B9AC-897E618A3D1A}"/>
              </a:ext>
            </a:extLst>
          </p:cNvPr>
          <p:cNvSpPr>
            <a:spLocks noGrp="1"/>
          </p:cNvSpPr>
          <p:nvPr/>
        </p:nvSpPr>
        <p:spPr>
          <a:xfrm>
            <a:off x="1577597" y="2385489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1" name="anim_o5005_1">
            <a:extLst>
              <a:ext uri="{FF2B5EF4-FFF2-40B4-BE49-F238E27FC236}">
                <a16:creationId xmlns:a16="http://schemas.microsoft.com/office/drawing/2014/main" id="{5AF0985D-E64F-407C-847A-AF829F9CC4BA}"/>
              </a:ext>
            </a:extLst>
          </p:cNvPr>
          <p:cNvSpPr>
            <a:spLocks noGrp="1"/>
          </p:cNvSpPr>
          <p:nvPr/>
        </p:nvSpPr>
        <p:spPr>
          <a:xfrm>
            <a:off x="1881954" y="2385489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2" name="anim_o5006_1">
            <a:extLst>
              <a:ext uri="{FF2B5EF4-FFF2-40B4-BE49-F238E27FC236}">
                <a16:creationId xmlns:a16="http://schemas.microsoft.com/office/drawing/2014/main" id="{F68C954E-0D01-46BD-83EB-9109597C01F6}"/>
              </a:ext>
            </a:extLst>
          </p:cNvPr>
          <p:cNvSpPr>
            <a:spLocks noGrp="1"/>
          </p:cNvSpPr>
          <p:nvPr/>
        </p:nvSpPr>
        <p:spPr>
          <a:xfrm>
            <a:off x="2186312" y="2385489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3" name="anim_o5007_1">
            <a:extLst>
              <a:ext uri="{FF2B5EF4-FFF2-40B4-BE49-F238E27FC236}">
                <a16:creationId xmlns:a16="http://schemas.microsoft.com/office/drawing/2014/main" id="{FE963F51-20DA-44E0-BC11-82B7AF7F52A9}"/>
              </a:ext>
            </a:extLst>
          </p:cNvPr>
          <p:cNvSpPr>
            <a:spLocks noGrp="1"/>
          </p:cNvSpPr>
          <p:nvPr/>
        </p:nvSpPr>
        <p:spPr>
          <a:xfrm>
            <a:off x="2490669" y="2385489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4" name="anim_o5008_1">
            <a:extLst>
              <a:ext uri="{FF2B5EF4-FFF2-40B4-BE49-F238E27FC236}">
                <a16:creationId xmlns:a16="http://schemas.microsoft.com/office/drawing/2014/main" id="{E5D34C2E-A404-46D0-9463-4AE2C300A855}"/>
              </a:ext>
            </a:extLst>
          </p:cNvPr>
          <p:cNvSpPr>
            <a:spLocks noGrp="1"/>
          </p:cNvSpPr>
          <p:nvPr/>
        </p:nvSpPr>
        <p:spPr>
          <a:xfrm>
            <a:off x="968882" y="2689846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5" name="anim_o5009_1">
            <a:extLst>
              <a:ext uri="{FF2B5EF4-FFF2-40B4-BE49-F238E27FC236}">
                <a16:creationId xmlns:a16="http://schemas.microsoft.com/office/drawing/2014/main" id="{15AD8A82-1201-4E69-894A-485F98165F65}"/>
              </a:ext>
            </a:extLst>
          </p:cNvPr>
          <p:cNvSpPr>
            <a:spLocks noGrp="1"/>
          </p:cNvSpPr>
          <p:nvPr/>
        </p:nvSpPr>
        <p:spPr>
          <a:xfrm>
            <a:off x="1273239" y="2689846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6" name="anim_o5010_1">
            <a:extLst>
              <a:ext uri="{FF2B5EF4-FFF2-40B4-BE49-F238E27FC236}">
                <a16:creationId xmlns:a16="http://schemas.microsoft.com/office/drawing/2014/main" id="{E736B0D3-4153-4349-B9AE-F7459554ED5F}"/>
              </a:ext>
            </a:extLst>
          </p:cNvPr>
          <p:cNvSpPr>
            <a:spLocks noGrp="1"/>
          </p:cNvSpPr>
          <p:nvPr/>
        </p:nvSpPr>
        <p:spPr>
          <a:xfrm>
            <a:off x="1577597" y="2689846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7" name="anim_o5011_1">
            <a:extLst>
              <a:ext uri="{FF2B5EF4-FFF2-40B4-BE49-F238E27FC236}">
                <a16:creationId xmlns:a16="http://schemas.microsoft.com/office/drawing/2014/main" id="{F8B0C6AD-A107-4D3E-9CB2-5382F07AC431}"/>
              </a:ext>
            </a:extLst>
          </p:cNvPr>
          <p:cNvSpPr>
            <a:spLocks noGrp="1"/>
          </p:cNvSpPr>
          <p:nvPr/>
        </p:nvSpPr>
        <p:spPr>
          <a:xfrm>
            <a:off x="1881954" y="2689846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8" name="anim_o5012_1">
            <a:extLst>
              <a:ext uri="{FF2B5EF4-FFF2-40B4-BE49-F238E27FC236}">
                <a16:creationId xmlns:a16="http://schemas.microsoft.com/office/drawing/2014/main" id="{4C1FC4AB-D3DA-4E18-B0E6-9750E0674667}"/>
              </a:ext>
            </a:extLst>
          </p:cNvPr>
          <p:cNvSpPr>
            <a:spLocks noGrp="1"/>
          </p:cNvSpPr>
          <p:nvPr/>
        </p:nvSpPr>
        <p:spPr>
          <a:xfrm>
            <a:off x="2186312" y="2689846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9" name="anim_o5013_1">
            <a:extLst>
              <a:ext uri="{FF2B5EF4-FFF2-40B4-BE49-F238E27FC236}">
                <a16:creationId xmlns:a16="http://schemas.microsoft.com/office/drawing/2014/main" id="{8E170B52-0C64-454C-85BC-1C688FF37001}"/>
              </a:ext>
            </a:extLst>
          </p:cNvPr>
          <p:cNvSpPr>
            <a:spLocks noGrp="1"/>
          </p:cNvSpPr>
          <p:nvPr/>
        </p:nvSpPr>
        <p:spPr>
          <a:xfrm>
            <a:off x="2490669" y="2689846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0" name="anim_o5014_1">
            <a:extLst>
              <a:ext uri="{FF2B5EF4-FFF2-40B4-BE49-F238E27FC236}">
                <a16:creationId xmlns:a16="http://schemas.microsoft.com/office/drawing/2014/main" id="{1D68BD3E-5CFD-4E9D-BBCC-9881350B7F87}"/>
              </a:ext>
            </a:extLst>
          </p:cNvPr>
          <p:cNvSpPr>
            <a:spLocks noGrp="1"/>
          </p:cNvSpPr>
          <p:nvPr/>
        </p:nvSpPr>
        <p:spPr>
          <a:xfrm>
            <a:off x="968882" y="2994204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1" name="anim_o5015_1">
            <a:extLst>
              <a:ext uri="{FF2B5EF4-FFF2-40B4-BE49-F238E27FC236}">
                <a16:creationId xmlns:a16="http://schemas.microsoft.com/office/drawing/2014/main" id="{68EDABB4-B3A4-49FE-ACF8-146A23644F80}"/>
              </a:ext>
            </a:extLst>
          </p:cNvPr>
          <p:cNvSpPr>
            <a:spLocks noGrp="1"/>
          </p:cNvSpPr>
          <p:nvPr/>
        </p:nvSpPr>
        <p:spPr>
          <a:xfrm>
            <a:off x="1273239" y="2994204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2" name="anim_o5016_1">
            <a:extLst>
              <a:ext uri="{FF2B5EF4-FFF2-40B4-BE49-F238E27FC236}">
                <a16:creationId xmlns:a16="http://schemas.microsoft.com/office/drawing/2014/main" id="{B07863BF-E121-4DC7-9E27-68086C67842D}"/>
              </a:ext>
            </a:extLst>
          </p:cNvPr>
          <p:cNvSpPr>
            <a:spLocks noGrp="1"/>
          </p:cNvSpPr>
          <p:nvPr/>
        </p:nvSpPr>
        <p:spPr>
          <a:xfrm>
            <a:off x="1577597" y="2994204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3" name="anim_o5017_1">
            <a:extLst>
              <a:ext uri="{FF2B5EF4-FFF2-40B4-BE49-F238E27FC236}">
                <a16:creationId xmlns:a16="http://schemas.microsoft.com/office/drawing/2014/main" id="{7E3B8647-0151-46C2-AD91-56B0A73227D9}"/>
              </a:ext>
            </a:extLst>
          </p:cNvPr>
          <p:cNvSpPr>
            <a:spLocks noGrp="1"/>
          </p:cNvSpPr>
          <p:nvPr/>
        </p:nvSpPr>
        <p:spPr>
          <a:xfrm>
            <a:off x="1881954" y="2994204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4" name="anim_o5018_1">
            <a:extLst>
              <a:ext uri="{FF2B5EF4-FFF2-40B4-BE49-F238E27FC236}">
                <a16:creationId xmlns:a16="http://schemas.microsoft.com/office/drawing/2014/main" id="{05B84F0A-13A4-448F-B0E0-FFBDAAA27A25}"/>
              </a:ext>
            </a:extLst>
          </p:cNvPr>
          <p:cNvSpPr>
            <a:spLocks noGrp="1"/>
          </p:cNvSpPr>
          <p:nvPr/>
        </p:nvSpPr>
        <p:spPr>
          <a:xfrm>
            <a:off x="2186312" y="2994204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5" name="anim_o5019_1">
            <a:extLst>
              <a:ext uri="{FF2B5EF4-FFF2-40B4-BE49-F238E27FC236}">
                <a16:creationId xmlns:a16="http://schemas.microsoft.com/office/drawing/2014/main" id="{A5ED94DE-EDCF-4D07-8297-81C26BC59A24}"/>
              </a:ext>
            </a:extLst>
          </p:cNvPr>
          <p:cNvSpPr>
            <a:spLocks noGrp="1"/>
          </p:cNvSpPr>
          <p:nvPr/>
        </p:nvSpPr>
        <p:spPr>
          <a:xfrm>
            <a:off x="2490669" y="2994204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6" name="anim_o5020_1">
            <a:extLst>
              <a:ext uri="{FF2B5EF4-FFF2-40B4-BE49-F238E27FC236}">
                <a16:creationId xmlns:a16="http://schemas.microsoft.com/office/drawing/2014/main" id="{D8A12A54-FE42-4552-8DED-581B4C1677B6}"/>
              </a:ext>
            </a:extLst>
          </p:cNvPr>
          <p:cNvSpPr>
            <a:spLocks noGrp="1"/>
          </p:cNvSpPr>
          <p:nvPr/>
        </p:nvSpPr>
        <p:spPr>
          <a:xfrm>
            <a:off x="968882" y="3298561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7" name="anim_o5021_1">
            <a:extLst>
              <a:ext uri="{FF2B5EF4-FFF2-40B4-BE49-F238E27FC236}">
                <a16:creationId xmlns:a16="http://schemas.microsoft.com/office/drawing/2014/main" id="{BB1930B7-7022-439A-B61B-41B4D9BE92F4}"/>
              </a:ext>
            </a:extLst>
          </p:cNvPr>
          <p:cNvSpPr>
            <a:spLocks noGrp="1"/>
          </p:cNvSpPr>
          <p:nvPr/>
        </p:nvSpPr>
        <p:spPr>
          <a:xfrm>
            <a:off x="1273239" y="3298561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8" name="anim_o5022_1">
            <a:extLst>
              <a:ext uri="{FF2B5EF4-FFF2-40B4-BE49-F238E27FC236}">
                <a16:creationId xmlns:a16="http://schemas.microsoft.com/office/drawing/2014/main" id="{345734C7-F96E-4B9A-A916-636FA77E54CF}"/>
              </a:ext>
            </a:extLst>
          </p:cNvPr>
          <p:cNvSpPr>
            <a:spLocks noGrp="1"/>
          </p:cNvSpPr>
          <p:nvPr/>
        </p:nvSpPr>
        <p:spPr>
          <a:xfrm>
            <a:off x="1577597" y="3298561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9" name="anim_o5023_1">
            <a:extLst>
              <a:ext uri="{FF2B5EF4-FFF2-40B4-BE49-F238E27FC236}">
                <a16:creationId xmlns:a16="http://schemas.microsoft.com/office/drawing/2014/main" id="{5B9DD99C-2A74-40D4-8CF7-D0F594912E9B}"/>
              </a:ext>
            </a:extLst>
          </p:cNvPr>
          <p:cNvSpPr>
            <a:spLocks noGrp="1"/>
          </p:cNvSpPr>
          <p:nvPr/>
        </p:nvSpPr>
        <p:spPr>
          <a:xfrm>
            <a:off x="1881954" y="3298561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0" name="anim_o5024_1">
            <a:extLst>
              <a:ext uri="{FF2B5EF4-FFF2-40B4-BE49-F238E27FC236}">
                <a16:creationId xmlns:a16="http://schemas.microsoft.com/office/drawing/2014/main" id="{A025EDB5-84B0-4441-B8C1-856AAF28545C}"/>
              </a:ext>
            </a:extLst>
          </p:cNvPr>
          <p:cNvSpPr>
            <a:spLocks noGrp="1"/>
          </p:cNvSpPr>
          <p:nvPr/>
        </p:nvSpPr>
        <p:spPr>
          <a:xfrm>
            <a:off x="2186312" y="3298561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1" name="anim_o5025_1">
            <a:extLst>
              <a:ext uri="{FF2B5EF4-FFF2-40B4-BE49-F238E27FC236}">
                <a16:creationId xmlns:a16="http://schemas.microsoft.com/office/drawing/2014/main" id="{96E0B702-C2AE-40A1-B621-01E1CC149FF5}"/>
              </a:ext>
            </a:extLst>
          </p:cNvPr>
          <p:cNvSpPr>
            <a:spLocks noGrp="1"/>
          </p:cNvSpPr>
          <p:nvPr/>
        </p:nvSpPr>
        <p:spPr>
          <a:xfrm>
            <a:off x="2490669" y="3298561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2" name="anim_o5026_1">
            <a:extLst>
              <a:ext uri="{FF2B5EF4-FFF2-40B4-BE49-F238E27FC236}">
                <a16:creationId xmlns:a16="http://schemas.microsoft.com/office/drawing/2014/main" id="{A9871B45-E760-4B22-9CD1-14F5732BA30C}"/>
              </a:ext>
            </a:extLst>
          </p:cNvPr>
          <p:cNvSpPr>
            <a:spLocks noGrp="1"/>
          </p:cNvSpPr>
          <p:nvPr/>
        </p:nvSpPr>
        <p:spPr>
          <a:xfrm>
            <a:off x="968882" y="3602919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3" name="anim_o5027_1">
            <a:extLst>
              <a:ext uri="{FF2B5EF4-FFF2-40B4-BE49-F238E27FC236}">
                <a16:creationId xmlns:a16="http://schemas.microsoft.com/office/drawing/2014/main" id="{ABE40647-48CA-47EC-B9DD-748FE4200037}"/>
              </a:ext>
            </a:extLst>
          </p:cNvPr>
          <p:cNvSpPr>
            <a:spLocks noGrp="1"/>
          </p:cNvSpPr>
          <p:nvPr/>
        </p:nvSpPr>
        <p:spPr>
          <a:xfrm>
            <a:off x="1273239" y="3602919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4" name="anim_o5028_1">
            <a:extLst>
              <a:ext uri="{FF2B5EF4-FFF2-40B4-BE49-F238E27FC236}">
                <a16:creationId xmlns:a16="http://schemas.microsoft.com/office/drawing/2014/main" id="{ABF4CFF9-DDDE-4D46-AA68-60BC4857C904}"/>
              </a:ext>
            </a:extLst>
          </p:cNvPr>
          <p:cNvSpPr>
            <a:spLocks noGrp="1"/>
          </p:cNvSpPr>
          <p:nvPr/>
        </p:nvSpPr>
        <p:spPr>
          <a:xfrm>
            <a:off x="1577597" y="3602919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5" name="anim_o5029_1">
            <a:extLst>
              <a:ext uri="{FF2B5EF4-FFF2-40B4-BE49-F238E27FC236}">
                <a16:creationId xmlns:a16="http://schemas.microsoft.com/office/drawing/2014/main" id="{872AD9A8-5D6E-4626-BDE1-6C13783BF0E4}"/>
              </a:ext>
            </a:extLst>
          </p:cNvPr>
          <p:cNvSpPr>
            <a:spLocks noGrp="1"/>
          </p:cNvSpPr>
          <p:nvPr/>
        </p:nvSpPr>
        <p:spPr>
          <a:xfrm>
            <a:off x="1881954" y="3602919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6" name="anim_o5030_1">
            <a:extLst>
              <a:ext uri="{FF2B5EF4-FFF2-40B4-BE49-F238E27FC236}">
                <a16:creationId xmlns:a16="http://schemas.microsoft.com/office/drawing/2014/main" id="{9B090E04-B0CD-4EF4-946D-5DAF998EB7AC}"/>
              </a:ext>
            </a:extLst>
          </p:cNvPr>
          <p:cNvSpPr>
            <a:spLocks noGrp="1"/>
          </p:cNvSpPr>
          <p:nvPr/>
        </p:nvSpPr>
        <p:spPr>
          <a:xfrm>
            <a:off x="2186312" y="3602919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7" name="anim_o5031_1">
            <a:extLst>
              <a:ext uri="{FF2B5EF4-FFF2-40B4-BE49-F238E27FC236}">
                <a16:creationId xmlns:a16="http://schemas.microsoft.com/office/drawing/2014/main" id="{0B01F60C-0B20-448F-8D3F-31FB4D0FD57D}"/>
              </a:ext>
            </a:extLst>
          </p:cNvPr>
          <p:cNvSpPr>
            <a:spLocks noGrp="1"/>
          </p:cNvSpPr>
          <p:nvPr/>
        </p:nvSpPr>
        <p:spPr>
          <a:xfrm>
            <a:off x="2490669" y="3602919"/>
            <a:ext cx="304357" cy="304357"/>
          </a:xfrm>
          <a:prstGeom prst="rect">
            <a:avLst/>
          </a:prstGeom>
          <a:solidFill>
            <a:srgbClr val="83C167">
              <a:alpha val="90000"/>
            </a:srgbClr>
          </a:solidFill>
          <a:ln w="9525">
            <a:solidFill>
              <a:srgbClr val="00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8" name="anim_o5309_1">
            <a:extLst>
              <a:ext uri="{FF2B5EF4-FFF2-40B4-BE49-F238E27FC236}">
                <a16:creationId xmlns:a16="http://schemas.microsoft.com/office/drawing/2014/main" id="{FE8A9CF8-A0B9-4448-8684-0AD1C852445D}"/>
              </a:ext>
            </a:extLst>
          </p:cNvPr>
          <p:cNvSpPr>
            <a:spLocks noGrp="1"/>
          </p:cNvSpPr>
          <p:nvPr/>
        </p:nvSpPr>
        <p:spPr>
          <a:xfrm>
            <a:off x="10351786" y="2176787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9" name="anim_o5310_1">
            <a:extLst>
              <a:ext uri="{FF2B5EF4-FFF2-40B4-BE49-F238E27FC236}">
                <a16:creationId xmlns:a16="http://schemas.microsoft.com/office/drawing/2014/main" id="{69F30413-9846-41DF-AB2A-B560DFE1FE24}"/>
              </a:ext>
            </a:extLst>
          </p:cNvPr>
          <p:cNvSpPr>
            <a:spLocks noGrp="1"/>
          </p:cNvSpPr>
          <p:nvPr/>
        </p:nvSpPr>
        <p:spPr>
          <a:xfrm>
            <a:off x="10656144" y="2176787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0" name="anim_o5311_1">
            <a:extLst>
              <a:ext uri="{FF2B5EF4-FFF2-40B4-BE49-F238E27FC236}">
                <a16:creationId xmlns:a16="http://schemas.microsoft.com/office/drawing/2014/main" id="{3DA4F2C9-BCE2-49C4-9F96-724980C05334}"/>
              </a:ext>
            </a:extLst>
          </p:cNvPr>
          <p:cNvSpPr>
            <a:spLocks noGrp="1"/>
          </p:cNvSpPr>
          <p:nvPr/>
        </p:nvSpPr>
        <p:spPr>
          <a:xfrm>
            <a:off x="10960501" y="2176787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1" name="anim_o5312_1">
            <a:extLst>
              <a:ext uri="{FF2B5EF4-FFF2-40B4-BE49-F238E27FC236}">
                <a16:creationId xmlns:a16="http://schemas.microsoft.com/office/drawing/2014/main" id="{F37CAE49-9099-4BF7-806D-8AA115BF722E}"/>
              </a:ext>
            </a:extLst>
          </p:cNvPr>
          <p:cNvSpPr>
            <a:spLocks noGrp="1"/>
          </p:cNvSpPr>
          <p:nvPr/>
        </p:nvSpPr>
        <p:spPr>
          <a:xfrm>
            <a:off x="11264858" y="2176787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2" name="anim_o5313_1">
            <a:extLst>
              <a:ext uri="{FF2B5EF4-FFF2-40B4-BE49-F238E27FC236}">
                <a16:creationId xmlns:a16="http://schemas.microsoft.com/office/drawing/2014/main" id="{B626F493-57BE-422A-B31A-5AEDFB993CDE}"/>
              </a:ext>
            </a:extLst>
          </p:cNvPr>
          <p:cNvSpPr>
            <a:spLocks noGrp="1"/>
          </p:cNvSpPr>
          <p:nvPr/>
        </p:nvSpPr>
        <p:spPr>
          <a:xfrm>
            <a:off x="10351786" y="2481144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3" name="anim_o5314_1">
            <a:extLst>
              <a:ext uri="{FF2B5EF4-FFF2-40B4-BE49-F238E27FC236}">
                <a16:creationId xmlns:a16="http://schemas.microsoft.com/office/drawing/2014/main" id="{F2562359-5669-49EA-B8A5-8E7F1A8D56D1}"/>
              </a:ext>
            </a:extLst>
          </p:cNvPr>
          <p:cNvSpPr>
            <a:spLocks noGrp="1"/>
          </p:cNvSpPr>
          <p:nvPr/>
        </p:nvSpPr>
        <p:spPr>
          <a:xfrm>
            <a:off x="10656144" y="2481144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4" name="anim_o5315_1">
            <a:extLst>
              <a:ext uri="{FF2B5EF4-FFF2-40B4-BE49-F238E27FC236}">
                <a16:creationId xmlns:a16="http://schemas.microsoft.com/office/drawing/2014/main" id="{8713EC0C-0944-42AB-86DB-CD8138D93030}"/>
              </a:ext>
            </a:extLst>
          </p:cNvPr>
          <p:cNvSpPr>
            <a:spLocks noGrp="1"/>
          </p:cNvSpPr>
          <p:nvPr/>
        </p:nvSpPr>
        <p:spPr>
          <a:xfrm>
            <a:off x="10960501" y="2481144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5" name="anim_o5316_1">
            <a:extLst>
              <a:ext uri="{FF2B5EF4-FFF2-40B4-BE49-F238E27FC236}">
                <a16:creationId xmlns:a16="http://schemas.microsoft.com/office/drawing/2014/main" id="{A16F6695-1A9F-4177-98D7-09B64B0F4EDA}"/>
              </a:ext>
            </a:extLst>
          </p:cNvPr>
          <p:cNvSpPr>
            <a:spLocks noGrp="1"/>
          </p:cNvSpPr>
          <p:nvPr/>
        </p:nvSpPr>
        <p:spPr>
          <a:xfrm>
            <a:off x="11264858" y="2481144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6" name="anim_o5317_1">
            <a:extLst>
              <a:ext uri="{FF2B5EF4-FFF2-40B4-BE49-F238E27FC236}">
                <a16:creationId xmlns:a16="http://schemas.microsoft.com/office/drawing/2014/main" id="{B697A77B-247A-46DF-9A91-69F3ADA3E633}"/>
              </a:ext>
            </a:extLst>
          </p:cNvPr>
          <p:cNvSpPr>
            <a:spLocks noGrp="1"/>
          </p:cNvSpPr>
          <p:nvPr/>
        </p:nvSpPr>
        <p:spPr>
          <a:xfrm>
            <a:off x="10351786" y="2785501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7" name="anim_o5318_1">
            <a:extLst>
              <a:ext uri="{FF2B5EF4-FFF2-40B4-BE49-F238E27FC236}">
                <a16:creationId xmlns:a16="http://schemas.microsoft.com/office/drawing/2014/main" id="{574179FD-7580-4703-8357-E424D9EA55DD}"/>
              </a:ext>
            </a:extLst>
          </p:cNvPr>
          <p:cNvSpPr>
            <a:spLocks noGrp="1"/>
          </p:cNvSpPr>
          <p:nvPr/>
        </p:nvSpPr>
        <p:spPr>
          <a:xfrm>
            <a:off x="10656144" y="2785501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8" name="anim_o5319_1">
            <a:extLst>
              <a:ext uri="{FF2B5EF4-FFF2-40B4-BE49-F238E27FC236}">
                <a16:creationId xmlns:a16="http://schemas.microsoft.com/office/drawing/2014/main" id="{58FAE35D-8615-4EA3-A81B-9A5D0D47BCB4}"/>
              </a:ext>
            </a:extLst>
          </p:cNvPr>
          <p:cNvSpPr>
            <a:spLocks noGrp="1"/>
          </p:cNvSpPr>
          <p:nvPr/>
        </p:nvSpPr>
        <p:spPr>
          <a:xfrm>
            <a:off x="10960501" y="2785501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9" name="anim_o5320_1">
            <a:extLst>
              <a:ext uri="{FF2B5EF4-FFF2-40B4-BE49-F238E27FC236}">
                <a16:creationId xmlns:a16="http://schemas.microsoft.com/office/drawing/2014/main" id="{B9F9D0CA-FCE5-4FC3-BE49-BB63F962030B}"/>
              </a:ext>
            </a:extLst>
          </p:cNvPr>
          <p:cNvSpPr>
            <a:spLocks noGrp="1"/>
          </p:cNvSpPr>
          <p:nvPr/>
        </p:nvSpPr>
        <p:spPr>
          <a:xfrm>
            <a:off x="11264858" y="2785501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0" name="anim_o5321_1">
            <a:extLst>
              <a:ext uri="{FF2B5EF4-FFF2-40B4-BE49-F238E27FC236}">
                <a16:creationId xmlns:a16="http://schemas.microsoft.com/office/drawing/2014/main" id="{08A366EC-2271-40EC-A0EA-7DD59F293A4C}"/>
              </a:ext>
            </a:extLst>
          </p:cNvPr>
          <p:cNvSpPr>
            <a:spLocks noGrp="1"/>
          </p:cNvSpPr>
          <p:nvPr/>
        </p:nvSpPr>
        <p:spPr>
          <a:xfrm>
            <a:off x="10351786" y="3089859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1" name="anim_o5322_1">
            <a:extLst>
              <a:ext uri="{FF2B5EF4-FFF2-40B4-BE49-F238E27FC236}">
                <a16:creationId xmlns:a16="http://schemas.microsoft.com/office/drawing/2014/main" id="{266A3853-FAD7-410E-8429-68D27C3D8B7B}"/>
              </a:ext>
            </a:extLst>
          </p:cNvPr>
          <p:cNvSpPr>
            <a:spLocks noGrp="1"/>
          </p:cNvSpPr>
          <p:nvPr/>
        </p:nvSpPr>
        <p:spPr>
          <a:xfrm>
            <a:off x="10656144" y="3089859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2" name="anim_o5323_1">
            <a:extLst>
              <a:ext uri="{FF2B5EF4-FFF2-40B4-BE49-F238E27FC236}">
                <a16:creationId xmlns:a16="http://schemas.microsoft.com/office/drawing/2014/main" id="{9CB5359D-7E34-47DB-B3CB-652600FEFCBD}"/>
              </a:ext>
            </a:extLst>
          </p:cNvPr>
          <p:cNvSpPr>
            <a:spLocks noGrp="1"/>
          </p:cNvSpPr>
          <p:nvPr/>
        </p:nvSpPr>
        <p:spPr>
          <a:xfrm>
            <a:off x="10960501" y="3089859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3" name="anim_o5324_1">
            <a:extLst>
              <a:ext uri="{FF2B5EF4-FFF2-40B4-BE49-F238E27FC236}">
                <a16:creationId xmlns:a16="http://schemas.microsoft.com/office/drawing/2014/main" id="{6F925FC5-405A-457F-A85E-AABB5F9B9002}"/>
              </a:ext>
            </a:extLst>
          </p:cNvPr>
          <p:cNvSpPr>
            <a:spLocks noGrp="1"/>
          </p:cNvSpPr>
          <p:nvPr/>
        </p:nvSpPr>
        <p:spPr>
          <a:xfrm>
            <a:off x="11264858" y="3089859"/>
            <a:ext cx="304357" cy="304357"/>
          </a:xfrm>
          <a:prstGeom prst="rect">
            <a:avLst/>
          </a:prstGeom>
          <a:solidFill>
            <a:srgbClr val="FBFF24">
              <a:alpha val="100000"/>
            </a:srgbClr>
          </a:solidFill>
          <a:ln w="12700">
            <a:solidFill>
              <a:srgbClr val="F4D34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4" name="anim_o5088_1">
            <a:extLst>
              <a:ext uri="{FF2B5EF4-FFF2-40B4-BE49-F238E27FC236}">
                <a16:creationId xmlns:a16="http://schemas.microsoft.com/office/drawing/2014/main" id="{07F349DF-1C21-4BCD-A592-16994E92B50B}"/>
              </a:ext>
            </a:extLst>
          </p:cNvPr>
          <p:cNvSpPr>
            <a:spLocks noGrp="1"/>
          </p:cNvSpPr>
          <p:nvPr/>
        </p:nvSpPr>
        <p:spPr>
          <a:xfrm>
            <a:off x="4468992" y="624564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5" name="anim_o5089_1">
            <a:extLst>
              <a:ext uri="{FF2B5EF4-FFF2-40B4-BE49-F238E27FC236}">
                <a16:creationId xmlns:a16="http://schemas.microsoft.com/office/drawing/2014/main" id="{B5A0F752-BAAB-42C0-9957-EB32D0F20C98}"/>
              </a:ext>
            </a:extLst>
          </p:cNvPr>
          <p:cNvSpPr>
            <a:spLocks noGrp="1"/>
          </p:cNvSpPr>
          <p:nvPr/>
        </p:nvSpPr>
        <p:spPr>
          <a:xfrm>
            <a:off x="4773350" y="624564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6" name="anim_o5090_1">
            <a:extLst>
              <a:ext uri="{FF2B5EF4-FFF2-40B4-BE49-F238E27FC236}">
                <a16:creationId xmlns:a16="http://schemas.microsoft.com/office/drawing/2014/main" id="{70BE91C5-B996-4C57-B0E7-39369BCB947D}"/>
              </a:ext>
            </a:extLst>
          </p:cNvPr>
          <p:cNvSpPr>
            <a:spLocks noGrp="1"/>
          </p:cNvSpPr>
          <p:nvPr/>
        </p:nvSpPr>
        <p:spPr>
          <a:xfrm>
            <a:off x="5077707" y="624564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7" name="anim_o5091_1">
            <a:extLst>
              <a:ext uri="{FF2B5EF4-FFF2-40B4-BE49-F238E27FC236}">
                <a16:creationId xmlns:a16="http://schemas.microsoft.com/office/drawing/2014/main" id="{6AAD2587-F495-46E3-8FAE-ABB79E069B80}"/>
              </a:ext>
            </a:extLst>
          </p:cNvPr>
          <p:cNvSpPr>
            <a:spLocks noGrp="1"/>
          </p:cNvSpPr>
          <p:nvPr/>
        </p:nvSpPr>
        <p:spPr>
          <a:xfrm>
            <a:off x="4468992" y="928921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8" name="anim_o5092_1">
            <a:extLst>
              <a:ext uri="{FF2B5EF4-FFF2-40B4-BE49-F238E27FC236}">
                <a16:creationId xmlns:a16="http://schemas.microsoft.com/office/drawing/2014/main" id="{BD2F2B62-019C-4B01-8576-169DB64B66E0}"/>
              </a:ext>
            </a:extLst>
          </p:cNvPr>
          <p:cNvSpPr>
            <a:spLocks noGrp="1"/>
          </p:cNvSpPr>
          <p:nvPr/>
        </p:nvSpPr>
        <p:spPr>
          <a:xfrm>
            <a:off x="4773350" y="928921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9" name="anim_o5093_1">
            <a:extLst>
              <a:ext uri="{FF2B5EF4-FFF2-40B4-BE49-F238E27FC236}">
                <a16:creationId xmlns:a16="http://schemas.microsoft.com/office/drawing/2014/main" id="{13A171E0-3FD5-4EB0-800E-41B219271EE6}"/>
              </a:ext>
            </a:extLst>
          </p:cNvPr>
          <p:cNvSpPr>
            <a:spLocks noGrp="1"/>
          </p:cNvSpPr>
          <p:nvPr/>
        </p:nvSpPr>
        <p:spPr>
          <a:xfrm>
            <a:off x="5077707" y="928921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0" name="anim_o5094_1">
            <a:extLst>
              <a:ext uri="{FF2B5EF4-FFF2-40B4-BE49-F238E27FC236}">
                <a16:creationId xmlns:a16="http://schemas.microsoft.com/office/drawing/2014/main" id="{3960E7B6-C09C-4548-830A-76194CE1A2AF}"/>
              </a:ext>
            </a:extLst>
          </p:cNvPr>
          <p:cNvSpPr>
            <a:spLocks noGrp="1"/>
          </p:cNvSpPr>
          <p:nvPr/>
        </p:nvSpPr>
        <p:spPr>
          <a:xfrm>
            <a:off x="4468992" y="1233279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1" name="anim_o5095_1">
            <a:extLst>
              <a:ext uri="{FF2B5EF4-FFF2-40B4-BE49-F238E27FC236}">
                <a16:creationId xmlns:a16="http://schemas.microsoft.com/office/drawing/2014/main" id="{1320AA96-9F48-40F2-BFFD-9A9043EF320C}"/>
              </a:ext>
            </a:extLst>
          </p:cNvPr>
          <p:cNvSpPr>
            <a:spLocks noGrp="1"/>
          </p:cNvSpPr>
          <p:nvPr/>
        </p:nvSpPr>
        <p:spPr>
          <a:xfrm>
            <a:off x="4773350" y="1233279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2" name="anim_o5096_1">
            <a:extLst>
              <a:ext uri="{FF2B5EF4-FFF2-40B4-BE49-F238E27FC236}">
                <a16:creationId xmlns:a16="http://schemas.microsoft.com/office/drawing/2014/main" id="{5024B51F-A8A3-4613-ACE1-AD150AEB9251}"/>
              </a:ext>
            </a:extLst>
          </p:cNvPr>
          <p:cNvSpPr>
            <a:spLocks noGrp="1"/>
          </p:cNvSpPr>
          <p:nvPr/>
        </p:nvSpPr>
        <p:spPr>
          <a:xfrm>
            <a:off x="5077707" y="1233279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3" name="anim_o5119_1">
            <a:extLst>
              <a:ext uri="{FF2B5EF4-FFF2-40B4-BE49-F238E27FC236}">
                <a16:creationId xmlns:a16="http://schemas.microsoft.com/office/drawing/2014/main" id="{7EE7F461-9AD4-447F-9A0B-DDC9DEA86AD0}"/>
              </a:ext>
            </a:extLst>
          </p:cNvPr>
          <p:cNvSpPr>
            <a:spLocks noGrp="1"/>
          </p:cNvSpPr>
          <p:nvPr/>
        </p:nvSpPr>
        <p:spPr>
          <a:xfrm>
            <a:off x="4468992" y="2537668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4" name="anim_o5120_1">
            <a:extLst>
              <a:ext uri="{FF2B5EF4-FFF2-40B4-BE49-F238E27FC236}">
                <a16:creationId xmlns:a16="http://schemas.microsoft.com/office/drawing/2014/main" id="{89E1A7AE-7961-499F-9CBA-4891B1CE95FC}"/>
              </a:ext>
            </a:extLst>
          </p:cNvPr>
          <p:cNvSpPr>
            <a:spLocks noGrp="1"/>
          </p:cNvSpPr>
          <p:nvPr/>
        </p:nvSpPr>
        <p:spPr>
          <a:xfrm>
            <a:off x="4773350" y="2537668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5" name="anim_o5121_1">
            <a:extLst>
              <a:ext uri="{FF2B5EF4-FFF2-40B4-BE49-F238E27FC236}">
                <a16:creationId xmlns:a16="http://schemas.microsoft.com/office/drawing/2014/main" id="{6FAB3A69-A764-472A-8012-6981C077EEB3}"/>
              </a:ext>
            </a:extLst>
          </p:cNvPr>
          <p:cNvSpPr>
            <a:spLocks noGrp="1"/>
          </p:cNvSpPr>
          <p:nvPr/>
        </p:nvSpPr>
        <p:spPr>
          <a:xfrm>
            <a:off x="5077707" y="2537668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6" name="anim_o5122_1">
            <a:extLst>
              <a:ext uri="{FF2B5EF4-FFF2-40B4-BE49-F238E27FC236}">
                <a16:creationId xmlns:a16="http://schemas.microsoft.com/office/drawing/2014/main" id="{C1088CBD-BCE1-4CAA-96C7-DBC0703AC5F6}"/>
              </a:ext>
            </a:extLst>
          </p:cNvPr>
          <p:cNvSpPr>
            <a:spLocks noGrp="1"/>
          </p:cNvSpPr>
          <p:nvPr/>
        </p:nvSpPr>
        <p:spPr>
          <a:xfrm>
            <a:off x="4468992" y="2842025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7" name="anim_o5123_1">
            <a:extLst>
              <a:ext uri="{FF2B5EF4-FFF2-40B4-BE49-F238E27FC236}">
                <a16:creationId xmlns:a16="http://schemas.microsoft.com/office/drawing/2014/main" id="{2647687B-88E8-4EE8-A590-02E704D5D992}"/>
              </a:ext>
            </a:extLst>
          </p:cNvPr>
          <p:cNvSpPr>
            <a:spLocks noGrp="1"/>
          </p:cNvSpPr>
          <p:nvPr/>
        </p:nvSpPr>
        <p:spPr>
          <a:xfrm>
            <a:off x="4773350" y="2842025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8" name="anim_o5124_1">
            <a:extLst>
              <a:ext uri="{FF2B5EF4-FFF2-40B4-BE49-F238E27FC236}">
                <a16:creationId xmlns:a16="http://schemas.microsoft.com/office/drawing/2014/main" id="{6BBE49FB-0663-4F4D-8883-796B436B7204}"/>
              </a:ext>
            </a:extLst>
          </p:cNvPr>
          <p:cNvSpPr>
            <a:spLocks noGrp="1"/>
          </p:cNvSpPr>
          <p:nvPr/>
        </p:nvSpPr>
        <p:spPr>
          <a:xfrm>
            <a:off x="5077707" y="2842025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9" name="anim_o5125_1">
            <a:extLst>
              <a:ext uri="{FF2B5EF4-FFF2-40B4-BE49-F238E27FC236}">
                <a16:creationId xmlns:a16="http://schemas.microsoft.com/office/drawing/2014/main" id="{D26AC190-2958-4F83-9A8B-3F8633992896}"/>
              </a:ext>
            </a:extLst>
          </p:cNvPr>
          <p:cNvSpPr>
            <a:spLocks noGrp="1"/>
          </p:cNvSpPr>
          <p:nvPr/>
        </p:nvSpPr>
        <p:spPr>
          <a:xfrm>
            <a:off x="4468992" y="3146382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0" name="anim_o5126_1">
            <a:extLst>
              <a:ext uri="{FF2B5EF4-FFF2-40B4-BE49-F238E27FC236}">
                <a16:creationId xmlns:a16="http://schemas.microsoft.com/office/drawing/2014/main" id="{9F23ACC5-C866-4C03-B969-FC5963F9117F}"/>
              </a:ext>
            </a:extLst>
          </p:cNvPr>
          <p:cNvSpPr>
            <a:spLocks noGrp="1"/>
          </p:cNvSpPr>
          <p:nvPr/>
        </p:nvSpPr>
        <p:spPr>
          <a:xfrm>
            <a:off x="4773350" y="3146382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1" name="anim_o5127_1">
            <a:extLst>
              <a:ext uri="{FF2B5EF4-FFF2-40B4-BE49-F238E27FC236}">
                <a16:creationId xmlns:a16="http://schemas.microsoft.com/office/drawing/2014/main" id="{3D3C907B-B6A3-47F5-A3E0-CD59E41949BC}"/>
              </a:ext>
            </a:extLst>
          </p:cNvPr>
          <p:cNvSpPr>
            <a:spLocks noGrp="1"/>
          </p:cNvSpPr>
          <p:nvPr/>
        </p:nvSpPr>
        <p:spPr>
          <a:xfrm>
            <a:off x="5077707" y="3146382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2" name="anim_o5150_1">
            <a:extLst>
              <a:ext uri="{FF2B5EF4-FFF2-40B4-BE49-F238E27FC236}">
                <a16:creationId xmlns:a16="http://schemas.microsoft.com/office/drawing/2014/main" id="{A634FED4-4B1D-49A7-84D5-4B5161B14336}"/>
              </a:ext>
            </a:extLst>
          </p:cNvPr>
          <p:cNvSpPr>
            <a:spLocks noGrp="1"/>
          </p:cNvSpPr>
          <p:nvPr/>
        </p:nvSpPr>
        <p:spPr>
          <a:xfrm>
            <a:off x="4468992" y="4450771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3" name="anim_o5151_1">
            <a:extLst>
              <a:ext uri="{FF2B5EF4-FFF2-40B4-BE49-F238E27FC236}">
                <a16:creationId xmlns:a16="http://schemas.microsoft.com/office/drawing/2014/main" id="{5B04C78E-2471-441F-8103-9AF90C588869}"/>
              </a:ext>
            </a:extLst>
          </p:cNvPr>
          <p:cNvSpPr>
            <a:spLocks noGrp="1"/>
          </p:cNvSpPr>
          <p:nvPr/>
        </p:nvSpPr>
        <p:spPr>
          <a:xfrm>
            <a:off x="4773350" y="4450771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4" name="anim_o5152_1">
            <a:extLst>
              <a:ext uri="{FF2B5EF4-FFF2-40B4-BE49-F238E27FC236}">
                <a16:creationId xmlns:a16="http://schemas.microsoft.com/office/drawing/2014/main" id="{29156248-151F-4154-BFD0-18830E5DC3CE}"/>
              </a:ext>
            </a:extLst>
          </p:cNvPr>
          <p:cNvSpPr>
            <a:spLocks noGrp="1"/>
          </p:cNvSpPr>
          <p:nvPr/>
        </p:nvSpPr>
        <p:spPr>
          <a:xfrm>
            <a:off x="5077707" y="4450771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5" name="anim_o5153_1">
            <a:extLst>
              <a:ext uri="{FF2B5EF4-FFF2-40B4-BE49-F238E27FC236}">
                <a16:creationId xmlns:a16="http://schemas.microsoft.com/office/drawing/2014/main" id="{4BEA923A-7451-46FD-BDAA-7D25EAAA8ED2}"/>
              </a:ext>
            </a:extLst>
          </p:cNvPr>
          <p:cNvSpPr>
            <a:spLocks noGrp="1"/>
          </p:cNvSpPr>
          <p:nvPr/>
        </p:nvSpPr>
        <p:spPr>
          <a:xfrm>
            <a:off x="4468992" y="4755129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6" name="anim_o5154_1">
            <a:extLst>
              <a:ext uri="{FF2B5EF4-FFF2-40B4-BE49-F238E27FC236}">
                <a16:creationId xmlns:a16="http://schemas.microsoft.com/office/drawing/2014/main" id="{4DD8C7DA-4330-454F-B557-6E3CF1CAB9A3}"/>
              </a:ext>
            </a:extLst>
          </p:cNvPr>
          <p:cNvSpPr>
            <a:spLocks noGrp="1"/>
          </p:cNvSpPr>
          <p:nvPr/>
        </p:nvSpPr>
        <p:spPr>
          <a:xfrm>
            <a:off x="4773350" y="4755129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7" name="anim_o5155_1">
            <a:extLst>
              <a:ext uri="{FF2B5EF4-FFF2-40B4-BE49-F238E27FC236}">
                <a16:creationId xmlns:a16="http://schemas.microsoft.com/office/drawing/2014/main" id="{FECBC39D-9C5B-4918-8A5F-D1D9DA34E862}"/>
              </a:ext>
            </a:extLst>
          </p:cNvPr>
          <p:cNvSpPr>
            <a:spLocks noGrp="1"/>
          </p:cNvSpPr>
          <p:nvPr/>
        </p:nvSpPr>
        <p:spPr>
          <a:xfrm>
            <a:off x="5077707" y="4755129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8" name="anim_o5156_1">
            <a:extLst>
              <a:ext uri="{FF2B5EF4-FFF2-40B4-BE49-F238E27FC236}">
                <a16:creationId xmlns:a16="http://schemas.microsoft.com/office/drawing/2014/main" id="{CCEBC3B3-111E-4731-A176-6F8840646B4F}"/>
              </a:ext>
            </a:extLst>
          </p:cNvPr>
          <p:cNvSpPr>
            <a:spLocks noGrp="1"/>
          </p:cNvSpPr>
          <p:nvPr/>
        </p:nvSpPr>
        <p:spPr>
          <a:xfrm>
            <a:off x="4468992" y="5059486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9" name="anim_o5157_1">
            <a:extLst>
              <a:ext uri="{FF2B5EF4-FFF2-40B4-BE49-F238E27FC236}">
                <a16:creationId xmlns:a16="http://schemas.microsoft.com/office/drawing/2014/main" id="{4ACA482A-C8D9-45B1-8D5C-5C7D069DCE20}"/>
              </a:ext>
            </a:extLst>
          </p:cNvPr>
          <p:cNvSpPr>
            <a:spLocks noGrp="1"/>
          </p:cNvSpPr>
          <p:nvPr/>
        </p:nvSpPr>
        <p:spPr>
          <a:xfrm>
            <a:off x="4773350" y="5059486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0" name="anim_o5158_1">
            <a:extLst>
              <a:ext uri="{FF2B5EF4-FFF2-40B4-BE49-F238E27FC236}">
                <a16:creationId xmlns:a16="http://schemas.microsoft.com/office/drawing/2014/main" id="{92339A03-937E-440E-AB48-7789798C72FC}"/>
              </a:ext>
            </a:extLst>
          </p:cNvPr>
          <p:cNvSpPr>
            <a:spLocks noGrp="1"/>
          </p:cNvSpPr>
          <p:nvPr/>
        </p:nvSpPr>
        <p:spPr>
          <a:xfrm>
            <a:off x="5077707" y="5059486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1" name="anim_o4959_1">
            <a:extLst>
              <a:ext uri="{FF2B5EF4-FFF2-40B4-BE49-F238E27FC236}">
                <a16:creationId xmlns:a16="http://schemas.microsoft.com/office/drawing/2014/main" id="{DF421CB7-F227-4303-AA82-CE7CB616B01E}"/>
              </a:ext>
            </a:extLst>
          </p:cNvPr>
          <p:cNvSpPr>
            <a:spLocks noGrp="1"/>
          </p:cNvSpPr>
          <p:nvPr/>
        </p:nvSpPr>
        <p:spPr>
          <a:xfrm>
            <a:off x="1125409" y="1924605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2" name="anim_o4960_1">
            <a:extLst>
              <a:ext uri="{FF2B5EF4-FFF2-40B4-BE49-F238E27FC236}">
                <a16:creationId xmlns:a16="http://schemas.microsoft.com/office/drawing/2014/main" id="{CD2C3A2C-AC33-4F75-B132-59FC3BC0146E}"/>
              </a:ext>
            </a:extLst>
          </p:cNvPr>
          <p:cNvSpPr>
            <a:spLocks noGrp="1"/>
          </p:cNvSpPr>
          <p:nvPr/>
        </p:nvSpPr>
        <p:spPr>
          <a:xfrm>
            <a:off x="1429766" y="1924605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3" name="anim_o4961_1">
            <a:extLst>
              <a:ext uri="{FF2B5EF4-FFF2-40B4-BE49-F238E27FC236}">
                <a16:creationId xmlns:a16="http://schemas.microsoft.com/office/drawing/2014/main" id="{6A840F37-BEC5-4B3F-9E4C-D6E8B4D8DDF6}"/>
              </a:ext>
            </a:extLst>
          </p:cNvPr>
          <p:cNvSpPr>
            <a:spLocks noGrp="1"/>
          </p:cNvSpPr>
          <p:nvPr/>
        </p:nvSpPr>
        <p:spPr>
          <a:xfrm>
            <a:off x="1734123" y="1924605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4" name="anim_o4962_1">
            <a:extLst>
              <a:ext uri="{FF2B5EF4-FFF2-40B4-BE49-F238E27FC236}">
                <a16:creationId xmlns:a16="http://schemas.microsoft.com/office/drawing/2014/main" id="{5B0EB068-6F3B-458E-A77A-1FE606E8D1DC}"/>
              </a:ext>
            </a:extLst>
          </p:cNvPr>
          <p:cNvSpPr>
            <a:spLocks noGrp="1"/>
          </p:cNvSpPr>
          <p:nvPr/>
        </p:nvSpPr>
        <p:spPr>
          <a:xfrm>
            <a:off x="2038481" y="1924605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5" name="anim_o4963_1">
            <a:extLst>
              <a:ext uri="{FF2B5EF4-FFF2-40B4-BE49-F238E27FC236}">
                <a16:creationId xmlns:a16="http://schemas.microsoft.com/office/drawing/2014/main" id="{819F3DDE-15EB-4FE2-88F2-B67FFA0DBC05}"/>
              </a:ext>
            </a:extLst>
          </p:cNvPr>
          <p:cNvSpPr>
            <a:spLocks noGrp="1"/>
          </p:cNvSpPr>
          <p:nvPr/>
        </p:nvSpPr>
        <p:spPr>
          <a:xfrm>
            <a:off x="2342838" y="1924605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6" name="anim_o4964_1">
            <a:extLst>
              <a:ext uri="{FF2B5EF4-FFF2-40B4-BE49-F238E27FC236}">
                <a16:creationId xmlns:a16="http://schemas.microsoft.com/office/drawing/2014/main" id="{C114B05D-135E-4E7E-ACE9-349C4B76857F}"/>
              </a:ext>
            </a:extLst>
          </p:cNvPr>
          <p:cNvSpPr>
            <a:spLocks noGrp="1"/>
          </p:cNvSpPr>
          <p:nvPr/>
        </p:nvSpPr>
        <p:spPr>
          <a:xfrm>
            <a:off x="2647196" y="1924605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7" name="anim_o4965_1">
            <a:extLst>
              <a:ext uri="{FF2B5EF4-FFF2-40B4-BE49-F238E27FC236}">
                <a16:creationId xmlns:a16="http://schemas.microsoft.com/office/drawing/2014/main" id="{9008B771-A108-443C-9767-775D76E186B3}"/>
              </a:ext>
            </a:extLst>
          </p:cNvPr>
          <p:cNvSpPr>
            <a:spLocks noGrp="1"/>
          </p:cNvSpPr>
          <p:nvPr/>
        </p:nvSpPr>
        <p:spPr>
          <a:xfrm>
            <a:off x="1125409" y="2228962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8" name="anim_o4966_1">
            <a:extLst>
              <a:ext uri="{FF2B5EF4-FFF2-40B4-BE49-F238E27FC236}">
                <a16:creationId xmlns:a16="http://schemas.microsoft.com/office/drawing/2014/main" id="{2A537124-1C21-4BD0-AA13-3BE95AB8C53B}"/>
              </a:ext>
            </a:extLst>
          </p:cNvPr>
          <p:cNvSpPr>
            <a:spLocks noGrp="1"/>
          </p:cNvSpPr>
          <p:nvPr/>
        </p:nvSpPr>
        <p:spPr>
          <a:xfrm>
            <a:off x="1429766" y="2228962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9" name="anim_o4967_1">
            <a:extLst>
              <a:ext uri="{FF2B5EF4-FFF2-40B4-BE49-F238E27FC236}">
                <a16:creationId xmlns:a16="http://schemas.microsoft.com/office/drawing/2014/main" id="{D13E8AAD-8C40-40D8-AA28-6F0383C97840}"/>
              </a:ext>
            </a:extLst>
          </p:cNvPr>
          <p:cNvSpPr>
            <a:spLocks noGrp="1"/>
          </p:cNvSpPr>
          <p:nvPr/>
        </p:nvSpPr>
        <p:spPr>
          <a:xfrm>
            <a:off x="1734123" y="2228962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0" name="anim_o4968_1">
            <a:extLst>
              <a:ext uri="{FF2B5EF4-FFF2-40B4-BE49-F238E27FC236}">
                <a16:creationId xmlns:a16="http://schemas.microsoft.com/office/drawing/2014/main" id="{276D4BDD-B36D-418F-8E08-395C6EB5179C}"/>
              </a:ext>
            </a:extLst>
          </p:cNvPr>
          <p:cNvSpPr>
            <a:spLocks noGrp="1"/>
          </p:cNvSpPr>
          <p:nvPr/>
        </p:nvSpPr>
        <p:spPr>
          <a:xfrm>
            <a:off x="2038481" y="2228962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1" name="anim_o4969_1">
            <a:extLst>
              <a:ext uri="{FF2B5EF4-FFF2-40B4-BE49-F238E27FC236}">
                <a16:creationId xmlns:a16="http://schemas.microsoft.com/office/drawing/2014/main" id="{66381AD7-CC81-4876-A1B4-43C781A4733E}"/>
              </a:ext>
            </a:extLst>
          </p:cNvPr>
          <p:cNvSpPr>
            <a:spLocks noGrp="1"/>
          </p:cNvSpPr>
          <p:nvPr/>
        </p:nvSpPr>
        <p:spPr>
          <a:xfrm>
            <a:off x="2342838" y="2228962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2" name="anim_o4970_1">
            <a:extLst>
              <a:ext uri="{FF2B5EF4-FFF2-40B4-BE49-F238E27FC236}">
                <a16:creationId xmlns:a16="http://schemas.microsoft.com/office/drawing/2014/main" id="{1F353B2D-9CD2-416A-908A-7E0C8B21DBB0}"/>
              </a:ext>
            </a:extLst>
          </p:cNvPr>
          <p:cNvSpPr>
            <a:spLocks noGrp="1"/>
          </p:cNvSpPr>
          <p:nvPr/>
        </p:nvSpPr>
        <p:spPr>
          <a:xfrm>
            <a:off x="2647196" y="2228962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3" name="anim_o4971_1">
            <a:extLst>
              <a:ext uri="{FF2B5EF4-FFF2-40B4-BE49-F238E27FC236}">
                <a16:creationId xmlns:a16="http://schemas.microsoft.com/office/drawing/2014/main" id="{53C0B995-AA44-476B-B0AE-6526AB4292AF}"/>
              </a:ext>
            </a:extLst>
          </p:cNvPr>
          <p:cNvSpPr>
            <a:spLocks noGrp="1"/>
          </p:cNvSpPr>
          <p:nvPr/>
        </p:nvSpPr>
        <p:spPr>
          <a:xfrm>
            <a:off x="1125409" y="2533320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4" name="anim_o4972_1">
            <a:extLst>
              <a:ext uri="{FF2B5EF4-FFF2-40B4-BE49-F238E27FC236}">
                <a16:creationId xmlns:a16="http://schemas.microsoft.com/office/drawing/2014/main" id="{2828F806-3E0D-4039-93CB-DE2F5F53CD9F}"/>
              </a:ext>
            </a:extLst>
          </p:cNvPr>
          <p:cNvSpPr>
            <a:spLocks noGrp="1"/>
          </p:cNvSpPr>
          <p:nvPr/>
        </p:nvSpPr>
        <p:spPr>
          <a:xfrm>
            <a:off x="1429766" y="2533320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5" name="anim_o4973_1">
            <a:extLst>
              <a:ext uri="{FF2B5EF4-FFF2-40B4-BE49-F238E27FC236}">
                <a16:creationId xmlns:a16="http://schemas.microsoft.com/office/drawing/2014/main" id="{DFCFB017-2BDC-4984-9DD4-4CE3B684CF7B}"/>
              </a:ext>
            </a:extLst>
          </p:cNvPr>
          <p:cNvSpPr>
            <a:spLocks noGrp="1"/>
          </p:cNvSpPr>
          <p:nvPr/>
        </p:nvSpPr>
        <p:spPr>
          <a:xfrm>
            <a:off x="1734123" y="2533320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6" name="anim_o4974_1">
            <a:extLst>
              <a:ext uri="{FF2B5EF4-FFF2-40B4-BE49-F238E27FC236}">
                <a16:creationId xmlns:a16="http://schemas.microsoft.com/office/drawing/2014/main" id="{D518B47A-0D55-40AB-BEE3-D6863A672E56}"/>
              </a:ext>
            </a:extLst>
          </p:cNvPr>
          <p:cNvSpPr>
            <a:spLocks noGrp="1"/>
          </p:cNvSpPr>
          <p:nvPr/>
        </p:nvSpPr>
        <p:spPr>
          <a:xfrm>
            <a:off x="2038481" y="2533320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7" name="anim_o4975_1">
            <a:extLst>
              <a:ext uri="{FF2B5EF4-FFF2-40B4-BE49-F238E27FC236}">
                <a16:creationId xmlns:a16="http://schemas.microsoft.com/office/drawing/2014/main" id="{9557AF10-0EA8-4CD3-A4E1-C1509DB5205B}"/>
              </a:ext>
            </a:extLst>
          </p:cNvPr>
          <p:cNvSpPr>
            <a:spLocks noGrp="1"/>
          </p:cNvSpPr>
          <p:nvPr/>
        </p:nvSpPr>
        <p:spPr>
          <a:xfrm>
            <a:off x="2342838" y="2533320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8" name="anim_o4976_1">
            <a:extLst>
              <a:ext uri="{FF2B5EF4-FFF2-40B4-BE49-F238E27FC236}">
                <a16:creationId xmlns:a16="http://schemas.microsoft.com/office/drawing/2014/main" id="{4DCDF211-1B34-443B-B58E-C01D62B22AD7}"/>
              </a:ext>
            </a:extLst>
          </p:cNvPr>
          <p:cNvSpPr>
            <a:spLocks noGrp="1"/>
          </p:cNvSpPr>
          <p:nvPr/>
        </p:nvSpPr>
        <p:spPr>
          <a:xfrm>
            <a:off x="2647196" y="2533320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9" name="anim_o4977_1">
            <a:extLst>
              <a:ext uri="{FF2B5EF4-FFF2-40B4-BE49-F238E27FC236}">
                <a16:creationId xmlns:a16="http://schemas.microsoft.com/office/drawing/2014/main" id="{C357EF08-A9DE-409C-92E4-B04DB527E1A7}"/>
              </a:ext>
            </a:extLst>
          </p:cNvPr>
          <p:cNvSpPr>
            <a:spLocks noGrp="1"/>
          </p:cNvSpPr>
          <p:nvPr/>
        </p:nvSpPr>
        <p:spPr>
          <a:xfrm>
            <a:off x="1125409" y="2837677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0" name="anim_o4978_1">
            <a:extLst>
              <a:ext uri="{FF2B5EF4-FFF2-40B4-BE49-F238E27FC236}">
                <a16:creationId xmlns:a16="http://schemas.microsoft.com/office/drawing/2014/main" id="{2731039D-0B3D-4A43-A584-BDCCA090E816}"/>
              </a:ext>
            </a:extLst>
          </p:cNvPr>
          <p:cNvSpPr>
            <a:spLocks noGrp="1"/>
          </p:cNvSpPr>
          <p:nvPr/>
        </p:nvSpPr>
        <p:spPr>
          <a:xfrm>
            <a:off x="1429766" y="2837677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1" name="anim_o4979_1">
            <a:extLst>
              <a:ext uri="{FF2B5EF4-FFF2-40B4-BE49-F238E27FC236}">
                <a16:creationId xmlns:a16="http://schemas.microsoft.com/office/drawing/2014/main" id="{63AE758A-4C22-4021-9565-88170A33C16F}"/>
              </a:ext>
            </a:extLst>
          </p:cNvPr>
          <p:cNvSpPr>
            <a:spLocks noGrp="1"/>
          </p:cNvSpPr>
          <p:nvPr/>
        </p:nvSpPr>
        <p:spPr>
          <a:xfrm>
            <a:off x="1734123" y="2837677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2" name="anim_o4980_1">
            <a:extLst>
              <a:ext uri="{FF2B5EF4-FFF2-40B4-BE49-F238E27FC236}">
                <a16:creationId xmlns:a16="http://schemas.microsoft.com/office/drawing/2014/main" id="{47EA9D21-614D-4992-A94D-FA23D6B4A064}"/>
              </a:ext>
            </a:extLst>
          </p:cNvPr>
          <p:cNvSpPr>
            <a:spLocks noGrp="1"/>
          </p:cNvSpPr>
          <p:nvPr/>
        </p:nvSpPr>
        <p:spPr>
          <a:xfrm>
            <a:off x="2038481" y="2837677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3" name="anim_o4981_1">
            <a:extLst>
              <a:ext uri="{FF2B5EF4-FFF2-40B4-BE49-F238E27FC236}">
                <a16:creationId xmlns:a16="http://schemas.microsoft.com/office/drawing/2014/main" id="{149CBDDE-5AB8-4340-B1A6-1E4008BDEE60}"/>
              </a:ext>
            </a:extLst>
          </p:cNvPr>
          <p:cNvSpPr>
            <a:spLocks noGrp="1"/>
          </p:cNvSpPr>
          <p:nvPr/>
        </p:nvSpPr>
        <p:spPr>
          <a:xfrm>
            <a:off x="2342838" y="2837677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4" name="anim_o4982_1">
            <a:extLst>
              <a:ext uri="{FF2B5EF4-FFF2-40B4-BE49-F238E27FC236}">
                <a16:creationId xmlns:a16="http://schemas.microsoft.com/office/drawing/2014/main" id="{183107F8-B479-4D25-8326-857AA8E0F179}"/>
              </a:ext>
            </a:extLst>
          </p:cNvPr>
          <p:cNvSpPr>
            <a:spLocks noGrp="1"/>
          </p:cNvSpPr>
          <p:nvPr/>
        </p:nvSpPr>
        <p:spPr>
          <a:xfrm>
            <a:off x="2647196" y="2837677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5" name="anim_o4983_1">
            <a:extLst>
              <a:ext uri="{FF2B5EF4-FFF2-40B4-BE49-F238E27FC236}">
                <a16:creationId xmlns:a16="http://schemas.microsoft.com/office/drawing/2014/main" id="{58106C22-FA28-4B4E-BBF1-146927459A5E}"/>
              </a:ext>
            </a:extLst>
          </p:cNvPr>
          <p:cNvSpPr>
            <a:spLocks noGrp="1"/>
          </p:cNvSpPr>
          <p:nvPr/>
        </p:nvSpPr>
        <p:spPr>
          <a:xfrm>
            <a:off x="1125409" y="3142034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6" name="anim_o4984_1">
            <a:extLst>
              <a:ext uri="{FF2B5EF4-FFF2-40B4-BE49-F238E27FC236}">
                <a16:creationId xmlns:a16="http://schemas.microsoft.com/office/drawing/2014/main" id="{D530B04A-B63D-42AA-9D20-0E5C8B280720}"/>
              </a:ext>
            </a:extLst>
          </p:cNvPr>
          <p:cNvSpPr>
            <a:spLocks noGrp="1"/>
          </p:cNvSpPr>
          <p:nvPr/>
        </p:nvSpPr>
        <p:spPr>
          <a:xfrm>
            <a:off x="1429766" y="3142034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7" name="anim_o4985_1">
            <a:extLst>
              <a:ext uri="{FF2B5EF4-FFF2-40B4-BE49-F238E27FC236}">
                <a16:creationId xmlns:a16="http://schemas.microsoft.com/office/drawing/2014/main" id="{E2DAB02C-2B5A-4EA2-BD7B-0D548FA02734}"/>
              </a:ext>
            </a:extLst>
          </p:cNvPr>
          <p:cNvSpPr>
            <a:spLocks noGrp="1"/>
          </p:cNvSpPr>
          <p:nvPr/>
        </p:nvSpPr>
        <p:spPr>
          <a:xfrm>
            <a:off x="1734123" y="3142034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8" name="anim_o4986_1">
            <a:extLst>
              <a:ext uri="{FF2B5EF4-FFF2-40B4-BE49-F238E27FC236}">
                <a16:creationId xmlns:a16="http://schemas.microsoft.com/office/drawing/2014/main" id="{DBC2EEC0-F22A-4FC7-99EE-B75AB21CCC98}"/>
              </a:ext>
            </a:extLst>
          </p:cNvPr>
          <p:cNvSpPr>
            <a:spLocks noGrp="1"/>
          </p:cNvSpPr>
          <p:nvPr/>
        </p:nvSpPr>
        <p:spPr>
          <a:xfrm>
            <a:off x="2038481" y="3142034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9" name="anim_o4987_1">
            <a:extLst>
              <a:ext uri="{FF2B5EF4-FFF2-40B4-BE49-F238E27FC236}">
                <a16:creationId xmlns:a16="http://schemas.microsoft.com/office/drawing/2014/main" id="{041561D1-2EDF-40DF-8053-6B3EF2FE1187}"/>
              </a:ext>
            </a:extLst>
          </p:cNvPr>
          <p:cNvSpPr>
            <a:spLocks noGrp="1"/>
          </p:cNvSpPr>
          <p:nvPr/>
        </p:nvSpPr>
        <p:spPr>
          <a:xfrm>
            <a:off x="2342838" y="3142034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0" name="anim_o4988_1">
            <a:extLst>
              <a:ext uri="{FF2B5EF4-FFF2-40B4-BE49-F238E27FC236}">
                <a16:creationId xmlns:a16="http://schemas.microsoft.com/office/drawing/2014/main" id="{5279DBEF-42B0-47B2-8853-33A72BD9DC2A}"/>
              </a:ext>
            </a:extLst>
          </p:cNvPr>
          <p:cNvSpPr>
            <a:spLocks noGrp="1"/>
          </p:cNvSpPr>
          <p:nvPr/>
        </p:nvSpPr>
        <p:spPr>
          <a:xfrm>
            <a:off x="2647196" y="3142034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1" name="anim_o4989_1">
            <a:extLst>
              <a:ext uri="{FF2B5EF4-FFF2-40B4-BE49-F238E27FC236}">
                <a16:creationId xmlns:a16="http://schemas.microsoft.com/office/drawing/2014/main" id="{1ED520E1-A499-40A9-97B9-CD40788E0C80}"/>
              </a:ext>
            </a:extLst>
          </p:cNvPr>
          <p:cNvSpPr>
            <a:spLocks noGrp="1"/>
          </p:cNvSpPr>
          <p:nvPr/>
        </p:nvSpPr>
        <p:spPr>
          <a:xfrm>
            <a:off x="1125409" y="3446392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2" name="anim_o4990_1">
            <a:extLst>
              <a:ext uri="{FF2B5EF4-FFF2-40B4-BE49-F238E27FC236}">
                <a16:creationId xmlns:a16="http://schemas.microsoft.com/office/drawing/2014/main" id="{3EC7AB9D-5F27-4671-80A9-B3F60B585AF5}"/>
              </a:ext>
            </a:extLst>
          </p:cNvPr>
          <p:cNvSpPr>
            <a:spLocks noGrp="1"/>
          </p:cNvSpPr>
          <p:nvPr/>
        </p:nvSpPr>
        <p:spPr>
          <a:xfrm>
            <a:off x="1429766" y="3446392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3" name="anim_o4991_1">
            <a:extLst>
              <a:ext uri="{FF2B5EF4-FFF2-40B4-BE49-F238E27FC236}">
                <a16:creationId xmlns:a16="http://schemas.microsoft.com/office/drawing/2014/main" id="{D8E63B91-5C97-4015-AE9F-A9FE60C8A2D0}"/>
              </a:ext>
            </a:extLst>
          </p:cNvPr>
          <p:cNvSpPr>
            <a:spLocks noGrp="1"/>
          </p:cNvSpPr>
          <p:nvPr/>
        </p:nvSpPr>
        <p:spPr>
          <a:xfrm>
            <a:off x="1734123" y="3446392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4" name="anim_o4992_1">
            <a:extLst>
              <a:ext uri="{FF2B5EF4-FFF2-40B4-BE49-F238E27FC236}">
                <a16:creationId xmlns:a16="http://schemas.microsoft.com/office/drawing/2014/main" id="{31ABAAA1-3776-42CC-B23A-8A261C494978}"/>
              </a:ext>
            </a:extLst>
          </p:cNvPr>
          <p:cNvSpPr>
            <a:spLocks noGrp="1"/>
          </p:cNvSpPr>
          <p:nvPr/>
        </p:nvSpPr>
        <p:spPr>
          <a:xfrm>
            <a:off x="2038481" y="3446392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5" name="anim_o4993_1">
            <a:extLst>
              <a:ext uri="{FF2B5EF4-FFF2-40B4-BE49-F238E27FC236}">
                <a16:creationId xmlns:a16="http://schemas.microsoft.com/office/drawing/2014/main" id="{F7F3AD47-BD0B-4FDA-8CD2-3288431D45AE}"/>
              </a:ext>
            </a:extLst>
          </p:cNvPr>
          <p:cNvSpPr>
            <a:spLocks noGrp="1"/>
          </p:cNvSpPr>
          <p:nvPr/>
        </p:nvSpPr>
        <p:spPr>
          <a:xfrm>
            <a:off x="2342838" y="3446392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6" name="anim_o4994_1">
            <a:extLst>
              <a:ext uri="{FF2B5EF4-FFF2-40B4-BE49-F238E27FC236}">
                <a16:creationId xmlns:a16="http://schemas.microsoft.com/office/drawing/2014/main" id="{49846EA6-D968-4DE3-994D-735D5E2D4AA2}"/>
              </a:ext>
            </a:extLst>
          </p:cNvPr>
          <p:cNvSpPr>
            <a:spLocks noGrp="1"/>
          </p:cNvSpPr>
          <p:nvPr/>
        </p:nvSpPr>
        <p:spPr>
          <a:xfrm>
            <a:off x="2647196" y="3446392"/>
            <a:ext cx="304357" cy="304357"/>
          </a:xfrm>
          <a:prstGeom prst="rect">
            <a:avLst/>
          </a:prstGeom>
          <a:solidFill>
            <a:srgbClr val="FC6255">
              <a:alpha val="90000"/>
            </a:srgbClr>
          </a:solidFill>
          <a:ln w="9525">
            <a:solidFill>
              <a:srgbClr val="FF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7" name="anim_o5078_1">
            <a:extLst>
              <a:ext uri="{FF2B5EF4-FFF2-40B4-BE49-F238E27FC236}">
                <a16:creationId xmlns:a16="http://schemas.microsoft.com/office/drawing/2014/main" id="{14DF9578-723A-41BB-AFAC-72C047A8E2F8}"/>
              </a:ext>
            </a:extLst>
          </p:cNvPr>
          <p:cNvSpPr>
            <a:spLocks noGrp="1"/>
          </p:cNvSpPr>
          <p:nvPr/>
        </p:nvSpPr>
        <p:spPr>
          <a:xfrm>
            <a:off x="4625519" y="468037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8" name="anim_o5079_1">
            <a:extLst>
              <a:ext uri="{FF2B5EF4-FFF2-40B4-BE49-F238E27FC236}">
                <a16:creationId xmlns:a16="http://schemas.microsoft.com/office/drawing/2014/main" id="{F3B8AA0C-9C96-40E1-A127-297033BCA540}"/>
              </a:ext>
            </a:extLst>
          </p:cNvPr>
          <p:cNvSpPr>
            <a:spLocks noGrp="1"/>
          </p:cNvSpPr>
          <p:nvPr/>
        </p:nvSpPr>
        <p:spPr>
          <a:xfrm>
            <a:off x="4929876" y="468037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9" name="anim_o5080_1">
            <a:extLst>
              <a:ext uri="{FF2B5EF4-FFF2-40B4-BE49-F238E27FC236}">
                <a16:creationId xmlns:a16="http://schemas.microsoft.com/office/drawing/2014/main" id="{EA351D50-2A09-4C42-BCA9-A61EEAB40D8E}"/>
              </a:ext>
            </a:extLst>
          </p:cNvPr>
          <p:cNvSpPr>
            <a:spLocks noGrp="1"/>
          </p:cNvSpPr>
          <p:nvPr/>
        </p:nvSpPr>
        <p:spPr>
          <a:xfrm>
            <a:off x="5234234" y="468037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0" name="anim_o5081_1">
            <a:extLst>
              <a:ext uri="{FF2B5EF4-FFF2-40B4-BE49-F238E27FC236}">
                <a16:creationId xmlns:a16="http://schemas.microsoft.com/office/drawing/2014/main" id="{B174D17D-8E86-4F9E-BEE4-4842238EDDFC}"/>
              </a:ext>
            </a:extLst>
          </p:cNvPr>
          <p:cNvSpPr>
            <a:spLocks noGrp="1"/>
          </p:cNvSpPr>
          <p:nvPr/>
        </p:nvSpPr>
        <p:spPr>
          <a:xfrm>
            <a:off x="4625519" y="772395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1" name="anim_o5082_1">
            <a:extLst>
              <a:ext uri="{FF2B5EF4-FFF2-40B4-BE49-F238E27FC236}">
                <a16:creationId xmlns:a16="http://schemas.microsoft.com/office/drawing/2014/main" id="{946436A1-65C5-4552-B2ED-EB574A24D8F0}"/>
              </a:ext>
            </a:extLst>
          </p:cNvPr>
          <p:cNvSpPr>
            <a:spLocks noGrp="1"/>
          </p:cNvSpPr>
          <p:nvPr/>
        </p:nvSpPr>
        <p:spPr>
          <a:xfrm>
            <a:off x="4929876" y="772395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2" name="anim_o5083_1">
            <a:extLst>
              <a:ext uri="{FF2B5EF4-FFF2-40B4-BE49-F238E27FC236}">
                <a16:creationId xmlns:a16="http://schemas.microsoft.com/office/drawing/2014/main" id="{73F8E3DD-4BA6-4BAA-BE4F-CDA6B2806127}"/>
              </a:ext>
            </a:extLst>
          </p:cNvPr>
          <p:cNvSpPr>
            <a:spLocks noGrp="1"/>
          </p:cNvSpPr>
          <p:nvPr/>
        </p:nvSpPr>
        <p:spPr>
          <a:xfrm>
            <a:off x="5234234" y="772395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3" name="anim_o5084_1">
            <a:extLst>
              <a:ext uri="{FF2B5EF4-FFF2-40B4-BE49-F238E27FC236}">
                <a16:creationId xmlns:a16="http://schemas.microsoft.com/office/drawing/2014/main" id="{3FB48BDE-4530-4F90-9B7E-078657DDECE6}"/>
              </a:ext>
            </a:extLst>
          </p:cNvPr>
          <p:cNvSpPr>
            <a:spLocks noGrp="1"/>
          </p:cNvSpPr>
          <p:nvPr/>
        </p:nvSpPr>
        <p:spPr>
          <a:xfrm>
            <a:off x="4625519" y="1076752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4" name="anim_o5085_1">
            <a:extLst>
              <a:ext uri="{FF2B5EF4-FFF2-40B4-BE49-F238E27FC236}">
                <a16:creationId xmlns:a16="http://schemas.microsoft.com/office/drawing/2014/main" id="{9C98E7B7-40CC-4897-992D-E9244B1A6345}"/>
              </a:ext>
            </a:extLst>
          </p:cNvPr>
          <p:cNvSpPr>
            <a:spLocks noGrp="1"/>
          </p:cNvSpPr>
          <p:nvPr/>
        </p:nvSpPr>
        <p:spPr>
          <a:xfrm>
            <a:off x="4929876" y="1076752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5" name="anim_o5086_1">
            <a:extLst>
              <a:ext uri="{FF2B5EF4-FFF2-40B4-BE49-F238E27FC236}">
                <a16:creationId xmlns:a16="http://schemas.microsoft.com/office/drawing/2014/main" id="{5F2A71EF-0F4F-4BA0-B427-AF295D0E0ED7}"/>
              </a:ext>
            </a:extLst>
          </p:cNvPr>
          <p:cNvSpPr>
            <a:spLocks noGrp="1"/>
          </p:cNvSpPr>
          <p:nvPr/>
        </p:nvSpPr>
        <p:spPr>
          <a:xfrm>
            <a:off x="5234234" y="1076752"/>
            <a:ext cx="304357" cy="304357"/>
          </a:xfrm>
          <a:prstGeom prst="rect">
            <a:avLst/>
          </a:prstGeom>
          <a:solidFill>
            <a:srgbClr val="FFFF00">
              <a:alpha val="85000"/>
            </a:srgbClr>
          </a:solidFill>
          <a:ln w="12700">
            <a:solidFill>
              <a:srgbClr val="CCCC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6" name="anim_o5109_1">
            <a:extLst>
              <a:ext uri="{FF2B5EF4-FFF2-40B4-BE49-F238E27FC236}">
                <a16:creationId xmlns:a16="http://schemas.microsoft.com/office/drawing/2014/main" id="{51039376-B05E-4575-BC52-6921AF276F7F}"/>
              </a:ext>
            </a:extLst>
          </p:cNvPr>
          <p:cNvSpPr>
            <a:spLocks noGrp="1"/>
          </p:cNvSpPr>
          <p:nvPr/>
        </p:nvSpPr>
        <p:spPr>
          <a:xfrm>
            <a:off x="4625519" y="2381141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7" name="anim_o5110_1">
            <a:extLst>
              <a:ext uri="{FF2B5EF4-FFF2-40B4-BE49-F238E27FC236}">
                <a16:creationId xmlns:a16="http://schemas.microsoft.com/office/drawing/2014/main" id="{116FDDDA-3BEF-4368-9440-8068C53C79D6}"/>
              </a:ext>
            </a:extLst>
          </p:cNvPr>
          <p:cNvSpPr>
            <a:spLocks noGrp="1"/>
          </p:cNvSpPr>
          <p:nvPr/>
        </p:nvSpPr>
        <p:spPr>
          <a:xfrm>
            <a:off x="4929876" y="2381141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8" name="anim_o5111_1">
            <a:extLst>
              <a:ext uri="{FF2B5EF4-FFF2-40B4-BE49-F238E27FC236}">
                <a16:creationId xmlns:a16="http://schemas.microsoft.com/office/drawing/2014/main" id="{48F8166A-CDBF-4EF4-ABDF-B392E3167055}"/>
              </a:ext>
            </a:extLst>
          </p:cNvPr>
          <p:cNvSpPr>
            <a:spLocks noGrp="1"/>
          </p:cNvSpPr>
          <p:nvPr/>
        </p:nvSpPr>
        <p:spPr>
          <a:xfrm>
            <a:off x="5234234" y="2381141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9" name="anim_o5112_1">
            <a:extLst>
              <a:ext uri="{FF2B5EF4-FFF2-40B4-BE49-F238E27FC236}">
                <a16:creationId xmlns:a16="http://schemas.microsoft.com/office/drawing/2014/main" id="{030DC4FF-FED1-4A57-9B83-172243BEE986}"/>
              </a:ext>
            </a:extLst>
          </p:cNvPr>
          <p:cNvSpPr>
            <a:spLocks noGrp="1"/>
          </p:cNvSpPr>
          <p:nvPr/>
        </p:nvSpPr>
        <p:spPr>
          <a:xfrm>
            <a:off x="4625519" y="2685498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0" name="anim_o5113_1">
            <a:extLst>
              <a:ext uri="{FF2B5EF4-FFF2-40B4-BE49-F238E27FC236}">
                <a16:creationId xmlns:a16="http://schemas.microsoft.com/office/drawing/2014/main" id="{D863DD2B-EC2A-4BFE-8E92-75194632E848}"/>
              </a:ext>
            </a:extLst>
          </p:cNvPr>
          <p:cNvSpPr>
            <a:spLocks noGrp="1"/>
          </p:cNvSpPr>
          <p:nvPr/>
        </p:nvSpPr>
        <p:spPr>
          <a:xfrm>
            <a:off x="4929876" y="2685498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1" name="anim_o5114_1">
            <a:extLst>
              <a:ext uri="{FF2B5EF4-FFF2-40B4-BE49-F238E27FC236}">
                <a16:creationId xmlns:a16="http://schemas.microsoft.com/office/drawing/2014/main" id="{9F494D11-6657-4092-B31C-9D21E5013767}"/>
              </a:ext>
            </a:extLst>
          </p:cNvPr>
          <p:cNvSpPr>
            <a:spLocks noGrp="1"/>
          </p:cNvSpPr>
          <p:nvPr/>
        </p:nvSpPr>
        <p:spPr>
          <a:xfrm>
            <a:off x="5234234" y="2685498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2" name="anim_o5115_1">
            <a:extLst>
              <a:ext uri="{FF2B5EF4-FFF2-40B4-BE49-F238E27FC236}">
                <a16:creationId xmlns:a16="http://schemas.microsoft.com/office/drawing/2014/main" id="{8D6511A8-2FFC-472B-852D-77B91EF1AF77}"/>
              </a:ext>
            </a:extLst>
          </p:cNvPr>
          <p:cNvSpPr>
            <a:spLocks noGrp="1"/>
          </p:cNvSpPr>
          <p:nvPr/>
        </p:nvSpPr>
        <p:spPr>
          <a:xfrm>
            <a:off x="4625519" y="2989856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3" name="anim_o5116_1">
            <a:extLst>
              <a:ext uri="{FF2B5EF4-FFF2-40B4-BE49-F238E27FC236}">
                <a16:creationId xmlns:a16="http://schemas.microsoft.com/office/drawing/2014/main" id="{C13BD38B-A951-4032-847A-5AD374C9BE2C}"/>
              </a:ext>
            </a:extLst>
          </p:cNvPr>
          <p:cNvSpPr>
            <a:spLocks noGrp="1"/>
          </p:cNvSpPr>
          <p:nvPr/>
        </p:nvSpPr>
        <p:spPr>
          <a:xfrm>
            <a:off x="4929876" y="2989856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4" name="anim_o5117_1">
            <a:extLst>
              <a:ext uri="{FF2B5EF4-FFF2-40B4-BE49-F238E27FC236}">
                <a16:creationId xmlns:a16="http://schemas.microsoft.com/office/drawing/2014/main" id="{61182973-C230-4A2B-B4F4-E1F0D38BBFAB}"/>
              </a:ext>
            </a:extLst>
          </p:cNvPr>
          <p:cNvSpPr>
            <a:spLocks noGrp="1"/>
          </p:cNvSpPr>
          <p:nvPr/>
        </p:nvSpPr>
        <p:spPr>
          <a:xfrm>
            <a:off x="5234234" y="2989856"/>
            <a:ext cx="304357" cy="304357"/>
          </a:xfrm>
          <a:prstGeom prst="rect">
            <a:avLst/>
          </a:prstGeom>
          <a:solidFill>
            <a:srgbClr val="FF862F">
              <a:alpha val="85000"/>
            </a:srgbClr>
          </a:solidFill>
          <a:ln w="12700">
            <a:solidFill>
              <a:srgbClr val="CC66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5" name="anim_o5140_1">
            <a:extLst>
              <a:ext uri="{FF2B5EF4-FFF2-40B4-BE49-F238E27FC236}">
                <a16:creationId xmlns:a16="http://schemas.microsoft.com/office/drawing/2014/main" id="{9FFD1B82-1EEE-4E00-B95A-5662C836929C}"/>
              </a:ext>
            </a:extLst>
          </p:cNvPr>
          <p:cNvSpPr>
            <a:spLocks noGrp="1"/>
          </p:cNvSpPr>
          <p:nvPr/>
        </p:nvSpPr>
        <p:spPr>
          <a:xfrm>
            <a:off x="4625519" y="4294245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6" name="anim_o5141_1">
            <a:extLst>
              <a:ext uri="{FF2B5EF4-FFF2-40B4-BE49-F238E27FC236}">
                <a16:creationId xmlns:a16="http://schemas.microsoft.com/office/drawing/2014/main" id="{5EAC89B5-2DFB-4F6D-8E98-7EAEA54BAC54}"/>
              </a:ext>
            </a:extLst>
          </p:cNvPr>
          <p:cNvSpPr>
            <a:spLocks noGrp="1"/>
          </p:cNvSpPr>
          <p:nvPr/>
        </p:nvSpPr>
        <p:spPr>
          <a:xfrm>
            <a:off x="4929876" y="4294245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7" name="anim_o5142_1">
            <a:extLst>
              <a:ext uri="{FF2B5EF4-FFF2-40B4-BE49-F238E27FC236}">
                <a16:creationId xmlns:a16="http://schemas.microsoft.com/office/drawing/2014/main" id="{D5A17585-FDC6-4CAE-8EC8-0E10FF048523}"/>
              </a:ext>
            </a:extLst>
          </p:cNvPr>
          <p:cNvSpPr>
            <a:spLocks noGrp="1"/>
          </p:cNvSpPr>
          <p:nvPr/>
        </p:nvSpPr>
        <p:spPr>
          <a:xfrm>
            <a:off x="5234234" y="4294245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8" name="anim_o5143_1">
            <a:extLst>
              <a:ext uri="{FF2B5EF4-FFF2-40B4-BE49-F238E27FC236}">
                <a16:creationId xmlns:a16="http://schemas.microsoft.com/office/drawing/2014/main" id="{7B1BC699-1FC9-43E8-A0DF-4DD8EF0BA898}"/>
              </a:ext>
            </a:extLst>
          </p:cNvPr>
          <p:cNvSpPr>
            <a:spLocks noGrp="1"/>
          </p:cNvSpPr>
          <p:nvPr/>
        </p:nvSpPr>
        <p:spPr>
          <a:xfrm>
            <a:off x="4625519" y="4598602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9" name="anim_o5144_1">
            <a:extLst>
              <a:ext uri="{FF2B5EF4-FFF2-40B4-BE49-F238E27FC236}">
                <a16:creationId xmlns:a16="http://schemas.microsoft.com/office/drawing/2014/main" id="{476DA579-A224-4DD3-AC41-49D23AECFB35}"/>
              </a:ext>
            </a:extLst>
          </p:cNvPr>
          <p:cNvSpPr>
            <a:spLocks noGrp="1"/>
          </p:cNvSpPr>
          <p:nvPr/>
        </p:nvSpPr>
        <p:spPr>
          <a:xfrm>
            <a:off x="4929876" y="4598602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0" name="anim_o5145_1">
            <a:extLst>
              <a:ext uri="{FF2B5EF4-FFF2-40B4-BE49-F238E27FC236}">
                <a16:creationId xmlns:a16="http://schemas.microsoft.com/office/drawing/2014/main" id="{16D23457-CECF-4E98-95E2-0F18C369B30B}"/>
              </a:ext>
            </a:extLst>
          </p:cNvPr>
          <p:cNvSpPr>
            <a:spLocks noGrp="1"/>
          </p:cNvSpPr>
          <p:nvPr/>
        </p:nvSpPr>
        <p:spPr>
          <a:xfrm>
            <a:off x="5234234" y="4598602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1" name="anim_o5146_1">
            <a:extLst>
              <a:ext uri="{FF2B5EF4-FFF2-40B4-BE49-F238E27FC236}">
                <a16:creationId xmlns:a16="http://schemas.microsoft.com/office/drawing/2014/main" id="{C29D7998-D52F-4D65-AE16-CB10F254364C}"/>
              </a:ext>
            </a:extLst>
          </p:cNvPr>
          <p:cNvSpPr>
            <a:spLocks noGrp="1"/>
          </p:cNvSpPr>
          <p:nvPr/>
        </p:nvSpPr>
        <p:spPr>
          <a:xfrm>
            <a:off x="4625519" y="4902959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2" name="anim_o5147_1">
            <a:extLst>
              <a:ext uri="{FF2B5EF4-FFF2-40B4-BE49-F238E27FC236}">
                <a16:creationId xmlns:a16="http://schemas.microsoft.com/office/drawing/2014/main" id="{4176E91E-22BE-44F7-B2CF-9614DCDBBAA3}"/>
              </a:ext>
            </a:extLst>
          </p:cNvPr>
          <p:cNvSpPr>
            <a:spLocks noGrp="1"/>
          </p:cNvSpPr>
          <p:nvPr/>
        </p:nvSpPr>
        <p:spPr>
          <a:xfrm>
            <a:off x="4929876" y="4902959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3" name="anim_o5148_1">
            <a:extLst>
              <a:ext uri="{FF2B5EF4-FFF2-40B4-BE49-F238E27FC236}">
                <a16:creationId xmlns:a16="http://schemas.microsoft.com/office/drawing/2014/main" id="{B62C27C9-A0CC-4373-A2AB-A4222E833F01}"/>
              </a:ext>
            </a:extLst>
          </p:cNvPr>
          <p:cNvSpPr>
            <a:spLocks noGrp="1"/>
          </p:cNvSpPr>
          <p:nvPr/>
        </p:nvSpPr>
        <p:spPr>
          <a:xfrm>
            <a:off x="5234234" y="4902959"/>
            <a:ext cx="304357" cy="304357"/>
          </a:xfrm>
          <a:prstGeom prst="rect">
            <a:avLst/>
          </a:prstGeom>
          <a:solidFill>
            <a:srgbClr val="9A72AC">
              <a:alpha val="85000"/>
            </a:srgbClr>
          </a:solidFill>
          <a:ln w="12700">
            <a:solidFill>
              <a:srgbClr val="8800A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678145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3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318058 -0.2987671 E" pathEditMode="relative" ptsTypes="">
                                      <p:cBhvr>
                                        <p:cTn id="6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6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93184" y="85983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 animBg="1"/>
      <p:bldP spid="68" grpId="1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cept title">
            <a:extLst>
              <a:ext uri="{FF2B5EF4-FFF2-40B4-BE49-F238E27FC236}">
                <a16:creationId xmlns:a16="http://schemas.microsoft.com/office/drawing/2014/main" id="{A61B94FC-89A4-0A6A-C2FA-FAFD14DFA339}"/>
              </a:ext>
            </a:extLst>
          </p:cNvPr>
          <p:cNvSpPr txBox="1"/>
          <p:nvPr/>
        </p:nvSpPr>
        <p:spPr>
          <a:xfrm>
            <a:off x="812800" y="381000"/>
            <a:ext cx="10414000" cy="553998"/>
          </a:xfrm>
          <a:prstGeom prst="rect">
            <a:avLst/>
          </a:prstGeom>
          <a:noFill/>
        </p:spPr>
        <p:txBody>
          <a:bodyPr vert="horz" lIns="0" tIns="0" rIns="0" bIns="0" rtlCol="0">
            <a:spAutoFit/>
          </a:bodyPr>
          <a:lstStyle/>
          <a:p>
            <a:r>
              <a:rPr lang="en-US" sz="3600" b="1">
                <a:solidFill>
                  <a:srgbClr val="FFFFFF"/>
                </a:solidFill>
                <a:latin typeface="Consolas" panose="020B0609020204030204" pitchFamily="49" charset="0"/>
              </a:rPr>
              <a:t>Shared filter weights</a:t>
            </a:r>
          </a:p>
        </p:txBody>
      </p:sp>
      <p:sp>
        <p:nvSpPr>
          <p:cNvPr id="3" name="Filter label">
            <a:extLst>
              <a:ext uri="{FF2B5EF4-FFF2-40B4-BE49-F238E27FC236}">
                <a16:creationId xmlns:a16="http://schemas.microsoft.com/office/drawing/2014/main" id="{67078C99-913A-4916-5E66-7CA2E6853354}"/>
              </a:ext>
            </a:extLst>
          </p:cNvPr>
          <p:cNvSpPr txBox="1"/>
          <p:nvPr/>
        </p:nvSpPr>
        <p:spPr>
          <a:xfrm>
            <a:off x="1270000" y="1473200"/>
            <a:ext cx="4127500" cy="400110"/>
          </a:xfrm>
          <a:prstGeom prst="rect">
            <a:avLst/>
          </a:prstGeom>
          <a:noFill/>
        </p:spPr>
        <p:txBody>
          <a:bodyPr vert="horz" lIns="0" tIns="0" rIns="0" bIns="0" rtlCol="0">
            <a:spAutoFit/>
          </a:bodyPr>
          <a:lstStyle/>
          <a:p>
            <a:r>
              <a:rPr lang="en-US" sz="2600" b="1">
                <a:solidFill>
                  <a:srgbClr val="FFF514"/>
                </a:solidFill>
                <a:latin typeface="Consolas" panose="020B0609020204030204" pitchFamily="49" charset="0"/>
              </a:rPr>
              <a:t>One 3 × 3 filter</a:t>
            </a:r>
          </a:p>
        </p:txBody>
      </p:sp>
      <p:sp>
        <p:nvSpPr>
          <p:cNvPr id="4" name="Blue channel weights">
            <a:extLst>
              <a:ext uri="{FF2B5EF4-FFF2-40B4-BE49-F238E27FC236}">
                <a16:creationId xmlns:a16="http://schemas.microsoft.com/office/drawing/2014/main" id="{F5C0D12E-C15A-2600-C4EA-7107C56E86A1}"/>
              </a:ext>
            </a:extLst>
          </p:cNvPr>
          <p:cNvSpPr/>
          <p:nvPr/>
        </p:nvSpPr>
        <p:spPr>
          <a:xfrm>
            <a:off x="2324100" y="2603500"/>
            <a:ext cx="1244600" cy="1244600"/>
          </a:xfrm>
          <a:prstGeom prst="rect">
            <a:avLst/>
          </a:prstGeom>
          <a:solidFill>
            <a:srgbClr val="4B87E6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Green channel weights">
            <a:extLst>
              <a:ext uri="{FF2B5EF4-FFF2-40B4-BE49-F238E27FC236}">
                <a16:creationId xmlns:a16="http://schemas.microsoft.com/office/drawing/2014/main" id="{A0D5522E-4992-0DF1-AD66-BAE9D541B291}"/>
              </a:ext>
            </a:extLst>
          </p:cNvPr>
          <p:cNvSpPr/>
          <p:nvPr/>
        </p:nvSpPr>
        <p:spPr>
          <a:xfrm>
            <a:off x="2133600" y="2413000"/>
            <a:ext cx="1244600" cy="1244600"/>
          </a:xfrm>
          <a:prstGeom prst="rect">
            <a:avLst/>
          </a:prstGeom>
          <a:solidFill>
            <a:srgbClr val="55C36E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Red channel weights">
            <a:extLst>
              <a:ext uri="{FF2B5EF4-FFF2-40B4-BE49-F238E27FC236}">
                <a16:creationId xmlns:a16="http://schemas.microsoft.com/office/drawing/2014/main" id="{41E12007-7F36-FD63-9DBB-143A232B0BFB}"/>
              </a:ext>
            </a:extLst>
          </p:cNvPr>
          <p:cNvSpPr/>
          <p:nvPr/>
        </p:nvSpPr>
        <p:spPr>
          <a:xfrm>
            <a:off x="1943100" y="2222500"/>
            <a:ext cx="1244600" cy="1244600"/>
          </a:xfrm>
          <a:prstGeom prst="rect">
            <a:avLst/>
          </a:prstGeom>
          <a:solidFill>
            <a:srgbClr val="F05A5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Channel label">
            <a:extLst>
              <a:ext uri="{FF2B5EF4-FFF2-40B4-BE49-F238E27FC236}">
                <a16:creationId xmlns:a16="http://schemas.microsoft.com/office/drawing/2014/main" id="{CA3847C2-9FE6-849B-79E5-AE2943F82731}"/>
              </a:ext>
            </a:extLst>
          </p:cNvPr>
          <p:cNvSpPr txBox="1"/>
          <p:nvPr/>
        </p:nvSpPr>
        <p:spPr>
          <a:xfrm>
            <a:off x="1181100" y="4089400"/>
            <a:ext cx="4064000" cy="353943"/>
          </a:xfrm>
          <a:prstGeom prst="rect">
            <a:avLst/>
          </a:prstGeom>
          <a:noFill/>
        </p:spPr>
        <p:txBody>
          <a:bodyPr vert="horz" lIns="0" tIns="0" rIns="0" bIns="0" rtlCol="0">
            <a:spAutoFit/>
          </a:bodyPr>
          <a:lstStyle/>
          <a:p>
            <a:r>
              <a:rPr lang="en-US" sz="2300">
                <a:solidFill>
                  <a:srgbClr val="FFFFFF"/>
                </a:solidFill>
                <a:latin typeface="Consolas" panose="020B0609020204030204" pitchFamily="49" charset="0"/>
              </a:rPr>
              <a:t>3 input channels</a:t>
            </a:r>
          </a:p>
        </p:txBody>
      </p:sp>
      <p:sp>
        <p:nvSpPr>
          <p:cNvPr id="8" name="Filter calculation">
            <a:extLst>
              <a:ext uri="{FF2B5EF4-FFF2-40B4-BE49-F238E27FC236}">
                <a16:creationId xmlns:a16="http://schemas.microsoft.com/office/drawing/2014/main" id="{BBF9081D-595F-CB61-E81C-1EF8EA14D099}"/>
              </a:ext>
            </a:extLst>
          </p:cNvPr>
          <p:cNvSpPr txBox="1"/>
          <p:nvPr/>
        </p:nvSpPr>
        <p:spPr>
          <a:xfrm>
            <a:off x="965200" y="4749800"/>
            <a:ext cx="4800600" cy="769441"/>
          </a:xfrm>
          <a:prstGeom prst="rect">
            <a:avLst/>
          </a:prstGeom>
          <a:noFill/>
        </p:spPr>
        <p:txBody>
          <a:bodyPr vert="horz" lIns="0" tIns="0" rIns="0" bIns="0" rtlCol="0">
            <a:spAutoFit/>
          </a:bodyPr>
          <a:lstStyle/>
          <a:p>
            <a:r>
              <a:rPr lang="en-US" sz="2500" b="1">
                <a:solidFill>
                  <a:srgbClr val="FFFFFF"/>
                </a:solidFill>
                <a:latin typeface="Consolas" panose="020B0609020204030204" pitchFamily="49" charset="0"/>
              </a:rPr>
              <a:t>3 × 3 × 3 weights</a:t>
            </a:r>
          </a:p>
          <a:p>
            <a:r>
              <a:rPr lang="en-US" sz="2500" b="1">
                <a:solidFill>
                  <a:srgbClr val="FFFFFF"/>
                </a:solidFill>
                <a:latin typeface="Consolas" panose="020B0609020204030204" pitchFamily="49" charset="0"/>
              </a:rPr>
              <a:t>+ 1 bias = 28 parameters</a:t>
            </a:r>
          </a:p>
        </p:txBody>
      </p:sp>
      <p:sp>
        <p:nvSpPr>
          <p:cNvPr id="9" name="Multiplication">
            <a:extLst>
              <a:ext uri="{FF2B5EF4-FFF2-40B4-BE49-F238E27FC236}">
                <a16:creationId xmlns:a16="http://schemas.microsoft.com/office/drawing/2014/main" id="{0E1F695F-C465-C1A3-9FFF-B150403F767F}"/>
              </a:ext>
            </a:extLst>
          </p:cNvPr>
          <p:cNvSpPr txBox="1"/>
          <p:nvPr/>
        </p:nvSpPr>
        <p:spPr>
          <a:xfrm>
            <a:off x="5778500" y="2768600"/>
            <a:ext cx="787400" cy="769441"/>
          </a:xfrm>
          <a:prstGeom prst="rect">
            <a:avLst/>
          </a:prstGeom>
          <a:noFill/>
        </p:spPr>
        <p:txBody>
          <a:bodyPr vert="horz" lIns="0" tIns="0" rIns="0" bIns="0" rtlCol="0">
            <a:spAutoFit/>
          </a:bodyPr>
          <a:lstStyle/>
          <a:p>
            <a:r>
              <a:rPr lang="en-US" sz="5000" b="1">
                <a:solidFill>
                  <a:srgbClr val="FFFFFF"/>
                </a:solidFill>
                <a:latin typeface="Consolas" panose="020B0609020204030204" pitchFamily="49" charset="0"/>
              </a:rPr>
              <a:t>×</a:t>
            </a:r>
          </a:p>
        </p:txBody>
      </p:sp>
      <p:sp>
        <p:nvSpPr>
          <p:cNvPr id="10" name="Filter count label">
            <a:extLst>
              <a:ext uri="{FF2B5EF4-FFF2-40B4-BE49-F238E27FC236}">
                <a16:creationId xmlns:a16="http://schemas.microsoft.com/office/drawing/2014/main" id="{2848DB56-4C17-F1BE-1D4A-E0DCBD83D5B1}"/>
              </a:ext>
            </a:extLst>
          </p:cNvPr>
          <p:cNvSpPr txBox="1"/>
          <p:nvPr/>
        </p:nvSpPr>
        <p:spPr>
          <a:xfrm>
            <a:off x="6934200" y="1473200"/>
            <a:ext cx="4127500" cy="400110"/>
          </a:xfrm>
          <a:prstGeom prst="rect">
            <a:avLst/>
          </a:prstGeom>
          <a:noFill/>
        </p:spPr>
        <p:txBody>
          <a:bodyPr vert="horz" lIns="0" tIns="0" rIns="0" bIns="0" rtlCol="0">
            <a:spAutoFit/>
          </a:bodyPr>
          <a:lstStyle/>
          <a:p>
            <a:r>
              <a:rPr lang="en-US" sz="2600" b="1">
                <a:solidFill>
                  <a:srgbClr val="FFFFFF"/>
                </a:solidFill>
                <a:latin typeface="Consolas" panose="020B0609020204030204" pitchFamily="49" charset="0"/>
              </a:rPr>
              <a:t>Three filters</a:t>
            </a:r>
          </a:p>
        </p:txBody>
      </p:sp>
      <p:sp>
        <p:nvSpPr>
          <p:cNvPr id="11" name="Filter one">
            <a:extLst>
              <a:ext uri="{FF2B5EF4-FFF2-40B4-BE49-F238E27FC236}">
                <a16:creationId xmlns:a16="http://schemas.microsoft.com/office/drawing/2014/main" id="{25894AA7-089D-3806-F2D5-30E9B31C34FE}"/>
              </a:ext>
            </a:extLst>
          </p:cNvPr>
          <p:cNvSpPr/>
          <p:nvPr/>
        </p:nvSpPr>
        <p:spPr>
          <a:xfrm>
            <a:off x="7366000" y="2298700"/>
            <a:ext cx="1130300" cy="1130300"/>
          </a:xfrm>
          <a:prstGeom prst="rect">
            <a:avLst/>
          </a:prstGeom>
          <a:solidFill>
            <a:srgbClr val="FFF514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ilter two">
            <a:extLst>
              <a:ext uri="{FF2B5EF4-FFF2-40B4-BE49-F238E27FC236}">
                <a16:creationId xmlns:a16="http://schemas.microsoft.com/office/drawing/2014/main" id="{9F4FF449-2B74-8765-23B5-6C9602068D6A}"/>
              </a:ext>
            </a:extLst>
          </p:cNvPr>
          <p:cNvSpPr/>
          <p:nvPr/>
        </p:nvSpPr>
        <p:spPr>
          <a:xfrm>
            <a:off x="8623300" y="2298700"/>
            <a:ext cx="1130300" cy="1130300"/>
          </a:xfrm>
          <a:prstGeom prst="rect">
            <a:avLst/>
          </a:prstGeom>
          <a:solidFill>
            <a:srgbClr val="F28727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ilter three">
            <a:extLst>
              <a:ext uri="{FF2B5EF4-FFF2-40B4-BE49-F238E27FC236}">
                <a16:creationId xmlns:a16="http://schemas.microsoft.com/office/drawing/2014/main" id="{1DD8C627-9329-D21C-3284-B7F12290F95E}"/>
              </a:ext>
            </a:extLst>
          </p:cNvPr>
          <p:cNvSpPr/>
          <p:nvPr/>
        </p:nvSpPr>
        <p:spPr>
          <a:xfrm>
            <a:off x="9880600" y="2298700"/>
            <a:ext cx="1130300" cy="1130300"/>
          </a:xfrm>
          <a:prstGeom prst="rect">
            <a:avLst/>
          </a:prstGeom>
          <a:solidFill>
            <a:srgbClr val="A963C3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utput channel count">
            <a:extLst>
              <a:ext uri="{FF2B5EF4-FFF2-40B4-BE49-F238E27FC236}">
                <a16:creationId xmlns:a16="http://schemas.microsoft.com/office/drawing/2014/main" id="{F9283F16-1F48-CA38-81DF-38BA8AC20DF7}"/>
              </a:ext>
            </a:extLst>
          </p:cNvPr>
          <p:cNvSpPr txBox="1"/>
          <p:nvPr/>
        </p:nvSpPr>
        <p:spPr>
          <a:xfrm>
            <a:off x="7099300" y="4089400"/>
            <a:ext cx="4191000" cy="353943"/>
          </a:xfrm>
          <a:prstGeom prst="rect">
            <a:avLst/>
          </a:prstGeom>
          <a:noFill/>
        </p:spPr>
        <p:txBody>
          <a:bodyPr vert="horz" lIns="0" tIns="0" rIns="0" bIns="0" rtlCol="0">
            <a:spAutoFit/>
          </a:bodyPr>
          <a:lstStyle/>
          <a:p>
            <a:r>
              <a:rPr lang="en-US" sz="2300">
                <a:solidFill>
                  <a:srgbClr val="FFFFFF"/>
                </a:solidFill>
                <a:latin typeface="Consolas" panose="020B0609020204030204" pitchFamily="49" charset="0"/>
              </a:rPr>
              <a:t>3 output channels</a:t>
            </a:r>
          </a:p>
        </p:txBody>
      </p:sp>
      <p:sp>
        <p:nvSpPr>
          <p:cNvPr id="15" name="Total calculation">
            <a:extLst>
              <a:ext uri="{FF2B5EF4-FFF2-40B4-BE49-F238E27FC236}">
                <a16:creationId xmlns:a16="http://schemas.microsoft.com/office/drawing/2014/main" id="{4CF322D4-6E83-A271-7A3D-295353F22B27}"/>
              </a:ext>
            </a:extLst>
          </p:cNvPr>
          <p:cNvSpPr txBox="1"/>
          <p:nvPr/>
        </p:nvSpPr>
        <p:spPr>
          <a:xfrm>
            <a:off x="6743700" y="4991100"/>
            <a:ext cx="4927600" cy="415498"/>
          </a:xfrm>
          <a:prstGeom prst="rect">
            <a:avLst/>
          </a:prstGeom>
          <a:noFill/>
        </p:spPr>
        <p:txBody>
          <a:bodyPr vert="horz" lIns="0" tIns="0" rIns="0" bIns="0" rtlCol="0">
            <a:spAutoFit/>
          </a:bodyPr>
          <a:lstStyle/>
          <a:p>
            <a:r>
              <a:rPr lang="en-US" sz="2700" b="1">
                <a:solidFill>
                  <a:srgbClr val="FFFFFF"/>
                </a:solidFill>
                <a:latin typeface="Consolas" panose="020B0609020204030204" pitchFamily="49" charset="0"/>
              </a:rPr>
              <a:t>28 × 3 = 84 parameters</a:t>
            </a:r>
          </a:p>
        </p:txBody>
      </p:sp>
      <p:sp>
        <p:nvSpPr>
          <p:cNvPr id="16" name="Weight sharing statement">
            <a:extLst>
              <a:ext uri="{FF2B5EF4-FFF2-40B4-BE49-F238E27FC236}">
                <a16:creationId xmlns:a16="http://schemas.microsoft.com/office/drawing/2014/main" id="{47F7AA64-73BA-9EEF-2A8D-77CC266CB7C7}"/>
              </a:ext>
            </a:extLst>
          </p:cNvPr>
          <p:cNvSpPr txBox="1"/>
          <p:nvPr/>
        </p:nvSpPr>
        <p:spPr>
          <a:xfrm>
            <a:off x="1041400" y="6134100"/>
            <a:ext cx="10287000" cy="307777"/>
          </a:xfrm>
          <a:prstGeom prst="rect">
            <a:avLst/>
          </a:prstGeom>
          <a:noFill/>
        </p:spPr>
        <p:txBody>
          <a:bodyPr vert="horz" lIns="0" tIns="0" rIns="0" bIns="0" rtlCol="0">
            <a:spAutoFit/>
          </a:bodyPr>
          <a:lstStyle/>
          <a:p>
            <a:r>
              <a:rPr lang="en-US" sz="2000">
                <a:solidFill>
                  <a:srgbClr val="FFFFFF"/>
                </a:solidFill>
                <a:latin typeface="Consolas" panose="020B0609020204030204" pitchFamily="49" charset="0"/>
              </a:rPr>
              <a:t>The same 84 parameters are used at all 4 × 4 output positions.</a:t>
            </a:r>
          </a:p>
        </p:txBody>
      </p:sp>
    </p:spTree>
    <p:extLst>
      <p:ext uri="{BB962C8B-B14F-4D97-AF65-F5344CB8AC3E}">
        <p14:creationId xmlns:p14="http://schemas.microsoft.com/office/powerpoint/2010/main" val="2753871607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anim_to5632_0_1">
            <a:extLst>
              <a:ext uri="{FF2B5EF4-FFF2-40B4-BE49-F238E27FC236}">
                <a16:creationId xmlns:a16="http://schemas.microsoft.com/office/drawing/2014/main" id="{E1F11AE4-8486-4116-96E6-EC1BFA82B180}"/>
              </a:ext>
            </a:extLst>
          </p:cNvPr>
          <p:cNvSpPr>
            <a:spLocks noGrp="1"/>
          </p:cNvSpPr>
          <p:nvPr/>
        </p:nvSpPr>
        <p:spPr>
          <a:xfrm>
            <a:off x="3604962" y="579449"/>
            <a:ext cx="5001126" cy="8056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075" b="1">
                <a:solidFill>
                  <a:srgbClr val="58C4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075" b="1">
                <a:solidFill>
                  <a:srgbClr val="58C4DD"/>
                </a:solidFill>
                <a:latin typeface="Consolas"/>
                <a:ea typeface="Consolas"/>
                <a:cs typeface="Consolas"/>
              </a:defRPr>
            </a:pPr>
            <a:r>
              <a:rPr sz="5075" b="1">
                <a:solidFill>
                  <a:srgbClr val="58C4DD"/>
                </a:solidFill>
                <a:latin typeface="Consolas"/>
                <a:ea typeface="Consolas"/>
                <a:cs typeface="Consolas"/>
              </a:rPr>
              <a:t>Pooling Layers</a:t>
            </a:r>
          </a:p>
        </p:txBody>
      </p:sp>
      <p:sp>
        <p:nvSpPr>
          <p:cNvPr id="2" name="anim_to5647_0_1">
            <a:extLst>
              <a:ext uri="{FF2B5EF4-FFF2-40B4-BE49-F238E27FC236}">
                <a16:creationId xmlns:a16="http://schemas.microsoft.com/office/drawing/2014/main" id="{A5750D36-CAF6-413D-AC46-8FD6DD7A3068}"/>
              </a:ext>
            </a:extLst>
          </p:cNvPr>
          <p:cNvSpPr>
            <a:spLocks noGrp="1"/>
          </p:cNvSpPr>
          <p:nvPr/>
        </p:nvSpPr>
        <p:spPr>
          <a:xfrm>
            <a:off x="4380435" y="507018"/>
            <a:ext cx="3450181" cy="7049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41" b="1">
                <a:solidFill>
                  <a:srgbClr val="FC6255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441" b="1">
                <a:solidFill>
                  <a:srgbClr val="FC6255"/>
                </a:solidFill>
                <a:latin typeface="Consolas"/>
                <a:ea typeface="Consolas"/>
                <a:cs typeface="Consolas"/>
              </a:defRPr>
            </a:pPr>
            <a:r>
              <a:rPr sz="4441" b="1">
                <a:solidFill>
                  <a:srgbClr val="FC6255"/>
                </a:solidFill>
                <a:latin typeface="Consolas"/>
                <a:ea typeface="Consolas"/>
                <a:cs typeface="Consolas"/>
              </a:rPr>
              <a:t>Max Pooling</a:t>
            </a:r>
          </a:p>
        </p:txBody>
      </p:sp>
      <p:sp>
        <p:nvSpPr>
          <p:cNvPr id="3" name="anim_o5660_1">
            <a:extLst>
              <a:ext uri="{FF2B5EF4-FFF2-40B4-BE49-F238E27FC236}">
                <a16:creationId xmlns:a16="http://schemas.microsoft.com/office/drawing/2014/main" id="{5A5720C2-75DE-48A6-AF88-D8DBB5035AE6}"/>
              </a:ext>
            </a:extLst>
          </p:cNvPr>
          <p:cNvSpPr>
            <a:spLocks noGrp="1"/>
          </p:cNvSpPr>
          <p:nvPr/>
        </p:nvSpPr>
        <p:spPr>
          <a:xfrm>
            <a:off x="1724025" y="23145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5664_1">
            <a:extLst>
              <a:ext uri="{FF2B5EF4-FFF2-40B4-BE49-F238E27FC236}">
                <a16:creationId xmlns:a16="http://schemas.microsoft.com/office/drawing/2014/main" id="{D9B582EA-3983-4399-8A0A-3DE4CDC3FAA4}"/>
              </a:ext>
            </a:extLst>
          </p:cNvPr>
          <p:cNvSpPr>
            <a:spLocks noGrp="1"/>
          </p:cNvSpPr>
          <p:nvPr/>
        </p:nvSpPr>
        <p:spPr>
          <a:xfrm>
            <a:off x="2409825" y="23145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5668_1">
            <a:extLst>
              <a:ext uri="{FF2B5EF4-FFF2-40B4-BE49-F238E27FC236}">
                <a16:creationId xmlns:a16="http://schemas.microsoft.com/office/drawing/2014/main" id="{032DDDE3-C1A1-4580-80D7-37A9FBE40107}"/>
              </a:ext>
            </a:extLst>
          </p:cNvPr>
          <p:cNvSpPr>
            <a:spLocks noGrp="1"/>
          </p:cNvSpPr>
          <p:nvPr/>
        </p:nvSpPr>
        <p:spPr>
          <a:xfrm>
            <a:off x="3095625" y="23145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5672_1">
            <a:extLst>
              <a:ext uri="{FF2B5EF4-FFF2-40B4-BE49-F238E27FC236}">
                <a16:creationId xmlns:a16="http://schemas.microsoft.com/office/drawing/2014/main" id="{4A19EFFD-95B2-4252-B8EA-4D412B7715E4}"/>
              </a:ext>
            </a:extLst>
          </p:cNvPr>
          <p:cNvSpPr>
            <a:spLocks noGrp="1"/>
          </p:cNvSpPr>
          <p:nvPr/>
        </p:nvSpPr>
        <p:spPr>
          <a:xfrm>
            <a:off x="3781425" y="23145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5676_1">
            <a:extLst>
              <a:ext uri="{FF2B5EF4-FFF2-40B4-BE49-F238E27FC236}">
                <a16:creationId xmlns:a16="http://schemas.microsoft.com/office/drawing/2014/main" id="{3D6171FE-0F89-4D3B-9C67-AA3CD547924C}"/>
              </a:ext>
            </a:extLst>
          </p:cNvPr>
          <p:cNvSpPr>
            <a:spLocks noGrp="1"/>
          </p:cNvSpPr>
          <p:nvPr/>
        </p:nvSpPr>
        <p:spPr>
          <a:xfrm>
            <a:off x="1724025" y="30003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5680_1">
            <a:extLst>
              <a:ext uri="{FF2B5EF4-FFF2-40B4-BE49-F238E27FC236}">
                <a16:creationId xmlns:a16="http://schemas.microsoft.com/office/drawing/2014/main" id="{1845A73D-DEA3-429B-86AB-AC7044AAC6E6}"/>
              </a:ext>
            </a:extLst>
          </p:cNvPr>
          <p:cNvSpPr>
            <a:spLocks noGrp="1"/>
          </p:cNvSpPr>
          <p:nvPr/>
        </p:nvSpPr>
        <p:spPr>
          <a:xfrm>
            <a:off x="2409825" y="30003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5684_1">
            <a:extLst>
              <a:ext uri="{FF2B5EF4-FFF2-40B4-BE49-F238E27FC236}">
                <a16:creationId xmlns:a16="http://schemas.microsoft.com/office/drawing/2014/main" id="{B60D54F9-824E-4462-9539-9D7E0D08CAEA}"/>
              </a:ext>
            </a:extLst>
          </p:cNvPr>
          <p:cNvSpPr>
            <a:spLocks noGrp="1"/>
          </p:cNvSpPr>
          <p:nvPr/>
        </p:nvSpPr>
        <p:spPr>
          <a:xfrm>
            <a:off x="3095625" y="30003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5688_1">
            <a:extLst>
              <a:ext uri="{FF2B5EF4-FFF2-40B4-BE49-F238E27FC236}">
                <a16:creationId xmlns:a16="http://schemas.microsoft.com/office/drawing/2014/main" id="{6F13BEB6-7668-45F1-BA61-B798CFBCD214}"/>
              </a:ext>
            </a:extLst>
          </p:cNvPr>
          <p:cNvSpPr>
            <a:spLocks noGrp="1"/>
          </p:cNvSpPr>
          <p:nvPr/>
        </p:nvSpPr>
        <p:spPr>
          <a:xfrm>
            <a:off x="3781425" y="30003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5692_1">
            <a:extLst>
              <a:ext uri="{FF2B5EF4-FFF2-40B4-BE49-F238E27FC236}">
                <a16:creationId xmlns:a16="http://schemas.microsoft.com/office/drawing/2014/main" id="{7B9DD86E-F9F8-47E2-B728-7F8D5488EB3B}"/>
              </a:ext>
            </a:extLst>
          </p:cNvPr>
          <p:cNvSpPr>
            <a:spLocks noGrp="1"/>
          </p:cNvSpPr>
          <p:nvPr/>
        </p:nvSpPr>
        <p:spPr>
          <a:xfrm>
            <a:off x="1724025" y="36861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5696_1">
            <a:extLst>
              <a:ext uri="{FF2B5EF4-FFF2-40B4-BE49-F238E27FC236}">
                <a16:creationId xmlns:a16="http://schemas.microsoft.com/office/drawing/2014/main" id="{A82F0C18-EDB4-44CD-8F2E-2602A01EE9BA}"/>
              </a:ext>
            </a:extLst>
          </p:cNvPr>
          <p:cNvSpPr>
            <a:spLocks noGrp="1"/>
          </p:cNvSpPr>
          <p:nvPr/>
        </p:nvSpPr>
        <p:spPr>
          <a:xfrm>
            <a:off x="2409825" y="36861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5700_1">
            <a:extLst>
              <a:ext uri="{FF2B5EF4-FFF2-40B4-BE49-F238E27FC236}">
                <a16:creationId xmlns:a16="http://schemas.microsoft.com/office/drawing/2014/main" id="{DDD63AF1-758A-441C-9E92-758800A55A4E}"/>
              </a:ext>
            </a:extLst>
          </p:cNvPr>
          <p:cNvSpPr>
            <a:spLocks noGrp="1"/>
          </p:cNvSpPr>
          <p:nvPr/>
        </p:nvSpPr>
        <p:spPr>
          <a:xfrm>
            <a:off x="3095625" y="36861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5704_1">
            <a:extLst>
              <a:ext uri="{FF2B5EF4-FFF2-40B4-BE49-F238E27FC236}">
                <a16:creationId xmlns:a16="http://schemas.microsoft.com/office/drawing/2014/main" id="{62AE9AB4-2295-4AFC-B21D-9942713FCFFE}"/>
              </a:ext>
            </a:extLst>
          </p:cNvPr>
          <p:cNvSpPr>
            <a:spLocks noGrp="1"/>
          </p:cNvSpPr>
          <p:nvPr/>
        </p:nvSpPr>
        <p:spPr>
          <a:xfrm>
            <a:off x="3781425" y="36861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5708_1">
            <a:extLst>
              <a:ext uri="{FF2B5EF4-FFF2-40B4-BE49-F238E27FC236}">
                <a16:creationId xmlns:a16="http://schemas.microsoft.com/office/drawing/2014/main" id="{D2124ACC-9795-4416-B599-26C7ED092E9D}"/>
              </a:ext>
            </a:extLst>
          </p:cNvPr>
          <p:cNvSpPr>
            <a:spLocks noGrp="1"/>
          </p:cNvSpPr>
          <p:nvPr/>
        </p:nvSpPr>
        <p:spPr>
          <a:xfrm>
            <a:off x="1724025" y="43719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5712_1">
            <a:extLst>
              <a:ext uri="{FF2B5EF4-FFF2-40B4-BE49-F238E27FC236}">
                <a16:creationId xmlns:a16="http://schemas.microsoft.com/office/drawing/2014/main" id="{2368DA2B-6451-4095-A9B6-41C692D67033}"/>
              </a:ext>
            </a:extLst>
          </p:cNvPr>
          <p:cNvSpPr>
            <a:spLocks noGrp="1"/>
          </p:cNvSpPr>
          <p:nvPr/>
        </p:nvSpPr>
        <p:spPr>
          <a:xfrm>
            <a:off x="2409825" y="43719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5716_1">
            <a:extLst>
              <a:ext uri="{FF2B5EF4-FFF2-40B4-BE49-F238E27FC236}">
                <a16:creationId xmlns:a16="http://schemas.microsoft.com/office/drawing/2014/main" id="{DDCD2A95-65CD-4D96-A689-D49C6C05C8DF}"/>
              </a:ext>
            </a:extLst>
          </p:cNvPr>
          <p:cNvSpPr>
            <a:spLocks noGrp="1"/>
          </p:cNvSpPr>
          <p:nvPr/>
        </p:nvSpPr>
        <p:spPr>
          <a:xfrm>
            <a:off x="3095625" y="43719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5720_1">
            <a:extLst>
              <a:ext uri="{FF2B5EF4-FFF2-40B4-BE49-F238E27FC236}">
                <a16:creationId xmlns:a16="http://schemas.microsoft.com/office/drawing/2014/main" id="{EC48F773-E172-4548-9085-BF9A125DE3EE}"/>
              </a:ext>
            </a:extLst>
          </p:cNvPr>
          <p:cNvSpPr>
            <a:spLocks noGrp="1"/>
          </p:cNvSpPr>
          <p:nvPr/>
        </p:nvSpPr>
        <p:spPr>
          <a:xfrm>
            <a:off x="3781425" y="43719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to5661_0_1">
            <a:extLst>
              <a:ext uri="{FF2B5EF4-FFF2-40B4-BE49-F238E27FC236}">
                <a16:creationId xmlns:a16="http://schemas.microsoft.com/office/drawing/2014/main" id="{632D7E7B-7E3D-4CE3-9BAF-3515D154F3C8}"/>
              </a:ext>
            </a:extLst>
          </p:cNvPr>
          <p:cNvSpPr>
            <a:spLocks noGrp="1"/>
          </p:cNvSpPr>
          <p:nvPr/>
        </p:nvSpPr>
        <p:spPr>
          <a:xfrm>
            <a:off x="1968775" y="24560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20" name="anim_to5665_0_1">
            <a:extLst>
              <a:ext uri="{FF2B5EF4-FFF2-40B4-BE49-F238E27FC236}">
                <a16:creationId xmlns:a16="http://schemas.microsoft.com/office/drawing/2014/main" id="{3F47F0EC-8D53-4167-A279-D172F0F6F74A}"/>
              </a:ext>
            </a:extLst>
          </p:cNvPr>
          <p:cNvSpPr>
            <a:spLocks noGrp="1"/>
          </p:cNvSpPr>
          <p:nvPr/>
        </p:nvSpPr>
        <p:spPr>
          <a:xfrm>
            <a:off x="2654575" y="24560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21" name="anim_to5669_0_1">
            <a:extLst>
              <a:ext uri="{FF2B5EF4-FFF2-40B4-BE49-F238E27FC236}">
                <a16:creationId xmlns:a16="http://schemas.microsoft.com/office/drawing/2014/main" id="{9A250608-518E-4958-95C8-6985C3B9A131}"/>
              </a:ext>
            </a:extLst>
          </p:cNvPr>
          <p:cNvSpPr>
            <a:spLocks noGrp="1"/>
          </p:cNvSpPr>
          <p:nvPr/>
        </p:nvSpPr>
        <p:spPr>
          <a:xfrm>
            <a:off x="3340375" y="24560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22" name="anim_to5673_0_1">
            <a:extLst>
              <a:ext uri="{FF2B5EF4-FFF2-40B4-BE49-F238E27FC236}">
                <a16:creationId xmlns:a16="http://schemas.microsoft.com/office/drawing/2014/main" id="{2117FBDE-BCC9-4E73-8EF6-AD794C07675A}"/>
              </a:ext>
            </a:extLst>
          </p:cNvPr>
          <p:cNvSpPr>
            <a:spLocks noGrp="1"/>
          </p:cNvSpPr>
          <p:nvPr/>
        </p:nvSpPr>
        <p:spPr>
          <a:xfrm>
            <a:off x="4026175" y="24560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23" name="anim_to5677_0_1">
            <a:extLst>
              <a:ext uri="{FF2B5EF4-FFF2-40B4-BE49-F238E27FC236}">
                <a16:creationId xmlns:a16="http://schemas.microsoft.com/office/drawing/2014/main" id="{A317848F-562F-44DB-896C-9FCA58B8707B}"/>
              </a:ext>
            </a:extLst>
          </p:cNvPr>
          <p:cNvSpPr>
            <a:spLocks noGrp="1"/>
          </p:cNvSpPr>
          <p:nvPr/>
        </p:nvSpPr>
        <p:spPr>
          <a:xfrm>
            <a:off x="1968775" y="31418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26" name="anim_to5689_0_1">
            <a:extLst>
              <a:ext uri="{FF2B5EF4-FFF2-40B4-BE49-F238E27FC236}">
                <a16:creationId xmlns:a16="http://schemas.microsoft.com/office/drawing/2014/main" id="{60D95C71-E00E-4B80-8EE0-2566CF1F8E47}"/>
              </a:ext>
            </a:extLst>
          </p:cNvPr>
          <p:cNvSpPr>
            <a:spLocks noGrp="1"/>
          </p:cNvSpPr>
          <p:nvPr/>
        </p:nvSpPr>
        <p:spPr>
          <a:xfrm>
            <a:off x="4026175" y="31418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27" name="anim_to5693_0_1">
            <a:extLst>
              <a:ext uri="{FF2B5EF4-FFF2-40B4-BE49-F238E27FC236}">
                <a16:creationId xmlns:a16="http://schemas.microsoft.com/office/drawing/2014/main" id="{76E3605E-BE4A-494E-8320-E44E64C1F3B4}"/>
              </a:ext>
            </a:extLst>
          </p:cNvPr>
          <p:cNvSpPr>
            <a:spLocks noGrp="1"/>
          </p:cNvSpPr>
          <p:nvPr/>
        </p:nvSpPr>
        <p:spPr>
          <a:xfrm>
            <a:off x="1968775" y="38276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29" name="anim_to5701_0_1">
            <a:extLst>
              <a:ext uri="{FF2B5EF4-FFF2-40B4-BE49-F238E27FC236}">
                <a16:creationId xmlns:a16="http://schemas.microsoft.com/office/drawing/2014/main" id="{18476DE8-5611-48F6-909A-7066554CAAA8}"/>
              </a:ext>
            </a:extLst>
          </p:cNvPr>
          <p:cNvSpPr>
            <a:spLocks noGrp="1"/>
          </p:cNvSpPr>
          <p:nvPr/>
        </p:nvSpPr>
        <p:spPr>
          <a:xfrm>
            <a:off x="3340375" y="38276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30" name="anim_to5705_0_1">
            <a:extLst>
              <a:ext uri="{FF2B5EF4-FFF2-40B4-BE49-F238E27FC236}">
                <a16:creationId xmlns:a16="http://schemas.microsoft.com/office/drawing/2014/main" id="{57925781-F0FF-4301-8980-C01D45FA9BFD}"/>
              </a:ext>
            </a:extLst>
          </p:cNvPr>
          <p:cNvSpPr>
            <a:spLocks noGrp="1"/>
          </p:cNvSpPr>
          <p:nvPr/>
        </p:nvSpPr>
        <p:spPr>
          <a:xfrm>
            <a:off x="4026175" y="38276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1" name="anim_to5709_0_1">
            <a:extLst>
              <a:ext uri="{FF2B5EF4-FFF2-40B4-BE49-F238E27FC236}">
                <a16:creationId xmlns:a16="http://schemas.microsoft.com/office/drawing/2014/main" id="{543AEA4E-38E0-496A-9393-F273CCDA2002}"/>
              </a:ext>
            </a:extLst>
          </p:cNvPr>
          <p:cNvSpPr>
            <a:spLocks noGrp="1"/>
          </p:cNvSpPr>
          <p:nvPr/>
        </p:nvSpPr>
        <p:spPr>
          <a:xfrm>
            <a:off x="1968775" y="45134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32" name="anim_to5713_0_1">
            <a:extLst>
              <a:ext uri="{FF2B5EF4-FFF2-40B4-BE49-F238E27FC236}">
                <a16:creationId xmlns:a16="http://schemas.microsoft.com/office/drawing/2014/main" id="{E98E1443-A706-45D5-AA0F-B5F961529C1F}"/>
              </a:ext>
            </a:extLst>
          </p:cNvPr>
          <p:cNvSpPr>
            <a:spLocks noGrp="1"/>
          </p:cNvSpPr>
          <p:nvPr/>
        </p:nvSpPr>
        <p:spPr>
          <a:xfrm>
            <a:off x="2654575" y="45134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33" name="anim_to5717_0_1">
            <a:extLst>
              <a:ext uri="{FF2B5EF4-FFF2-40B4-BE49-F238E27FC236}">
                <a16:creationId xmlns:a16="http://schemas.microsoft.com/office/drawing/2014/main" id="{50ECE9B9-0FFC-46EC-8914-0128369DA34F}"/>
              </a:ext>
            </a:extLst>
          </p:cNvPr>
          <p:cNvSpPr>
            <a:spLocks noGrp="1"/>
          </p:cNvSpPr>
          <p:nvPr/>
        </p:nvSpPr>
        <p:spPr>
          <a:xfrm>
            <a:off x="3340375" y="45134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35" name="anim_to5724_0_1">
            <a:extLst>
              <a:ext uri="{FF2B5EF4-FFF2-40B4-BE49-F238E27FC236}">
                <a16:creationId xmlns:a16="http://schemas.microsoft.com/office/drawing/2014/main" id="{10247A7C-538E-4DEC-B278-6EA09BCA94D2}"/>
              </a:ext>
            </a:extLst>
          </p:cNvPr>
          <p:cNvSpPr>
            <a:spLocks noGrp="1"/>
          </p:cNvSpPr>
          <p:nvPr/>
        </p:nvSpPr>
        <p:spPr>
          <a:xfrm>
            <a:off x="1948740" y="1559029"/>
            <a:ext cx="2312820" cy="4699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6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96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96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Input (4×4)</a:t>
            </a:r>
          </a:p>
        </p:txBody>
      </p:sp>
      <p:sp>
        <p:nvSpPr>
          <p:cNvPr id="36" name="anim_to5736_0_1">
            <a:extLst>
              <a:ext uri="{FF2B5EF4-FFF2-40B4-BE49-F238E27FC236}">
                <a16:creationId xmlns:a16="http://schemas.microsoft.com/office/drawing/2014/main" id="{225C6F7D-B973-489F-8136-B45418E80281}"/>
              </a:ext>
            </a:extLst>
          </p:cNvPr>
          <p:cNvSpPr>
            <a:spLocks noGrp="1"/>
          </p:cNvSpPr>
          <p:nvPr/>
        </p:nvSpPr>
        <p:spPr>
          <a:xfrm>
            <a:off x="388590" y="5325145"/>
            <a:ext cx="5433120" cy="49045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9" b="0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89" b="0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pPr>
            <a:r>
              <a:rPr sz="3089" b="0">
                <a:solidFill>
                  <a:srgbClr val="FFFF00"/>
                </a:solidFill>
                <a:latin typeface="Consolas"/>
                <a:ea typeface="Consolas"/>
                <a:cs typeface="Consolas"/>
              </a:rPr>
              <a:t>Pool Size: 2×2, Stride: 2</a:t>
            </a:r>
          </a:p>
        </p:txBody>
      </p:sp>
      <p:sp>
        <p:nvSpPr>
          <p:cNvPr id="37" name="anim_o5788_1">
            <a:extLst>
              <a:ext uri="{FF2B5EF4-FFF2-40B4-BE49-F238E27FC236}">
                <a16:creationId xmlns:a16="http://schemas.microsoft.com/office/drawing/2014/main" id="{E07D8978-7857-454A-9D40-E1F074B53B97}"/>
              </a:ext>
            </a:extLst>
          </p:cNvPr>
          <p:cNvSpPr>
            <a:spLocks noGrp="1"/>
          </p:cNvSpPr>
          <p:nvPr/>
        </p:nvSpPr>
        <p:spPr>
          <a:xfrm>
            <a:off x="4895850" y="3600450"/>
            <a:ext cx="3086100" cy="171450"/>
          </a:xfrm>
          <a:custGeom>
            <a:avLst/>
            <a:gdLst/>
            <a:ahLst/>
            <a:cxnLst/>
            <a:rect l="0" t="0" r="0" b="0"/>
            <a:pathLst>
              <a:path w="3086100" h="171450">
                <a:moveTo>
                  <a:pt x="0" y="104775"/>
                </a:moveTo>
                <a:lnTo>
                  <a:pt x="2914650" y="104775"/>
                </a:lnTo>
                <a:lnTo>
                  <a:pt x="2914650" y="171450"/>
                </a:lnTo>
                <a:lnTo>
                  <a:pt x="3086100" y="85725"/>
                </a:lnTo>
                <a:lnTo>
                  <a:pt x="2914650" y="0"/>
                </a:lnTo>
                <a:lnTo>
                  <a:pt x="2914650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2540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to5789_0_1">
            <a:extLst>
              <a:ext uri="{FF2B5EF4-FFF2-40B4-BE49-F238E27FC236}">
                <a16:creationId xmlns:a16="http://schemas.microsoft.com/office/drawing/2014/main" id="{EC23E882-4DBF-4F86-AF12-C8CF718D3006}"/>
              </a:ext>
            </a:extLst>
          </p:cNvPr>
          <p:cNvSpPr>
            <a:spLocks noGrp="1"/>
          </p:cNvSpPr>
          <p:nvPr/>
        </p:nvSpPr>
        <p:spPr>
          <a:xfrm>
            <a:off x="5997326" y="3102939"/>
            <a:ext cx="902198" cy="6546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124" b="1">
                <a:solidFill>
                  <a:srgbClr val="FC6255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124" b="1">
                <a:solidFill>
                  <a:srgbClr val="FC6255"/>
                </a:solidFill>
                <a:latin typeface="Consolas"/>
                <a:ea typeface="Consolas"/>
                <a:cs typeface="Consolas"/>
              </a:defRPr>
            </a:pPr>
            <a:r>
              <a:rPr sz="4124" b="1">
                <a:solidFill>
                  <a:srgbClr val="FC6255"/>
                </a:solidFill>
                <a:latin typeface="Consolas"/>
                <a:ea typeface="Consolas"/>
                <a:cs typeface="Consolas"/>
              </a:rPr>
              <a:t>Max</a:t>
            </a:r>
          </a:p>
        </p:txBody>
      </p:sp>
      <p:sp>
        <p:nvSpPr>
          <p:cNvPr id="39" name="anim_o5763_1">
            <a:extLst>
              <a:ext uri="{FF2B5EF4-FFF2-40B4-BE49-F238E27FC236}">
                <a16:creationId xmlns:a16="http://schemas.microsoft.com/office/drawing/2014/main" id="{B2041D6D-3C0A-4632-82AD-E340B3928325}"/>
              </a:ext>
            </a:extLst>
          </p:cNvPr>
          <p:cNvSpPr>
            <a:spLocks noGrp="1"/>
          </p:cNvSpPr>
          <p:nvPr/>
        </p:nvSpPr>
        <p:spPr>
          <a:xfrm>
            <a:off x="8410575" y="30003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5766_1">
            <a:extLst>
              <a:ext uri="{FF2B5EF4-FFF2-40B4-BE49-F238E27FC236}">
                <a16:creationId xmlns:a16="http://schemas.microsoft.com/office/drawing/2014/main" id="{778594A6-D7AC-4240-8792-88CF0EB9CD99}"/>
              </a:ext>
            </a:extLst>
          </p:cNvPr>
          <p:cNvSpPr>
            <a:spLocks noGrp="1"/>
          </p:cNvSpPr>
          <p:nvPr/>
        </p:nvSpPr>
        <p:spPr>
          <a:xfrm>
            <a:off x="9096375" y="30003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5769_1">
            <a:extLst>
              <a:ext uri="{FF2B5EF4-FFF2-40B4-BE49-F238E27FC236}">
                <a16:creationId xmlns:a16="http://schemas.microsoft.com/office/drawing/2014/main" id="{428A08F2-5C89-495C-A042-F68891747726}"/>
              </a:ext>
            </a:extLst>
          </p:cNvPr>
          <p:cNvSpPr>
            <a:spLocks noGrp="1"/>
          </p:cNvSpPr>
          <p:nvPr/>
        </p:nvSpPr>
        <p:spPr>
          <a:xfrm>
            <a:off x="8410575" y="36861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5772_1">
            <a:extLst>
              <a:ext uri="{FF2B5EF4-FFF2-40B4-BE49-F238E27FC236}">
                <a16:creationId xmlns:a16="http://schemas.microsoft.com/office/drawing/2014/main" id="{760B8429-DF7B-4AB6-A55E-2BA9D7FE2C1A}"/>
              </a:ext>
            </a:extLst>
          </p:cNvPr>
          <p:cNvSpPr>
            <a:spLocks noGrp="1"/>
          </p:cNvSpPr>
          <p:nvPr/>
        </p:nvSpPr>
        <p:spPr>
          <a:xfrm>
            <a:off x="9096375" y="36861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to5764_0_1">
            <a:extLst>
              <a:ext uri="{FF2B5EF4-FFF2-40B4-BE49-F238E27FC236}">
                <a16:creationId xmlns:a16="http://schemas.microsoft.com/office/drawing/2014/main" id="{C58E99C6-721C-4944-AA50-1429AB63F0A0}"/>
              </a:ext>
            </a:extLst>
          </p:cNvPr>
          <p:cNvSpPr>
            <a:spLocks noGrp="1"/>
          </p:cNvSpPr>
          <p:nvPr/>
        </p:nvSpPr>
        <p:spPr>
          <a:xfrm>
            <a:off x="8655325" y="31418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44" name="anim_to5767_0_1">
            <a:extLst>
              <a:ext uri="{FF2B5EF4-FFF2-40B4-BE49-F238E27FC236}">
                <a16:creationId xmlns:a16="http://schemas.microsoft.com/office/drawing/2014/main" id="{653FB42C-D957-4F85-943E-36CA893DD6DA}"/>
              </a:ext>
            </a:extLst>
          </p:cNvPr>
          <p:cNvSpPr>
            <a:spLocks noGrp="1"/>
          </p:cNvSpPr>
          <p:nvPr/>
        </p:nvSpPr>
        <p:spPr>
          <a:xfrm>
            <a:off x="9341125" y="31418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45" name="anim_to5770_0_1">
            <a:extLst>
              <a:ext uri="{FF2B5EF4-FFF2-40B4-BE49-F238E27FC236}">
                <a16:creationId xmlns:a16="http://schemas.microsoft.com/office/drawing/2014/main" id="{F34755A9-E68B-489D-8A68-EBDA5EE654A3}"/>
              </a:ext>
            </a:extLst>
          </p:cNvPr>
          <p:cNvSpPr>
            <a:spLocks noGrp="1"/>
          </p:cNvSpPr>
          <p:nvPr/>
        </p:nvSpPr>
        <p:spPr>
          <a:xfrm>
            <a:off x="8655325" y="38276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46" name="anim_to5773_0_1">
            <a:extLst>
              <a:ext uri="{FF2B5EF4-FFF2-40B4-BE49-F238E27FC236}">
                <a16:creationId xmlns:a16="http://schemas.microsoft.com/office/drawing/2014/main" id="{ACA4749A-A01D-4E0D-969D-38BA67B964B4}"/>
              </a:ext>
            </a:extLst>
          </p:cNvPr>
          <p:cNvSpPr>
            <a:spLocks noGrp="1"/>
          </p:cNvSpPr>
          <p:nvPr/>
        </p:nvSpPr>
        <p:spPr>
          <a:xfrm>
            <a:off x="9341125" y="38276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47" name="anim_to5775_0_1">
            <a:extLst>
              <a:ext uri="{FF2B5EF4-FFF2-40B4-BE49-F238E27FC236}">
                <a16:creationId xmlns:a16="http://schemas.microsoft.com/office/drawing/2014/main" id="{E5A1BEAF-E017-4437-BAB6-BAD5C61E888D}"/>
              </a:ext>
            </a:extLst>
          </p:cNvPr>
          <p:cNvSpPr>
            <a:spLocks noGrp="1"/>
          </p:cNvSpPr>
          <p:nvPr/>
        </p:nvSpPr>
        <p:spPr>
          <a:xfrm>
            <a:off x="7846093" y="2244829"/>
            <a:ext cx="2519613" cy="4699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6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96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96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Output (2×2)</a:t>
            </a:r>
          </a:p>
        </p:txBody>
      </p:sp>
      <p:sp>
        <p:nvSpPr>
          <p:cNvPr id="48" name="anim_o5795_1">
            <a:extLst>
              <a:ext uri="{FF2B5EF4-FFF2-40B4-BE49-F238E27FC236}">
                <a16:creationId xmlns:a16="http://schemas.microsoft.com/office/drawing/2014/main" id="{3BCE3146-4CFC-4F93-ABE1-389E1B588804}"/>
              </a:ext>
            </a:extLst>
          </p:cNvPr>
          <p:cNvSpPr>
            <a:spLocks noGrp="1"/>
          </p:cNvSpPr>
          <p:nvPr/>
        </p:nvSpPr>
        <p:spPr>
          <a:xfrm>
            <a:off x="1724025" y="2314575"/>
            <a:ext cx="685800" cy="685800"/>
          </a:xfrm>
          <a:prstGeom prst="rect">
            <a:avLst/>
          </a:prstGeom>
          <a:solidFill>
            <a:srgbClr val="FC6255">
              <a:alpha val="30000"/>
            </a:srgbClr>
          </a:solidFill>
          <a:ln w="25400">
            <a:solidFill>
              <a:srgbClr val="FC625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5796_1">
            <a:extLst>
              <a:ext uri="{FF2B5EF4-FFF2-40B4-BE49-F238E27FC236}">
                <a16:creationId xmlns:a16="http://schemas.microsoft.com/office/drawing/2014/main" id="{F2841708-BD4B-41B1-96C0-F75B27C19EA2}"/>
              </a:ext>
            </a:extLst>
          </p:cNvPr>
          <p:cNvSpPr>
            <a:spLocks noGrp="1"/>
          </p:cNvSpPr>
          <p:nvPr/>
        </p:nvSpPr>
        <p:spPr>
          <a:xfrm>
            <a:off x="2409825" y="2314575"/>
            <a:ext cx="685800" cy="685800"/>
          </a:xfrm>
          <a:prstGeom prst="rect">
            <a:avLst/>
          </a:prstGeom>
          <a:solidFill>
            <a:srgbClr val="FC6255">
              <a:alpha val="30000"/>
            </a:srgbClr>
          </a:solidFill>
          <a:ln w="25400">
            <a:solidFill>
              <a:srgbClr val="FC625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5797_1">
            <a:extLst>
              <a:ext uri="{FF2B5EF4-FFF2-40B4-BE49-F238E27FC236}">
                <a16:creationId xmlns:a16="http://schemas.microsoft.com/office/drawing/2014/main" id="{2D800A17-2FF8-442B-AF70-62E2D1C755FD}"/>
              </a:ext>
            </a:extLst>
          </p:cNvPr>
          <p:cNvSpPr>
            <a:spLocks noGrp="1"/>
          </p:cNvSpPr>
          <p:nvPr/>
        </p:nvSpPr>
        <p:spPr>
          <a:xfrm>
            <a:off x="1724025" y="3000375"/>
            <a:ext cx="685800" cy="685800"/>
          </a:xfrm>
          <a:prstGeom prst="rect">
            <a:avLst/>
          </a:prstGeom>
          <a:solidFill>
            <a:srgbClr val="FC6255">
              <a:alpha val="30000"/>
            </a:srgbClr>
          </a:solidFill>
          <a:ln w="25400">
            <a:solidFill>
              <a:srgbClr val="FC625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5798_1">
            <a:extLst>
              <a:ext uri="{FF2B5EF4-FFF2-40B4-BE49-F238E27FC236}">
                <a16:creationId xmlns:a16="http://schemas.microsoft.com/office/drawing/2014/main" id="{AA8587CE-6732-4F87-969F-E6290DCAA235}"/>
              </a:ext>
            </a:extLst>
          </p:cNvPr>
          <p:cNvSpPr>
            <a:spLocks noGrp="1"/>
          </p:cNvSpPr>
          <p:nvPr/>
        </p:nvSpPr>
        <p:spPr>
          <a:xfrm>
            <a:off x="2409825" y="3000375"/>
            <a:ext cx="685800" cy="685800"/>
          </a:xfrm>
          <a:prstGeom prst="rect">
            <a:avLst/>
          </a:prstGeom>
          <a:solidFill>
            <a:srgbClr val="FC6255">
              <a:alpha val="30000"/>
            </a:srgbClr>
          </a:solidFill>
          <a:ln w="25400">
            <a:solidFill>
              <a:srgbClr val="FC625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5680_2">
            <a:extLst>
              <a:ext uri="{FF2B5EF4-FFF2-40B4-BE49-F238E27FC236}">
                <a16:creationId xmlns:a16="http://schemas.microsoft.com/office/drawing/2014/main" id="{7A41E34A-721F-47B5-86A6-02B8F73AD28F}"/>
              </a:ext>
            </a:extLst>
          </p:cNvPr>
          <p:cNvSpPr>
            <a:spLocks noGrp="1"/>
          </p:cNvSpPr>
          <p:nvPr/>
        </p:nvSpPr>
        <p:spPr>
          <a:xfrm>
            <a:off x="2409825" y="3000375"/>
            <a:ext cx="685800" cy="685800"/>
          </a:xfrm>
          <a:prstGeom prst="rect">
            <a:avLst/>
          </a:prstGeom>
          <a:solidFill>
            <a:srgbClr val="FC6255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to5799_0_1">
            <a:extLst>
              <a:ext uri="{FF2B5EF4-FFF2-40B4-BE49-F238E27FC236}">
                <a16:creationId xmlns:a16="http://schemas.microsoft.com/office/drawing/2014/main" id="{97E11ED7-C895-4A2D-AF96-8273D3F5D780}"/>
              </a:ext>
            </a:extLst>
          </p:cNvPr>
          <p:cNvSpPr>
            <a:spLocks noGrp="1"/>
          </p:cNvSpPr>
          <p:nvPr/>
        </p:nvSpPr>
        <p:spPr>
          <a:xfrm>
            <a:off x="2654575" y="31418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54" name="anim_o5680_3">
            <a:extLst>
              <a:ext uri="{FF2B5EF4-FFF2-40B4-BE49-F238E27FC236}">
                <a16:creationId xmlns:a16="http://schemas.microsoft.com/office/drawing/2014/main" id="{083393CA-6E55-4FC9-8A3B-BFDB6664CF77}"/>
              </a:ext>
            </a:extLst>
          </p:cNvPr>
          <p:cNvSpPr>
            <a:spLocks noGrp="1"/>
          </p:cNvSpPr>
          <p:nvPr/>
        </p:nvSpPr>
        <p:spPr>
          <a:xfrm>
            <a:off x="2409825" y="30003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5" name="anim_o5684_2">
            <a:extLst>
              <a:ext uri="{FF2B5EF4-FFF2-40B4-BE49-F238E27FC236}">
                <a16:creationId xmlns:a16="http://schemas.microsoft.com/office/drawing/2014/main" id="{6DA28A02-A736-451E-A666-F82C224378D8}"/>
              </a:ext>
            </a:extLst>
          </p:cNvPr>
          <p:cNvSpPr>
            <a:spLocks noGrp="1"/>
          </p:cNvSpPr>
          <p:nvPr/>
        </p:nvSpPr>
        <p:spPr>
          <a:xfrm>
            <a:off x="3095625" y="3000375"/>
            <a:ext cx="685800" cy="685800"/>
          </a:xfrm>
          <a:prstGeom prst="rect">
            <a:avLst/>
          </a:prstGeom>
          <a:solidFill>
            <a:srgbClr val="FC6255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6" name="anim_to5801_0_1">
            <a:extLst>
              <a:ext uri="{FF2B5EF4-FFF2-40B4-BE49-F238E27FC236}">
                <a16:creationId xmlns:a16="http://schemas.microsoft.com/office/drawing/2014/main" id="{BEF57907-D422-4060-8921-EE822DEBF60C}"/>
              </a:ext>
            </a:extLst>
          </p:cNvPr>
          <p:cNvSpPr>
            <a:spLocks noGrp="1"/>
          </p:cNvSpPr>
          <p:nvPr/>
        </p:nvSpPr>
        <p:spPr>
          <a:xfrm>
            <a:off x="3340375" y="31418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57" name="anim_o5684_3">
            <a:extLst>
              <a:ext uri="{FF2B5EF4-FFF2-40B4-BE49-F238E27FC236}">
                <a16:creationId xmlns:a16="http://schemas.microsoft.com/office/drawing/2014/main" id="{3BCB2E1D-B4A3-4516-B3A7-4426CEB415E5}"/>
              </a:ext>
            </a:extLst>
          </p:cNvPr>
          <p:cNvSpPr>
            <a:spLocks noGrp="1"/>
          </p:cNvSpPr>
          <p:nvPr/>
        </p:nvSpPr>
        <p:spPr>
          <a:xfrm>
            <a:off x="3095625" y="30003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" name="anim_o5696_2">
            <a:extLst>
              <a:ext uri="{FF2B5EF4-FFF2-40B4-BE49-F238E27FC236}">
                <a16:creationId xmlns:a16="http://schemas.microsoft.com/office/drawing/2014/main" id="{60F4AB83-C07B-4808-9567-54EF0EFE9986}"/>
              </a:ext>
            </a:extLst>
          </p:cNvPr>
          <p:cNvSpPr>
            <a:spLocks noGrp="1"/>
          </p:cNvSpPr>
          <p:nvPr/>
        </p:nvSpPr>
        <p:spPr>
          <a:xfrm>
            <a:off x="2409825" y="3686175"/>
            <a:ext cx="685800" cy="685800"/>
          </a:xfrm>
          <a:prstGeom prst="rect">
            <a:avLst/>
          </a:prstGeom>
          <a:solidFill>
            <a:srgbClr val="FC6255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to5803_0_1">
            <a:extLst>
              <a:ext uri="{FF2B5EF4-FFF2-40B4-BE49-F238E27FC236}">
                <a16:creationId xmlns:a16="http://schemas.microsoft.com/office/drawing/2014/main" id="{996E854F-785C-4736-9A1E-D2F60CB2FD2A}"/>
              </a:ext>
            </a:extLst>
          </p:cNvPr>
          <p:cNvSpPr>
            <a:spLocks noGrp="1"/>
          </p:cNvSpPr>
          <p:nvPr/>
        </p:nvSpPr>
        <p:spPr>
          <a:xfrm>
            <a:off x="2654575" y="38276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60" name="anim_o5696_3">
            <a:extLst>
              <a:ext uri="{FF2B5EF4-FFF2-40B4-BE49-F238E27FC236}">
                <a16:creationId xmlns:a16="http://schemas.microsoft.com/office/drawing/2014/main" id="{A31EC51B-7816-4857-9E43-9D455BFD70D9}"/>
              </a:ext>
            </a:extLst>
          </p:cNvPr>
          <p:cNvSpPr>
            <a:spLocks noGrp="1"/>
          </p:cNvSpPr>
          <p:nvPr/>
        </p:nvSpPr>
        <p:spPr>
          <a:xfrm>
            <a:off x="2409825" y="36861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" name="anim_o5720_2">
            <a:extLst>
              <a:ext uri="{FF2B5EF4-FFF2-40B4-BE49-F238E27FC236}">
                <a16:creationId xmlns:a16="http://schemas.microsoft.com/office/drawing/2014/main" id="{994C0466-D594-4B0D-ACC2-A4EE24E5C123}"/>
              </a:ext>
            </a:extLst>
          </p:cNvPr>
          <p:cNvSpPr>
            <a:spLocks noGrp="1"/>
          </p:cNvSpPr>
          <p:nvPr/>
        </p:nvSpPr>
        <p:spPr>
          <a:xfrm>
            <a:off x="3781425" y="4371975"/>
            <a:ext cx="685800" cy="685800"/>
          </a:xfrm>
          <a:prstGeom prst="rect">
            <a:avLst/>
          </a:prstGeom>
          <a:solidFill>
            <a:srgbClr val="FC6255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2" name="anim_to5805_0_1">
            <a:extLst>
              <a:ext uri="{FF2B5EF4-FFF2-40B4-BE49-F238E27FC236}">
                <a16:creationId xmlns:a16="http://schemas.microsoft.com/office/drawing/2014/main" id="{532638F4-46D8-48BD-8A5F-3ACDE43B30A8}"/>
              </a:ext>
            </a:extLst>
          </p:cNvPr>
          <p:cNvSpPr>
            <a:spLocks noGrp="1"/>
          </p:cNvSpPr>
          <p:nvPr/>
        </p:nvSpPr>
        <p:spPr>
          <a:xfrm>
            <a:off x="4026175" y="45134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63" name="anim_o5720_3">
            <a:extLst>
              <a:ext uri="{FF2B5EF4-FFF2-40B4-BE49-F238E27FC236}">
                <a16:creationId xmlns:a16="http://schemas.microsoft.com/office/drawing/2014/main" id="{1415852E-A540-41F1-B227-FFA94D470AC9}"/>
              </a:ext>
            </a:extLst>
          </p:cNvPr>
          <p:cNvSpPr>
            <a:spLocks noGrp="1"/>
          </p:cNvSpPr>
          <p:nvPr/>
        </p:nvSpPr>
        <p:spPr>
          <a:xfrm>
            <a:off x="3781425" y="43719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to5681_0_1">
            <a:extLst>
              <a:ext uri="{FF2B5EF4-FFF2-40B4-BE49-F238E27FC236}">
                <a16:creationId xmlns:a16="http://schemas.microsoft.com/office/drawing/2014/main" id="{0E0088D2-9920-456B-9230-0902EB9A3D6C}"/>
              </a:ext>
            </a:extLst>
          </p:cNvPr>
          <p:cNvSpPr>
            <a:spLocks noGrp="1"/>
          </p:cNvSpPr>
          <p:nvPr/>
        </p:nvSpPr>
        <p:spPr>
          <a:xfrm>
            <a:off x="2654575" y="31418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25" name="anim_to5685_0_1">
            <a:extLst>
              <a:ext uri="{FF2B5EF4-FFF2-40B4-BE49-F238E27FC236}">
                <a16:creationId xmlns:a16="http://schemas.microsoft.com/office/drawing/2014/main" id="{8576403A-40C5-4D6B-823E-E763FED1F691}"/>
              </a:ext>
            </a:extLst>
          </p:cNvPr>
          <p:cNvSpPr>
            <a:spLocks noGrp="1"/>
          </p:cNvSpPr>
          <p:nvPr/>
        </p:nvSpPr>
        <p:spPr>
          <a:xfrm>
            <a:off x="3340375" y="31418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28" name="anim_to5697_0_1">
            <a:extLst>
              <a:ext uri="{FF2B5EF4-FFF2-40B4-BE49-F238E27FC236}">
                <a16:creationId xmlns:a16="http://schemas.microsoft.com/office/drawing/2014/main" id="{A74591B1-6393-4B23-80C2-F17F31A9C834}"/>
              </a:ext>
            </a:extLst>
          </p:cNvPr>
          <p:cNvSpPr>
            <a:spLocks noGrp="1"/>
          </p:cNvSpPr>
          <p:nvPr/>
        </p:nvSpPr>
        <p:spPr>
          <a:xfrm>
            <a:off x="2654575" y="38276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34" name="anim_to5721_0_1">
            <a:extLst>
              <a:ext uri="{FF2B5EF4-FFF2-40B4-BE49-F238E27FC236}">
                <a16:creationId xmlns:a16="http://schemas.microsoft.com/office/drawing/2014/main" id="{DD5DA142-182C-440B-BC96-BB14B6B7ED02}"/>
              </a:ext>
            </a:extLst>
          </p:cNvPr>
          <p:cNvSpPr>
            <a:spLocks noGrp="1"/>
          </p:cNvSpPr>
          <p:nvPr/>
        </p:nvSpPr>
        <p:spPr>
          <a:xfrm>
            <a:off x="4026175" y="45134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</p:spTree>
    <p:extLst>
      <p:ext uri="{BB962C8B-B14F-4D97-AF65-F5344CB8AC3E}">
        <p14:creationId xmlns:p14="http://schemas.microsoft.com/office/powerpoint/2010/main" val="17350365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8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3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2300"/>
                            </p:stCondLst>
                            <p:childTnLst>
                              <p:par>
                                <p:cTn id="1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2800"/>
                            </p:stCondLst>
                            <p:childTnLst>
                              <p:par>
                                <p:cTn id="1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3300"/>
                            </p:stCondLst>
                            <p:childTnLst>
                              <p:par>
                                <p:cTn id="1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8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8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8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8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8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8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8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8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8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0" fill="hold">
                            <p:stCondLst>
                              <p:cond delay="500"/>
                            </p:stCondLst>
                            <p:childTnLst>
                              <p:par>
                                <p:cTn id="171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2" dur="3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3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7" fill="hold">
                            <p:stCondLst>
                              <p:cond delay="800"/>
                            </p:stCondLst>
                            <p:childTnLst>
                              <p:par>
                                <p:cTn id="178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921875 0.0 E" pathEditMode="relative" ptsTypes="">
                                      <p:cBhvr>
                                        <p:cTn id="185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6" fill="hold">
                            <p:stCondLst>
                              <p:cond delay="1300"/>
                            </p:stCondLst>
                            <p:childTnLst>
                              <p:par>
                                <p:cTn id="187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8" dur="2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2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>
                            <p:stCondLst>
                              <p:cond delay="1500"/>
                            </p:stCondLst>
                            <p:childTnLst>
                              <p:par>
                                <p:cTn id="194" presetID="63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125 0 E" pathEditMode="relative" ptsTypes="">
                                      <p:cBhvr>
                                        <p:cTn id="195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125 0 E" pathEditMode="relative" ptsTypes="">
                                      <p:cBhvr>
                                        <p:cTn id="19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125 0 E" pathEditMode="relative" ptsTypes="">
                                      <p:cBhvr>
                                        <p:cTn id="199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125 0 E" pathEditMode="relative" ptsTypes="">
                                      <p:cBhvr>
                                        <p:cTn id="201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2" fill="hold">
                            <p:stCondLst>
                              <p:cond delay="2000"/>
                            </p:stCondLst>
                            <p:childTnLst>
                              <p:par>
                                <p:cTn id="203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4" dur="3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3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2300"/>
                            </p:stCondLst>
                            <p:childTnLst>
                              <p:par>
                                <p:cTn id="210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921875 0.0 E" pathEditMode="relative" ptsTypes="">
                                      <p:cBhvr>
                                        <p:cTn id="21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8" fill="hold">
                            <p:stCondLst>
                              <p:cond delay="2800"/>
                            </p:stCondLst>
                            <p:childTnLst>
                              <p:par>
                                <p:cTn id="219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0" dur="2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2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5" fill="hold">
                            <p:stCondLst>
                              <p:cond delay="3000"/>
                            </p:stCondLst>
                            <p:childTnLst>
                              <p:par>
                                <p:cTn id="226" presetID="63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25 0 L 0.0 0.2 E" pathEditMode="relative" ptsTypes="">
                                      <p:cBhvr>
                                        <p:cTn id="22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25 0 L 0.0 0.2 E" pathEditMode="relative" ptsTypes="">
                                      <p:cBhvr>
                                        <p:cTn id="229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25 0 L 0.0 0.2 E" pathEditMode="relative" ptsTypes="">
                                      <p:cBhvr>
                                        <p:cTn id="231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25 0 L 0.0 0.2 E" pathEditMode="relative" ptsTypes="">
                                      <p:cBhvr>
                                        <p:cTn id="233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4" fill="hold">
                            <p:stCondLst>
                              <p:cond delay="3500"/>
                            </p:stCondLst>
                            <p:childTnLst>
                              <p:par>
                                <p:cTn id="235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6" dur="3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0" dur="3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1" fill="hold">
                            <p:stCondLst>
                              <p:cond delay="3800"/>
                            </p:stCondLst>
                            <p:childTnLst>
                              <p:par>
                                <p:cTn id="242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921875 0.0 E" pathEditMode="relative" ptsTypes="">
                                      <p:cBhvr>
                                        <p:cTn id="249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0" fill="hold">
                            <p:stCondLst>
                              <p:cond delay="4300"/>
                            </p:stCondLst>
                            <p:childTnLst>
                              <p:par>
                                <p:cTn id="251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2" dur="2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6" dur="2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7" fill="hold">
                            <p:stCondLst>
                              <p:cond delay="4500"/>
                            </p:stCondLst>
                            <p:childTnLst>
                              <p:par>
                                <p:cTn id="258" presetID="63" presetClass="path" presetSubtype="0" accel="50000" decel="5000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 0.2 L 0.1125 0.2 E" pathEditMode="relative" ptsTypes="">
                                      <p:cBhvr>
                                        <p:cTn id="259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0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 0.2 L 0.1125 0.2 E" pathEditMode="relative" ptsTypes="">
                                      <p:cBhvr>
                                        <p:cTn id="261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2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 0.2 L 0.1125 0.2 E" pathEditMode="relative" ptsTypes="">
                                      <p:cBhvr>
                                        <p:cTn id="26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4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 0.2 L 0.1125 0.2 E" pathEditMode="relative" ptsTypes="">
                                      <p:cBhvr>
                                        <p:cTn id="26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6" fill="hold">
                            <p:stCondLst>
                              <p:cond delay="5000"/>
                            </p:stCondLst>
                            <p:childTnLst>
                              <p:par>
                                <p:cTn id="267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8" dur="3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2" dur="3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3" fill="hold">
                            <p:stCondLst>
                              <p:cond delay="5300"/>
                            </p:stCondLst>
                            <p:childTnLst>
                              <p:par>
                                <p:cTn id="274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359375 -0.1 E" pathEditMode="relative" ptsTypes="">
                                      <p:cBhvr>
                                        <p:cTn id="281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2" fill="hold">
                            <p:stCondLst>
                              <p:cond delay="5800"/>
                            </p:stCondLst>
                            <p:childTnLst>
                              <p:par>
                                <p:cTn id="283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4" dur="2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8" dur="2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9" fill="hold">
                            <p:stCondLst>
                              <p:cond delay="6000"/>
                            </p:stCondLst>
                            <p:childTnLst>
                              <p:par>
                                <p:cTn id="290" presetID="10" presetClass="exit" presetSubtype="0" fill="hold" grpId="4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1" dur="3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10" presetClass="exit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4" dur="3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6" presetID="10" presetClass="exit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7" dur="3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10" presetClass="exit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0" dur="3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4" grpId="1"/>
      <p:bldP spid="2" grpId="0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8" grpId="1" animBg="1"/>
      <p:bldP spid="9" grpId="0" animBg="1"/>
      <p:bldP spid="9" grpId="1" animBg="1"/>
      <p:bldP spid="10" grpId="0" animBg="1"/>
      <p:bldP spid="11" grpId="0" animBg="1"/>
      <p:bldP spid="12" grpId="0" animBg="1"/>
      <p:bldP spid="12" grpId="1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8" grpId="1" animBg="1"/>
      <p:bldP spid="19" grpId="0"/>
      <p:bldP spid="20" grpId="0"/>
      <p:bldP spid="21" grpId="0"/>
      <p:bldP spid="22" grpId="0"/>
      <p:bldP spid="23" grpId="0"/>
      <p:bldP spid="26" grpId="0"/>
      <p:bldP spid="27" grpId="0"/>
      <p:bldP spid="29" grpId="0"/>
      <p:bldP spid="30" grpId="0"/>
      <p:bldP spid="31" grpId="0"/>
      <p:bldP spid="32" grpId="0"/>
      <p:bldP spid="33" grpId="0"/>
      <p:bldP spid="35" grpId="0"/>
      <p:bldP spid="36" grpId="0"/>
      <p:bldP spid="37" grpId="0" animBg="1"/>
      <p:bldP spid="38" grpId="0"/>
      <p:bldP spid="39" grpId="0" animBg="1"/>
      <p:bldP spid="40" grpId="0" animBg="1"/>
      <p:bldP spid="41" grpId="0" animBg="1"/>
      <p:bldP spid="42" grpId="0" animBg="1"/>
      <p:bldP spid="43" grpId="0"/>
      <p:bldP spid="43" grpId="1"/>
      <p:bldP spid="44" grpId="0"/>
      <p:bldP spid="44" grpId="1"/>
      <p:bldP spid="45" grpId="0"/>
      <p:bldP spid="45" grpId="1"/>
      <p:bldP spid="46" grpId="0"/>
      <p:bldP spid="46" grpId="1"/>
      <p:bldP spid="47" grpId="0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3" grpId="0"/>
      <p:bldP spid="53" grpId="1"/>
      <p:bldP spid="54" grpId="0" animBg="1"/>
      <p:bldP spid="55" grpId="0" animBg="1"/>
      <p:bldP spid="55" grpId="1" animBg="1"/>
      <p:bldP spid="56" grpId="0"/>
      <p:bldP spid="56" grpId="1"/>
      <p:bldP spid="57" grpId="0" animBg="1"/>
      <p:bldP spid="58" grpId="0" animBg="1"/>
      <p:bldP spid="58" grpId="1" animBg="1"/>
      <p:bldP spid="59" grpId="0"/>
      <p:bldP spid="59" grpId="1"/>
      <p:bldP spid="60" grpId="0" animBg="1"/>
      <p:bldP spid="61" grpId="0" animBg="1"/>
      <p:bldP spid="61" grpId="1" animBg="1"/>
      <p:bldP spid="62" grpId="0"/>
      <p:bldP spid="62" grpId="1"/>
      <p:bldP spid="63" grpId="0" animBg="1"/>
      <p:bldP spid="24" grpId="0"/>
      <p:bldP spid="25" grpId="0"/>
      <p:bldP spid="28" grpId="0"/>
      <p:bldP spid="34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" name="anim_o5660_1">
            <a:extLst>
              <a:ext uri="{FF2B5EF4-FFF2-40B4-BE49-F238E27FC236}">
                <a16:creationId xmlns:a16="http://schemas.microsoft.com/office/drawing/2014/main" id="{F90AA0E9-485E-40E9-9519-DFE8775C0EA7}"/>
              </a:ext>
            </a:extLst>
          </p:cNvPr>
          <p:cNvSpPr>
            <a:spLocks noGrp="1"/>
          </p:cNvSpPr>
          <p:nvPr/>
        </p:nvSpPr>
        <p:spPr>
          <a:xfrm>
            <a:off x="1724025" y="23145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5664_1">
            <a:extLst>
              <a:ext uri="{FF2B5EF4-FFF2-40B4-BE49-F238E27FC236}">
                <a16:creationId xmlns:a16="http://schemas.microsoft.com/office/drawing/2014/main" id="{EF13C1DB-22E4-4D40-98D1-3DCD465E8121}"/>
              </a:ext>
            </a:extLst>
          </p:cNvPr>
          <p:cNvSpPr>
            <a:spLocks noGrp="1"/>
          </p:cNvSpPr>
          <p:nvPr/>
        </p:nvSpPr>
        <p:spPr>
          <a:xfrm>
            <a:off x="2409825" y="23145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5668_1">
            <a:extLst>
              <a:ext uri="{FF2B5EF4-FFF2-40B4-BE49-F238E27FC236}">
                <a16:creationId xmlns:a16="http://schemas.microsoft.com/office/drawing/2014/main" id="{8E66B3E0-3DB4-400E-BCEB-306D23C4B98C}"/>
              </a:ext>
            </a:extLst>
          </p:cNvPr>
          <p:cNvSpPr>
            <a:spLocks noGrp="1"/>
          </p:cNvSpPr>
          <p:nvPr/>
        </p:nvSpPr>
        <p:spPr>
          <a:xfrm>
            <a:off x="3095625" y="23145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5672_1">
            <a:extLst>
              <a:ext uri="{FF2B5EF4-FFF2-40B4-BE49-F238E27FC236}">
                <a16:creationId xmlns:a16="http://schemas.microsoft.com/office/drawing/2014/main" id="{0781BFF2-4CB2-4DB4-903B-EF1012102D06}"/>
              </a:ext>
            </a:extLst>
          </p:cNvPr>
          <p:cNvSpPr>
            <a:spLocks noGrp="1"/>
          </p:cNvSpPr>
          <p:nvPr/>
        </p:nvSpPr>
        <p:spPr>
          <a:xfrm>
            <a:off x="3781425" y="23145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5676_1">
            <a:extLst>
              <a:ext uri="{FF2B5EF4-FFF2-40B4-BE49-F238E27FC236}">
                <a16:creationId xmlns:a16="http://schemas.microsoft.com/office/drawing/2014/main" id="{947BE4B1-4F2D-42D2-998B-9523B27FDC18}"/>
              </a:ext>
            </a:extLst>
          </p:cNvPr>
          <p:cNvSpPr>
            <a:spLocks noGrp="1"/>
          </p:cNvSpPr>
          <p:nvPr/>
        </p:nvSpPr>
        <p:spPr>
          <a:xfrm>
            <a:off x="1724025" y="30003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5680_1">
            <a:extLst>
              <a:ext uri="{FF2B5EF4-FFF2-40B4-BE49-F238E27FC236}">
                <a16:creationId xmlns:a16="http://schemas.microsoft.com/office/drawing/2014/main" id="{BC473BBF-E003-4B59-A68F-ABAE6167F6BF}"/>
              </a:ext>
            </a:extLst>
          </p:cNvPr>
          <p:cNvSpPr>
            <a:spLocks noGrp="1"/>
          </p:cNvSpPr>
          <p:nvPr/>
        </p:nvSpPr>
        <p:spPr>
          <a:xfrm>
            <a:off x="2409825" y="30003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5684_1">
            <a:extLst>
              <a:ext uri="{FF2B5EF4-FFF2-40B4-BE49-F238E27FC236}">
                <a16:creationId xmlns:a16="http://schemas.microsoft.com/office/drawing/2014/main" id="{B2E15C65-E556-4CDD-8BA5-6C9093212A44}"/>
              </a:ext>
            </a:extLst>
          </p:cNvPr>
          <p:cNvSpPr>
            <a:spLocks noGrp="1"/>
          </p:cNvSpPr>
          <p:nvPr/>
        </p:nvSpPr>
        <p:spPr>
          <a:xfrm>
            <a:off x="3095625" y="30003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5688_1">
            <a:extLst>
              <a:ext uri="{FF2B5EF4-FFF2-40B4-BE49-F238E27FC236}">
                <a16:creationId xmlns:a16="http://schemas.microsoft.com/office/drawing/2014/main" id="{017F4504-0647-4285-8924-B5CA3F368ACE}"/>
              </a:ext>
            </a:extLst>
          </p:cNvPr>
          <p:cNvSpPr>
            <a:spLocks noGrp="1"/>
          </p:cNvSpPr>
          <p:nvPr/>
        </p:nvSpPr>
        <p:spPr>
          <a:xfrm>
            <a:off x="3781425" y="30003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5692_1">
            <a:extLst>
              <a:ext uri="{FF2B5EF4-FFF2-40B4-BE49-F238E27FC236}">
                <a16:creationId xmlns:a16="http://schemas.microsoft.com/office/drawing/2014/main" id="{5BDA9E8A-C57C-444D-BC3D-1D5599F15610}"/>
              </a:ext>
            </a:extLst>
          </p:cNvPr>
          <p:cNvSpPr>
            <a:spLocks noGrp="1"/>
          </p:cNvSpPr>
          <p:nvPr/>
        </p:nvSpPr>
        <p:spPr>
          <a:xfrm>
            <a:off x="1724025" y="36861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5696_1">
            <a:extLst>
              <a:ext uri="{FF2B5EF4-FFF2-40B4-BE49-F238E27FC236}">
                <a16:creationId xmlns:a16="http://schemas.microsoft.com/office/drawing/2014/main" id="{0A0B409A-ACD1-46EC-87DD-BE0B98E66227}"/>
              </a:ext>
            </a:extLst>
          </p:cNvPr>
          <p:cNvSpPr>
            <a:spLocks noGrp="1"/>
          </p:cNvSpPr>
          <p:nvPr/>
        </p:nvSpPr>
        <p:spPr>
          <a:xfrm>
            <a:off x="2409825" y="36861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5700_1">
            <a:extLst>
              <a:ext uri="{FF2B5EF4-FFF2-40B4-BE49-F238E27FC236}">
                <a16:creationId xmlns:a16="http://schemas.microsoft.com/office/drawing/2014/main" id="{EC952D11-7E0A-437C-8249-9C6B17CA6445}"/>
              </a:ext>
            </a:extLst>
          </p:cNvPr>
          <p:cNvSpPr>
            <a:spLocks noGrp="1"/>
          </p:cNvSpPr>
          <p:nvPr/>
        </p:nvSpPr>
        <p:spPr>
          <a:xfrm>
            <a:off x="3095625" y="36861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5704_1">
            <a:extLst>
              <a:ext uri="{FF2B5EF4-FFF2-40B4-BE49-F238E27FC236}">
                <a16:creationId xmlns:a16="http://schemas.microsoft.com/office/drawing/2014/main" id="{BB22434A-2ECA-4B4D-93E5-1DC7E8253B3A}"/>
              </a:ext>
            </a:extLst>
          </p:cNvPr>
          <p:cNvSpPr>
            <a:spLocks noGrp="1"/>
          </p:cNvSpPr>
          <p:nvPr/>
        </p:nvSpPr>
        <p:spPr>
          <a:xfrm>
            <a:off x="3781425" y="36861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5708_1">
            <a:extLst>
              <a:ext uri="{FF2B5EF4-FFF2-40B4-BE49-F238E27FC236}">
                <a16:creationId xmlns:a16="http://schemas.microsoft.com/office/drawing/2014/main" id="{C3CFB548-728A-40D6-A60B-B33C32483A12}"/>
              </a:ext>
            </a:extLst>
          </p:cNvPr>
          <p:cNvSpPr>
            <a:spLocks noGrp="1"/>
          </p:cNvSpPr>
          <p:nvPr/>
        </p:nvSpPr>
        <p:spPr>
          <a:xfrm>
            <a:off x="1724025" y="43719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5712_1">
            <a:extLst>
              <a:ext uri="{FF2B5EF4-FFF2-40B4-BE49-F238E27FC236}">
                <a16:creationId xmlns:a16="http://schemas.microsoft.com/office/drawing/2014/main" id="{74B4547C-9549-4992-AEDA-F154D3233F9E}"/>
              </a:ext>
            </a:extLst>
          </p:cNvPr>
          <p:cNvSpPr>
            <a:spLocks noGrp="1"/>
          </p:cNvSpPr>
          <p:nvPr/>
        </p:nvSpPr>
        <p:spPr>
          <a:xfrm>
            <a:off x="2409825" y="43719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5716_1">
            <a:extLst>
              <a:ext uri="{FF2B5EF4-FFF2-40B4-BE49-F238E27FC236}">
                <a16:creationId xmlns:a16="http://schemas.microsoft.com/office/drawing/2014/main" id="{70AF034E-9648-48DD-84C2-7306D82FBA36}"/>
              </a:ext>
            </a:extLst>
          </p:cNvPr>
          <p:cNvSpPr>
            <a:spLocks noGrp="1"/>
          </p:cNvSpPr>
          <p:nvPr/>
        </p:nvSpPr>
        <p:spPr>
          <a:xfrm>
            <a:off x="3095625" y="43719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5720_1">
            <a:extLst>
              <a:ext uri="{FF2B5EF4-FFF2-40B4-BE49-F238E27FC236}">
                <a16:creationId xmlns:a16="http://schemas.microsoft.com/office/drawing/2014/main" id="{02B961E6-447C-43E4-8F21-C32DC82B631F}"/>
              </a:ext>
            </a:extLst>
          </p:cNvPr>
          <p:cNvSpPr>
            <a:spLocks noGrp="1"/>
          </p:cNvSpPr>
          <p:nvPr/>
        </p:nvSpPr>
        <p:spPr>
          <a:xfrm>
            <a:off x="3781425" y="43719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5788_1">
            <a:extLst>
              <a:ext uri="{FF2B5EF4-FFF2-40B4-BE49-F238E27FC236}">
                <a16:creationId xmlns:a16="http://schemas.microsoft.com/office/drawing/2014/main" id="{F914EFAC-5407-4B7F-97A3-6A60F0DA3781}"/>
              </a:ext>
            </a:extLst>
          </p:cNvPr>
          <p:cNvSpPr>
            <a:spLocks noGrp="1"/>
          </p:cNvSpPr>
          <p:nvPr/>
        </p:nvSpPr>
        <p:spPr>
          <a:xfrm>
            <a:off x="4895850" y="3600450"/>
            <a:ext cx="3086100" cy="171450"/>
          </a:xfrm>
          <a:custGeom>
            <a:avLst/>
            <a:gdLst/>
            <a:ahLst/>
            <a:cxnLst/>
            <a:rect l="0" t="0" r="0" b="0"/>
            <a:pathLst>
              <a:path w="3086100" h="171450">
                <a:moveTo>
                  <a:pt x="0" y="104775"/>
                </a:moveTo>
                <a:lnTo>
                  <a:pt x="2914650" y="104775"/>
                </a:lnTo>
                <a:lnTo>
                  <a:pt x="2914650" y="171450"/>
                </a:lnTo>
                <a:lnTo>
                  <a:pt x="3086100" y="85725"/>
                </a:lnTo>
                <a:lnTo>
                  <a:pt x="2914650" y="0"/>
                </a:lnTo>
                <a:lnTo>
                  <a:pt x="2914650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2540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5763_1">
            <a:extLst>
              <a:ext uri="{FF2B5EF4-FFF2-40B4-BE49-F238E27FC236}">
                <a16:creationId xmlns:a16="http://schemas.microsoft.com/office/drawing/2014/main" id="{C66ECA18-2078-49F5-AA86-201797212E95}"/>
              </a:ext>
            </a:extLst>
          </p:cNvPr>
          <p:cNvSpPr>
            <a:spLocks noGrp="1"/>
          </p:cNvSpPr>
          <p:nvPr/>
        </p:nvSpPr>
        <p:spPr>
          <a:xfrm>
            <a:off x="8410575" y="30003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5766_1">
            <a:extLst>
              <a:ext uri="{FF2B5EF4-FFF2-40B4-BE49-F238E27FC236}">
                <a16:creationId xmlns:a16="http://schemas.microsoft.com/office/drawing/2014/main" id="{694991F7-28AA-4451-AAB4-F65F18791DE0}"/>
              </a:ext>
            </a:extLst>
          </p:cNvPr>
          <p:cNvSpPr>
            <a:spLocks noGrp="1"/>
          </p:cNvSpPr>
          <p:nvPr/>
        </p:nvSpPr>
        <p:spPr>
          <a:xfrm>
            <a:off x="9096375" y="30003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5769_1">
            <a:extLst>
              <a:ext uri="{FF2B5EF4-FFF2-40B4-BE49-F238E27FC236}">
                <a16:creationId xmlns:a16="http://schemas.microsoft.com/office/drawing/2014/main" id="{9CBA4E1C-CF5A-403C-B849-22D77AEDB165}"/>
              </a:ext>
            </a:extLst>
          </p:cNvPr>
          <p:cNvSpPr>
            <a:spLocks noGrp="1"/>
          </p:cNvSpPr>
          <p:nvPr/>
        </p:nvSpPr>
        <p:spPr>
          <a:xfrm>
            <a:off x="8410575" y="36861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5772_1">
            <a:extLst>
              <a:ext uri="{FF2B5EF4-FFF2-40B4-BE49-F238E27FC236}">
                <a16:creationId xmlns:a16="http://schemas.microsoft.com/office/drawing/2014/main" id="{C713E844-6CD6-4FD9-8175-3152E7F081DC}"/>
              </a:ext>
            </a:extLst>
          </p:cNvPr>
          <p:cNvSpPr>
            <a:spLocks noGrp="1"/>
          </p:cNvSpPr>
          <p:nvPr/>
        </p:nvSpPr>
        <p:spPr>
          <a:xfrm>
            <a:off x="9096375" y="36861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to5647_0_1">
            <a:extLst>
              <a:ext uri="{FF2B5EF4-FFF2-40B4-BE49-F238E27FC236}">
                <a16:creationId xmlns:a16="http://schemas.microsoft.com/office/drawing/2014/main" id="{BFDAFC2E-7F9F-467B-B474-489C5955A38E}"/>
              </a:ext>
            </a:extLst>
          </p:cNvPr>
          <p:cNvSpPr>
            <a:spLocks noGrp="1"/>
          </p:cNvSpPr>
          <p:nvPr/>
        </p:nvSpPr>
        <p:spPr>
          <a:xfrm>
            <a:off x="4380435" y="507018"/>
            <a:ext cx="3450181" cy="7049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41" b="1">
                <a:solidFill>
                  <a:srgbClr val="FC6255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441" b="1">
                <a:solidFill>
                  <a:srgbClr val="FC6255"/>
                </a:solidFill>
                <a:latin typeface="Consolas"/>
                <a:ea typeface="Consolas"/>
                <a:cs typeface="Consolas"/>
              </a:defRPr>
            </a:pPr>
            <a:r>
              <a:rPr sz="4441" b="1">
                <a:solidFill>
                  <a:srgbClr val="FC6255"/>
                </a:solidFill>
                <a:latin typeface="Consolas"/>
                <a:ea typeface="Consolas"/>
                <a:cs typeface="Consolas"/>
              </a:rPr>
              <a:t>Max Pooling</a:t>
            </a:r>
          </a:p>
        </p:txBody>
      </p:sp>
      <p:sp>
        <p:nvSpPr>
          <p:cNvPr id="23" name="anim_to5661_0_1">
            <a:extLst>
              <a:ext uri="{FF2B5EF4-FFF2-40B4-BE49-F238E27FC236}">
                <a16:creationId xmlns:a16="http://schemas.microsoft.com/office/drawing/2014/main" id="{799C7114-D738-402D-8BEA-8D4BC26B7500}"/>
              </a:ext>
            </a:extLst>
          </p:cNvPr>
          <p:cNvSpPr>
            <a:spLocks noGrp="1"/>
          </p:cNvSpPr>
          <p:nvPr/>
        </p:nvSpPr>
        <p:spPr>
          <a:xfrm>
            <a:off x="1968775" y="24560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24" name="anim_to5665_0_1">
            <a:extLst>
              <a:ext uri="{FF2B5EF4-FFF2-40B4-BE49-F238E27FC236}">
                <a16:creationId xmlns:a16="http://schemas.microsoft.com/office/drawing/2014/main" id="{CFDD7717-3C3E-41EA-B038-0415E6F10A8E}"/>
              </a:ext>
            </a:extLst>
          </p:cNvPr>
          <p:cNvSpPr>
            <a:spLocks noGrp="1"/>
          </p:cNvSpPr>
          <p:nvPr/>
        </p:nvSpPr>
        <p:spPr>
          <a:xfrm>
            <a:off x="2654575" y="24560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25" name="anim_to5669_0_1">
            <a:extLst>
              <a:ext uri="{FF2B5EF4-FFF2-40B4-BE49-F238E27FC236}">
                <a16:creationId xmlns:a16="http://schemas.microsoft.com/office/drawing/2014/main" id="{F0E2A5E8-67A7-4047-8024-AE45194A48D3}"/>
              </a:ext>
            </a:extLst>
          </p:cNvPr>
          <p:cNvSpPr>
            <a:spLocks noGrp="1"/>
          </p:cNvSpPr>
          <p:nvPr/>
        </p:nvSpPr>
        <p:spPr>
          <a:xfrm>
            <a:off x="3340375" y="24560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26" name="anim_to5673_0_1">
            <a:extLst>
              <a:ext uri="{FF2B5EF4-FFF2-40B4-BE49-F238E27FC236}">
                <a16:creationId xmlns:a16="http://schemas.microsoft.com/office/drawing/2014/main" id="{ECF5B1B1-426B-47F0-9392-ED4DA817C5A1}"/>
              </a:ext>
            </a:extLst>
          </p:cNvPr>
          <p:cNvSpPr>
            <a:spLocks noGrp="1"/>
          </p:cNvSpPr>
          <p:nvPr/>
        </p:nvSpPr>
        <p:spPr>
          <a:xfrm>
            <a:off x="4026175" y="24560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27" name="anim_to5677_0_1">
            <a:extLst>
              <a:ext uri="{FF2B5EF4-FFF2-40B4-BE49-F238E27FC236}">
                <a16:creationId xmlns:a16="http://schemas.microsoft.com/office/drawing/2014/main" id="{A2E3682D-BDF1-4DCD-98A4-39E62A8785E1}"/>
              </a:ext>
            </a:extLst>
          </p:cNvPr>
          <p:cNvSpPr>
            <a:spLocks noGrp="1"/>
          </p:cNvSpPr>
          <p:nvPr/>
        </p:nvSpPr>
        <p:spPr>
          <a:xfrm>
            <a:off x="1968775" y="31418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28" name="anim_to5681_0_1">
            <a:extLst>
              <a:ext uri="{FF2B5EF4-FFF2-40B4-BE49-F238E27FC236}">
                <a16:creationId xmlns:a16="http://schemas.microsoft.com/office/drawing/2014/main" id="{B12AD9DE-9F49-4EB0-A887-DC8ED0AD159E}"/>
              </a:ext>
            </a:extLst>
          </p:cNvPr>
          <p:cNvSpPr>
            <a:spLocks noGrp="1"/>
          </p:cNvSpPr>
          <p:nvPr/>
        </p:nvSpPr>
        <p:spPr>
          <a:xfrm>
            <a:off x="2654575" y="31418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29" name="anim_to5685_0_1">
            <a:extLst>
              <a:ext uri="{FF2B5EF4-FFF2-40B4-BE49-F238E27FC236}">
                <a16:creationId xmlns:a16="http://schemas.microsoft.com/office/drawing/2014/main" id="{D22B243E-6DDA-44BA-BCFA-3EBF89E83B7A}"/>
              </a:ext>
            </a:extLst>
          </p:cNvPr>
          <p:cNvSpPr>
            <a:spLocks noGrp="1"/>
          </p:cNvSpPr>
          <p:nvPr/>
        </p:nvSpPr>
        <p:spPr>
          <a:xfrm>
            <a:off x="3340375" y="31418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30" name="anim_to5689_0_1">
            <a:extLst>
              <a:ext uri="{FF2B5EF4-FFF2-40B4-BE49-F238E27FC236}">
                <a16:creationId xmlns:a16="http://schemas.microsoft.com/office/drawing/2014/main" id="{7F36ED4E-A153-4EDE-94C7-80D367FB29EF}"/>
              </a:ext>
            </a:extLst>
          </p:cNvPr>
          <p:cNvSpPr>
            <a:spLocks noGrp="1"/>
          </p:cNvSpPr>
          <p:nvPr/>
        </p:nvSpPr>
        <p:spPr>
          <a:xfrm>
            <a:off x="4026175" y="31418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31" name="anim_to5693_0_1">
            <a:extLst>
              <a:ext uri="{FF2B5EF4-FFF2-40B4-BE49-F238E27FC236}">
                <a16:creationId xmlns:a16="http://schemas.microsoft.com/office/drawing/2014/main" id="{5DE36EE1-C522-45DE-BAC1-A6D120923802}"/>
              </a:ext>
            </a:extLst>
          </p:cNvPr>
          <p:cNvSpPr>
            <a:spLocks noGrp="1"/>
          </p:cNvSpPr>
          <p:nvPr/>
        </p:nvSpPr>
        <p:spPr>
          <a:xfrm>
            <a:off x="1968775" y="38276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32" name="anim_to5697_0_1">
            <a:extLst>
              <a:ext uri="{FF2B5EF4-FFF2-40B4-BE49-F238E27FC236}">
                <a16:creationId xmlns:a16="http://schemas.microsoft.com/office/drawing/2014/main" id="{CAF8FE50-AD82-4521-9BA2-F19269D83D7E}"/>
              </a:ext>
            </a:extLst>
          </p:cNvPr>
          <p:cNvSpPr>
            <a:spLocks noGrp="1"/>
          </p:cNvSpPr>
          <p:nvPr/>
        </p:nvSpPr>
        <p:spPr>
          <a:xfrm>
            <a:off x="2654575" y="38276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33" name="anim_to5701_0_1">
            <a:extLst>
              <a:ext uri="{FF2B5EF4-FFF2-40B4-BE49-F238E27FC236}">
                <a16:creationId xmlns:a16="http://schemas.microsoft.com/office/drawing/2014/main" id="{77C1E351-F448-43A0-9159-DA4071F75E39}"/>
              </a:ext>
            </a:extLst>
          </p:cNvPr>
          <p:cNvSpPr>
            <a:spLocks noGrp="1"/>
          </p:cNvSpPr>
          <p:nvPr/>
        </p:nvSpPr>
        <p:spPr>
          <a:xfrm>
            <a:off x="3340375" y="38276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34" name="anim_to5705_0_1">
            <a:extLst>
              <a:ext uri="{FF2B5EF4-FFF2-40B4-BE49-F238E27FC236}">
                <a16:creationId xmlns:a16="http://schemas.microsoft.com/office/drawing/2014/main" id="{E1F496D1-418A-499D-815B-DF2E1B7E2A89}"/>
              </a:ext>
            </a:extLst>
          </p:cNvPr>
          <p:cNvSpPr>
            <a:spLocks noGrp="1"/>
          </p:cNvSpPr>
          <p:nvPr/>
        </p:nvSpPr>
        <p:spPr>
          <a:xfrm>
            <a:off x="4026175" y="38276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0</a:t>
            </a:r>
          </a:p>
        </p:txBody>
      </p:sp>
      <p:sp>
        <p:nvSpPr>
          <p:cNvPr id="35" name="anim_to5709_0_1">
            <a:extLst>
              <a:ext uri="{FF2B5EF4-FFF2-40B4-BE49-F238E27FC236}">
                <a16:creationId xmlns:a16="http://schemas.microsoft.com/office/drawing/2014/main" id="{C22DE962-61EE-487A-AFE7-BB99DFABE5D3}"/>
              </a:ext>
            </a:extLst>
          </p:cNvPr>
          <p:cNvSpPr>
            <a:spLocks noGrp="1"/>
          </p:cNvSpPr>
          <p:nvPr/>
        </p:nvSpPr>
        <p:spPr>
          <a:xfrm>
            <a:off x="1968775" y="45134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36" name="anim_to5713_0_1">
            <a:extLst>
              <a:ext uri="{FF2B5EF4-FFF2-40B4-BE49-F238E27FC236}">
                <a16:creationId xmlns:a16="http://schemas.microsoft.com/office/drawing/2014/main" id="{0F6324DA-6C2C-49B0-847B-C510E307C2AE}"/>
              </a:ext>
            </a:extLst>
          </p:cNvPr>
          <p:cNvSpPr>
            <a:spLocks noGrp="1"/>
          </p:cNvSpPr>
          <p:nvPr/>
        </p:nvSpPr>
        <p:spPr>
          <a:xfrm>
            <a:off x="2654575" y="45134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37" name="anim_to5717_0_1">
            <a:extLst>
              <a:ext uri="{FF2B5EF4-FFF2-40B4-BE49-F238E27FC236}">
                <a16:creationId xmlns:a16="http://schemas.microsoft.com/office/drawing/2014/main" id="{7D83840C-4765-4B7C-988B-FAF81AE5E738}"/>
              </a:ext>
            </a:extLst>
          </p:cNvPr>
          <p:cNvSpPr>
            <a:spLocks noGrp="1"/>
          </p:cNvSpPr>
          <p:nvPr/>
        </p:nvSpPr>
        <p:spPr>
          <a:xfrm>
            <a:off x="3340375" y="45134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38" name="anim_to5721_0_1">
            <a:extLst>
              <a:ext uri="{FF2B5EF4-FFF2-40B4-BE49-F238E27FC236}">
                <a16:creationId xmlns:a16="http://schemas.microsoft.com/office/drawing/2014/main" id="{8FB61BC6-24C3-4EA6-B9B2-FDBB58E37FDD}"/>
              </a:ext>
            </a:extLst>
          </p:cNvPr>
          <p:cNvSpPr>
            <a:spLocks noGrp="1"/>
          </p:cNvSpPr>
          <p:nvPr/>
        </p:nvSpPr>
        <p:spPr>
          <a:xfrm>
            <a:off x="4026175" y="45134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39" name="anim_to5724_0_1">
            <a:extLst>
              <a:ext uri="{FF2B5EF4-FFF2-40B4-BE49-F238E27FC236}">
                <a16:creationId xmlns:a16="http://schemas.microsoft.com/office/drawing/2014/main" id="{9F8D7CFC-5D51-49C6-8272-3457110D9007}"/>
              </a:ext>
            </a:extLst>
          </p:cNvPr>
          <p:cNvSpPr>
            <a:spLocks noGrp="1"/>
          </p:cNvSpPr>
          <p:nvPr/>
        </p:nvSpPr>
        <p:spPr>
          <a:xfrm>
            <a:off x="1948740" y="1559029"/>
            <a:ext cx="2312820" cy="4699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6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96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96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Input (4×4)</a:t>
            </a:r>
          </a:p>
        </p:txBody>
      </p:sp>
      <p:sp>
        <p:nvSpPr>
          <p:cNvPr id="40" name="anim_to5736_0_1">
            <a:extLst>
              <a:ext uri="{FF2B5EF4-FFF2-40B4-BE49-F238E27FC236}">
                <a16:creationId xmlns:a16="http://schemas.microsoft.com/office/drawing/2014/main" id="{7EF1696B-11A5-44C3-B2A3-7CD3A35FA744}"/>
              </a:ext>
            </a:extLst>
          </p:cNvPr>
          <p:cNvSpPr>
            <a:spLocks noGrp="1"/>
          </p:cNvSpPr>
          <p:nvPr/>
        </p:nvSpPr>
        <p:spPr>
          <a:xfrm>
            <a:off x="388590" y="5325145"/>
            <a:ext cx="5433120" cy="49045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9" b="0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89" b="0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pPr>
            <a:r>
              <a:rPr sz="3089" b="0">
                <a:solidFill>
                  <a:srgbClr val="FFFF00"/>
                </a:solidFill>
                <a:latin typeface="Consolas"/>
                <a:ea typeface="Consolas"/>
                <a:cs typeface="Consolas"/>
              </a:rPr>
              <a:t>Pool Size: 2×2, Stride: 2</a:t>
            </a:r>
          </a:p>
        </p:txBody>
      </p:sp>
      <p:sp>
        <p:nvSpPr>
          <p:cNvPr id="41" name="anim_to5789_0_1">
            <a:extLst>
              <a:ext uri="{FF2B5EF4-FFF2-40B4-BE49-F238E27FC236}">
                <a16:creationId xmlns:a16="http://schemas.microsoft.com/office/drawing/2014/main" id="{744E2C80-501C-4714-A33E-21F712788848}"/>
              </a:ext>
            </a:extLst>
          </p:cNvPr>
          <p:cNvSpPr>
            <a:spLocks noGrp="1"/>
          </p:cNvSpPr>
          <p:nvPr/>
        </p:nvSpPr>
        <p:spPr>
          <a:xfrm>
            <a:off x="5997326" y="3102939"/>
            <a:ext cx="902198" cy="6546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124" b="1">
                <a:solidFill>
                  <a:srgbClr val="FC6255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124" b="1">
                <a:solidFill>
                  <a:srgbClr val="FC6255"/>
                </a:solidFill>
                <a:latin typeface="Consolas"/>
                <a:ea typeface="Consolas"/>
                <a:cs typeface="Consolas"/>
              </a:defRPr>
            </a:pPr>
            <a:r>
              <a:rPr sz="4124" b="1">
                <a:solidFill>
                  <a:srgbClr val="FC6255"/>
                </a:solidFill>
                <a:latin typeface="Consolas"/>
                <a:ea typeface="Consolas"/>
                <a:cs typeface="Consolas"/>
              </a:rPr>
              <a:t>Max</a:t>
            </a:r>
          </a:p>
        </p:txBody>
      </p:sp>
      <p:sp>
        <p:nvSpPr>
          <p:cNvPr id="42" name="anim_to5775_0_1">
            <a:extLst>
              <a:ext uri="{FF2B5EF4-FFF2-40B4-BE49-F238E27FC236}">
                <a16:creationId xmlns:a16="http://schemas.microsoft.com/office/drawing/2014/main" id="{A1E87917-5F59-4337-AFA1-2800A17E4188}"/>
              </a:ext>
            </a:extLst>
          </p:cNvPr>
          <p:cNvSpPr>
            <a:spLocks noGrp="1"/>
          </p:cNvSpPr>
          <p:nvPr/>
        </p:nvSpPr>
        <p:spPr>
          <a:xfrm>
            <a:off x="7846093" y="2244829"/>
            <a:ext cx="2519613" cy="4699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6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96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96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Output (2×2)</a:t>
            </a:r>
          </a:p>
        </p:txBody>
      </p:sp>
      <p:sp>
        <p:nvSpPr>
          <p:cNvPr id="43" name="anim_to5799_0_1">
            <a:extLst>
              <a:ext uri="{FF2B5EF4-FFF2-40B4-BE49-F238E27FC236}">
                <a16:creationId xmlns:a16="http://schemas.microsoft.com/office/drawing/2014/main" id="{4AB3710F-1757-4E13-A1F5-FE213EDF2D09}"/>
              </a:ext>
            </a:extLst>
          </p:cNvPr>
          <p:cNvSpPr>
            <a:spLocks noGrp="1"/>
          </p:cNvSpPr>
          <p:nvPr/>
        </p:nvSpPr>
        <p:spPr>
          <a:xfrm>
            <a:off x="8655325" y="31418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44" name="anim_to5801_0_1">
            <a:extLst>
              <a:ext uri="{FF2B5EF4-FFF2-40B4-BE49-F238E27FC236}">
                <a16:creationId xmlns:a16="http://schemas.microsoft.com/office/drawing/2014/main" id="{C87EAD61-FEDC-4C50-882E-36E386407C02}"/>
              </a:ext>
            </a:extLst>
          </p:cNvPr>
          <p:cNvSpPr>
            <a:spLocks noGrp="1"/>
          </p:cNvSpPr>
          <p:nvPr/>
        </p:nvSpPr>
        <p:spPr>
          <a:xfrm>
            <a:off x="9341125" y="31418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45" name="anim_to5803_0_1">
            <a:extLst>
              <a:ext uri="{FF2B5EF4-FFF2-40B4-BE49-F238E27FC236}">
                <a16:creationId xmlns:a16="http://schemas.microsoft.com/office/drawing/2014/main" id="{7F1BA8B0-3D1C-4BF4-9B00-12C758088B6E}"/>
              </a:ext>
            </a:extLst>
          </p:cNvPr>
          <p:cNvSpPr>
            <a:spLocks noGrp="1"/>
          </p:cNvSpPr>
          <p:nvPr/>
        </p:nvSpPr>
        <p:spPr>
          <a:xfrm>
            <a:off x="8655325" y="38276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46" name="anim_to5805_0_1">
            <a:extLst>
              <a:ext uri="{FF2B5EF4-FFF2-40B4-BE49-F238E27FC236}">
                <a16:creationId xmlns:a16="http://schemas.microsoft.com/office/drawing/2014/main" id="{1805F3BB-2106-47A1-B876-1346FE1D2D81}"/>
              </a:ext>
            </a:extLst>
          </p:cNvPr>
          <p:cNvSpPr>
            <a:spLocks noGrp="1"/>
          </p:cNvSpPr>
          <p:nvPr/>
        </p:nvSpPr>
        <p:spPr>
          <a:xfrm>
            <a:off x="9341125" y="38276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47" name="anim_to5807_0_1">
            <a:extLst>
              <a:ext uri="{FF2B5EF4-FFF2-40B4-BE49-F238E27FC236}">
                <a16:creationId xmlns:a16="http://schemas.microsoft.com/office/drawing/2014/main" id="{6E6E2FD8-27B2-4EC3-8050-A42E4D0FE2FF}"/>
              </a:ext>
            </a:extLst>
          </p:cNvPr>
          <p:cNvSpPr>
            <a:spLocks noGrp="1"/>
          </p:cNvSpPr>
          <p:nvPr/>
        </p:nvSpPr>
        <p:spPr>
          <a:xfrm>
            <a:off x="3760056" y="507018"/>
            <a:ext cx="4690937" cy="7049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41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441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4441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Average Pooling</a:t>
            </a:r>
          </a:p>
        </p:txBody>
      </p:sp>
      <p:sp>
        <p:nvSpPr>
          <p:cNvPr id="48" name="anim_o5824_1">
            <a:extLst>
              <a:ext uri="{FF2B5EF4-FFF2-40B4-BE49-F238E27FC236}">
                <a16:creationId xmlns:a16="http://schemas.microsoft.com/office/drawing/2014/main" id="{6694041E-6A3D-4474-A58E-066DD4FC03E7}"/>
              </a:ext>
            </a:extLst>
          </p:cNvPr>
          <p:cNvSpPr>
            <a:spLocks noGrp="1"/>
          </p:cNvSpPr>
          <p:nvPr/>
        </p:nvSpPr>
        <p:spPr>
          <a:xfrm>
            <a:off x="1724025" y="23145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5828_1">
            <a:extLst>
              <a:ext uri="{FF2B5EF4-FFF2-40B4-BE49-F238E27FC236}">
                <a16:creationId xmlns:a16="http://schemas.microsoft.com/office/drawing/2014/main" id="{3B5CB556-60F9-4C41-8F37-565AFF46AA09}"/>
              </a:ext>
            </a:extLst>
          </p:cNvPr>
          <p:cNvSpPr>
            <a:spLocks noGrp="1"/>
          </p:cNvSpPr>
          <p:nvPr/>
        </p:nvSpPr>
        <p:spPr>
          <a:xfrm>
            <a:off x="2409825" y="23145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5832_1">
            <a:extLst>
              <a:ext uri="{FF2B5EF4-FFF2-40B4-BE49-F238E27FC236}">
                <a16:creationId xmlns:a16="http://schemas.microsoft.com/office/drawing/2014/main" id="{00006C84-EADC-4C00-B98C-989D742CFC25}"/>
              </a:ext>
            </a:extLst>
          </p:cNvPr>
          <p:cNvSpPr>
            <a:spLocks noGrp="1"/>
          </p:cNvSpPr>
          <p:nvPr/>
        </p:nvSpPr>
        <p:spPr>
          <a:xfrm>
            <a:off x="3095625" y="23145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5836_1">
            <a:extLst>
              <a:ext uri="{FF2B5EF4-FFF2-40B4-BE49-F238E27FC236}">
                <a16:creationId xmlns:a16="http://schemas.microsoft.com/office/drawing/2014/main" id="{014192AB-356A-46BD-A5B1-E393CEDBA128}"/>
              </a:ext>
            </a:extLst>
          </p:cNvPr>
          <p:cNvSpPr>
            <a:spLocks noGrp="1"/>
          </p:cNvSpPr>
          <p:nvPr/>
        </p:nvSpPr>
        <p:spPr>
          <a:xfrm>
            <a:off x="3781425" y="23145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5840_1">
            <a:extLst>
              <a:ext uri="{FF2B5EF4-FFF2-40B4-BE49-F238E27FC236}">
                <a16:creationId xmlns:a16="http://schemas.microsoft.com/office/drawing/2014/main" id="{E324245C-5DC3-4192-B1B2-B605489CB07A}"/>
              </a:ext>
            </a:extLst>
          </p:cNvPr>
          <p:cNvSpPr>
            <a:spLocks noGrp="1"/>
          </p:cNvSpPr>
          <p:nvPr/>
        </p:nvSpPr>
        <p:spPr>
          <a:xfrm>
            <a:off x="1724025" y="30003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o5844_1">
            <a:extLst>
              <a:ext uri="{FF2B5EF4-FFF2-40B4-BE49-F238E27FC236}">
                <a16:creationId xmlns:a16="http://schemas.microsoft.com/office/drawing/2014/main" id="{EC87D495-8426-42A6-B7CC-050466235A2D}"/>
              </a:ext>
            </a:extLst>
          </p:cNvPr>
          <p:cNvSpPr>
            <a:spLocks noGrp="1"/>
          </p:cNvSpPr>
          <p:nvPr/>
        </p:nvSpPr>
        <p:spPr>
          <a:xfrm>
            <a:off x="2409825" y="30003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4" name="anim_o5848_1">
            <a:extLst>
              <a:ext uri="{FF2B5EF4-FFF2-40B4-BE49-F238E27FC236}">
                <a16:creationId xmlns:a16="http://schemas.microsoft.com/office/drawing/2014/main" id="{904E98DB-4CF7-47E9-BB60-0F47D4CE83AD}"/>
              </a:ext>
            </a:extLst>
          </p:cNvPr>
          <p:cNvSpPr>
            <a:spLocks noGrp="1"/>
          </p:cNvSpPr>
          <p:nvPr/>
        </p:nvSpPr>
        <p:spPr>
          <a:xfrm>
            <a:off x="3095625" y="30003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5" name="anim_o5852_1">
            <a:extLst>
              <a:ext uri="{FF2B5EF4-FFF2-40B4-BE49-F238E27FC236}">
                <a16:creationId xmlns:a16="http://schemas.microsoft.com/office/drawing/2014/main" id="{085E9358-0DA7-43A2-9AD8-019129FE5A3D}"/>
              </a:ext>
            </a:extLst>
          </p:cNvPr>
          <p:cNvSpPr>
            <a:spLocks noGrp="1"/>
          </p:cNvSpPr>
          <p:nvPr/>
        </p:nvSpPr>
        <p:spPr>
          <a:xfrm>
            <a:off x="3781425" y="30003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6" name="anim_o5856_1">
            <a:extLst>
              <a:ext uri="{FF2B5EF4-FFF2-40B4-BE49-F238E27FC236}">
                <a16:creationId xmlns:a16="http://schemas.microsoft.com/office/drawing/2014/main" id="{FC577240-B00A-4438-A9CB-A7E038CEAAB3}"/>
              </a:ext>
            </a:extLst>
          </p:cNvPr>
          <p:cNvSpPr>
            <a:spLocks noGrp="1"/>
          </p:cNvSpPr>
          <p:nvPr/>
        </p:nvSpPr>
        <p:spPr>
          <a:xfrm>
            <a:off x="1724025" y="36861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7" name="anim_o5860_1">
            <a:extLst>
              <a:ext uri="{FF2B5EF4-FFF2-40B4-BE49-F238E27FC236}">
                <a16:creationId xmlns:a16="http://schemas.microsoft.com/office/drawing/2014/main" id="{B0D274D5-06EA-4E9B-A2BE-E92A2D604F24}"/>
              </a:ext>
            </a:extLst>
          </p:cNvPr>
          <p:cNvSpPr>
            <a:spLocks noGrp="1"/>
          </p:cNvSpPr>
          <p:nvPr/>
        </p:nvSpPr>
        <p:spPr>
          <a:xfrm>
            <a:off x="2409825" y="36861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" name="anim_o5864_1">
            <a:extLst>
              <a:ext uri="{FF2B5EF4-FFF2-40B4-BE49-F238E27FC236}">
                <a16:creationId xmlns:a16="http://schemas.microsoft.com/office/drawing/2014/main" id="{F825F5DF-75E6-4EB4-8911-E4B78B0E7A91}"/>
              </a:ext>
            </a:extLst>
          </p:cNvPr>
          <p:cNvSpPr>
            <a:spLocks noGrp="1"/>
          </p:cNvSpPr>
          <p:nvPr/>
        </p:nvSpPr>
        <p:spPr>
          <a:xfrm>
            <a:off x="3095625" y="36861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o5868_1">
            <a:extLst>
              <a:ext uri="{FF2B5EF4-FFF2-40B4-BE49-F238E27FC236}">
                <a16:creationId xmlns:a16="http://schemas.microsoft.com/office/drawing/2014/main" id="{4FFCA88E-B8D6-4991-995F-D9BA38DE0EC6}"/>
              </a:ext>
            </a:extLst>
          </p:cNvPr>
          <p:cNvSpPr>
            <a:spLocks noGrp="1"/>
          </p:cNvSpPr>
          <p:nvPr/>
        </p:nvSpPr>
        <p:spPr>
          <a:xfrm>
            <a:off x="3781425" y="36861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0" name="anim_o5872_1">
            <a:extLst>
              <a:ext uri="{FF2B5EF4-FFF2-40B4-BE49-F238E27FC236}">
                <a16:creationId xmlns:a16="http://schemas.microsoft.com/office/drawing/2014/main" id="{DB2D7FA5-27A2-4DBF-84A5-8FAC57C3614F}"/>
              </a:ext>
            </a:extLst>
          </p:cNvPr>
          <p:cNvSpPr>
            <a:spLocks noGrp="1"/>
          </p:cNvSpPr>
          <p:nvPr/>
        </p:nvSpPr>
        <p:spPr>
          <a:xfrm>
            <a:off x="1724025" y="43719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" name="anim_o5876_1">
            <a:extLst>
              <a:ext uri="{FF2B5EF4-FFF2-40B4-BE49-F238E27FC236}">
                <a16:creationId xmlns:a16="http://schemas.microsoft.com/office/drawing/2014/main" id="{871979CD-0260-43E5-9843-BAAC9E0E9D44}"/>
              </a:ext>
            </a:extLst>
          </p:cNvPr>
          <p:cNvSpPr>
            <a:spLocks noGrp="1"/>
          </p:cNvSpPr>
          <p:nvPr/>
        </p:nvSpPr>
        <p:spPr>
          <a:xfrm>
            <a:off x="2409825" y="43719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2" name="anim_o5880_1">
            <a:extLst>
              <a:ext uri="{FF2B5EF4-FFF2-40B4-BE49-F238E27FC236}">
                <a16:creationId xmlns:a16="http://schemas.microsoft.com/office/drawing/2014/main" id="{6CE1FDC1-03A8-41E4-B9DB-2C872F015C40}"/>
              </a:ext>
            </a:extLst>
          </p:cNvPr>
          <p:cNvSpPr>
            <a:spLocks noGrp="1"/>
          </p:cNvSpPr>
          <p:nvPr/>
        </p:nvSpPr>
        <p:spPr>
          <a:xfrm>
            <a:off x="3095625" y="43719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3" name="anim_o5884_1">
            <a:extLst>
              <a:ext uri="{FF2B5EF4-FFF2-40B4-BE49-F238E27FC236}">
                <a16:creationId xmlns:a16="http://schemas.microsoft.com/office/drawing/2014/main" id="{D89E053A-602E-403B-8AA2-82D55A3AD764}"/>
              </a:ext>
            </a:extLst>
          </p:cNvPr>
          <p:cNvSpPr>
            <a:spLocks noGrp="1"/>
          </p:cNvSpPr>
          <p:nvPr/>
        </p:nvSpPr>
        <p:spPr>
          <a:xfrm>
            <a:off x="3781425" y="43719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4" name="anim_to5825_0_1">
            <a:extLst>
              <a:ext uri="{FF2B5EF4-FFF2-40B4-BE49-F238E27FC236}">
                <a16:creationId xmlns:a16="http://schemas.microsoft.com/office/drawing/2014/main" id="{4C6322CE-10AB-4F4F-8697-2C6D985DBAB5}"/>
              </a:ext>
            </a:extLst>
          </p:cNvPr>
          <p:cNvSpPr>
            <a:spLocks noGrp="1"/>
          </p:cNvSpPr>
          <p:nvPr/>
        </p:nvSpPr>
        <p:spPr>
          <a:xfrm>
            <a:off x="1968775" y="24560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65" name="anim_to5829_0_1">
            <a:extLst>
              <a:ext uri="{FF2B5EF4-FFF2-40B4-BE49-F238E27FC236}">
                <a16:creationId xmlns:a16="http://schemas.microsoft.com/office/drawing/2014/main" id="{CA2BB01B-6E16-47E8-A547-CC291668ADEC}"/>
              </a:ext>
            </a:extLst>
          </p:cNvPr>
          <p:cNvSpPr>
            <a:spLocks noGrp="1"/>
          </p:cNvSpPr>
          <p:nvPr/>
        </p:nvSpPr>
        <p:spPr>
          <a:xfrm>
            <a:off x="2654575" y="24560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66" name="anim_to5833_0_1">
            <a:extLst>
              <a:ext uri="{FF2B5EF4-FFF2-40B4-BE49-F238E27FC236}">
                <a16:creationId xmlns:a16="http://schemas.microsoft.com/office/drawing/2014/main" id="{D35E16C4-B060-43FE-B6EE-226891146C4A}"/>
              </a:ext>
            </a:extLst>
          </p:cNvPr>
          <p:cNvSpPr>
            <a:spLocks noGrp="1"/>
          </p:cNvSpPr>
          <p:nvPr/>
        </p:nvSpPr>
        <p:spPr>
          <a:xfrm>
            <a:off x="3340375" y="24560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67" name="anim_to5837_0_1">
            <a:extLst>
              <a:ext uri="{FF2B5EF4-FFF2-40B4-BE49-F238E27FC236}">
                <a16:creationId xmlns:a16="http://schemas.microsoft.com/office/drawing/2014/main" id="{F3ABD1A5-2293-48A2-A347-1CBF45055D0D}"/>
              </a:ext>
            </a:extLst>
          </p:cNvPr>
          <p:cNvSpPr>
            <a:spLocks noGrp="1"/>
          </p:cNvSpPr>
          <p:nvPr/>
        </p:nvSpPr>
        <p:spPr>
          <a:xfrm>
            <a:off x="4026175" y="24560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68" name="anim_to5841_0_1">
            <a:extLst>
              <a:ext uri="{FF2B5EF4-FFF2-40B4-BE49-F238E27FC236}">
                <a16:creationId xmlns:a16="http://schemas.microsoft.com/office/drawing/2014/main" id="{D493E4CD-0135-4706-856C-17CF898736C3}"/>
              </a:ext>
            </a:extLst>
          </p:cNvPr>
          <p:cNvSpPr>
            <a:spLocks noGrp="1"/>
          </p:cNvSpPr>
          <p:nvPr/>
        </p:nvSpPr>
        <p:spPr>
          <a:xfrm>
            <a:off x="1968775" y="31418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69" name="anim_to5845_0_1">
            <a:extLst>
              <a:ext uri="{FF2B5EF4-FFF2-40B4-BE49-F238E27FC236}">
                <a16:creationId xmlns:a16="http://schemas.microsoft.com/office/drawing/2014/main" id="{2A44588C-9780-44DE-8FF4-D2C2294791C2}"/>
              </a:ext>
            </a:extLst>
          </p:cNvPr>
          <p:cNvSpPr>
            <a:spLocks noGrp="1"/>
          </p:cNvSpPr>
          <p:nvPr/>
        </p:nvSpPr>
        <p:spPr>
          <a:xfrm>
            <a:off x="2654575" y="31418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70" name="anim_to5849_0_1">
            <a:extLst>
              <a:ext uri="{FF2B5EF4-FFF2-40B4-BE49-F238E27FC236}">
                <a16:creationId xmlns:a16="http://schemas.microsoft.com/office/drawing/2014/main" id="{7B690AA9-36D1-41F8-B467-5DA47DF1C0C0}"/>
              </a:ext>
            </a:extLst>
          </p:cNvPr>
          <p:cNvSpPr>
            <a:spLocks noGrp="1"/>
          </p:cNvSpPr>
          <p:nvPr/>
        </p:nvSpPr>
        <p:spPr>
          <a:xfrm>
            <a:off x="3340375" y="31418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71" name="anim_to5853_0_1">
            <a:extLst>
              <a:ext uri="{FF2B5EF4-FFF2-40B4-BE49-F238E27FC236}">
                <a16:creationId xmlns:a16="http://schemas.microsoft.com/office/drawing/2014/main" id="{0CF74AD6-1F51-41AD-B254-0D0FFE91BF8A}"/>
              </a:ext>
            </a:extLst>
          </p:cNvPr>
          <p:cNvSpPr>
            <a:spLocks noGrp="1"/>
          </p:cNvSpPr>
          <p:nvPr/>
        </p:nvSpPr>
        <p:spPr>
          <a:xfrm>
            <a:off x="4026175" y="31418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72" name="anim_to5857_0_1">
            <a:extLst>
              <a:ext uri="{FF2B5EF4-FFF2-40B4-BE49-F238E27FC236}">
                <a16:creationId xmlns:a16="http://schemas.microsoft.com/office/drawing/2014/main" id="{1BED1078-3346-4A06-895E-44E0CC259329}"/>
              </a:ext>
            </a:extLst>
          </p:cNvPr>
          <p:cNvSpPr>
            <a:spLocks noGrp="1"/>
          </p:cNvSpPr>
          <p:nvPr/>
        </p:nvSpPr>
        <p:spPr>
          <a:xfrm>
            <a:off x="1968775" y="38276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73" name="anim_to5861_0_1">
            <a:extLst>
              <a:ext uri="{FF2B5EF4-FFF2-40B4-BE49-F238E27FC236}">
                <a16:creationId xmlns:a16="http://schemas.microsoft.com/office/drawing/2014/main" id="{4AF2124C-6175-4626-97AB-99FA0A0033FE}"/>
              </a:ext>
            </a:extLst>
          </p:cNvPr>
          <p:cNvSpPr>
            <a:spLocks noGrp="1"/>
          </p:cNvSpPr>
          <p:nvPr/>
        </p:nvSpPr>
        <p:spPr>
          <a:xfrm>
            <a:off x="2654575" y="38276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74" name="anim_to5865_0_1">
            <a:extLst>
              <a:ext uri="{FF2B5EF4-FFF2-40B4-BE49-F238E27FC236}">
                <a16:creationId xmlns:a16="http://schemas.microsoft.com/office/drawing/2014/main" id="{906AB496-6606-462F-B3D7-AA6799B4DCEB}"/>
              </a:ext>
            </a:extLst>
          </p:cNvPr>
          <p:cNvSpPr>
            <a:spLocks noGrp="1"/>
          </p:cNvSpPr>
          <p:nvPr/>
        </p:nvSpPr>
        <p:spPr>
          <a:xfrm>
            <a:off x="3340375" y="38276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75" name="anim_to5869_0_1">
            <a:extLst>
              <a:ext uri="{FF2B5EF4-FFF2-40B4-BE49-F238E27FC236}">
                <a16:creationId xmlns:a16="http://schemas.microsoft.com/office/drawing/2014/main" id="{F54813F9-9197-492A-BF29-21B42D839827}"/>
              </a:ext>
            </a:extLst>
          </p:cNvPr>
          <p:cNvSpPr>
            <a:spLocks noGrp="1"/>
          </p:cNvSpPr>
          <p:nvPr/>
        </p:nvSpPr>
        <p:spPr>
          <a:xfrm>
            <a:off x="4026175" y="38276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76" name="anim_to5873_0_1">
            <a:extLst>
              <a:ext uri="{FF2B5EF4-FFF2-40B4-BE49-F238E27FC236}">
                <a16:creationId xmlns:a16="http://schemas.microsoft.com/office/drawing/2014/main" id="{C18ABE8E-14D1-4E00-9F6B-69CD8FF4E304}"/>
              </a:ext>
            </a:extLst>
          </p:cNvPr>
          <p:cNvSpPr>
            <a:spLocks noGrp="1"/>
          </p:cNvSpPr>
          <p:nvPr/>
        </p:nvSpPr>
        <p:spPr>
          <a:xfrm>
            <a:off x="1968775" y="45134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77" name="anim_to5877_0_1">
            <a:extLst>
              <a:ext uri="{FF2B5EF4-FFF2-40B4-BE49-F238E27FC236}">
                <a16:creationId xmlns:a16="http://schemas.microsoft.com/office/drawing/2014/main" id="{E3DFA5C3-BC46-4410-A6B5-17BB3E79737F}"/>
              </a:ext>
            </a:extLst>
          </p:cNvPr>
          <p:cNvSpPr>
            <a:spLocks noGrp="1"/>
          </p:cNvSpPr>
          <p:nvPr/>
        </p:nvSpPr>
        <p:spPr>
          <a:xfrm>
            <a:off x="2654575" y="45134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78" name="anim_to5881_0_1">
            <a:extLst>
              <a:ext uri="{FF2B5EF4-FFF2-40B4-BE49-F238E27FC236}">
                <a16:creationId xmlns:a16="http://schemas.microsoft.com/office/drawing/2014/main" id="{6643AEAA-5DCB-436E-862F-0BB725BCEEC0}"/>
              </a:ext>
            </a:extLst>
          </p:cNvPr>
          <p:cNvSpPr>
            <a:spLocks noGrp="1"/>
          </p:cNvSpPr>
          <p:nvPr/>
        </p:nvSpPr>
        <p:spPr>
          <a:xfrm>
            <a:off x="3340375" y="45134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79" name="anim_to5885_0_1">
            <a:extLst>
              <a:ext uri="{FF2B5EF4-FFF2-40B4-BE49-F238E27FC236}">
                <a16:creationId xmlns:a16="http://schemas.microsoft.com/office/drawing/2014/main" id="{88AB60F8-9365-41DD-A00D-4E081A096DE7}"/>
              </a:ext>
            </a:extLst>
          </p:cNvPr>
          <p:cNvSpPr>
            <a:spLocks noGrp="1"/>
          </p:cNvSpPr>
          <p:nvPr/>
        </p:nvSpPr>
        <p:spPr>
          <a:xfrm>
            <a:off x="4026175" y="45134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80" name="anim_to5888_0_1">
            <a:extLst>
              <a:ext uri="{FF2B5EF4-FFF2-40B4-BE49-F238E27FC236}">
                <a16:creationId xmlns:a16="http://schemas.microsoft.com/office/drawing/2014/main" id="{B71193E5-7489-465C-B1C6-6FCEC8CBC0B2}"/>
              </a:ext>
            </a:extLst>
          </p:cNvPr>
          <p:cNvSpPr>
            <a:spLocks noGrp="1"/>
          </p:cNvSpPr>
          <p:nvPr/>
        </p:nvSpPr>
        <p:spPr>
          <a:xfrm>
            <a:off x="1948740" y="1644754"/>
            <a:ext cx="2312820" cy="4699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6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96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96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Input (4×4)</a:t>
            </a:r>
          </a:p>
        </p:txBody>
      </p:sp>
      <p:sp>
        <p:nvSpPr>
          <p:cNvPr id="81" name="anim_to5900_0_1">
            <a:extLst>
              <a:ext uri="{FF2B5EF4-FFF2-40B4-BE49-F238E27FC236}">
                <a16:creationId xmlns:a16="http://schemas.microsoft.com/office/drawing/2014/main" id="{9F21FC21-2093-4C73-8ABA-AC81B7200F75}"/>
              </a:ext>
            </a:extLst>
          </p:cNvPr>
          <p:cNvSpPr>
            <a:spLocks noGrp="1"/>
          </p:cNvSpPr>
          <p:nvPr/>
        </p:nvSpPr>
        <p:spPr>
          <a:xfrm>
            <a:off x="388590" y="5325145"/>
            <a:ext cx="5433120" cy="49045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9" b="0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89" b="0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pPr>
            <a:r>
              <a:rPr sz="3089" b="0">
                <a:solidFill>
                  <a:srgbClr val="FFFF00"/>
                </a:solidFill>
                <a:latin typeface="Consolas"/>
                <a:ea typeface="Consolas"/>
                <a:cs typeface="Consolas"/>
              </a:rPr>
              <a:t>Pool Size: 2×2, Stride: 2</a:t>
            </a:r>
          </a:p>
        </p:txBody>
      </p:sp>
      <p:sp>
        <p:nvSpPr>
          <p:cNvPr id="82" name="anim_o5952_1">
            <a:extLst>
              <a:ext uri="{FF2B5EF4-FFF2-40B4-BE49-F238E27FC236}">
                <a16:creationId xmlns:a16="http://schemas.microsoft.com/office/drawing/2014/main" id="{BA828258-18A2-4669-ABFA-D4CAAE9ACEF4}"/>
              </a:ext>
            </a:extLst>
          </p:cNvPr>
          <p:cNvSpPr>
            <a:spLocks noGrp="1"/>
          </p:cNvSpPr>
          <p:nvPr/>
        </p:nvSpPr>
        <p:spPr>
          <a:xfrm>
            <a:off x="4895850" y="3600450"/>
            <a:ext cx="3086100" cy="171450"/>
          </a:xfrm>
          <a:custGeom>
            <a:avLst/>
            <a:gdLst/>
            <a:ahLst/>
            <a:cxnLst/>
            <a:rect l="0" t="0" r="0" b="0"/>
            <a:pathLst>
              <a:path w="3086100" h="171450">
                <a:moveTo>
                  <a:pt x="0" y="104775"/>
                </a:moveTo>
                <a:lnTo>
                  <a:pt x="2914650" y="104775"/>
                </a:lnTo>
                <a:lnTo>
                  <a:pt x="2914650" y="171450"/>
                </a:lnTo>
                <a:lnTo>
                  <a:pt x="3086100" y="85725"/>
                </a:lnTo>
                <a:lnTo>
                  <a:pt x="2914650" y="0"/>
                </a:lnTo>
                <a:lnTo>
                  <a:pt x="2914650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2540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83" name="anim_to5953_0_1">
            <a:extLst>
              <a:ext uri="{FF2B5EF4-FFF2-40B4-BE49-F238E27FC236}">
                <a16:creationId xmlns:a16="http://schemas.microsoft.com/office/drawing/2014/main" id="{B878678F-13F2-49A9-9B21-462A34FCE120}"/>
              </a:ext>
            </a:extLst>
          </p:cNvPr>
          <p:cNvSpPr>
            <a:spLocks noGrp="1"/>
          </p:cNvSpPr>
          <p:nvPr/>
        </p:nvSpPr>
        <p:spPr>
          <a:xfrm>
            <a:off x="5997326" y="3051878"/>
            <a:ext cx="902198" cy="6546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124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124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4124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Avg</a:t>
            </a:r>
          </a:p>
        </p:txBody>
      </p:sp>
      <p:sp>
        <p:nvSpPr>
          <p:cNvPr id="84" name="anim_o5927_1">
            <a:extLst>
              <a:ext uri="{FF2B5EF4-FFF2-40B4-BE49-F238E27FC236}">
                <a16:creationId xmlns:a16="http://schemas.microsoft.com/office/drawing/2014/main" id="{CBB8B599-7BF4-496B-8068-9D617FCC8DEF}"/>
              </a:ext>
            </a:extLst>
          </p:cNvPr>
          <p:cNvSpPr>
            <a:spLocks noGrp="1"/>
          </p:cNvSpPr>
          <p:nvPr/>
        </p:nvSpPr>
        <p:spPr>
          <a:xfrm>
            <a:off x="8410575" y="30003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5" name="anim_o5930_1">
            <a:extLst>
              <a:ext uri="{FF2B5EF4-FFF2-40B4-BE49-F238E27FC236}">
                <a16:creationId xmlns:a16="http://schemas.microsoft.com/office/drawing/2014/main" id="{589FCC9B-2F9F-45E9-A3AA-A41126A5EE08}"/>
              </a:ext>
            </a:extLst>
          </p:cNvPr>
          <p:cNvSpPr>
            <a:spLocks noGrp="1"/>
          </p:cNvSpPr>
          <p:nvPr/>
        </p:nvSpPr>
        <p:spPr>
          <a:xfrm>
            <a:off x="9096375" y="30003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6" name="anim_o5933_1">
            <a:extLst>
              <a:ext uri="{FF2B5EF4-FFF2-40B4-BE49-F238E27FC236}">
                <a16:creationId xmlns:a16="http://schemas.microsoft.com/office/drawing/2014/main" id="{028867B1-AE10-473C-8AC5-15C9829D0EC8}"/>
              </a:ext>
            </a:extLst>
          </p:cNvPr>
          <p:cNvSpPr>
            <a:spLocks noGrp="1"/>
          </p:cNvSpPr>
          <p:nvPr/>
        </p:nvSpPr>
        <p:spPr>
          <a:xfrm>
            <a:off x="8410575" y="36861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7" name="anim_o5936_1">
            <a:extLst>
              <a:ext uri="{FF2B5EF4-FFF2-40B4-BE49-F238E27FC236}">
                <a16:creationId xmlns:a16="http://schemas.microsoft.com/office/drawing/2014/main" id="{50E876C7-14C3-4071-9EE6-4236AA27F5B5}"/>
              </a:ext>
            </a:extLst>
          </p:cNvPr>
          <p:cNvSpPr>
            <a:spLocks noGrp="1"/>
          </p:cNvSpPr>
          <p:nvPr/>
        </p:nvSpPr>
        <p:spPr>
          <a:xfrm>
            <a:off x="9096375" y="36861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8" name="anim_to5928_0_1">
            <a:extLst>
              <a:ext uri="{FF2B5EF4-FFF2-40B4-BE49-F238E27FC236}">
                <a16:creationId xmlns:a16="http://schemas.microsoft.com/office/drawing/2014/main" id="{28B16AF4-E3E1-40CB-AF7B-7EBDA0DBCB25}"/>
              </a:ext>
            </a:extLst>
          </p:cNvPr>
          <p:cNvSpPr>
            <a:spLocks noGrp="1"/>
          </p:cNvSpPr>
          <p:nvPr/>
        </p:nvSpPr>
        <p:spPr>
          <a:xfrm>
            <a:off x="8655325" y="31418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89" name="anim_to5931_0_1">
            <a:extLst>
              <a:ext uri="{FF2B5EF4-FFF2-40B4-BE49-F238E27FC236}">
                <a16:creationId xmlns:a16="http://schemas.microsoft.com/office/drawing/2014/main" id="{77F1FE26-EE6E-412A-94EE-8DF8C6833291}"/>
              </a:ext>
            </a:extLst>
          </p:cNvPr>
          <p:cNvSpPr>
            <a:spLocks noGrp="1"/>
          </p:cNvSpPr>
          <p:nvPr/>
        </p:nvSpPr>
        <p:spPr>
          <a:xfrm>
            <a:off x="9341125" y="31418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90" name="anim_to5934_0_1">
            <a:extLst>
              <a:ext uri="{FF2B5EF4-FFF2-40B4-BE49-F238E27FC236}">
                <a16:creationId xmlns:a16="http://schemas.microsoft.com/office/drawing/2014/main" id="{26386091-AA52-4845-9FA7-8E1AEE6DF8F6}"/>
              </a:ext>
            </a:extLst>
          </p:cNvPr>
          <p:cNvSpPr>
            <a:spLocks noGrp="1"/>
          </p:cNvSpPr>
          <p:nvPr/>
        </p:nvSpPr>
        <p:spPr>
          <a:xfrm>
            <a:off x="8655325" y="38276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91" name="anim_to5937_0_1">
            <a:extLst>
              <a:ext uri="{FF2B5EF4-FFF2-40B4-BE49-F238E27FC236}">
                <a16:creationId xmlns:a16="http://schemas.microsoft.com/office/drawing/2014/main" id="{B2F299E1-21E5-440F-8422-4D64DFE5B948}"/>
              </a:ext>
            </a:extLst>
          </p:cNvPr>
          <p:cNvSpPr>
            <a:spLocks noGrp="1"/>
          </p:cNvSpPr>
          <p:nvPr/>
        </p:nvSpPr>
        <p:spPr>
          <a:xfrm>
            <a:off x="9341125" y="38276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?</a:t>
            </a:r>
          </a:p>
        </p:txBody>
      </p:sp>
      <p:sp>
        <p:nvSpPr>
          <p:cNvPr id="92" name="anim_to5939_0_1">
            <a:extLst>
              <a:ext uri="{FF2B5EF4-FFF2-40B4-BE49-F238E27FC236}">
                <a16:creationId xmlns:a16="http://schemas.microsoft.com/office/drawing/2014/main" id="{506ABB93-419A-4860-8E69-130DFC12AB59}"/>
              </a:ext>
            </a:extLst>
          </p:cNvPr>
          <p:cNvSpPr>
            <a:spLocks noGrp="1"/>
          </p:cNvSpPr>
          <p:nvPr/>
        </p:nvSpPr>
        <p:spPr>
          <a:xfrm>
            <a:off x="7846093" y="2330554"/>
            <a:ext cx="2519613" cy="4699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6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96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96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Output (2×2)</a:t>
            </a:r>
          </a:p>
        </p:txBody>
      </p:sp>
      <p:sp>
        <p:nvSpPr>
          <p:cNvPr id="93" name="anim_o5959_1">
            <a:extLst>
              <a:ext uri="{FF2B5EF4-FFF2-40B4-BE49-F238E27FC236}">
                <a16:creationId xmlns:a16="http://schemas.microsoft.com/office/drawing/2014/main" id="{B021D5A3-6C94-4CD7-8C3C-075D5A03CDCD}"/>
              </a:ext>
            </a:extLst>
          </p:cNvPr>
          <p:cNvSpPr>
            <a:spLocks noGrp="1"/>
          </p:cNvSpPr>
          <p:nvPr/>
        </p:nvSpPr>
        <p:spPr>
          <a:xfrm>
            <a:off x="1724025" y="2314575"/>
            <a:ext cx="685800" cy="685800"/>
          </a:xfrm>
          <a:prstGeom prst="rect">
            <a:avLst/>
          </a:prstGeom>
          <a:solidFill>
            <a:srgbClr val="83C167">
              <a:alpha val="30000"/>
            </a:srgbClr>
          </a:solidFill>
          <a:ln w="2540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4" name="anim_o5960_1">
            <a:extLst>
              <a:ext uri="{FF2B5EF4-FFF2-40B4-BE49-F238E27FC236}">
                <a16:creationId xmlns:a16="http://schemas.microsoft.com/office/drawing/2014/main" id="{D5A7D8B8-9389-4E56-915E-6796DCE6BCFD}"/>
              </a:ext>
            </a:extLst>
          </p:cNvPr>
          <p:cNvSpPr>
            <a:spLocks noGrp="1"/>
          </p:cNvSpPr>
          <p:nvPr/>
        </p:nvSpPr>
        <p:spPr>
          <a:xfrm>
            <a:off x="2409825" y="2314575"/>
            <a:ext cx="685800" cy="685800"/>
          </a:xfrm>
          <a:prstGeom prst="rect">
            <a:avLst/>
          </a:prstGeom>
          <a:solidFill>
            <a:srgbClr val="83C167">
              <a:alpha val="30000"/>
            </a:srgbClr>
          </a:solidFill>
          <a:ln w="2540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5" name="anim_o5961_1">
            <a:extLst>
              <a:ext uri="{FF2B5EF4-FFF2-40B4-BE49-F238E27FC236}">
                <a16:creationId xmlns:a16="http://schemas.microsoft.com/office/drawing/2014/main" id="{A3C83A3B-2C9E-48F3-AE2B-80C9B0696C56}"/>
              </a:ext>
            </a:extLst>
          </p:cNvPr>
          <p:cNvSpPr>
            <a:spLocks noGrp="1"/>
          </p:cNvSpPr>
          <p:nvPr/>
        </p:nvSpPr>
        <p:spPr>
          <a:xfrm>
            <a:off x="1724025" y="3000375"/>
            <a:ext cx="685800" cy="685800"/>
          </a:xfrm>
          <a:prstGeom prst="rect">
            <a:avLst/>
          </a:prstGeom>
          <a:solidFill>
            <a:srgbClr val="83C167">
              <a:alpha val="30000"/>
            </a:srgbClr>
          </a:solidFill>
          <a:ln w="2540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6" name="anim_o5962_1">
            <a:extLst>
              <a:ext uri="{FF2B5EF4-FFF2-40B4-BE49-F238E27FC236}">
                <a16:creationId xmlns:a16="http://schemas.microsoft.com/office/drawing/2014/main" id="{D45A50F5-4647-4C14-9590-B7EA6BE00D5F}"/>
              </a:ext>
            </a:extLst>
          </p:cNvPr>
          <p:cNvSpPr>
            <a:spLocks noGrp="1"/>
          </p:cNvSpPr>
          <p:nvPr/>
        </p:nvSpPr>
        <p:spPr>
          <a:xfrm>
            <a:off x="2409825" y="3000375"/>
            <a:ext cx="685800" cy="685800"/>
          </a:xfrm>
          <a:prstGeom prst="rect">
            <a:avLst/>
          </a:prstGeom>
          <a:solidFill>
            <a:srgbClr val="83C167">
              <a:alpha val="30000"/>
            </a:srgbClr>
          </a:solidFill>
          <a:ln w="25400">
            <a:solidFill>
              <a:srgbClr val="83C1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7" name="anim_o5824_2">
            <a:extLst>
              <a:ext uri="{FF2B5EF4-FFF2-40B4-BE49-F238E27FC236}">
                <a16:creationId xmlns:a16="http://schemas.microsoft.com/office/drawing/2014/main" id="{6DE41C86-A107-4E5D-A785-AD88EE55C8BB}"/>
              </a:ext>
            </a:extLst>
          </p:cNvPr>
          <p:cNvSpPr>
            <a:spLocks noGrp="1"/>
          </p:cNvSpPr>
          <p:nvPr/>
        </p:nvSpPr>
        <p:spPr>
          <a:xfrm>
            <a:off x="1724025" y="2314575"/>
            <a:ext cx="685800" cy="685800"/>
          </a:xfrm>
          <a:prstGeom prst="rect">
            <a:avLst/>
          </a:prstGeom>
          <a:solidFill>
            <a:srgbClr val="83C167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8" name="anim_o5828_2">
            <a:extLst>
              <a:ext uri="{FF2B5EF4-FFF2-40B4-BE49-F238E27FC236}">
                <a16:creationId xmlns:a16="http://schemas.microsoft.com/office/drawing/2014/main" id="{E4EE64C3-25D6-4A40-8259-4801E9550C6A}"/>
              </a:ext>
            </a:extLst>
          </p:cNvPr>
          <p:cNvSpPr>
            <a:spLocks noGrp="1"/>
          </p:cNvSpPr>
          <p:nvPr/>
        </p:nvSpPr>
        <p:spPr>
          <a:xfrm>
            <a:off x="2409825" y="2314575"/>
            <a:ext cx="685800" cy="685800"/>
          </a:xfrm>
          <a:prstGeom prst="rect">
            <a:avLst/>
          </a:prstGeom>
          <a:solidFill>
            <a:srgbClr val="83C167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9" name="anim_o5840_2">
            <a:extLst>
              <a:ext uri="{FF2B5EF4-FFF2-40B4-BE49-F238E27FC236}">
                <a16:creationId xmlns:a16="http://schemas.microsoft.com/office/drawing/2014/main" id="{BCE35A70-26B0-4D50-91A6-A5665B9DE747}"/>
              </a:ext>
            </a:extLst>
          </p:cNvPr>
          <p:cNvSpPr>
            <a:spLocks noGrp="1"/>
          </p:cNvSpPr>
          <p:nvPr/>
        </p:nvSpPr>
        <p:spPr>
          <a:xfrm>
            <a:off x="1724025" y="3000375"/>
            <a:ext cx="685800" cy="685800"/>
          </a:xfrm>
          <a:prstGeom prst="rect">
            <a:avLst/>
          </a:prstGeom>
          <a:solidFill>
            <a:srgbClr val="83C167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0" name="anim_o5844_2">
            <a:extLst>
              <a:ext uri="{FF2B5EF4-FFF2-40B4-BE49-F238E27FC236}">
                <a16:creationId xmlns:a16="http://schemas.microsoft.com/office/drawing/2014/main" id="{E89B69D6-AB01-46E4-ADB3-37B13EECFB9A}"/>
              </a:ext>
            </a:extLst>
          </p:cNvPr>
          <p:cNvSpPr>
            <a:spLocks noGrp="1"/>
          </p:cNvSpPr>
          <p:nvPr/>
        </p:nvSpPr>
        <p:spPr>
          <a:xfrm>
            <a:off x="2409825" y="3000375"/>
            <a:ext cx="685800" cy="685800"/>
          </a:xfrm>
          <a:prstGeom prst="rect">
            <a:avLst/>
          </a:prstGeom>
          <a:solidFill>
            <a:srgbClr val="83C167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1" name="anim_to5963_0_1">
            <a:extLst>
              <a:ext uri="{FF2B5EF4-FFF2-40B4-BE49-F238E27FC236}">
                <a16:creationId xmlns:a16="http://schemas.microsoft.com/office/drawing/2014/main" id="{8DE0EF4F-97AC-49CE-8382-418B8C24154E}"/>
              </a:ext>
            </a:extLst>
          </p:cNvPr>
          <p:cNvSpPr>
            <a:spLocks noGrp="1"/>
          </p:cNvSpPr>
          <p:nvPr/>
        </p:nvSpPr>
        <p:spPr>
          <a:xfrm>
            <a:off x="2156580" y="2815739"/>
            <a:ext cx="52554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2.5</a:t>
            </a:r>
          </a:p>
        </p:txBody>
      </p:sp>
      <p:sp>
        <p:nvSpPr>
          <p:cNvPr id="102" name="anim_o5824_3">
            <a:extLst>
              <a:ext uri="{FF2B5EF4-FFF2-40B4-BE49-F238E27FC236}">
                <a16:creationId xmlns:a16="http://schemas.microsoft.com/office/drawing/2014/main" id="{58260D25-5D07-42F6-B940-4A91970A081F}"/>
              </a:ext>
            </a:extLst>
          </p:cNvPr>
          <p:cNvSpPr>
            <a:spLocks noGrp="1"/>
          </p:cNvSpPr>
          <p:nvPr/>
        </p:nvSpPr>
        <p:spPr>
          <a:xfrm>
            <a:off x="1724025" y="23145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3" name="anim_o5828_3">
            <a:extLst>
              <a:ext uri="{FF2B5EF4-FFF2-40B4-BE49-F238E27FC236}">
                <a16:creationId xmlns:a16="http://schemas.microsoft.com/office/drawing/2014/main" id="{F1143E42-880E-4789-A8D8-FC8C4FD88883}"/>
              </a:ext>
            </a:extLst>
          </p:cNvPr>
          <p:cNvSpPr>
            <a:spLocks noGrp="1"/>
          </p:cNvSpPr>
          <p:nvPr/>
        </p:nvSpPr>
        <p:spPr>
          <a:xfrm>
            <a:off x="2409825" y="23145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4" name="anim_o5840_3">
            <a:extLst>
              <a:ext uri="{FF2B5EF4-FFF2-40B4-BE49-F238E27FC236}">
                <a16:creationId xmlns:a16="http://schemas.microsoft.com/office/drawing/2014/main" id="{06C23AFF-4E70-492A-AEE0-07C4DC9E5815}"/>
              </a:ext>
            </a:extLst>
          </p:cNvPr>
          <p:cNvSpPr>
            <a:spLocks noGrp="1"/>
          </p:cNvSpPr>
          <p:nvPr/>
        </p:nvSpPr>
        <p:spPr>
          <a:xfrm>
            <a:off x="1724025" y="30003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5" name="anim_o5844_3">
            <a:extLst>
              <a:ext uri="{FF2B5EF4-FFF2-40B4-BE49-F238E27FC236}">
                <a16:creationId xmlns:a16="http://schemas.microsoft.com/office/drawing/2014/main" id="{240DA50C-A60E-4905-A8E4-5EA3CE954C83}"/>
              </a:ext>
            </a:extLst>
          </p:cNvPr>
          <p:cNvSpPr>
            <a:spLocks noGrp="1"/>
          </p:cNvSpPr>
          <p:nvPr/>
        </p:nvSpPr>
        <p:spPr>
          <a:xfrm>
            <a:off x="2409825" y="30003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6" name="anim_o5832_2">
            <a:extLst>
              <a:ext uri="{FF2B5EF4-FFF2-40B4-BE49-F238E27FC236}">
                <a16:creationId xmlns:a16="http://schemas.microsoft.com/office/drawing/2014/main" id="{47D4B999-B3F7-48AA-9956-62EB519BE2D0}"/>
              </a:ext>
            </a:extLst>
          </p:cNvPr>
          <p:cNvSpPr>
            <a:spLocks noGrp="1"/>
          </p:cNvSpPr>
          <p:nvPr/>
        </p:nvSpPr>
        <p:spPr>
          <a:xfrm>
            <a:off x="3095625" y="2314575"/>
            <a:ext cx="685800" cy="685800"/>
          </a:xfrm>
          <a:prstGeom prst="rect">
            <a:avLst/>
          </a:prstGeom>
          <a:solidFill>
            <a:srgbClr val="83C167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7" name="anim_o5836_2">
            <a:extLst>
              <a:ext uri="{FF2B5EF4-FFF2-40B4-BE49-F238E27FC236}">
                <a16:creationId xmlns:a16="http://schemas.microsoft.com/office/drawing/2014/main" id="{543192A1-3694-417D-9971-9ED1C7618953}"/>
              </a:ext>
            </a:extLst>
          </p:cNvPr>
          <p:cNvSpPr>
            <a:spLocks noGrp="1"/>
          </p:cNvSpPr>
          <p:nvPr/>
        </p:nvSpPr>
        <p:spPr>
          <a:xfrm>
            <a:off x="3781425" y="2314575"/>
            <a:ext cx="685800" cy="685800"/>
          </a:xfrm>
          <a:prstGeom prst="rect">
            <a:avLst/>
          </a:prstGeom>
          <a:solidFill>
            <a:srgbClr val="83C167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8" name="anim_o5848_2">
            <a:extLst>
              <a:ext uri="{FF2B5EF4-FFF2-40B4-BE49-F238E27FC236}">
                <a16:creationId xmlns:a16="http://schemas.microsoft.com/office/drawing/2014/main" id="{B17FA7F6-DD16-4CBE-A789-55F05E465F8E}"/>
              </a:ext>
            </a:extLst>
          </p:cNvPr>
          <p:cNvSpPr>
            <a:spLocks noGrp="1"/>
          </p:cNvSpPr>
          <p:nvPr/>
        </p:nvSpPr>
        <p:spPr>
          <a:xfrm>
            <a:off x="3095625" y="3000375"/>
            <a:ext cx="685800" cy="685800"/>
          </a:xfrm>
          <a:prstGeom prst="rect">
            <a:avLst/>
          </a:prstGeom>
          <a:solidFill>
            <a:srgbClr val="83C167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9" name="anim_o5852_2">
            <a:extLst>
              <a:ext uri="{FF2B5EF4-FFF2-40B4-BE49-F238E27FC236}">
                <a16:creationId xmlns:a16="http://schemas.microsoft.com/office/drawing/2014/main" id="{6DC74232-CC1A-44A0-8666-53723DBD8800}"/>
              </a:ext>
            </a:extLst>
          </p:cNvPr>
          <p:cNvSpPr>
            <a:spLocks noGrp="1"/>
          </p:cNvSpPr>
          <p:nvPr/>
        </p:nvSpPr>
        <p:spPr>
          <a:xfrm>
            <a:off x="3781425" y="3000375"/>
            <a:ext cx="685800" cy="685800"/>
          </a:xfrm>
          <a:prstGeom prst="rect">
            <a:avLst/>
          </a:prstGeom>
          <a:solidFill>
            <a:srgbClr val="83C167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0" name="anim_to5967_0_1">
            <a:extLst>
              <a:ext uri="{FF2B5EF4-FFF2-40B4-BE49-F238E27FC236}">
                <a16:creationId xmlns:a16="http://schemas.microsoft.com/office/drawing/2014/main" id="{2319CA0A-B7A2-4811-8D0D-52AC904C88F7}"/>
              </a:ext>
            </a:extLst>
          </p:cNvPr>
          <p:cNvSpPr>
            <a:spLocks noGrp="1"/>
          </p:cNvSpPr>
          <p:nvPr/>
        </p:nvSpPr>
        <p:spPr>
          <a:xfrm>
            <a:off x="3528180" y="2815739"/>
            <a:ext cx="52554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6.5</a:t>
            </a:r>
          </a:p>
        </p:txBody>
      </p:sp>
      <p:sp>
        <p:nvSpPr>
          <p:cNvPr id="111" name="anim_o5832_3">
            <a:extLst>
              <a:ext uri="{FF2B5EF4-FFF2-40B4-BE49-F238E27FC236}">
                <a16:creationId xmlns:a16="http://schemas.microsoft.com/office/drawing/2014/main" id="{5AD255B9-DD1A-42EF-B4B8-3BA02BD72021}"/>
              </a:ext>
            </a:extLst>
          </p:cNvPr>
          <p:cNvSpPr>
            <a:spLocks noGrp="1"/>
          </p:cNvSpPr>
          <p:nvPr/>
        </p:nvSpPr>
        <p:spPr>
          <a:xfrm>
            <a:off x="3095625" y="23145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2" name="anim_o5836_3">
            <a:extLst>
              <a:ext uri="{FF2B5EF4-FFF2-40B4-BE49-F238E27FC236}">
                <a16:creationId xmlns:a16="http://schemas.microsoft.com/office/drawing/2014/main" id="{67E89DF7-2FB0-48C0-8195-8D76A8D2C4A5}"/>
              </a:ext>
            </a:extLst>
          </p:cNvPr>
          <p:cNvSpPr>
            <a:spLocks noGrp="1"/>
          </p:cNvSpPr>
          <p:nvPr/>
        </p:nvSpPr>
        <p:spPr>
          <a:xfrm>
            <a:off x="3781425" y="23145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3" name="anim_o5848_3">
            <a:extLst>
              <a:ext uri="{FF2B5EF4-FFF2-40B4-BE49-F238E27FC236}">
                <a16:creationId xmlns:a16="http://schemas.microsoft.com/office/drawing/2014/main" id="{4CE05FA7-04BC-42F8-ADD0-70CB94F8FCC0}"/>
              </a:ext>
            </a:extLst>
          </p:cNvPr>
          <p:cNvSpPr>
            <a:spLocks noGrp="1"/>
          </p:cNvSpPr>
          <p:nvPr/>
        </p:nvSpPr>
        <p:spPr>
          <a:xfrm>
            <a:off x="3095625" y="30003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4" name="anim_o5852_3">
            <a:extLst>
              <a:ext uri="{FF2B5EF4-FFF2-40B4-BE49-F238E27FC236}">
                <a16:creationId xmlns:a16="http://schemas.microsoft.com/office/drawing/2014/main" id="{E3566323-E3F1-43D2-943D-829E0E039E04}"/>
              </a:ext>
            </a:extLst>
          </p:cNvPr>
          <p:cNvSpPr>
            <a:spLocks noGrp="1"/>
          </p:cNvSpPr>
          <p:nvPr/>
        </p:nvSpPr>
        <p:spPr>
          <a:xfrm>
            <a:off x="3781425" y="30003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5" name="anim_o5856_2">
            <a:extLst>
              <a:ext uri="{FF2B5EF4-FFF2-40B4-BE49-F238E27FC236}">
                <a16:creationId xmlns:a16="http://schemas.microsoft.com/office/drawing/2014/main" id="{9AD740C0-3157-440E-864D-8344AC7C9DED}"/>
              </a:ext>
            </a:extLst>
          </p:cNvPr>
          <p:cNvSpPr>
            <a:spLocks noGrp="1"/>
          </p:cNvSpPr>
          <p:nvPr/>
        </p:nvSpPr>
        <p:spPr>
          <a:xfrm>
            <a:off x="1724025" y="3686175"/>
            <a:ext cx="685800" cy="685800"/>
          </a:xfrm>
          <a:prstGeom prst="rect">
            <a:avLst/>
          </a:prstGeom>
          <a:solidFill>
            <a:srgbClr val="83C167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6" name="anim_o5860_2">
            <a:extLst>
              <a:ext uri="{FF2B5EF4-FFF2-40B4-BE49-F238E27FC236}">
                <a16:creationId xmlns:a16="http://schemas.microsoft.com/office/drawing/2014/main" id="{AE66F20A-BB35-40A0-B1EE-71FB7FEDF179}"/>
              </a:ext>
            </a:extLst>
          </p:cNvPr>
          <p:cNvSpPr>
            <a:spLocks noGrp="1"/>
          </p:cNvSpPr>
          <p:nvPr/>
        </p:nvSpPr>
        <p:spPr>
          <a:xfrm>
            <a:off x="2409825" y="3686175"/>
            <a:ext cx="685800" cy="685800"/>
          </a:xfrm>
          <a:prstGeom prst="rect">
            <a:avLst/>
          </a:prstGeom>
          <a:solidFill>
            <a:srgbClr val="83C167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7" name="anim_o5872_2">
            <a:extLst>
              <a:ext uri="{FF2B5EF4-FFF2-40B4-BE49-F238E27FC236}">
                <a16:creationId xmlns:a16="http://schemas.microsoft.com/office/drawing/2014/main" id="{9BAC6B9C-31D3-44D3-841B-81748FE8B936}"/>
              </a:ext>
            </a:extLst>
          </p:cNvPr>
          <p:cNvSpPr>
            <a:spLocks noGrp="1"/>
          </p:cNvSpPr>
          <p:nvPr/>
        </p:nvSpPr>
        <p:spPr>
          <a:xfrm>
            <a:off x="1724025" y="4371975"/>
            <a:ext cx="685800" cy="685800"/>
          </a:xfrm>
          <a:prstGeom prst="rect">
            <a:avLst/>
          </a:prstGeom>
          <a:solidFill>
            <a:srgbClr val="83C167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8" name="anim_o5876_2">
            <a:extLst>
              <a:ext uri="{FF2B5EF4-FFF2-40B4-BE49-F238E27FC236}">
                <a16:creationId xmlns:a16="http://schemas.microsoft.com/office/drawing/2014/main" id="{3CA9D7EE-2265-465D-9981-34DDE13E3B13}"/>
              </a:ext>
            </a:extLst>
          </p:cNvPr>
          <p:cNvSpPr>
            <a:spLocks noGrp="1"/>
          </p:cNvSpPr>
          <p:nvPr/>
        </p:nvSpPr>
        <p:spPr>
          <a:xfrm>
            <a:off x="2409825" y="4371975"/>
            <a:ext cx="685800" cy="685800"/>
          </a:xfrm>
          <a:prstGeom prst="rect">
            <a:avLst/>
          </a:prstGeom>
          <a:solidFill>
            <a:srgbClr val="83C167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9" name="anim_to5971_0_1">
            <a:extLst>
              <a:ext uri="{FF2B5EF4-FFF2-40B4-BE49-F238E27FC236}">
                <a16:creationId xmlns:a16="http://schemas.microsoft.com/office/drawing/2014/main" id="{AC8812F3-842B-42EC-8AD9-823A73D34985}"/>
              </a:ext>
            </a:extLst>
          </p:cNvPr>
          <p:cNvSpPr>
            <a:spLocks noGrp="1"/>
          </p:cNvSpPr>
          <p:nvPr/>
        </p:nvSpPr>
        <p:spPr>
          <a:xfrm>
            <a:off x="2156580" y="4187339"/>
            <a:ext cx="52554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6.5</a:t>
            </a:r>
          </a:p>
        </p:txBody>
      </p:sp>
      <p:sp>
        <p:nvSpPr>
          <p:cNvPr id="120" name="anim_o5856_3">
            <a:extLst>
              <a:ext uri="{FF2B5EF4-FFF2-40B4-BE49-F238E27FC236}">
                <a16:creationId xmlns:a16="http://schemas.microsoft.com/office/drawing/2014/main" id="{EF3CDE0A-E0AF-4882-B2D8-ADE7EF4C6D5E}"/>
              </a:ext>
            </a:extLst>
          </p:cNvPr>
          <p:cNvSpPr>
            <a:spLocks noGrp="1"/>
          </p:cNvSpPr>
          <p:nvPr/>
        </p:nvSpPr>
        <p:spPr>
          <a:xfrm>
            <a:off x="1724025" y="36861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1" name="anim_o5860_3">
            <a:extLst>
              <a:ext uri="{FF2B5EF4-FFF2-40B4-BE49-F238E27FC236}">
                <a16:creationId xmlns:a16="http://schemas.microsoft.com/office/drawing/2014/main" id="{76E11824-5372-4483-9941-0952E946FB94}"/>
              </a:ext>
            </a:extLst>
          </p:cNvPr>
          <p:cNvSpPr>
            <a:spLocks noGrp="1"/>
          </p:cNvSpPr>
          <p:nvPr/>
        </p:nvSpPr>
        <p:spPr>
          <a:xfrm>
            <a:off x="2409825" y="36861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2" name="anim_o5872_3">
            <a:extLst>
              <a:ext uri="{FF2B5EF4-FFF2-40B4-BE49-F238E27FC236}">
                <a16:creationId xmlns:a16="http://schemas.microsoft.com/office/drawing/2014/main" id="{42F9EE25-807F-4CE6-AB81-5828B922411C}"/>
              </a:ext>
            </a:extLst>
          </p:cNvPr>
          <p:cNvSpPr>
            <a:spLocks noGrp="1"/>
          </p:cNvSpPr>
          <p:nvPr/>
        </p:nvSpPr>
        <p:spPr>
          <a:xfrm>
            <a:off x="1724025" y="43719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3" name="anim_o5876_3">
            <a:extLst>
              <a:ext uri="{FF2B5EF4-FFF2-40B4-BE49-F238E27FC236}">
                <a16:creationId xmlns:a16="http://schemas.microsoft.com/office/drawing/2014/main" id="{3FDDC6E0-8C79-43E5-B8AC-3DC916745F58}"/>
              </a:ext>
            </a:extLst>
          </p:cNvPr>
          <p:cNvSpPr>
            <a:spLocks noGrp="1"/>
          </p:cNvSpPr>
          <p:nvPr/>
        </p:nvSpPr>
        <p:spPr>
          <a:xfrm>
            <a:off x="2409825" y="43719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4" name="anim_o5864_2">
            <a:extLst>
              <a:ext uri="{FF2B5EF4-FFF2-40B4-BE49-F238E27FC236}">
                <a16:creationId xmlns:a16="http://schemas.microsoft.com/office/drawing/2014/main" id="{DBE4E45E-2DAB-470B-8B0F-3F690B01FD6D}"/>
              </a:ext>
            </a:extLst>
          </p:cNvPr>
          <p:cNvSpPr>
            <a:spLocks noGrp="1"/>
          </p:cNvSpPr>
          <p:nvPr/>
        </p:nvSpPr>
        <p:spPr>
          <a:xfrm>
            <a:off x="3095625" y="3686175"/>
            <a:ext cx="685800" cy="685800"/>
          </a:xfrm>
          <a:prstGeom prst="rect">
            <a:avLst/>
          </a:prstGeom>
          <a:solidFill>
            <a:srgbClr val="83C167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5" name="anim_o5868_2">
            <a:extLst>
              <a:ext uri="{FF2B5EF4-FFF2-40B4-BE49-F238E27FC236}">
                <a16:creationId xmlns:a16="http://schemas.microsoft.com/office/drawing/2014/main" id="{2C39DE84-BDD8-41EE-8C2C-694DF3970163}"/>
              </a:ext>
            </a:extLst>
          </p:cNvPr>
          <p:cNvSpPr>
            <a:spLocks noGrp="1"/>
          </p:cNvSpPr>
          <p:nvPr/>
        </p:nvSpPr>
        <p:spPr>
          <a:xfrm>
            <a:off x="3781425" y="3686175"/>
            <a:ext cx="685800" cy="685800"/>
          </a:xfrm>
          <a:prstGeom prst="rect">
            <a:avLst/>
          </a:prstGeom>
          <a:solidFill>
            <a:srgbClr val="83C167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6" name="anim_o5880_2">
            <a:extLst>
              <a:ext uri="{FF2B5EF4-FFF2-40B4-BE49-F238E27FC236}">
                <a16:creationId xmlns:a16="http://schemas.microsoft.com/office/drawing/2014/main" id="{3B3B597D-D185-4B02-8C21-57DA9E13CF35}"/>
              </a:ext>
            </a:extLst>
          </p:cNvPr>
          <p:cNvSpPr>
            <a:spLocks noGrp="1"/>
          </p:cNvSpPr>
          <p:nvPr/>
        </p:nvSpPr>
        <p:spPr>
          <a:xfrm>
            <a:off x="3095625" y="4371975"/>
            <a:ext cx="685800" cy="685800"/>
          </a:xfrm>
          <a:prstGeom prst="rect">
            <a:avLst/>
          </a:prstGeom>
          <a:solidFill>
            <a:srgbClr val="83C167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7" name="anim_o5884_2">
            <a:extLst>
              <a:ext uri="{FF2B5EF4-FFF2-40B4-BE49-F238E27FC236}">
                <a16:creationId xmlns:a16="http://schemas.microsoft.com/office/drawing/2014/main" id="{DD9F00B6-4D0D-4C15-B566-AB60425E72CF}"/>
              </a:ext>
            </a:extLst>
          </p:cNvPr>
          <p:cNvSpPr>
            <a:spLocks noGrp="1"/>
          </p:cNvSpPr>
          <p:nvPr/>
        </p:nvSpPr>
        <p:spPr>
          <a:xfrm>
            <a:off x="3781425" y="4371975"/>
            <a:ext cx="685800" cy="685800"/>
          </a:xfrm>
          <a:prstGeom prst="rect">
            <a:avLst/>
          </a:prstGeom>
          <a:solidFill>
            <a:srgbClr val="83C167">
              <a:alpha val="5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8" name="anim_to5975_0_1">
            <a:extLst>
              <a:ext uri="{FF2B5EF4-FFF2-40B4-BE49-F238E27FC236}">
                <a16:creationId xmlns:a16="http://schemas.microsoft.com/office/drawing/2014/main" id="{A6173A2F-6165-470B-98F8-BEB79F6D2B04}"/>
              </a:ext>
            </a:extLst>
          </p:cNvPr>
          <p:cNvSpPr>
            <a:spLocks noGrp="1"/>
          </p:cNvSpPr>
          <p:nvPr/>
        </p:nvSpPr>
        <p:spPr>
          <a:xfrm>
            <a:off x="3528180" y="4187339"/>
            <a:ext cx="52554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2.5</a:t>
            </a:r>
          </a:p>
        </p:txBody>
      </p:sp>
      <p:sp>
        <p:nvSpPr>
          <p:cNvPr id="129" name="anim_o5864_3">
            <a:extLst>
              <a:ext uri="{FF2B5EF4-FFF2-40B4-BE49-F238E27FC236}">
                <a16:creationId xmlns:a16="http://schemas.microsoft.com/office/drawing/2014/main" id="{C4B413E3-3AA8-4088-B6EB-44F0CA944586}"/>
              </a:ext>
            </a:extLst>
          </p:cNvPr>
          <p:cNvSpPr>
            <a:spLocks noGrp="1"/>
          </p:cNvSpPr>
          <p:nvPr/>
        </p:nvSpPr>
        <p:spPr>
          <a:xfrm>
            <a:off x="3095625" y="36861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0" name="anim_o5868_3">
            <a:extLst>
              <a:ext uri="{FF2B5EF4-FFF2-40B4-BE49-F238E27FC236}">
                <a16:creationId xmlns:a16="http://schemas.microsoft.com/office/drawing/2014/main" id="{07D13CDA-2566-4C8A-9CDA-3C8378AF9F61}"/>
              </a:ext>
            </a:extLst>
          </p:cNvPr>
          <p:cNvSpPr>
            <a:spLocks noGrp="1"/>
          </p:cNvSpPr>
          <p:nvPr/>
        </p:nvSpPr>
        <p:spPr>
          <a:xfrm>
            <a:off x="3781425" y="36861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1" name="anim_o5880_3">
            <a:extLst>
              <a:ext uri="{FF2B5EF4-FFF2-40B4-BE49-F238E27FC236}">
                <a16:creationId xmlns:a16="http://schemas.microsoft.com/office/drawing/2014/main" id="{6E2BA51C-E288-4C09-9578-099608ACFBC9}"/>
              </a:ext>
            </a:extLst>
          </p:cNvPr>
          <p:cNvSpPr>
            <a:spLocks noGrp="1"/>
          </p:cNvSpPr>
          <p:nvPr/>
        </p:nvSpPr>
        <p:spPr>
          <a:xfrm>
            <a:off x="3095625" y="43719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2" name="anim_o5884_3">
            <a:extLst>
              <a:ext uri="{FF2B5EF4-FFF2-40B4-BE49-F238E27FC236}">
                <a16:creationId xmlns:a16="http://schemas.microsoft.com/office/drawing/2014/main" id="{7657E461-4C03-4763-B7FD-F8370AC82A16}"/>
              </a:ext>
            </a:extLst>
          </p:cNvPr>
          <p:cNvSpPr>
            <a:spLocks noGrp="1"/>
          </p:cNvSpPr>
          <p:nvPr/>
        </p:nvSpPr>
        <p:spPr>
          <a:xfrm>
            <a:off x="3781425" y="43719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93316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8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8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8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8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8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8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8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8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8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8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8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8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8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8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8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8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8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8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8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8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8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8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8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8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8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8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8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" dur="8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8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" dur="8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" dur="8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" dur="8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" dur="8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8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" dur="8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" dur="8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" dur="8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7" dur="8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" dur="8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3" dur="8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" dur="8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" dur="8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2" dur="8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5" dur="8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8" dur="8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1" dur="8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800"/>
                            </p:stCondLst>
                            <p:childTnLst>
                              <p:par>
                                <p:cTn id="14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8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600"/>
                            </p:stCondLst>
                            <p:childTnLst>
                              <p:par>
                                <p:cTn id="14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8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4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0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6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7" fill="hold">
                            <p:stCondLst>
                              <p:cond delay="2600"/>
                            </p:stCondLst>
                            <p:childTnLst>
                              <p:par>
                                <p:cTn id="24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0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1" fill="hold">
                            <p:stCondLst>
                              <p:cond delay="3100"/>
                            </p:stCondLst>
                            <p:childTnLst>
                              <p:par>
                                <p:cTn id="25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4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8" fill="hold">
                            <p:stCondLst>
                              <p:cond delay="3600"/>
                            </p:stCondLst>
                            <p:childTnLst>
                              <p:par>
                                <p:cTn id="2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1" dur="8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4" dur="8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" dur="8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0" dur="8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3" dur="8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6" dur="8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8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2" dur="8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5" dur="8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6" fill="hold">
                      <p:stCondLst>
                        <p:cond delay="indefinite"/>
                      </p:stCondLst>
                      <p:childTnLst>
                        <p:par>
                          <p:cTn id="287" fill="hold">
                            <p:stCondLst>
                              <p:cond delay="0"/>
                            </p:stCondLst>
                            <p:childTnLst>
                              <p:par>
                                <p:cTn id="2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0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3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9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0" fill="hold">
                            <p:stCondLst>
                              <p:cond delay="500"/>
                            </p:stCondLst>
                            <p:childTnLst>
                              <p:par>
                                <p:cTn id="301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2" dur="3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6" dur="3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8" dur="3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2" dur="3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4" dur="3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8" dur="3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0" dur="3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4" dur="3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5" fill="hold">
                            <p:stCondLst>
                              <p:cond delay="800"/>
                            </p:stCondLst>
                            <p:childTnLst>
                              <p:par>
                                <p:cTn id="326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203125 0.05 E" pathEditMode="relative" ptsTypes="">
                                      <p:cBhvr>
                                        <p:cTn id="333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4" fill="hold">
                            <p:stCondLst>
                              <p:cond delay="1300"/>
                            </p:stCondLst>
                            <p:childTnLst>
                              <p:par>
                                <p:cTn id="335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6" dur="2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0" dur="2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2" dur="2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6" dur="2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8" dur="2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2" dur="2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4" dur="2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8" dur="2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9" fill="hold">
                            <p:stCondLst>
                              <p:cond delay="1500"/>
                            </p:stCondLst>
                            <p:childTnLst>
                              <p:par>
                                <p:cTn id="360" presetID="63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125 0 E" pathEditMode="relative" ptsTypes="">
                                      <p:cBhvr>
                                        <p:cTn id="361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125 0 E" pathEditMode="relative" ptsTypes="">
                                      <p:cBhvr>
                                        <p:cTn id="363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125 0 E" pathEditMode="relative" ptsTypes="">
                                      <p:cBhvr>
                                        <p:cTn id="365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125 0 E" pathEditMode="relative" ptsTypes="">
                                      <p:cBhvr>
                                        <p:cTn id="367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8" fill="hold">
                            <p:stCondLst>
                              <p:cond delay="2000"/>
                            </p:stCondLst>
                            <p:childTnLst>
                              <p:par>
                                <p:cTn id="369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0" dur="3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4" dur="3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6" dur="3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0" dur="3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2" dur="3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6" dur="3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8" dur="3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2" dur="3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3" fill="hold">
                            <p:stCondLst>
                              <p:cond delay="2300"/>
                            </p:stCondLst>
                            <p:childTnLst>
                              <p:par>
                                <p:cTn id="394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5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9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640625 0.05 E" pathEditMode="relative" ptsTypes="">
                                      <p:cBhvr>
                                        <p:cTn id="401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2" fill="hold">
                            <p:stCondLst>
                              <p:cond delay="2800"/>
                            </p:stCondLst>
                            <p:childTnLst>
                              <p:par>
                                <p:cTn id="403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4" dur="2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8" dur="2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0" dur="2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1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4" dur="2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6" dur="2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0" dur="2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2" dur="2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6" dur="2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7" fill="hold">
                            <p:stCondLst>
                              <p:cond delay="3000"/>
                            </p:stCondLst>
                            <p:childTnLst>
                              <p:par>
                                <p:cTn id="428" presetID="63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25 0 L 0.0 0.2 E" pathEditMode="relative" ptsTypes="">
                                      <p:cBhvr>
                                        <p:cTn id="429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25 0 L 0.0 0.2 E" pathEditMode="relative" ptsTypes="">
                                      <p:cBhvr>
                                        <p:cTn id="431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25 0 L 0.0 0.2 E" pathEditMode="relative" ptsTypes="">
                                      <p:cBhvr>
                                        <p:cTn id="433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4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25 0 L 0.0 0.2 E" pathEditMode="relative" ptsTypes="">
                                      <p:cBhvr>
                                        <p:cTn id="435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6" fill="hold">
                            <p:stCondLst>
                              <p:cond delay="3500"/>
                            </p:stCondLst>
                            <p:childTnLst>
                              <p:par>
                                <p:cTn id="437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8" dur="3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9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2" dur="3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4" dur="3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8" dur="3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0" dur="3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1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4" dur="3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6" dur="3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7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0" dur="3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1" fill="hold">
                            <p:stCondLst>
                              <p:cond delay="3800"/>
                            </p:stCondLst>
                            <p:childTnLst>
                              <p:par>
                                <p:cTn id="462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7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203125 -0.05 E" pathEditMode="relative" ptsTypes="">
                                      <p:cBhvr>
                                        <p:cTn id="469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0" fill="hold">
                            <p:stCondLst>
                              <p:cond delay="4300"/>
                            </p:stCondLst>
                            <p:childTnLst>
                              <p:par>
                                <p:cTn id="471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2" dur="2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6" dur="2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8" dur="2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2" dur="2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4" dur="2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8" dur="2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0" dur="2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4" dur="2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5" fill="hold">
                            <p:stCondLst>
                              <p:cond delay="4500"/>
                            </p:stCondLst>
                            <p:childTnLst>
                              <p:par>
                                <p:cTn id="496" presetID="63" presetClass="path" presetSubtype="0" accel="50000" decel="5000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 0.2 L 0.1125 0.2 E" pathEditMode="relative" ptsTypes="">
                                      <p:cBhvr>
                                        <p:cTn id="497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8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 0.2 L 0.1125 0.2 E" pathEditMode="relative" ptsTypes="">
                                      <p:cBhvr>
                                        <p:cTn id="499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0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 0.2 L 0.1125 0.2 E" pathEditMode="relative" ptsTypes="">
                                      <p:cBhvr>
                                        <p:cTn id="501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02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 0.2 L 0.1125 0.2 E" pathEditMode="relative" ptsTypes="">
                                      <p:cBhvr>
                                        <p:cTn id="503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4" fill="hold">
                            <p:stCondLst>
                              <p:cond delay="5000"/>
                            </p:stCondLst>
                            <p:childTnLst>
                              <p:par>
                                <p:cTn id="505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6" dur="3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7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0" dur="3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2" dur="3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3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6" dur="3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8" dur="3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9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2" dur="3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4" dur="3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5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8" dur="3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9" fill="hold">
                            <p:stCondLst>
                              <p:cond delay="5300"/>
                            </p:stCondLst>
                            <p:childTnLst>
                              <p:par>
                                <p:cTn id="530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1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5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640625 -0.05 E" pathEditMode="relative" ptsTypes="">
                                      <p:cBhvr>
                                        <p:cTn id="537" dur="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8" fill="hold">
                            <p:stCondLst>
                              <p:cond delay="5800"/>
                            </p:stCondLst>
                            <p:childTnLst>
                              <p:par>
                                <p:cTn id="539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0" dur="2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1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4" dur="2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6" dur="2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7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0" dur="2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2" dur="2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3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6" dur="2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8" dur="2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9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2" dur="2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3" fill="hold">
                            <p:stCondLst>
                              <p:cond delay="6000"/>
                            </p:stCondLst>
                            <p:childTnLst>
                              <p:par>
                                <p:cTn id="564" presetID="10" presetClass="exit" presetSubtype="0" fill="hold" grpId="4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5" dur="3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7" presetID="10" presetClass="exit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8" dur="3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0" presetID="10" presetClass="exit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1" dur="3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10" presetClass="exit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4" dur="3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5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" grpId="0" animBg="1"/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/>
      <p:bldP spid="23" grpId="0"/>
      <p:bldP spid="24" grpId="0"/>
      <p:bldP spid="25" grpId="0"/>
      <p:bldP spid="26" grpId="0"/>
      <p:bldP spid="27" grpId="0"/>
      <p:bldP spid="28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  <p:bldP spid="51" grpId="0" animBg="1"/>
      <p:bldP spid="51" grpId="1" animBg="1"/>
      <p:bldP spid="52" grpId="0" animBg="1"/>
      <p:bldP spid="52" grpId="1" animBg="1"/>
      <p:bldP spid="53" grpId="0" animBg="1"/>
      <p:bldP spid="53" grpId="1" animBg="1"/>
      <p:bldP spid="54" grpId="0" animBg="1"/>
      <p:bldP spid="54" grpId="1" animBg="1"/>
      <p:bldP spid="55" grpId="0" animBg="1"/>
      <p:bldP spid="55" grpId="1" animBg="1"/>
      <p:bldP spid="56" grpId="0" animBg="1"/>
      <p:bldP spid="56" grpId="1" animBg="1"/>
      <p:bldP spid="57" grpId="0" animBg="1"/>
      <p:bldP spid="57" grpId="1" animBg="1"/>
      <p:bldP spid="58" grpId="0" animBg="1"/>
      <p:bldP spid="58" grpId="1" animBg="1"/>
      <p:bldP spid="59" grpId="0" animBg="1"/>
      <p:bldP spid="59" grpId="1" animBg="1"/>
      <p:bldP spid="60" grpId="0" animBg="1"/>
      <p:bldP spid="60" grpId="1" animBg="1"/>
      <p:bldP spid="61" grpId="0" animBg="1"/>
      <p:bldP spid="61" grpId="1" animBg="1"/>
      <p:bldP spid="62" grpId="0" animBg="1"/>
      <p:bldP spid="62" grpId="1" animBg="1"/>
      <p:bldP spid="63" grpId="0" animBg="1"/>
      <p:bldP spid="63" grpId="1" animBg="1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 animBg="1"/>
      <p:bldP spid="83" grpId="0"/>
      <p:bldP spid="84" grpId="0" animBg="1"/>
      <p:bldP spid="85" grpId="0" animBg="1"/>
      <p:bldP spid="86" grpId="0" animBg="1"/>
      <p:bldP spid="87" grpId="0" animBg="1"/>
      <p:bldP spid="88" grpId="0"/>
      <p:bldP spid="88" grpId="1"/>
      <p:bldP spid="89" grpId="0"/>
      <p:bldP spid="89" grpId="1"/>
      <p:bldP spid="90" grpId="0"/>
      <p:bldP spid="90" grpId="1"/>
      <p:bldP spid="91" grpId="0"/>
      <p:bldP spid="91" grpId="1"/>
      <p:bldP spid="92" grpId="0"/>
      <p:bldP spid="93" grpId="0" animBg="1"/>
      <p:bldP spid="93" grpId="1" animBg="1"/>
      <p:bldP spid="93" grpId="2" animBg="1"/>
      <p:bldP spid="93" grpId="3" animBg="1"/>
      <p:bldP spid="93" grpId="4" animBg="1"/>
      <p:bldP spid="94" grpId="0" animBg="1"/>
      <p:bldP spid="94" grpId="1" animBg="1"/>
      <p:bldP spid="94" grpId="2" animBg="1"/>
      <p:bldP spid="94" grpId="3" animBg="1"/>
      <p:bldP spid="94" grpId="4" animBg="1"/>
      <p:bldP spid="95" grpId="0" animBg="1"/>
      <p:bldP spid="95" grpId="1" animBg="1"/>
      <p:bldP spid="95" grpId="2" animBg="1"/>
      <p:bldP spid="95" grpId="3" animBg="1"/>
      <p:bldP spid="95" grpId="4" animBg="1"/>
      <p:bldP spid="96" grpId="0" animBg="1"/>
      <p:bldP spid="96" grpId="1" animBg="1"/>
      <p:bldP spid="96" grpId="2" animBg="1"/>
      <p:bldP spid="96" grpId="3" animBg="1"/>
      <p:bldP spid="96" grpId="4" animBg="1"/>
      <p:bldP spid="97" grpId="0" animBg="1"/>
      <p:bldP spid="97" grpId="1" animBg="1"/>
      <p:bldP spid="98" grpId="0" animBg="1"/>
      <p:bldP spid="98" grpId="1" animBg="1"/>
      <p:bldP spid="99" grpId="0" animBg="1"/>
      <p:bldP spid="99" grpId="1" animBg="1"/>
      <p:bldP spid="100" grpId="0" animBg="1"/>
      <p:bldP spid="100" grpId="1" animBg="1"/>
      <p:bldP spid="101" grpId="0"/>
      <p:bldP spid="101" grpId="1"/>
      <p:bldP spid="102" grpId="0" animBg="1"/>
      <p:bldP spid="103" grpId="0" animBg="1"/>
      <p:bldP spid="104" grpId="0" animBg="1"/>
      <p:bldP spid="105" grpId="0" animBg="1"/>
      <p:bldP spid="106" grpId="0" animBg="1"/>
      <p:bldP spid="106" grpId="1" animBg="1"/>
      <p:bldP spid="107" grpId="0" animBg="1"/>
      <p:bldP spid="107" grpId="1" animBg="1"/>
      <p:bldP spid="108" grpId="0" animBg="1"/>
      <p:bldP spid="108" grpId="1" animBg="1"/>
      <p:bldP spid="109" grpId="0" animBg="1"/>
      <p:bldP spid="109" grpId="1" animBg="1"/>
      <p:bldP spid="110" grpId="0"/>
      <p:bldP spid="110" grpId="1"/>
      <p:bldP spid="111" grpId="0" animBg="1"/>
      <p:bldP spid="112" grpId="0" animBg="1"/>
      <p:bldP spid="113" grpId="0" animBg="1"/>
      <p:bldP spid="114" grpId="0" animBg="1"/>
      <p:bldP spid="115" grpId="0" animBg="1"/>
      <p:bldP spid="115" grpId="1" animBg="1"/>
      <p:bldP spid="116" grpId="0" animBg="1"/>
      <p:bldP spid="116" grpId="1" animBg="1"/>
      <p:bldP spid="117" grpId="0" animBg="1"/>
      <p:bldP spid="117" grpId="1" animBg="1"/>
      <p:bldP spid="118" grpId="0" animBg="1"/>
      <p:bldP spid="118" grpId="1" animBg="1"/>
      <p:bldP spid="119" grpId="0"/>
      <p:bldP spid="119" grpId="1"/>
      <p:bldP spid="120" grpId="0" animBg="1"/>
      <p:bldP spid="121" grpId="0" animBg="1"/>
      <p:bldP spid="122" grpId="0" animBg="1"/>
      <p:bldP spid="123" grpId="0" animBg="1"/>
      <p:bldP spid="124" grpId="0" animBg="1"/>
      <p:bldP spid="124" grpId="1" animBg="1"/>
      <p:bldP spid="125" grpId="0" animBg="1"/>
      <p:bldP spid="125" grpId="1" animBg="1"/>
      <p:bldP spid="126" grpId="0" animBg="1"/>
      <p:bldP spid="126" grpId="1" animBg="1"/>
      <p:bldP spid="127" grpId="0" animBg="1"/>
      <p:bldP spid="127" grpId="1" animBg="1"/>
      <p:bldP spid="128" grpId="0"/>
      <p:bldP spid="128" grpId="1"/>
      <p:bldP spid="129" grpId="0" animBg="1"/>
      <p:bldP spid="130" grpId="0" animBg="1"/>
      <p:bldP spid="131" grpId="0" animBg="1"/>
      <p:bldP spid="132" grpId="0" animBg="1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anim_o5824_1">
            <a:extLst>
              <a:ext uri="{FF2B5EF4-FFF2-40B4-BE49-F238E27FC236}">
                <a16:creationId xmlns:a16="http://schemas.microsoft.com/office/drawing/2014/main" id="{64F50D32-50BC-44F6-9E30-FD57A6EBBF29}"/>
              </a:ext>
            </a:extLst>
          </p:cNvPr>
          <p:cNvSpPr>
            <a:spLocks noGrp="1"/>
          </p:cNvSpPr>
          <p:nvPr/>
        </p:nvSpPr>
        <p:spPr>
          <a:xfrm>
            <a:off x="1724025" y="23145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5828_1">
            <a:extLst>
              <a:ext uri="{FF2B5EF4-FFF2-40B4-BE49-F238E27FC236}">
                <a16:creationId xmlns:a16="http://schemas.microsoft.com/office/drawing/2014/main" id="{8515A71B-2FF7-48CE-B828-D4F8FF495229}"/>
              </a:ext>
            </a:extLst>
          </p:cNvPr>
          <p:cNvSpPr>
            <a:spLocks noGrp="1"/>
          </p:cNvSpPr>
          <p:nvPr/>
        </p:nvSpPr>
        <p:spPr>
          <a:xfrm>
            <a:off x="2409825" y="23145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5832_1">
            <a:extLst>
              <a:ext uri="{FF2B5EF4-FFF2-40B4-BE49-F238E27FC236}">
                <a16:creationId xmlns:a16="http://schemas.microsoft.com/office/drawing/2014/main" id="{B9C55F23-BC14-49FA-BFF7-93DE9510A123}"/>
              </a:ext>
            </a:extLst>
          </p:cNvPr>
          <p:cNvSpPr>
            <a:spLocks noGrp="1"/>
          </p:cNvSpPr>
          <p:nvPr/>
        </p:nvSpPr>
        <p:spPr>
          <a:xfrm>
            <a:off x="3095625" y="23145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5836_1">
            <a:extLst>
              <a:ext uri="{FF2B5EF4-FFF2-40B4-BE49-F238E27FC236}">
                <a16:creationId xmlns:a16="http://schemas.microsoft.com/office/drawing/2014/main" id="{32D53EAC-AA85-47A2-9BCB-86EC4F30C8AB}"/>
              </a:ext>
            </a:extLst>
          </p:cNvPr>
          <p:cNvSpPr>
            <a:spLocks noGrp="1"/>
          </p:cNvSpPr>
          <p:nvPr/>
        </p:nvSpPr>
        <p:spPr>
          <a:xfrm>
            <a:off x="3781425" y="23145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5840_1">
            <a:extLst>
              <a:ext uri="{FF2B5EF4-FFF2-40B4-BE49-F238E27FC236}">
                <a16:creationId xmlns:a16="http://schemas.microsoft.com/office/drawing/2014/main" id="{D493B6A0-DAF6-4C34-AB7D-9B073DF28A8D}"/>
              </a:ext>
            </a:extLst>
          </p:cNvPr>
          <p:cNvSpPr>
            <a:spLocks noGrp="1"/>
          </p:cNvSpPr>
          <p:nvPr/>
        </p:nvSpPr>
        <p:spPr>
          <a:xfrm>
            <a:off x="1724025" y="30003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5844_1">
            <a:extLst>
              <a:ext uri="{FF2B5EF4-FFF2-40B4-BE49-F238E27FC236}">
                <a16:creationId xmlns:a16="http://schemas.microsoft.com/office/drawing/2014/main" id="{82352B72-4DB7-419B-839F-10C77BA38555}"/>
              </a:ext>
            </a:extLst>
          </p:cNvPr>
          <p:cNvSpPr>
            <a:spLocks noGrp="1"/>
          </p:cNvSpPr>
          <p:nvPr/>
        </p:nvSpPr>
        <p:spPr>
          <a:xfrm>
            <a:off x="2409825" y="30003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5848_1">
            <a:extLst>
              <a:ext uri="{FF2B5EF4-FFF2-40B4-BE49-F238E27FC236}">
                <a16:creationId xmlns:a16="http://schemas.microsoft.com/office/drawing/2014/main" id="{2C991795-7182-43F8-AEF6-EFBFC09DCBAC}"/>
              </a:ext>
            </a:extLst>
          </p:cNvPr>
          <p:cNvSpPr>
            <a:spLocks noGrp="1"/>
          </p:cNvSpPr>
          <p:nvPr/>
        </p:nvSpPr>
        <p:spPr>
          <a:xfrm>
            <a:off x="3095625" y="30003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5852_1">
            <a:extLst>
              <a:ext uri="{FF2B5EF4-FFF2-40B4-BE49-F238E27FC236}">
                <a16:creationId xmlns:a16="http://schemas.microsoft.com/office/drawing/2014/main" id="{E06078E8-8871-49B7-A4CF-BF96F82A6003}"/>
              </a:ext>
            </a:extLst>
          </p:cNvPr>
          <p:cNvSpPr>
            <a:spLocks noGrp="1"/>
          </p:cNvSpPr>
          <p:nvPr/>
        </p:nvSpPr>
        <p:spPr>
          <a:xfrm>
            <a:off x="3781425" y="30003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5856_1">
            <a:extLst>
              <a:ext uri="{FF2B5EF4-FFF2-40B4-BE49-F238E27FC236}">
                <a16:creationId xmlns:a16="http://schemas.microsoft.com/office/drawing/2014/main" id="{D9536D41-13D3-46F6-91B0-6584B5854A13}"/>
              </a:ext>
            </a:extLst>
          </p:cNvPr>
          <p:cNvSpPr>
            <a:spLocks noGrp="1"/>
          </p:cNvSpPr>
          <p:nvPr/>
        </p:nvSpPr>
        <p:spPr>
          <a:xfrm>
            <a:off x="1724025" y="36861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5860_1">
            <a:extLst>
              <a:ext uri="{FF2B5EF4-FFF2-40B4-BE49-F238E27FC236}">
                <a16:creationId xmlns:a16="http://schemas.microsoft.com/office/drawing/2014/main" id="{BCD2EF59-88D8-483A-AFB5-2F0FB860CE11}"/>
              </a:ext>
            </a:extLst>
          </p:cNvPr>
          <p:cNvSpPr>
            <a:spLocks noGrp="1"/>
          </p:cNvSpPr>
          <p:nvPr/>
        </p:nvSpPr>
        <p:spPr>
          <a:xfrm>
            <a:off x="2409825" y="36861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5864_1">
            <a:extLst>
              <a:ext uri="{FF2B5EF4-FFF2-40B4-BE49-F238E27FC236}">
                <a16:creationId xmlns:a16="http://schemas.microsoft.com/office/drawing/2014/main" id="{64F47EEA-CE13-402E-953D-E7B741E91121}"/>
              </a:ext>
            </a:extLst>
          </p:cNvPr>
          <p:cNvSpPr>
            <a:spLocks noGrp="1"/>
          </p:cNvSpPr>
          <p:nvPr/>
        </p:nvSpPr>
        <p:spPr>
          <a:xfrm>
            <a:off x="3095625" y="36861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5868_1">
            <a:extLst>
              <a:ext uri="{FF2B5EF4-FFF2-40B4-BE49-F238E27FC236}">
                <a16:creationId xmlns:a16="http://schemas.microsoft.com/office/drawing/2014/main" id="{B27EF4C1-E53F-4E67-BD8F-F058118DE68E}"/>
              </a:ext>
            </a:extLst>
          </p:cNvPr>
          <p:cNvSpPr>
            <a:spLocks noGrp="1"/>
          </p:cNvSpPr>
          <p:nvPr/>
        </p:nvSpPr>
        <p:spPr>
          <a:xfrm>
            <a:off x="3781425" y="36861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5872_1">
            <a:extLst>
              <a:ext uri="{FF2B5EF4-FFF2-40B4-BE49-F238E27FC236}">
                <a16:creationId xmlns:a16="http://schemas.microsoft.com/office/drawing/2014/main" id="{4D0799A4-C85C-4FD8-8A44-6B629A184DDB}"/>
              </a:ext>
            </a:extLst>
          </p:cNvPr>
          <p:cNvSpPr>
            <a:spLocks noGrp="1"/>
          </p:cNvSpPr>
          <p:nvPr/>
        </p:nvSpPr>
        <p:spPr>
          <a:xfrm>
            <a:off x="1724025" y="43719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5876_1">
            <a:extLst>
              <a:ext uri="{FF2B5EF4-FFF2-40B4-BE49-F238E27FC236}">
                <a16:creationId xmlns:a16="http://schemas.microsoft.com/office/drawing/2014/main" id="{3705AB21-1089-439B-BD5D-E1EDE7CEB2DE}"/>
              </a:ext>
            </a:extLst>
          </p:cNvPr>
          <p:cNvSpPr>
            <a:spLocks noGrp="1"/>
          </p:cNvSpPr>
          <p:nvPr/>
        </p:nvSpPr>
        <p:spPr>
          <a:xfrm>
            <a:off x="2409825" y="43719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5880_1">
            <a:extLst>
              <a:ext uri="{FF2B5EF4-FFF2-40B4-BE49-F238E27FC236}">
                <a16:creationId xmlns:a16="http://schemas.microsoft.com/office/drawing/2014/main" id="{2E465C63-9D49-43EC-B4EB-BE7A8D38DBF0}"/>
              </a:ext>
            </a:extLst>
          </p:cNvPr>
          <p:cNvSpPr>
            <a:spLocks noGrp="1"/>
          </p:cNvSpPr>
          <p:nvPr/>
        </p:nvSpPr>
        <p:spPr>
          <a:xfrm>
            <a:off x="3095625" y="43719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5884_1">
            <a:extLst>
              <a:ext uri="{FF2B5EF4-FFF2-40B4-BE49-F238E27FC236}">
                <a16:creationId xmlns:a16="http://schemas.microsoft.com/office/drawing/2014/main" id="{A3613323-B166-4C7C-B809-46213196DAEE}"/>
              </a:ext>
            </a:extLst>
          </p:cNvPr>
          <p:cNvSpPr>
            <a:spLocks noGrp="1"/>
          </p:cNvSpPr>
          <p:nvPr/>
        </p:nvSpPr>
        <p:spPr>
          <a:xfrm>
            <a:off x="3781425" y="43719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5952_1">
            <a:extLst>
              <a:ext uri="{FF2B5EF4-FFF2-40B4-BE49-F238E27FC236}">
                <a16:creationId xmlns:a16="http://schemas.microsoft.com/office/drawing/2014/main" id="{1F9445D3-04C7-4720-9A54-7F1D6189EF6E}"/>
              </a:ext>
            </a:extLst>
          </p:cNvPr>
          <p:cNvSpPr>
            <a:spLocks noGrp="1"/>
          </p:cNvSpPr>
          <p:nvPr/>
        </p:nvSpPr>
        <p:spPr>
          <a:xfrm>
            <a:off x="4895850" y="3600450"/>
            <a:ext cx="3086100" cy="171450"/>
          </a:xfrm>
          <a:custGeom>
            <a:avLst/>
            <a:gdLst/>
            <a:ahLst/>
            <a:cxnLst/>
            <a:rect l="0" t="0" r="0" b="0"/>
            <a:pathLst>
              <a:path w="3086100" h="171450">
                <a:moveTo>
                  <a:pt x="0" y="104775"/>
                </a:moveTo>
                <a:lnTo>
                  <a:pt x="2914650" y="104775"/>
                </a:lnTo>
                <a:lnTo>
                  <a:pt x="2914650" y="171450"/>
                </a:lnTo>
                <a:lnTo>
                  <a:pt x="3086100" y="85725"/>
                </a:lnTo>
                <a:lnTo>
                  <a:pt x="2914650" y="0"/>
                </a:lnTo>
                <a:lnTo>
                  <a:pt x="2914650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2540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5927_1">
            <a:extLst>
              <a:ext uri="{FF2B5EF4-FFF2-40B4-BE49-F238E27FC236}">
                <a16:creationId xmlns:a16="http://schemas.microsoft.com/office/drawing/2014/main" id="{048DE4EB-BB09-421B-82DA-26BA0801227E}"/>
              </a:ext>
            </a:extLst>
          </p:cNvPr>
          <p:cNvSpPr>
            <a:spLocks noGrp="1"/>
          </p:cNvSpPr>
          <p:nvPr/>
        </p:nvSpPr>
        <p:spPr>
          <a:xfrm>
            <a:off x="8410575" y="30003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5930_1">
            <a:extLst>
              <a:ext uri="{FF2B5EF4-FFF2-40B4-BE49-F238E27FC236}">
                <a16:creationId xmlns:a16="http://schemas.microsoft.com/office/drawing/2014/main" id="{8FCDADDB-C839-4685-9E4C-0B14427389B3}"/>
              </a:ext>
            </a:extLst>
          </p:cNvPr>
          <p:cNvSpPr>
            <a:spLocks noGrp="1"/>
          </p:cNvSpPr>
          <p:nvPr/>
        </p:nvSpPr>
        <p:spPr>
          <a:xfrm>
            <a:off x="9096375" y="30003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5933_1">
            <a:extLst>
              <a:ext uri="{FF2B5EF4-FFF2-40B4-BE49-F238E27FC236}">
                <a16:creationId xmlns:a16="http://schemas.microsoft.com/office/drawing/2014/main" id="{F0858C8F-1F55-4D90-A19E-A65F43494255}"/>
              </a:ext>
            </a:extLst>
          </p:cNvPr>
          <p:cNvSpPr>
            <a:spLocks noGrp="1"/>
          </p:cNvSpPr>
          <p:nvPr/>
        </p:nvSpPr>
        <p:spPr>
          <a:xfrm>
            <a:off x="8410575" y="36861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5936_1">
            <a:extLst>
              <a:ext uri="{FF2B5EF4-FFF2-40B4-BE49-F238E27FC236}">
                <a16:creationId xmlns:a16="http://schemas.microsoft.com/office/drawing/2014/main" id="{5181345B-8B15-48A8-9207-EBF3CF9E5DBF}"/>
              </a:ext>
            </a:extLst>
          </p:cNvPr>
          <p:cNvSpPr>
            <a:spLocks noGrp="1"/>
          </p:cNvSpPr>
          <p:nvPr/>
        </p:nvSpPr>
        <p:spPr>
          <a:xfrm>
            <a:off x="9096375" y="3686175"/>
            <a:ext cx="685800" cy="685800"/>
          </a:xfrm>
          <a:prstGeom prst="rect">
            <a:avLst/>
          </a:prstGeom>
          <a:solidFill>
            <a:srgbClr val="FFFFFF">
              <a:alpha val="100000"/>
            </a:srgbClr>
          </a:solidFill>
          <a:ln w="12700">
            <a:solidFill>
              <a:srgbClr val="0000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to5807_0_1">
            <a:extLst>
              <a:ext uri="{FF2B5EF4-FFF2-40B4-BE49-F238E27FC236}">
                <a16:creationId xmlns:a16="http://schemas.microsoft.com/office/drawing/2014/main" id="{F0E7136F-A523-4FC3-A8FC-BE12CC4AB7FF}"/>
              </a:ext>
            </a:extLst>
          </p:cNvPr>
          <p:cNvSpPr>
            <a:spLocks noGrp="1"/>
          </p:cNvSpPr>
          <p:nvPr/>
        </p:nvSpPr>
        <p:spPr>
          <a:xfrm>
            <a:off x="3760056" y="507018"/>
            <a:ext cx="4690937" cy="7049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41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441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4441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Average Pooling</a:t>
            </a:r>
          </a:p>
        </p:txBody>
      </p:sp>
      <p:sp>
        <p:nvSpPr>
          <p:cNvPr id="23" name="anim_to5825_0_1">
            <a:extLst>
              <a:ext uri="{FF2B5EF4-FFF2-40B4-BE49-F238E27FC236}">
                <a16:creationId xmlns:a16="http://schemas.microsoft.com/office/drawing/2014/main" id="{1569A994-3427-486F-B64E-FA657B3CF4B1}"/>
              </a:ext>
            </a:extLst>
          </p:cNvPr>
          <p:cNvSpPr>
            <a:spLocks noGrp="1"/>
          </p:cNvSpPr>
          <p:nvPr/>
        </p:nvSpPr>
        <p:spPr>
          <a:xfrm>
            <a:off x="1968775" y="24560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24" name="anim_to5829_0_1">
            <a:extLst>
              <a:ext uri="{FF2B5EF4-FFF2-40B4-BE49-F238E27FC236}">
                <a16:creationId xmlns:a16="http://schemas.microsoft.com/office/drawing/2014/main" id="{D4E73F72-A6D1-42E7-A9C6-112D36BC2336}"/>
              </a:ext>
            </a:extLst>
          </p:cNvPr>
          <p:cNvSpPr>
            <a:spLocks noGrp="1"/>
          </p:cNvSpPr>
          <p:nvPr/>
        </p:nvSpPr>
        <p:spPr>
          <a:xfrm>
            <a:off x="2654575" y="24560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25" name="anim_to5833_0_1">
            <a:extLst>
              <a:ext uri="{FF2B5EF4-FFF2-40B4-BE49-F238E27FC236}">
                <a16:creationId xmlns:a16="http://schemas.microsoft.com/office/drawing/2014/main" id="{E2209092-B0FE-4785-820A-621DF83BFD9D}"/>
              </a:ext>
            </a:extLst>
          </p:cNvPr>
          <p:cNvSpPr>
            <a:spLocks noGrp="1"/>
          </p:cNvSpPr>
          <p:nvPr/>
        </p:nvSpPr>
        <p:spPr>
          <a:xfrm>
            <a:off x="3340375" y="24560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26" name="anim_to5837_0_1">
            <a:extLst>
              <a:ext uri="{FF2B5EF4-FFF2-40B4-BE49-F238E27FC236}">
                <a16:creationId xmlns:a16="http://schemas.microsoft.com/office/drawing/2014/main" id="{690810C9-135C-4CFE-BE38-1C73DC7917CF}"/>
              </a:ext>
            </a:extLst>
          </p:cNvPr>
          <p:cNvSpPr>
            <a:spLocks noGrp="1"/>
          </p:cNvSpPr>
          <p:nvPr/>
        </p:nvSpPr>
        <p:spPr>
          <a:xfrm>
            <a:off x="4026175" y="24560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27" name="anim_to5841_0_1">
            <a:extLst>
              <a:ext uri="{FF2B5EF4-FFF2-40B4-BE49-F238E27FC236}">
                <a16:creationId xmlns:a16="http://schemas.microsoft.com/office/drawing/2014/main" id="{50178BBB-B3C7-40D8-9C71-3BDD782EA727}"/>
              </a:ext>
            </a:extLst>
          </p:cNvPr>
          <p:cNvSpPr>
            <a:spLocks noGrp="1"/>
          </p:cNvSpPr>
          <p:nvPr/>
        </p:nvSpPr>
        <p:spPr>
          <a:xfrm>
            <a:off x="1968775" y="31418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28" name="anim_to5845_0_1">
            <a:extLst>
              <a:ext uri="{FF2B5EF4-FFF2-40B4-BE49-F238E27FC236}">
                <a16:creationId xmlns:a16="http://schemas.microsoft.com/office/drawing/2014/main" id="{209ACADE-E9D3-47BB-B6BE-1AA55D4030A6}"/>
              </a:ext>
            </a:extLst>
          </p:cNvPr>
          <p:cNvSpPr>
            <a:spLocks noGrp="1"/>
          </p:cNvSpPr>
          <p:nvPr/>
        </p:nvSpPr>
        <p:spPr>
          <a:xfrm>
            <a:off x="2654575" y="31418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29" name="anim_to5849_0_1">
            <a:extLst>
              <a:ext uri="{FF2B5EF4-FFF2-40B4-BE49-F238E27FC236}">
                <a16:creationId xmlns:a16="http://schemas.microsoft.com/office/drawing/2014/main" id="{659B01BD-85FB-48EF-A9E2-4332A94C9FEF}"/>
              </a:ext>
            </a:extLst>
          </p:cNvPr>
          <p:cNvSpPr>
            <a:spLocks noGrp="1"/>
          </p:cNvSpPr>
          <p:nvPr/>
        </p:nvSpPr>
        <p:spPr>
          <a:xfrm>
            <a:off x="3340375" y="31418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30" name="anim_to5853_0_1">
            <a:extLst>
              <a:ext uri="{FF2B5EF4-FFF2-40B4-BE49-F238E27FC236}">
                <a16:creationId xmlns:a16="http://schemas.microsoft.com/office/drawing/2014/main" id="{24969CDA-C518-4DA6-91A6-38E35A522F1B}"/>
              </a:ext>
            </a:extLst>
          </p:cNvPr>
          <p:cNvSpPr>
            <a:spLocks noGrp="1"/>
          </p:cNvSpPr>
          <p:nvPr/>
        </p:nvSpPr>
        <p:spPr>
          <a:xfrm>
            <a:off x="4026175" y="31418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31" name="anim_to5857_0_1">
            <a:extLst>
              <a:ext uri="{FF2B5EF4-FFF2-40B4-BE49-F238E27FC236}">
                <a16:creationId xmlns:a16="http://schemas.microsoft.com/office/drawing/2014/main" id="{6C3F053A-BDF7-4763-9F63-2C1D80CF2CDC}"/>
              </a:ext>
            </a:extLst>
          </p:cNvPr>
          <p:cNvSpPr>
            <a:spLocks noGrp="1"/>
          </p:cNvSpPr>
          <p:nvPr/>
        </p:nvSpPr>
        <p:spPr>
          <a:xfrm>
            <a:off x="1968775" y="38276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8</a:t>
            </a:r>
          </a:p>
        </p:txBody>
      </p:sp>
      <p:sp>
        <p:nvSpPr>
          <p:cNvPr id="32" name="anim_to5861_0_1">
            <a:extLst>
              <a:ext uri="{FF2B5EF4-FFF2-40B4-BE49-F238E27FC236}">
                <a16:creationId xmlns:a16="http://schemas.microsoft.com/office/drawing/2014/main" id="{32A95334-50B4-422F-8076-48B886C3CAFA}"/>
              </a:ext>
            </a:extLst>
          </p:cNvPr>
          <p:cNvSpPr>
            <a:spLocks noGrp="1"/>
          </p:cNvSpPr>
          <p:nvPr/>
        </p:nvSpPr>
        <p:spPr>
          <a:xfrm>
            <a:off x="2654575" y="38276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</a:t>
            </a:r>
          </a:p>
        </p:txBody>
      </p:sp>
      <p:sp>
        <p:nvSpPr>
          <p:cNvPr id="33" name="anim_to5865_0_1">
            <a:extLst>
              <a:ext uri="{FF2B5EF4-FFF2-40B4-BE49-F238E27FC236}">
                <a16:creationId xmlns:a16="http://schemas.microsoft.com/office/drawing/2014/main" id="{7FD56530-9E1E-4A38-BF2A-593755566E73}"/>
              </a:ext>
            </a:extLst>
          </p:cNvPr>
          <p:cNvSpPr>
            <a:spLocks noGrp="1"/>
          </p:cNvSpPr>
          <p:nvPr/>
        </p:nvSpPr>
        <p:spPr>
          <a:xfrm>
            <a:off x="3340375" y="38276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4</a:t>
            </a:r>
          </a:p>
        </p:txBody>
      </p:sp>
      <p:sp>
        <p:nvSpPr>
          <p:cNvPr id="34" name="anim_to5869_0_1">
            <a:extLst>
              <a:ext uri="{FF2B5EF4-FFF2-40B4-BE49-F238E27FC236}">
                <a16:creationId xmlns:a16="http://schemas.microsoft.com/office/drawing/2014/main" id="{CC7C64B6-72CA-4940-B685-31436010BB9E}"/>
              </a:ext>
            </a:extLst>
          </p:cNvPr>
          <p:cNvSpPr>
            <a:spLocks noGrp="1"/>
          </p:cNvSpPr>
          <p:nvPr/>
        </p:nvSpPr>
        <p:spPr>
          <a:xfrm>
            <a:off x="4026175" y="38276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</a:t>
            </a:r>
          </a:p>
        </p:txBody>
      </p:sp>
      <p:sp>
        <p:nvSpPr>
          <p:cNvPr id="35" name="anim_to5873_0_1">
            <a:extLst>
              <a:ext uri="{FF2B5EF4-FFF2-40B4-BE49-F238E27FC236}">
                <a16:creationId xmlns:a16="http://schemas.microsoft.com/office/drawing/2014/main" id="{3F09ECFE-FBC5-4D40-B9FE-142EBF635F81}"/>
              </a:ext>
            </a:extLst>
          </p:cNvPr>
          <p:cNvSpPr>
            <a:spLocks noGrp="1"/>
          </p:cNvSpPr>
          <p:nvPr/>
        </p:nvSpPr>
        <p:spPr>
          <a:xfrm>
            <a:off x="1968775" y="45134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7</a:t>
            </a:r>
          </a:p>
        </p:txBody>
      </p:sp>
      <p:sp>
        <p:nvSpPr>
          <p:cNvPr id="36" name="anim_to5877_0_1">
            <a:extLst>
              <a:ext uri="{FF2B5EF4-FFF2-40B4-BE49-F238E27FC236}">
                <a16:creationId xmlns:a16="http://schemas.microsoft.com/office/drawing/2014/main" id="{5DA3CD8B-90FB-41A1-AB34-FFABA75BD8C8}"/>
              </a:ext>
            </a:extLst>
          </p:cNvPr>
          <p:cNvSpPr>
            <a:spLocks noGrp="1"/>
          </p:cNvSpPr>
          <p:nvPr/>
        </p:nvSpPr>
        <p:spPr>
          <a:xfrm>
            <a:off x="2654575" y="45134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5</a:t>
            </a:r>
          </a:p>
        </p:txBody>
      </p:sp>
      <p:sp>
        <p:nvSpPr>
          <p:cNvPr id="37" name="anim_to5881_0_1">
            <a:extLst>
              <a:ext uri="{FF2B5EF4-FFF2-40B4-BE49-F238E27FC236}">
                <a16:creationId xmlns:a16="http://schemas.microsoft.com/office/drawing/2014/main" id="{43FABF61-2AAA-48ED-ADC6-B5F76A38BED2}"/>
              </a:ext>
            </a:extLst>
          </p:cNvPr>
          <p:cNvSpPr>
            <a:spLocks noGrp="1"/>
          </p:cNvSpPr>
          <p:nvPr/>
        </p:nvSpPr>
        <p:spPr>
          <a:xfrm>
            <a:off x="3340375" y="45134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3</a:t>
            </a:r>
          </a:p>
        </p:txBody>
      </p:sp>
      <p:sp>
        <p:nvSpPr>
          <p:cNvPr id="38" name="anim_to5885_0_1">
            <a:extLst>
              <a:ext uri="{FF2B5EF4-FFF2-40B4-BE49-F238E27FC236}">
                <a16:creationId xmlns:a16="http://schemas.microsoft.com/office/drawing/2014/main" id="{D46F0349-ACB3-4A73-B762-D301C979FC41}"/>
              </a:ext>
            </a:extLst>
          </p:cNvPr>
          <p:cNvSpPr>
            <a:spLocks noGrp="1"/>
          </p:cNvSpPr>
          <p:nvPr/>
        </p:nvSpPr>
        <p:spPr>
          <a:xfrm>
            <a:off x="4026175" y="4513453"/>
            <a:ext cx="215351" cy="4028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8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538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1</a:t>
            </a:r>
          </a:p>
        </p:txBody>
      </p:sp>
      <p:sp>
        <p:nvSpPr>
          <p:cNvPr id="39" name="anim_to5888_0_1">
            <a:extLst>
              <a:ext uri="{FF2B5EF4-FFF2-40B4-BE49-F238E27FC236}">
                <a16:creationId xmlns:a16="http://schemas.microsoft.com/office/drawing/2014/main" id="{2763D33C-7638-4EF2-9E3F-7A83FEC4758C}"/>
              </a:ext>
            </a:extLst>
          </p:cNvPr>
          <p:cNvSpPr>
            <a:spLocks noGrp="1"/>
          </p:cNvSpPr>
          <p:nvPr/>
        </p:nvSpPr>
        <p:spPr>
          <a:xfrm>
            <a:off x="1948740" y="1644754"/>
            <a:ext cx="2312820" cy="4699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6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96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96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Input (4×4)</a:t>
            </a:r>
          </a:p>
        </p:txBody>
      </p:sp>
      <p:sp>
        <p:nvSpPr>
          <p:cNvPr id="40" name="anim_to5900_0_1">
            <a:extLst>
              <a:ext uri="{FF2B5EF4-FFF2-40B4-BE49-F238E27FC236}">
                <a16:creationId xmlns:a16="http://schemas.microsoft.com/office/drawing/2014/main" id="{6B9C1025-AF88-4476-9038-42067540E5BE}"/>
              </a:ext>
            </a:extLst>
          </p:cNvPr>
          <p:cNvSpPr>
            <a:spLocks noGrp="1"/>
          </p:cNvSpPr>
          <p:nvPr/>
        </p:nvSpPr>
        <p:spPr>
          <a:xfrm>
            <a:off x="388590" y="5325145"/>
            <a:ext cx="5433120" cy="49045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9" b="0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89" b="0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pPr>
            <a:r>
              <a:rPr sz="3089" b="0">
                <a:solidFill>
                  <a:srgbClr val="FFFF00"/>
                </a:solidFill>
                <a:latin typeface="Consolas"/>
                <a:ea typeface="Consolas"/>
                <a:cs typeface="Consolas"/>
              </a:rPr>
              <a:t>Pool Size: 2×2, Stride: 2</a:t>
            </a:r>
          </a:p>
        </p:txBody>
      </p:sp>
      <p:sp>
        <p:nvSpPr>
          <p:cNvPr id="41" name="anim_to5953_0_1">
            <a:extLst>
              <a:ext uri="{FF2B5EF4-FFF2-40B4-BE49-F238E27FC236}">
                <a16:creationId xmlns:a16="http://schemas.microsoft.com/office/drawing/2014/main" id="{93B54228-9EF2-43CC-8341-A06690140199}"/>
              </a:ext>
            </a:extLst>
          </p:cNvPr>
          <p:cNvSpPr>
            <a:spLocks noGrp="1"/>
          </p:cNvSpPr>
          <p:nvPr/>
        </p:nvSpPr>
        <p:spPr>
          <a:xfrm>
            <a:off x="5997326" y="3051878"/>
            <a:ext cx="902198" cy="6546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124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124" b="1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4124" b="1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Avg</a:t>
            </a:r>
          </a:p>
        </p:txBody>
      </p:sp>
      <p:sp>
        <p:nvSpPr>
          <p:cNvPr id="42" name="anim_to5939_0_1">
            <a:extLst>
              <a:ext uri="{FF2B5EF4-FFF2-40B4-BE49-F238E27FC236}">
                <a16:creationId xmlns:a16="http://schemas.microsoft.com/office/drawing/2014/main" id="{D2AF1951-89CB-4EB0-9A52-927690748CA5}"/>
              </a:ext>
            </a:extLst>
          </p:cNvPr>
          <p:cNvSpPr>
            <a:spLocks noGrp="1"/>
          </p:cNvSpPr>
          <p:nvPr/>
        </p:nvSpPr>
        <p:spPr>
          <a:xfrm>
            <a:off x="7846093" y="2330554"/>
            <a:ext cx="2519613" cy="4699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6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96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96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Output (2×2)</a:t>
            </a:r>
          </a:p>
        </p:txBody>
      </p:sp>
      <p:sp>
        <p:nvSpPr>
          <p:cNvPr id="43" name="anim_to5963_0_1">
            <a:extLst>
              <a:ext uri="{FF2B5EF4-FFF2-40B4-BE49-F238E27FC236}">
                <a16:creationId xmlns:a16="http://schemas.microsoft.com/office/drawing/2014/main" id="{2020C8A3-BE65-4970-861F-2079EB206E40}"/>
              </a:ext>
            </a:extLst>
          </p:cNvPr>
          <p:cNvSpPr>
            <a:spLocks noGrp="1"/>
          </p:cNvSpPr>
          <p:nvPr/>
        </p:nvSpPr>
        <p:spPr>
          <a:xfrm>
            <a:off x="8500230" y="3158639"/>
            <a:ext cx="52554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2.5</a:t>
            </a:r>
          </a:p>
        </p:txBody>
      </p:sp>
      <p:sp>
        <p:nvSpPr>
          <p:cNvPr id="44" name="anim_to5967_0_1">
            <a:extLst>
              <a:ext uri="{FF2B5EF4-FFF2-40B4-BE49-F238E27FC236}">
                <a16:creationId xmlns:a16="http://schemas.microsoft.com/office/drawing/2014/main" id="{D29F27F9-1638-4889-93AA-86B305B5D095}"/>
              </a:ext>
            </a:extLst>
          </p:cNvPr>
          <p:cNvSpPr>
            <a:spLocks noGrp="1"/>
          </p:cNvSpPr>
          <p:nvPr/>
        </p:nvSpPr>
        <p:spPr>
          <a:xfrm>
            <a:off x="9186030" y="3158639"/>
            <a:ext cx="52554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6.5</a:t>
            </a:r>
          </a:p>
        </p:txBody>
      </p:sp>
      <p:sp>
        <p:nvSpPr>
          <p:cNvPr id="45" name="anim_to5971_0_1">
            <a:extLst>
              <a:ext uri="{FF2B5EF4-FFF2-40B4-BE49-F238E27FC236}">
                <a16:creationId xmlns:a16="http://schemas.microsoft.com/office/drawing/2014/main" id="{1F9E8699-50B5-4F6B-8E29-4A3176887803}"/>
              </a:ext>
            </a:extLst>
          </p:cNvPr>
          <p:cNvSpPr>
            <a:spLocks noGrp="1"/>
          </p:cNvSpPr>
          <p:nvPr/>
        </p:nvSpPr>
        <p:spPr>
          <a:xfrm>
            <a:off x="8500230" y="3844439"/>
            <a:ext cx="52554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6.5</a:t>
            </a:r>
          </a:p>
        </p:txBody>
      </p:sp>
      <p:sp>
        <p:nvSpPr>
          <p:cNvPr id="46" name="anim_to5975_0_1">
            <a:extLst>
              <a:ext uri="{FF2B5EF4-FFF2-40B4-BE49-F238E27FC236}">
                <a16:creationId xmlns:a16="http://schemas.microsoft.com/office/drawing/2014/main" id="{353A643C-265C-4037-B7B1-C8FF7B59B1C3}"/>
              </a:ext>
            </a:extLst>
          </p:cNvPr>
          <p:cNvSpPr>
            <a:spLocks noGrp="1"/>
          </p:cNvSpPr>
          <p:nvPr/>
        </p:nvSpPr>
        <p:spPr>
          <a:xfrm>
            <a:off x="9186030" y="3844439"/>
            <a:ext cx="525540" cy="3692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326" b="1">
                <a:solidFill>
                  <a:srgbClr val="000000"/>
                </a:solidFill>
                <a:latin typeface="Consolas"/>
                <a:ea typeface="Consolas"/>
                <a:cs typeface="Consolas"/>
              </a:defRPr>
            </a:pPr>
            <a:r>
              <a:rPr sz="2326" b="1">
                <a:solidFill>
                  <a:srgbClr val="000000"/>
                </a:solidFill>
                <a:latin typeface="Consolas"/>
                <a:ea typeface="Consolas"/>
                <a:cs typeface="Consolas"/>
              </a:rPr>
              <a:t>2.5</a:t>
            </a:r>
          </a:p>
        </p:txBody>
      </p:sp>
      <p:sp>
        <p:nvSpPr>
          <p:cNvPr id="47" name="anim_to5979_0_1">
            <a:extLst>
              <a:ext uri="{FF2B5EF4-FFF2-40B4-BE49-F238E27FC236}">
                <a16:creationId xmlns:a16="http://schemas.microsoft.com/office/drawing/2014/main" id="{57DB4ABE-2E55-4E80-B51C-3176BC7A170B}"/>
              </a:ext>
            </a:extLst>
          </p:cNvPr>
          <p:cNvSpPr>
            <a:spLocks noGrp="1"/>
          </p:cNvSpPr>
          <p:nvPr/>
        </p:nvSpPr>
        <p:spPr>
          <a:xfrm>
            <a:off x="1736442" y="698573"/>
            <a:ext cx="8738167" cy="10406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6555" b="1">
                <a:solidFill>
                  <a:srgbClr val="58C4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6555" b="1">
                <a:solidFill>
                  <a:srgbClr val="58C4DD"/>
                </a:solidFill>
                <a:latin typeface="Consolas"/>
                <a:ea typeface="Consolas"/>
                <a:cs typeface="Consolas"/>
              </a:defRPr>
            </a:pPr>
            <a:r>
              <a:rPr sz="6555" b="1">
                <a:solidFill>
                  <a:srgbClr val="58C4DD"/>
                </a:solidFill>
                <a:latin typeface="Consolas"/>
                <a:ea typeface="Consolas"/>
                <a:cs typeface="Consolas"/>
              </a:rPr>
              <a:t>Output Size Formula</a:t>
            </a:r>
          </a:p>
        </p:txBody>
      </p:sp>
      <p:sp>
        <p:nvSpPr>
          <p:cNvPr id="48" name="anim_o6048_1">
            <a:extLst>
              <a:ext uri="{FF2B5EF4-FFF2-40B4-BE49-F238E27FC236}">
                <a16:creationId xmlns:a16="http://schemas.microsoft.com/office/drawing/2014/main" id="{194C34D3-1C70-41C3-B85A-1E8B83D92300}"/>
              </a:ext>
            </a:extLst>
          </p:cNvPr>
          <p:cNvSpPr>
            <a:spLocks noGrp="1"/>
          </p:cNvSpPr>
          <p:nvPr/>
        </p:nvSpPr>
        <p:spPr>
          <a:xfrm>
            <a:off x="5843008" y="3690396"/>
            <a:ext cx="2335135" cy="953"/>
          </a:xfrm>
          <a:custGeom>
            <a:avLst/>
            <a:gdLst/>
            <a:ahLst/>
            <a:cxnLst/>
            <a:rect l="0" t="0" r="0" b="0"/>
            <a:pathLst>
              <a:path w="2335135" h="953">
                <a:moveTo>
                  <a:pt x="0" y="0"/>
                </a:moveTo>
                <a:lnTo>
                  <a:pt x="2335135" y="0"/>
                </a:lnTo>
              </a:path>
            </a:pathLst>
          </a:custGeom>
          <a:noFill/>
          <a:ln w="9525">
            <a:solidFill>
              <a:srgbClr val="FFFFFF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to6000_0_1">
            <a:extLst>
              <a:ext uri="{FF2B5EF4-FFF2-40B4-BE49-F238E27FC236}">
                <a16:creationId xmlns:a16="http://schemas.microsoft.com/office/drawing/2014/main" id="{0D7A5F1E-4BD1-4368-B472-651EC54F5250}"/>
              </a:ext>
            </a:extLst>
          </p:cNvPr>
          <p:cNvSpPr>
            <a:spLocks noGrp="1"/>
          </p:cNvSpPr>
          <p:nvPr/>
        </p:nvSpPr>
        <p:spPr>
          <a:xfrm>
            <a:off x="2415408" y="3257200"/>
            <a:ext cx="487666" cy="8579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4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4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4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O</a:t>
            </a:r>
          </a:p>
        </p:txBody>
      </p:sp>
      <p:sp>
        <p:nvSpPr>
          <p:cNvPr id="50" name="anim_to6002_0_1">
            <a:extLst>
              <a:ext uri="{FF2B5EF4-FFF2-40B4-BE49-F238E27FC236}">
                <a16:creationId xmlns:a16="http://schemas.microsoft.com/office/drawing/2014/main" id="{3131A0D2-A8E4-4769-924B-3EF0D33FB437}"/>
              </a:ext>
            </a:extLst>
          </p:cNvPr>
          <p:cNvSpPr>
            <a:spLocks noGrp="1"/>
          </p:cNvSpPr>
          <p:nvPr/>
        </p:nvSpPr>
        <p:spPr>
          <a:xfrm>
            <a:off x="2864974" y="3257200"/>
            <a:ext cx="419030" cy="8579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4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4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4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u</a:t>
            </a:r>
          </a:p>
        </p:txBody>
      </p:sp>
      <p:sp>
        <p:nvSpPr>
          <p:cNvPr id="51" name="anim_to6004_0_1">
            <a:extLst>
              <a:ext uri="{FF2B5EF4-FFF2-40B4-BE49-F238E27FC236}">
                <a16:creationId xmlns:a16="http://schemas.microsoft.com/office/drawing/2014/main" id="{D74BE18D-17AF-4281-B549-22B5C8D137C0}"/>
              </a:ext>
            </a:extLst>
          </p:cNvPr>
          <p:cNvSpPr>
            <a:spLocks noGrp="1"/>
          </p:cNvSpPr>
          <p:nvPr/>
        </p:nvSpPr>
        <p:spPr>
          <a:xfrm>
            <a:off x="3245904" y="3257200"/>
            <a:ext cx="271462" cy="8579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4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4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4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t</a:t>
            </a:r>
          </a:p>
        </p:txBody>
      </p:sp>
      <p:sp>
        <p:nvSpPr>
          <p:cNvPr id="52" name="anim_to6006_0_1">
            <a:extLst>
              <a:ext uri="{FF2B5EF4-FFF2-40B4-BE49-F238E27FC236}">
                <a16:creationId xmlns:a16="http://schemas.microsoft.com/office/drawing/2014/main" id="{1B15BBC8-C154-4988-8A4B-1D993D42009D}"/>
              </a:ext>
            </a:extLst>
          </p:cNvPr>
          <p:cNvSpPr>
            <a:spLocks noGrp="1"/>
          </p:cNvSpPr>
          <p:nvPr/>
        </p:nvSpPr>
        <p:spPr>
          <a:xfrm>
            <a:off x="3479267" y="3257200"/>
            <a:ext cx="419030" cy="8579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4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4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4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p</a:t>
            </a:r>
          </a:p>
        </p:txBody>
      </p:sp>
      <p:sp>
        <p:nvSpPr>
          <p:cNvPr id="53" name="anim_to6008_0_1">
            <a:extLst>
              <a:ext uri="{FF2B5EF4-FFF2-40B4-BE49-F238E27FC236}">
                <a16:creationId xmlns:a16="http://schemas.microsoft.com/office/drawing/2014/main" id="{DEAAE2C5-5648-47B3-B994-6E34B82A71D7}"/>
              </a:ext>
            </a:extLst>
          </p:cNvPr>
          <p:cNvSpPr>
            <a:spLocks noGrp="1"/>
          </p:cNvSpPr>
          <p:nvPr/>
        </p:nvSpPr>
        <p:spPr>
          <a:xfrm>
            <a:off x="3860197" y="3257200"/>
            <a:ext cx="419030" cy="8579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4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4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4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u</a:t>
            </a:r>
          </a:p>
        </p:txBody>
      </p:sp>
      <p:sp>
        <p:nvSpPr>
          <p:cNvPr id="54" name="anim_to6010_0_1">
            <a:extLst>
              <a:ext uri="{FF2B5EF4-FFF2-40B4-BE49-F238E27FC236}">
                <a16:creationId xmlns:a16="http://schemas.microsoft.com/office/drawing/2014/main" id="{6A28DD13-5C5B-41F0-81BC-BA141A06E0CA}"/>
              </a:ext>
            </a:extLst>
          </p:cNvPr>
          <p:cNvSpPr>
            <a:spLocks noGrp="1"/>
          </p:cNvSpPr>
          <p:nvPr/>
        </p:nvSpPr>
        <p:spPr>
          <a:xfrm>
            <a:off x="4241127" y="3257200"/>
            <a:ext cx="271462" cy="8579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4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4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4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t</a:t>
            </a:r>
          </a:p>
        </p:txBody>
      </p:sp>
      <p:sp>
        <p:nvSpPr>
          <p:cNvPr id="55" name="anim_to6014_0_1">
            <a:extLst>
              <a:ext uri="{FF2B5EF4-FFF2-40B4-BE49-F238E27FC236}">
                <a16:creationId xmlns:a16="http://schemas.microsoft.com/office/drawing/2014/main" id="{A15F3746-48C6-4258-9F2E-EF116B6D5EBF}"/>
              </a:ext>
            </a:extLst>
          </p:cNvPr>
          <p:cNvSpPr>
            <a:spLocks noGrp="1"/>
          </p:cNvSpPr>
          <p:nvPr/>
        </p:nvSpPr>
        <p:spPr>
          <a:xfrm>
            <a:off x="4625488" y="3257200"/>
            <a:ext cx="552870" cy="8579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4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4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4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56" name="anim_to6020_0_1">
            <a:extLst>
              <a:ext uri="{FF2B5EF4-FFF2-40B4-BE49-F238E27FC236}">
                <a16:creationId xmlns:a16="http://schemas.microsoft.com/office/drawing/2014/main" id="{8A6A2E9D-C2D8-403A-B14A-438C17098831}"/>
              </a:ext>
            </a:extLst>
          </p:cNvPr>
          <p:cNvSpPr>
            <a:spLocks noGrp="1"/>
          </p:cNvSpPr>
          <p:nvPr/>
        </p:nvSpPr>
        <p:spPr>
          <a:xfrm>
            <a:off x="5442257" y="3257200"/>
            <a:ext cx="278326" cy="8579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4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4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4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⌊</a:t>
            </a:r>
          </a:p>
        </p:txBody>
      </p:sp>
      <p:sp>
        <p:nvSpPr>
          <p:cNvPr id="57" name="anim_to6025_0_1">
            <a:extLst>
              <a:ext uri="{FF2B5EF4-FFF2-40B4-BE49-F238E27FC236}">
                <a16:creationId xmlns:a16="http://schemas.microsoft.com/office/drawing/2014/main" id="{31A533E6-76E3-4CAA-ABF8-DEE1B0AA4312}"/>
              </a:ext>
            </a:extLst>
          </p:cNvPr>
          <p:cNvSpPr>
            <a:spLocks noGrp="1"/>
          </p:cNvSpPr>
          <p:nvPr/>
        </p:nvSpPr>
        <p:spPr>
          <a:xfrm>
            <a:off x="5889490" y="3066975"/>
            <a:ext cx="350463" cy="70351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3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3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3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n</a:t>
            </a:r>
          </a:p>
        </p:txBody>
      </p:sp>
      <p:sp>
        <p:nvSpPr>
          <p:cNvPr id="58" name="anim_to6029_0_1">
            <a:extLst>
              <a:ext uri="{FF2B5EF4-FFF2-40B4-BE49-F238E27FC236}">
                <a16:creationId xmlns:a16="http://schemas.microsoft.com/office/drawing/2014/main" id="{9B02B677-9DC8-4977-99A9-034DD586FFC1}"/>
              </a:ext>
            </a:extLst>
          </p:cNvPr>
          <p:cNvSpPr>
            <a:spLocks noGrp="1"/>
          </p:cNvSpPr>
          <p:nvPr/>
        </p:nvSpPr>
        <p:spPr>
          <a:xfrm>
            <a:off x="6325672" y="3066975"/>
            <a:ext cx="460212" cy="70351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3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3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3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59" name="anim_to6033_0_1">
            <a:extLst>
              <a:ext uri="{FF2B5EF4-FFF2-40B4-BE49-F238E27FC236}">
                <a16:creationId xmlns:a16="http://schemas.microsoft.com/office/drawing/2014/main" id="{FF4F4BCF-8D8F-480F-9CF9-BC508DD1D89B}"/>
              </a:ext>
            </a:extLst>
          </p:cNvPr>
          <p:cNvSpPr>
            <a:spLocks noGrp="1"/>
          </p:cNvSpPr>
          <p:nvPr/>
        </p:nvSpPr>
        <p:spPr>
          <a:xfrm>
            <a:off x="6871603" y="3066975"/>
            <a:ext cx="350463" cy="70351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3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3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3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2</a:t>
            </a:r>
          </a:p>
        </p:txBody>
      </p:sp>
      <p:sp>
        <p:nvSpPr>
          <p:cNvPr id="60" name="anim_to6035_0_1">
            <a:extLst>
              <a:ext uri="{FF2B5EF4-FFF2-40B4-BE49-F238E27FC236}">
                <a16:creationId xmlns:a16="http://schemas.microsoft.com/office/drawing/2014/main" id="{1EEB9E62-41BF-487E-84F5-891DF1B902CB}"/>
              </a:ext>
            </a:extLst>
          </p:cNvPr>
          <p:cNvSpPr>
            <a:spLocks noGrp="1"/>
          </p:cNvSpPr>
          <p:nvPr/>
        </p:nvSpPr>
        <p:spPr>
          <a:xfrm>
            <a:off x="7183965" y="3066975"/>
            <a:ext cx="358905" cy="70351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3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3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3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P</a:t>
            </a:r>
          </a:p>
        </p:txBody>
      </p:sp>
      <p:sp>
        <p:nvSpPr>
          <p:cNvPr id="61" name="anim_to6039_0_1">
            <a:extLst>
              <a:ext uri="{FF2B5EF4-FFF2-40B4-BE49-F238E27FC236}">
                <a16:creationId xmlns:a16="http://schemas.microsoft.com/office/drawing/2014/main" id="{43CE7DE5-31FB-4994-A632-61A369737368}"/>
              </a:ext>
            </a:extLst>
          </p:cNvPr>
          <p:cNvSpPr>
            <a:spLocks noGrp="1"/>
          </p:cNvSpPr>
          <p:nvPr/>
        </p:nvSpPr>
        <p:spPr>
          <a:xfrm>
            <a:off x="7628589" y="3066975"/>
            <a:ext cx="226643" cy="70351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3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3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3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-</a:t>
            </a:r>
          </a:p>
        </p:txBody>
      </p:sp>
      <p:sp>
        <p:nvSpPr>
          <p:cNvPr id="62" name="anim_to6043_0_1">
            <a:extLst>
              <a:ext uri="{FF2B5EF4-FFF2-40B4-BE49-F238E27FC236}">
                <a16:creationId xmlns:a16="http://schemas.microsoft.com/office/drawing/2014/main" id="{B8DBCEF2-F189-4757-A371-B7A6F231EDE8}"/>
              </a:ext>
            </a:extLst>
          </p:cNvPr>
          <p:cNvSpPr>
            <a:spLocks noGrp="1"/>
          </p:cNvSpPr>
          <p:nvPr/>
        </p:nvSpPr>
        <p:spPr>
          <a:xfrm>
            <a:off x="7940952" y="3066975"/>
            <a:ext cx="209759" cy="70351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3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3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3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63" name="anim_to6046_0_1">
            <a:extLst>
              <a:ext uri="{FF2B5EF4-FFF2-40B4-BE49-F238E27FC236}">
                <a16:creationId xmlns:a16="http://schemas.microsoft.com/office/drawing/2014/main" id="{C36C818C-2CDC-41E7-BCF6-AE2F9C9ABFE9}"/>
              </a:ext>
            </a:extLst>
          </p:cNvPr>
          <p:cNvSpPr>
            <a:spLocks noGrp="1"/>
          </p:cNvSpPr>
          <p:nvPr/>
        </p:nvSpPr>
        <p:spPr>
          <a:xfrm>
            <a:off x="6860346" y="3606077"/>
            <a:ext cx="319508" cy="70351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3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3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3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S</a:t>
            </a:r>
          </a:p>
        </p:txBody>
      </p:sp>
      <p:sp>
        <p:nvSpPr>
          <p:cNvPr id="64" name="anim_to6052_0_1">
            <a:extLst>
              <a:ext uri="{FF2B5EF4-FFF2-40B4-BE49-F238E27FC236}">
                <a16:creationId xmlns:a16="http://schemas.microsoft.com/office/drawing/2014/main" id="{192E45A3-703E-46E5-94B2-163ACE2EAE5B}"/>
              </a:ext>
            </a:extLst>
          </p:cNvPr>
          <p:cNvSpPr>
            <a:spLocks noGrp="1"/>
          </p:cNvSpPr>
          <p:nvPr/>
        </p:nvSpPr>
        <p:spPr>
          <a:xfrm>
            <a:off x="8319617" y="3257200"/>
            <a:ext cx="278326" cy="8579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4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4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4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⌋</a:t>
            </a:r>
          </a:p>
        </p:txBody>
      </p:sp>
      <p:sp>
        <p:nvSpPr>
          <p:cNvPr id="65" name="anim_to6056_0_1">
            <a:extLst>
              <a:ext uri="{FF2B5EF4-FFF2-40B4-BE49-F238E27FC236}">
                <a16:creationId xmlns:a16="http://schemas.microsoft.com/office/drawing/2014/main" id="{B371AE0F-6190-4BD1-B9AE-05BFDBCD638F}"/>
              </a:ext>
            </a:extLst>
          </p:cNvPr>
          <p:cNvSpPr>
            <a:spLocks noGrp="1"/>
          </p:cNvSpPr>
          <p:nvPr/>
        </p:nvSpPr>
        <p:spPr>
          <a:xfrm>
            <a:off x="8710842" y="3257200"/>
            <a:ext cx="552870" cy="8579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4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4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4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66" name="anim_to6060_0_1">
            <a:extLst>
              <a:ext uri="{FF2B5EF4-FFF2-40B4-BE49-F238E27FC236}">
                <a16:creationId xmlns:a16="http://schemas.microsoft.com/office/drawing/2014/main" id="{826E99D5-5B6C-4A01-AF1E-F9CF8663F36A}"/>
              </a:ext>
            </a:extLst>
          </p:cNvPr>
          <p:cNvSpPr>
            <a:spLocks noGrp="1"/>
          </p:cNvSpPr>
          <p:nvPr/>
        </p:nvSpPr>
        <p:spPr>
          <a:xfrm>
            <a:off x="9376612" y="3257200"/>
            <a:ext cx="419030" cy="8579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4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4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404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67" name="anim_to6063_0_1">
            <a:extLst>
              <a:ext uri="{FF2B5EF4-FFF2-40B4-BE49-F238E27FC236}">
                <a16:creationId xmlns:a16="http://schemas.microsoft.com/office/drawing/2014/main" id="{E6F73C53-5BAD-4AC8-9EC0-E7979349213B}"/>
              </a:ext>
            </a:extLst>
          </p:cNvPr>
          <p:cNvSpPr>
            <a:spLocks noGrp="1"/>
          </p:cNvSpPr>
          <p:nvPr/>
        </p:nvSpPr>
        <p:spPr>
          <a:xfrm>
            <a:off x="1666280" y="4965122"/>
            <a:ext cx="8878491" cy="5581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16" b="0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516" b="0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pPr>
            <a:r>
              <a:rPr sz="3516" b="0">
                <a:solidFill>
                  <a:srgbClr val="FFFF00"/>
                </a:solidFill>
                <a:latin typeface="Consolas"/>
                <a:ea typeface="Consolas"/>
                <a:cs typeface="Consolas"/>
              </a:rPr>
              <a:t>Padding is rarely used in pooling...</a:t>
            </a:r>
          </a:p>
        </p:txBody>
      </p:sp>
      <p:sp>
        <p:nvSpPr>
          <p:cNvPr id="68" name="anim_o6137_1">
            <a:extLst>
              <a:ext uri="{FF2B5EF4-FFF2-40B4-BE49-F238E27FC236}">
                <a16:creationId xmlns:a16="http://schemas.microsoft.com/office/drawing/2014/main" id="{A6EB416A-4D59-4867-8894-8AFC36260F97}"/>
              </a:ext>
            </a:extLst>
          </p:cNvPr>
          <p:cNvSpPr>
            <a:spLocks noGrp="1"/>
          </p:cNvSpPr>
          <p:nvPr/>
        </p:nvSpPr>
        <p:spPr>
          <a:xfrm>
            <a:off x="6453570" y="4162336"/>
            <a:ext cx="1142812" cy="953"/>
          </a:xfrm>
          <a:custGeom>
            <a:avLst/>
            <a:gdLst/>
            <a:ahLst/>
            <a:cxnLst/>
            <a:rect l="0" t="0" r="0" b="0"/>
            <a:pathLst>
              <a:path w="1142812" h="953">
                <a:moveTo>
                  <a:pt x="0" y="0"/>
                </a:moveTo>
                <a:lnTo>
                  <a:pt x="1142812" y="0"/>
                </a:lnTo>
              </a:path>
            </a:pathLst>
          </a:custGeom>
          <a:noFill/>
          <a:ln w="9525">
            <a:solidFill>
              <a:srgbClr val="FFFFFF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9" name="anim_to6101_0_1">
            <a:extLst>
              <a:ext uri="{FF2B5EF4-FFF2-40B4-BE49-F238E27FC236}">
                <a16:creationId xmlns:a16="http://schemas.microsoft.com/office/drawing/2014/main" id="{EA9DEFB4-EE98-4A81-AC5B-A53980D7417F}"/>
              </a:ext>
            </a:extLst>
          </p:cNvPr>
          <p:cNvSpPr>
            <a:spLocks noGrp="1"/>
          </p:cNvSpPr>
          <p:nvPr/>
        </p:nvSpPr>
        <p:spPr>
          <a:xfrm>
            <a:off x="2826927" y="3682726"/>
            <a:ext cx="535834" cy="9498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98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98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98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O</a:t>
            </a:r>
          </a:p>
        </p:txBody>
      </p:sp>
      <p:sp>
        <p:nvSpPr>
          <p:cNvPr id="70" name="anim_to6103_0_1">
            <a:extLst>
              <a:ext uri="{FF2B5EF4-FFF2-40B4-BE49-F238E27FC236}">
                <a16:creationId xmlns:a16="http://schemas.microsoft.com/office/drawing/2014/main" id="{777C2531-3498-48B7-B79D-BB31023B13F7}"/>
              </a:ext>
            </a:extLst>
          </p:cNvPr>
          <p:cNvSpPr>
            <a:spLocks noGrp="1"/>
          </p:cNvSpPr>
          <p:nvPr/>
        </p:nvSpPr>
        <p:spPr>
          <a:xfrm>
            <a:off x="3324660" y="3682726"/>
            <a:ext cx="459844" cy="9498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98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98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98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u</a:t>
            </a:r>
          </a:p>
        </p:txBody>
      </p:sp>
      <p:sp>
        <p:nvSpPr>
          <p:cNvPr id="71" name="anim_to6105_0_1">
            <a:extLst>
              <a:ext uri="{FF2B5EF4-FFF2-40B4-BE49-F238E27FC236}">
                <a16:creationId xmlns:a16="http://schemas.microsoft.com/office/drawing/2014/main" id="{DDC6826C-6895-4C01-99A7-CC13840E1256}"/>
              </a:ext>
            </a:extLst>
          </p:cNvPr>
          <p:cNvSpPr>
            <a:spLocks noGrp="1"/>
          </p:cNvSpPr>
          <p:nvPr/>
        </p:nvSpPr>
        <p:spPr>
          <a:xfrm>
            <a:off x="3746404" y="3682726"/>
            <a:ext cx="296466" cy="9498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98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98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98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t</a:t>
            </a:r>
          </a:p>
        </p:txBody>
      </p:sp>
      <p:sp>
        <p:nvSpPr>
          <p:cNvPr id="72" name="anim_to6107_0_1">
            <a:extLst>
              <a:ext uri="{FF2B5EF4-FFF2-40B4-BE49-F238E27FC236}">
                <a16:creationId xmlns:a16="http://schemas.microsoft.com/office/drawing/2014/main" id="{328AF2CE-BB94-4380-A747-161BDBE62B61}"/>
              </a:ext>
            </a:extLst>
          </p:cNvPr>
          <p:cNvSpPr>
            <a:spLocks noGrp="1"/>
          </p:cNvSpPr>
          <p:nvPr/>
        </p:nvSpPr>
        <p:spPr>
          <a:xfrm>
            <a:off x="4004770" y="3682726"/>
            <a:ext cx="459844" cy="9498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98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98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98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p</a:t>
            </a:r>
          </a:p>
        </p:txBody>
      </p:sp>
      <p:sp>
        <p:nvSpPr>
          <p:cNvPr id="73" name="anim_to6109_0_1">
            <a:extLst>
              <a:ext uri="{FF2B5EF4-FFF2-40B4-BE49-F238E27FC236}">
                <a16:creationId xmlns:a16="http://schemas.microsoft.com/office/drawing/2014/main" id="{E36EE45D-7778-464F-A884-5FF797B2AC5C}"/>
              </a:ext>
            </a:extLst>
          </p:cNvPr>
          <p:cNvSpPr>
            <a:spLocks noGrp="1"/>
          </p:cNvSpPr>
          <p:nvPr/>
        </p:nvSpPr>
        <p:spPr>
          <a:xfrm>
            <a:off x="4426514" y="3682726"/>
            <a:ext cx="459844" cy="9498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98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98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98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u</a:t>
            </a:r>
          </a:p>
        </p:txBody>
      </p:sp>
      <p:sp>
        <p:nvSpPr>
          <p:cNvPr id="74" name="anim_to6111_0_1">
            <a:extLst>
              <a:ext uri="{FF2B5EF4-FFF2-40B4-BE49-F238E27FC236}">
                <a16:creationId xmlns:a16="http://schemas.microsoft.com/office/drawing/2014/main" id="{43D4D5E5-FB65-4B15-81C6-ACE11F466EB3}"/>
              </a:ext>
            </a:extLst>
          </p:cNvPr>
          <p:cNvSpPr>
            <a:spLocks noGrp="1"/>
          </p:cNvSpPr>
          <p:nvPr/>
        </p:nvSpPr>
        <p:spPr>
          <a:xfrm>
            <a:off x="4848258" y="3682726"/>
            <a:ext cx="296466" cy="9498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98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98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98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t</a:t>
            </a:r>
          </a:p>
        </p:txBody>
      </p:sp>
      <p:sp>
        <p:nvSpPr>
          <p:cNvPr id="75" name="anim_to6115_0_1">
            <a:extLst>
              <a:ext uri="{FF2B5EF4-FFF2-40B4-BE49-F238E27FC236}">
                <a16:creationId xmlns:a16="http://schemas.microsoft.com/office/drawing/2014/main" id="{8DE1810A-1583-401F-B7E1-D31C01820608}"/>
              </a:ext>
            </a:extLst>
          </p:cNvPr>
          <p:cNvSpPr>
            <a:spLocks noGrp="1"/>
          </p:cNvSpPr>
          <p:nvPr/>
        </p:nvSpPr>
        <p:spPr>
          <a:xfrm>
            <a:off x="5273801" y="3682726"/>
            <a:ext cx="608024" cy="9498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98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98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98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76" name="anim_to6119_0_1">
            <a:extLst>
              <a:ext uri="{FF2B5EF4-FFF2-40B4-BE49-F238E27FC236}">
                <a16:creationId xmlns:a16="http://schemas.microsoft.com/office/drawing/2014/main" id="{AF060320-5120-4C74-97B6-BB29E4C205DC}"/>
              </a:ext>
            </a:extLst>
          </p:cNvPr>
          <p:cNvSpPr>
            <a:spLocks noGrp="1"/>
          </p:cNvSpPr>
          <p:nvPr/>
        </p:nvSpPr>
        <p:spPr>
          <a:xfrm>
            <a:off x="6010903" y="3682726"/>
            <a:ext cx="304065" cy="9498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98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98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98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⌊</a:t>
            </a:r>
          </a:p>
        </p:txBody>
      </p:sp>
      <p:sp>
        <p:nvSpPr>
          <p:cNvPr id="77" name="anim_to6124_0_1">
            <a:extLst>
              <a:ext uri="{FF2B5EF4-FFF2-40B4-BE49-F238E27FC236}">
                <a16:creationId xmlns:a16="http://schemas.microsoft.com/office/drawing/2014/main" id="{0F37A00C-A1B0-4BDF-B23C-BC8C2273F383}"/>
              </a:ext>
            </a:extLst>
          </p:cNvPr>
          <p:cNvSpPr>
            <a:spLocks noGrp="1"/>
          </p:cNvSpPr>
          <p:nvPr/>
        </p:nvSpPr>
        <p:spPr>
          <a:xfrm>
            <a:off x="6506053" y="3472120"/>
            <a:ext cx="383930" cy="77889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906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906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906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n</a:t>
            </a:r>
          </a:p>
        </p:txBody>
      </p:sp>
      <p:sp>
        <p:nvSpPr>
          <p:cNvPr id="78" name="anim_to6128_0_1">
            <a:extLst>
              <a:ext uri="{FF2B5EF4-FFF2-40B4-BE49-F238E27FC236}">
                <a16:creationId xmlns:a16="http://schemas.microsoft.com/office/drawing/2014/main" id="{60955FFF-D5FA-41F7-A818-925740B94AF3}"/>
              </a:ext>
            </a:extLst>
          </p:cNvPr>
          <p:cNvSpPr>
            <a:spLocks noGrp="1"/>
          </p:cNvSpPr>
          <p:nvPr/>
        </p:nvSpPr>
        <p:spPr>
          <a:xfrm>
            <a:off x="6988969" y="3472120"/>
            <a:ext cx="246844" cy="77889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906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906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906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-</a:t>
            </a:r>
          </a:p>
        </p:txBody>
      </p:sp>
      <p:sp>
        <p:nvSpPr>
          <p:cNvPr id="79" name="anim_to6132_0_1">
            <a:extLst>
              <a:ext uri="{FF2B5EF4-FFF2-40B4-BE49-F238E27FC236}">
                <a16:creationId xmlns:a16="http://schemas.microsoft.com/office/drawing/2014/main" id="{D4FE2998-D935-4F97-841C-BEB3C22A5AB0}"/>
              </a:ext>
            </a:extLst>
          </p:cNvPr>
          <p:cNvSpPr>
            <a:spLocks noGrp="1"/>
          </p:cNvSpPr>
          <p:nvPr/>
        </p:nvSpPr>
        <p:spPr>
          <a:xfrm>
            <a:off x="7334799" y="3472120"/>
            <a:ext cx="228151" cy="77889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906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906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906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80" name="anim_to6135_0_1">
            <a:extLst>
              <a:ext uri="{FF2B5EF4-FFF2-40B4-BE49-F238E27FC236}">
                <a16:creationId xmlns:a16="http://schemas.microsoft.com/office/drawing/2014/main" id="{05D27148-6B61-4046-BB24-72FF3D1E92A4}"/>
              </a:ext>
            </a:extLst>
          </p:cNvPr>
          <p:cNvSpPr>
            <a:spLocks noGrp="1"/>
          </p:cNvSpPr>
          <p:nvPr/>
        </p:nvSpPr>
        <p:spPr>
          <a:xfrm>
            <a:off x="6859672" y="4068982"/>
            <a:ext cx="349659" cy="77889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906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906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906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S</a:t>
            </a:r>
          </a:p>
        </p:txBody>
      </p:sp>
      <p:sp>
        <p:nvSpPr>
          <p:cNvPr id="81" name="anim_to6141_0_1">
            <a:extLst>
              <a:ext uri="{FF2B5EF4-FFF2-40B4-BE49-F238E27FC236}">
                <a16:creationId xmlns:a16="http://schemas.microsoft.com/office/drawing/2014/main" id="{3B2593BC-A33C-43BF-AA23-4410E1A71DEC}"/>
              </a:ext>
            </a:extLst>
          </p:cNvPr>
          <p:cNvSpPr>
            <a:spLocks noGrp="1"/>
          </p:cNvSpPr>
          <p:nvPr/>
        </p:nvSpPr>
        <p:spPr>
          <a:xfrm>
            <a:off x="7754035" y="3682726"/>
            <a:ext cx="304065" cy="9498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98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98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98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⌋</a:t>
            </a:r>
          </a:p>
        </p:txBody>
      </p:sp>
      <p:sp>
        <p:nvSpPr>
          <p:cNvPr id="82" name="anim_to6145_0_1">
            <a:extLst>
              <a:ext uri="{FF2B5EF4-FFF2-40B4-BE49-F238E27FC236}">
                <a16:creationId xmlns:a16="http://schemas.microsoft.com/office/drawing/2014/main" id="{1C856DCA-4FA3-4C71-83E1-CEB78F1EB0A3}"/>
              </a:ext>
            </a:extLst>
          </p:cNvPr>
          <p:cNvSpPr>
            <a:spLocks noGrp="1"/>
          </p:cNvSpPr>
          <p:nvPr/>
        </p:nvSpPr>
        <p:spPr>
          <a:xfrm>
            <a:off x="8187178" y="3682726"/>
            <a:ext cx="608024" cy="9498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98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98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98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83" name="anim_to6149_0_1">
            <a:extLst>
              <a:ext uri="{FF2B5EF4-FFF2-40B4-BE49-F238E27FC236}">
                <a16:creationId xmlns:a16="http://schemas.microsoft.com/office/drawing/2014/main" id="{AA5BAB48-F3B7-4AE1-AACD-142395B1AE94}"/>
              </a:ext>
            </a:extLst>
          </p:cNvPr>
          <p:cNvSpPr>
            <a:spLocks noGrp="1"/>
          </p:cNvSpPr>
          <p:nvPr/>
        </p:nvSpPr>
        <p:spPr>
          <a:xfrm>
            <a:off x="8924279" y="3682726"/>
            <a:ext cx="459844" cy="9498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98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98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98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84" name="anim_o6152_1">
            <a:extLst>
              <a:ext uri="{FF2B5EF4-FFF2-40B4-BE49-F238E27FC236}">
                <a16:creationId xmlns:a16="http://schemas.microsoft.com/office/drawing/2014/main" id="{FF5A8F41-4E8E-4601-8742-A1733E5DBB37}"/>
              </a:ext>
            </a:extLst>
          </p:cNvPr>
          <p:cNvSpPr>
            <a:spLocks noGrp="1"/>
          </p:cNvSpPr>
          <p:nvPr/>
        </p:nvSpPr>
        <p:spPr>
          <a:xfrm>
            <a:off x="2416199" y="3497761"/>
            <a:ext cx="7359601" cy="1319803"/>
          </a:xfrm>
          <a:prstGeom prst="rect">
            <a:avLst/>
          </a:prstGeom>
          <a:noFill/>
          <a:ln w="381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969168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8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8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8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8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8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8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8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8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8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8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8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8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8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8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8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8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8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8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8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8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8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8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8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8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8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8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8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" dur="8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8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" dur="8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" dur="8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" dur="8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" dur="8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8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" dur="8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" dur="8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" dur="8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7" dur="8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" dur="8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3" dur="8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" dur="8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" dur="8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2" dur="8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5" dur="8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8" dur="8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1" dur="8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7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800"/>
                            </p:stCondLst>
                            <p:childTnLst>
                              <p:par>
                                <p:cTn id="14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8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1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1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1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1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1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1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1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1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1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1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1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1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1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1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1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1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1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1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6" fill="hold">
                      <p:stCondLst>
                        <p:cond delay="indefinite"/>
                      </p:stCondLst>
                      <p:childTnLst>
                        <p:par>
                          <p:cTn id="207" fill="hold">
                            <p:stCondLst>
                              <p:cond delay="0"/>
                            </p:stCondLst>
                            <p:childTnLst>
                              <p:par>
                                <p:cTn id="2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>
                      <p:stCondLst>
                        <p:cond delay="indefinite"/>
                      </p:stCondLst>
                      <p:childTnLst>
                        <p:par>
                          <p:cTn id="212" fill="hold">
                            <p:stCondLst>
                              <p:cond delay="0"/>
                            </p:stCondLst>
                            <p:childTnLst>
                              <p:par>
                                <p:cTn id="21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4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6" fill="hold">
                            <p:stCondLst>
                              <p:cond delay="500"/>
                            </p:stCondLst>
                            <p:childTnLst>
                              <p:par>
                                <p:cTn id="217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8" dur="12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11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1" dur="12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11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4" dur="12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11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7" dur="12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11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0" dur="12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11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3" dur="12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11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6" dur="12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11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9" dur="12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11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2" dur="12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11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5" dur="12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11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8" dur="12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11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1" dur="12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11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4" dur="12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11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7" dur="12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11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0" dur="12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11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3" dur="12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11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6" dur="12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11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" dur="12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11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2" dur="12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11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6" dur="12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6875 E" pathEditMode="relative" ptsTypes="">
                                      <p:cBhvr>
                                        <p:cTn id="278" dur="12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1" dur="12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4" dur="12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7" dur="12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0" dur="12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3" dur="12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6" dur="12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9" dur="12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2" dur="12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5" dur="12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8" dur="12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1" dur="12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4" dur="12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7" dur="12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0" dur="12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3" dur="12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4" fill="hold">
                            <p:stCondLst>
                              <p:cond delay="1700"/>
                            </p:stCondLst>
                            <p:childTnLst>
                              <p:par>
                                <p:cTn id="3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 animBg="1"/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/>
      <p:bldP spid="23" grpId="0"/>
      <p:bldP spid="24" grpId="0"/>
      <p:bldP spid="25" grpId="0"/>
      <p:bldP spid="26" grpId="0"/>
      <p:bldP spid="27" grpId="0"/>
      <p:bldP spid="28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7" grpId="1"/>
      <p:bldP spid="48" grpId="0" animBg="1"/>
      <p:bldP spid="48" grpId="1" animBg="1"/>
      <p:bldP spid="49" grpId="0"/>
      <p:bldP spid="49" grpId="1"/>
      <p:bldP spid="50" grpId="0"/>
      <p:bldP spid="50" grpId="1"/>
      <p:bldP spid="51" grpId="0"/>
      <p:bldP spid="51" grpId="1"/>
      <p:bldP spid="52" grpId="0"/>
      <p:bldP spid="52" grpId="1"/>
      <p:bldP spid="53" grpId="0"/>
      <p:bldP spid="53" grpId="1"/>
      <p:bldP spid="54" grpId="0"/>
      <p:bldP spid="54" grpId="1"/>
      <p:bldP spid="55" grpId="0"/>
      <p:bldP spid="55" grpId="1"/>
      <p:bldP spid="56" grpId="0"/>
      <p:bldP spid="56" grpId="1"/>
      <p:bldP spid="57" grpId="0"/>
      <p:bldP spid="57" grpId="1"/>
      <p:bldP spid="58" grpId="0"/>
      <p:bldP spid="58" grpId="1"/>
      <p:bldP spid="59" grpId="0"/>
      <p:bldP spid="59" grpId="1"/>
      <p:bldP spid="60" grpId="0"/>
      <p:bldP spid="60" grpId="1"/>
      <p:bldP spid="61" grpId="0"/>
      <p:bldP spid="61" grpId="1"/>
      <p:bldP spid="62" grpId="0"/>
      <p:bldP spid="62" grpId="1"/>
      <p:bldP spid="63" grpId="0"/>
      <p:bldP spid="63" grpId="1"/>
      <p:bldP spid="64" grpId="0"/>
      <p:bldP spid="64" grpId="1"/>
      <p:bldP spid="65" grpId="0"/>
      <p:bldP spid="65" grpId="1"/>
      <p:bldP spid="66" grpId="0"/>
      <p:bldP spid="66" grpId="1"/>
      <p:bldP spid="67" grpId="0"/>
      <p:bldP spid="67" grpId="1"/>
      <p:bldP spid="68" grpId="0" animBg="1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 animBg="1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anim_o6154_1">
            <a:extLst>
              <a:ext uri="{FF2B5EF4-FFF2-40B4-BE49-F238E27FC236}">
                <a16:creationId xmlns:a16="http://schemas.microsoft.com/office/drawing/2014/main" id="{21D2B8F5-7C8E-4B29-AB30-8351A989886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/>
        </p:blipFill>
        <p:spPr>
          <a:xfrm>
            <a:off x="1465948" y="1500188"/>
            <a:ext cx="3687978" cy="3857625"/>
          </a:xfrm>
          <a:prstGeom prst="rect">
            <a:avLst/>
          </a:prstGeom>
        </p:spPr>
      </p:pic>
      <p:sp>
        <p:nvSpPr>
          <p:cNvPr id="2" name="anim_o6155_1">
            <a:extLst>
              <a:ext uri="{FF2B5EF4-FFF2-40B4-BE49-F238E27FC236}">
                <a16:creationId xmlns:a16="http://schemas.microsoft.com/office/drawing/2014/main" id="{5184D87E-ECA1-4B90-BDC2-09F0D67B2B47}"/>
              </a:ext>
            </a:extLst>
          </p:cNvPr>
          <p:cNvSpPr>
            <a:spLocks noGrp="1"/>
          </p:cNvSpPr>
          <p:nvPr/>
        </p:nvSpPr>
        <p:spPr>
          <a:xfrm>
            <a:off x="1423086" y="1457325"/>
            <a:ext cx="3773703" cy="3943350"/>
          </a:xfrm>
          <a:prstGeom prst="rect">
            <a:avLst/>
          </a:prstGeom>
          <a:noFill/>
          <a:ln w="254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to6156_0_1">
            <a:extLst>
              <a:ext uri="{FF2B5EF4-FFF2-40B4-BE49-F238E27FC236}">
                <a16:creationId xmlns:a16="http://schemas.microsoft.com/office/drawing/2014/main" id="{0D555C18-8910-4221-8968-5E68D784866D}"/>
              </a:ext>
            </a:extLst>
          </p:cNvPr>
          <p:cNvSpPr>
            <a:spLocks noGrp="1"/>
          </p:cNvSpPr>
          <p:nvPr/>
        </p:nvSpPr>
        <p:spPr>
          <a:xfrm>
            <a:off x="1129088" y="5650518"/>
            <a:ext cx="4380748" cy="7049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4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441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4441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Original Image</a:t>
            </a:r>
          </a:p>
        </p:txBody>
      </p:sp>
      <p:sp>
        <p:nvSpPr>
          <p:cNvPr id="4" name="anim_o6185_1">
            <a:extLst>
              <a:ext uri="{FF2B5EF4-FFF2-40B4-BE49-F238E27FC236}">
                <a16:creationId xmlns:a16="http://schemas.microsoft.com/office/drawing/2014/main" id="{952BDA66-6148-414F-BFC7-B0A4C527DC0A}"/>
              </a:ext>
            </a:extLst>
          </p:cNvPr>
          <p:cNvSpPr>
            <a:spLocks noGrp="1"/>
          </p:cNvSpPr>
          <p:nvPr/>
        </p:nvSpPr>
        <p:spPr>
          <a:xfrm>
            <a:off x="5312958" y="2155591"/>
            <a:ext cx="3664696" cy="1251266"/>
          </a:xfrm>
          <a:custGeom>
            <a:avLst/>
            <a:gdLst/>
            <a:ahLst/>
            <a:cxnLst/>
            <a:rect l="0" t="0" r="0" b="0"/>
            <a:pathLst>
              <a:path w="3664696" h="1251266">
                <a:moveTo>
                  <a:pt x="11922" y="1251266"/>
                </a:moveTo>
                <a:lnTo>
                  <a:pt x="3507817" y="99513"/>
                </a:lnTo>
                <a:lnTo>
                  <a:pt x="3528681" y="162840"/>
                </a:lnTo>
                <a:lnTo>
                  <a:pt x="3664696" y="27771"/>
                </a:lnTo>
                <a:lnTo>
                  <a:pt x="3475032" y="0"/>
                </a:lnTo>
                <a:lnTo>
                  <a:pt x="3495895" y="63327"/>
                </a:lnTo>
                <a:lnTo>
                  <a:pt x="0" y="1215079"/>
                </a:lnTo>
                <a:close/>
              </a:path>
            </a:pathLst>
          </a:custGeom>
          <a:solidFill>
            <a:srgbClr val="FF862F"/>
          </a:solidFill>
          <a:ln w="25400">
            <a:noFill/>
          </a:ln>
        </p:spPr>
        <p:txBody>
          <a:bodyPr/>
          <a:lstStyle/>
          <a:p>
            <a:endParaRPr lang="en-US"/>
          </a:p>
        </p:txBody>
      </p:sp>
      <p:pic>
        <p:nvPicPr>
          <p:cNvPr id="5" name="anim_o6171_1">
            <a:extLst>
              <a:ext uri="{FF2B5EF4-FFF2-40B4-BE49-F238E27FC236}">
                <a16:creationId xmlns:a16="http://schemas.microsoft.com/office/drawing/2014/main" id="{B94A7BAD-82B6-4BB2-9BE9-77B422D754C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/>
        </p:blipFill>
        <p:spPr>
          <a:xfrm>
            <a:off x="9142647" y="1285875"/>
            <a:ext cx="1639101" cy="1714500"/>
          </a:xfrm>
          <a:prstGeom prst="rect">
            <a:avLst/>
          </a:prstGeom>
        </p:spPr>
      </p:pic>
      <p:sp>
        <p:nvSpPr>
          <p:cNvPr id="6" name="anim_o6172_1">
            <a:extLst>
              <a:ext uri="{FF2B5EF4-FFF2-40B4-BE49-F238E27FC236}">
                <a16:creationId xmlns:a16="http://schemas.microsoft.com/office/drawing/2014/main" id="{BBF5D676-9BC1-4E02-B3BB-71CA18323EE7}"/>
              </a:ext>
            </a:extLst>
          </p:cNvPr>
          <p:cNvSpPr>
            <a:spLocks noGrp="1"/>
          </p:cNvSpPr>
          <p:nvPr/>
        </p:nvSpPr>
        <p:spPr>
          <a:xfrm>
            <a:off x="9099784" y="1243013"/>
            <a:ext cx="1724826" cy="1800225"/>
          </a:xfrm>
          <a:prstGeom prst="rect">
            <a:avLst/>
          </a:prstGeom>
          <a:noFill/>
          <a:ln w="19050">
            <a:solidFill>
              <a:srgbClr val="FF862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to6173_0_1">
            <a:extLst>
              <a:ext uri="{FF2B5EF4-FFF2-40B4-BE49-F238E27FC236}">
                <a16:creationId xmlns:a16="http://schemas.microsoft.com/office/drawing/2014/main" id="{31AA7308-F718-42B6-B3A3-7CEDEB9A2C02}"/>
              </a:ext>
            </a:extLst>
          </p:cNvPr>
          <p:cNvSpPr>
            <a:spLocks noGrp="1"/>
          </p:cNvSpPr>
          <p:nvPr/>
        </p:nvSpPr>
        <p:spPr>
          <a:xfrm>
            <a:off x="8652832" y="519614"/>
            <a:ext cx="2637780" cy="5371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383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383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pPr>
            <a:r>
              <a:rPr sz="3383" b="1">
                <a:solidFill>
                  <a:srgbClr val="FF862F"/>
                </a:solidFill>
                <a:latin typeface="Consolas"/>
                <a:ea typeface="Consolas"/>
                <a:cs typeface="Consolas"/>
              </a:rPr>
              <a:t>Max Pooling</a:t>
            </a:r>
          </a:p>
        </p:txBody>
      </p:sp>
      <p:sp>
        <p:nvSpPr>
          <p:cNvPr id="8" name="anim_o6200_1">
            <a:extLst>
              <a:ext uri="{FF2B5EF4-FFF2-40B4-BE49-F238E27FC236}">
                <a16:creationId xmlns:a16="http://schemas.microsoft.com/office/drawing/2014/main" id="{EC9A7B4E-9802-46EA-8748-42C50DA5D380}"/>
              </a:ext>
            </a:extLst>
          </p:cNvPr>
          <p:cNvSpPr>
            <a:spLocks noGrp="1"/>
          </p:cNvSpPr>
          <p:nvPr/>
        </p:nvSpPr>
        <p:spPr>
          <a:xfrm>
            <a:off x="5312958" y="3451143"/>
            <a:ext cx="3664696" cy="1251266"/>
          </a:xfrm>
          <a:custGeom>
            <a:avLst/>
            <a:gdLst/>
            <a:ahLst/>
            <a:cxnLst/>
            <a:rect l="0" t="0" r="0" b="0"/>
            <a:pathLst>
              <a:path w="3664696" h="1251266">
                <a:moveTo>
                  <a:pt x="0" y="36187"/>
                </a:moveTo>
                <a:lnTo>
                  <a:pt x="3495895" y="1187939"/>
                </a:lnTo>
                <a:lnTo>
                  <a:pt x="3475032" y="1251266"/>
                </a:lnTo>
                <a:lnTo>
                  <a:pt x="3664696" y="1223495"/>
                </a:lnTo>
                <a:lnTo>
                  <a:pt x="3528681" y="1088426"/>
                </a:lnTo>
                <a:lnTo>
                  <a:pt x="3507817" y="1151752"/>
                </a:lnTo>
                <a:lnTo>
                  <a:pt x="11922" y="0"/>
                </a:lnTo>
                <a:close/>
              </a:path>
            </a:pathLst>
          </a:custGeom>
          <a:solidFill>
            <a:srgbClr val="9A72AC"/>
          </a:solidFill>
          <a:ln w="25400">
            <a:noFill/>
          </a:ln>
        </p:spPr>
        <p:txBody>
          <a:bodyPr/>
          <a:lstStyle/>
          <a:p>
            <a:endParaRPr lang="en-US"/>
          </a:p>
        </p:txBody>
      </p:sp>
      <p:pic>
        <p:nvPicPr>
          <p:cNvPr id="9" name="anim_o6186_1">
            <a:extLst>
              <a:ext uri="{FF2B5EF4-FFF2-40B4-BE49-F238E27FC236}">
                <a16:creationId xmlns:a16="http://schemas.microsoft.com/office/drawing/2014/main" id="{96F922A0-B392-49F6-B386-BABB0304DAA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/>
        </p:blipFill>
        <p:spPr>
          <a:xfrm>
            <a:off x="9142647" y="3857625"/>
            <a:ext cx="1639101" cy="1714500"/>
          </a:xfrm>
          <a:prstGeom prst="rect">
            <a:avLst/>
          </a:prstGeom>
        </p:spPr>
      </p:pic>
      <p:sp>
        <p:nvSpPr>
          <p:cNvPr id="10" name="anim_o6187_1">
            <a:extLst>
              <a:ext uri="{FF2B5EF4-FFF2-40B4-BE49-F238E27FC236}">
                <a16:creationId xmlns:a16="http://schemas.microsoft.com/office/drawing/2014/main" id="{32B2D16C-2606-458A-BF61-94AB2A57968A}"/>
              </a:ext>
            </a:extLst>
          </p:cNvPr>
          <p:cNvSpPr>
            <a:spLocks noGrp="1"/>
          </p:cNvSpPr>
          <p:nvPr/>
        </p:nvSpPr>
        <p:spPr>
          <a:xfrm>
            <a:off x="9099784" y="3814763"/>
            <a:ext cx="1724826" cy="1800225"/>
          </a:xfrm>
          <a:prstGeom prst="rect">
            <a:avLst/>
          </a:prstGeom>
          <a:noFill/>
          <a:ln w="19050">
            <a:solidFill>
              <a:srgbClr val="9A72A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to6188_0_1">
            <a:extLst>
              <a:ext uri="{FF2B5EF4-FFF2-40B4-BE49-F238E27FC236}">
                <a16:creationId xmlns:a16="http://schemas.microsoft.com/office/drawing/2014/main" id="{54035FDE-C33D-431C-BAF3-62E277A8166D}"/>
              </a:ext>
            </a:extLst>
          </p:cNvPr>
          <p:cNvSpPr>
            <a:spLocks noGrp="1"/>
          </p:cNvSpPr>
          <p:nvPr/>
        </p:nvSpPr>
        <p:spPr>
          <a:xfrm>
            <a:off x="8652832" y="5801262"/>
            <a:ext cx="2637780" cy="53712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383" b="1">
                <a:solidFill>
                  <a:srgbClr val="9A72AC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383" b="1">
                <a:solidFill>
                  <a:srgbClr val="9A72AC"/>
                </a:solidFill>
                <a:latin typeface="Consolas"/>
                <a:ea typeface="Consolas"/>
                <a:cs typeface="Consolas"/>
              </a:defRPr>
            </a:pPr>
            <a:r>
              <a:rPr sz="3383" b="1">
                <a:solidFill>
                  <a:srgbClr val="9A72AC"/>
                </a:solidFill>
                <a:latin typeface="Consolas"/>
                <a:ea typeface="Consolas"/>
                <a:cs typeface="Consolas"/>
              </a:rPr>
              <a:t>Avg Pooling</a:t>
            </a:r>
          </a:p>
        </p:txBody>
      </p:sp>
    </p:spTree>
    <p:extLst>
      <p:ext uri="{BB962C8B-B14F-4D97-AF65-F5344CB8AC3E}">
        <p14:creationId xmlns:p14="http://schemas.microsoft.com/office/powerpoint/2010/main" val="12770115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8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8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8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00"/>
                            </p:stCondLst>
                            <p:childTnLst>
                              <p:par>
                                <p:cTn id="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8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8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8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/>
      <p:bldP spid="4" grpId="0" animBg="1"/>
      <p:bldP spid="6" grpId="0" animBg="1"/>
      <p:bldP spid="7" grpId="0"/>
      <p:bldP spid="8" grpId="0" animBg="1"/>
      <p:bldP spid="10" grpId="0" animBg="1"/>
      <p:bldP spid="11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" name="anim_o28_1">
            <a:extLst>
              <a:ext uri="{FF2B5EF4-FFF2-40B4-BE49-F238E27FC236}">
                <a16:creationId xmlns:a16="http://schemas.microsoft.com/office/drawing/2014/main" id="{4969CE9C-2C60-406F-B1F5-B960733C2046}"/>
              </a:ext>
            </a:extLst>
          </p:cNvPr>
          <p:cNvSpPr>
            <a:spLocks noGrp="1"/>
          </p:cNvSpPr>
          <p:nvPr/>
        </p:nvSpPr>
        <p:spPr>
          <a:xfrm>
            <a:off x="5521790" y="3830947"/>
            <a:ext cx="1483377" cy="287105"/>
          </a:xfrm>
          <a:custGeom>
            <a:avLst/>
            <a:gdLst/>
            <a:ahLst/>
            <a:cxnLst/>
            <a:rect l="0" t="0" r="0" b="0"/>
            <a:pathLst>
              <a:path w="1483377" h="287105">
                <a:moveTo>
                  <a:pt x="0" y="0"/>
                </a:moveTo>
                <a:lnTo>
                  <a:pt x="1483377" y="28710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29_1">
            <a:extLst>
              <a:ext uri="{FF2B5EF4-FFF2-40B4-BE49-F238E27FC236}">
                <a16:creationId xmlns:a16="http://schemas.microsoft.com/office/drawing/2014/main" id="{E5DD0CF1-6757-406C-A717-62EB8723BFF8}"/>
              </a:ext>
            </a:extLst>
          </p:cNvPr>
          <p:cNvSpPr>
            <a:spLocks noGrp="1"/>
          </p:cNvSpPr>
          <p:nvPr/>
        </p:nvSpPr>
        <p:spPr>
          <a:xfrm>
            <a:off x="5521790" y="3543842"/>
            <a:ext cx="1483377" cy="287105"/>
          </a:xfrm>
          <a:custGeom>
            <a:avLst/>
            <a:gdLst/>
            <a:ahLst/>
            <a:cxnLst/>
            <a:rect l="0" t="0" r="0" b="0"/>
            <a:pathLst>
              <a:path w="1483377" h="287105">
                <a:moveTo>
                  <a:pt x="0" y="287105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30_1">
            <a:extLst>
              <a:ext uri="{FF2B5EF4-FFF2-40B4-BE49-F238E27FC236}">
                <a16:creationId xmlns:a16="http://schemas.microsoft.com/office/drawing/2014/main" id="{43FEA573-91E3-436F-B0C6-BD77159B5B59}"/>
              </a:ext>
            </a:extLst>
          </p:cNvPr>
          <p:cNvSpPr>
            <a:spLocks noGrp="1"/>
          </p:cNvSpPr>
          <p:nvPr/>
        </p:nvSpPr>
        <p:spPr>
          <a:xfrm>
            <a:off x="5521790" y="2969632"/>
            <a:ext cx="1483377" cy="861315"/>
          </a:xfrm>
          <a:custGeom>
            <a:avLst/>
            <a:gdLst/>
            <a:ahLst/>
            <a:cxnLst/>
            <a:rect l="0" t="0" r="0" b="0"/>
            <a:pathLst>
              <a:path w="1483377" h="861315">
                <a:moveTo>
                  <a:pt x="0" y="861315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31_1">
            <a:extLst>
              <a:ext uri="{FF2B5EF4-FFF2-40B4-BE49-F238E27FC236}">
                <a16:creationId xmlns:a16="http://schemas.microsoft.com/office/drawing/2014/main" id="{0A90FBA0-C0BF-4B1F-8853-A7EEFA51DE95}"/>
              </a:ext>
            </a:extLst>
          </p:cNvPr>
          <p:cNvSpPr>
            <a:spLocks noGrp="1"/>
          </p:cNvSpPr>
          <p:nvPr/>
        </p:nvSpPr>
        <p:spPr>
          <a:xfrm>
            <a:off x="5521790" y="2395422"/>
            <a:ext cx="1483377" cy="1435526"/>
          </a:xfrm>
          <a:custGeom>
            <a:avLst/>
            <a:gdLst/>
            <a:ahLst/>
            <a:cxnLst/>
            <a:rect l="0" t="0" r="0" b="0"/>
            <a:pathLst>
              <a:path w="1483377" h="1435526">
                <a:moveTo>
                  <a:pt x="0" y="1435526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32_1">
            <a:extLst>
              <a:ext uri="{FF2B5EF4-FFF2-40B4-BE49-F238E27FC236}">
                <a16:creationId xmlns:a16="http://schemas.microsoft.com/office/drawing/2014/main" id="{68BA0108-D054-44BD-AD1D-1EE9E89A6BF0}"/>
              </a:ext>
            </a:extLst>
          </p:cNvPr>
          <p:cNvSpPr>
            <a:spLocks noGrp="1"/>
          </p:cNvSpPr>
          <p:nvPr/>
        </p:nvSpPr>
        <p:spPr>
          <a:xfrm>
            <a:off x="5521790" y="1821211"/>
            <a:ext cx="1483377" cy="2009736"/>
          </a:xfrm>
          <a:custGeom>
            <a:avLst/>
            <a:gdLst/>
            <a:ahLst/>
            <a:cxnLst/>
            <a:rect l="0" t="0" r="0" b="0"/>
            <a:pathLst>
              <a:path w="1483377" h="2009736">
                <a:moveTo>
                  <a:pt x="0" y="2009736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33_1">
            <a:extLst>
              <a:ext uri="{FF2B5EF4-FFF2-40B4-BE49-F238E27FC236}">
                <a16:creationId xmlns:a16="http://schemas.microsoft.com/office/drawing/2014/main" id="{013C4B8E-1C75-44EE-A804-CAAE65103E45}"/>
              </a:ext>
            </a:extLst>
          </p:cNvPr>
          <p:cNvSpPr>
            <a:spLocks noGrp="1"/>
          </p:cNvSpPr>
          <p:nvPr/>
        </p:nvSpPr>
        <p:spPr>
          <a:xfrm>
            <a:off x="5521790" y="1247001"/>
            <a:ext cx="1483377" cy="2583946"/>
          </a:xfrm>
          <a:custGeom>
            <a:avLst/>
            <a:gdLst/>
            <a:ahLst/>
            <a:cxnLst/>
            <a:rect l="0" t="0" r="0" b="0"/>
            <a:pathLst>
              <a:path w="1483377" h="2583946">
                <a:moveTo>
                  <a:pt x="0" y="2583946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34_1">
            <a:extLst>
              <a:ext uri="{FF2B5EF4-FFF2-40B4-BE49-F238E27FC236}">
                <a16:creationId xmlns:a16="http://schemas.microsoft.com/office/drawing/2014/main" id="{0AC04F84-A80E-467C-9D32-DA0CBC8D2628}"/>
              </a:ext>
            </a:extLst>
          </p:cNvPr>
          <p:cNvSpPr>
            <a:spLocks noGrp="1"/>
          </p:cNvSpPr>
          <p:nvPr/>
        </p:nvSpPr>
        <p:spPr>
          <a:xfrm>
            <a:off x="5521790" y="3256737"/>
            <a:ext cx="1483377" cy="861315"/>
          </a:xfrm>
          <a:custGeom>
            <a:avLst/>
            <a:gdLst/>
            <a:ahLst/>
            <a:cxnLst/>
            <a:rect l="0" t="0" r="0" b="0"/>
            <a:pathLst>
              <a:path w="1483377" h="861315">
                <a:moveTo>
                  <a:pt x="0" y="0"/>
                </a:moveTo>
                <a:lnTo>
                  <a:pt x="1483377" y="86131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35_1">
            <a:extLst>
              <a:ext uri="{FF2B5EF4-FFF2-40B4-BE49-F238E27FC236}">
                <a16:creationId xmlns:a16="http://schemas.microsoft.com/office/drawing/2014/main" id="{9B8D589D-01A7-421A-8037-A4B187375C50}"/>
              </a:ext>
            </a:extLst>
          </p:cNvPr>
          <p:cNvSpPr>
            <a:spLocks noGrp="1"/>
          </p:cNvSpPr>
          <p:nvPr/>
        </p:nvSpPr>
        <p:spPr>
          <a:xfrm>
            <a:off x="5521790" y="3256737"/>
            <a:ext cx="1483377" cy="287105"/>
          </a:xfrm>
          <a:custGeom>
            <a:avLst/>
            <a:gdLst/>
            <a:ahLst/>
            <a:cxnLst/>
            <a:rect l="0" t="0" r="0" b="0"/>
            <a:pathLst>
              <a:path w="1483377" h="287105">
                <a:moveTo>
                  <a:pt x="0" y="0"/>
                </a:moveTo>
                <a:lnTo>
                  <a:pt x="1483377" y="28710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36_1">
            <a:extLst>
              <a:ext uri="{FF2B5EF4-FFF2-40B4-BE49-F238E27FC236}">
                <a16:creationId xmlns:a16="http://schemas.microsoft.com/office/drawing/2014/main" id="{9CAB185E-CDAF-4435-845F-11EB5AC4756B}"/>
              </a:ext>
            </a:extLst>
          </p:cNvPr>
          <p:cNvSpPr>
            <a:spLocks noGrp="1"/>
          </p:cNvSpPr>
          <p:nvPr/>
        </p:nvSpPr>
        <p:spPr>
          <a:xfrm>
            <a:off x="5521790" y="2969632"/>
            <a:ext cx="1483377" cy="287105"/>
          </a:xfrm>
          <a:custGeom>
            <a:avLst/>
            <a:gdLst/>
            <a:ahLst/>
            <a:cxnLst/>
            <a:rect l="0" t="0" r="0" b="0"/>
            <a:pathLst>
              <a:path w="1483377" h="287105">
                <a:moveTo>
                  <a:pt x="0" y="287105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37_1">
            <a:extLst>
              <a:ext uri="{FF2B5EF4-FFF2-40B4-BE49-F238E27FC236}">
                <a16:creationId xmlns:a16="http://schemas.microsoft.com/office/drawing/2014/main" id="{A32C72B3-B347-4029-8F0F-849E813517B4}"/>
              </a:ext>
            </a:extLst>
          </p:cNvPr>
          <p:cNvSpPr>
            <a:spLocks noGrp="1"/>
          </p:cNvSpPr>
          <p:nvPr/>
        </p:nvSpPr>
        <p:spPr>
          <a:xfrm>
            <a:off x="5521790" y="2395422"/>
            <a:ext cx="1483377" cy="861315"/>
          </a:xfrm>
          <a:custGeom>
            <a:avLst/>
            <a:gdLst/>
            <a:ahLst/>
            <a:cxnLst/>
            <a:rect l="0" t="0" r="0" b="0"/>
            <a:pathLst>
              <a:path w="1483377" h="861315">
                <a:moveTo>
                  <a:pt x="0" y="861315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38_1">
            <a:extLst>
              <a:ext uri="{FF2B5EF4-FFF2-40B4-BE49-F238E27FC236}">
                <a16:creationId xmlns:a16="http://schemas.microsoft.com/office/drawing/2014/main" id="{6DDD0837-B1EE-4D0F-95B1-7B4C9A6E7BA2}"/>
              </a:ext>
            </a:extLst>
          </p:cNvPr>
          <p:cNvSpPr>
            <a:spLocks noGrp="1"/>
          </p:cNvSpPr>
          <p:nvPr/>
        </p:nvSpPr>
        <p:spPr>
          <a:xfrm>
            <a:off x="5521790" y="1821211"/>
            <a:ext cx="1483377" cy="1435526"/>
          </a:xfrm>
          <a:custGeom>
            <a:avLst/>
            <a:gdLst/>
            <a:ahLst/>
            <a:cxnLst/>
            <a:rect l="0" t="0" r="0" b="0"/>
            <a:pathLst>
              <a:path w="1483377" h="1435526">
                <a:moveTo>
                  <a:pt x="0" y="1435526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39_1">
            <a:extLst>
              <a:ext uri="{FF2B5EF4-FFF2-40B4-BE49-F238E27FC236}">
                <a16:creationId xmlns:a16="http://schemas.microsoft.com/office/drawing/2014/main" id="{51AA6F7E-3103-40D9-9C15-2DE6ABE48905}"/>
              </a:ext>
            </a:extLst>
          </p:cNvPr>
          <p:cNvSpPr>
            <a:spLocks noGrp="1"/>
          </p:cNvSpPr>
          <p:nvPr/>
        </p:nvSpPr>
        <p:spPr>
          <a:xfrm>
            <a:off x="5521790" y="1247001"/>
            <a:ext cx="1483377" cy="2009736"/>
          </a:xfrm>
          <a:custGeom>
            <a:avLst/>
            <a:gdLst/>
            <a:ahLst/>
            <a:cxnLst/>
            <a:rect l="0" t="0" r="0" b="0"/>
            <a:pathLst>
              <a:path w="1483377" h="2009736">
                <a:moveTo>
                  <a:pt x="0" y="2009736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40_1">
            <a:extLst>
              <a:ext uri="{FF2B5EF4-FFF2-40B4-BE49-F238E27FC236}">
                <a16:creationId xmlns:a16="http://schemas.microsoft.com/office/drawing/2014/main" id="{6A1C035B-3AF8-4613-8DCF-374F7A28729A}"/>
              </a:ext>
            </a:extLst>
          </p:cNvPr>
          <p:cNvSpPr>
            <a:spLocks noGrp="1"/>
          </p:cNvSpPr>
          <p:nvPr/>
        </p:nvSpPr>
        <p:spPr>
          <a:xfrm>
            <a:off x="5521790" y="2682527"/>
            <a:ext cx="1483377" cy="1435526"/>
          </a:xfrm>
          <a:custGeom>
            <a:avLst/>
            <a:gdLst/>
            <a:ahLst/>
            <a:cxnLst/>
            <a:rect l="0" t="0" r="0" b="0"/>
            <a:pathLst>
              <a:path w="1483377" h="1435526">
                <a:moveTo>
                  <a:pt x="0" y="0"/>
                </a:moveTo>
                <a:lnTo>
                  <a:pt x="1483377" y="143552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41_1">
            <a:extLst>
              <a:ext uri="{FF2B5EF4-FFF2-40B4-BE49-F238E27FC236}">
                <a16:creationId xmlns:a16="http://schemas.microsoft.com/office/drawing/2014/main" id="{BFF2E56F-F2AB-40B8-93F2-62495BD4D257}"/>
              </a:ext>
            </a:extLst>
          </p:cNvPr>
          <p:cNvSpPr>
            <a:spLocks noGrp="1"/>
          </p:cNvSpPr>
          <p:nvPr/>
        </p:nvSpPr>
        <p:spPr>
          <a:xfrm>
            <a:off x="5521790" y="2682527"/>
            <a:ext cx="1483377" cy="861315"/>
          </a:xfrm>
          <a:custGeom>
            <a:avLst/>
            <a:gdLst/>
            <a:ahLst/>
            <a:cxnLst/>
            <a:rect l="0" t="0" r="0" b="0"/>
            <a:pathLst>
              <a:path w="1483377" h="861315">
                <a:moveTo>
                  <a:pt x="0" y="0"/>
                </a:moveTo>
                <a:lnTo>
                  <a:pt x="1483377" y="86131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42_1">
            <a:extLst>
              <a:ext uri="{FF2B5EF4-FFF2-40B4-BE49-F238E27FC236}">
                <a16:creationId xmlns:a16="http://schemas.microsoft.com/office/drawing/2014/main" id="{B9086852-A7CE-46BC-B475-135ED40C1771}"/>
              </a:ext>
            </a:extLst>
          </p:cNvPr>
          <p:cNvSpPr>
            <a:spLocks noGrp="1"/>
          </p:cNvSpPr>
          <p:nvPr/>
        </p:nvSpPr>
        <p:spPr>
          <a:xfrm>
            <a:off x="5521790" y="2682527"/>
            <a:ext cx="1483377" cy="287105"/>
          </a:xfrm>
          <a:custGeom>
            <a:avLst/>
            <a:gdLst/>
            <a:ahLst/>
            <a:cxnLst/>
            <a:rect l="0" t="0" r="0" b="0"/>
            <a:pathLst>
              <a:path w="1483377" h="287105">
                <a:moveTo>
                  <a:pt x="0" y="0"/>
                </a:moveTo>
                <a:lnTo>
                  <a:pt x="1483377" y="28710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43_1">
            <a:extLst>
              <a:ext uri="{FF2B5EF4-FFF2-40B4-BE49-F238E27FC236}">
                <a16:creationId xmlns:a16="http://schemas.microsoft.com/office/drawing/2014/main" id="{3C344B1F-CA3B-4D7D-AA8A-EF9D4521C4BD}"/>
              </a:ext>
            </a:extLst>
          </p:cNvPr>
          <p:cNvSpPr>
            <a:spLocks noGrp="1"/>
          </p:cNvSpPr>
          <p:nvPr/>
        </p:nvSpPr>
        <p:spPr>
          <a:xfrm>
            <a:off x="5521790" y="2395422"/>
            <a:ext cx="1483377" cy="287105"/>
          </a:xfrm>
          <a:custGeom>
            <a:avLst/>
            <a:gdLst/>
            <a:ahLst/>
            <a:cxnLst/>
            <a:rect l="0" t="0" r="0" b="0"/>
            <a:pathLst>
              <a:path w="1483377" h="287105">
                <a:moveTo>
                  <a:pt x="0" y="287105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44_1">
            <a:extLst>
              <a:ext uri="{FF2B5EF4-FFF2-40B4-BE49-F238E27FC236}">
                <a16:creationId xmlns:a16="http://schemas.microsoft.com/office/drawing/2014/main" id="{B507D88B-2A4D-49DA-A589-3FA0C2BCF93B}"/>
              </a:ext>
            </a:extLst>
          </p:cNvPr>
          <p:cNvSpPr>
            <a:spLocks noGrp="1"/>
          </p:cNvSpPr>
          <p:nvPr/>
        </p:nvSpPr>
        <p:spPr>
          <a:xfrm>
            <a:off x="5521790" y="1821211"/>
            <a:ext cx="1483377" cy="861315"/>
          </a:xfrm>
          <a:custGeom>
            <a:avLst/>
            <a:gdLst/>
            <a:ahLst/>
            <a:cxnLst/>
            <a:rect l="0" t="0" r="0" b="0"/>
            <a:pathLst>
              <a:path w="1483377" h="861315">
                <a:moveTo>
                  <a:pt x="0" y="861315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45_1">
            <a:extLst>
              <a:ext uri="{FF2B5EF4-FFF2-40B4-BE49-F238E27FC236}">
                <a16:creationId xmlns:a16="http://schemas.microsoft.com/office/drawing/2014/main" id="{9F40B4E1-702C-41A8-AD6E-28CF1C5756A8}"/>
              </a:ext>
            </a:extLst>
          </p:cNvPr>
          <p:cNvSpPr>
            <a:spLocks noGrp="1"/>
          </p:cNvSpPr>
          <p:nvPr/>
        </p:nvSpPr>
        <p:spPr>
          <a:xfrm>
            <a:off x="5521790" y="1247001"/>
            <a:ext cx="1483377" cy="1435526"/>
          </a:xfrm>
          <a:custGeom>
            <a:avLst/>
            <a:gdLst/>
            <a:ahLst/>
            <a:cxnLst/>
            <a:rect l="0" t="0" r="0" b="0"/>
            <a:pathLst>
              <a:path w="1483377" h="1435526">
                <a:moveTo>
                  <a:pt x="0" y="1435526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46_1">
            <a:extLst>
              <a:ext uri="{FF2B5EF4-FFF2-40B4-BE49-F238E27FC236}">
                <a16:creationId xmlns:a16="http://schemas.microsoft.com/office/drawing/2014/main" id="{4B468EBE-D106-4D8D-9117-AC98C12572F4}"/>
              </a:ext>
            </a:extLst>
          </p:cNvPr>
          <p:cNvSpPr>
            <a:spLocks noGrp="1"/>
          </p:cNvSpPr>
          <p:nvPr/>
        </p:nvSpPr>
        <p:spPr>
          <a:xfrm>
            <a:off x="5521790" y="2108316"/>
            <a:ext cx="1483377" cy="2009736"/>
          </a:xfrm>
          <a:custGeom>
            <a:avLst/>
            <a:gdLst/>
            <a:ahLst/>
            <a:cxnLst/>
            <a:rect l="0" t="0" r="0" b="0"/>
            <a:pathLst>
              <a:path w="1483377" h="2009736">
                <a:moveTo>
                  <a:pt x="0" y="0"/>
                </a:moveTo>
                <a:lnTo>
                  <a:pt x="1483377" y="200973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47_1">
            <a:extLst>
              <a:ext uri="{FF2B5EF4-FFF2-40B4-BE49-F238E27FC236}">
                <a16:creationId xmlns:a16="http://schemas.microsoft.com/office/drawing/2014/main" id="{6BBA6BA4-A865-4477-9804-2B7E815F6CE2}"/>
              </a:ext>
            </a:extLst>
          </p:cNvPr>
          <p:cNvSpPr>
            <a:spLocks noGrp="1"/>
          </p:cNvSpPr>
          <p:nvPr/>
        </p:nvSpPr>
        <p:spPr>
          <a:xfrm>
            <a:off x="5521790" y="2108316"/>
            <a:ext cx="1483377" cy="1435526"/>
          </a:xfrm>
          <a:custGeom>
            <a:avLst/>
            <a:gdLst/>
            <a:ahLst/>
            <a:cxnLst/>
            <a:rect l="0" t="0" r="0" b="0"/>
            <a:pathLst>
              <a:path w="1483377" h="1435526">
                <a:moveTo>
                  <a:pt x="0" y="0"/>
                </a:moveTo>
                <a:lnTo>
                  <a:pt x="1483377" y="143552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48_1">
            <a:extLst>
              <a:ext uri="{FF2B5EF4-FFF2-40B4-BE49-F238E27FC236}">
                <a16:creationId xmlns:a16="http://schemas.microsoft.com/office/drawing/2014/main" id="{85DD2A3F-5133-48C3-B05A-674F516DA94B}"/>
              </a:ext>
            </a:extLst>
          </p:cNvPr>
          <p:cNvSpPr>
            <a:spLocks noGrp="1"/>
          </p:cNvSpPr>
          <p:nvPr/>
        </p:nvSpPr>
        <p:spPr>
          <a:xfrm>
            <a:off x="5521790" y="2108316"/>
            <a:ext cx="1483377" cy="861315"/>
          </a:xfrm>
          <a:custGeom>
            <a:avLst/>
            <a:gdLst/>
            <a:ahLst/>
            <a:cxnLst/>
            <a:rect l="0" t="0" r="0" b="0"/>
            <a:pathLst>
              <a:path w="1483377" h="861315">
                <a:moveTo>
                  <a:pt x="0" y="0"/>
                </a:moveTo>
                <a:lnTo>
                  <a:pt x="1483377" y="86131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49_1">
            <a:extLst>
              <a:ext uri="{FF2B5EF4-FFF2-40B4-BE49-F238E27FC236}">
                <a16:creationId xmlns:a16="http://schemas.microsoft.com/office/drawing/2014/main" id="{3881B6BF-8094-43EF-B54D-3654788A7AAD}"/>
              </a:ext>
            </a:extLst>
          </p:cNvPr>
          <p:cNvSpPr>
            <a:spLocks noGrp="1"/>
          </p:cNvSpPr>
          <p:nvPr/>
        </p:nvSpPr>
        <p:spPr>
          <a:xfrm>
            <a:off x="5521790" y="2108316"/>
            <a:ext cx="1483377" cy="287105"/>
          </a:xfrm>
          <a:custGeom>
            <a:avLst/>
            <a:gdLst/>
            <a:ahLst/>
            <a:cxnLst/>
            <a:rect l="0" t="0" r="0" b="0"/>
            <a:pathLst>
              <a:path w="1483377" h="287105">
                <a:moveTo>
                  <a:pt x="0" y="0"/>
                </a:moveTo>
                <a:lnTo>
                  <a:pt x="1483377" y="28710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50_1">
            <a:extLst>
              <a:ext uri="{FF2B5EF4-FFF2-40B4-BE49-F238E27FC236}">
                <a16:creationId xmlns:a16="http://schemas.microsoft.com/office/drawing/2014/main" id="{8C93AFDC-4F19-4F9F-9B7E-B0EF7ACA39D2}"/>
              </a:ext>
            </a:extLst>
          </p:cNvPr>
          <p:cNvSpPr>
            <a:spLocks noGrp="1"/>
          </p:cNvSpPr>
          <p:nvPr/>
        </p:nvSpPr>
        <p:spPr>
          <a:xfrm>
            <a:off x="5521790" y="1821211"/>
            <a:ext cx="1483377" cy="287105"/>
          </a:xfrm>
          <a:custGeom>
            <a:avLst/>
            <a:gdLst/>
            <a:ahLst/>
            <a:cxnLst/>
            <a:rect l="0" t="0" r="0" b="0"/>
            <a:pathLst>
              <a:path w="1483377" h="287105">
                <a:moveTo>
                  <a:pt x="0" y="287105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51_1">
            <a:extLst>
              <a:ext uri="{FF2B5EF4-FFF2-40B4-BE49-F238E27FC236}">
                <a16:creationId xmlns:a16="http://schemas.microsoft.com/office/drawing/2014/main" id="{68A5BEBC-1146-4A6C-A128-70DBC72933ED}"/>
              </a:ext>
            </a:extLst>
          </p:cNvPr>
          <p:cNvSpPr>
            <a:spLocks noGrp="1"/>
          </p:cNvSpPr>
          <p:nvPr/>
        </p:nvSpPr>
        <p:spPr>
          <a:xfrm>
            <a:off x="5521790" y="1247001"/>
            <a:ext cx="1483377" cy="861315"/>
          </a:xfrm>
          <a:custGeom>
            <a:avLst/>
            <a:gdLst/>
            <a:ahLst/>
            <a:cxnLst/>
            <a:rect l="0" t="0" r="0" b="0"/>
            <a:pathLst>
              <a:path w="1483377" h="861315">
                <a:moveTo>
                  <a:pt x="0" y="861315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52_1">
            <a:extLst>
              <a:ext uri="{FF2B5EF4-FFF2-40B4-BE49-F238E27FC236}">
                <a16:creationId xmlns:a16="http://schemas.microsoft.com/office/drawing/2014/main" id="{22E490E8-28CD-4DA0-85C2-4A6422DD162C}"/>
              </a:ext>
            </a:extLst>
          </p:cNvPr>
          <p:cNvSpPr>
            <a:spLocks noGrp="1"/>
          </p:cNvSpPr>
          <p:nvPr/>
        </p:nvSpPr>
        <p:spPr>
          <a:xfrm>
            <a:off x="5521790" y="1534106"/>
            <a:ext cx="1483377" cy="2583946"/>
          </a:xfrm>
          <a:custGeom>
            <a:avLst/>
            <a:gdLst/>
            <a:ahLst/>
            <a:cxnLst/>
            <a:rect l="0" t="0" r="0" b="0"/>
            <a:pathLst>
              <a:path w="1483377" h="2583946">
                <a:moveTo>
                  <a:pt x="0" y="0"/>
                </a:moveTo>
                <a:lnTo>
                  <a:pt x="1483377" y="258394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53_1">
            <a:extLst>
              <a:ext uri="{FF2B5EF4-FFF2-40B4-BE49-F238E27FC236}">
                <a16:creationId xmlns:a16="http://schemas.microsoft.com/office/drawing/2014/main" id="{505CF9CD-3120-422B-AA5B-243FF192EB92}"/>
              </a:ext>
            </a:extLst>
          </p:cNvPr>
          <p:cNvSpPr>
            <a:spLocks noGrp="1"/>
          </p:cNvSpPr>
          <p:nvPr/>
        </p:nvSpPr>
        <p:spPr>
          <a:xfrm>
            <a:off x="5521790" y="1534106"/>
            <a:ext cx="1483377" cy="2009736"/>
          </a:xfrm>
          <a:custGeom>
            <a:avLst/>
            <a:gdLst/>
            <a:ahLst/>
            <a:cxnLst/>
            <a:rect l="0" t="0" r="0" b="0"/>
            <a:pathLst>
              <a:path w="1483377" h="2009736">
                <a:moveTo>
                  <a:pt x="0" y="0"/>
                </a:moveTo>
                <a:lnTo>
                  <a:pt x="1483377" y="200973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54_1">
            <a:extLst>
              <a:ext uri="{FF2B5EF4-FFF2-40B4-BE49-F238E27FC236}">
                <a16:creationId xmlns:a16="http://schemas.microsoft.com/office/drawing/2014/main" id="{4BF442F0-3C45-49C9-977A-136179842BD2}"/>
              </a:ext>
            </a:extLst>
          </p:cNvPr>
          <p:cNvSpPr>
            <a:spLocks noGrp="1"/>
          </p:cNvSpPr>
          <p:nvPr/>
        </p:nvSpPr>
        <p:spPr>
          <a:xfrm>
            <a:off x="5521790" y="1534106"/>
            <a:ext cx="1483377" cy="1435526"/>
          </a:xfrm>
          <a:custGeom>
            <a:avLst/>
            <a:gdLst/>
            <a:ahLst/>
            <a:cxnLst/>
            <a:rect l="0" t="0" r="0" b="0"/>
            <a:pathLst>
              <a:path w="1483377" h="1435526">
                <a:moveTo>
                  <a:pt x="0" y="0"/>
                </a:moveTo>
                <a:lnTo>
                  <a:pt x="1483377" y="143552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55_1">
            <a:extLst>
              <a:ext uri="{FF2B5EF4-FFF2-40B4-BE49-F238E27FC236}">
                <a16:creationId xmlns:a16="http://schemas.microsoft.com/office/drawing/2014/main" id="{464D65E3-7AA4-4BFA-AA97-774F1CEFE18A}"/>
              </a:ext>
            </a:extLst>
          </p:cNvPr>
          <p:cNvSpPr>
            <a:spLocks noGrp="1"/>
          </p:cNvSpPr>
          <p:nvPr/>
        </p:nvSpPr>
        <p:spPr>
          <a:xfrm>
            <a:off x="5521790" y="1534106"/>
            <a:ext cx="1483377" cy="861315"/>
          </a:xfrm>
          <a:custGeom>
            <a:avLst/>
            <a:gdLst/>
            <a:ahLst/>
            <a:cxnLst/>
            <a:rect l="0" t="0" r="0" b="0"/>
            <a:pathLst>
              <a:path w="1483377" h="861315">
                <a:moveTo>
                  <a:pt x="0" y="0"/>
                </a:moveTo>
                <a:lnTo>
                  <a:pt x="1483377" y="86131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56_1">
            <a:extLst>
              <a:ext uri="{FF2B5EF4-FFF2-40B4-BE49-F238E27FC236}">
                <a16:creationId xmlns:a16="http://schemas.microsoft.com/office/drawing/2014/main" id="{AD7BCC55-5A57-4958-AC64-98C4B0B3069C}"/>
              </a:ext>
            </a:extLst>
          </p:cNvPr>
          <p:cNvSpPr>
            <a:spLocks noGrp="1"/>
          </p:cNvSpPr>
          <p:nvPr/>
        </p:nvSpPr>
        <p:spPr>
          <a:xfrm>
            <a:off x="5521790" y="1534106"/>
            <a:ext cx="1483377" cy="287105"/>
          </a:xfrm>
          <a:custGeom>
            <a:avLst/>
            <a:gdLst/>
            <a:ahLst/>
            <a:cxnLst/>
            <a:rect l="0" t="0" r="0" b="0"/>
            <a:pathLst>
              <a:path w="1483377" h="287105">
                <a:moveTo>
                  <a:pt x="0" y="0"/>
                </a:moveTo>
                <a:lnTo>
                  <a:pt x="1483377" y="28710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57_1">
            <a:extLst>
              <a:ext uri="{FF2B5EF4-FFF2-40B4-BE49-F238E27FC236}">
                <a16:creationId xmlns:a16="http://schemas.microsoft.com/office/drawing/2014/main" id="{86380667-87FC-43C7-8790-AD0256460B60}"/>
              </a:ext>
            </a:extLst>
          </p:cNvPr>
          <p:cNvSpPr>
            <a:spLocks noGrp="1"/>
          </p:cNvSpPr>
          <p:nvPr/>
        </p:nvSpPr>
        <p:spPr>
          <a:xfrm>
            <a:off x="5521790" y="1247001"/>
            <a:ext cx="1483377" cy="287105"/>
          </a:xfrm>
          <a:custGeom>
            <a:avLst/>
            <a:gdLst/>
            <a:ahLst/>
            <a:cxnLst/>
            <a:rect l="0" t="0" r="0" b="0"/>
            <a:pathLst>
              <a:path w="1483377" h="287105">
                <a:moveTo>
                  <a:pt x="0" y="287105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58_1">
            <a:extLst>
              <a:ext uri="{FF2B5EF4-FFF2-40B4-BE49-F238E27FC236}">
                <a16:creationId xmlns:a16="http://schemas.microsoft.com/office/drawing/2014/main" id="{74389BAD-AAA6-4D10-B677-50B9F27CE074}"/>
              </a:ext>
            </a:extLst>
          </p:cNvPr>
          <p:cNvSpPr>
            <a:spLocks noGrp="1"/>
          </p:cNvSpPr>
          <p:nvPr/>
        </p:nvSpPr>
        <p:spPr>
          <a:xfrm>
            <a:off x="7005166" y="3543842"/>
            <a:ext cx="1483377" cy="574210"/>
          </a:xfrm>
          <a:custGeom>
            <a:avLst/>
            <a:gdLst/>
            <a:ahLst/>
            <a:cxnLst/>
            <a:rect l="0" t="0" r="0" b="0"/>
            <a:pathLst>
              <a:path w="1483377" h="574210">
                <a:moveTo>
                  <a:pt x="0" y="574210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59_1">
            <a:extLst>
              <a:ext uri="{FF2B5EF4-FFF2-40B4-BE49-F238E27FC236}">
                <a16:creationId xmlns:a16="http://schemas.microsoft.com/office/drawing/2014/main" id="{1D8B6B35-3F34-4BE1-9A8E-C467C7CB3E26}"/>
              </a:ext>
            </a:extLst>
          </p:cNvPr>
          <p:cNvSpPr>
            <a:spLocks noGrp="1"/>
          </p:cNvSpPr>
          <p:nvPr/>
        </p:nvSpPr>
        <p:spPr>
          <a:xfrm>
            <a:off x="7005166" y="2969632"/>
            <a:ext cx="1483377" cy="1148421"/>
          </a:xfrm>
          <a:custGeom>
            <a:avLst/>
            <a:gdLst/>
            <a:ahLst/>
            <a:cxnLst/>
            <a:rect l="0" t="0" r="0" b="0"/>
            <a:pathLst>
              <a:path w="1483377" h="1148421">
                <a:moveTo>
                  <a:pt x="0" y="1148421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60_1">
            <a:extLst>
              <a:ext uri="{FF2B5EF4-FFF2-40B4-BE49-F238E27FC236}">
                <a16:creationId xmlns:a16="http://schemas.microsoft.com/office/drawing/2014/main" id="{FC2F3445-7820-47BD-B0EB-94E0B8790636}"/>
              </a:ext>
            </a:extLst>
          </p:cNvPr>
          <p:cNvSpPr>
            <a:spLocks noGrp="1"/>
          </p:cNvSpPr>
          <p:nvPr/>
        </p:nvSpPr>
        <p:spPr>
          <a:xfrm>
            <a:off x="7005166" y="2395422"/>
            <a:ext cx="1483377" cy="1722631"/>
          </a:xfrm>
          <a:custGeom>
            <a:avLst/>
            <a:gdLst/>
            <a:ahLst/>
            <a:cxnLst/>
            <a:rect l="0" t="0" r="0" b="0"/>
            <a:pathLst>
              <a:path w="1483377" h="1722631">
                <a:moveTo>
                  <a:pt x="0" y="1722631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61_1">
            <a:extLst>
              <a:ext uri="{FF2B5EF4-FFF2-40B4-BE49-F238E27FC236}">
                <a16:creationId xmlns:a16="http://schemas.microsoft.com/office/drawing/2014/main" id="{D834E695-6085-4C24-9D22-8036A4471823}"/>
              </a:ext>
            </a:extLst>
          </p:cNvPr>
          <p:cNvSpPr>
            <a:spLocks noGrp="1"/>
          </p:cNvSpPr>
          <p:nvPr/>
        </p:nvSpPr>
        <p:spPr>
          <a:xfrm>
            <a:off x="7005166" y="1821211"/>
            <a:ext cx="1483377" cy="2296841"/>
          </a:xfrm>
          <a:custGeom>
            <a:avLst/>
            <a:gdLst/>
            <a:ahLst/>
            <a:cxnLst/>
            <a:rect l="0" t="0" r="0" b="0"/>
            <a:pathLst>
              <a:path w="1483377" h="2296841">
                <a:moveTo>
                  <a:pt x="0" y="2296841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62_1">
            <a:extLst>
              <a:ext uri="{FF2B5EF4-FFF2-40B4-BE49-F238E27FC236}">
                <a16:creationId xmlns:a16="http://schemas.microsoft.com/office/drawing/2014/main" id="{67ED0BF7-6539-4255-8AA0-1CC8CE74D67B}"/>
              </a:ext>
            </a:extLst>
          </p:cNvPr>
          <p:cNvSpPr>
            <a:spLocks noGrp="1"/>
          </p:cNvSpPr>
          <p:nvPr/>
        </p:nvSpPr>
        <p:spPr>
          <a:xfrm>
            <a:off x="7005166" y="3543842"/>
            <a:ext cx="1483377" cy="953"/>
          </a:xfrm>
          <a:custGeom>
            <a:avLst/>
            <a:gdLst/>
            <a:ahLst/>
            <a:cxnLst/>
            <a:rect l="0" t="0" r="0" b="0"/>
            <a:pathLst>
              <a:path w="1483377" h="953">
                <a:moveTo>
                  <a:pt x="0" y="0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63_1">
            <a:extLst>
              <a:ext uri="{FF2B5EF4-FFF2-40B4-BE49-F238E27FC236}">
                <a16:creationId xmlns:a16="http://schemas.microsoft.com/office/drawing/2014/main" id="{1E94448F-78AB-422E-A68F-C12DBF9086F0}"/>
              </a:ext>
            </a:extLst>
          </p:cNvPr>
          <p:cNvSpPr>
            <a:spLocks noGrp="1"/>
          </p:cNvSpPr>
          <p:nvPr/>
        </p:nvSpPr>
        <p:spPr>
          <a:xfrm>
            <a:off x="7005166" y="2969632"/>
            <a:ext cx="1483377" cy="574210"/>
          </a:xfrm>
          <a:custGeom>
            <a:avLst/>
            <a:gdLst/>
            <a:ahLst/>
            <a:cxnLst/>
            <a:rect l="0" t="0" r="0" b="0"/>
            <a:pathLst>
              <a:path w="1483377" h="574210">
                <a:moveTo>
                  <a:pt x="0" y="574210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64_1">
            <a:extLst>
              <a:ext uri="{FF2B5EF4-FFF2-40B4-BE49-F238E27FC236}">
                <a16:creationId xmlns:a16="http://schemas.microsoft.com/office/drawing/2014/main" id="{760F5EA3-F84F-4EC3-96F6-AC4365DB5E68}"/>
              </a:ext>
            </a:extLst>
          </p:cNvPr>
          <p:cNvSpPr>
            <a:spLocks noGrp="1"/>
          </p:cNvSpPr>
          <p:nvPr/>
        </p:nvSpPr>
        <p:spPr>
          <a:xfrm>
            <a:off x="7005166" y="2395422"/>
            <a:ext cx="1483377" cy="1148421"/>
          </a:xfrm>
          <a:custGeom>
            <a:avLst/>
            <a:gdLst/>
            <a:ahLst/>
            <a:cxnLst/>
            <a:rect l="0" t="0" r="0" b="0"/>
            <a:pathLst>
              <a:path w="1483377" h="1148421">
                <a:moveTo>
                  <a:pt x="0" y="1148421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65_1">
            <a:extLst>
              <a:ext uri="{FF2B5EF4-FFF2-40B4-BE49-F238E27FC236}">
                <a16:creationId xmlns:a16="http://schemas.microsoft.com/office/drawing/2014/main" id="{57B3041C-75CA-4B89-9699-B6007008AF9D}"/>
              </a:ext>
            </a:extLst>
          </p:cNvPr>
          <p:cNvSpPr>
            <a:spLocks noGrp="1"/>
          </p:cNvSpPr>
          <p:nvPr/>
        </p:nvSpPr>
        <p:spPr>
          <a:xfrm>
            <a:off x="7005166" y="1821211"/>
            <a:ext cx="1483377" cy="1722631"/>
          </a:xfrm>
          <a:custGeom>
            <a:avLst/>
            <a:gdLst/>
            <a:ahLst/>
            <a:cxnLst/>
            <a:rect l="0" t="0" r="0" b="0"/>
            <a:pathLst>
              <a:path w="1483377" h="1722631">
                <a:moveTo>
                  <a:pt x="0" y="1722631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66_1">
            <a:extLst>
              <a:ext uri="{FF2B5EF4-FFF2-40B4-BE49-F238E27FC236}">
                <a16:creationId xmlns:a16="http://schemas.microsoft.com/office/drawing/2014/main" id="{0D364DF1-CFD5-4EF3-A8E1-00631FC19030}"/>
              </a:ext>
            </a:extLst>
          </p:cNvPr>
          <p:cNvSpPr>
            <a:spLocks noGrp="1"/>
          </p:cNvSpPr>
          <p:nvPr/>
        </p:nvSpPr>
        <p:spPr>
          <a:xfrm>
            <a:off x="7005166" y="2969632"/>
            <a:ext cx="1483377" cy="574210"/>
          </a:xfrm>
          <a:custGeom>
            <a:avLst/>
            <a:gdLst/>
            <a:ahLst/>
            <a:cxnLst/>
            <a:rect l="0" t="0" r="0" b="0"/>
            <a:pathLst>
              <a:path w="1483377" h="574210">
                <a:moveTo>
                  <a:pt x="0" y="0"/>
                </a:moveTo>
                <a:lnTo>
                  <a:pt x="1483377" y="57421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67_1">
            <a:extLst>
              <a:ext uri="{FF2B5EF4-FFF2-40B4-BE49-F238E27FC236}">
                <a16:creationId xmlns:a16="http://schemas.microsoft.com/office/drawing/2014/main" id="{6ACB58D2-FF09-4501-A666-1F6F0879C6B1}"/>
              </a:ext>
            </a:extLst>
          </p:cNvPr>
          <p:cNvSpPr>
            <a:spLocks noGrp="1"/>
          </p:cNvSpPr>
          <p:nvPr/>
        </p:nvSpPr>
        <p:spPr>
          <a:xfrm>
            <a:off x="7005166" y="2969632"/>
            <a:ext cx="1483377" cy="953"/>
          </a:xfrm>
          <a:custGeom>
            <a:avLst/>
            <a:gdLst/>
            <a:ahLst/>
            <a:cxnLst/>
            <a:rect l="0" t="0" r="0" b="0"/>
            <a:pathLst>
              <a:path w="1483377" h="953">
                <a:moveTo>
                  <a:pt x="0" y="0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68_1">
            <a:extLst>
              <a:ext uri="{FF2B5EF4-FFF2-40B4-BE49-F238E27FC236}">
                <a16:creationId xmlns:a16="http://schemas.microsoft.com/office/drawing/2014/main" id="{25148007-14BF-46A0-B0A7-9A3B5C2F85A5}"/>
              </a:ext>
            </a:extLst>
          </p:cNvPr>
          <p:cNvSpPr>
            <a:spLocks noGrp="1"/>
          </p:cNvSpPr>
          <p:nvPr/>
        </p:nvSpPr>
        <p:spPr>
          <a:xfrm>
            <a:off x="7005166" y="2395422"/>
            <a:ext cx="1483377" cy="574210"/>
          </a:xfrm>
          <a:custGeom>
            <a:avLst/>
            <a:gdLst/>
            <a:ahLst/>
            <a:cxnLst/>
            <a:rect l="0" t="0" r="0" b="0"/>
            <a:pathLst>
              <a:path w="1483377" h="574210">
                <a:moveTo>
                  <a:pt x="0" y="574210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69_1">
            <a:extLst>
              <a:ext uri="{FF2B5EF4-FFF2-40B4-BE49-F238E27FC236}">
                <a16:creationId xmlns:a16="http://schemas.microsoft.com/office/drawing/2014/main" id="{B79D27E5-1A18-44AC-8F8C-1732745D1E4E}"/>
              </a:ext>
            </a:extLst>
          </p:cNvPr>
          <p:cNvSpPr>
            <a:spLocks noGrp="1"/>
          </p:cNvSpPr>
          <p:nvPr/>
        </p:nvSpPr>
        <p:spPr>
          <a:xfrm>
            <a:off x="7005166" y="1821211"/>
            <a:ext cx="1483377" cy="1148421"/>
          </a:xfrm>
          <a:custGeom>
            <a:avLst/>
            <a:gdLst/>
            <a:ahLst/>
            <a:cxnLst/>
            <a:rect l="0" t="0" r="0" b="0"/>
            <a:pathLst>
              <a:path w="1483377" h="1148421">
                <a:moveTo>
                  <a:pt x="0" y="1148421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70_1">
            <a:extLst>
              <a:ext uri="{FF2B5EF4-FFF2-40B4-BE49-F238E27FC236}">
                <a16:creationId xmlns:a16="http://schemas.microsoft.com/office/drawing/2014/main" id="{ACFEC391-390B-4161-83EA-81B66AC3E2AF}"/>
              </a:ext>
            </a:extLst>
          </p:cNvPr>
          <p:cNvSpPr>
            <a:spLocks noGrp="1"/>
          </p:cNvSpPr>
          <p:nvPr/>
        </p:nvSpPr>
        <p:spPr>
          <a:xfrm>
            <a:off x="7005166" y="2395422"/>
            <a:ext cx="1483377" cy="1148421"/>
          </a:xfrm>
          <a:custGeom>
            <a:avLst/>
            <a:gdLst/>
            <a:ahLst/>
            <a:cxnLst/>
            <a:rect l="0" t="0" r="0" b="0"/>
            <a:pathLst>
              <a:path w="1483377" h="1148421">
                <a:moveTo>
                  <a:pt x="0" y="0"/>
                </a:moveTo>
                <a:lnTo>
                  <a:pt x="1483377" y="1148421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71_1">
            <a:extLst>
              <a:ext uri="{FF2B5EF4-FFF2-40B4-BE49-F238E27FC236}">
                <a16:creationId xmlns:a16="http://schemas.microsoft.com/office/drawing/2014/main" id="{5FBDF29D-0EEB-462D-AA19-97BB27A83E0E}"/>
              </a:ext>
            </a:extLst>
          </p:cNvPr>
          <p:cNvSpPr>
            <a:spLocks noGrp="1"/>
          </p:cNvSpPr>
          <p:nvPr/>
        </p:nvSpPr>
        <p:spPr>
          <a:xfrm>
            <a:off x="7005166" y="2395422"/>
            <a:ext cx="1483377" cy="574210"/>
          </a:xfrm>
          <a:custGeom>
            <a:avLst/>
            <a:gdLst/>
            <a:ahLst/>
            <a:cxnLst/>
            <a:rect l="0" t="0" r="0" b="0"/>
            <a:pathLst>
              <a:path w="1483377" h="574210">
                <a:moveTo>
                  <a:pt x="0" y="0"/>
                </a:moveTo>
                <a:lnTo>
                  <a:pt x="1483377" y="57421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72_1">
            <a:extLst>
              <a:ext uri="{FF2B5EF4-FFF2-40B4-BE49-F238E27FC236}">
                <a16:creationId xmlns:a16="http://schemas.microsoft.com/office/drawing/2014/main" id="{54FB3579-EDF8-4B4E-9B00-C0DFE0C49C5E}"/>
              </a:ext>
            </a:extLst>
          </p:cNvPr>
          <p:cNvSpPr>
            <a:spLocks noGrp="1"/>
          </p:cNvSpPr>
          <p:nvPr/>
        </p:nvSpPr>
        <p:spPr>
          <a:xfrm>
            <a:off x="7005166" y="2395422"/>
            <a:ext cx="1483377" cy="953"/>
          </a:xfrm>
          <a:custGeom>
            <a:avLst/>
            <a:gdLst/>
            <a:ahLst/>
            <a:cxnLst/>
            <a:rect l="0" t="0" r="0" b="0"/>
            <a:pathLst>
              <a:path w="1483377" h="953">
                <a:moveTo>
                  <a:pt x="0" y="0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73_1">
            <a:extLst>
              <a:ext uri="{FF2B5EF4-FFF2-40B4-BE49-F238E27FC236}">
                <a16:creationId xmlns:a16="http://schemas.microsoft.com/office/drawing/2014/main" id="{3F3F8C1B-AB26-4619-8FEE-6ED4677978B8}"/>
              </a:ext>
            </a:extLst>
          </p:cNvPr>
          <p:cNvSpPr>
            <a:spLocks noGrp="1"/>
          </p:cNvSpPr>
          <p:nvPr/>
        </p:nvSpPr>
        <p:spPr>
          <a:xfrm>
            <a:off x="7005166" y="1821211"/>
            <a:ext cx="1483377" cy="574210"/>
          </a:xfrm>
          <a:custGeom>
            <a:avLst/>
            <a:gdLst/>
            <a:ahLst/>
            <a:cxnLst/>
            <a:rect l="0" t="0" r="0" b="0"/>
            <a:pathLst>
              <a:path w="1483377" h="574210">
                <a:moveTo>
                  <a:pt x="0" y="574210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74_1">
            <a:extLst>
              <a:ext uri="{FF2B5EF4-FFF2-40B4-BE49-F238E27FC236}">
                <a16:creationId xmlns:a16="http://schemas.microsoft.com/office/drawing/2014/main" id="{8E3E04C4-0A2C-42D3-A6F2-3E48CEB3B32A}"/>
              </a:ext>
            </a:extLst>
          </p:cNvPr>
          <p:cNvSpPr>
            <a:spLocks noGrp="1"/>
          </p:cNvSpPr>
          <p:nvPr/>
        </p:nvSpPr>
        <p:spPr>
          <a:xfrm>
            <a:off x="7005166" y="1821211"/>
            <a:ext cx="1483377" cy="1722631"/>
          </a:xfrm>
          <a:custGeom>
            <a:avLst/>
            <a:gdLst/>
            <a:ahLst/>
            <a:cxnLst/>
            <a:rect l="0" t="0" r="0" b="0"/>
            <a:pathLst>
              <a:path w="1483377" h="1722631">
                <a:moveTo>
                  <a:pt x="0" y="0"/>
                </a:moveTo>
                <a:lnTo>
                  <a:pt x="1483377" y="1722631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75_1">
            <a:extLst>
              <a:ext uri="{FF2B5EF4-FFF2-40B4-BE49-F238E27FC236}">
                <a16:creationId xmlns:a16="http://schemas.microsoft.com/office/drawing/2014/main" id="{D9E97067-F3A6-4F68-AF2A-5A4F3D61BBB0}"/>
              </a:ext>
            </a:extLst>
          </p:cNvPr>
          <p:cNvSpPr>
            <a:spLocks noGrp="1"/>
          </p:cNvSpPr>
          <p:nvPr/>
        </p:nvSpPr>
        <p:spPr>
          <a:xfrm>
            <a:off x="7005166" y="1821211"/>
            <a:ext cx="1483377" cy="1148421"/>
          </a:xfrm>
          <a:custGeom>
            <a:avLst/>
            <a:gdLst/>
            <a:ahLst/>
            <a:cxnLst/>
            <a:rect l="0" t="0" r="0" b="0"/>
            <a:pathLst>
              <a:path w="1483377" h="1148421">
                <a:moveTo>
                  <a:pt x="0" y="0"/>
                </a:moveTo>
                <a:lnTo>
                  <a:pt x="1483377" y="1148421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76_1">
            <a:extLst>
              <a:ext uri="{FF2B5EF4-FFF2-40B4-BE49-F238E27FC236}">
                <a16:creationId xmlns:a16="http://schemas.microsoft.com/office/drawing/2014/main" id="{FAFBCA69-5AA5-44F7-9051-59E16BFEBF00}"/>
              </a:ext>
            </a:extLst>
          </p:cNvPr>
          <p:cNvSpPr>
            <a:spLocks noGrp="1"/>
          </p:cNvSpPr>
          <p:nvPr/>
        </p:nvSpPr>
        <p:spPr>
          <a:xfrm>
            <a:off x="7005166" y="1821211"/>
            <a:ext cx="1483377" cy="574210"/>
          </a:xfrm>
          <a:custGeom>
            <a:avLst/>
            <a:gdLst/>
            <a:ahLst/>
            <a:cxnLst/>
            <a:rect l="0" t="0" r="0" b="0"/>
            <a:pathLst>
              <a:path w="1483377" h="574210">
                <a:moveTo>
                  <a:pt x="0" y="0"/>
                </a:moveTo>
                <a:lnTo>
                  <a:pt x="1483377" y="57421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77_1">
            <a:extLst>
              <a:ext uri="{FF2B5EF4-FFF2-40B4-BE49-F238E27FC236}">
                <a16:creationId xmlns:a16="http://schemas.microsoft.com/office/drawing/2014/main" id="{84508603-BE44-442F-8B05-4FEDBB2AE31B}"/>
              </a:ext>
            </a:extLst>
          </p:cNvPr>
          <p:cNvSpPr>
            <a:spLocks noGrp="1"/>
          </p:cNvSpPr>
          <p:nvPr/>
        </p:nvSpPr>
        <p:spPr>
          <a:xfrm>
            <a:off x="7005166" y="1821211"/>
            <a:ext cx="1483377" cy="953"/>
          </a:xfrm>
          <a:custGeom>
            <a:avLst/>
            <a:gdLst/>
            <a:ahLst/>
            <a:cxnLst/>
            <a:rect l="0" t="0" r="0" b="0"/>
            <a:pathLst>
              <a:path w="1483377" h="953">
                <a:moveTo>
                  <a:pt x="0" y="0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78_1">
            <a:extLst>
              <a:ext uri="{FF2B5EF4-FFF2-40B4-BE49-F238E27FC236}">
                <a16:creationId xmlns:a16="http://schemas.microsoft.com/office/drawing/2014/main" id="{267E3584-4609-4904-8109-D1E07630CF3E}"/>
              </a:ext>
            </a:extLst>
          </p:cNvPr>
          <p:cNvSpPr>
            <a:spLocks noGrp="1"/>
          </p:cNvSpPr>
          <p:nvPr/>
        </p:nvSpPr>
        <p:spPr>
          <a:xfrm>
            <a:off x="7005166" y="1247001"/>
            <a:ext cx="1483377" cy="2296841"/>
          </a:xfrm>
          <a:custGeom>
            <a:avLst/>
            <a:gdLst/>
            <a:ahLst/>
            <a:cxnLst/>
            <a:rect l="0" t="0" r="0" b="0"/>
            <a:pathLst>
              <a:path w="1483377" h="2296841">
                <a:moveTo>
                  <a:pt x="0" y="0"/>
                </a:moveTo>
                <a:lnTo>
                  <a:pt x="1483377" y="2296841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79_1">
            <a:extLst>
              <a:ext uri="{FF2B5EF4-FFF2-40B4-BE49-F238E27FC236}">
                <a16:creationId xmlns:a16="http://schemas.microsoft.com/office/drawing/2014/main" id="{15362767-46D6-4CE0-A114-62EA15664A00}"/>
              </a:ext>
            </a:extLst>
          </p:cNvPr>
          <p:cNvSpPr>
            <a:spLocks noGrp="1"/>
          </p:cNvSpPr>
          <p:nvPr/>
        </p:nvSpPr>
        <p:spPr>
          <a:xfrm>
            <a:off x="7005166" y="1247001"/>
            <a:ext cx="1483377" cy="1722631"/>
          </a:xfrm>
          <a:custGeom>
            <a:avLst/>
            <a:gdLst/>
            <a:ahLst/>
            <a:cxnLst/>
            <a:rect l="0" t="0" r="0" b="0"/>
            <a:pathLst>
              <a:path w="1483377" h="1722631">
                <a:moveTo>
                  <a:pt x="0" y="0"/>
                </a:moveTo>
                <a:lnTo>
                  <a:pt x="1483377" y="1722631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o80_1">
            <a:extLst>
              <a:ext uri="{FF2B5EF4-FFF2-40B4-BE49-F238E27FC236}">
                <a16:creationId xmlns:a16="http://schemas.microsoft.com/office/drawing/2014/main" id="{2650B0AA-4A7A-40AD-AAE7-8C5B194504A5}"/>
              </a:ext>
            </a:extLst>
          </p:cNvPr>
          <p:cNvSpPr>
            <a:spLocks noGrp="1"/>
          </p:cNvSpPr>
          <p:nvPr/>
        </p:nvSpPr>
        <p:spPr>
          <a:xfrm>
            <a:off x="7005166" y="1247001"/>
            <a:ext cx="1483377" cy="1148421"/>
          </a:xfrm>
          <a:custGeom>
            <a:avLst/>
            <a:gdLst/>
            <a:ahLst/>
            <a:cxnLst/>
            <a:rect l="0" t="0" r="0" b="0"/>
            <a:pathLst>
              <a:path w="1483377" h="1148421">
                <a:moveTo>
                  <a:pt x="0" y="0"/>
                </a:moveTo>
                <a:lnTo>
                  <a:pt x="1483377" y="1148421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4" name="anim_o81_1">
            <a:extLst>
              <a:ext uri="{FF2B5EF4-FFF2-40B4-BE49-F238E27FC236}">
                <a16:creationId xmlns:a16="http://schemas.microsoft.com/office/drawing/2014/main" id="{09FCDF09-2B9A-44CE-93F7-918531666721}"/>
              </a:ext>
            </a:extLst>
          </p:cNvPr>
          <p:cNvSpPr>
            <a:spLocks noGrp="1"/>
          </p:cNvSpPr>
          <p:nvPr/>
        </p:nvSpPr>
        <p:spPr>
          <a:xfrm>
            <a:off x="7005166" y="1247001"/>
            <a:ext cx="1483377" cy="574210"/>
          </a:xfrm>
          <a:custGeom>
            <a:avLst/>
            <a:gdLst/>
            <a:ahLst/>
            <a:cxnLst/>
            <a:rect l="0" t="0" r="0" b="0"/>
            <a:pathLst>
              <a:path w="1483377" h="574210">
                <a:moveTo>
                  <a:pt x="0" y="0"/>
                </a:moveTo>
                <a:lnTo>
                  <a:pt x="1483377" y="57421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5" name="anim_o82_1">
            <a:extLst>
              <a:ext uri="{FF2B5EF4-FFF2-40B4-BE49-F238E27FC236}">
                <a16:creationId xmlns:a16="http://schemas.microsoft.com/office/drawing/2014/main" id="{850196DA-1440-4F6A-9F66-2E398AC51CEA}"/>
              </a:ext>
            </a:extLst>
          </p:cNvPr>
          <p:cNvSpPr>
            <a:spLocks noGrp="1"/>
          </p:cNvSpPr>
          <p:nvPr/>
        </p:nvSpPr>
        <p:spPr>
          <a:xfrm>
            <a:off x="8488543" y="3256737"/>
            <a:ext cx="1483377" cy="287105"/>
          </a:xfrm>
          <a:custGeom>
            <a:avLst/>
            <a:gdLst/>
            <a:ahLst/>
            <a:cxnLst/>
            <a:rect l="0" t="0" r="0" b="0"/>
            <a:pathLst>
              <a:path w="1483377" h="287105">
                <a:moveTo>
                  <a:pt x="0" y="287105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6" name="anim_o83_1">
            <a:extLst>
              <a:ext uri="{FF2B5EF4-FFF2-40B4-BE49-F238E27FC236}">
                <a16:creationId xmlns:a16="http://schemas.microsoft.com/office/drawing/2014/main" id="{18E84656-78B6-4BC6-BE9D-8AC3A7229643}"/>
              </a:ext>
            </a:extLst>
          </p:cNvPr>
          <p:cNvSpPr>
            <a:spLocks noGrp="1"/>
          </p:cNvSpPr>
          <p:nvPr/>
        </p:nvSpPr>
        <p:spPr>
          <a:xfrm>
            <a:off x="8488543" y="2682527"/>
            <a:ext cx="1483377" cy="861315"/>
          </a:xfrm>
          <a:custGeom>
            <a:avLst/>
            <a:gdLst/>
            <a:ahLst/>
            <a:cxnLst/>
            <a:rect l="0" t="0" r="0" b="0"/>
            <a:pathLst>
              <a:path w="1483377" h="861315">
                <a:moveTo>
                  <a:pt x="0" y="861315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7" name="anim_o84_1">
            <a:extLst>
              <a:ext uri="{FF2B5EF4-FFF2-40B4-BE49-F238E27FC236}">
                <a16:creationId xmlns:a16="http://schemas.microsoft.com/office/drawing/2014/main" id="{647B7EEB-55BF-4D06-801F-5F8E1D28C1E5}"/>
              </a:ext>
            </a:extLst>
          </p:cNvPr>
          <p:cNvSpPr>
            <a:spLocks noGrp="1"/>
          </p:cNvSpPr>
          <p:nvPr/>
        </p:nvSpPr>
        <p:spPr>
          <a:xfrm>
            <a:off x="8488543" y="2108316"/>
            <a:ext cx="1483377" cy="1435526"/>
          </a:xfrm>
          <a:custGeom>
            <a:avLst/>
            <a:gdLst/>
            <a:ahLst/>
            <a:cxnLst/>
            <a:rect l="0" t="0" r="0" b="0"/>
            <a:pathLst>
              <a:path w="1483377" h="1435526">
                <a:moveTo>
                  <a:pt x="0" y="1435526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8" name="anim_o85_1">
            <a:extLst>
              <a:ext uri="{FF2B5EF4-FFF2-40B4-BE49-F238E27FC236}">
                <a16:creationId xmlns:a16="http://schemas.microsoft.com/office/drawing/2014/main" id="{F0AD57C7-49AF-47E3-AE14-3983C6CFD90D}"/>
              </a:ext>
            </a:extLst>
          </p:cNvPr>
          <p:cNvSpPr>
            <a:spLocks noGrp="1"/>
          </p:cNvSpPr>
          <p:nvPr/>
        </p:nvSpPr>
        <p:spPr>
          <a:xfrm>
            <a:off x="8488543" y="2969632"/>
            <a:ext cx="1483377" cy="287105"/>
          </a:xfrm>
          <a:custGeom>
            <a:avLst/>
            <a:gdLst/>
            <a:ahLst/>
            <a:cxnLst/>
            <a:rect l="0" t="0" r="0" b="0"/>
            <a:pathLst>
              <a:path w="1483377" h="287105">
                <a:moveTo>
                  <a:pt x="0" y="0"/>
                </a:moveTo>
                <a:lnTo>
                  <a:pt x="1483377" y="28710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o86_1">
            <a:extLst>
              <a:ext uri="{FF2B5EF4-FFF2-40B4-BE49-F238E27FC236}">
                <a16:creationId xmlns:a16="http://schemas.microsoft.com/office/drawing/2014/main" id="{95C1B155-6AB3-4B9A-91D4-E8128DE3561E}"/>
              </a:ext>
            </a:extLst>
          </p:cNvPr>
          <p:cNvSpPr>
            <a:spLocks noGrp="1"/>
          </p:cNvSpPr>
          <p:nvPr/>
        </p:nvSpPr>
        <p:spPr>
          <a:xfrm>
            <a:off x="8488543" y="2682527"/>
            <a:ext cx="1483377" cy="287105"/>
          </a:xfrm>
          <a:custGeom>
            <a:avLst/>
            <a:gdLst/>
            <a:ahLst/>
            <a:cxnLst/>
            <a:rect l="0" t="0" r="0" b="0"/>
            <a:pathLst>
              <a:path w="1483377" h="287105">
                <a:moveTo>
                  <a:pt x="0" y="287105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0" name="anim_o87_1">
            <a:extLst>
              <a:ext uri="{FF2B5EF4-FFF2-40B4-BE49-F238E27FC236}">
                <a16:creationId xmlns:a16="http://schemas.microsoft.com/office/drawing/2014/main" id="{B2445360-8134-46F8-A893-177F029DF0B3}"/>
              </a:ext>
            </a:extLst>
          </p:cNvPr>
          <p:cNvSpPr>
            <a:spLocks noGrp="1"/>
          </p:cNvSpPr>
          <p:nvPr/>
        </p:nvSpPr>
        <p:spPr>
          <a:xfrm>
            <a:off x="8488543" y="2108316"/>
            <a:ext cx="1483377" cy="861315"/>
          </a:xfrm>
          <a:custGeom>
            <a:avLst/>
            <a:gdLst/>
            <a:ahLst/>
            <a:cxnLst/>
            <a:rect l="0" t="0" r="0" b="0"/>
            <a:pathLst>
              <a:path w="1483377" h="861315">
                <a:moveTo>
                  <a:pt x="0" y="861315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1" name="anim_o88_1">
            <a:extLst>
              <a:ext uri="{FF2B5EF4-FFF2-40B4-BE49-F238E27FC236}">
                <a16:creationId xmlns:a16="http://schemas.microsoft.com/office/drawing/2014/main" id="{6D6464AC-AB67-4074-A311-293F4904D35D}"/>
              </a:ext>
            </a:extLst>
          </p:cNvPr>
          <p:cNvSpPr>
            <a:spLocks noGrp="1"/>
          </p:cNvSpPr>
          <p:nvPr/>
        </p:nvSpPr>
        <p:spPr>
          <a:xfrm>
            <a:off x="8488543" y="2395422"/>
            <a:ext cx="1483377" cy="861315"/>
          </a:xfrm>
          <a:custGeom>
            <a:avLst/>
            <a:gdLst/>
            <a:ahLst/>
            <a:cxnLst/>
            <a:rect l="0" t="0" r="0" b="0"/>
            <a:pathLst>
              <a:path w="1483377" h="861315">
                <a:moveTo>
                  <a:pt x="0" y="0"/>
                </a:moveTo>
                <a:lnTo>
                  <a:pt x="1483377" y="86131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2" name="anim_o89_1">
            <a:extLst>
              <a:ext uri="{FF2B5EF4-FFF2-40B4-BE49-F238E27FC236}">
                <a16:creationId xmlns:a16="http://schemas.microsoft.com/office/drawing/2014/main" id="{22CF0846-ACBC-4790-8125-9A1366A2AB76}"/>
              </a:ext>
            </a:extLst>
          </p:cNvPr>
          <p:cNvSpPr>
            <a:spLocks noGrp="1"/>
          </p:cNvSpPr>
          <p:nvPr/>
        </p:nvSpPr>
        <p:spPr>
          <a:xfrm>
            <a:off x="8488543" y="2395422"/>
            <a:ext cx="1483377" cy="287105"/>
          </a:xfrm>
          <a:custGeom>
            <a:avLst/>
            <a:gdLst/>
            <a:ahLst/>
            <a:cxnLst/>
            <a:rect l="0" t="0" r="0" b="0"/>
            <a:pathLst>
              <a:path w="1483377" h="287105">
                <a:moveTo>
                  <a:pt x="0" y="0"/>
                </a:moveTo>
                <a:lnTo>
                  <a:pt x="1483377" y="28710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3" name="anim_o90_1">
            <a:extLst>
              <a:ext uri="{FF2B5EF4-FFF2-40B4-BE49-F238E27FC236}">
                <a16:creationId xmlns:a16="http://schemas.microsoft.com/office/drawing/2014/main" id="{D00B6F42-5188-4311-AF34-5C6CD9135EC5}"/>
              </a:ext>
            </a:extLst>
          </p:cNvPr>
          <p:cNvSpPr>
            <a:spLocks noGrp="1"/>
          </p:cNvSpPr>
          <p:nvPr/>
        </p:nvSpPr>
        <p:spPr>
          <a:xfrm>
            <a:off x="8488543" y="2108316"/>
            <a:ext cx="1483377" cy="287105"/>
          </a:xfrm>
          <a:custGeom>
            <a:avLst/>
            <a:gdLst/>
            <a:ahLst/>
            <a:cxnLst/>
            <a:rect l="0" t="0" r="0" b="0"/>
            <a:pathLst>
              <a:path w="1483377" h="287105">
                <a:moveTo>
                  <a:pt x="0" y="287105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4" name="anim_o91_1">
            <a:extLst>
              <a:ext uri="{FF2B5EF4-FFF2-40B4-BE49-F238E27FC236}">
                <a16:creationId xmlns:a16="http://schemas.microsoft.com/office/drawing/2014/main" id="{7A00444D-0C6A-485A-BA80-2F2FA268B989}"/>
              </a:ext>
            </a:extLst>
          </p:cNvPr>
          <p:cNvSpPr>
            <a:spLocks noGrp="1"/>
          </p:cNvSpPr>
          <p:nvPr/>
        </p:nvSpPr>
        <p:spPr>
          <a:xfrm>
            <a:off x="8488543" y="1821211"/>
            <a:ext cx="1483377" cy="1435526"/>
          </a:xfrm>
          <a:custGeom>
            <a:avLst/>
            <a:gdLst/>
            <a:ahLst/>
            <a:cxnLst/>
            <a:rect l="0" t="0" r="0" b="0"/>
            <a:pathLst>
              <a:path w="1483377" h="1435526">
                <a:moveTo>
                  <a:pt x="0" y="0"/>
                </a:moveTo>
                <a:lnTo>
                  <a:pt x="1483377" y="143552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5" name="anim_o92_1">
            <a:extLst>
              <a:ext uri="{FF2B5EF4-FFF2-40B4-BE49-F238E27FC236}">
                <a16:creationId xmlns:a16="http://schemas.microsoft.com/office/drawing/2014/main" id="{51AECE50-D6BF-4343-8CAA-14DED3FE4364}"/>
              </a:ext>
            </a:extLst>
          </p:cNvPr>
          <p:cNvSpPr>
            <a:spLocks noGrp="1"/>
          </p:cNvSpPr>
          <p:nvPr/>
        </p:nvSpPr>
        <p:spPr>
          <a:xfrm>
            <a:off x="8488543" y="1821211"/>
            <a:ext cx="1483377" cy="861315"/>
          </a:xfrm>
          <a:custGeom>
            <a:avLst/>
            <a:gdLst/>
            <a:ahLst/>
            <a:cxnLst/>
            <a:rect l="0" t="0" r="0" b="0"/>
            <a:pathLst>
              <a:path w="1483377" h="861315">
                <a:moveTo>
                  <a:pt x="0" y="0"/>
                </a:moveTo>
                <a:lnTo>
                  <a:pt x="1483377" y="86131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6" name="anim_o93_1">
            <a:extLst>
              <a:ext uri="{FF2B5EF4-FFF2-40B4-BE49-F238E27FC236}">
                <a16:creationId xmlns:a16="http://schemas.microsoft.com/office/drawing/2014/main" id="{11872DD9-F4D6-4D84-9BED-F9D7F65255F2}"/>
              </a:ext>
            </a:extLst>
          </p:cNvPr>
          <p:cNvSpPr>
            <a:spLocks noGrp="1"/>
          </p:cNvSpPr>
          <p:nvPr/>
        </p:nvSpPr>
        <p:spPr>
          <a:xfrm>
            <a:off x="8488543" y="1821211"/>
            <a:ext cx="1483377" cy="287105"/>
          </a:xfrm>
          <a:custGeom>
            <a:avLst/>
            <a:gdLst/>
            <a:ahLst/>
            <a:cxnLst/>
            <a:rect l="0" t="0" r="0" b="0"/>
            <a:pathLst>
              <a:path w="1483377" h="287105">
                <a:moveTo>
                  <a:pt x="0" y="0"/>
                </a:moveTo>
                <a:lnTo>
                  <a:pt x="1483377" y="287105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7" name="anim_o94_1">
            <a:extLst>
              <a:ext uri="{FF2B5EF4-FFF2-40B4-BE49-F238E27FC236}">
                <a16:creationId xmlns:a16="http://schemas.microsoft.com/office/drawing/2014/main" id="{2EB11896-AF88-44DC-84F2-AE651F91E6CE}"/>
              </a:ext>
            </a:extLst>
          </p:cNvPr>
          <p:cNvSpPr>
            <a:spLocks noGrp="1"/>
          </p:cNvSpPr>
          <p:nvPr/>
        </p:nvSpPr>
        <p:spPr>
          <a:xfrm>
            <a:off x="9971919" y="2682527"/>
            <a:ext cx="1483377" cy="574210"/>
          </a:xfrm>
          <a:custGeom>
            <a:avLst/>
            <a:gdLst/>
            <a:ahLst/>
            <a:cxnLst/>
            <a:rect l="0" t="0" r="0" b="0"/>
            <a:pathLst>
              <a:path w="1483377" h="574210">
                <a:moveTo>
                  <a:pt x="0" y="574210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8" name="anim_o95_1">
            <a:extLst>
              <a:ext uri="{FF2B5EF4-FFF2-40B4-BE49-F238E27FC236}">
                <a16:creationId xmlns:a16="http://schemas.microsoft.com/office/drawing/2014/main" id="{80EF68E6-44BE-42AF-B419-23A338451FF6}"/>
              </a:ext>
            </a:extLst>
          </p:cNvPr>
          <p:cNvSpPr>
            <a:spLocks noGrp="1"/>
          </p:cNvSpPr>
          <p:nvPr/>
        </p:nvSpPr>
        <p:spPr>
          <a:xfrm>
            <a:off x="9971919" y="2682527"/>
            <a:ext cx="1483377" cy="953"/>
          </a:xfrm>
          <a:custGeom>
            <a:avLst/>
            <a:gdLst/>
            <a:ahLst/>
            <a:cxnLst/>
            <a:rect l="0" t="0" r="0" b="0"/>
            <a:pathLst>
              <a:path w="1483377" h="953">
                <a:moveTo>
                  <a:pt x="0" y="0"/>
                </a:moveTo>
                <a:lnTo>
                  <a:pt x="1483377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9" name="anim_o96_1">
            <a:extLst>
              <a:ext uri="{FF2B5EF4-FFF2-40B4-BE49-F238E27FC236}">
                <a16:creationId xmlns:a16="http://schemas.microsoft.com/office/drawing/2014/main" id="{BDA65DA7-29A1-463F-968E-544E6C28D588}"/>
              </a:ext>
            </a:extLst>
          </p:cNvPr>
          <p:cNvSpPr>
            <a:spLocks noGrp="1"/>
          </p:cNvSpPr>
          <p:nvPr/>
        </p:nvSpPr>
        <p:spPr>
          <a:xfrm>
            <a:off x="9971919" y="2108316"/>
            <a:ext cx="1483377" cy="574210"/>
          </a:xfrm>
          <a:custGeom>
            <a:avLst/>
            <a:gdLst/>
            <a:ahLst/>
            <a:cxnLst/>
            <a:rect l="0" t="0" r="0" b="0"/>
            <a:pathLst>
              <a:path w="1483377" h="574210">
                <a:moveTo>
                  <a:pt x="0" y="0"/>
                </a:moveTo>
                <a:lnTo>
                  <a:pt x="1483377" y="57421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pic>
        <p:nvPicPr>
          <p:cNvPr id="70" name="anim_o97_1">
            <a:extLst>
              <a:ext uri="{FF2B5EF4-FFF2-40B4-BE49-F238E27FC236}">
                <a16:creationId xmlns:a16="http://schemas.microsoft.com/office/drawing/2014/main" id="{494E8F34-543C-4B9C-8E29-163259D237A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/>
        </p:blipFill>
        <p:spPr>
          <a:xfrm>
            <a:off x="1152017" y="1964764"/>
            <a:ext cx="1372395" cy="1435526"/>
          </a:xfrm>
          <a:prstGeom prst="rect">
            <a:avLst/>
          </a:prstGeom>
        </p:spPr>
      </p:pic>
      <p:sp>
        <p:nvSpPr>
          <p:cNvPr id="71" name="anim_o110_1">
            <a:extLst>
              <a:ext uri="{FF2B5EF4-FFF2-40B4-BE49-F238E27FC236}">
                <a16:creationId xmlns:a16="http://schemas.microsoft.com/office/drawing/2014/main" id="{B23B70DF-D34F-4A2C-8393-9486132B73BF}"/>
              </a:ext>
            </a:extLst>
          </p:cNvPr>
          <p:cNvSpPr>
            <a:spLocks noGrp="1"/>
          </p:cNvSpPr>
          <p:nvPr/>
        </p:nvSpPr>
        <p:spPr>
          <a:xfrm>
            <a:off x="1128091" y="1940838"/>
            <a:ext cx="1420246" cy="1483377"/>
          </a:xfrm>
          <a:prstGeom prst="rect">
            <a:avLst/>
          </a:prstGeom>
          <a:noFill/>
          <a:ln w="19050">
            <a:solidFill>
              <a:srgbClr val="C55F73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2" name="anim_o217_1">
            <a:extLst>
              <a:ext uri="{FF2B5EF4-FFF2-40B4-BE49-F238E27FC236}">
                <a16:creationId xmlns:a16="http://schemas.microsoft.com/office/drawing/2014/main" id="{7297C00F-92B5-4DCD-93FF-384B33CA1CA7}"/>
              </a:ext>
            </a:extLst>
          </p:cNvPr>
          <p:cNvSpPr>
            <a:spLocks noGrp="1"/>
          </p:cNvSpPr>
          <p:nvPr/>
        </p:nvSpPr>
        <p:spPr>
          <a:xfrm>
            <a:off x="3481429" y="1845137"/>
            <a:ext cx="957017" cy="1674780"/>
          </a:xfrm>
          <a:prstGeom prst="roundRect">
            <a:avLst>
              <a:gd name="adj" fmla="val 7962"/>
            </a:avLst>
          </a:prstGeom>
          <a:solidFill>
            <a:srgbClr val="DA1F1F">
              <a:alpha val="20000"/>
            </a:srgbClr>
          </a:solidFill>
          <a:ln w="25400">
            <a:solidFill>
              <a:srgbClr val="DA1F1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3" name="anim_o230_1">
            <a:extLst>
              <a:ext uri="{FF2B5EF4-FFF2-40B4-BE49-F238E27FC236}">
                <a16:creationId xmlns:a16="http://schemas.microsoft.com/office/drawing/2014/main" id="{6A8B37A4-5559-44DF-A727-3D0730EEF76F}"/>
              </a:ext>
            </a:extLst>
          </p:cNvPr>
          <p:cNvSpPr>
            <a:spLocks noGrp="1"/>
          </p:cNvSpPr>
          <p:nvPr/>
        </p:nvSpPr>
        <p:spPr>
          <a:xfrm>
            <a:off x="2596188" y="2601180"/>
            <a:ext cx="813465" cy="162693"/>
          </a:xfrm>
          <a:custGeom>
            <a:avLst/>
            <a:gdLst/>
            <a:ahLst/>
            <a:cxnLst/>
            <a:rect l="0" t="0" r="0" b="0"/>
            <a:pathLst>
              <a:path w="813465" h="162693">
                <a:moveTo>
                  <a:pt x="0" y="100396"/>
                </a:moveTo>
                <a:lnTo>
                  <a:pt x="650772" y="100396"/>
                </a:lnTo>
                <a:lnTo>
                  <a:pt x="650772" y="162693"/>
                </a:lnTo>
                <a:lnTo>
                  <a:pt x="813465" y="81346"/>
                </a:lnTo>
                <a:lnTo>
                  <a:pt x="650772" y="0"/>
                </a:lnTo>
                <a:lnTo>
                  <a:pt x="650772" y="62296"/>
                </a:lnTo>
                <a:lnTo>
                  <a:pt x="0" y="62296"/>
                </a:lnTo>
                <a:close/>
              </a:path>
            </a:pathLst>
          </a:custGeom>
          <a:solidFill>
            <a:srgbClr val="FFFFFF"/>
          </a:solidFill>
          <a:ln w="2540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74" name="anim_o295_1">
            <a:extLst>
              <a:ext uri="{FF2B5EF4-FFF2-40B4-BE49-F238E27FC236}">
                <a16:creationId xmlns:a16="http://schemas.microsoft.com/office/drawing/2014/main" id="{F966C922-FD40-45ED-B4CA-0D76EF815AEE}"/>
              </a:ext>
            </a:extLst>
          </p:cNvPr>
          <p:cNvSpPr>
            <a:spLocks noGrp="1"/>
          </p:cNvSpPr>
          <p:nvPr/>
        </p:nvSpPr>
        <p:spPr>
          <a:xfrm>
            <a:off x="4510223" y="2601180"/>
            <a:ext cx="813465" cy="162693"/>
          </a:xfrm>
          <a:custGeom>
            <a:avLst/>
            <a:gdLst/>
            <a:ahLst/>
            <a:cxnLst/>
            <a:rect l="0" t="0" r="0" b="0"/>
            <a:pathLst>
              <a:path w="813465" h="162693">
                <a:moveTo>
                  <a:pt x="0" y="100396"/>
                </a:moveTo>
                <a:lnTo>
                  <a:pt x="650772" y="100396"/>
                </a:lnTo>
                <a:lnTo>
                  <a:pt x="650772" y="162693"/>
                </a:lnTo>
                <a:lnTo>
                  <a:pt x="813465" y="81346"/>
                </a:lnTo>
                <a:lnTo>
                  <a:pt x="650772" y="0"/>
                </a:lnTo>
                <a:lnTo>
                  <a:pt x="650772" y="62296"/>
                </a:lnTo>
                <a:lnTo>
                  <a:pt x="0" y="62296"/>
                </a:lnTo>
                <a:close/>
              </a:path>
            </a:pathLst>
          </a:custGeom>
          <a:solidFill>
            <a:srgbClr val="FFFFFF"/>
          </a:solidFill>
          <a:ln w="2540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75" name="anim_o393_1">
            <a:extLst>
              <a:ext uri="{FF2B5EF4-FFF2-40B4-BE49-F238E27FC236}">
                <a16:creationId xmlns:a16="http://schemas.microsoft.com/office/drawing/2014/main" id="{5C65554A-94FA-4DD9-A932-78D916D2838B}"/>
              </a:ext>
            </a:extLst>
          </p:cNvPr>
          <p:cNvSpPr>
            <a:spLocks noGrp="1"/>
          </p:cNvSpPr>
          <p:nvPr/>
        </p:nvSpPr>
        <p:spPr>
          <a:xfrm>
            <a:off x="2402883" y="5132795"/>
            <a:ext cx="5324925" cy="483258"/>
          </a:xfrm>
          <a:prstGeom prst="rect">
            <a:avLst/>
          </a:prstGeom>
          <a:noFill/>
          <a:ln w="25400">
            <a:solidFill>
              <a:srgbClr val="FFFF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6" name="anim_to98_0_1">
            <a:extLst>
              <a:ext uri="{FF2B5EF4-FFF2-40B4-BE49-F238E27FC236}">
                <a16:creationId xmlns:a16="http://schemas.microsoft.com/office/drawing/2014/main" id="{D2D6F197-9250-4CF7-88E3-9FAA18E9DD18}"/>
              </a:ext>
            </a:extLst>
          </p:cNvPr>
          <p:cNvSpPr>
            <a:spLocks noGrp="1"/>
          </p:cNvSpPr>
          <p:nvPr/>
        </p:nvSpPr>
        <p:spPr>
          <a:xfrm>
            <a:off x="831047" y="1391102"/>
            <a:ext cx="2033385" cy="4122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97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97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597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Input Image</a:t>
            </a:r>
          </a:p>
        </p:txBody>
      </p:sp>
      <p:sp>
        <p:nvSpPr>
          <p:cNvPr id="77" name="anim_to218_0_1">
            <a:extLst>
              <a:ext uri="{FF2B5EF4-FFF2-40B4-BE49-F238E27FC236}">
                <a16:creationId xmlns:a16="http://schemas.microsoft.com/office/drawing/2014/main" id="{5F3EC6D7-6807-47F9-BDCA-9FEB1061E8CC}"/>
              </a:ext>
            </a:extLst>
          </p:cNvPr>
          <p:cNvSpPr>
            <a:spLocks noGrp="1"/>
          </p:cNvSpPr>
          <p:nvPr/>
        </p:nvSpPr>
        <p:spPr>
          <a:xfrm>
            <a:off x="3653594" y="2402257"/>
            <a:ext cx="631738" cy="3372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25" b="1">
                <a:solidFill>
                  <a:srgbClr val="DA1F1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25" b="1">
                <a:solidFill>
                  <a:srgbClr val="DA1F1F"/>
                </a:solidFill>
                <a:latin typeface="Consolas"/>
                <a:ea typeface="Consolas"/>
                <a:cs typeface="Consolas"/>
              </a:defRPr>
            </a:pPr>
            <a:r>
              <a:rPr sz="2125" b="1">
                <a:solidFill>
                  <a:srgbClr val="DA1F1F"/>
                </a:solidFill>
                <a:latin typeface="Consolas"/>
                <a:ea typeface="Consolas"/>
                <a:cs typeface="Consolas"/>
              </a:rPr>
              <a:t>CONV</a:t>
            </a:r>
          </a:p>
        </p:txBody>
      </p:sp>
      <p:sp>
        <p:nvSpPr>
          <p:cNvPr id="78" name="anim_to223_0_1">
            <a:extLst>
              <a:ext uri="{FF2B5EF4-FFF2-40B4-BE49-F238E27FC236}">
                <a16:creationId xmlns:a16="http://schemas.microsoft.com/office/drawing/2014/main" id="{9778ED4C-3B53-4BEF-9E91-7C4523BAB099}"/>
              </a:ext>
            </a:extLst>
          </p:cNvPr>
          <p:cNvSpPr>
            <a:spLocks noGrp="1"/>
          </p:cNvSpPr>
          <p:nvPr/>
        </p:nvSpPr>
        <p:spPr>
          <a:xfrm>
            <a:off x="3579389" y="2627525"/>
            <a:ext cx="780148" cy="3372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125" b="1">
                <a:solidFill>
                  <a:srgbClr val="DA1F1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125" b="1">
                <a:solidFill>
                  <a:srgbClr val="DA1F1F"/>
                </a:solidFill>
                <a:latin typeface="Consolas"/>
                <a:ea typeface="Consolas"/>
                <a:cs typeface="Consolas"/>
              </a:defRPr>
            </a:pPr>
            <a:r>
              <a:rPr sz="2125" b="1">
                <a:solidFill>
                  <a:srgbClr val="DA1F1F"/>
                </a:solidFill>
                <a:latin typeface="Consolas"/>
                <a:ea typeface="Consolas"/>
                <a:cs typeface="Consolas"/>
              </a:rPr>
              <a:t>LAYER</a:t>
            </a:r>
          </a:p>
        </p:txBody>
      </p:sp>
      <p:sp>
        <p:nvSpPr>
          <p:cNvPr id="79" name="anim_to338_0_1">
            <a:extLst>
              <a:ext uri="{FF2B5EF4-FFF2-40B4-BE49-F238E27FC236}">
                <a16:creationId xmlns:a16="http://schemas.microsoft.com/office/drawing/2014/main" id="{13191AD7-7A44-4757-9DE3-48812DAA7957}"/>
              </a:ext>
            </a:extLst>
          </p:cNvPr>
          <p:cNvSpPr>
            <a:spLocks noGrp="1"/>
          </p:cNvSpPr>
          <p:nvPr/>
        </p:nvSpPr>
        <p:spPr>
          <a:xfrm>
            <a:off x="637326" y="5104432"/>
            <a:ext cx="1226064" cy="5399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0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0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401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Image</a:t>
            </a:r>
          </a:p>
        </p:txBody>
      </p:sp>
      <p:sp>
        <p:nvSpPr>
          <p:cNvPr id="80" name="anim_to345_0_1">
            <a:extLst>
              <a:ext uri="{FF2B5EF4-FFF2-40B4-BE49-F238E27FC236}">
                <a16:creationId xmlns:a16="http://schemas.microsoft.com/office/drawing/2014/main" id="{97C2C26F-8392-4187-8E55-CFACD584F769}"/>
              </a:ext>
            </a:extLst>
          </p:cNvPr>
          <p:cNvSpPr>
            <a:spLocks noGrp="1"/>
          </p:cNvSpPr>
          <p:nvPr/>
        </p:nvSpPr>
        <p:spPr>
          <a:xfrm>
            <a:off x="2035834" y="5145970"/>
            <a:ext cx="345143" cy="45690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7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7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87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→</a:t>
            </a:r>
          </a:p>
        </p:txBody>
      </p:sp>
      <p:sp>
        <p:nvSpPr>
          <p:cNvPr id="81" name="anim_to348_0_1">
            <a:extLst>
              <a:ext uri="{FF2B5EF4-FFF2-40B4-BE49-F238E27FC236}">
                <a16:creationId xmlns:a16="http://schemas.microsoft.com/office/drawing/2014/main" id="{935C0D3D-AE99-4DBE-A791-EBDC556B2E3C}"/>
              </a:ext>
            </a:extLst>
          </p:cNvPr>
          <p:cNvSpPr>
            <a:spLocks noGrp="1"/>
          </p:cNvSpPr>
          <p:nvPr/>
        </p:nvSpPr>
        <p:spPr>
          <a:xfrm>
            <a:off x="2553420" y="5104432"/>
            <a:ext cx="2414028" cy="5399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01" b="0">
                <a:solidFill>
                  <a:srgbClr val="DA1F1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01" b="0">
                <a:solidFill>
                  <a:srgbClr val="DA1F1F"/>
                </a:solidFill>
                <a:latin typeface="Consolas"/>
                <a:ea typeface="Consolas"/>
                <a:cs typeface="Consolas"/>
              </a:defRPr>
            </a:pPr>
            <a:r>
              <a:rPr sz="3401" b="0">
                <a:solidFill>
                  <a:srgbClr val="DA1F1F"/>
                </a:solidFill>
                <a:latin typeface="Consolas"/>
                <a:ea typeface="Consolas"/>
                <a:cs typeface="Consolas"/>
              </a:rPr>
              <a:t>Conv Layer</a:t>
            </a:r>
          </a:p>
        </p:txBody>
      </p:sp>
      <p:sp>
        <p:nvSpPr>
          <p:cNvPr id="82" name="anim_to360_0_1">
            <a:extLst>
              <a:ext uri="{FF2B5EF4-FFF2-40B4-BE49-F238E27FC236}">
                <a16:creationId xmlns:a16="http://schemas.microsoft.com/office/drawing/2014/main" id="{7CE3EF03-C179-4104-BF69-BFF131128A36}"/>
              </a:ext>
            </a:extLst>
          </p:cNvPr>
          <p:cNvSpPr>
            <a:spLocks noGrp="1"/>
          </p:cNvSpPr>
          <p:nvPr/>
        </p:nvSpPr>
        <p:spPr>
          <a:xfrm>
            <a:off x="5139892" y="5145970"/>
            <a:ext cx="345143" cy="45690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7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7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87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→</a:t>
            </a:r>
          </a:p>
        </p:txBody>
      </p:sp>
      <p:sp>
        <p:nvSpPr>
          <p:cNvPr id="83" name="anim_to363_0_1">
            <a:extLst>
              <a:ext uri="{FF2B5EF4-FFF2-40B4-BE49-F238E27FC236}">
                <a16:creationId xmlns:a16="http://schemas.microsoft.com/office/drawing/2014/main" id="{B38B55C7-FFE2-41AC-BBD2-D12437F48861}"/>
              </a:ext>
            </a:extLst>
          </p:cNvPr>
          <p:cNvSpPr>
            <a:spLocks noGrp="1"/>
          </p:cNvSpPr>
          <p:nvPr/>
        </p:nvSpPr>
        <p:spPr>
          <a:xfrm>
            <a:off x="5657479" y="5104432"/>
            <a:ext cx="1938842" cy="5399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01" b="0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01" b="0">
                <a:solidFill>
                  <a:srgbClr val="83C167"/>
                </a:solidFill>
                <a:latin typeface="Consolas"/>
                <a:ea typeface="Consolas"/>
                <a:cs typeface="Consolas"/>
              </a:defRPr>
            </a:pPr>
            <a:r>
              <a:rPr sz="3401" b="0">
                <a:solidFill>
                  <a:srgbClr val="83C167"/>
                </a:solidFill>
                <a:latin typeface="Consolas"/>
                <a:ea typeface="Consolas"/>
                <a:cs typeface="Consolas"/>
              </a:rPr>
              <a:t>Features</a:t>
            </a:r>
          </a:p>
        </p:txBody>
      </p:sp>
      <p:sp>
        <p:nvSpPr>
          <p:cNvPr id="84" name="anim_to373_0_1">
            <a:extLst>
              <a:ext uri="{FF2B5EF4-FFF2-40B4-BE49-F238E27FC236}">
                <a16:creationId xmlns:a16="http://schemas.microsoft.com/office/drawing/2014/main" id="{7E2C3839-A2F0-44F3-9845-0B32AF7B2643}"/>
              </a:ext>
            </a:extLst>
          </p:cNvPr>
          <p:cNvSpPr>
            <a:spLocks noGrp="1"/>
          </p:cNvSpPr>
          <p:nvPr/>
        </p:nvSpPr>
        <p:spPr>
          <a:xfrm>
            <a:off x="7768765" y="5145970"/>
            <a:ext cx="345143" cy="45690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7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7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87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→</a:t>
            </a:r>
          </a:p>
        </p:txBody>
      </p:sp>
      <p:sp>
        <p:nvSpPr>
          <p:cNvPr id="85" name="anim_to376_0_1">
            <a:extLst>
              <a:ext uri="{FF2B5EF4-FFF2-40B4-BE49-F238E27FC236}">
                <a16:creationId xmlns:a16="http://schemas.microsoft.com/office/drawing/2014/main" id="{EF7BF242-38C3-412C-8B9C-0C1A9BFAA270}"/>
              </a:ext>
            </a:extLst>
          </p:cNvPr>
          <p:cNvSpPr>
            <a:spLocks noGrp="1"/>
          </p:cNvSpPr>
          <p:nvPr/>
        </p:nvSpPr>
        <p:spPr>
          <a:xfrm>
            <a:off x="8286352" y="5104432"/>
            <a:ext cx="750878" cy="5399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01" b="0">
                <a:solidFill>
                  <a:srgbClr val="58C4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01" b="0">
                <a:solidFill>
                  <a:srgbClr val="58C4DD"/>
                </a:solidFill>
                <a:latin typeface="Consolas"/>
                <a:ea typeface="Consolas"/>
                <a:cs typeface="Consolas"/>
              </a:defRPr>
            </a:pPr>
            <a:r>
              <a:rPr sz="3401" b="0">
                <a:solidFill>
                  <a:srgbClr val="58C4DD"/>
                </a:solidFill>
                <a:latin typeface="Consolas"/>
                <a:ea typeface="Consolas"/>
                <a:cs typeface="Consolas"/>
              </a:rPr>
              <a:t>ANN</a:t>
            </a:r>
          </a:p>
        </p:txBody>
      </p:sp>
      <p:sp>
        <p:nvSpPr>
          <p:cNvPr id="86" name="anim_to381_0_1">
            <a:extLst>
              <a:ext uri="{FF2B5EF4-FFF2-40B4-BE49-F238E27FC236}">
                <a16:creationId xmlns:a16="http://schemas.microsoft.com/office/drawing/2014/main" id="{CD9B00E6-0E4B-4E85-8311-A8B46312C223}"/>
              </a:ext>
            </a:extLst>
          </p:cNvPr>
          <p:cNvSpPr>
            <a:spLocks noGrp="1"/>
          </p:cNvSpPr>
          <p:nvPr/>
        </p:nvSpPr>
        <p:spPr>
          <a:xfrm>
            <a:off x="9209674" y="5145970"/>
            <a:ext cx="345143" cy="45690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7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7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87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→</a:t>
            </a:r>
          </a:p>
        </p:txBody>
      </p:sp>
      <p:sp>
        <p:nvSpPr>
          <p:cNvPr id="87" name="anim_to384_0_1">
            <a:extLst>
              <a:ext uri="{FF2B5EF4-FFF2-40B4-BE49-F238E27FC236}">
                <a16:creationId xmlns:a16="http://schemas.microsoft.com/office/drawing/2014/main" id="{E0CD2F91-DE4F-45FD-A539-7A9B9BD0A2F6}"/>
              </a:ext>
            </a:extLst>
          </p:cNvPr>
          <p:cNvSpPr>
            <a:spLocks noGrp="1"/>
          </p:cNvSpPr>
          <p:nvPr/>
        </p:nvSpPr>
        <p:spPr>
          <a:xfrm>
            <a:off x="9727261" y="5104432"/>
            <a:ext cx="1463657" cy="5399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01" b="0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01" b="0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pPr>
            <a:r>
              <a:rPr sz="3401" b="0">
                <a:solidFill>
                  <a:srgbClr val="FF862F"/>
                </a:solidFill>
                <a:latin typeface="Consolas"/>
                <a:ea typeface="Consolas"/>
                <a:cs typeface="Consolas"/>
              </a:rPr>
              <a:t>Output</a:t>
            </a:r>
          </a:p>
        </p:txBody>
      </p:sp>
      <p:sp>
        <p:nvSpPr>
          <p:cNvPr id="88" name="anim_to394_0_1">
            <a:extLst>
              <a:ext uri="{FF2B5EF4-FFF2-40B4-BE49-F238E27FC236}">
                <a16:creationId xmlns:a16="http://schemas.microsoft.com/office/drawing/2014/main" id="{4AA68666-0E0E-4E01-992D-9FCD6437F101}"/>
              </a:ext>
            </a:extLst>
          </p:cNvPr>
          <p:cNvSpPr>
            <a:spLocks noGrp="1"/>
          </p:cNvSpPr>
          <p:nvPr/>
        </p:nvSpPr>
        <p:spPr>
          <a:xfrm>
            <a:off x="2862656" y="5786050"/>
            <a:ext cx="4424428" cy="5246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305" b="1">
                <a:solidFill>
                  <a:srgbClr val="9A72AC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305" b="1">
                <a:solidFill>
                  <a:srgbClr val="9A72AC"/>
                </a:solidFill>
                <a:latin typeface="Consolas"/>
                <a:ea typeface="Consolas"/>
                <a:cs typeface="Consolas"/>
              </a:defRPr>
            </a:pPr>
            <a:r>
              <a:rPr sz="3305" b="1">
                <a:solidFill>
                  <a:srgbClr val="9A72AC"/>
                </a:solidFill>
                <a:latin typeface="Consolas"/>
                <a:ea typeface="Consolas"/>
                <a:cs typeface="Consolas"/>
              </a:rPr>
              <a:t>Reduces complexity!</a:t>
            </a:r>
          </a:p>
        </p:txBody>
      </p:sp>
      <p:sp>
        <p:nvSpPr>
          <p:cNvPr id="89" name="anim_to415_0_1">
            <a:extLst>
              <a:ext uri="{FF2B5EF4-FFF2-40B4-BE49-F238E27FC236}">
                <a16:creationId xmlns:a16="http://schemas.microsoft.com/office/drawing/2014/main" id="{96B8E7D4-2689-4F25-9D42-2C4DEB7075E9}"/>
              </a:ext>
            </a:extLst>
          </p:cNvPr>
          <p:cNvSpPr>
            <a:spLocks noGrp="1"/>
          </p:cNvSpPr>
          <p:nvPr/>
        </p:nvSpPr>
        <p:spPr>
          <a:xfrm>
            <a:off x="7536090" y="5651343"/>
            <a:ext cx="457381" cy="7940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002" b="0">
                <a:solidFill>
                  <a:srgbClr val="00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002" b="0">
                <a:solidFill>
                  <a:srgbClr val="00FF00"/>
                </a:solidFill>
                <a:latin typeface="Cambria Math"/>
                <a:ea typeface="Cambria Math"/>
                <a:cs typeface="Cambria Math"/>
              </a:defRPr>
            </a:pPr>
            <a:r>
              <a:rPr sz="5002" b="0">
                <a:solidFill>
                  <a:srgbClr val="00FF00"/>
                </a:solidFill>
                <a:latin typeface="Cambria Math"/>
                <a:ea typeface="Cambria Math"/>
                <a:cs typeface="Cambria Math"/>
              </a:rPr>
              <a:t>✓</a:t>
            </a:r>
          </a:p>
        </p:txBody>
      </p:sp>
      <p:sp>
        <p:nvSpPr>
          <p:cNvPr id="90" name="anim_o3_1">
            <a:extLst>
              <a:ext uri="{FF2B5EF4-FFF2-40B4-BE49-F238E27FC236}">
                <a16:creationId xmlns:a16="http://schemas.microsoft.com/office/drawing/2014/main" id="{82AC0152-43D7-4D60-97BB-C89721338021}"/>
              </a:ext>
            </a:extLst>
          </p:cNvPr>
          <p:cNvSpPr>
            <a:spLocks noGrp="1"/>
          </p:cNvSpPr>
          <p:nvPr/>
        </p:nvSpPr>
        <p:spPr>
          <a:xfrm>
            <a:off x="5395463" y="3704621"/>
            <a:ext cx="252653" cy="252653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1" name="anim_o4_1">
            <a:extLst>
              <a:ext uri="{FF2B5EF4-FFF2-40B4-BE49-F238E27FC236}">
                <a16:creationId xmlns:a16="http://schemas.microsoft.com/office/drawing/2014/main" id="{A63D778B-71E8-43E9-B9C8-EA31B4595B83}"/>
              </a:ext>
            </a:extLst>
          </p:cNvPr>
          <p:cNvSpPr>
            <a:spLocks noGrp="1"/>
          </p:cNvSpPr>
          <p:nvPr/>
        </p:nvSpPr>
        <p:spPr>
          <a:xfrm>
            <a:off x="5395463" y="3130411"/>
            <a:ext cx="252653" cy="252653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2" name="anim_o5_1">
            <a:extLst>
              <a:ext uri="{FF2B5EF4-FFF2-40B4-BE49-F238E27FC236}">
                <a16:creationId xmlns:a16="http://schemas.microsoft.com/office/drawing/2014/main" id="{3176D602-D48F-4DDC-9720-83881D9F527F}"/>
              </a:ext>
            </a:extLst>
          </p:cNvPr>
          <p:cNvSpPr>
            <a:spLocks noGrp="1"/>
          </p:cNvSpPr>
          <p:nvPr/>
        </p:nvSpPr>
        <p:spPr>
          <a:xfrm>
            <a:off x="5395463" y="2556200"/>
            <a:ext cx="252653" cy="252653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3" name="anim_o6_1">
            <a:extLst>
              <a:ext uri="{FF2B5EF4-FFF2-40B4-BE49-F238E27FC236}">
                <a16:creationId xmlns:a16="http://schemas.microsoft.com/office/drawing/2014/main" id="{D4958349-4945-4ADC-B99B-2A8EEC45ECD7}"/>
              </a:ext>
            </a:extLst>
          </p:cNvPr>
          <p:cNvSpPr>
            <a:spLocks noGrp="1"/>
          </p:cNvSpPr>
          <p:nvPr/>
        </p:nvSpPr>
        <p:spPr>
          <a:xfrm>
            <a:off x="5395463" y="1981990"/>
            <a:ext cx="252653" cy="252653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4" name="anim_o7_1">
            <a:extLst>
              <a:ext uri="{FF2B5EF4-FFF2-40B4-BE49-F238E27FC236}">
                <a16:creationId xmlns:a16="http://schemas.microsoft.com/office/drawing/2014/main" id="{9B05456E-49A3-425B-A55E-BB495CFD1DD8}"/>
              </a:ext>
            </a:extLst>
          </p:cNvPr>
          <p:cNvSpPr>
            <a:spLocks noGrp="1"/>
          </p:cNvSpPr>
          <p:nvPr/>
        </p:nvSpPr>
        <p:spPr>
          <a:xfrm>
            <a:off x="5395463" y="1407780"/>
            <a:ext cx="252653" cy="252653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5" name="anim_o9_1">
            <a:extLst>
              <a:ext uri="{FF2B5EF4-FFF2-40B4-BE49-F238E27FC236}">
                <a16:creationId xmlns:a16="http://schemas.microsoft.com/office/drawing/2014/main" id="{E3845287-0A95-4C00-8C75-C83AB6ADB952}"/>
              </a:ext>
            </a:extLst>
          </p:cNvPr>
          <p:cNvSpPr>
            <a:spLocks noGrp="1"/>
          </p:cNvSpPr>
          <p:nvPr/>
        </p:nvSpPr>
        <p:spPr>
          <a:xfrm>
            <a:off x="6826204" y="3939090"/>
            <a:ext cx="357924" cy="357924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6" name="anim_o10_1">
            <a:extLst>
              <a:ext uri="{FF2B5EF4-FFF2-40B4-BE49-F238E27FC236}">
                <a16:creationId xmlns:a16="http://schemas.microsoft.com/office/drawing/2014/main" id="{41E6B1EB-5156-4C49-B6AE-3EB9E7317EA6}"/>
              </a:ext>
            </a:extLst>
          </p:cNvPr>
          <p:cNvSpPr>
            <a:spLocks noGrp="1"/>
          </p:cNvSpPr>
          <p:nvPr/>
        </p:nvSpPr>
        <p:spPr>
          <a:xfrm>
            <a:off x="6826204" y="3364880"/>
            <a:ext cx="357924" cy="357924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7" name="anim_o11_1">
            <a:extLst>
              <a:ext uri="{FF2B5EF4-FFF2-40B4-BE49-F238E27FC236}">
                <a16:creationId xmlns:a16="http://schemas.microsoft.com/office/drawing/2014/main" id="{273B627B-5B68-4D4A-82D0-A55F57737539}"/>
              </a:ext>
            </a:extLst>
          </p:cNvPr>
          <p:cNvSpPr>
            <a:spLocks noGrp="1"/>
          </p:cNvSpPr>
          <p:nvPr/>
        </p:nvSpPr>
        <p:spPr>
          <a:xfrm>
            <a:off x="6826204" y="2790670"/>
            <a:ext cx="357924" cy="357924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8" name="anim_o12_1">
            <a:extLst>
              <a:ext uri="{FF2B5EF4-FFF2-40B4-BE49-F238E27FC236}">
                <a16:creationId xmlns:a16="http://schemas.microsoft.com/office/drawing/2014/main" id="{8A14E6D8-E527-4792-88FE-D5FA06BE7578}"/>
              </a:ext>
            </a:extLst>
          </p:cNvPr>
          <p:cNvSpPr>
            <a:spLocks noGrp="1"/>
          </p:cNvSpPr>
          <p:nvPr/>
        </p:nvSpPr>
        <p:spPr>
          <a:xfrm>
            <a:off x="6826204" y="2216459"/>
            <a:ext cx="357924" cy="357924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9" name="anim_o13_1">
            <a:extLst>
              <a:ext uri="{FF2B5EF4-FFF2-40B4-BE49-F238E27FC236}">
                <a16:creationId xmlns:a16="http://schemas.microsoft.com/office/drawing/2014/main" id="{E3CF2636-511D-493C-A328-C690D9B7E668}"/>
              </a:ext>
            </a:extLst>
          </p:cNvPr>
          <p:cNvSpPr>
            <a:spLocks noGrp="1"/>
          </p:cNvSpPr>
          <p:nvPr/>
        </p:nvSpPr>
        <p:spPr>
          <a:xfrm>
            <a:off x="6826204" y="1642249"/>
            <a:ext cx="357924" cy="357924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0" name="anim_o14_1">
            <a:extLst>
              <a:ext uri="{FF2B5EF4-FFF2-40B4-BE49-F238E27FC236}">
                <a16:creationId xmlns:a16="http://schemas.microsoft.com/office/drawing/2014/main" id="{C957BAEF-0177-4E79-84E0-4E06B2648C02}"/>
              </a:ext>
            </a:extLst>
          </p:cNvPr>
          <p:cNvSpPr>
            <a:spLocks noGrp="1"/>
          </p:cNvSpPr>
          <p:nvPr/>
        </p:nvSpPr>
        <p:spPr>
          <a:xfrm>
            <a:off x="6826204" y="1068039"/>
            <a:ext cx="357924" cy="357924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1" name="anim_o16_1">
            <a:extLst>
              <a:ext uri="{FF2B5EF4-FFF2-40B4-BE49-F238E27FC236}">
                <a16:creationId xmlns:a16="http://schemas.microsoft.com/office/drawing/2014/main" id="{C2D26074-05D7-4EB2-9885-D34DC156D31B}"/>
              </a:ext>
            </a:extLst>
          </p:cNvPr>
          <p:cNvSpPr>
            <a:spLocks noGrp="1"/>
          </p:cNvSpPr>
          <p:nvPr/>
        </p:nvSpPr>
        <p:spPr>
          <a:xfrm>
            <a:off x="8309581" y="3364880"/>
            <a:ext cx="357924" cy="357924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2" name="anim_o17_1">
            <a:extLst>
              <a:ext uri="{FF2B5EF4-FFF2-40B4-BE49-F238E27FC236}">
                <a16:creationId xmlns:a16="http://schemas.microsoft.com/office/drawing/2014/main" id="{0923E9B5-2B60-4607-A322-F3C24B18B124}"/>
              </a:ext>
            </a:extLst>
          </p:cNvPr>
          <p:cNvSpPr>
            <a:spLocks noGrp="1"/>
          </p:cNvSpPr>
          <p:nvPr/>
        </p:nvSpPr>
        <p:spPr>
          <a:xfrm>
            <a:off x="8309581" y="2790670"/>
            <a:ext cx="357924" cy="357924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3" name="anim_o18_1">
            <a:extLst>
              <a:ext uri="{FF2B5EF4-FFF2-40B4-BE49-F238E27FC236}">
                <a16:creationId xmlns:a16="http://schemas.microsoft.com/office/drawing/2014/main" id="{9FB38C76-D1A9-41A9-9BB3-24A420F4A436}"/>
              </a:ext>
            </a:extLst>
          </p:cNvPr>
          <p:cNvSpPr>
            <a:spLocks noGrp="1"/>
          </p:cNvSpPr>
          <p:nvPr/>
        </p:nvSpPr>
        <p:spPr>
          <a:xfrm>
            <a:off x="8309581" y="2216459"/>
            <a:ext cx="357924" cy="357924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4" name="anim_o19_1">
            <a:extLst>
              <a:ext uri="{FF2B5EF4-FFF2-40B4-BE49-F238E27FC236}">
                <a16:creationId xmlns:a16="http://schemas.microsoft.com/office/drawing/2014/main" id="{88EC2AA0-A314-4446-B539-1BD06DE5CAB6}"/>
              </a:ext>
            </a:extLst>
          </p:cNvPr>
          <p:cNvSpPr>
            <a:spLocks noGrp="1"/>
          </p:cNvSpPr>
          <p:nvPr/>
        </p:nvSpPr>
        <p:spPr>
          <a:xfrm>
            <a:off x="8309581" y="1642249"/>
            <a:ext cx="357924" cy="357924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5" name="anim_o21_1">
            <a:extLst>
              <a:ext uri="{FF2B5EF4-FFF2-40B4-BE49-F238E27FC236}">
                <a16:creationId xmlns:a16="http://schemas.microsoft.com/office/drawing/2014/main" id="{5A232AB0-4DDB-460D-88F3-8473D86953CF}"/>
              </a:ext>
            </a:extLst>
          </p:cNvPr>
          <p:cNvSpPr>
            <a:spLocks noGrp="1"/>
          </p:cNvSpPr>
          <p:nvPr/>
        </p:nvSpPr>
        <p:spPr>
          <a:xfrm>
            <a:off x="9792957" y="3077775"/>
            <a:ext cx="357924" cy="357924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6" name="anim_o22_1">
            <a:extLst>
              <a:ext uri="{FF2B5EF4-FFF2-40B4-BE49-F238E27FC236}">
                <a16:creationId xmlns:a16="http://schemas.microsoft.com/office/drawing/2014/main" id="{34AA8E65-798F-4139-8E67-3B65837500F1}"/>
              </a:ext>
            </a:extLst>
          </p:cNvPr>
          <p:cNvSpPr>
            <a:spLocks noGrp="1"/>
          </p:cNvSpPr>
          <p:nvPr/>
        </p:nvSpPr>
        <p:spPr>
          <a:xfrm>
            <a:off x="9792957" y="2503564"/>
            <a:ext cx="357924" cy="357924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7" name="anim_o23_1">
            <a:extLst>
              <a:ext uri="{FF2B5EF4-FFF2-40B4-BE49-F238E27FC236}">
                <a16:creationId xmlns:a16="http://schemas.microsoft.com/office/drawing/2014/main" id="{EDAB357A-7F9A-461A-A655-0AE49B7FD2F2}"/>
              </a:ext>
            </a:extLst>
          </p:cNvPr>
          <p:cNvSpPr>
            <a:spLocks noGrp="1"/>
          </p:cNvSpPr>
          <p:nvPr/>
        </p:nvSpPr>
        <p:spPr>
          <a:xfrm>
            <a:off x="9792957" y="1929354"/>
            <a:ext cx="357924" cy="357924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8" name="anim_o25_1">
            <a:extLst>
              <a:ext uri="{FF2B5EF4-FFF2-40B4-BE49-F238E27FC236}">
                <a16:creationId xmlns:a16="http://schemas.microsoft.com/office/drawing/2014/main" id="{6874B52D-7D11-4B62-8708-2998A63E97E0}"/>
              </a:ext>
            </a:extLst>
          </p:cNvPr>
          <p:cNvSpPr>
            <a:spLocks noGrp="1"/>
          </p:cNvSpPr>
          <p:nvPr/>
        </p:nvSpPr>
        <p:spPr>
          <a:xfrm>
            <a:off x="11244752" y="2471983"/>
            <a:ext cx="421088" cy="421088"/>
          </a:xfrm>
          <a:prstGeom prst="ellipse">
            <a:avLst/>
          </a:prstGeom>
          <a:solidFill>
            <a:srgbClr val="FF862F">
              <a:alpha val="100000"/>
            </a:srgbClr>
          </a:solidFill>
          <a:ln w="25400">
            <a:solidFill>
              <a:srgbClr val="FF808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9" name="anim_o172_1">
            <a:extLst>
              <a:ext uri="{FF2B5EF4-FFF2-40B4-BE49-F238E27FC236}">
                <a16:creationId xmlns:a16="http://schemas.microsoft.com/office/drawing/2014/main" id="{03AB20DF-8862-4DE0-9129-2EA6B250666F}"/>
              </a:ext>
            </a:extLst>
          </p:cNvPr>
          <p:cNvSpPr>
            <a:spLocks noGrp="1"/>
          </p:cNvSpPr>
          <p:nvPr/>
        </p:nvSpPr>
        <p:spPr>
          <a:xfrm>
            <a:off x="5395463" y="3704621"/>
            <a:ext cx="252653" cy="252653"/>
          </a:xfrm>
          <a:prstGeom prst="ellipse">
            <a:avLst/>
          </a:prstGeom>
          <a:solidFill>
            <a:srgbClr val="83C167">
              <a:alpha val="10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0" name="anim_o173_1">
            <a:extLst>
              <a:ext uri="{FF2B5EF4-FFF2-40B4-BE49-F238E27FC236}">
                <a16:creationId xmlns:a16="http://schemas.microsoft.com/office/drawing/2014/main" id="{CDD114C7-A957-408F-A961-394A53396CB5}"/>
              </a:ext>
            </a:extLst>
          </p:cNvPr>
          <p:cNvSpPr>
            <a:spLocks noGrp="1"/>
          </p:cNvSpPr>
          <p:nvPr/>
        </p:nvSpPr>
        <p:spPr>
          <a:xfrm>
            <a:off x="5395463" y="3130411"/>
            <a:ext cx="252653" cy="252653"/>
          </a:xfrm>
          <a:prstGeom prst="ellipse">
            <a:avLst/>
          </a:prstGeom>
          <a:solidFill>
            <a:srgbClr val="83C167">
              <a:alpha val="10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1" name="anim_o174_1">
            <a:extLst>
              <a:ext uri="{FF2B5EF4-FFF2-40B4-BE49-F238E27FC236}">
                <a16:creationId xmlns:a16="http://schemas.microsoft.com/office/drawing/2014/main" id="{2D76FFDD-1BA7-4858-9376-79F08CF93102}"/>
              </a:ext>
            </a:extLst>
          </p:cNvPr>
          <p:cNvSpPr>
            <a:spLocks noGrp="1"/>
          </p:cNvSpPr>
          <p:nvPr/>
        </p:nvSpPr>
        <p:spPr>
          <a:xfrm>
            <a:off x="5395463" y="2556200"/>
            <a:ext cx="252653" cy="252653"/>
          </a:xfrm>
          <a:prstGeom prst="ellipse">
            <a:avLst/>
          </a:prstGeom>
          <a:solidFill>
            <a:srgbClr val="83C167">
              <a:alpha val="10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2" name="anim_o175_1">
            <a:extLst>
              <a:ext uri="{FF2B5EF4-FFF2-40B4-BE49-F238E27FC236}">
                <a16:creationId xmlns:a16="http://schemas.microsoft.com/office/drawing/2014/main" id="{07F04BAE-70E3-4079-AD80-829B234D08EB}"/>
              </a:ext>
            </a:extLst>
          </p:cNvPr>
          <p:cNvSpPr>
            <a:spLocks noGrp="1"/>
          </p:cNvSpPr>
          <p:nvPr/>
        </p:nvSpPr>
        <p:spPr>
          <a:xfrm>
            <a:off x="5395463" y="1981990"/>
            <a:ext cx="252653" cy="252653"/>
          </a:xfrm>
          <a:prstGeom prst="ellipse">
            <a:avLst/>
          </a:prstGeom>
          <a:solidFill>
            <a:srgbClr val="83C167">
              <a:alpha val="10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3" name="anim_o176_1">
            <a:extLst>
              <a:ext uri="{FF2B5EF4-FFF2-40B4-BE49-F238E27FC236}">
                <a16:creationId xmlns:a16="http://schemas.microsoft.com/office/drawing/2014/main" id="{40D34B5E-1837-4714-81B4-18C8460B8A79}"/>
              </a:ext>
            </a:extLst>
          </p:cNvPr>
          <p:cNvSpPr>
            <a:spLocks noGrp="1"/>
          </p:cNvSpPr>
          <p:nvPr/>
        </p:nvSpPr>
        <p:spPr>
          <a:xfrm>
            <a:off x="5395463" y="1407780"/>
            <a:ext cx="252653" cy="252653"/>
          </a:xfrm>
          <a:prstGeom prst="ellipse">
            <a:avLst/>
          </a:prstGeom>
          <a:solidFill>
            <a:srgbClr val="83C167">
              <a:alpha val="10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4" name="anim_o290_1">
            <a:extLst>
              <a:ext uri="{FF2B5EF4-FFF2-40B4-BE49-F238E27FC236}">
                <a16:creationId xmlns:a16="http://schemas.microsoft.com/office/drawing/2014/main" id="{1F15DB4D-2E3E-4EBB-AE5D-6757342F2BBA}"/>
              </a:ext>
            </a:extLst>
          </p:cNvPr>
          <p:cNvSpPr>
            <a:spLocks noGrp="1"/>
          </p:cNvSpPr>
          <p:nvPr/>
        </p:nvSpPr>
        <p:spPr>
          <a:xfrm>
            <a:off x="5395463" y="3704621"/>
            <a:ext cx="252653" cy="252653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5" name="anim_o291_1">
            <a:extLst>
              <a:ext uri="{FF2B5EF4-FFF2-40B4-BE49-F238E27FC236}">
                <a16:creationId xmlns:a16="http://schemas.microsoft.com/office/drawing/2014/main" id="{EC42BEB1-C654-493E-9ADB-009F4CF4C7D9}"/>
              </a:ext>
            </a:extLst>
          </p:cNvPr>
          <p:cNvSpPr>
            <a:spLocks noGrp="1"/>
          </p:cNvSpPr>
          <p:nvPr/>
        </p:nvSpPr>
        <p:spPr>
          <a:xfrm>
            <a:off x="5395463" y="3130411"/>
            <a:ext cx="252653" cy="252653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6" name="anim_o292_1">
            <a:extLst>
              <a:ext uri="{FF2B5EF4-FFF2-40B4-BE49-F238E27FC236}">
                <a16:creationId xmlns:a16="http://schemas.microsoft.com/office/drawing/2014/main" id="{BC75C6D4-19E6-4167-A205-1C4FA44094B2}"/>
              </a:ext>
            </a:extLst>
          </p:cNvPr>
          <p:cNvSpPr>
            <a:spLocks noGrp="1"/>
          </p:cNvSpPr>
          <p:nvPr/>
        </p:nvSpPr>
        <p:spPr>
          <a:xfrm>
            <a:off x="5395463" y="2556200"/>
            <a:ext cx="252653" cy="252653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7" name="anim_o293_1">
            <a:extLst>
              <a:ext uri="{FF2B5EF4-FFF2-40B4-BE49-F238E27FC236}">
                <a16:creationId xmlns:a16="http://schemas.microsoft.com/office/drawing/2014/main" id="{A92F0BDE-9096-4EF2-A0E0-38E8F1ECB957}"/>
              </a:ext>
            </a:extLst>
          </p:cNvPr>
          <p:cNvSpPr>
            <a:spLocks noGrp="1"/>
          </p:cNvSpPr>
          <p:nvPr/>
        </p:nvSpPr>
        <p:spPr>
          <a:xfrm>
            <a:off x="5395463" y="1981990"/>
            <a:ext cx="252653" cy="252653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8" name="anim_o294_1">
            <a:extLst>
              <a:ext uri="{FF2B5EF4-FFF2-40B4-BE49-F238E27FC236}">
                <a16:creationId xmlns:a16="http://schemas.microsoft.com/office/drawing/2014/main" id="{D852B582-99DD-4C92-B3B6-418513EAF4BB}"/>
              </a:ext>
            </a:extLst>
          </p:cNvPr>
          <p:cNvSpPr>
            <a:spLocks noGrp="1"/>
          </p:cNvSpPr>
          <p:nvPr/>
        </p:nvSpPr>
        <p:spPr>
          <a:xfrm>
            <a:off x="5395463" y="1407780"/>
            <a:ext cx="252653" cy="252653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9" name="anim_o495_1">
            <a:extLst>
              <a:ext uri="{FF2B5EF4-FFF2-40B4-BE49-F238E27FC236}">
                <a16:creationId xmlns:a16="http://schemas.microsoft.com/office/drawing/2014/main" id="{62681F03-563C-44A9-98C9-73E45BD20FDA}"/>
              </a:ext>
            </a:extLst>
          </p:cNvPr>
          <p:cNvSpPr>
            <a:spLocks noGrp="1"/>
          </p:cNvSpPr>
          <p:nvPr/>
        </p:nvSpPr>
        <p:spPr>
          <a:xfrm>
            <a:off x="4118165" y="3333306"/>
            <a:ext cx="1445495" cy="171450"/>
          </a:xfrm>
          <a:custGeom>
            <a:avLst/>
            <a:gdLst/>
            <a:ahLst/>
            <a:cxnLst/>
            <a:rect l="0" t="0" r="0" b="0"/>
            <a:pathLst>
              <a:path w="1445495" h="171450">
                <a:moveTo>
                  <a:pt x="0" y="104775"/>
                </a:moveTo>
                <a:lnTo>
                  <a:pt x="1274045" y="104775"/>
                </a:lnTo>
                <a:lnTo>
                  <a:pt x="1274045" y="171450"/>
                </a:lnTo>
                <a:lnTo>
                  <a:pt x="1445495" y="85725"/>
                </a:lnTo>
                <a:lnTo>
                  <a:pt x="1274045" y="0"/>
                </a:lnTo>
                <a:lnTo>
                  <a:pt x="1274045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0" name="anim_o420_1">
            <a:extLst>
              <a:ext uri="{FF2B5EF4-FFF2-40B4-BE49-F238E27FC236}">
                <a16:creationId xmlns:a16="http://schemas.microsoft.com/office/drawing/2014/main" id="{F17E5ECE-B08F-4A9A-BA65-8D759B694C0F}"/>
              </a:ext>
            </a:extLst>
          </p:cNvPr>
          <p:cNvSpPr>
            <a:spLocks noGrp="1"/>
          </p:cNvSpPr>
          <p:nvPr/>
        </p:nvSpPr>
        <p:spPr>
          <a:xfrm>
            <a:off x="5713193" y="2292542"/>
            <a:ext cx="2492232" cy="2492232"/>
          </a:xfrm>
          <a:prstGeom prst="roundRect">
            <a:avLst>
              <a:gd name="adj" fmla="val 3058"/>
            </a:avLst>
          </a:prstGeom>
          <a:solidFill>
            <a:srgbClr val="EC92AB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1" name="anim_o421_1">
            <a:extLst>
              <a:ext uri="{FF2B5EF4-FFF2-40B4-BE49-F238E27FC236}">
                <a16:creationId xmlns:a16="http://schemas.microsoft.com/office/drawing/2014/main" id="{EC2CBC01-C563-4AAA-BAC9-A1D508CE7668}"/>
              </a:ext>
            </a:extLst>
          </p:cNvPr>
          <p:cNvSpPr>
            <a:spLocks noGrp="1"/>
          </p:cNvSpPr>
          <p:nvPr/>
        </p:nvSpPr>
        <p:spPr>
          <a:xfrm>
            <a:off x="5912572" y="2212791"/>
            <a:ext cx="2492232" cy="2492232"/>
          </a:xfrm>
          <a:prstGeom prst="roundRect">
            <a:avLst>
              <a:gd name="adj" fmla="val 3058"/>
            </a:avLst>
          </a:prstGeom>
          <a:solidFill>
            <a:srgbClr val="EC92AB">
              <a:alpha val="6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2" name="anim_o422_1">
            <a:extLst>
              <a:ext uri="{FF2B5EF4-FFF2-40B4-BE49-F238E27FC236}">
                <a16:creationId xmlns:a16="http://schemas.microsoft.com/office/drawing/2014/main" id="{8E293777-C043-4953-8BC5-ED9422F10C6D}"/>
              </a:ext>
            </a:extLst>
          </p:cNvPr>
          <p:cNvSpPr>
            <a:spLocks noGrp="1"/>
          </p:cNvSpPr>
          <p:nvPr/>
        </p:nvSpPr>
        <p:spPr>
          <a:xfrm>
            <a:off x="6111950" y="2133039"/>
            <a:ext cx="2492232" cy="2492232"/>
          </a:xfrm>
          <a:prstGeom prst="roundRect">
            <a:avLst>
              <a:gd name="adj" fmla="val 3058"/>
            </a:avLst>
          </a:prstGeom>
          <a:solidFill>
            <a:srgbClr val="EC92AB">
              <a:alpha val="5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3" name="anim_o423_1">
            <a:extLst>
              <a:ext uri="{FF2B5EF4-FFF2-40B4-BE49-F238E27FC236}">
                <a16:creationId xmlns:a16="http://schemas.microsoft.com/office/drawing/2014/main" id="{2381CDD2-96B0-4D44-815F-EF5E7F6814EE}"/>
              </a:ext>
            </a:extLst>
          </p:cNvPr>
          <p:cNvSpPr>
            <a:spLocks noGrp="1"/>
          </p:cNvSpPr>
          <p:nvPr/>
        </p:nvSpPr>
        <p:spPr>
          <a:xfrm>
            <a:off x="6311329" y="2053288"/>
            <a:ext cx="2492232" cy="2492232"/>
          </a:xfrm>
          <a:prstGeom prst="roundRect">
            <a:avLst>
              <a:gd name="adj" fmla="val 3058"/>
            </a:avLst>
          </a:prstGeom>
          <a:solidFill>
            <a:srgbClr val="EC92AB">
              <a:alpha val="4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4" name="anim_to424_0_1">
            <a:extLst>
              <a:ext uri="{FF2B5EF4-FFF2-40B4-BE49-F238E27FC236}">
                <a16:creationId xmlns:a16="http://schemas.microsoft.com/office/drawing/2014/main" id="{E5BEC672-D52A-4385-8063-21A817FBF4E0}"/>
              </a:ext>
            </a:extLst>
          </p:cNvPr>
          <p:cNvSpPr>
            <a:spLocks noGrp="1"/>
          </p:cNvSpPr>
          <p:nvPr/>
        </p:nvSpPr>
        <p:spPr>
          <a:xfrm>
            <a:off x="5187607" y="5098958"/>
            <a:ext cx="4160589" cy="7807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918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918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4918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Conv1 + ReLU</a:t>
            </a:r>
          </a:p>
        </p:txBody>
      </p:sp>
      <p:sp>
        <p:nvSpPr>
          <p:cNvPr id="125" name="anim_o496_1">
            <a:extLst>
              <a:ext uri="{FF2B5EF4-FFF2-40B4-BE49-F238E27FC236}">
                <a16:creationId xmlns:a16="http://schemas.microsoft.com/office/drawing/2014/main" id="{0A277CB9-5AA3-4D88-BA6D-3BD8EE60B3EF}"/>
              </a:ext>
            </a:extLst>
          </p:cNvPr>
          <p:cNvSpPr>
            <a:spLocks noGrp="1"/>
          </p:cNvSpPr>
          <p:nvPr/>
        </p:nvSpPr>
        <p:spPr>
          <a:xfrm>
            <a:off x="5962416" y="3333306"/>
            <a:ext cx="1495339" cy="171450"/>
          </a:xfrm>
          <a:custGeom>
            <a:avLst/>
            <a:gdLst/>
            <a:ahLst/>
            <a:cxnLst/>
            <a:rect l="0" t="0" r="0" b="0"/>
            <a:pathLst>
              <a:path w="1495339" h="171450">
                <a:moveTo>
                  <a:pt x="0" y="104775"/>
                </a:moveTo>
                <a:lnTo>
                  <a:pt x="1323889" y="104775"/>
                </a:lnTo>
                <a:lnTo>
                  <a:pt x="1323889" y="171450"/>
                </a:lnTo>
                <a:lnTo>
                  <a:pt x="1495339" y="85725"/>
                </a:lnTo>
                <a:lnTo>
                  <a:pt x="1323889" y="0"/>
                </a:lnTo>
                <a:lnTo>
                  <a:pt x="1323889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16960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1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1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1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1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1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1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1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1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1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1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1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1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1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1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1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1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1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1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1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1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1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1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1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500"/>
                            </p:stCondLst>
                            <p:childTnLst>
                              <p:par>
                                <p:cTn id="75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" dur="1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" dur="1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" dur="1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" dur="1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8" dur="1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1" dur="1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" dur="1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7" dur="1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" dur="1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3" dur="1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6" dur="1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9" dur="1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" dur="1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" dur="1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" dur="1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1" dur="1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4" dur="1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7" dur="1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0" dur="1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3" dur="1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6" dur="1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9" dur="1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2" dur="1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359771 -0.013257 E" pathEditMode="relative" ptsTypes="">
                                      <p:cBhvr>
                                        <p:cTn id="145" dur="1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7" dur="1500" fill="hold"/>
                                        <p:tgtEl>
                                          <p:spTgt spid="12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359771 -0.0062796 E" pathEditMode="relative" ptsTypes="">
                                      <p:cBhvr>
                                        <p:cTn id="149" dur="1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1" dur="15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359771 0.0006977 E" pathEditMode="relative" ptsTypes="">
                                      <p:cBhvr>
                                        <p:cTn id="153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5" dur="1500" fill="hold"/>
                                        <p:tgtEl>
                                          <p:spTgt spid="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359771 0.0076751 E" pathEditMode="relative" ptsTypes="">
                                      <p:cBhvr>
                                        <p:cTn id="157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9" dur="1500" fill="hold"/>
                                        <p:tgtEl>
                                          <p:spTgt spid="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359771 0.0146525 E" pathEditMode="relative" ptsTypes="">
                                      <p:cBhvr>
                                        <p:cTn id="161" dur="1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3" dur="1500" fill="hold"/>
                                        <p:tgtEl>
                                          <p:spTgt spid="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359771 0.0216299 E" pathEditMode="relative" ptsTypes="">
                                      <p:cBhvr>
                                        <p:cTn id="165" dur="1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7" dur="1500" fill="hold"/>
                                        <p:tgtEl>
                                          <p:spTgt spid="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359771 -0.0062796 E" pathEditMode="relative" ptsTypes="">
                                      <p:cBhvr>
                                        <p:cTn id="169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1" dur="1500" fill="hold"/>
                                        <p:tgtEl>
                                          <p:spTgt spid="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359771 0.0006977 E" pathEditMode="relative" ptsTypes="">
                                      <p:cBhvr>
                                        <p:cTn id="173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5" dur="1500" fill="hold"/>
                                        <p:tgtEl>
                                          <p:spTgt spid="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359771 0.0076751 E" pathEditMode="relative" ptsTypes="">
                                      <p:cBhvr>
                                        <p:cTn id="177" dur="1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9" dur="1500" fill="hold"/>
                                        <p:tgtEl>
                                          <p:spTgt spid="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359771 0.0146525 E" pathEditMode="relative" ptsTypes="">
                                      <p:cBhvr>
                                        <p:cTn id="181" dur="1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3" dur="1500" fill="hold"/>
                                        <p:tgtEl>
                                          <p:spTgt spid="1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359771 0.0216299 E" pathEditMode="relative" ptsTypes="">
                                      <p:cBhvr>
                                        <p:cTn id="185" dur="1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7" dur="1500" fill="hold"/>
                                        <p:tgtEl>
                                          <p:spTgt spid="1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359771 0.0286072 E" pathEditMode="relative" ptsTypes="">
                                      <p:cBhvr>
                                        <p:cTn id="189" dur="1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1" dur="1500" fill="hold"/>
                                        <p:tgtEl>
                                          <p:spTgt spid="1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359771 0.0006977 E" pathEditMode="relative" ptsTypes="">
                                      <p:cBhvr>
                                        <p:cTn id="193" dur="1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5" dur="1500" fill="hold"/>
                                        <p:tgtEl>
                                          <p:spTgt spid="1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1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359771 0.0076751 E" pathEditMode="relative" ptsTypes="">
                                      <p:cBhvr>
                                        <p:cTn id="197" dur="1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9" dur="1500" fill="hold"/>
                                        <p:tgtEl>
                                          <p:spTgt spid="1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359771 0.0146525 E" pathEditMode="relative" ptsTypes="">
                                      <p:cBhvr>
                                        <p:cTn id="201" dur="1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3" dur="1500" fill="hold"/>
                                        <p:tgtEl>
                                          <p:spTgt spid="1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359771 0.0216299 E" pathEditMode="relative" ptsTypes="">
                                      <p:cBhvr>
                                        <p:cTn id="205" dur="1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7" dur="1500" fill="hold"/>
                                        <p:tgtEl>
                                          <p:spTgt spid="1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359771 0.0286072 E" pathEditMode="relative" ptsTypes="">
                                      <p:cBhvr>
                                        <p:cTn id="209" dur="1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1" dur="1500" fill="hold"/>
                                        <p:tgtEl>
                                          <p:spTgt spid="1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359771 0.0355846 E" pathEditMode="relative" ptsTypes="">
                                      <p:cBhvr>
                                        <p:cTn id="213" dur="1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5" dur="1500" fill="hold"/>
                                        <p:tgtEl>
                                          <p:spTgt spid="1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359771 0.0076751 E" pathEditMode="relative" ptsTypes="">
                                      <p:cBhvr>
                                        <p:cTn id="217" dur="1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9" dur="1500" fill="hold"/>
                                        <p:tgtEl>
                                          <p:spTgt spid="1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359771 0.0146525 E" pathEditMode="relative" ptsTypes="">
                                      <p:cBhvr>
                                        <p:cTn id="221" dur="1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3" dur="1500" fill="hold"/>
                                        <p:tgtEl>
                                          <p:spTgt spid="2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359771 0.0216299 E" pathEditMode="relative" ptsTypes="">
                                      <p:cBhvr>
                                        <p:cTn id="225" dur="1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7" dur="1500" fill="hold"/>
                                        <p:tgtEl>
                                          <p:spTgt spid="2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359771 0.0286072 E" pathEditMode="relative" ptsTypes="">
                                      <p:cBhvr>
                                        <p:cTn id="229" dur="1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1" dur="1500" fill="hold"/>
                                        <p:tgtEl>
                                          <p:spTgt spid="2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359771 0.0355846 E" pathEditMode="relative" ptsTypes="">
                                      <p:cBhvr>
                                        <p:cTn id="233" dur="1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5" dur="1500" fill="hold"/>
                                        <p:tgtEl>
                                          <p:spTgt spid="2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359771 0.042562 E" pathEditMode="relative" ptsTypes="">
                                      <p:cBhvr>
                                        <p:cTn id="237" dur="1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9" dur="1500" fill="hold"/>
                                        <p:tgtEl>
                                          <p:spTgt spid="2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359771 0.0146525 E" pathEditMode="relative" ptsTypes="">
                                      <p:cBhvr>
                                        <p:cTn id="241" dur="1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3" dur="1500" fill="hold"/>
                                        <p:tgtEl>
                                          <p:spTgt spid="2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359771 0.0216299 E" pathEditMode="relative" ptsTypes="">
                                      <p:cBhvr>
                                        <p:cTn id="245" dur="1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7" dur="1500" fill="hold"/>
                                        <p:tgtEl>
                                          <p:spTgt spid="2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359771 0.0286072 E" pathEditMode="relative" ptsTypes="">
                                      <p:cBhvr>
                                        <p:cTn id="249" dur="1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1" dur="1500" fill="hold"/>
                                        <p:tgtEl>
                                          <p:spTgt spid="2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359771 0.0355846 E" pathEditMode="relative" ptsTypes="">
                                      <p:cBhvr>
                                        <p:cTn id="253" dur="1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5" dur="1500" fill="hold"/>
                                        <p:tgtEl>
                                          <p:spTgt spid="2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359771 0.042562 E" pathEditMode="relative" ptsTypes="">
                                      <p:cBhvr>
                                        <p:cTn id="257" dur="1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9" dur="1500" fill="hold"/>
                                        <p:tgtEl>
                                          <p:spTgt spid="2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359771 0.0495394 E" pathEditMode="relative" ptsTypes="">
                                      <p:cBhvr>
                                        <p:cTn id="261" dur="1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3" dur="15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156991 -0.0097683 E" pathEditMode="relative" ptsTypes="">
                                      <p:cBhvr>
                                        <p:cTn id="265" dur="1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7" dur="1500" fill="hold"/>
                                        <p:tgtEl>
                                          <p:spTgt spid="3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156991 -0.002791 E" pathEditMode="relative" ptsTypes="">
                                      <p:cBhvr>
                                        <p:cTn id="269" dur="1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1" dur="1500" fill="hold"/>
                                        <p:tgtEl>
                                          <p:spTgt spid="3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156991 0.0041864 E" pathEditMode="relative" ptsTypes="">
                                      <p:cBhvr>
                                        <p:cTn id="273" dur="1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5" dur="15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156991 0.0111638 E" pathEditMode="relative" ptsTypes="">
                                      <p:cBhvr>
                                        <p:cTn id="277" dur="1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9" dur="1500" fill="hold"/>
                                        <p:tgtEl>
                                          <p:spTgt spid="3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156991 -0.002791 E" pathEditMode="relative" ptsTypes="">
                                      <p:cBhvr>
                                        <p:cTn id="281" dur="1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3" dur="1500" fill="hold"/>
                                        <p:tgtEl>
                                          <p:spTgt spid="3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156991 0.0041864 E" pathEditMode="relative" ptsTypes="">
                                      <p:cBhvr>
                                        <p:cTn id="285" dur="1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7" dur="1500" fill="hold"/>
                                        <p:tgtEl>
                                          <p:spTgt spid="3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156991 0.0111638 E" pathEditMode="relative" ptsTypes="">
                                      <p:cBhvr>
                                        <p:cTn id="289" dur="1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1" dur="1500" fill="hold"/>
                                        <p:tgtEl>
                                          <p:spTgt spid="3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156991 0.0181412 E" pathEditMode="relative" ptsTypes="">
                                      <p:cBhvr>
                                        <p:cTn id="293" dur="1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5" dur="1500" fill="hold"/>
                                        <p:tgtEl>
                                          <p:spTgt spid="3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2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156991 0.0041864 E" pathEditMode="relative" ptsTypes="">
                                      <p:cBhvr>
                                        <p:cTn id="297" dur="1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9" dur="1500" fill="hold"/>
                                        <p:tgtEl>
                                          <p:spTgt spid="3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156991 0.0111638 E" pathEditMode="relative" ptsTypes="">
                                      <p:cBhvr>
                                        <p:cTn id="301" dur="1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3" dur="1500" fill="hold"/>
                                        <p:tgtEl>
                                          <p:spTgt spid="4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156991 0.0181412 E" pathEditMode="relative" ptsTypes="">
                                      <p:cBhvr>
                                        <p:cTn id="305" dur="1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7" dur="1500" fill="hold"/>
                                        <p:tgtEl>
                                          <p:spTgt spid="4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156991 0.0251186 E" pathEditMode="relative" ptsTypes="">
                                      <p:cBhvr>
                                        <p:cTn id="309" dur="1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1" dur="1500" fill="hold"/>
                                        <p:tgtEl>
                                          <p:spTgt spid="4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156991 0.0111638 E" pathEditMode="relative" ptsTypes="">
                                      <p:cBhvr>
                                        <p:cTn id="313" dur="1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5" dur="1500" fill="hold"/>
                                        <p:tgtEl>
                                          <p:spTgt spid="4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156991 0.0181412 E" pathEditMode="relative" ptsTypes="">
                                      <p:cBhvr>
                                        <p:cTn id="317" dur="1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9" dur="15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156991 0.0251186 E" pathEditMode="relative" ptsTypes="">
                                      <p:cBhvr>
                                        <p:cTn id="321" dur="1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3" dur="1500" fill="hold"/>
                                        <p:tgtEl>
                                          <p:spTgt spid="4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156991 0.0320959 E" pathEditMode="relative" ptsTypes="">
                                      <p:cBhvr>
                                        <p:cTn id="325" dur="1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7" dur="1500" fill="hold"/>
                                        <p:tgtEl>
                                          <p:spTgt spid="4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156991 0.0181412 E" pathEditMode="relative" ptsTypes="">
                                      <p:cBhvr>
                                        <p:cTn id="329" dur="1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1" dur="15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3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156991 0.0251186 E" pathEditMode="relative" ptsTypes="">
                                      <p:cBhvr>
                                        <p:cTn id="333" dur="1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5" dur="15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3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156991 0.0320959 E" pathEditMode="relative" ptsTypes="">
                                      <p:cBhvr>
                                        <p:cTn id="337" dur="1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9" dur="15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156991 0.0390733 E" pathEditMode="relative" ptsTypes="">
                                      <p:cBhvr>
                                        <p:cTn id="341" dur="1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3" dur="1500" fill="hold"/>
                                        <p:tgtEl>
                                          <p:spTgt spid="5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156991 0.0251186 E" pathEditMode="relative" ptsTypes="">
                                      <p:cBhvr>
                                        <p:cTn id="345" dur="1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7" dur="1500" fill="hold"/>
                                        <p:tgtEl>
                                          <p:spTgt spid="5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156991 0.0320959 E" pathEditMode="relative" ptsTypes="">
                                      <p:cBhvr>
                                        <p:cTn id="349" dur="1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1" dur="1500" fill="hold"/>
                                        <p:tgtEl>
                                          <p:spTgt spid="5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156991 0.0390733 E" pathEditMode="relative" ptsTypes="">
                                      <p:cBhvr>
                                        <p:cTn id="353" dur="1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5" dur="1500" fill="hold"/>
                                        <p:tgtEl>
                                          <p:spTgt spid="5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156991 0.0460507 E" pathEditMode="relative" ptsTypes="">
                                      <p:cBhvr>
                                        <p:cTn id="357" dur="1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9" dur="1500" fill="hold"/>
                                        <p:tgtEl>
                                          <p:spTgt spid="5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60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58743 0.0181412 E" pathEditMode="relative" ptsTypes="">
                                      <p:cBhvr>
                                        <p:cTn id="361" dur="1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2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3" dur="1500" fill="hold"/>
                                        <p:tgtEl>
                                          <p:spTgt spid="7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58743 0.0181412 E" pathEditMode="relative" ptsTypes="">
                                      <p:cBhvr>
                                        <p:cTn id="365" dur="1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7" dur="1500" fill="hold"/>
                                        <p:tgtEl>
                                          <p:spTgt spid="7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461161 -0.0097683 E" pathEditMode="relative" ptsTypes="">
                                      <p:cBhvr>
                                        <p:cTn id="369" dur="1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1" dur="1500" fill="hold"/>
                                        <p:tgtEl>
                                          <p:spTgt spid="9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461161 0.0041864 E" pathEditMode="relative" ptsTypes="">
                                      <p:cBhvr>
                                        <p:cTn id="373" dur="1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5" dur="1500" fill="hold"/>
                                        <p:tgtEl>
                                          <p:spTgt spid="9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461161 0.0181412 E" pathEditMode="relative" ptsTypes="">
                                      <p:cBhvr>
                                        <p:cTn id="377" dur="1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9" dur="1500" fill="hold"/>
                                        <p:tgtEl>
                                          <p:spTgt spid="9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461161 0.0320959 E" pathEditMode="relative" ptsTypes="">
                                      <p:cBhvr>
                                        <p:cTn id="381" dur="1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3" dur="1500" fill="hold"/>
                                        <p:tgtEl>
                                          <p:spTgt spid="9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461161 0.0460507 E" pathEditMode="relative" ptsTypes="">
                                      <p:cBhvr>
                                        <p:cTn id="385" dur="1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7" dur="1500" fill="hold"/>
                                        <p:tgtEl>
                                          <p:spTgt spid="9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58381 -0.0167457 E" pathEditMode="relative" ptsTypes="">
                                      <p:cBhvr>
                                        <p:cTn id="389" dur="1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1" dur="1500" fill="hold"/>
                                        <p:tgtEl>
                                          <p:spTgt spid="9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58381 -0.002791 E" pathEditMode="relative" ptsTypes="">
                                      <p:cBhvr>
                                        <p:cTn id="393" dur="1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5" dur="15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3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58381 0.0111638 E" pathEditMode="relative" ptsTypes="">
                                      <p:cBhvr>
                                        <p:cTn id="397" dur="1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9" dur="1500" fill="hold"/>
                                        <p:tgtEl>
                                          <p:spTgt spid="9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58381 0.0251186 E" pathEditMode="relative" ptsTypes="">
                                      <p:cBhvr>
                                        <p:cTn id="401" dur="1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3" dur="1500" fill="hold"/>
                                        <p:tgtEl>
                                          <p:spTgt spid="9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58381 0.0390733 E" pathEditMode="relative" ptsTypes="">
                                      <p:cBhvr>
                                        <p:cTn id="405" dur="1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7" dur="1500" fill="hold"/>
                                        <p:tgtEl>
                                          <p:spTgt spid="9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258381 0.0530281 E" pathEditMode="relative" ptsTypes="">
                                      <p:cBhvr>
                                        <p:cTn id="409" dur="1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1" dur="15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461161 -0.0097683 E" pathEditMode="relative" ptsTypes="">
                                      <p:cBhvr>
                                        <p:cTn id="413" dur="1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5" dur="1500" fill="hold"/>
                                        <p:tgtEl>
                                          <p:spTgt spid="10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1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461161 0.0041864 E" pathEditMode="relative" ptsTypes="">
                                      <p:cBhvr>
                                        <p:cTn id="417" dur="1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9" dur="1500" fill="hold"/>
                                        <p:tgtEl>
                                          <p:spTgt spid="11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2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461161 0.0181412 E" pathEditMode="relative" ptsTypes="">
                                      <p:cBhvr>
                                        <p:cTn id="421" dur="1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3" dur="1500" fill="hold"/>
                                        <p:tgtEl>
                                          <p:spTgt spid="11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2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461161 0.0320959 E" pathEditMode="relative" ptsTypes="">
                                      <p:cBhvr>
                                        <p:cTn id="425" dur="1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7" dur="1500" fill="hold"/>
                                        <p:tgtEl>
                                          <p:spTgt spid="11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  <p:par>
                                <p:cTn id="42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461161 0.0460507 E" pathEditMode="relative" ptsTypes="">
                                      <p:cBhvr>
                                        <p:cTn id="429" dur="1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1" dur="1500" fill="hold"/>
                                        <p:tgtEl>
                                          <p:spTgt spid="11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3333" y="83333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2" fill="hold">
                      <p:stCondLst>
                        <p:cond delay="indefinite"/>
                      </p:stCondLst>
                      <p:childTnLst>
                        <p:par>
                          <p:cTn id="433" fill="hold">
                            <p:stCondLst>
                              <p:cond delay="0"/>
                            </p:stCondLst>
                            <p:childTnLst>
                              <p:par>
                                <p:cTn id="434" presetID="10" presetClass="exit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5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8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4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2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6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9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4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7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4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0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2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3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6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9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4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8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4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7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0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2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3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6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9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2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4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7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8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1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4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7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0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2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6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9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2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4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8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1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4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0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2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6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9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2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4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5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7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8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4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7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0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2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3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6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9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2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4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5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8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1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4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7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0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2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3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6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9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2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4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58743 0.0181412 L 0.0533951 0.1073935 E" pathEditMode="relative" ptsTypes="">
                                      <p:cBhvr>
                                        <p:cTn id="645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6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47" dur="1000" fill="hold"/>
                                        <p:tgtEl>
                                          <p:spTgt spid="70"/>
                                        </p:tgtEl>
                                      </p:cBhvr>
                                      <p:by x="150000" y="150000"/>
                                      <p:from x="83333" y="83333"/>
                                      <p:to x="208333" y="208333"/>
                                    </p:animScale>
                                  </p:childTnLst>
                                </p:cTn>
                              </p:par>
                              <p:par>
                                <p:cTn id="64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58743 0.0181412 L 0.0533951 0.1073935 E" pathEditMode="relative" ptsTypes="">
                                      <p:cBhvr>
                                        <p:cTn id="649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0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51" dur="1000" fill="hold"/>
                                        <p:tgtEl>
                                          <p:spTgt spid="71"/>
                                        </p:tgtEl>
                                      </p:cBhvr>
                                      <p:by x="150000" y="150000"/>
                                      <p:from x="83333" y="83333"/>
                                      <p:to x="208333" y="208333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2" fill="hold">
                            <p:stCondLst>
                              <p:cond delay="1000"/>
                            </p:stCondLst>
                            <p:childTnLst>
                              <p:par>
                                <p:cTn id="6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5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6" fill="hold">
                      <p:stCondLst>
                        <p:cond delay="indefinite"/>
                      </p:stCondLst>
                      <p:childTnLst>
                        <p:par>
                          <p:cTn id="657" fill="hold">
                            <p:stCondLst>
                              <p:cond delay="0"/>
                            </p:stCondLst>
                            <p:childTnLst>
                              <p:par>
                                <p:cTn id="6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0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3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6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9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2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3" fill="hold">
                      <p:stCondLst>
                        <p:cond delay="indefinite"/>
                      </p:stCondLst>
                      <p:childTnLst>
                        <p:par>
                          <p:cTn id="674" fill="hold">
                            <p:stCondLst>
                              <p:cond delay="0"/>
                            </p:stCondLst>
                            <p:childTnLst>
                              <p:par>
                                <p:cTn id="675" presetID="63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33951 0.1073935 L -0.1919033 0.1073935 E" pathEditMode="relative" ptsTypes="">
                                      <p:cBhvr>
                                        <p:cTn id="676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7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33951 0.1073935 L -0.1919033 0.1073935 E" pathEditMode="relative" ptsTypes="">
                                      <p:cBhvr>
                                        <p:cTn id="678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680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682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684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686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688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1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693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6" grpId="0" animBg="1"/>
      <p:bldP spid="126" grpId="1" animBg="1"/>
      <p:bldP spid="126" grpId="2" animBg="1"/>
      <p:bldP spid="2" grpId="0" animBg="1"/>
      <p:bldP spid="2" grpId="1" animBg="1"/>
      <p:bldP spid="2" grpId="2" animBg="1"/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  <p:bldP spid="29" grpId="1" animBg="1"/>
      <p:bldP spid="29" grpId="2" animBg="1"/>
      <p:bldP spid="30" grpId="0" animBg="1"/>
      <p:bldP spid="30" grpId="1" animBg="1"/>
      <p:bldP spid="30" grpId="2" animBg="1"/>
      <p:bldP spid="31" grpId="0" animBg="1"/>
      <p:bldP spid="31" grpId="1" animBg="1"/>
      <p:bldP spid="31" grpId="2" animBg="1"/>
      <p:bldP spid="32" grpId="0" animBg="1"/>
      <p:bldP spid="32" grpId="1" animBg="1"/>
      <p:bldP spid="32" grpId="2" animBg="1"/>
      <p:bldP spid="33" grpId="0" animBg="1"/>
      <p:bldP spid="33" grpId="1" animBg="1"/>
      <p:bldP spid="33" grpId="2" animBg="1"/>
      <p:bldP spid="34" grpId="0" animBg="1"/>
      <p:bldP spid="34" grpId="1" animBg="1"/>
      <p:bldP spid="34" grpId="2" animBg="1"/>
      <p:bldP spid="35" grpId="0" animBg="1"/>
      <p:bldP spid="35" grpId="1" animBg="1"/>
      <p:bldP spid="35" grpId="2" animBg="1"/>
      <p:bldP spid="36" grpId="0" animBg="1"/>
      <p:bldP spid="36" grpId="1" animBg="1"/>
      <p:bldP spid="36" grpId="2" animBg="1"/>
      <p:bldP spid="37" grpId="0" animBg="1"/>
      <p:bldP spid="37" grpId="1" animBg="1"/>
      <p:bldP spid="37" grpId="2" animBg="1"/>
      <p:bldP spid="38" grpId="0" animBg="1"/>
      <p:bldP spid="38" grpId="1" animBg="1"/>
      <p:bldP spid="38" grpId="2" animBg="1"/>
      <p:bldP spid="39" grpId="0" animBg="1"/>
      <p:bldP spid="39" grpId="1" animBg="1"/>
      <p:bldP spid="39" grpId="2" animBg="1"/>
      <p:bldP spid="40" grpId="0" animBg="1"/>
      <p:bldP spid="40" grpId="1" animBg="1"/>
      <p:bldP spid="40" grpId="2" animBg="1"/>
      <p:bldP spid="41" grpId="0" animBg="1"/>
      <p:bldP spid="41" grpId="1" animBg="1"/>
      <p:bldP spid="41" grpId="2" animBg="1"/>
      <p:bldP spid="42" grpId="0" animBg="1"/>
      <p:bldP spid="42" grpId="1" animBg="1"/>
      <p:bldP spid="42" grpId="2" animBg="1"/>
      <p:bldP spid="43" grpId="0" animBg="1"/>
      <p:bldP spid="43" grpId="1" animBg="1"/>
      <p:bldP spid="43" grpId="2" animBg="1"/>
      <p:bldP spid="44" grpId="0" animBg="1"/>
      <p:bldP spid="44" grpId="1" animBg="1"/>
      <p:bldP spid="44" grpId="2" animBg="1"/>
      <p:bldP spid="45" grpId="0" animBg="1"/>
      <p:bldP spid="45" grpId="1" animBg="1"/>
      <p:bldP spid="45" grpId="2" animBg="1"/>
      <p:bldP spid="46" grpId="0" animBg="1"/>
      <p:bldP spid="46" grpId="1" animBg="1"/>
      <p:bldP spid="46" grpId="2" animBg="1"/>
      <p:bldP spid="47" grpId="0" animBg="1"/>
      <p:bldP spid="47" grpId="1" animBg="1"/>
      <p:bldP spid="47" grpId="2" animBg="1"/>
      <p:bldP spid="48" grpId="0" animBg="1"/>
      <p:bldP spid="48" grpId="1" animBg="1"/>
      <p:bldP spid="48" grpId="2" animBg="1"/>
      <p:bldP spid="49" grpId="0" animBg="1"/>
      <p:bldP spid="49" grpId="1" animBg="1"/>
      <p:bldP spid="49" grpId="2" animBg="1"/>
      <p:bldP spid="50" grpId="0" animBg="1"/>
      <p:bldP spid="50" grpId="1" animBg="1"/>
      <p:bldP spid="50" grpId="2" animBg="1"/>
      <p:bldP spid="51" grpId="0" animBg="1"/>
      <p:bldP spid="51" grpId="1" animBg="1"/>
      <p:bldP spid="51" grpId="2" animBg="1"/>
      <p:bldP spid="52" grpId="0" animBg="1"/>
      <p:bldP spid="52" grpId="1" animBg="1"/>
      <p:bldP spid="52" grpId="2" animBg="1"/>
      <p:bldP spid="53" grpId="0" animBg="1"/>
      <p:bldP spid="53" grpId="1" animBg="1"/>
      <p:bldP spid="53" grpId="2" animBg="1"/>
      <p:bldP spid="54" grpId="0" animBg="1"/>
      <p:bldP spid="54" grpId="1" animBg="1"/>
      <p:bldP spid="54" grpId="2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1" grpId="0" animBg="1"/>
      <p:bldP spid="71" grpId="1" animBg="1"/>
      <p:bldP spid="71" grpId="2" animBg="1"/>
      <p:bldP spid="71" grpId="3" animBg="1"/>
      <p:bldP spid="71" grpId="4" animBg="1"/>
      <p:bldP spid="72" grpId="0" animBg="1"/>
      <p:bldP spid="73" grpId="0" animBg="1"/>
      <p:bldP spid="74" grpId="0" animBg="1"/>
      <p:bldP spid="75" grpId="0" animBg="1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 animBg="1"/>
      <p:bldP spid="90" grpId="1" animBg="1"/>
      <p:bldP spid="90" grpId="2" animBg="1"/>
      <p:bldP spid="91" grpId="0" animBg="1"/>
      <p:bldP spid="91" grpId="1" animBg="1"/>
      <p:bldP spid="91" grpId="2" animBg="1"/>
      <p:bldP spid="92" grpId="0" animBg="1"/>
      <p:bldP spid="92" grpId="1" animBg="1"/>
      <p:bldP spid="92" grpId="2" animBg="1"/>
      <p:bldP spid="93" grpId="0" animBg="1"/>
      <p:bldP spid="93" grpId="1" animBg="1"/>
      <p:bldP spid="93" grpId="2" animBg="1"/>
      <p:bldP spid="94" grpId="0" animBg="1"/>
      <p:bldP spid="94" grpId="1" animBg="1"/>
      <p:bldP spid="94" grpId="2" animBg="1"/>
      <p:bldP spid="95" grpId="0" animBg="1"/>
      <p:bldP spid="95" grpId="1" animBg="1"/>
      <p:bldP spid="95" grpId="2" animBg="1"/>
      <p:bldP spid="96" grpId="0" animBg="1"/>
      <p:bldP spid="96" grpId="1" animBg="1"/>
      <p:bldP spid="96" grpId="2" animBg="1"/>
      <p:bldP spid="97" grpId="0" animBg="1"/>
      <p:bldP spid="97" grpId="1" animBg="1"/>
      <p:bldP spid="97" grpId="2" animBg="1"/>
      <p:bldP spid="98" grpId="0" animBg="1"/>
      <p:bldP spid="98" grpId="1" animBg="1"/>
      <p:bldP spid="98" grpId="2" animBg="1"/>
      <p:bldP spid="99" grpId="0" animBg="1"/>
      <p:bldP spid="99" grpId="1" animBg="1"/>
      <p:bldP spid="99" grpId="2" animBg="1"/>
      <p:bldP spid="100" grpId="0" animBg="1"/>
      <p:bldP spid="100" grpId="1" animBg="1"/>
      <p:bldP spid="100" grpId="2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09" grpId="1" animBg="1"/>
      <p:bldP spid="109" grpId="2" animBg="1"/>
      <p:bldP spid="110" grpId="0" animBg="1"/>
      <p:bldP spid="110" grpId="1" animBg="1"/>
      <p:bldP spid="110" grpId="2" animBg="1"/>
      <p:bldP spid="111" grpId="0" animBg="1"/>
      <p:bldP spid="111" grpId="1" animBg="1"/>
      <p:bldP spid="111" grpId="2" animBg="1"/>
      <p:bldP spid="112" grpId="0" animBg="1"/>
      <p:bldP spid="112" grpId="1" animBg="1"/>
      <p:bldP spid="112" grpId="2" animBg="1"/>
      <p:bldP spid="113" grpId="0" animBg="1"/>
      <p:bldP spid="113" grpId="1" animBg="1"/>
      <p:bldP spid="113" grpId="2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19" grpId="1" animBg="1"/>
      <p:bldP spid="120" grpId="0" animBg="1"/>
      <p:bldP spid="120" grpId="1" animBg="1"/>
      <p:bldP spid="121" grpId="0" animBg="1"/>
      <p:bldP spid="121" grpId="1" animBg="1"/>
      <p:bldP spid="122" grpId="0" animBg="1"/>
      <p:bldP spid="122" grpId="1" animBg="1"/>
      <p:bldP spid="123" grpId="0" animBg="1"/>
      <p:bldP spid="123" grpId="1" animBg="1"/>
      <p:bldP spid="124" grpId="0"/>
      <p:bldP spid="124" grpId="1"/>
      <p:bldP spid="125" grpId="0" animBg="1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" name="anim_o97_1">
            <a:extLst>
              <a:ext uri="{FF2B5EF4-FFF2-40B4-BE49-F238E27FC236}">
                <a16:creationId xmlns:a16="http://schemas.microsoft.com/office/drawing/2014/main" id="{AB00F17D-4ED4-4EFD-95E8-129C381E60D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/>
        </p:blipFill>
        <p:spPr>
          <a:xfrm>
            <a:off x="-1931050" y="1923692"/>
            <a:ext cx="2859157" cy="2990679"/>
          </a:xfrm>
          <a:prstGeom prst="rect">
            <a:avLst/>
          </a:prstGeom>
        </p:spPr>
      </p:pic>
      <p:sp>
        <p:nvSpPr>
          <p:cNvPr id="2" name="anim_o110_1">
            <a:extLst>
              <a:ext uri="{FF2B5EF4-FFF2-40B4-BE49-F238E27FC236}">
                <a16:creationId xmlns:a16="http://schemas.microsoft.com/office/drawing/2014/main" id="{8A735225-292E-4991-A9A4-6C29A93051EF}"/>
              </a:ext>
            </a:extLst>
          </p:cNvPr>
          <p:cNvSpPr>
            <a:spLocks noGrp="1"/>
          </p:cNvSpPr>
          <p:nvPr/>
        </p:nvSpPr>
        <p:spPr>
          <a:xfrm>
            <a:off x="-1980894" y="1873847"/>
            <a:ext cx="2958847" cy="3090368"/>
          </a:xfrm>
          <a:prstGeom prst="rect">
            <a:avLst/>
          </a:prstGeom>
          <a:noFill/>
          <a:ln w="19050">
            <a:solidFill>
              <a:srgbClr val="C55F73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495_1">
            <a:extLst>
              <a:ext uri="{FF2B5EF4-FFF2-40B4-BE49-F238E27FC236}">
                <a16:creationId xmlns:a16="http://schemas.microsoft.com/office/drawing/2014/main" id="{5D02EE0C-5765-4752-A66B-F214C481F7E3}"/>
              </a:ext>
            </a:extLst>
          </p:cNvPr>
          <p:cNvSpPr>
            <a:spLocks noGrp="1"/>
          </p:cNvSpPr>
          <p:nvPr/>
        </p:nvSpPr>
        <p:spPr>
          <a:xfrm>
            <a:off x="1127486" y="3333306"/>
            <a:ext cx="1445495" cy="171450"/>
          </a:xfrm>
          <a:custGeom>
            <a:avLst/>
            <a:gdLst/>
            <a:ahLst/>
            <a:cxnLst/>
            <a:rect l="0" t="0" r="0" b="0"/>
            <a:pathLst>
              <a:path w="1445495" h="171450">
                <a:moveTo>
                  <a:pt x="0" y="104775"/>
                </a:moveTo>
                <a:lnTo>
                  <a:pt x="1274045" y="104775"/>
                </a:lnTo>
                <a:lnTo>
                  <a:pt x="1274045" y="171450"/>
                </a:lnTo>
                <a:lnTo>
                  <a:pt x="1445495" y="85725"/>
                </a:lnTo>
                <a:lnTo>
                  <a:pt x="1274045" y="0"/>
                </a:lnTo>
                <a:lnTo>
                  <a:pt x="1274045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420_1">
            <a:extLst>
              <a:ext uri="{FF2B5EF4-FFF2-40B4-BE49-F238E27FC236}">
                <a16:creationId xmlns:a16="http://schemas.microsoft.com/office/drawing/2014/main" id="{35061580-7FB4-456C-8A4B-73D2DDD3F1E7}"/>
              </a:ext>
            </a:extLst>
          </p:cNvPr>
          <p:cNvSpPr>
            <a:spLocks noGrp="1"/>
          </p:cNvSpPr>
          <p:nvPr/>
        </p:nvSpPr>
        <p:spPr>
          <a:xfrm>
            <a:off x="2722515" y="2292542"/>
            <a:ext cx="2492232" cy="2492232"/>
          </a:xfrm>
          <a:prstGeom prst="roundRect">
            <a:avLst>
              <a:gd name="adj" fmla="val 3058"/>
            </a:avLst>
          </a:prstGeom>
          <a:solidFill>
            <a:srgbClr val="EC92AB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421_1">
            <a:extLst>
              <a:ext uri="{FF2B5EF4-FFF2-40B4-BE49-F238E27FC236}">
                <a16:creationId xmlns:a16="http://schemas.microsoft.com/office/drawing/2014/main" id="{47523080-A809-42DE-A45F-38A8A7F9AD9F}"/>
              </a:ext>
            </a:extLst>
          </p:cNvPr>
          <p:cNvSpPr>
            <a:spLocks noGrp="1"/>
          </p:cNvSpPr>
          <p:nvPr/>
        </p:nvSpPr>
        <p:spPr>
          <a:xfrm>
            <a:off x="2921893" y="2212791"/>
            <a:ext cx="2492232" cy="2492232"/>
          </a:xfrm>
          <a:prstGeom prst="roundRect">
            <a:avLst>
              <a:gd name="adj" fmla="val 3058"/>
            </a:avLst>
          </a:prstGeom>
          <a:solidFill>
            <a:srgbClr val="EC92AB">
              <a:alpha val="6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422_1">
            <a:extLst>
              <a:ext uri="{FF2B5EF4-FFF2-40B4-BE49-F238E27FC236}">
                <a16:creationId xmlns:a16="http://schemas.microsoft.com/office/drawing/2014/main" id="{8BF4D432-F521-4AE0-82EB-3EB675230EB1}"/>
              </a:ext>
            </a:extLst>
          </p:cNvPr>
          <p:cNvSpPr>
            <a:spLocks noGrp="1"/>
          </p:cNvSpPr>
          <p:nvPr/>
        </p:nvSpPr>
        <p:spPr>
          <a:xfrm>
            <a:off x="3121272" y="2133039"/>
            <a:ext cx="2492232" cy="2492232"/>
          </a:xfrm>
          <a:prstGeom prst="roundRect">
            <a:avLst>
              <a:gd name="adj" fmla="val 3058"/>
            </a:avLst>
          </a:prstGeom>
          <a:solidFill>
            <a:srgbClr val="EC92AB">
              <a:alpha val="5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423_1">
            <a:extLst>
              <a:ext uri="{FF2B5EF4-FFF2-40B4-BE49-F238E27FC236}">
                <a16:creationId xmlns:a16="http://schemas.microsoft.com/office/drawing/2014/main" id="{CEB2421E-5F1B-466A-9C5D-B36F7602F8E5}"/>
              </a:ext>
            </a:extLst>
          </p:cNvPr>
          <p:cNvSpPr>
            <a:spLocks noGrp="1"/>
          </p:cNvSpPr>
          <p:nvPr/>
        </p:nvSpPr>
        <p:spPr>
          <a:xfrm>
            <a:off x="3320650" y="2053288"/>
            <a:ext cx="2492232" cy="2492232"/>
          </a:xfrm>
          <a:prstGeom prst="roundRect">
            <a:avLst>
              <a:gd name="adj" fmla="val 3058"/>
            </a:avLst>
          </a:prstGeom>
          <a:solidFill>
            <a:srgbClr val="EC92AB">
              <a:alpha val="4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496_1">
            <a:extLst>
              <a:ext uri="{FF2B5EF4-FFF2-40B4-BE49-F238E27FC236}">
                <a16:creationId xmlns:a16="http://schemas.microsoft.com/office/drawing/2014/main" id="{6B2C002F-2F5D-4A9F-822E-307741929A4F}"/>
              </a:ext>
            </a:extLst>
          </p:cNvPr>
          <p:cNvSpPr>
            <a:spLocks noGrp="1"/>
          </p:cNvSpPr>
          <p:nvPr/>
        </p:nvSpPr>
        <p:spPr>
          <a:xfrm>
            <a:off x="5962416" y="3333306"/>
            <a:ext cx="1495339" cy="171450"/>
          </a:xfrm>
          <a:custGeom>
            <a:avLst/>
            <a:gdLst/>
            <a:ahLst/>
            <a:cxnLst/>
            <a:rect l="0" t="0" r="0" b="0"/>
            <a:pathLst>
              <a:path w="1495339" h="171450">
                <a:moveTo>
                  <a:pt x="0" y="104775"/>
                </a:moveTo>
                <a:lnTo>
                  <a:pt x="1323889" y="104775"/>
                </a:lnTo>
                <a:lnTo>
                  <a:pt x="1323889" y="171450"/>
                </a:lnTo>
                <a:lnTo>
                  <a:pt x="1495339" y="85725"/>
                </a:lnTo>
                <a:lnTo>
                  <a:pt x="1323889" y="0"/>
                </a:lnTo>
                <a:lnTo>
                  <a:pt x="1323889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to424_0_1">
            <a:extLst>
              <a:ext uri="{FF2B5EF4-FFF2-40B4-BE49-F238E27FC236}">
                <a16:creationId xmlns:a16="http://schemas.microsoft.com/office/drawing/2014/main" id="{2E5482AF-D0A4-4333-BD75-E4BA2CFA4055}"/>
              </a:ext>
            </a:extLst>
          </p:cNvPr>
          <p:cNvSpPr>
            <a:spLocks noGrp="1"/>
          </p:cNvSpPr>
          <p:nvPr/>
        </p:nvSpPr>
        <p:spPr>
          <a:xfrm>
            <a:off x="2196929" y="5098958"/>
            <a:ext cx="4160589" cy="7807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918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918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4918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Conv1 + ReLU</a:t>
            </a:r>
          </a:p>
        </p:txBody>
      </p:sp>
      <p:sp>
        <p:nvSpPr>
          <p:cNvPr id="10" name="anim_o438_1">
            <a:extLst>
              <a:ext uri="{FF2B5EF4-FFF2-40B4-BE49-F238E27FC236}">
                <a16:creationId xmlns:a16="http://schemas.microsoft.com/office/drawing/2014/main" id="{FF5F04A6-11A8-4DA4-BA09-394180D73A27}"/>
              </a:ext>
            </a:extLst>
          </p:cNvPr>
          <p:cNvSpPr>
            <a:spLocks noGrp="1"/>
          </p:cNvSpPr>
          <p:nvPr/>
        </p:nvSpPr>
        <p:spPr>
          <a:xfrm>
            <a:off x="7607290" y="2629492"/>
            <a:ext cx="1794407" cy="1794407"/>
          </a:xfrm>
          <a:prstGeom prst="roundRect">
            <a:avLst>
              <a:gd name="adj" fmla="val 4247"/>
            </a:avLst>
          </a:prstGeom>
          <a:solidFill>
            <a:srgbClr val="76DDC0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439_1">
            <a:extLst>
              <a:ext uri="{FF2B5EF4-FFF2-40B4-BE49-F238E27FC236}">
                <a16:creationId xmlns:a16="http://schemas.microsoft.com/office/drawing/2014/main" id="{29A6695C-73DA-4D3D-8104-B53EC3D3B8DE}"/>
              </a:ext>
            </a:extLst>
          </p:cNvPr>
          <p:cNvSpPr>
            <a:spLocks noGrp="1"/>
          </p:cNvSpPr>
          <p:nvPr/>
        </p:nvSpPr>
        <p:spPr>
          <a:xfrm>
            <a:off x="7786730" y="2557716"/>
            <a:ext cx="1794407" cy="1794407"/>
          </a:xfrm>
          <a:prstGeom prst="roundRect">
            <a:avLst>
              <a:gd name="adj" fmla="val 4247"/>
            </a:avLst>
          </a:prstGeom>
          <a:solidFill>
            <a:srgbClr val="76DDC0">
              <a:alpha val="6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440_1">
            <a:extLst>
              <a:ext uri="{FF2B5EF4-FFF2-40B4-BE49-F238E27FC236}">
                <a16:creationId xmlns:a16="http://schemas.microsoft.com/office/drawing/2014/main" id="{C8034717-0139-4CDA-9E4A-BD8319E79486}"/>
              </a:ext>
            </a:extLst>
          </p:cNvPr>
          <p:cNvSpPr>
            <a:spLocks noGrp="1"/>
          </p:cNvSpPr>
          <p:nvPr/>
        </p:nvSpPr>
        <p:spPr>
          <a:xfrm>
            <a:off x="7966171" y="2485939"/>
            <a:ext cx="1794407" cy="1794407"/>
          </a:xfrm>
          <a:prstGeom prst="roundRect">
            <a:avLst>
              <a:gd name="adj" fmla="val 4247"/>
            </a:avLst>
          </a:prstGeom>
          <a:solidFill>
            <a:srgbClr val="76DDC0">
              <a:alpha val="5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441_1">
            <a:extLst>
              <a:ext uri="{FF2B5EF4-FFF2-40B4-BE49-F238E27FC236}">
                <a16:creationId xmlns:a16="http://schemas.microsoft.com/office/drawing/2014/main" id="{07215FC4-C927-40C3-90A6-E9B7E96E9D0C}"/>
              </a:ext>
            </a:extLst>
          </p:cNvPr>
          <p:cNvSpPr>
            <a:spLocks noGrp="1"/>
          </p:cNvSpPr>
          <p:nvPr/>
        </p:nvSpPr>
        <p:spPr>
          <a:xfrm>
            <a:off x="8145612" y="2414163"/>
            <a:ext cx="1794407" cy="1794407"/>
          </a:xfrm>
          <a:prstGeom prst="roundRect">
            <a:avLst>
              <a:gd name="adj" fmla="val 4247"/>
            </a:avLst>
          </a:prstGeom>
          <a:solidFill>
            <a:srgbClr val="76DDC0">
              <a:alpha val="4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to442_0_1">
            <a:extLst>
              <a:ext uri="{FF2B5EF4-FFF2-40B4-BE49-F238E27FC236}">
                <a16:creationId xmlns:a16="http://schemas.microsoft.com/office/drawing/2014/main" id="{DB9063D3-EC32-4D5D-B584-CD9BC04BE3E9}"/>
              </a:ext>
            </a:extLst>
          </p:cNvPr>
          <p:cNvSpPr>
            <a:spLocks noGrp="1"/>
          </p:cNvSpPr>
          <p:nvPr/>
        </p:nvSpPr>
        <p:spPr>
          <a:xfrm>
            <a:off x="7905277" y="4752137"/>
            <a:ext cx="1755804" cy="7807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918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918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4918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Pool1</a:t>
            </a:r>
          </a:p>
        </p:txBody>
      </p:sp>
      <p:sp>
        <p:nvSpPr>
          <p:cNvPr id="15" name="anim_o497_1">
            <a:extLst>
              <a:ext uri="{FF2B5EF4-FFF2-40B4-BE49-F238E27FC236}">
                <a16:creationId xmlns:a16="http://schemas.microsoft.com/office/drawing/2014/main" id="{AD34DD2F-427B-4CF3-BBDF-17ED8FBD84C8}"/>
              </a:ext>
            </a:extLst>
          </p:cNvPr>
          <p:cNvSpPr>
            <a:spLocks noGrp="1"/>
          </p:cNvSpPr>
          <p:nvPr/>
        </p:nvSpPr>
        <p:spPr>
          <a:xfrm>
            <a:off x="5404156" y="3333306"/>
            <a:ext cx="1495339" cy="171450"/>
          </a:xfrm>
          <a:custGeom>
            <a:avLst/>
            <a:gdLst/>
            <a:ahLst/>
            <a:cxnLst/>
            <a:rect l="0" t="0" r="0" b="0"/>
            <a:pathLst>
              <a:path w="1495339" h="171450">
                <a:moveTo>
                  <a:pt x="0" y="104775"/>
                </a:moveTo>
                <a:lnTo>
                  <a:pt x="1323889" y="104775"/>
                </a:lnTo>
                <a:lnTo>
                  <a:pt x="1323889" y="171450"/>
                </a:lnTo>
                <a:lnTo>
                  <a:pt x="1495339" y="85725"/>
                </a:lnTo>
                <a:lnTo>
                  <a:pt x="1323889" y="0"/>
                </a:lnTo>
                <a:lnTo>
                  <a:pt x="1323889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449_1">
            <a:extLst>
              <a:ext uri="{FF2B5EF4-FFF2-40B4-BE49-F238E27FC236}">
                <a16:creationId xmlns:a16="http://schemas.microsoft.com/office/drawing/2014/main" id="{A7B4C2A6-AE9A-424B-8C19-FFED706B191F}"/>
              </a:ext>
            </a:extLst>
          </p:cNvPr>
          <p:cNvSpPr>
            <a:spLocks noGrp="1"/>
          </p:cNvSpPr>
          <p:nvPr/>
        </p:nvSpPr>
        <p:spPr>
          <a:xfrm>
            <a:off x="7049030" y="2798964"/>
            <a:ext cx="1495339" cy="1495339"/>
          </a:xfrm>
          <a:prstGeom prst="roundRect">
            <a:avLst>
              <a:gd name="adj" fmla="val 5096"/>
            </a:avLst>
          </a:prstGeom>
          <a:solidFill>
            <a:srgbClr val="EC92AB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450_1">
            <a:extLst>
              <a:ext uri="{FF2B5EF4-FFF2-40B4-BE49-F238E27FC236}">
                <a16:creationId xmlns:a16="http://schemas.microsoft.com/office/drawing/2014/main" id="{15836B10-0CAD-45BA-9CA2-AF7B4D2BC14F}"/>
              </a:ext>
            </a:extLst>
          </p:cNvPr>
          <p:cNvSpPr>
            <a:spLocks noGrp="1"/>
          </p:cNvSpPr>
          <p:nvPr/>
        </p:nvSpPr>
        <p:spPr>
          <a:xfrm>
            <a:off x="7208532" y="2735163"/>
            <a:ext cx="1495339" cy="1495339"/>
          </a:xfrm>
          <a:prstGeom prst="roundRect">
            <a:avLst>
              <a:gd name="adj" fmla="val 5096"/>
            </a:avLst>
          </a:prstGeom>
          <a:solidFill>
            <a:srgbClr val="EC92AB">
              <a:alpha val="6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451_1">
            <a:extLst>
              <a:ext uri="{FF2B5EF4-FFF2-40B4-BE49-F238E27FC236}">
                <a16:creationId xmlns:a16="http://schemas.microsoft.com/office/drawing/2014/main" id="{36D23919-CB24-46D4-952A-D3FFC0CE2618}"/>
              </a:ext>
            </a:extLst>
          </p:cNvPr>
          <p:cNvSpPr>
            <a:spLocks noGrp="1"/>
          </p:cNvSpPr>
          <p:nvPr/>
        </p:nvSpPr>
        <p:spPr>
          <a:xfrm>
            <a:off x="7368035" y="2671361"/>
            <a:ext cx="1495339" cy="1495339"/>
          </a:xfrm>
          <a:prstGeom prst="roundRect">
            <a:avLst>
              <a:gd name="adj" fmla="val 5096"/>
            </a:avLst>
          </a:prstGeom>
          <a:solidFill>
            <a:srgbClr val="EC92AB">
              <a:alpha val="5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452_1">
            <a:extLst>
              <a:ext uri="{FF2B5EF4-FFF2-40B4-BE49-F238E27FC236}">
                <a16:creationId xmlns:a16="http://schemas.microsoft.com/office/drawing/2014/main" id="{7D42F73B-4F65-4D61-9228-1D449A1E3FBB}"/>
              </a:ext>
            </a:extLst>
          </p:cNvPr>
          <p:cNvSpPr>
            <a:spLocks noGrp="1"/>
          </p:cNvSpPr>
          <p:nvPr/>
        </p:nvSpPr>
        <p:spPr>
          <a:xfrm>
            <a:off x="7527538" y="2607560"/>
            <a:ext cx="1495339" cy="1495339"/>
          </a:xfrm>
          <a:prstGeom prst="roundRect">
            <a:avLst>
              <a:gd name="adj" fmla="val 5096"/>
            </a:avLst>
          </a:prstGeom>
          <a:solidFill>
            <a:srgbClr val="EC92AB">
              <a:alpha val="4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453_1">
            <a:extLst>
              <a:ext uri="{FF2B5EF4-FFF2-40B4-BE49-F238E27FC236}">
                <a16:creationId xmlns:a16="http://schemas.microsoft.com/office/drawing/2014/main" id="{4750AECF-FCAE-47D2-82A6-9DE7A49921C7}"/>
              </a:ext>
            </a:extLst>
          </p:cNvPr>
          <p:cNvSpPr>
            <a:spLocks noGrp="1"/>
          </p:cNvSpPr>
          <p:nvPr/>
        </p:nvSpPr>
        <p:spPr>
          <a:xfrm>
            <a:off x="7687041" y="2543759"/>
            <a:ext cx="1495339" cy="1495339"/>
          </a:xfrm>
          <a:prstGeom prst="roundRect">
            <a:avLst>
              <a:gd name="adj" fmla="val 5096"/>
            </a:avLst>
          </a:prstGeom>
          <a:solidFill>
            <a:srgbClr val="EC92AB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to454_0_1">
            <a:extLst>
              <a:ext uri="{FF2B5EF4-FFF2-40B4-BE49-F238E27FC236}">
                <a16:creationId xmlns:a16="http://schemas.microsoft.com/office/drawing/2014/main" id="{9A032543-94DF-4E4C-9EBE-8848D02EF99E}"/>
              </a:ext>
            </a:extLst>
          </p:cNvPr>
          <p:cNvSpPr>
            <a:spLocks noGrp="1"/>
          </p:cNvSpPr>
          <p:nvPr/>
        </p:nvSpPr>
        <p:spPr>
          <a:xfrm>
            <a:off x="6044935" y="4608487"/>
            <a:ext cx="4160589" cy="7807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918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918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4918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Conv2 + ReLU</a:t>
            </a:r>
          </a:p>
        </p:txBody>
      </p:sp>
      <p:sp>
        <p:nvSpPr>
          <p:cNvPr id="22" name="anim_o498_1">
            <a:extLst>
              <a:ext uri="{FF2B5EF4-FFF2-40B4-BE49-F238E27FC236}">
                <a16:creationId xmlns:a16="http://schemas.microsoft.com/office/drawing/2014/main" id="{EECCDBBC-9F78-40D9-8230-9D6D7E603D44}"/>
              </a:ext>
            </a:extLst>
          </p:cNvPr>
          <p:cNvSpPr>
            <a:spLocks noGrp="1"/>
          </p:cNvSpPr>
          <p:nvPr/>
        </p:nvSpPr>
        <p:spPr>
          <a:xfrm>
            <a:off x="4845896" y="3333306"/>
            <a:ext cx="1495339" cy="171450"/>
          </a:xfrm>
          <a:custGeom>
            <a:avLst/>
            <a:gdLst/>
            <a:ahLst/>
            <a:cxnLst/>
            <a:rect l="0" t="0" r="0" b="0"/>
            <a:pathLst>
              <a:path w="1495339" h="171450">
                <a:moveTo>
                  <a:pt x="0" y="104775"/>
                </a:moveTo>
                <a:lnTo>
                  <a:pt x="1323889" y="104775"/>
                </a:lnTo>
                <a:lnTo>
                  <a:pt x="1323889" y="171450"/>
                </a:lnTo>
                <a:lnTo>
                  <a:pt x="1495339" y="85725"/>
                </a:lnTo>
                <a:lnTo>
                  <a:pt x="1323889" y="0"/>
                </a:lnTo>
                <a:lnTo>
                  <a:pt x="1323889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266771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43009 0 E" pathEditMode="relative" ptsTypes="">
                                      <p:cBhvr>
                                        <p:cTn id="3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43009 0 E" pathEditMode="relative" ptsTypes="">
                                      <p:cBhvr>
                                        <p:cTn id="3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43009 0 E" pathEditMode="relative" ptsTypes="">
                                      <p:cBhvr>
                                        <p:cTn id="3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43009 0 E" pathEditMode="relative" ptsTypes="">
                                      <p:cBhvr>
                                        <p:cTn id="3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43009 0 E" pathEditMode="relative" ptsTypes="">
                                      <p:cBhvr>
                                        <p:cTn id="4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43009 0 E" pathEditMode="relative" ptsTypes="">
                                      <p:cBhvr>
                                        <p:cTn id="4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43009 0 E" pathEditMode="relative" ptsTypes="">
                                      <p:cBhvr>
                                        <p:cTn id="4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43009 0 E" pathEditMode="relative" ptsTypes="">
                                      <p:cBhvr>
                                        <p:cTn id="4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43009 0 E" pathEditMode="relative" ptsTypes="">
                                      <p:cBhvr>
                                        <p:cTn id="4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43009 0 E" pathEditMode="relative" ptsTypes="">
                                      <p:cBhvr>
                                        <p:cTn id="5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843009 0 E" pathEditMode="relative" ptsTypes="">
                                      <p:cBhvr>
                                        <p:cTn id="5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8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43009 0 L -0.7522485 0 E" pathEditMode="relative" ptsTypes="">
                                      <p:cBhvr>
                                        <p:cTn id="9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43009 0 L -0.7522485 0 E" pathEditMode="relative" ptsTypes="">
                                      <p:cBhvr>
                                        <p:cTn id="9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43009 0 L -0.7522485 0 E" pathEditMode="relative" ptsTypes="">
                                      <p:cBhvr>
                                        <p:cTn id="10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2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43009 0 L -0.7522485 0 E" pathEditMode="relative" ptsTypes="">
                                      <p:cBhvr>
                                        <p:cTn id="103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679477 0 E" pathEditMode="relative" ptsTypes="">
                                      <p:cBhvr>
                                        <p:cTn id="105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679477 0 E" pathEditMode="relative" ptsTypes="">
                                      <p:cBhvr>
                                        <p:cTn id="10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679477 0 E" pathEditMode="relative" ptsTypes="">
                                      <p:cBhvr>
                                        <p:cTn id="10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679477 0 E" pathEditMode="relative" ptsTypes="">
                                      <p:cBhvr>
                                        <p:cTn id="111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679477 0 E" pathEditMode="relative" ptsTypes="">
                                      <p:cBhvr>
                                        <p:cTn id="11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679477 0 E" pathEditMode="relative" ptsTypes="">
                                      <p:cBhvr>
                                        <p:cTn id="115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843009 0 L -0.7522485 0 E" pathEditMode="relative" ptsTypes="">
                                      <p:cBhvr>
                                        <p:cTn id="120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3679477 0 E" pathEditMode="relative" ptsTypes="">
                                      <p:cBhvr>
                                        <p:cTn id="122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4" grpId="1" animBg="1"/>
      <p:bldP spid="5" grpId="0" animBg="1"/>
      <p:bldP spid="5" grpId="1" animBg="1"/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9" grpId="0"/>
      <p:bldP spid="9" grpId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/>
      <p:bldP spid="14" grpId="1"/>
      <p:bldP spid="14" grpId="2"/>
      <p:bldP spid="15" grpId="0" animBg="1"/>
      <p:bldP spid="15" grpId="1" animBg="1"/>
      <p:bldP spid="16" grpId="0" animBg="1"/>
      <p:bldP spid="16" grpId="1" animBg="1"/>
      <p:bldP spid="17" grpId="0" animBg="1"/>
      <p:bldP spid="17" grpId="1" animBg="1"/>
      <p:bldP spid="18" grpId="0" animBg="1"/>
      <p:bldP spid="18" grpId="1" animBg="1"/>
      <p:bldP spid="19" grpId="0" animBg="1"/>
      <p:bldP spid="19" grpId="1" animBg="1"/>
      <p:bldP spid="20" grpId="0" animBg="1"/>
      <p:bldP spid="20" grpId="1" animBg="1"/>
      <p:bldP spid="21" grpId="0"/>
      <p:bldP spid="21" grpId="1"/>
      <p:bldP spid="22" grpId="0" animBg="1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anim_o438_1">
            <a:extLst>
              <a:ext uri="{FF2B5EF4-FFF2-40B4-BE49-F238E27FC236}">
                <a16:creationId xmlns:a16="http://schemas.microsoft.com/office/drawing/2014/main" id="{94A1A231-3FBD-4376-87DF-8DCD9E900B41}"/>
              </a:ext>
            </a:extLst>
          </p:cNvPr>
          <p:cNvSpPr>
            <a:spLocks noGrp="1"/>
          </p:cNvSpPr>
          <p:nvPr/>
        </p:nvSpPr>
        <p:spPr>
          <a:xfrm>
            <a:off x="-1564125" y="2629492"/>
            <a:ext cx="1794407" cy="1794407"/>
          </a:xfrm>
          <a:prstGeom prst="roundRect">
            <a:avLst>
              <a:gd name="adj" fmla="val 4247"/>
            </a:avLst>
          </a:prstGeom>
          <a:solidFill>
            <a:srgbClr val="76DDC0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439_1">
            <a:extLst>
              <a:ext uri="{FF2B5EF4-FFF2-40B4-BE49-F238E27FC236}">
                <a16:creationId xmlns:a16="http://schemas.microsoft.com/office/drawing/2014/main" id="{96593DD1-5B9C-4B46-AAF7-AEB76CC94154}"/>
              </a:ext>
            </a:extLst>
          </p:cNvPr>
          <p:cNvSpPr>
            <a:spLocks noGrp="1"/>
          </p:cNvSpPr>
          <p:nvPr/>
        </p:nvSpPr>
        <p:spPr>
          <a:xfrm>
            <a:off x="-1384684" y="2557716"/>
            <a:ext cx="1794407" cy="1794407"/>
          </a:xfrm>
          <a:prstGeom prst="roundRect">
            <a:avLst>
              <a:gd name="adj" fmla="val 4247"/>
            </a:avLst>
          </a:prstGeom>
          <a:solidFill>
            <a:srgbClr val="76DDC0">
              <a:alpha val="6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440_1">
            <a:extLst>
              <a:ext uri="{FF2B5EF4-FFF2-40B4-BE49-F238E27FC236}">
                <a16:creationId xmlns:a16="http://schemas.microsoft.com/office/drawing/2014/main" id="{EC581DB0-4AF2-4E1F-9DB6-C54D3225AE55}"/>
              </a:ext>
            </a:extLst>
          </p:cNvPr>
          <p:cNvSpPr>
            <a:spLocks noGrp="1"/>
          </p:cNvSpPr>
          <p:nvPr/>
        </p:nvSpPr>
        <p:spPr>
          <a:xfrm>
            <a:off x="-1205243" y="2485939"/>
            <a:ext cx="1794407" cy="1794407"/>
          </a:xfrm>
          <a:prstGeom prst="roundRect">
            <a:avLst>
              <a:gd name="adj" fmla="val 4247"/>
            </a:avLst>
          </a:prstGeom>
          <a:solidFill>
            <a:srgbClr val="76DDC0">
              <a:alpha val="5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441_1">
            <a:extLst>
              <a:ext uri="{FF2B5EF4-FFF2-40B4-BE49-F238E27FC236}">
                <a16:creationId xmlns:a16="http://schemas.microsoft.com/office/drawing/2014/main" id="{CF307BE0-614A-4AF8-89DD-9C92EF6D6786}"/>
              </a:ext>
            </a:extLst>
          </p:cNvPr>
          <p:cNvSpPr>
            <a:spLocks noGrp="1"/>
          </p:cNvSpPr>
          <p:nvPr/>
        </p:nvSpPr>
        <p:spPr>
          <a:xfrm>
            <a:off x="-1025802" y="2414163"/>
            <a:ext cx="1794407" cy="1794407"/>
          </a:xfrm>
          <a:prstGeom prst="roundRect">
            <a:avLst>
              <a:gd name="adj" fmla="val 4247"/>
            </a:avLst>
          </a:prstGeom>
          <a:solidFill>
            <a:srgbClr val="76DDC0">
              <a:alpha val="4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497_1">
            <a:extLst>
              <a:ext uri="{FF2B5EF4-FFF2-40B4-BE49-F238E27FC236}">
                <a16:creationId xmlns:a16="http://schemas.microsoft.com/office/drawing/2014/main" id="{7CD827C2-ABDD-436C-BF18-5C11AA7360C8}"/>
              </a:ext>
            </a:extLst>
          </p:cNvPr>
          <p:cNvSpPr>
            <a:spLocks noGrp="1"/>
          </p:cNvSpPr>
          <p:nvPr/>
        </p:nvSpPr>
        <p:spPr>
          <a:xfrm>
            <a:off x="918139" y="3333306"/>
            <a:ext cx="1495339" cy="171450"/>
          </a:xfrm>
          <a:custGeom>
            <a:avLst/>
            <a:gdLst/>
            <a:ahLst/>
            <a:cxnLst/>
            <a:rect l="0" t="0" r="0" b="0"/>
            <a:pathLst>
              <a:path w="1495339" h="171450">
                <a:moveTo>
                  <a:pt x="0" y="104775"/>
                </a:moveTo>
                <a:lnTo>
                  <a:pt x="1323889" y="104775"/>
                </a:lnTo>
                <a:lnTo>
                  <a:pt x="1323889" y="171450"/>
                </a:lnTo>
                <a:lnTo>
                  <a:pt x="1495339" y="85725"/>
                </a:lnTo>
                <a:lnTo>
                  <a:pt x="1323889" y="0"/>
                </a:lnTo>
                <a:lnTo>
                  <a:pt x="1323889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449_1">
            <a:extLst>
              <a:ext uri="{FF2B5EF4-FFF2-40B4-BE49-F238E27FC236}">
                <a16:creationId xmlns:a16="http://schemas.microsoft.com/office/drawing/2014/main" id="{F4C56CBA-92CB-42E0-B4A3-DD1F804727D9}"/>
              </a:ext>
            </a:extLst>
          </p:cNvPr>
          <p:cNvSpPr>
            <a:spLocks noGrp="1"/>
          </p:cNvSpPr>
          <p:nvPr/>
        </p:nvSpPr>
        <p:spPr>
          <a:xfrm>
            <a:off x="2563012" y="2798964"/>
            <a:ext cx="1495339" cy="1495339"/>
          </a:xfrm>
          <a:prstGeom prst="roundRect">
            <a:avLst>
              <a:gd name="adj" fmla="val 5096"/>
            </a:avLst>
          </a:prstGeom>
          <a:solidFill>
            <a:srgbClr val="EC92AB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450_1">
            <a:extLst>
              <a:ext uri="{FF2B5EF4-FFF2-40B4-BE49-F238E27FC236}">
                <a16:creationId xmlns:a16="http://schemas.microsoft.com/office/drawing/2014/main" id="{FACEAE97-B45B-46D3-804E-1E3E514989B5}"/>
              </a:ext>
            </a:extLst>
          </p:cNvPr>
          <p:cNvSpPr>
            <a:spLocks noGrp="1"/>
          </p:cNvSpPr>
          <p:nvPr/>
        </p:nvSpPr>
        <p:spPr>
          <a:xfrm>
            <a:off x="2722515" y="2735163"/>
            <a:ext cx="1495339" cy="1495339"/>
          </a:xfrm>
          <a:prstGeom prst="roundRect">
            <a:avLst>
              <a:gd name="adj" fmla="val 5096"/>
            </a:avLst>
          </a:prstGeom>
          <a:solidFill>
            <a:srgbClr val="EC92AB">
              <a:alpha val="6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451_1">
            <a:extLst>
              <a:ext uri="{FF2B5EF4-FFF2-40B4-BE49-F238E27FC236}">
                <a16:creationId xmlns:a16="http://schemas.microsoft.com/office/drawing/2014/main" id="{16F80B90-0E95-4B40-85E8-701EB6916756}"/>
              </a:ext>
            </a:extLst>
          </p:cNvPr>
          <p:cNvSpPr>
            <a:spLocks noGrp="1"/>
          </p:cNvSpPr>
          <p:nvPr/>
        </p:nvSpPr>
        <p:spPr>
          <a:xfrm>
            <a:off x="2882018" y="2671361"/>
            <a:ext cx="1495339" cy="1495339"/>
          </a:xfrm>
          <a:prstGeom prst="roundRect">
            <a:avLst>
              <a:gd name="adj" fmla="val 5096"/>
            </a:avLst>
          </a:prstGeom>
          <a:solidFill>
            <a:srgbClr val="EC92AB">
              <a:alpha val="5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452_1">
            <a:extLst>
              <a:ext uri="{FF2B5EF4-FFF2-40B4-BE49-F238E27FC236}">
                <a16:creationId xmlns:a16="http://schemas.microsoft.com/office/drawing/2014/main" id="{5A1F49AE-3852-4157-99B3-E107F7EA0654}"/>
              </a:ext>
            </a:extLst>
          </p:cNvPr>
          <p:cNvSpPr>
            <a:spLocks noGrp="1"/>
          </p:cNvSpPr>
          <p:nvPr/>
        </p:nvSpPr>
        <p:spPr>
          <a:xfrm>
            <a:off x="3041520" y="2607560"/>
            <a:ext cx="1495339" cy="1495339"/>
          </a:xfrm>
          <a:prstGeom prst="roundRect">
            <a:avLst>
              <a:gd name="adj" fmla="val 5096"/>
            </a:avLst>
          </a:prstGeom>
          <a:solidFill>
            <a:srgbClr val="EC92AB">
              <a:alpha val="4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453_1">
            <a:extLst>
              <a:ext uri="{FF2B5EF4-FFF2-40B4-BE49-F238E27FC236}">
                <a16:creationId xmlns:a16="http://schemas.microsoft.com/office/drawing/2014/main" id="{0558FEE5-01A1-4CAB-945D-4269CF8CE680}"/>
              </a:ext>
            </a:extLst>
          </p:cNvPr>
          <p:cNvSpPr>
            <a:spLocks noGrp="1"/>
          </p:cNvSpPr>
          <p:nvPr/>
        </p:nvSpPr>
        <p:spPr>
          <a:xfrm>
            <a:off x="3201023" y="2543759"/>
            <a:ext cx="1495339" cy="1495339"/>
          </a:xfrm>
          <a:prstGeom prst="roundRect">
            <a:avLst>
              <a:gd name="adj" fmla="val 5096"/>
            </a:avLst>
          </a:prstGeom>
          <a:solidFill>
            <a:srgbClr val="EC92AB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498_1">
            <a:extLst>
              <a:ext uri="{FF2B5EF4-FFF2-40B4-BE49-F238E27FC236}">
                <a16:creationId xmlns:a16="http://schemas.microsoft.com/office/drawing/2014/main" id="{E92A85EF-63CD-4B38-8709-A63E3FA3FCC4}"/>
              </a:ext>
            </a:extLst>
          </p:cNvPr>
          <p:cNvSpPr>
            <a:spLocks noGrp="1"/>
          </p:cNvSpPr>
          <p:nvPr/>
        </p:nvSpPr>
        <p:spPr>
          <a:xfrm>
            <a:off x="4845896" y="3333306"/>
            <a:ext cx="1495339" cy="171450"/>
          </a:xfrm>
          <a:custGeom>
            <a:avLst/>
            <a:gdLst/>
            <a:ahLst/>
            <a:cxnLst/>
            <a:rect l="0" t="0" r="0" b="0"/>
            <a:pathLst>
              <a:path w="1495339" h="171450">
                <a:moveTo>
                  <a:pt x="0" y="104775"/>
                </a:moveTo>
                <a:lnTo>
                  <a:pt x="1323889" y="104775"/>
                </a:lnTo>
                <a:lnTo>
                  <a:pt x="1323889" y="171450"/>
                </a:lnTo>
                <a:lnTo>
                  <a:pt x="1495339" y="85725"/>
                </a:lnTo>
                <a:lnTo>
                  <a:pt x="1323889" y="0"/>
                </a:lnTo>
                <a:lnTo>
                  <a:pt x="1323889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to442_0_1">
            <a:extLst>
              <a:ext uri="{FF2B5EF4-FFF2-40B4-BE49-F238E27FC236}">
                <a16:creationId xmlns:a16="http://schemas.microsoft.com/office/drawing/2014/main" id="{CFD815B9-93B6-4E60-B229-9C5D79CE2842}"/>
              </a:ext>
            </a:extLst>
          </p:cNvPr>
          <p:cNvSpPr>
            <a:spLocks noGrp="1"/>
          </p:cNvSpPr>
          <p:nvPr/>
        </p:nvSpPr>
        <p:spPr>
          <a:xfrm>
            <a:off x="-1266137" y="4752137"/>
            <a:ext cx="1755804" cy="7807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918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918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4918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Pool1</a:t>
            </a:r>
          </a:p>
        </p:txBody>
      </p:sp>
      <p:sp>
        <p:nvSpPr>
          <p:cNvPr id="13" name="anim_to454_0_1">
            <a:extLst>
              <a:ext uri="{FF2B5EF4-FFF2-40B4-BE49-F238E27FC236}">
                <a16:creationId xmlns:a16="http://schemas.microsoft.com/office/drawing/2014/main" id="{ADB23296-4D42-4025-8421-4922BE599D84}"/>
              </a:ext>
            </a:extLst>
          </p:cNvPr>
          <p:cNvSpPr>
            <a:spLocks noGrp="1"/>
          </p:cNvSpPr>
          <p:nvPr/>
        </p:nvSpPr>
        <p:spPr>
          <a:xfrm>
            <a:off x="1558918" y="4608487"/>
            <a:ext cx="4160589" cy="7807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918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918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4918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Conv2 + ReLU</a:t>
            </a:r>
          </a:p>
        </p:txBody>
      </p:sp>
      <p:sp>
        <p:nvSpPr>
          <p:cNvPr id="14" name="anim_o468_1">
            <a:extLst>
              <a:ext uri="{FF2B5EF4-FFF2-40B4-BE49-F238E27FC236}">
                <a16:creationId xmlns:a16="http://schemas.microsoft.com/office/drawing/2014/main" id="{7F2689BF-12B6-4B86-9976-EDB014167FAF}"/>
              </a:ext>
            </a:extLst>
          </p:cNvPr>
          <p:cNvSpPr>
            <a:spLocks noGrp="1"/>
          </p:cNvSpPr>
          <p:nvPr/>
        </p:nvSpPr>
        <p:spPr>
          <a:xfrm>
            <a:off x="6490770" y="3032237"/>
            <a:ext cx="996893" cy="996893"/>
          </a:xfrm>
          <a:prstGeom prst="roundRect">
            <a:avLst>
              <a:gd name="adj" fmla="val 7644"/>
            </a:avLst>
          </a:prstGeom>
          <a:solidFill>
            <a:srgbClr val="76DDC0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469_1">
            <a:extLst>
              <a:ext uri="{FF2B5EF4-FFF2-40B4-BE49-F238E27FC236}">
                <a16:creationId xmlns:a16="http://schemas.microsoft.com/office/drawing/2014/main" id="{60D5B290-215E-4F0D-9284-C972032EC2C3}"/>
              </a:ext>
            </a:extLst>
          </p:cNvPr>
          <p:cNvSpPr>
            <a:spLocks noGrp="1"/>
          </p:cNvSpPr>
          <p:nvPr/>
        </p:nvSpPr>
        <p:spPr>
          <a:xfrm>
            <a:off x="6630335" y="2976411"/>
            <a:ext cx="996893" cy="996893"/>
          </a:xfrm>
          <a:prstGeom prst="roundRect">
            <a:avLst>
              <a:gd name="adj" fmla="val 7644"/>
            </a:avLst>
          </a:prstGeom>
          <a:solidFill>
            <a:srgbClr val="76DDC0">
              <a:alpha val="6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470_1">
            <a:extLst>
              <a:ext uri="{FF2B5EF4-FFF2-40B4-BE49-F238E27FC236}">
                <a16:creationId xmlns:a16="http://schemas.microsoft.com/office/drawing/2014/main" id="{8FDE3240-6BC7-4149-ABF1-50D5A76C544D}"/>
              </a:ext>
            </a:extLst>
          </p:cNvPr>
          <p:cNvSpPr>
            <a:spLocks noGrp="1"/>
          </p:cNvSpPr>
          <p:nvPr/>
        </p:nvSpPr>
        <p:spPr>
          <a:xfrm>
            <a:off x="6769900" y="2920585"/>
            <a:ext cx="996893" cy="996893"/>
          </a:xfrm>
          <a:prstGeom prst="roundRect">
            <a:avLst>
              <a:gd name="adj" fmla="val 7644"/>
            </a:avLst>
          </a:prstGeom>
          <a:solidFill>
            <a:srgbClr val="76DDC0">
              <a:alpha val="5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471_1">
            <a:extLst>
              <a:ext uri="{FF2B5EF4-FFF2-40B4-BE49-F238E27FC236}">
                <a16:creationId xmlns:a16="http://schemas.microsoft.com/office/drawing/2014/main" id="{24DDFB1A-15C6-4C6C-906B-F38C96D358D7}"/>
              </a:ext>
            </a:extLst>
          </p:cNvPr>
          <p:cNvSpPr>
            <a:spLocks noGrp="1"/>
          </p:cNvSpPr>
          <p:nvPr/>
        </p:nvSpPr>
        <p:spPr>
          <a:xfrm>
            <a:off x="6909465" y="2864759"/>
            <a:ext cx="996893" cy="996893"/>
          </a:xfrm>
          <a:prstGeom prst="roundRect">
            <a:avLst>
              <a:gd name="adj" fmla="val 7644"/>
            </a:avLst>
          </a:prstGeom>
          <a:solidFill>
            <a:srgbClr val="76DDC0">
              <a:alpha val="4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472_1">
            <a:extLst>
              <a:ext uri="{FF2B5EF4-FFF2-40B4-BE49-F238E27FC236}">
                <a16:creationId xmlns:a16="http://schemas.microsoft.com/office/drawing/2014/main" id="{17E45BA6-D15A-4003-9461-0A8DFECFCC99}"/>
              </a:ext>
            </a:extLst>
          </p:cNvPr>
          <p:cNvSpPr>
            <a:spLocks noGrp="1"/>
          </p:cNvSpPr>
          <p:nvPr/>
        </p:nvSpPr>
        <p:spPr>
          <a:xfrm>
            <a:off x="7049030" y="2808933"/>
            <a:ext cx="996893" cy="996893"/>
          </a:xfrm>
          <a:prstGeom prst="roundRect">
            <a:avLst>
              <a:gd name="adj" fmla="val 7644"/>
            </a:avLst>
          </a:prstGeom>
          <a:solidFill>
            <a:srgbClr val="76DDC0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to473_0_1">
            <a:extLst>
              <a:ext uri="{FF2B5EF4-FFF2-40B4-BE49-F238E27FC236}">
                <a16:creationId xmlns:a16="http://schemas.microsoft.com/office/drawing/2014/main" id="{332A3A5E-9E04-4E9F-8FAD-364714D5A673}"/>
              </a:ext>
            </a:extLst>
          </p:cNvPr>
          <p:cNvSpPr>
            <a:spLocks noGrp="1"/>
          </p:cNvSpPr>
          <p:nvPr/>
        </p:nvSpPr>
        <p:spPr>
          <a:xfrm>
            <a:off x="6399969" y="4357367"/>
            <a:ext cx="1755804" cy="7807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918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918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4918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Pool2</a:t>
            </a:r>
          </a:p>
        </p:txBody>
      </p:sp>
      <p:sp>
        <p:nvSpPr>
          <p:cNvPr id="20" name="anim_o28_1">
            <a:extLst>
              <a:ext uri="{FF2B5EF4-FFF2-40B4-BE49-F238E27FC236}">
                <a16:creationId xmlns:a16="http://schemas.microsoft.com/office/drawing/2014/main" id="{F73C20BF-88D9-4051-B39B-045996760CC4}"/>
              </a:ext>
            </a:extLst>
          </p:cNvPr>
          <p:cNvSpPr>
            <a:spLocks noGrp="1"/>
          </p:cNvSpPr>
          <p:nvPr/>
        </p:nvSpPr>
        <p:spPr>
          <a:xfrm>
            <a:off x="9963944" y="5811574"/>
            <a:ext cx="3090368" cy="598136"/>
          </a:xfrm>
          <a:custGeom>
            <a:avLst/>
            <a:gdLst/>
            <a:ahLst/>
            <a:cxnLst/>
            <a:rect l="0" t="0" r="0" b="0"/>
            <a:pathLst>
              <a:path w="3090368" h="598136">
                <a:moveTo>
                  <a:pt x="0" y="0"/>
                </a:moveTo>
                <a:lnTo>
                  <a:pt x="3090368" y="59813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29_1">
            <a:extLst>
              <a:ext uri="{FF2B5EF4-FFF2-40B4-BE49-F238E27FC236}">
                <a16:creationId xmlns:a16="http://schemas.microsoft.com/office/drawing/2014/main" id="{BCC5F887-5827-4F18-98BF-BE7F85864962}"/>
              </a:ext>
            </a:extLst>
          </p:cNvPr>
          <p:cNvSpPr>
            <a:spLocks noGrp="1"/>
          </p:cNvSpPr>
          <p:nvPr/>
        </p:nvSpPr>
        <p:spPr>
          <a:xfrm>
            <a:off x="9963944" y="5213438"/>
            <a:ext cx="3090368" cy="598136"/>
          </a:xfrm>
          <a:custGeom>
            <a:avLst/>
            <a:gdLst/>
            <a:ahLst/>
            <a:cxnLst/>
            <a:rect l="0" t="0" r="0" b="0"/>
            <a:pathLst>
              <a:path w="3090368" h="598136">
                <a:moveTo>
                  <a:pt x="0" y="598136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30_1">
            <a:extLst>
              <a:ext uri="{FF2B5EF4-FFF2-40B4-BE49-F238E27FC236}">
                <a16:creationId xmlns:a16="http://schemas.microsoft.com/office/drawing/2014/main" id="{EFBBD55C-DD9F-4DB1-81FB-B690839D9B22}"/>
              </a:ext>
            </a:extLst>
          </p:cNvPr>
          <p:cNvSpPr>
            <a:spLocks noGrp="1"/>
          </p:cNvSpPr>
          <p:nvPr/>
        </p:nvSpPr>
        <p:spPr>
          <a:xfrm>
            <a:off x="9963944" y="4017167"/>
            <a:ext cx="3090368" cy="1794407"/>
          </a:xfrm>
          <a:custGeom>
            <a:avLst/>
            <a:gdLst/>
            <a:ahLst/>
            <a:cxnLst/>
            <a:rect l="0" t="0" r="0" b="0"/>
            <a:pathLst>
              <a:path w="3090368" h="1794407">
                <a:moveTo>
                  <a:pt x="0" y="1794407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31_1">
            <a:extLst>
              <a:ext uri="{FF2B5EF4-FFF2-40B4-BE49-F238E27FC236}">
                <a16:creationId xmlns:a16="http://schemas.microsoft.com/office/drawing/2014/main" id="{CA9DBD62-9722-4288-B433-7C054E349432}"/>
              </a:ext>
            </a:extLst>
          </p:cNvPr>
          <p:cNvSpPr>
            <a:spLocks noGrp="1"/>
          </p:cNvSpPr>
          <p:nvPr/>
        </p:nvSpPr>
        <p:spPr>
          <a:xfrm>
            <a:off x="9963944" y="2820895"/>
            <a:ext cx="3090368" cy="2990679"/>
          </a:xfrm>
          <a:custGeom>
            <a:avLst/>
            <a:gdLst/>
            <a:ahLst/>
            <a:cxnLst/>
            <a:rect l="0" t="0" r="0" b="0"/>
            <a:pathLst>
              <a:path w="3090368" h="2990679">
                <a:moveTo>
                  <a:pt x="0" y="2990679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32_1">
            <a:extLst>
              <a:ext uri="{FF2B5EF4-FFF2-40B4-BE49-F238E27FC236}">
                <a16:creationId xmlns:a16="http://schemas.microsoft.com/office/drawing/2014/main" id="{FBC72BE7-5B42-470C-9E11-8B2BBA6D041A}"/>
              </a:ext>
            </a:extLst>
          </p:cNvPr>
          <p:cNvSpPr>
            <a:spLocks noGrp="1"/>
          </p:cNvSpPr>
          <p:nvPr/>
        </p:nvSpPr>
        <p:spPr>
          <a:xfrm>
            <a:off x="9963944" y="1624624"/>
            <a:ext cx="3090368" cy="4186950"/>
          </a:xfrm>
          <a:custGeom>
            <a:avLst/>
            <a:gdLst/>
            <a:ahLst/>
            <a:cxnLst/>
            <a:rect l="0" t="0" r="0" b="0"/>
            <a:pathLst>
              <a:path w="3090368" h="4186950">
                <a:moveTo>
                  <a:pt x="0" y="4186950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33_1">
            <a:extLst>
              <a:ext uri="{FF2B5EF4-FFF2-40B4-BE49-F238E27FC236}">
                <a16:creationId xmlns:a16="http://schemas.microsoft.com/office/drawing/2014/main" id="{DBA4FDEA-87FC-499D-8385-A3C22FF69C38}"/>
              </a:ext>
            </a:extLst>
          </p:cNvPr>
          <p:cNvSpPr>
            <a:spLocks noGrp="1"/>
          </p:cNvSpPr>
          <p:nvPr/>
        </p:nvSpPr>
        <p:spPr>
          <a:xfrm>
            <a:off x="9963944" y="428353"/>
            <a:ext cx="3090368" cy="5383221"/>
          </a:xfrm>
          <a:custGeom>
            <a:avLst/>
            <a:gdLst/>
            <a:ahLst/>
            <a:cxnLst/>
            <a:rect l="0" t="0" r="0" b="0"/>
            <a:pathLst>
              <a:path w="3090368" h="5383221">
                <a:moveTo>
                  <a:pt x="0" y="5383221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34_1">
            <a:extLst>
              <a:ext uri="{FF2B5EF4-FFF2-40B4-BE49-F238E27FC236}">
                <a16:creationId xmlns:a16="http://schemas.microsoft.com/office/drawing/2014/main" id="{B6DC9DF9-E876-4376-B73B-B235CB3CAFDB}"/>
              </a:ext>
            </a:extLst>
          </p:cNvPr>
          <p:cNvSpPr>
            <a:spLocks noGrp="1"/>
          </p:cNvSpPr>
          <p:nvPr/>
        </p:nvSpPr>
        <p:spPr>
          <a:xfrm>
            <a:off x="9963944" y="4615302"/>
            <a:ext cx="3090368" cy="1794407"/>
          </a:xfrm>
          <a:custGeom>
            <a:avLst/>
            <a:gdLst/>
            <a:ahLst/>
            <a:cxnLst/>
            <a:rect l="0" t="0" r="0" b="0"/>
            <a:pathLst>
              <a:path w="3090368" h="1794407">
                <a:moveTo>
                  <a:pt x="0" y="0"/>
                </a:moveTo>
                <a:lnTo>
                  <a:pt x="3090368" y="1794407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35_1">
            <a:extLst>
              <a:ext uri="{FF2B5EF4-FFF2-40B4-BE49-F238E27FC236}">
                <a16:creationId xmlns:a16="http://schemas.microsoft.com/office/drawing/2014/main" id="{B1931E9D-4CF0-4ECB-96E5-72DD335B4580}"/>
              </a:ext>
            </a:extLst>
          </p:cNvPr>
          <p:cNvSpPr>
            <a:spLocks noGrp="1"/>
          </p:cNvSpPr>
          <p:nvPr/>
        </p:nvSpPr>
        <p:spPr>
          <a:xfrm>
            <a:off x="9963944" y="4615302"/>
            <a:ext cx="3090368" cy="598136"/>
          </a:xfrm>
          <a:custGeom>
            <a:avLst/>
            <a:gdLst/>
            <a:ahLst/>
            <a:cxnLst/>
            <a:rect l="0" t="0" r="0" b="0"/>
            <a:pathLst>
              <a:path w="3090368" h="598136">
                <a:moveTo>
                  <a:pt x="0" y="0"/>
                </a:moveTo>
                <a:lnTo>
                  <a:pt x="3090368" y="59813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36_1">
            <a:extLst>
              <a:ext uri="{FF2B5EF4-FFF2-40B4-BE49-F238E27FC236}">
                <a16:creationId xmlns:a16="http://schemas.microsoft.com/office/drawing/2014/main" id="{A5A6DD58-8E3D-4CE2-A795-5768E0A29C86}"/>
              </a:ext>
            </a:extLst>
          </p:cNvPr>
          <p:cNvSpPr>
            <a:spLocks noGrp="1"/>
          </p:cNvSpPr>
          <p:nvPr/>
        </p:nvSpPr>
        <p:spPr>
          <a:xfrm>
            <a:off x="9963944" y="4017167"/>
            <a:ext cx="3090368" cy="598136"/>
          </a:xfrm>
          <a:custGeom>
            <a:avLst/>
            <a:gdLst/>
            <a:ahLst/>
            <a:cxnLst/>
            <a:rect l="0" t="0" r="0" b="0"/>
            <a:pathLst>
              <a:path w="3090368" h="598136">
                <a:moveTo>
                  <a:pt x="0" y="598136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37_1">
            <a:extLst>
              <a:ext uri="{FF2B5EF4-FFF2-40B4-BE49-F238E27FC236}">
                <a16:creationId xmlns:a16="http://schemas.microsoft.com/office/drawing/2014/main" id="{6A083AD4-B963-45AB-96CE-CF671135A57E}"/>
              </a:ext>
            </a:extLst>
          </p:cNvPr>
          <p:cNvSpPr>
            <a:spLocks noGrp="1"/>
          </p:cNvSpPr>
          <p:nvPr/>
        </p:nvSpPr>
        <p:spPr>
          <a:xfrm>
            <a:off x="9963944" y="2820895"/>
            <a:ext cx="3090368" cy="1794407"/>
          </a:xfrm>
          <a:custGeom>
            <a:avLst/>
            <a:gdLst/>
            <a:ahLst/>
            <a:cxnLst/>
            <a:rect l="0" t="0" r="0" b="0"/>
            <a:pathLst>
              <a:path w="3090368" h="1794407">
                <a:moveTo>
                  <a:pt x="0" y="1794407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38_1">
            <a:extLst>
              <a:ext uri="{FF2B5EF4-FFF2-40B4-BE49-F238E27FC236}">
                <a16:creationId xmlns:a16="http://schemas.microsoft.com/office/drawing/2014/main" id="{DB767811-F665-4EBD-AB51-A72684CF458D}"/>
              </a:ext>
            </a:extLst>
          </p:cNvPr>
          <p:cNvSpPr>
            <a:spLocks noGrp="1"/>
          </p:cNvSpPr>
          <p:nvPr/>
        </p:nvSpPr>
        <p:spPr>
          <a:xfrm>
            <a:off x="9963944" y="1624624"/>
            <a:ext cx="3090368" cy="2990679"/>
          </a:xfrm>
          <a:custGeom>
            <a:avLst/>
            <a:gdLst/>
            <a:ahLst/>
            <a:cxnLst/>
            <a:rect l="0" t="0" r="0" b="0"/>
            <a:pathLst>
              <a:path w="3090368" h="2990679">
                <a:moveTo>
                  <a:pt x="0" y="2990679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39_1">
            <a:extLst>
              <a:ext uri="{FF2B5EF4-FFF2-40B4-BE49-F238E27FC236}">
                <a16:creationId xmlns:a16="http://schemas.microsoft.com/office/drawing/2014/main" id="{4DB3B2B7-E519-4960-A840-155F1D4623BC}"/>
              </a:ext>
            </a:extLst>
          </p:cNvPr>
          <p:cNvSpPr>
            <a:spLocks noGrp="1"/>
          </p:cNvSpPr>
          <p:nvPr/>
        </p:nvSpPr>
        <p:spPr>
          <a:xfrm>
            <a:off x="9963944" y="428353"/>
            <a:ext cx="3090368" cy="4186950"/>
          </a:xfrm>
          <a:custGeom>
            <a:avLst/>
            <a:gdLst/>
            <a:ahLst/>
            <a:cxnLst/>
            <a:rect l="0" t="0" r="0" b="0"/>
            <a:pathLst>
              <a:path w="3090368" h="4186950">
                <a:moveTo>
                  <a:pt x="0" y="4186950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40_1">
            <a:extLst>
              <a:ext uri="{FF2B5EF4-FFF2-40B4-BE49-F238E27FC236}">
                <a16:creationId xmlns:a16="http://schemas.microsoft.com/office/drawing/2014/main" id="{3F69EE14-7A69-47A9-B183-A81695136D03}"/>
              </a:ext>
            </a:extLst>
          </p:cNvPr>
          <p:cNvSpPr>
            <a:spLocks noGrp="1"/>
          </p:cNvSpPr>
          <p:nvPr/>
        </p:nvSpPr>
        <p:spPr>
          <a:xfrm>
            <a:off x="9963944" y="3419031"/>
            <a:ext cx="3090368" cy="2990679"/>
          </a:xfrm>
          <a:custGeom>
            <a:avLst/>
            <a:gdLst/>
            <a:ahLst/>
            <a:cxnLst/>
            <a:rect l="0" t="0" r="0" b="0"/>
            <a:pathLst>
              <a:path w="3090368" h="2990679">
                <a:moveTo>
                  <a:pt x="0" y="0"/>
                </a:moveTo>
                <a:lnTo>
                  <a:pt x="3090368" y="2990679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41_1">
            <a:extLst>
              <a:ext uri="{FF2B5EF4-FFF2-40B4-BE49-F238E27FC236}">
                <a16:creationId xmlns:a16="http://schemas.microsoft.com/office/drawing/2014/main" id="{C0E67527-D8B5-4F8E-8737-DBFF747901D0}"/>
              </a:ext>
            </a:extLst>
          </p:cNvPr>
          <p:cNvSpPr>
            <a:spLocks noGrp="1"/>
          </p:cNvSpPr>
          <p:nvPr/>
        </p:nvSpPr>
        <p:spPr>
          <a:xfrm>
            <a:off x="9963944" y="3419031"/>
            <a:ext cx="3090368" cy="1794407"/>
          </a:xfrm>
          <a:custGeom>
            <a:avLst/>
            <a:gdLst/>
            <a:ahLst/>
            <a:cxnLst/>
            <a:rect l="0" t="0" r="0" b="0"/>
            <a:pathLst>
              <a:path w="3090368" h="1794407">
                <a:moveTo>
                  <a:pt x="0" y="0"/>
                </a:moveTo>
                <a:lnTo>
                  <a:pt x="3090368" y="1794407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42_1">
            <a:extLst>
              <a:ext uri="{FF2B5EF4-FFF2-40B4-BE49-F238E27FC236}">
                <a16:creationId xmlns:a16="http://schemas.microsoft.com/office/drawing/2014/main" id="{FDD634EC-C649-41EC-8DFE-0039BF9F5202}"/>
              </a:ext>
            </a:extLst>
          </p:cNvPr>
          <p:cNvSpPr>
            <a:spLocks noGrp="1"/>
          </p:cNvSpPr>
          <p:nvPr/>
        </p:nvSpPr>
        <p:spPr>
          <a:xfrm>
            <a:off x="9963944" y="3419031"/>
            <a:ext cx="3090368" cy="598136"/>
          </a:xfrm>
          <a:custGeom>
            <a:avLst/>
            <a:gdLst/>
            <a:ahLst/>
            <a:cxnLst/>
            <a:rect l="0" t="0" r="0" b="0"/>
            <a:pathLst>
              <a:path w="3090368" h="598136">
                <a:moveTo>
                  <a:pt x="0" y="0"/>
                </a:moveTo>
                <a:lnTo>
                  <a:pt x="3090368" y="59813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43_1">
            <a:extLst>
              <a:ext uri="{FF2B5EF4-FFF2-40B4-BE49-F238E27FC236}">
                <a16:creationId xmlns:a16="http://schemas.microsoft.com/office/drawing/2014/main" id="{020DF7D7-6016-4EDC-9023-E880E738C021}"/>
              </a:ext>
            </a:extLst>
          </p:cNvPr>
          <p:cNvSpPr>
            <a:spLocks noGrp="1"/>
          </p:cNvSpPr>
          <p:nvPr/>
        </p:nvSpPr>
        <p:spPr>
          <a:xfrm>
            <a:off x="9963944" y="2820895"/>
            <a:ext cx="3090368" cy="598136"/>
          </a:xfrm>
          <a:custGeom>
            <a:avLst/>
            <a:gdLst/>
            <a:ahLst/>
            <a:cxnLst/>
            <a:rect l="0" t="0" r="0" b="0"/>
            <a:pathLst>
              <a:path w="3090368" h="598136">
                <a:moveTo>
                  <a:pt x="0" y="598136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44_1">
            <a:extLst>
              <a:ext uri="{FF2B5EF4-FFF2-40B4-BE49-F238E27FC236}">
                <a16:creationId xmlns:a16="http://schemas.microsoft.com/office/drawing/2014/main" id="{05A025D8-C017-4575-9458-EAD3822101DC}"/>
              </a:ext>
            </a:extLst>
          </p:cNvPr>
          <p:cNvSpPr>
            <a:spLocks noGrp="1"/>
          </p:cNvSpPr>
          <p:nvPr/>
        </p:nvSpPr>
        <p:spPr>
          <a:xfrm>
            <a:off x="9963944" y="1624624"/>
            <a:ext cx="3090368" cy="1794407"/>
          </a:xfrm>
          <a:custGeom>
            <a:avLst/>
            <a:gdLst/>
            <a:ahLst/>
            <a:cxnLst/>
            <a:rect l="0" t="0" r="0" b="0"/>
            <a:pathLst>
              <a:path w="3090368" h="1794407">
                <a:moveTo>
                  <a:pt x="0" y="1794407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45_1">
            <a:extLst>
              <a:ext uri="{FF2B5EF4-FFF2-40B4-BE49-F238E27FC236}">
                <a16:creationId xmlns:a16="http://schemas.microsoft.com/office/drawing/2014/main" id="{B6A94E42-E6D3-4986-8DD2-901709024A7F}"/>
              </a:ext>
            </a:extLst>
          </p:cNvPr>
          <p:cNvSpPr>
            <a:spLocks noGrp="1"/>
          </p:cNvSpPr>
          <p:nvPr/>
        </p:nvSpPr>
        <p:spPr>
          <a:xfrm>
            <a:off x="9963944" y="428353"/>
            <a:ext cx="3090368" cy="2990679"/>
          </a:xfrm>
          <a:custGeom>
            <a:avLst/>
            <a:gdLst/>
            <a:ahLst/>
            <a:cxnLst/>
            <a:rect l="0" t="0" r="0" b="0"/>
            <a:pathLst>
              <a:path w="3090368" h="2990679">
                <a:moveTo>
                  <a:pt x="0" y="2990679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46_1">
            <a:extLst>
              <a:ext uri="{FF2B5EF4-FFF2-40B4-BE49-F238E27FC236}">
                <a16:creationId xmlns:a16="http://schemas.microsoft.com/office/drawing/2014/main" id="{410D6E71-2361-4530-A2C3-641848E73DEA}"/>
              </a:ext>
            </a:extLst>
          </p:cNvPr>
          <p:cNvSpPr>
            <a:spLocks noGrp="1"/>
          </p:cNvSpPr>
          <p:nvPr/>
        </p:nvSpPr>
        <p:spPr>
          <a:xfrm>
            <a:off x="9963944" y="2222760"/>
            <a:ext cx="3090368" cy="4186950"/>
          </a:xfrm>
          <a:custGeom>
            <a:avLst/>
            <a:gdLst/>
            <a:ahLst/>
            <a:cxnLst/>
            <a:rect l="0" t="0" r="0" b="0"/>
            <a:pathLst>
              <a:path w="3090368" h="4186950">
                <a:moveTo>
                  <a:pt x="0" y="0"/>
                </a:moveTo>
                <a:lnTo>
                  <a:pt x="3090368" y="418695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47_1">
            <a:extLst>
              <a:ext uri="{FF2B5EF4-FFF2-40B4-BE49-F238E27FC236}">
                <a16:creationId xmlns:a16="http://schemas.microsoft.com/office/drawing/2014/main" id="{47B86F27-82EE-47B3-993E-C6CFAAE7FC6F}"/>
              </a:ext>
            </a:extLst>
          </p:cNvPr>
          <p:cNvSpPr>
            <a:spLocks noGrp="1"/>
          </p:cNvSpPr>
          <p:nvPr/>
        </p:nvSpPr>
        <p:spPr>
          <a:xfrm>
            <a:off x="9963944" y="2222760"/>
            <a:ext cx="3090368" cy="2990679"/>
          </a:xfrm>
          <a:custGeom>
            <a:avLst/>
            <a:gdLst/>
            <a:ahLst/>
            <a:cxnLst/>
            <a:rect l="0" t="0" r="0" b="0"/>
            <a:pathLst>
              <a:path w="3090368" h="2990679">
                <a:moveTo>
                  <a:pt x="0" y="0"/>
                </a:moveTo>
                <a:lnTo>
                  <a:pt x="3090368" y="2990679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48_1">
            <a:extLst>
              <a:ext uri="{FF2B5EF4-FFF2-40B4-BE49-F238E27FC236}">
                <a16:creationId xmlns:a16="http://schemas.microsoft.com/office/drawing/2014/main" id="{FB509F2E-E422-4C61-99F8-AC64B82D26DF}"/>
              </a:ext>
            </a:extLst>
          </p:cNvPr>
          <p:cNvSpPr>
            <a:spLocks noGrp="1"/>
          </p:cNvSpPr>
          <p:nvPr/>
        </p:nvSpPr>
        <p:spPr>
          <a:xfrm>
            <a:off x="9963944" y="2222760"/>
            <a:ext cx="3090368" cy="1794407"/>
          </a:xfrm>
          <a:custGeom>
            <a:avLst/>
            <a:gdLst/>
            <a:ahLst/>
            <a:cxnLst/>
            <a:rect l="0" t="0" r="0" b="0"/>
            <a:pathLst>
              <a:path w="3090368" h="1794407">
                <a:moveTo>
                  <a:pt x="0" y="0"/>
                </a:moveTo>
                <a:lnTo>
                  <a:pt x="3090368" y="1794407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49_1">
            <a:extLst>
              <a:ext uri="{FF2B5EF4-FFF2-40B4-BE49-F238E27FC236}">
                <a16:creationId xmlns:a16="http://schemas.microsoft.com/office/drawing/2014/main" id="{66864125-4ED7-4E8D-BB79-E9D24BBB3E23}"/>
              </a:ext>
            </a:extLst>
          </p:cNvPr>
          <p:cNvSpPr>
            <a:spLocks noGrp="1"/>
          </p:cNvSpPr>
          <p:nvPr/>
        </p:nvSpPr>
        <p:spPr>
          <a:xfrm>
            <a:off x="9963944" y="2222760"/>
            <a:ext cx="3090368" cy="598136"/>
          </a:xfrm>
          <a:custGeom>
            <a:avLst/>
            <a:gdLst/>
            <a:ahLst/>
            <a:cxnLst/>
            <a:rect l="0" t="0" r="0" b="0"/>
            <a:pathLst>
              <a:path w="3090368" h="598136">
                <a:moveTo>
                  <a:pt x="0" y="0"/>
                </a:moveTo>
                <a:lnTo>
                  <a:pt x="3090368" y="59813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50_1">
            <a:extLst>
              <a:ext uri="{FF2B5EF4-FFF2-40B4-BE49-F238E27FC236}">
                <a16:creationId xmlns:a16="http://schemas.microsoft.com/office/drawing/2014/main" id="{6BC14C40-4372-4742-9B1B-6D23753DB73E}"/>
              </a:ext>
            </a:extLst>
          </p:cNvPr>
          <p:cNvSpPr>
            <a:spLocks noGrp="1"/>
          </p:cNvSpPr>
          <p:nvPr/>
        </p:nvSpPr>
        <p:spPr>
          <a:xfrm>
            <a:off x="9963944" y="1624624"/>
            <a:ext cx="3090368" cy="598136"/>
          </a:xfrm>
          <a:custGeom>
            <a:avLst/>
            <a:gdLst/>
            <a:ahLst/>
            <a:cxnLst/>
            <a:rect l="0" t="0" r="0" b="0"/>
            <a:pathLst>
              <a:path w="3090368" h="598136">
                <a:moveTo>
                  <a:pt x="0" y="598136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51_1">
            <a:extLst>
              <a:ext uri="{FF2B5EF4-FFF2-40B4-BE49-F238E27FC236}">
                <a16:creationId xmlns:a16="http://schemas.microsoft.com/office/drawing/2014/main" id="{4F1007CC-E135-4C66-BDAB-A711F232198C}"/>
              </a:ext>
            </a:extLst>
          </p:cNvPr>
          <p:cNvSpPr>
            <a:spLocks noGrp="1"/>
          </p:cNvSpPr>
          <p:nvPr/>
        </p:nvSpPr>
        <p:spPr>
          <a:xfrm>
            <a:off x="9963944" y="428353"/>
            <a:ext cx="3090368" cy="1794407"/>
          </a:xfrm>
          <a:custGeom>
            <a:avLst/>
            <a:gdLst/>
            <a:ahLst/>
            <a:cxnLst/>
            <a:rect l="0" t="0" r="0" b="0"/>
            <a:pathLst>
              <a:path w="3090368" h="1794407">
                <a:moveTo>
                  <a:pt x="0" y="1794407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52_1">
            <a:extLst>
              <a:ext uri="{FF2B5EF4-FFF2-40B4-BE49-F238E27FC236}">
                <a16:creationId xmlns:a16="http://schemas.microsoft.com/office/drawing/2014/main" id="{2612267B-C176-4A0D-B351-33A6067F2B1F}"/>
              </a:ext>
            </a:extLst>
          </p:cNvPr>
          <p:cNvSpPr>
            <a:spLocks noGrp="1"/>
          </p:cNvSpPr>
          <p:nvPr/>
        </p:nvSpPr>
        <p:spPr>
          <a:xfrm>
            <a:off x="9963944" y="1026488"/>
            <a:ext cx="3090368" cy="5383221"/>
          </a:xfrm>
          <a:custGeom>
            <a:avLst/>
            <a:gdLst/>
            <a:ahLst/>
            <a:cxnLst/>
            <a:rect l="0" t="0" r="0" b="0"/>
            <a:pathLst>
              <a:path w="3090368" h="5383221">
                <a:moveTo>
                  <a:pt x="0" y="0"/>
                </a:moveTo>
                <a:lnTo>
                  <a:pt x="3090368" y="5383221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53_1">
            <a:extLst>
              <a:ext uri="{FF2B5EF4-FFF2-40B4-BE49-F238E27FC236}">
                <a16:creationId xmlns:a16="http://schemas.microsoft.com/office/drawing/2014/main" id="{50373FB2-C30B-41AB-B7B7-02A29973D5F7}"/>
              </a:ext>
            </a:extLst>
          </p:cNvPr>
          <p:cNvSpPr>
            <a:spLocks noGrp="1"/>
          </p:cNvSpPr>
          <p:nvPr/>
        </p:nvSpPr>
        <p:spPr>
          <a:xfrm>
            <a:off x="9963944" y="1026488"/>
            <a:ext cx="3090368" cy="4186950"/>
          </a:xfrm>
          <a:custGeom>
            <a:avLst/>
            <a:gdLst/>
            <a:ahLst/>
            <a:cxnLst/>
            <a:rect l="0" t="0" r="0" b="0"/>
            <a:pathLst>
              <a:path w="3090368" h="4186950">
                <a:moveTo>
                  <a:pt x="0" y="0"/>
                </a:moveTo>
                <a:lnTo>
                  <a:pt x="3090368" y="418695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54_1">
            <a:extLst>
              <a:ext uri="{FF2B5EF4-FFF2-40B4-BE49-F238E27FC236}">
                <a16:creationId xmlns:a16="http://schemas.microsoft.com/office/drawing/2014/main" id="{A7911C40-231A-4B6A-AE22-77A862F2817A}"/>
              </a:ext>
            </a:extLst>
          </p:cNvPr>
          <p:cNvSpPr>
            <a:spLocks noGrp="1"/>
          </p:cNvSpPr>
          <p:nvPr/>
        </p:nvSpPr>
        <p:spPr>
          <a:xfrm>
            <a:off x="9963944" y="1026488"/>
            <a:ext cx="3090368" cy="2990679"/>
          </a:xfrm>
          <a:custGeom>
            <a:avLst/>
            <a:gdLst/>
            <a:ahLst/>
            <a:cxnLst/>
            <a:rect l="0" t="0" r="0" b="0"/>
            <a:pathLst>
              <a:path w="3090368" h="2990679">
                <a:moveTo>
                  <a:pt x="0" y="0"/>
                </a:moveTo>
                <a:lnTo>
                  <a:pt x="3090368" y="2990679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55_1">
            <a:extLst>
              <a:ext uri="{FF2B5EF4-FFF2-40B4-BE49-F238E27FC236}">
                <a16:creationId xmlns:a16="http://schemas.microsoft.com/office/drawing/2014/main" id="{0EBF6FF6-5882-4E42-A45E-9D8C65FCEA49}"/>
              </a:ext>
            </a:extLst>
          </p:cNvPr>
          <p:cNvSpPr>
            <a:spLocks noGrp="1"/>
          </p:cNvSpPr>
          <p:nvPr/>
        </p:nvSpPr>
        <p:spPr>
          <a:xfrm>
            <a:off x="9963944" y="1026488"/>
            <a:ext cx="3090368" cy="1794407"/>
          </a:xfrm>
          <a:custGeom>
            <a:avLst/>
            <a:gdLst/>
            <a:ahLst/>
            <a:cxnLst/>
            <a:rect l="0" t="0" r="0" b="0"/>
            <a:pathLst>
              <a:path w="3090368" h="1794407">
                <a:moveTo>
                  <a:pt x="0" y="0"/>
                </a:moveTo>
                <a:lnTo>
                  <a:pt x="3090368" y="1794407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56_1">
            <a:extLst>
              <a:ext uri="{FF2B5EF4-FFF2-40B4-BE49-F238E27FC236}">
                <a16:creationId xmlns:a16="http://schemas.microsoft.com/office/drawing/2014/main" id="{70C74660-6EE7-4F13-BDFF-9BC0CF1BC447}"/>
              </a:ext>
            </a:extLst>
          </p:cNvPr>
          <p:cNvSpPr>
            <a:spLocks noGrp="1"/>
          </p:cNvSpPr>
          <p:nvPr/>
        </p:nvSpPr>
        <p:spPr>
          <a:xfrm>
            <a:off x="9963944" y="1026488"/>
            <a:ext cx="3090368" cy="598136"/>
          </a:xfrm>
          <a:custGeom>
            <a:avLst/>
            <a:gdLst/>
            <a:ahLst/>
            <a:cxnLst/>
            <a:rect l="0" t="0" r="0" b="0"/>
            <a:pathLst>
              <a:path w="3090368" h="598136">
                <a:moveTo>
                  <a:pt x="0" y="0"/>
                </a:moveTo>
                <a:lnTo>
                  <a:pt x="3090368" y="59813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57_1">
            <a:extLst>
              <a:ext uri="{FF2B5EF4-FFF2-40B4-BE49-F238E27FC236}">
                <a16:creationId xmlns:a16="http://schemas.microsoft.com/office/drawing/2014/main" id="{83A9E12A-E5F5-4052-9319-93D6AD82F7CF}"/>
              </a:ext>
            </a:extLst>
          </p:cNvPr>
          <p:cNvSpPr>
            <a:spLocks noGrp="1"/>
          </p:cNvSpPr>
          <p:nvPr/>
        </p:nvSpPr>
        <p:spPr>
          <a:xfrm>
            <a:off x="9963944" y="428353"/>
            <a:ext cx="3090368" cy="598136"/>
          </a:xfrm>
          <a:custGeom>
            <a:avLst/>
            <a:gdLst/>
            <a:ahLst/>
            <a:cxnLst/>
            <a:rect l="0" t="0" r="0" b="0"/>
            <a:pathLst>
              <a:path w="3090368" h="598136">
                <a:moveTo>
                  <a:pt x="0" y="598136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499_1">
            <a:extLst>
              <a:ext uri="{FF2B5EF4-FFF2-40B4-BE49-F238E27FC236}">
                <a16:creationId xmlns:a16="http://schemas.microsoft.com/office/drawing/2014/main" id="{5829488C-9955-44D0-B183-2A85D2BB57A5}"/>
              </a:ext>
            </a:extLst>
          </p:cNvPr>
          <p:cNvSpPr>
            <a:spLocks noGrp="1"/>
          </p:cNvSpPr>
          <p:nvPr/>
        </p:nvSpPr>
        <p:spPr>
          <a:xfrm>
            <a:off x="5204778" y="3333306"/>
            <a:ext cx="1246116" cy="171450"/>
          </a:xfrm>
          <a:custGeom>
            <a:avLst/>
            <a:gdLst/>
            <a:ahLst/>
            <a:cxnLst/>
            <a:rect l="0" t="0" r="0" b="0"/>
            <a:pathLst>
              <a:path w="1246116" h="171450">
                <a:moveTo>
                  <a:pt x="0" y="104775"/>
                </a:moveTo>
                <a:lnTo>
                  <a:pt x="1074666" y="104775"/>
                </a:lnTo>
                <a:lnTo>
                  <a:pt x="1074666" y="171450"/>
                </a:lnTo>
                <a:lnTo>
                  <a:pt x="1246116" y="85725"/>
                </a:lnTo>
                <a:lnTo>
                  <a:pt x="1074666" y="0"/>
                </a:lnTo>
                <a:lnTo>
                  <a:pt x="1074666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to500_0_1">
            <a:extLst>
              <a:ext uri="{FF2B5EF4-FFF2-40B4-BE49-F238E27FC236}">
                <a16:creationId xmlns:a16="http://schemas.microsoft.com/office/drawing/2014/main" id="{F2272847-AA2E-41C6-A3EA-16F2D4A0EB7C}"/>
              </a:ext>
            </a:extLst>
          </p:cNvPr>
          <p:cNvSpPr>
            <a:spLocks noGrp="1"/>
          </p:cNvSpPr>
          <p:nvPr/>
        </p:nvSpPr>
        <p:spPr>
          <a:xfrm>
            <a:off x="5277234" y="2914991"/>
            <a:ext cx="1120253" cy="3513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13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13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pPr>
            <a:r>
              <a:rPr sz="2213" b="1">
                <a:solidFill>
                  <a:srgbClr val="FFFF00"/>
                </a:solidFill>
                <a:latin typeface="Consolas"/>
                <a:ea typeface="Consolas"/>
                <a:cs typeface="Consolas"/>
              </a:rPr>
              <a:t>Flatten</a:t>
            </a:r>
          </a:p>
        </p:txBody>
      </p:sp>
      <p:sp>
        <p:nvSpPr>
          <p:cNvPr id="52" name="anim_o3_1">
            <a:extLst>
              <a:ext uri="{FF2B5EF4-FFF2-40B4-BE49-F238E27FC236}">
                <a16:creationId xmlns:a16="http://schemas.microsoft.com/office/drawing/2014/main" id="{BB5899FA-87F4-4029-BAEB-1B3DDEB76FB3}"/>
              </a:ext>
            </a:extLst>
          </p:cNvPr>
          <p:cNvSpPr>
            <a:spLocks noGrp="1"/>
          </p:cNvSpPr>
          <p:nvPr/>
        </p:nvSpPr>
        <p:spPr>
          <a:xfrm>
            <a:off x="9700764" y="5548394"/>
            <a:ext cx="526359" cy="526359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o4_1">
            <a:extLst>
              <a:ext uri="{FF2B5EF4-FFF2-40B4-BE49-F238E27FC236}">
                <a16:creationId xmlns:a16="http://schemas.microsoft.com/office/drawing/2014/main" id="{38929DB8-CA07-44B2-A5B9-43AC0B6A2BBC}"/>
              </a:ext>
            </a:extLst>
          </p:cNvPr>
          <p:cNvSpPr>
            <a:spLocks noGrp="1"/>
          </p:cNvSpPr>
          <p:nvPr/>
        </p:nvSpPr>
        <p:spPr>
          <a:xfrm>
            <a:off x="9700764" y="4352123"/>
            <a:ext cx="526359" cy="526359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4" name="anim_o5_1">
            <a:extLst>
              <a:ext uri="{FF2B5EF4-FFF2-40B4-BE49-F238E27FC236}">
                <a16:creationId xmlns:a16="http://schemas.microsoft.com/office/drawing/2014/main" id="{C2DE25F1-472F-43AE-8C56-631611A044F7}"/>
              </a:ext>
            </a:extLst>
          </p:cNvPr>
          <p:cNvSpPr>
            <a:spLocks noGrp="1"/>
          </p:cNvSpPr>
          <p:nvPr/>
        </p:nvSpPr>
        <p:spPr>
          <a:xfrm>
            <a:off x="9700764" y="3155851"/>
            <a:ext cx="526359" cy="526359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5" name="anim_o6_1">
            <a:extLst>
              <a:ext uri="{FF2B5EF4-FFF2-40B4-BE49-F238E27FC236}">
                <a16:creationId xmlns:a16="http://schemas.microsoft.com/office/drawing/2014/main" id="{C12C1C3E-7A4A-4CD3-940C-09DC3846330D}"/>
              </a:ext>
            </a:extLst>
          </p:cNvPr>
          <p:cNvSpPr>
            <a:spLocks noGrp="1"/>
          </p:cNvSpPr>
          <p:nvPr/>
        </p:nvSpPr>
        <p:spPr>
          <a:xfrm>
            <a:off x="9700764" y="1959580"/>
            <a:ext cx="526359" cy="526359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6" name="anim_o7_1">
            <a:extLst>
              <a:ext uri="{FF2B5EF4-FFF2-40B4-BE49-F238E27FC236}">
                <a16:creationId xmlns:a16="http://schemas.microsoft.com/office/drawing/2014/main" id="{7021AD34-953D-4564-BB20-CD6BE16E2B69}"/>
              </a:ext>
            </a:extLst>
          </p:cNvPr>
          <p:cNvSpPr>
            <a:spLocks noGrp="1"/>
          </p:cNvSpPr>
          <p:nvPr/>
        </p:nvSpPr>
        <p:spPr>
          <a:xfrm>
            <a:off x="9700764" y="763309"/>
            <a:ext cx="526359" cy="526359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7" name="anim_o172_1">
            <a:extLst>
              <a:ext uri="{FF2B5EF4-FFF2-40B4-BE49-F238E27FC236}">
                <a16:creationId xmlns:a16="http://schemas.microsoft.com/office/drawing/2014/main" id="{C54EC958-C04D-44C5-A0DC-49573E000447}"/>
              </a:ext>
            </a:extLst>
          </p:cNvPr>
          <p:cNvSpPr>
            <a:spLocks noGrp="1"/>
          </p:cNvSpPr>
          <p:nvPr/>
        </p:nvSpPr>
        <p:spPr>
          <a:xfrm>
            <a:off x="9700764" y="5548394"/>
            <a:ext cx="526359" cy="526359"/>
          </a:xfrm>
          <a:prstGeom prst="ellipse">
            <a:avLst/>
          </a:prstGeom>
          <a:solidFill>
            <a:srgbClr val="83C167">
              <a:alpha val="10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" name="anim_o173_1">
            <a:extLst>
              <a:ext uri="{FF2B5EF4-FFF2-40B4-BE49-F238E27FC236}">
                <a16:creationId xmlns:a16="http://schemas.microsoft.com/office/drawing/2014/main" id="{851B4E02-5E70-4A41-B3DC-269909BE5EF8}"/>
              </a:ext>
            </a:extLst>
          </p:cNvPr>
          <p:cNvSpPr>
            <a:spLocks noGrp="1"/>
          </p:cNvSpPr>
          <p:nvPr/>
        </p:nvSpPr>
        <p:spPr>
          <a:xfrm>
            <a:off x="9700764" y="4352123"/>
            <a:ext cx="526359" cy="526359"/>
          </a:xfrm>
          <a:prstGeom prst="ellipse">
            <a:avLst/>
          </a:prstGeom>
          <a:solidFill>
            <a:srgbClr val="83C167">
              <a:alpha val="10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o174_1">
            <a:extLst>
              <a:ext uri="{FF2B5EF4-FFF2-40B4-BE49-F238E27FC236}">
                <a16:creationId xmlns:a16="http://schemas.microsoft.com/office/drawing/2014/main" id="{F7A49B69-8330-4E38-A632-6F9C7500DC22}"/>
              </a:ext>
            </a:extLst>
          </p:cNvPr>
          <p:cNvSpPr>
            <a:spLocks noGrp="1"/>
          </p:cNvSpPr>
          <p:nvPr/>
        </p:nvSpPr>
        <p:spPr>
          <a:xfrm>
            <a:off x="9700764" y="3155851"/>
            <a:ext cx="526359" cy="526359"/>
          </a:xfrm>
          <a:prstGeom prst="ellipse">
            <a:avLst/>
          </a:prstGeom>
          <a:solidFill>
            <a:srgbClr val="83C167">
              <a:alpha val="10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0" name="anim_o175_1">
            <a:extLst>
              <a:ext uri="{FF2B5EF4-FFF2-40B4-BE49-F238E27FC236}">
                <a16:creationId xmlns:a16="http://schemas.microsoft.com/office/drawing/2014/main" id="{69F50C52-A4A9-45EC-954A-2FB9059611CE}"/>
              </a:ext>
            </a:extLst>
          </p:cNvPr>
          <p:cNvSpPr>
            <a:spLocks noGrp="1"/>
          </p:cNvSpPr>
          <p:nvPr/>
        </p:nvSpPr>
        <p:spPr>
          <a:xfrm>
            <a:off x="9700764" y="1959580"/>
            <a:ext cx="526359" cy="526359"/>
          </a:xfrm>
          <a:prstGeom prst="ellipse">
            <a:avLst/>
          </a:prstGeom>
          <a:solidFill>
            <a:srgbClr val="83C167">
              <a:alpha val="10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" name="anim_o176_1">
            <a:extLst>
              <a:ext uri="{FF2B5EF4-FFF2-40B4-BE49-F238E27FC236}">
                <a16:creationId xmlns:a16="http://schemas.microsoft.com/office/drawing/2014/main" id="{9B197595-90A5-4751-9EED-B28F55DD1F88}"/>
              </a:ext>
            </a:extLst>
          </p:cNvPr>
          <p:cNvSpPr>
            <a:spLocks noGrp="1"/>
          </p:cNvSpPr>
          <p:nvPr/>
        </p:nvSpPr>
        <p:spPr>
          <a:xfrm>
            <a:off x="9700764" y="763309"/>
            <a:ext cx="526359" cy="526359"/>
          </a:xfrm>
          <a:prstGeom prst="ellipse">
            <a:avLst/>
          </a:prstGeom>
          <a:solidFill>
            <a:srgbClr val="83C167">
              <a:alpha val="10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2" name="anim_o479_1">
            <a:extLst>
              <a:ext uri="{FF2B5EF4-FFF2-40B4-BE49-F238E27FC236}">
                <a16:creationId xmlns:a16="http://schemas.microsoft.com/office/drawing/2014/main" id="{25E437BB-D34D-4D93-8BB7-C3CE64EB15AE}"/>
              </a:ext>
            </a:extLst>
          </p:cNvPr>
          <p:cNvSpPr>
            <a:spLocks noGrp="1"/>
          </p:cNvSpPr>
          <p:nvPr/>
        </p:nvSpPr>
        <p:spPr>
          <a:xfrm>
            <a:off x="6600428" y="1824003"/>
            <a:ext cx="1794407" cy="3190057"/>
          </a:xfrm>
          <a:prstGeom prst="roundRect">
            <a:avLst>
              <a:gd name="adj" fmla="val 4247"/>
            </a:avLst>
          </a:prstGeom>
          <a:solidFill>
            <a:srgbClr val="9A72AC">
              <a:alpha val="30000"/>
            </a:srgbClr>
          </a:solidFill>
          <a:ln w="19050">
            <a:solidFill>
              <a:srgbClr val="CAA3E8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3" name="anim_to486_0_1">
            <a:extLst>
              <a:ext uri="{FF2B5EF4-FFF2-40B4-BE49-F238E27FC236}">
                <a16:creationId xmlns:a16="http://schemas.microsoft.com/office/drawing/2014/main" id="{1299B51A-9C49-48C2-93F0-CCCB0D236C61}"/>
              </a:ext>
            </a:extLst>
          </p:cNvPr>
          <p:cNvSpPr>
            <a:spLocks noGrp="1"/>
          </p:cNvSpPr>
          <p:nvPr/>
        </p:nvSpPr>
        <p:spPr>
          <a:xfrm>
            <a:off x="6113943" y="5331366"/>
            <a:ext cx="2786426" cy="7807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918" b="1">
                <a:solidFill>
                  <a:srgbClr val="CAA3E8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918" b="1">
                <a:solidFill>
                  <a:srgbClr val="CAA3E8"/>
                </a:solidFill>
                <a:latin typeface="Consolas"/>
                <a:ea typeface="Consolas"/>
                <a:cs typeface="Consolas"/>
              </a:defRPr>
            </a:pPr>
            <a:r>
              <a:rPr sz="4918" b="1">
                <a:solidFill>
                  <a:srgbClr val="CAA3E8"/>
                </a:solidFill>
                <a:latin typeface="Consolas"/>
                <a:ea typeface="Consolas"/>
                <a:cs typeface="Consolas"/>
              </a:rPr>
              <a:t>Features</a:t>
            </a:r>
          </a:p>
        </p:txBody>
      </p:sp>
      <p:sp>
        <p:nvSpPr>
          <p:cNvPr id="64" name="anim_o481_1">
            <a:extLst>
              <a:ext uri="{FF2B5EF4-FFF2-40B4-BE49-F238E27FC236}">
                <a16:creationId xmlns:a16="http://schemas.microsoft.com/office/drawing/2014/main" id="{AAFA18E0-090D-4B89-AFA3-FF835F151954}"/>
              </a:ext>
            </a:extLst>
          </p:cNvPr>
          <p:cNvSpPr>
            <a:spLocks noGrp="1"/>
          </p:cNvSpPr>
          <p:nvPr/>
        </p:nvSpPr>
        <p:spPr>
          <a:xfrm>
            <a:off x="7298253" y="2123070"/>
            <a:ext cx="398757" cy="398757"/>
          </a:xfrm>
          <a:prstGeom prst="ellipse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5" name="anim_o482_1">
            <a:extLst>
              <a:ext uri="{FF2B5EF4-FFF2-40B4-BE49-F238E27FC236}">
                <a16:creationId xmlns:a16="http://schemas.microsoft.com/office/drawing/2014/main" id="{6F7C4B2C-9FA8-47FB-B2BE-1C7955154816}"/>
              </a:ext>
            </a:extLst>
          </p:cNvPr>
          <p:cNvSpPr>
            <a:spLocks noGrp="1"/>
          </p:cNvSpPr>
          <p:nvPr/>
        </p:nvSpPr>
        <p:spPr>
          <a:xfrm>
            <a:off x="7298253" y="2671361"/>
            <a:ext cx="398757" cy="398757"/>
          </a:xfrm>
          <a:prstGeom prst="ellipse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6" name="anim_o483_1">
            <a:extLst>
              <a:ext uri="{FF2B5EF4-FFF2-40B4-BE49-F238E27FC236}">
                <a16:creationId xmlns:a16="http://schemas.microsoft.com/office/drawing/2014/main" id="{922A810A-A752-4496-B0E8-36EBA374B89A}"/>
              </a:ext>
            </a:extLst>
          </p:cNvPr>
          <p:cNvSpPr>
            <a:spLocks noGrp="1"/>
          </p:cNvSpPr>
          <p:nvPr/>
        </p:nvSpPr>
        <p:spPr>
          <a:xfrm>
            <a:off x="7298253" y="3219653"/>
            <a:ext cx="398757" cy="398757"/>
          </a:xfrm>
          <a:prstGeom prst="ellipse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7" name="anim_o484_1">
            <a:extLst>
              <a:ext uri="{FF2B5EF4-FFF2-40B4-BE49-F238E27FC236}">
                <a16:creationId xmlns:a16="http://schemas.microsoft.com/office/drawing/2014/main" id="{1CF63C7B-13D1-4517-B63F-AC6BCCDD001E}"/>
              </a:ext>
            </a:extLst>
          </p:cNvPr>
          <p:cNvSpPr>
            <a:spLocks noGrp="1"/>
          </p:cNvSpPr>
          <p:nvPr/>
        </p:nvSpPr>
        <p:spPr>
          <a:xfrm>
            <a:off x="7298253" y="3767944"/>
            <a:ext cx="398757" cy="398757"/>
          </a:xfrm>
          <a:prstGeom prst="ellipse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8" name="anim_o485_1">
            <a:extLst>
              <a:ext uri="{FF2B5EF4-FFF2-40B4-BE49-F238E27FC236}">
                <a16:creationId xmlns:a16="http://schemas.microsoft.com/office/drawing/2014/main" id="{6456C12D-8D93-411A-9E7E-BBA086D66C6E}"/>
              </a:ext>
            </a:extLst>
          </p:cNvPr>
          <p:cNvSpPr>
            <a:spLocks noGrp="1"/>
          </p:cNvSpPr>
          <p:nvPr/>
        </p:nvSpPr>
        <p:spPr>
          <a:xfrm>
            <a:off x="7298253" y="4316235"/>
            <a:ext cx="398757" cy="398757"/>
          </a:xfrm>
          <a:prstGeom prst="ellipse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9" name="anim_o58_1">
            <a:extLst>
              <a:ext uri="{FF2B5EF4-FFF2-40B4-BE49-F238E27FC236}">
                <a16:creationId xmlns:a16="http://schemas.microsoft.com/office/drawing/2014/main" id="{5B4463A5-4327-406E-94FA-286EC78BDF3D}"/>
              </a:ext>
            </a:extLst>
          </p:cNvPr>
          <p:cNvSpPr>
            <a:spLocks noGrp="1"/>
          </p:cNvSpPr>
          <p:nvPr/>
        </p:nvSpPr>
        <p:spPr>
          <a:xfrm>
            <a:off x="10063633" y="5213438"/>
            <a:ext cx="3090368" cy="1196271"/>
          </a:xfrm>
          <a:custGeom>
            <a:avLst/>
            <a:gdLst/>
            <a:ahLst/>
            <a:cxnLst/>
            <a:rect l="0" t="0" r="0" b="0"/>
            <a:pathLst>
              <a:path w="3090368" h="1196271">
                <a:moveTo>
                  <a:pt x="0" y="1196271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70" name="anim_o59_1">
            <a:extLst>
              <a:ext uri="{FF2B5EF4-FFF2-40B4-BE49-F238E27FC236}">
                <a16:creationId xmlns:a16="http://schemas.microsoft.com/office/drawing/2014/main" id="{2906C135-6C71-4A78-88BD-D71317CB7F6E}"/>
              </a:ext>
            </a:extLst>
          </p:cNvPr>
          <p:cNvSpPr>
            <a:spLocks noGrp="1"/>
          </p:cNvSpPr>
          <p:nvPr/>
        </p:nvSpPr>
        <p:spPr>
          <a:xfrm>
            <a:off x="10063633" y="4017167"/>
            <a:ext cx="3090368" cy="2392543"/>
          </a:xfrm>
          <a:custGeom>
            <a:avLst/>
            <a:gdLst/>
            <a:ahLst/>
            <a:cxnLst/>
            <a:rect l="0" t="0" r="0" b="0"/>
            <a:pathLst>
              <a:path w="3090368" h="2392543">
                <a:moveTo>
                  <a:pt x="0" y="2392543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71" name="anim_o60_1">
            <a:extLst>
              <a:ext uri="{FF2B5EF4-FFF2-40B4-BE49-F238E27FC236}">
                <a16:creationId xmlns:a16="http://schemas.microsoft.com/office/drawing/2014/main" id="{FEEA386A-3762-4D1A-88E7-972DF860A7A8}"/>
              </a:ext>
            </a:extLst>
          </p:cNvPr>
          <p:cNvSpPr>
            <a:spLocks noGrp="1"/>
          </p:cNvSpPr>
          <p:nvPr/>
        </p:nvSpPr>
        <p:spPr>
          <a:xfrm>
            <a:off x="10063633" y="2820895"/>
            <a:ext cx="3090368" cy="3588814"/>
          </a:xfrm>
          <a:custGeom>
            <a:avLst/>
            <a:gdLst/>
            <a:ahLst/>
            <a:cxnLst/>
            <a:rect l="0" t="0" r="0" b="0"/>
            <a:pathLst>
              <a:path w="3090368" h="3588814">
                <a:moveTo>
                  <a:pt x="0" y="3588814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72" name="anim_o61_1">
            <a:extLst>
              <a:ext uri="{FF2B5EF4-FFF2-40B4-BE49-F238E27FC236}">
                <a16:creationId xmlns:a16="http://schemas.microsoft.com/office/drawing/2014/main" id="{CEBCF0BA-D831-4717-A9E2-53E28C2D3417}"/>
              </a:ext>
            </a:extLst>
          </p:cNvPr>
          <p:cNvSpPr>
            <a:spLocks noGrp="1"/>
          </p:cNvSpPr>
          <p:nvPr/>
        </p:nvSpPr>
        <p:spPr>
          <a:xfrm>
            <a:off x="10063633" y="1624624"/>
            <a:ext cx="3090368" cy="4785086"/>
          </a:xfrm>
          <a:custGeom>
            <a:avLst/>
            <a:gdLst/>
            <a:ahLst/>
            <a:cxnLst/>
            <a:rect l="0" t="0" r="0" b="0"/>
            <a:pathLst>
              <a:path w="3090368" h="4785086">
                <a:moveTo>
                  <a:pt x="0" y="4785086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73" name="anim_o62_1">
            <a:extLst>
              <a:ext uri="{FF2B5EF4-FFF2-40B4-BE49-F238E27FC236}">
                <a16:creationId xmlns:a16="http://schemas.microsoft.com/office/drawing/2014/main" id="{75A5606E-2924-49C8-98C8-96E082E378E3}"/>
              </a:ext>
            </a:extLst>
          </p:cNvPr>
          <p:cNvSpPr>
            <a:spLocks noGrp="1"/>
          </p:cNvSpPr>
          <p:nvPr/>
        </p:nvSpPr>
        <p:spPr>
          <a:xfrm>
            <a:off x="10063633" y="5213438"/>
            <a:ext cx="3090368" cy="953"/>
          </a:xfrm>
          <a:custGeom>
            <a:avLst/>
            <a:gdLst/>
            <a:ahLst/>
            <a:cxnLst/>
            <a:rect l="0" t="0" r="0" b="0"/>
            <a:pathLst>
              <a:path w="3090368" h="953">
                <a:moveTo>
                  <a:pt x="0" y="0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74" name="anim_o63_1">
            <a:extLst>
              <a:ext uri="{FF2B5EF4-FFF2-40B4-BE49-F238E27FC236}">
                <a16:creationId xmlns:a16="http://schemas.microsoft.com/office/drawing/2014/main" id="{5D770D2E-3E04-4D0E-9B9D-C780373D7A8B}"/>
              </a:ext>
            </a:extLst>
          </p:cNvPr>
          <p:cNvSpPr>
            <a:spLocks noGrp="1"/>
          </p:cNvSpPr>
          <p:nvPr/>
        </p:nvSpPr>
        <p:spPr>
          <a:xfrm>
            <a:off x="10063633" y="4017167"/>
            <a:ext cx="3090368" cy="1196271"/>
          </a:xfrm>
          <a:custGeom>
            <a:avLst/>
            <a:gdLst/>
            <a:ahLst/>
            <a:cxnLst/>
            <a:rect l="0" t="0" r="0" b="0"/>
            <a:pathLst>
              <a:path w="3090368" h="1196271">
                <a:moveTo>
                  <a:pt x="0" y="1196271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75" name="anim_o64_1">
            <a:extLst>
              <a:ext uri="{FF2B5EF4-FFF2-40B4-BE49-F238E27FC236}">
                <a16:creationId xmlns:a16="http://schemas.microsoft.com/office/drawing/2014/main" id="{F1192B2B-3733-46CB-95CC-6A5824D152E1}"/>
              </a:ext>
            </a:extLst>
          </p:cNvPr>
          <p:cNvSpPr>
            <a:spLocks noGrp="1"/>
          </p:cNvSpPr>
          <p:nvPr/>
        </p:nvSpPr>
        <p:spPr>
          <a:xfrm>
            <a:off x="10063633" y="2820895"/>
            <a:ext cx="3090368" cy="2392543"/>
          </a:xfrm>
          <a:custGeom>
            <a:avLst/>
            <a:gdLst/>
            <a:ahLst/>
            <a:cxnLst/>
            <a:rect l="0" t="0" r="0" b="0"/>
            <a:pathLst>
              <a:path w="3090368" h="2392543">
                <a:moveTo>
                  <a:pt x="0" y="2392543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76" name="anim_o65_1">
            <a:extLst>
              <a:ext uri="{FF2B5EF4-FFF2-40B4-BE49-F238E27FC236}">
                <a16:creationId xmlns:a16="http://schemas.microsoft.com/office/drawing/2014/main" id="{A5C35FE2-5B00-4B5C-8A6E-8836C365F26F}"/>
              </a:ext>
            </a:extLst>
          </p:cNvPr>
          <p:cNvSpPr>
            <a:spLocks noGrp="1"/>
          </p:cNvSpPr>
          <p:nvPr/>
        </p:nvSpPr>
        <p:spPr>
          <a:xfrm>
            <a:off x="10063633" y="1624624"/>
            <a:ext cx="3090368" cy="3588814"/>
          </a:xfrm>
          <a:custGeom>
            <a:avLst/>
            <a:gdLst/>
            <a:ahLst/>
            <a:cxnLst/>
            <a:rect l="0" t="0" r="0" b="0"/>
            <a:pathLst>
              <a:path w="3090368" h="3588814">
                <a:moveTo>
                  <a:pt x="0" y="3588814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77" name="anim_o66_1">
            <a:extLst>
              <a:ext uri="{FF2B5EF4-FFF2-40B4-BE49-F238E27FC236}">
                <a16:creationId xmlns:a16="http://schemas.microsoft.com/office/drawing/2014/main" id="{F61CB59A-8096-4C30-B570-3FFE1FCF63F4}"/>
              </a:ext>
            </a:extLst>
          </p:cNvPr>
          <p:cNvSpPr>
            <a:spLocks noGrp="1"/>
          </p:cNvSpPr>
          <p:nvPr/>
        </p:nvSpPr>
        <p:spPr>
          <a:xfrm>
            <a:off x="10063633" y="4017167"/>
            <a:ext cx="3090368" cy="1196271"/>
          </a:xfrm>
          <a:custGeom>
            <a:avLst/>
            <a:gdLst/>
            <a:ahLst/>
            <a:cxnLst/>
            <a:rect l="0" t="0" r="0" b="0"/>
            <a:pathLst>
              <a:path w="3090368" h="1196271">
                <a:moveTo>
                  <a:pt x="0" y="0"/>
                </a:moveTo>
                <a:lnTo>
                  <a:pt x="3090368" y="1196271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78" name="anim_o67_1">
            <a:extLst>
              <a:ext uri="{FF2B5EF4-FFF2-40B4-BE49-F238E27FC236}">
                <a16:creationId xmlns:a16="http://schemas.microsoft.com/office/drawing/2014/main" id="{0D12AEC8-0949-427D-AD1B-61B6869E41C2}"/>
              </a:ext>
            </a:extLst>
          </p:cNvPr>
          <p:cNvSpPr>
            <a:spLocks noGrp="1"/>
          </p:cNvSpPr>
          <p:nvPr/>
        </p:nvSpPr>
        <p:spPr>
          <a:xfrm>
            <a:off x="10063633" y="4017167"/>
            <a:ext cx="3090368" cy="953"/>
          </a:xfrm>
          <a:custGeom>
            <a:avLst/>
            <a:gdLst/>
            <a:ahLst/>
            <a:cxnLst/>
            <a:rect l="0" t="0" r="0" b="0"/>
            <a:pathLst>
              <a:path w="3090368" h="953">
                <a:moveTo>
                  <a:pt x="0" y="0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79" name="anim_o68_1">
            <a:extLst>
              <a:ext uri="{FF2B5EF4-FFF2-40B4-BE49-F238E27FC236}">
                <a16:creationId xmlns:a16="http://schemas.microsoft.com/office/drawing/2014/main" id="{BC8DA219-B096-4E9B-80B4-34BBE5AFA83F}"/>
              </a:ext>
            </a:extLst>
          </p:cNvPr>
          <p:cNvSpPr>
            <a:spLocks noGrp="1"/>
          </p:cNvSpPr>
          <p:nvPr/>
        </p:nvSpPr>
        <p:spPr>
          <a:xfrm>
            <a:off x="10063633" y="2820895"/>
            <a:ext cx="3090368" cy="1196271"/>
          </a:xfrm>
          <a:custGeom>
            <a:avLst/>
            <a:gdLst/>
            <a:ahLst/>
            <a:cxnLst/>
            <a:rect l="0" t="0" r="0" b="0"/>
            <a:pathLst>
              <a:path w="3090368" h="1196271">
                <a:moveTo>
                  <a:pt x="0" y="1196271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80" name="anim_o69_1">
            <a:extLst>
              <a:ext uri="{FF2B5EF4-FFF2-40B4-BE49-F238E27FC236}">
                <a16:creationId xmlns:a16="http://schemas.microsoft.com/office/drawing/2014/main" id="{48CFEE60-CE6B-40E5-ACA2-BAADC8B01B3D}"/>
              </a:ext>
            </a:extLst>
          </p:cNvPr>
          <p:cNvSpPr>
            <a:spLocks noGrp="1"/>
          </p:cNvSpPr>
          <p:nvPr/>
        </p:nvSpPr>
        <p:spPr>
          <a:xfrm>
            <a:off x="10063633" y="1624624"/>
            <a:ext cx="3090368" cy="2392543"/>
          </a:xfrm>
          <a:custGeom>
            <a:avLst/>
            <a:gdLst/>
            <a:ahLst/>
            <a:cxnLst/>
            <a:rect l="0" t="0" r="0" b="0"/>
            <a:pathLst>
              <a:path w="3090368" h="2392543">
                <a:moveTo>
                  <a:pt x="0" y="2392543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81" name="anim_o70_1">
            <a:extLst>
              <a:ext uri="{FF2B5EF4-FFF2-40B4-BE49-F238E27FC236}">
                <a16:creationId xmlns:a16="http://schemas.microsoft.com/office/drawing/2014/main" id="{14BB71F0-674D-4B26-A890-2970C43E3A3C}"/>
              </a:ext>
            </a:extLst>
          </p:cNvPr>
          <p:cNvSpPr>
            <a:spLocks noGrp="1"/>
          </p:cNvSpPr>
          <p:nvPr/>
        </p:nvSpPr>
        <p:spPr>
          <a:xfrm>
            <a:off x="10063633" y="2820895"/>
            <a:ext cx="3090368" cy="2392543"/>
          </a:xfrm>
          <a:custGeom>
            <a:avLst/>
            <a:gdLst/>
            <a:ahLst/>
            <a:cxnLst/>
            <a:rect l="0" t="0" r="0" b="0"/>
            <a:pathLst>
              <a:path w="3090368" h="2392543">
                <a:moveTo>
                  <a:pt x="0" y="0"/>
                </a:moveTo>
                <a:lnTo>
                  <a:pt x="3090368" y="2392543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82" name="anim_o71_1">
            <a:extLst>
              <a:ext uri="{FF2B5EF4-FFF2-40B4-BE49-F238E27FC236}">
                <a16:creationId xmlns:a16="http://schemas.microsoft.com/office/drawing/2014/main" id="{38DF45DD-E958-4576-BAD9-09A773267BAE}"/>
              </a:ext>
            </a:extLst>
          </p:cNvPr>
          <p:cNvSpPr>
            <a:spLocks noGrp="1"/>
          </p:cNvSpPr>
          <p:nvPr/>
        </p:nvSpPr>
        <p:spPr>
          <a:xfrm>
            <a:off x="10063633" y="2820895"/>
            <a:ext cx="3090368" cy="1196271"/>
          </a:xfrm>
          <a:custGeom>
            <a:avLst/>
            <a:gdLst/>
            <a:ahLst/>
            <a:cxnLst/>
            <a:rect l="0" t="0" r="0" b="0"/>
            <a:pathLst>
              <a:path w="3090368" h="1196271">
                <a:moveTo>
                  <a:pt x="0" y="0"/>
                </a:moveTo>
                <a:lnTo>
                  <a:pt x="3090368" y="1196271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83" name="anim_o72_1">
            <a:extLst>
              <a:ext uri="{FF2B5EF4-FFF2-40B4-BE49-F238E27FC236}">
                <a16:creationId xmlns:a16="http://schemas.microsoft.com/office/drawing/2014/main" id="{7F24DA2D-1A1B-45EB-9095-93A6A2CDDBAA}"/>
              </a:ext>
            </a:extLst>
          </p:cNvPr>
          <p:cNvSpPr>
            <a:spLocks noGrp="1"/>
          </p:cNvSpPr>
          <p:nvPr/>
        </p:nvSpPr>
        <p:spPr>
          <a:xfrm>
            <a:off x="10063633" y="2820895"/>
            <a:ext cx="3090368" cy="953"/>
          </a:xfrm>
          <a:custGeom>
            <a:avLst/>
            <a:gdLst/>
            <a:ahLst/>
            <a:cxnLst/>
            <a:rect l="0" t="0" r="0" b="0"/>
            <a:pathLst>
              <a:path w="3090368" h="953">
                <a:moveTo>
                  <a:pt x="0" y="0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84" name="anim_o73_1">
            <a:extLst>
              <a:ext uri="{FF2B5EF4-FFF2-40B4-BE49-F238E27FC236}">
                <a16:creationId xmlns:a16="http://schemas.microsoft.com/office/drawing/2014/main" id="{EA209168-FF58-42EF-A9AC-37254EAC4EF7}"/>
              </a:ext>
            </a:extLst>
          </p:cNvPr>
          <p:cNvSpPr>
            <a:spLocks noGrp="1"/>
          </p:cNvSpPr>
          <p:nvPr/>
        </p:nvSpPr>
        <p:spPr>
          <a:xfrm>
            <a:off x="10063633" y="1624624"/>
            <a:ext cx="3090368" cy="1196271"/>
          </a:xfrm>
          <a:custGeom>
            <a:avLst/>
            <a:gdLst/>
            <a:ahLst/>
            <a:cxnLst/>
            <a:rect l="0" t="0" r="0" b="0"/>
            <a:pathLst>
              <a:path w="3090368" h="1196271">
                <a:moveTo>
                  <a:pt x="0" y="1196271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85" name="anim_o74_1">
            <a:extLst>
              <a:ext uri="{FF2B5EF4-FFF2-40B4-BE49-F238E27FC236}">
                <a16:creationId xmlns:a16="http://schemas.microsoft.com/office/drawing/2014/main" id="{053BD9D8-7AA7-4728-9748-05E9184659B7}"/>
              </a:ext>
            </a:extLst>
          </p:cNvPr>
          <p:cNvSpPr>
            <a:spLocks noGrp="1"/>
          </p:cNvSpPr>
          <p:nvPr/>
        </p:nvSpPr>
        <p:spPr>
          <a:xfrm>
            <a:off x="10063633" y="1624624"/>
            <a:ext cx="3090368" cy="3588814"/>
          </a:xfrm>
          <a:custGeom>
            <a:avLst/>
            <a:gdLst/>
            <a:ahLst/>
            <a:cxnLst/>
            <a:rect l="0" t="0" r="0" b="0"/>
            <a:pathLst>
              <a:path w="3090368" h="3588814">
                <a:moveTo>
                  <a:pt x="0" y="0"/>
                </a:moveTo>
                <a:lnTo>
                  <a:pt x="3090368" y="3588814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86" name="anim_o75_1">
            <a:extLst>
              <a:ext uri="{FF2B5EF4-FFF2-40B4-BE49-F238E27FC236}">
                <a16:creationId xmlns:a16="http://schemas.microsoft.com/office/drawing/2014/main" id="{98E7F739-E2D6-4799-AB74-CC213656C6EA}"/>
              </a:ext>
            </a:extLst>
          </p:cNvPr>
          <p:cNvSpPr>
            <a:spLocks noGrp="1"/>
          </p:cNvSpPr>
          <p:nvPr/>
        </p:nvSpPr>
        <p:spPr>
          <a:xfrm>
            <a:off x="10063633" y="1624624"/>
            <a:ext cx="3090368" cy="2392543"/>
          </a:xfrm>
          <a:custGeom>
            <a:avLst/>
            <a:gdLst/>
            <a:ahLst/>
            <a:cxnLst/>
            <a:rect l="0" t="0" r="0" b="0"/>
            <a:pathLst>
              <a:path w="3090368" h="2392543">
                <a:moveTo>
                  <a:pt x="0" y="0"/>
                </a:moveTo>
                <a:lnTo>
                  <a:pt x="3090368" y="2392543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87" name="anim_o76_1">
            <a:extLst>
              <a:ext uri="{FF2B5EF4-FFF2-40B4-BE49-F238E27FC236}">
                <a16:creationId xmlns:a16="http://schemas.microsoft.com/office/drawing/2014/main" id="{ECD2E7E6-057D-4151-975A-0F297F329CF6}"/>
              </a:ext>
            </a:extLst>
          </p:cNvPr>
          <p:cNvSpPr>
            <a:spLocks noGrp="1"/>
          </p:cNvSpPr>
          <p:nvPr/>
        </p:nvSpPr>
        <p:spPr>
          <a:xfrm>
            <a:off x="10063633" y="1624624"/>
            <a:ext cx="3090368" cy="1196271"/>
          </a:xfrm>
          <a:custGeom>
            <a:avLst/>
            <a:gdLst/>
            <a:ahLst/>
            <a:cxnLst/>
            <a:rect l="0" t="0" r="0" b="0"/>
            <a:pathLst>
              <a:path w="3090368" h="1196271">
                <a:moveTo>
                  <a:pt x="0" y="0"/>
                </a:moveTo>
                <a:lnTo>
                  <a:pt x="3090368" y="1196271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88" name="anim_o77_1">
            <a:extLst>
              <a:ext uri="{FF2B5EF4-FFF2-40B4-BE49-F238E27FC236}">
                <a16:creationId xmlns:a16="http://schemas.microsoft.com/office/drawing/2014/main" id="{29E87A6B-759A-46FE-A7C9-207C7CAD42E0}"/>
              </a:ext>
            </a:extLst>
          </p:cNvPr>
          <p:cNvSpPr>
            <a:spLocks noGrp="1"/>
          </p:cNvSpPr>
          <p:nvPr/>
        </p:nvSpPr>
        <p:spPr>
          <a:xfrm>
            <a:off x="10063633" y="1624624"/>
            <a:ext cx="3090368" cy="953"/>
          </a:xfrm>
          <a:custGeom>
            <a:avLst/>
            <a:gdLst/>
            <a:ahLst/>
            <a:cxnLst/>
            <a:rect l="0" t="0" r="0" b="0"/>
            <a:pathLst>
              <a:path w="3090368" h="953">
                <a:moveTo>
                  <a:pt x="0" y="0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89" name="anim_o78_1">
            <a:extLst>
              <a:ext uri="{FF2B5EF4-FFF2-40B4-BE49-F238E27FC236}">
                <a16:creationId xmlns:a16="http://schemas.microsoft.com/office/drawing/2014/main" id="{3858AA3F-67E7-4C27-9B60-630ADBA2BCD7}"/>
              </a:ext>
            </a:extLst>
          </p:cNvPr>
          <p:cNvSpPr>
            <a:spLocks noGrp="1"/>
          </p:cNvSpPr>
          <p:nvPr/>
        </p:nvSpPr>
        <p:spPr>
          <a:xfrm>
            <a:off x="10063633" y="428353"/>
            <a:ext cx="3090368" cy="4785086"/>
          </a:xfrm>
          <a:custGeom>
            <a:avLst/>
            <a:gdLst/>
            <a:ahLst/>
            <a:cxnLst/>
            <a:rect l="0" t="0" r="0" b="0"/>
            <a:pathLst>
              <a:path w="3090368" h="4785086">
                <a:moveTo>
                  <a:pt x="0" y="0"/>
                </a:moveTo>
                <a:lnTo>
                  <a:pt x="3090368" y="478508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90" name="anim_o79_1">
            <a:extLst>
              <a:ext uri="{FF2B5EF4-FFF2-40B4-BE49-F238E27FC236}">
                <a16:creationId xmlns:a16="http://schemas.microsoft.com/office/drawing/2014/main" id="{792610B0-46C6-46ED-A718-4E8D894F90F4}"/>
              </a:ext>
            </a:extLst>
          </p:cNvPr>
          <p:cNvSpPr>
            <a:spLocks noGrp="1"/>
          </p:cNvSpPr>
          <p:nvPr/>
        </p:nvSpPr>
        <p:spPr>
          <a:xfrm>
            <a:off x="10063633" y="428353"/>
            <a:ext cx="3090368" cy="3588814"/>
          </a:xfrm>
          <a:custGeom>
            <a:avLst/>
            <a:gdLst/>
            <a:ahLst/>
            <a:cxnLst/>
            <a:rect l="0" t="0" r="0" b="0"/>
            <a:pathLst>
              <a:path w="3090368" h="3588814">
                <a:moveTo>
                  <a:pt x="0" y="0"/>
                </a:moveTo>
                <a:lnTo>
                  <a:pt x="3090368" y="3588814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91" name="anim_o80_1">
            <a:extLst>
              <a:ext uri="{FF2B5EF4-FFF2-40B4-BE49-F238E27FC236}">
                <a16:creationId xmlns:a16="http://schemas.microsoft.com/office/drawing/2014/main" id="{E3C2832D-5233-4DAF-88C5-A1169B79F756}"/>
              </a:ext>
            </a:extLst>
          </p:cNvPr>
          <p:cNvSpPr>
            <a:spLocks noGrp="1"/>
          </p:cNvSpPr>
          <p:nvPr/>
        </p:nvSpPr>
        <p:spPr>
          <a:xfrm>
            <a:off x="10063633" y="428353"/>
            <a:ext cx="3090368" cy="2392543"/>
          </a:xfrm>
          <a:custGeom>
            <a:avLst/>
            <a:gdLst/>
            <a:ahLst/>
            <a:cxnLst/>
            <a:rect l="0" t="0" r="0" b="0"/>
            <a:pathLst>
              <a:path w="3090368" h="2392543">
                <a:moveTo>
                  <a:pt x="0" y="0"/>
                </a:moveTo>
                <a:lnTo>
                  <a:pt x="3090368" y="2392543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92" name="anim_o81_1">
            <a:extLst>
              <a:ext uri="{FF2B5EF4-FFF2-40B4-BE49-F238E27FC236}">
                <a16:creationId xmlns:a16="http://schemas.microsoft.com/office/drawing/2014/main" id="{CBD3AF6E-5622-4B57-9B03-2A626D98A572}"/>
              </a:ext>
            </a:extLst>
          </p:cNvPr>
          <p:cNvSpPr>
            <a:spLocks noGrp="1"/>
          </p:cNvSpPr>
          <p:nvPr/>
        </p:nvSpPr>
        <p:spPr>
          <a:xfrm>
            <a:off x="10063633" y="428353"/>
            <a:ext cx="3090368" cy="1196271"/>
          </a:xfrm>
          <a:custGeom>
            <a:avLst/>
            <a:gdLst/>
            <a:ahLst/>
            <a:cxnLst/>
            <a:rect l="0" t="0" r="0" b="0"/>
            <a:pathLst>
              <a:path w="3090368" h="1196271">
                <a:moveTo>
                  <a:pt x="0" y="0"/>
                </a:moveTo>
                <a:lnTo>
                  <a:pt x="3090368" y="1196271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93" name="anim_o508_1">
            <a:extLst>
              <a:ext uri="{FF2B5EF4-FFF2-40B4-BE49-F238E27FC236}">
                <a16:creationId xmlns:a16="http://schemas.microsoft.com/office/drawing/2014/main" id="{606324A1-DBE0-42D0-9A18-C96918C10F2C}"/>
              </a:ext>
            </a:extLst>
          </p:cNvPr>
          <p:cNvSpPr>
            <a:spLocks noGrp="1"/>
          </p:cNvSpPr>
          <p:nvPr/>
        </p:nvSpPr>
        <p:spPr>
          <a:xfrm>
            <a:off x="5553690" y="3333306"/>
            <a:ext cx="1006862" cy="171450"/>
          </a:xfrm>
          <a:custGeom>
            <a:avLst/>
            <a:gdLst/>
            <a:ahLst/>
            <a:cxnLst/>
            <a:rect l="0" t="0" r="0" b="0"/>
            <a:pathLst>
              <a:path w="1006862" h="171450">
                <a:moveTo>
                  <a:pt x="0" y="104775"/>
                </a:moveTo>
                <a:lnTo>
                  <a:pt x="835412" y="104775"/>
                </a:lnTo>
                <a:lnTo>
                  <a:pt x="835412" y="171450"/>
                </a:lnTo>
                <a:lnTo>
                  <a:pt x="1006862" y="85725"/>
                </a:lnTo>
                <a:lnTo>
                  <a:pt x="835412" y="0"/>
                </a:lnTo>
                <a:lnTo>
                  <a:pt x="835412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94" name="anim_o9_1">
            <a:extLst>
              <a:ext uri="{FF2B5EF4-FFF2-40B4-BE49-F238E27FC236}">
                <a16:creationId xmlns:a16="http://schemas.microsoft.com/office/drawing/2014/main" id="{698B4EAB-404F-493B-A5E0-A1FBE6299C63}"/>
              </a:ext>
            </a:extLst>
          </p:cNvPr>
          <p:cNvSpPr>
            <a:spLocks noGrp="1"/>
          </p:cNvSpPr>
          <p:nvPr/>
        </p:nvSpPr>
        <p:spPr>
          <a:xfrm>
            <a:off x="9690796" y="6036872"/>
            <a:ext cx="745676" cy="745676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5" name="anim_o10_1">
            <a:extLst>
              <a:ext uri="{FF2B5EF4-FFF2-40B4-BE49-F238E27FC236}">
                <a16:creationId xmlns:a16="http://schemas.microsoft.com/office/drawing/2014/main" id="{5E0BDD2D-594A-449C-965E-50B775602737}"/>
              </a:ext>
            </a:extLst>
          </p:cNvPr>
          <p:cNvSpPr>
            <a:spLocks noGrp="1"/>
          </p:cNvSpPr>
          <p:nvPr/>
        </p:nvSpPr>
        <p:spPr>
          <a:xfrm>
            <a:off x="9690796" y="4840600"/>
            <a:ext cx="745676" cy="745676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6" name="anim_o11_1">
            <a:extLst>
              <a:ext uri="{FF2B5EF4-FFF2-40B4-BE49-F238E27FC236}">
                <a16:creationId xmlns:a16="http://schemas.microsoft.com/office/drawing/2014/main" id="{42285A4D-E353-40B3-8B75-07CC855899D7}"/>
              </a:ext>
            </a:extLst>
          </p:cNvPr>
          <p:cNvSpPr>
            <a:spLocks noGrp="1"/>
          </p:cNvSpPr>
          <p:nvPr/>
        </p:nvSpPr>
        <p:spPr>
          <a:xfrm>
            <a:off x="9690796" y="3644329"/>
            <a:ext cx="745676" cy="745676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7" name="anim_o12_1">
            <a:extLst>
              <a:ext uri="{FF2B5EF4-FFF2-40B4-BE49-F238E27FC236}">
                <a16:creationId xmlns:a16="http://schemas.microsoft.com/office/drawing/2014/main" id="{A26868A6-58F5-4A0D-8B22-CE3CFD9FA347}"/>
              </a:ext>
            </a:extLst>
          </p:cNvPr>
          <p:cNvSpPr>
            <a:spLocks noGrp="1"/>
          </p:cNvSpPr>
          <p:nvPr/>
        </p:nvSpPr>
        <p:spPr>
          <a:xfrm>
            <a:off x="9690796" y="2448057"/>
            <a:ext cx="745676" cy="745676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8" name="anim_o13_1">
            <a:extLst>
              <a:ext uri="{FF2B5EF4-FFF2-40B4-BE49-F238E27FC236}">
                <a16:creationId xmlns:a16="http://schemas.microsoft.com/office/drawing/2014/main" id="{476105CA-1F9F-483F-83C0-EB45F198C03E}"/>
              </a:ext>
            </a:extLst>
          </p:cNvPr>
          <p:cNvSpPr>
            <a:spLocks noGrp="1"/>
          </p:cNvSpPr>
          <p:nvPr/>
        </p:nvSpPr>
        <p:spPr>
          <a:xfrm>
            <a:off x="9690796" y="1251786"/>
            <a:ext cx="745676" cy="745676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9" name="anim_o14_1">
            <a:extLst>
              <a:ext uri="{FF2B5EF4-FFF2-40B4-BE49-F238E27FC236}">
                <a16:creationId xmlns:a16="http://schemas.microsoft.com/office/drawing/2014/main" id="{F5F52F92-5310-4949-962B-E6265AC13970}"/>
              </a:ext>
            </a:extLst>
          </p:cNvPr>
          <p:cNvSpPr>
            <a:spLocks noGrp="1"/>
          </p:cNvSpPr>
          <p:nvPr/>
        </p:nvSpPr>
        <p:spPr>
          <a:xfrm>
            <a:off x="9690796" y="55515"/>
            <a:ext cx="745676" cy="745676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001647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13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13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13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14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14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14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14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14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150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15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154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15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161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3" fill="hold">
                            <p:stCondLst>
                              <p:cond delay="1000"/>
                            </p:stCondLst>
                            <p:childTnLst>
                              <p:par>
                                <p:cTn id="20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9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8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>
                      <p:stCondLst>
                        <p:cond delay="indefinite"/>
                      </p:stCondLst>
                      <p:childTnLst>
                        <p:par>
                          <p:cTn id="220" fill="hold">
                            <p:stCondLst>
                              <p:cond delay="0"/>
                            </p:stCondLst>
                            <p:childTnLst>
                              <p:par>
                                <p:cTn id="22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2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8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1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4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24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242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24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24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248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25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252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25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25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258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26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26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26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26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268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27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272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27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27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278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28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28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28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28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28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29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292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294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29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298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1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4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7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0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9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2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5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8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1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4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7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0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3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6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9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2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5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8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1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4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7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0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52984 0 L -0.4905969 0 E" pathEditMode="relative" ptsTypes="">
                                      <p:cBhvr>
                                        <p:cTn id="37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52984 0 L -0.4905969 0 E" pathEditMode="relative" ptsTypes="">
                                      <p:cBhvr>
                                        <p:cTn id="37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52984 0 L -0.4905969 0 E" pathEditMode="relative" ptsTypes="">
                                      <p:cBhvr>
                                        <p:cTn id="376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52984 0 L -0.4905969 0 E" pathEditMode="relative" ptsTypes="">
                                      <p:cBhvr>
                                        <p:cTn id="37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52984 0 L -0.4905969 0 E" pathEditMode="relative" ptsTypes="">
                                      <p:cBhvr>
                                        <p:cTn id="38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52984 0 L -0.4905969 0 E" pathEditMode="relative" ptsTypes="">
                                      <p:cBhvr>
                                        <p:cTn id="382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384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386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388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390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392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394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396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9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52984 0 L -0.4905969 0 E" pathEditMode="relative" ptsTypes="">
                                      <p:cBhvr>
                                        <p:cTn id="401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403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405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407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40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411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413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415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8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1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4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7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0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3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4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435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437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439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441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2452984 0 E" pathEditMode="relative" ptsTypes="">
                                      <p:cBhvr>
                                        <p:cTn id="443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0" grpId="0" animBg="1"/>
      <p:bldP spid="2" grpId="0" animBg="1"/>
      <p:bldP spid="3" grpId="0" animBg="1"/>
      <p:bldP spid="4" grpId="0" animBg="1"/>
      <p:bldP spid="5" grpId="0" animBg="1"/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9" grpId="0" animBg="1"/>
      <p:bldP spid="9" grpId="1" animBg="1"/>
      <p:bldP spid="10" grpId="0" animBg="1"/>
      <p:bldP spid="10" grpId="1" animBg="1"/>
      <p:bldP spid="11" grpId="0" animBg="1"/>
      <p:bldP spid="11" grpId="1" animBg="1"/>
      <p:bldP spid="12" grpId="0"/>
      <p:bldP spid="13" grpId="0"/>
      <p:bldP spid="13" grpId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/>
      <p:bldP spid="19" grpId="1"/>
      <p:bldP spid="19" grpId="2"/>
      <p:bldP spid="20" grpId="0" animBg="1"/>
      <p:bldP spid="20" grpId="1" animBg="1"/>
      <p:bldP spid="21" grpId="0" animBg="1"/>
      <p:bldP spid="21" grpId="1" animBg="1"/>
      <p:bldP spid="22" grpId="0" animBg="1"/>
      <p:bldP spid="22" grpId="1" animBg="1"/>
      <p:bldP spid="23" grpId="0" animBg="1"/>
      <p:bldP spid="23" grpId="1" animBg="1"/>
      <p:bldP spid="24" grpId="0" animBg="1"/>
      <p:bldP spid="24" grpId="1" animBg="1"/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  <p:bldP spid="33" grpId="0" animBg="1"/>
      <p:bldP spid="33" grpId="1" animBg="1"/>
      <p:bldP spid="34" grpId="0" animBg="1"/>
      <p:bldP spid="34" grpId="1" animBg="1"/>
      <p:bldP spid="35" grpId="0" animBg="1"/>
      <p:bldP spid="35" grpId="1" animBg="1"/>
      <p:bldP spid="36" grpId="0" animBg="1"/>
      <p:bldP spid="36" grpId="1" animBg="1"/>
      <p:bldP spid="37" grpId="0" animBg="1"/>
      <p:bldP spid="37" grpId="1" animBg="1"/>
      <p:bldP spid="38" grpId="0" animBg="1"/>
      <p:bldP spid="38" grpId="1" animBg="1"/>
      <p:bldP spid="39" grpId="0" animBg="1"/>
      <p:bldP spid="39" grpId="1" animBg="1"/>
      <p:bldP spid="40" grpId="0" animBg="1"/>
      <p:bldP spid="40" grpId="1" animBg="1"/>
      <p:bldP spid="41" grpId="0" animBg="1"/>
      <p:bldP spid="41" grpId="1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  <p:bldP spid="51" grpId="0"/>
      <p:bldP spid="51" grpId="1"/>
      <p:bldP spid="52" grpId="0" animBg="1"/>
      <p:bldP spid="52" grpId="1" animBg="1"/>
      <p:bldP spid="53" grpId="0" animBg="1"/>
      <p:bldP spid="53" grpId="1" animBg="1"/>
      <p:bldP spid="54" grpId="0" animBg="1"/>
      <p:bldP spid="54" grpId="1" animBg="1"/>
      <p:bldP spid="55" grpId="0" animBg="1"/>
      <p:bldP spid="55" grpId="1" animBg="1"/>
      <p:bldP spid="56" grpId="0" animBg="1"/>
      <p:bldP spid="56" grpId="1" animBg="1"/>
      <p:bldP spid="57" grpId="0" animBg="1"/>
      <p:bldP spid="57" grpId="1" animBg="1"/>
      <p:bldP spid="58" grpId="0" animBg="1"/>
      <p:bldP spid="58" grpId="1" animBg="1"/>
      <p:bldP spid="59" grpId="0" animBg="1"/>
      <p:bldP spid="59" grpId="1" animBg="1"/>
      <p:bldP spid="60" grpId="0" animBg="1"/>
      <p:bldP spid="60" grpId="1" animBg="1"/>
      <p:bldP spid="61" grpId="0" animBg="1"/>
      <p:bldP spid="61" grpId="1" animBg="1"/>
      <p:bldP spid="62" grpId="0" animBg="1"/>
      <p:bldP spid="62" grpId="1" animBg="1"/>
      <p:bldP spid="63" grpId="0"/>
      <p:bldP spid="63" grpId="1"/>
      <p:bldP spid="64" grpId="0" animBg="1"/>
      <p:bldP spid="64" grpId="1" animBg="1"/>
      <p:bldP spid="65" grpId="0" animBg="1"/>
      <p:bldP spid="65" grpId="1" animBg="1"/>
      <p:bldP spid="66" grpId="0" animBg="1"/>
      <p:bldP spid="66" grpId="1" animBg="1"/>
      <p:bldP spid="67" grpId="0" animBg="1"/>
      <p:bldP spid="67" grpId="1" animBg="1"/>
      <p:bldP spid="68" grpId="0" animBg="1"/>
      <p:bldP spid="68" grpId="1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" name="anim_o28_1">
            <a:extLst>
              <a:ext uri="{FF2B5EF4-FFF2-40B4-BE49-F238E27FC236}">
                <a16:creationId xmlns:a16="http://schemas.microsoft.com/office/drawing/2014/main" id="{D984BD91-FB07-4D13-B84F-23879F1AA872}"/>
              </a:ext>
            </a:extLst>
          </p:cNvPr>
          <p:cNvSpPr>
            <a:spLocks noGrp="1"/>
          </p:cNvSpPr>
          <p:nvPr/>
        </p:nvSpPr>
        <p:spPr>
          <a:xfrm>
            <a:off x="6973266" y="5811574"/>
            <a:ext cx="3090368" cy="598136"/>
          </a:xfrm>
          <a:custGeom>
            <a:avLst/>
            <a:gdLst/>
            <a:ahLst/>
            <a:cxnLst/>
            <a:rect l="0" t="0" r="0" b="0"/>
            <a:pathLst>
              <a:path w="3090368" h="598136">
                <a:moveTo>
                  <a:pt x="0" y="0"/>
                </a:moveTo>
                <a:lnTo>
                  <a:pt x="3090368" y="59813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29_1">
            <a:extLst>
              <a:ext uri="{FF2B5EF4-FFF2-40B4-BE49-F238E27FC236}">
                <a16:creationId xmlns:a16="http://schemas.microsoft.com/office/drawing/2014/main" id="{012A0F1A-15AF-4BF9-96F9-73D83ECC4AA2}"/>
              </a:ext>
            </a:extLst>
          </p:cNvPr>
          <p:cNvSpPr>
            <a:spLocks noGrp="1"/>
          </p:cNvSpPr>
          <p:nvPr/>
        </p:nvSpPr>
        <p:spPr>
          <a:xfrm>
            <a:off x="6973266" y="5213438"/>
            <a:ext cx="3090368" cy="598136"/>
          </a:xfrm>
          <a:custGeom>
            <a:avLst/>
            <a:gdLst/>
            <a:ahLst/>
            <a:cxnLst/>
            <a:rect l="0" t="0" r="0" b="0"/>
            <a:pathLst>
              <a:path w="3090368" h="598136">
                <a:moveTo>
                  <a:pt x="0" y="598136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30_1">
            <a:extLst>
              <a:ext uri="{FF2B5EF4-FFF2-40B4-BE49-F238E27FC236}">
                <a16:creationId xmlns:a16="http://schemas.microsoft.com/office/drawing/2014/main" id="{BE615FB1-6E49-4F19-9D73-983F999F4C42}"/>
              </a:ext>
            </a:extLst>
          </p:cNvPr>
          <p:cNvSpPr>
            <a:spLocks noGrp="1"/>
          </p:cNvSpPr>
          <p:nvPr/>
        </p:nvSpPr>
        <p:spPr>
          <a:xfrm>
            <a:off x="6973266" y="4017167"/>
            <a:ext cx="3090368" cy="1794407"/>
          </a:xfrm>
          <a:custGeom>
            <a:avLst/>
            <a:gdLst/>
            <a:ahLst/>
            <a:cxnLst/>
            <a:rect l="0" t="0" r="0" b="0"/>
            <a:pathLst>
              <a:path w="3090368" h="1794407">
                <a:moveTo>
                  <a:pt x="0" y="1794407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31_1">
            <a:extLst>
              <a:ext uri="{FF2B5EF4-FFF2-40B4-BE49-F238E27FC236}">
                <a16:creationId xmlns:a16="http://schemas.microsoft.com/office/drawing/2014/main" id="{8AEBE289-7959-4079-8948-038F4C74CB27}"/>
              </a:ext>
            </a:extLst>
          </p:cNvPr>
          <p:cNvSpPr>
            <a:spLocks noGrp="1"/>
          </p:cNvSpPr>
          <p:nvPr/>
        </p:nvSpPr>
        <p:spPr>
          <a:xfrm>
            <a:off x="6973266" y="2820895"/>
            <a:ext cx="3090368" cy="2990679"/>
          </a:xfrm>
          <a:custGeom>
            <a:avLst/>
            <a:gdLst/>
            <a:ahLst/>
            <a:cxnLst/>
            <a:rect l="0" t="0" r="0" b="0"/>
            <a:pathLst>
              <a:path w="3090368" h="2990679">
                <a:moveTo>
                  <a:pt x="0" y="2990679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32_1">
            <a:extLst>
              <a:ext uri="{FF2B5EF4-FFF2-40B4-BE49-F238E27FC236}">
                <a16:creationId xmlns:a16="http://schemas.microsoft.com/office/drawing/2014/main" id="{DA31966D-97FB-4BF5-A968-C85EA64D7CD1}"/>
              </a:ext>
            </a:extLst>
          </p:cNvPr>
          <p:cNvSpPr>
            <a:spLocks noGrp="1"/>
          </p:cNvSpPr>
          <p:nvPr/>
        </p:nvSpPr>
        <p:spPr>
          <a:xfrm>
            <a:off x="6973266" y="1624624"/>
            <a:ext cx="3090368" cy="4186950"/>
          </a:xfrm>
          <a:custGeom>
            <a:avLst/>
            <a:gdLst/>
            <a:ahLst/>
            <a:cxnLst/>
            <a:rect l="0" t="0" r="0" b="0"/>
            <a:pathLst>
              <a:path w="3090368" h="4186950">
                <a:moveTo>
                  <a:pt x="0" y="4186950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33_1">
            <a:extLst>
              <a:ext uri="{FF2B5EF4-FFF2-40B4-BE49-F238E27FC236}">
                <a16:creationId xmlns:a16="http://schemas.microsoft.com/office/drawing/2014/main" id="{D5A598B2-5424-448E-88A6-1DF8389053B7}"/>
              </a:ext>
            </a:extLst>
          </p:cNvPr>
          <p:cNvSpPr>
            <a:spLocks noGrp="1"/>
          </p:cNvSpPr>
          <p:nvPr/>
        </p:nvSpPr>
        <p:spPr>
          <a:xfrm>
            <a:off x="6973266" y="428353"/>
            <a:ext cx="3090368" cy="5383221"/>
          </a:xfrm>
          <a:custGeom>
            <a:avLst/>
            <a:gdLst/>
            <a:ahLst/>
            <a:cxnLst/>
            <a:rect l="0" t="0" r="0" b="0"/>
            <a:pathLst>
              <a:path w="3090368" h="5383221">
                <a:moveTo>
                  <a:pt x="0" y="5383221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34_1">
            <a:extLst>
              <a:ext uri="{FF2B5EF4-FFF2-40B4-BE49-F238E27FC236}">
                <a16:creationId xmlns:a16="http://schemas.microsoft.com/office/drawing/2014/main" id="{E26135B2-E639-436B-8F3C-CCBC59F7E318}"/>
              </a:ext>
            </a:extLst>
          </p:cNvPr>
          <p:cNvSpPr>
            <a:spLocks noGrp="1"/>
          </p:cNvSpPr>
          <p:nvPr/>
        </p:nvSpPr>
        <p:spPr>
          <a:xfrm>
            <a:off x="6973266" y="4615302"/>
            <a:ext cx="3090368" cy="1794407"/>
          </a:xfrm>
          <a:custGeom>
            <a:avLst/>
            <a:gdLst/>
            <a:ahLst/>
            <a:cxnLst/>
            <a:rect l="0" t="0" r="0" b="0"/>
            <a:pathLst>
              <a:path w="3090368" h="1794407">
                <a:moveTo>
                  <a:pt x="0" y="0"/>
                </a:moveTo>
                <a:lnTo>
                  <a:pt x="3090368" y="1794407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35_1">
            <a:extLst>
              <a:ext uri="{FF2B5EF4-FFF2-40B4-BE49-F238E27FC236}">
                <a16:creationId xmlns:a16="http://schemas.microsoft.com/office/drawing/2014/main" id="{DCFAAC86-5919-4804-A970-C1985FCF39CF}"/>
              </a:ext>
            </a:extLst>
          </p:cNvPr>
          <p:cNvSpPr>
            <a:spLocks noGrp="1"/>
          </p:cNvSpPr>
          <p:nvPr/>
        </p:nvSpPr>
        <p:spPr>
          <a:xfrm>
            <a:off x="6973266" y="4615302"/>
            <a:ext cx="3090368" cy="598136"/>
          </a:xfrm>
          <a:custGeom>
            <a:avLst/>
            <a:gdLst/>
            <a:ahLst/>
            <a:cxnLst/>
            <a:rect l="0" t="0" r="0" b="0"/>
            <a:pathLst>
              <a:path w="3090368" h="598136">
                <a:moveTo>
                  <a:pt x="0" y="0"/>
                </a:moveTo>
                <a:lnTo>
                  <a:pt x="3090368" y="59813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36_1">
            <a:extLst>
              <a:ext uri="{FF2B5EF4-FFF2-40B4-BE49-F238E27FC236}">
                <a16:creationId xmlns:a16="http://schemas.microsoft.com/office/drawing/2014/main" id="{9801224C-8F78-4845-8A22-C80851D39EAD}"/>
              </a:ext>
            </a:extLst>
          </p:cNvPr>
          <p:cNvSpPr>
            <a:spLocks noGrp="1"/>
          </p:cNvSpPr>
          <p:nvPr/>
        </p:nvSpPr>
        <p:spPr>
          <a:xfrm>
            <a:off x="6973266" y="4017167"/>
            <a:ext cx="3090368" cy="598136"/>
          </a:xfrm>
          <a:custGeom>
            <a:avLst/>
            <a:gdLst/>
            <a:ahLst/>
            <a:cxnLst/>
            <a:rect l="0" t="0" r="0" b="0"/>
            <a:pathLst>
              <a:path w="3090368" h="598136">
                <a:moveTo>
                  <a:pt x="0" y="598136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37_1">
            <a:extLst>
              <a:ext uri="{FF2B5EF4-FFF2-40B4-BE49-F238E27FC236}">
                <a16:creationId xmlns:a16="http://schemas.microsoft.com/office/drawing/2014/main" id="{AFA52A35-9305-40F4-8045-1D6A44E9A61A}"/>
              </a:ext>
            </a:extLst>
          </p:cNvPr>
          <p:cNvSpPr>
            <a:spLocks noGrp="1"/>
          </p:cNvSpPr>
          <p:nvPr/>
        </p:nvSpPr>
        <p:spPr>
          <a:xfrm>
            <a:off x="6973266" y="2820895"/>
            <a:ext cx="3090368" cy="1794407"/>
          </a:xfrm>
          <a:custGeom>
            <a:avLst/>
            <a:gdLst/>
            <a:ahLst/>
            <a:cxnLst/>
            <a:rect l="0" t="0" r="0" b="0"/>
            <a:pathLst>
              <a:path w="3090368" h="1794407">
                <a:moveTo>
                  <a:pt x="0" y="1794407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38_1">
            <a:extLst>
              <a:ext uri="{FF2B5EF4-FFF2-40B4-BE49-F238E27FC236}">
                <a16:creationId xmlns:a16="http://schemas.microsoft.com/office/drawing/2014/main" id="{AF5B726D-1960-4715-8F50-160577B484E7}"/>
              </a:ext>
            </a:extLst>
          </p:cNvPr>
          <p:cNvSpPr>
            <a:spLocks noGrp="1"/>
          </p:cNvSpPr>
          <p:nvPr/>
        </p:nvSpPr>
        <p:spPr>
          <a:xfrm>
            <a:off x="6973266" y="1624624"/>
            <a:ext cx="3090368" cy="2990679"/>
          </a:xfrm>
          <a:custGeom>
            <a:avLst/>
            <a:gdLst/>
            <a:ahLst/>
            <a:cxnLst/>
            <a:rect l="0" t="0" r="0" b="0"/>
            <a:pathLst>
              <a:path w="3090368" h="2990679">
                <a:moveTo>
                  <a:pt x="0" y="2990679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39_1">
            <a:extLst>
              <a:ext uri="{FF2B5EF4-FFF2-40B4-BE49-F238E27FC236}">
                <a16:creationId xmlns:a16="http://schemas.microsoft.com/office/drawing/2014/main" id="{B08C0A55-3DF2-42B1-B371-57B016BE8B4D}"/>
              </a:ext>
            </a:extLst>
          </p:cNvPr>
          <p:cNvSpPr>
            <a:spLocks noGrp="1"/>
          </p:cNvSpPr>
          <p:nvPr/>
        </p:nvSpPr>
        <p:spPr>
          <a:xfrm>
            <a:off x="6973266" y="428353"/>
            <a:ext cx="3090368" cy="4186950"/>
          </a:xfrm>
          <a:custGeom>
            <a:avLst/>
            <a:gdLst/>
            <a:ahLst/>
            <a:cxnLst/>
            <a:rect l="0" t="0" r="0" b="0"/>
            <a:pathLst>
              <a:path w="3090368" h="4186950">
                <a:moveTo>
                  <a:pt x="0" y="4186950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40_1">
            <a:extLst>
              <a:ext uri="{FF2B5EF4-FFF2-40B4-BE49-F238E27FC236}">
                <a16:creationId xmlns:a16="http://schemas.microsoft.com/office/drawing/2014/main" id="{C03F22F2-E081-4E25-85AD-01E46022CCE9}"/>
              </a:ext>
            </a:extLst>
          </p:cNvPr>
          <p:cNvSpPr>
            <a:spLocks noGrp="1"/>
          </p:cNvSpPr>
          <p:nvPr/>
        </p:nvSpPr>
        <p:spPr>
          <a:xfrm>
            <a:off x="6973266" y="3419031"/>
            <a:ext cx="3090368" cy="2990679"/>
          </a:xfrm>
          <a:custGeom>
            <a:avLst/>
            <a:gdLst/>
            <a:ahLst/>
            <a:cxnLst/>
            <a:rect l="0" t="0" r="0" b="0"/>
            <a:pathLst>
              <a:path w="3090368" h="2990679">
                <a:moveTo>
                  <a:pt x="0" y="0"/>
                </a:moveTo>
                <a:lnTo>
                  <a:pt x="3090368" y="2990679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41_1">
            <a:extLst>
              <a:ext uri="{FF2B5EF4-FFF2-40B4-BE49-F238E27FC236}">
                <a16:creationId xmlns:a16="http://schemas.microsoft.com/office/drawing/2014/main" id="{2B4AED9A-4B65-4E14-B007-0CAEC60BDA5B}"/>
              </a:ext>
            </a:extLst>
          </p:cNvPr>
          <p:cNvSpPr>
            <a:spLocks noGrp="1"/>
          </p:cNvSpPr>
          <p:nvPr/>
        </p:nvSpPr>
        <p:spPr>
          <a:xfrm>
            <a:off x="6973266" y="3419031"/>
            <a:ext cx="3090368" cy="1794407"/>
          </a:xfrm>
          <a:custGeom>
            <a:avLst/>
            <a:gdLst/>
            <a:ahLst/>
            <a:cxnLst/>
            <a:rect l="0" t="0" r="0" b="0"/>
            <a:pathLst>
              <a:path w="3090368" h="1794407">
                <a:moveTo>
                  <a:pt x="0" y="0"/>
                </a:moveTo>
                <a:lnTo>
                  <a:pt x="3090368" y="1794407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42_1">
            <a:extLst>
              <a:ext uri="{FF2B5EF4-FFF2-40B4-BE49-F238E27FC236}">
                <a16:creationId xmlns:a16="http://schemas.microsoft.com/office/drawing/2014/main" id="{A6B0CDFF-B253-41A5-8D59-E32216C42314}"/>
              </a:ext>
            </a:extLst>
          </p:cNvPr>
          <p:cNvSpPr>
            <a:spLocks noGrp="1"/>
          </p:cNvSpPr>
          <p:nvPr/>
        </p:nvSpPr>
        <p:spPr>
          <a:xfrm>
            <a:off x="6973266" y="3419031"/>
            <a:ext cx="3090368" cy="598136"/>
          </a:xfrm>
          <a:custGeom>
            <a:avLst/>
            <a:gdLst/>
            <a:ahLst/>
            <a:cxnLst/>
            <a:rect l="0" t="0" r="0" b="0"/>
            <a:pathLst>
              <a:path w="3090368" h="598136">
                <a:moveTo>
                  <a:pt x="0" y="0"/>
                </a:moveTo>
                <a:lnTo>
                  <a:pt x="3090368" y="59813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43_1">
            <a:extLst>
              <a:ext uri="{FF2B5EF4-FFF2-40B4-BE49-F238E27FC236}">
                <a16:creationId xmlns:a16="http://schemas.microsoft.com/office/drawing/2014/main" id="{F34EBE10-96DF-46EE-BEB8-8CC6B87855A6}"/>
              </a:ext>
            </a:extLst>
          </p:cNvPr>
          <p:cNvSpPr>
            <a:spLocks noGrp="1"/>
          </p:cNvSpPr>
          <p:nvPr/>
        </p:nvSpPr>
        <p:spPr>
          <a:xfrm>
            <a:off x="6973266" y="2820895"/>
            <a:ext cx="3090368" cy="598136"/>
          </a:xfrm>
          <a:custGeom>
            <a:avLst/>
            <a:gdLst/>
            <a:ahLst/>
            <a:cxnLst/>
            <a:rect l="0" t="0" r="0" b="0"/>
            <a:pathLst>
              <a:path w="3090368" h="598136">
                <a:moveTo>
                  <a:pt x="0" y="598136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44_1">
            <a:extLst>
              <a:ext uri="{FF2B5EF4-FFF2-40B4-BE49-F238E27FC236}">
                <a16:creationId xmlns:a16="http://schemas.microsoft.com/office/drawing/2014/main" id="{31EBC0AC-F1E6-4C6E-89F3-D40F12C18FCD}"/>
              </a:ext>
            </a:extLst>
          </p:cNvPr>
          <p:cNvSpPr>
            <a:spLocks noGrp="1"/>
          </p:cNvSpPr>
          <p:nvPr/>
        </p:nvSpPr>
        <p:spPr>
          <a:xfrm>
            <a:off x="6973266" y="1624624"/>
            <a:ext cx="3090368" cy="1794407"/>
          </a:xfrm>
          <a:custGeom>
            <a:avLst/>
            <a:gdLst/>
            <a:ahLst/>
            <a:cxnLst/>
            <a:rect l="0" t="0" r="0" b="0"/>
            <a:pathLst>
              <a:path w="3090368" h="1794407">
                <a:moveTo>
                  <a:pt x="0" y="1794407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45_1">
            <a:extLst>
              <a:ext uri="{FF2B5EF4-FFF2-40B4-BE49-F238E27FC236}">
                <a16:creationId xmlns:a16="http://schemas.microsoft.com/office/drawing/2014/main" id="{35245E64-94BF-4789-A28A-D552BC5AF55E}"/>
              </a:ext>
            </a:extLst>
          </p:cNvPr>
          <p:cNvSpPr>
            <a:spLocks noGrp="1"/>
          </p:cNvSpPr>
          <p:nvPr/>
        </p:nvSpPr>
        <p:spPr>
          <a:xfrm>
            <a:off x="6973266" y="428353"/>
            <a:ext cx="3090368" cy="2990679"/>
          </a:xfrm>
          <a:custGeom>
            <a:avLst/>
            <a:gdLst/>
            <a:ahLst/>
            <a:cxnLst/>
            <a:rect l="0" t="0" r="0" b="0"/>
            <a:pathLst>
              <a:path w="3090368" h="2990679">
                <a:moveTo>
                  <a:pt x="0" y="2990679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46_1">
            <a:extLst>
              <a:ext uri="{FF2B5EF4-FFF2-40B4-BE49-F238E27FC236}">
                <a16:creationId xmlns:a16="http://schemas.microsoft.com/office/drawing/2014/main" id="{4B436EC2-70FC-4DF7-BE8C-7162888F996E}"/>
              </a:ext>
            </a:extLst>
          </p:cNvPr>
          <p:cNvSpPr>
            <a:spLocks noGrp="1"/>
          </p:cNvSpPr>
          <p:nvPr/>
        </p:nvSpPr>
        <p:spPr>
          <a:xfrm>
            <a:off x="6973266" y="2222760"/>
            <a:ext cx="3090368" cy="4186950"/>
          </a:xfrm>
          <a:custGeom>
            <a:avLst/>
            <a:gdLst/>
            <a:ahLst/>
            <a:cxnLst/>
            <a:rect l="0" t="0" r="0" b="0"/>
            <a:pathLst>
              <a:path w="3090368" h="4186950">
                <a:moveTo>
                  <a:pt x="0" y="0"/>
                </a:moveTo>
                <a:lnTo>
                  <a:pt x="3090368" y="418695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47_1">
            <a:extLst>
              <a:ext uri="{FF2B5EF4-FFF2-40B4-BE49-F238E27FC236}">
                <a16:creationId xmlns:a16="http://schemas.microsoft.com/office/drawing/2014/main" id="{0133918B-12AB-42A6-AD75-C19A53BEB38E}"/>
              </a:ext>
            </a:extLst>
          </p:cNvPr>
          <p:cNvSpPr>
            <a:spLocks noGrp="1"/>
          </p:cNvSpPr>
          <p:nvPr/>
        </p:nvSpPr>
        <p:spPr>
          <a:xfrm>
            <a:off x="6973266" y="2222760"/>
            <a:ext cx="3090368" cy="2990679"/>
          </a:xfrm>
          <a:custGeom>
            <a:avLst/>
            <a:gdLst/>
            <a:ahLst/>
            <a:cxnLst/>
            <a:rect l="0" t="0" r="0" b="0"/>
            <a:pathLst>
              <a:path w="3090368" h="2990679">
                <a:moveTo>
                  <a:pt x="0" y="0"/>
                </a:moveTo>
                <a:lnTo>
                  <a:pt x="3090368" y="2990679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48_1">
            <a:extLst>
              <a:ext uri="{FF2B5EF4-FFF2-40B4-BE49-F238E27FC236}">
                <a16:creationId xmlns:a16="http://schemas.microsoft.com/office/drawing/2014/main" id="{87CCC5F9-5515-4AB2-BAF4-65B4E1608BB7}"/>
              </a:ext>
            </a:extLst>
          </p:cNvPr>
          <p:cNvSpPr>
            <a:spLocks noGrp="1"/>
          </p:cNvSpPr>
          <p:nvPr/>
        </p:nvSpPr>
        <p:spPr>
          <a:xfrm>
            <a:off x="6973266" y="2222760"/>
            <a:ext cx="3090368" cy="1794407"/>
          </a:xfrm>
          <a:custGeom>
            <a:avLst/>
            <a:gdLst/>
            <a:ahLst/>
            <a:cxnLst/>
            <a:rect l="0" t="0" r="0" b="0"/>
            <a:pathLst>
              <a:path w="3090368" h="1794407">
                <a:moveTo>
                  <a:pt x="0" y="0"/>
                </a:moveTo>
                <a:lnTo>
                  <a:pt x="3090368" y="1794407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49_1">
            <a:extLst>
              <a:ext uri="{FF2B5EF4-FFF2-40B4-BE49-F238E27FC236}">
                <a16:creationId xmlns:a16="http://schemas.microsoft.com/office/drawing/2014/main" id="{4E405D96-8697-4C62-BB01-EF5017463E57}"/>
              </a:ext>
            </a:extLst>
          </p:cNvPr>
          <p:cNvSpPr>
            <a:spLocks noGrp="1"/>
          </p:cNvSpPr>
          <p:nvPr/>
        </p:nvSpPr>
        <p:spPr>
          <a:xfrm>
            <a:off x="6973266" y="2222760"/>
            <a:ext cx="3090368" cy="598136"/>
          </a:xfrm>
          <a:custGeom>
            <a:avLst/>
            <a:gdLst/>
            <a:ahLst/>
            <a:cxnLst/>
            <a:rect l="0" t="0" r="0" b="0"/>
            <a:pathLst>
              <a:path w="3090368" h="598136">
                <a:moveTo>
                  <a:pt x="0" y="0"/>
                </a:moveTo>
                <a:lnTo>
                  <a:pt x="3090368" y="59813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50_1">
            <a:extLst>
              <a:ext uri="{FF2B5EF4-FFF2-40B4-BE49-F238E27FC236}">
                <a16:creationId xmlns:a16="http://schemas.microsoft.com/office/drawing/2014/main" id="{5953229E-7913-4635-B642-0B6AE9D1D2A3}"/>
              </a:ext>
            </a:extLst>
          </p:cNvPr>
          <p:cNvSpPr>
            <a:spLocks noGrp="1"/>
          </p:cNvSpPr>
          <p:nvPr/>
        </p:nvSpPr>
        <p:spPr>
          <a:xfrm>
            <a:off x="6973266" y="1624624"/>
            <a:ext cx="3090368" cy="598136"/>
          </a:xfrm>
          <a:custGeom>
            <a:avLst/>
            <a:gdLst/>
            <a:ahLst/>
            <a:cxnLst/>
            <a:rect l="0" t="0" r="0" b="0"/>
            <a:pathLst>
              <a:path w="3090368" h="598136">
                <a:moveTo>
                  <a:pt x="0" y="598136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51_1">
            <a:extLst>
              <a:ext uri="{FF2B5EF4-FFF2-40B4-BE49-F238E27FC236}">
                <a16:creationId xmlns:a16="http://schemas.microsoft.com/office/drawing/2014/main" id="{EC72A81C-395D-4FB6-961C-5D54EA42421F}"/>
              </a:ext>
            </a:extLst>
          </p:cNvPr>
          <p:cNvSpPr>
            <a:spLocks noGrp="1"/>
          </p:cNvSpPr>
          <p:nvPr/>
        </p:nvSpPr>
        <p:spPr>
          <a:xfrm>
            <a:off x="6973266" y="428353"/>
            <a:ext cx="3090368" cy="1794407"/>
          </a:xfrm>
          <a:custGeom>
            <a:avLst/>
            <a:gdLst/>
            <a:ahLst/>
            <a:cxnLst/>
            <a:rect l="0" t="0" r="0" b="0"/>
            <a:pathLst>
              <a:path w="3090368" h="1794407">
                <a:moveTo>
                  <a:pt x="0" y="1794407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52_1">
            <a:extLst>
              <a:ext uri="{FF2B5EF4-FFF2-40B4-BE49-F238E27FC236}">
                <a16:creationId xmlns:a16="http://schemas.microsoft.com/office/drawing/2014/main" id="{B8999522-1456-4D0F-9030-89636C91AC93}"/>
              </a:ext>
            </a:extLst>
          </p:cNvPr>
          <p:cNvSpPr>
            <a:spLocks noGrp="1"/>
          </p:cNvSpPr>
          <p:nvPr/>
        </p:nvSpPr>
        <p:spPr>
          <a:xfrm>
            <a:off x="6973266" y="1026488"/>
            <a:ext cx="3090368" cy="5383221"/>
          </a:xfrm>
          <a:custGeom>
            <a:avLst/>
            <a:gdLst/>
            <a:ahLst/>
            <a:cxnLst/>
            <a:rect l="0" t="0" r="0" b="0"/>
            <a:pathLst>
              <a:path w="3090368" h="5383221">
                <a:moveTo>
                  <a:pt x="0" y="0"/>
                </a:moveTo>
                <a:lnTo>
                  <a:pt x="3090368" y="5383221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53_1">
            <a:extLst>
              <a:ext uri="{FF2B5EF4-FFF2-40B4-BE49-F238E27FC236}">
                <a16:creationId xmlns:a16="http://schemas.microsoft.com/office/drawing/2014/main" id="{3FB597E2-4243-499A-98B2-090D21EB949E}"/>
              </a:ext>
            </a:extLst>
          </p:cNvPr>
          <p:cNvSpPr>
            <a:spLocks noGrp="1"/>
          </p:cNvSpPr>
          <p:nvPr/>
        </p:nvSpPr>
        <p:spPr>
          <a:xfrm>
            <a:off x="6973266" y="1026488"/>
            <a:ext cx="3090368" cy="4186950"/>
          </a:xfrm>
          <a:custGeom>
            <a:avLst/>
            <a:gdLst/>
            <a:ahLst/>
            <a:cxnLst/>
            <a:rect l="0" t="0" r="0" b="0"/>
            <a:pathLst>
              <a:path w="3090368" h="4186950">
                <a:moveTo>
                  <a:pt x="0" y="0"/>
                </a:moveTo>
                <a:lnTo>
                  <a:pt x="3090368" y="418695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54_1">
            <a:extLst>
              <a:ext uri="{FF2B5EF4-FFF2-40B4-BE49-F238E27FC236}">
                <a16:creationId xmlns:a16="http://schemas.microsoft.com/office/drawing/2014/main" id="{D2646A4D-FA83-42AF-964C-C987BF31F0CE}"/>
              </a:ext>
            </a:extLst>
          </p:cNvPr>
          <p:cNvSpPr>
            <a:spLocks noGrp="1"/>
          </p:cNvSpPr>
          <p:nvPr/>
        </p:nvSpPr>
        <p:spPr>
          <a:xfrm>
            <a:off x="6973266" y="1026488"/>
            <a:ext cx="3090368" cy="2990679"/>
          </a:xfrm>
          <a:custGeom>
            <a:avLst/>
            <a:gdLst/>
            <a:ahLst/>
            <a:cxnLst/>
            <a:rect l="0" t="0" r="0" b="0"/>
            <a:pathLst>
              <a:path w="3090368" h="2990679">
                <a:moveTo>
                  <a:pt x="0" y="0"/>
                </a:moveTo>
                <a:lnTo>
                  <a:pt x="3090368" y="2990679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55_1">
            <a:extLst>
              <a:ext uri="{FF2B5EF4-FFF2-40B4-BE49-F238E27FC236}">
                <a16:creationId xmlns:a16="http://schemas.microsoft.com/office/drawing/2014/main" id="{3AE18AFA-00B8-4B06-A08C-3065119DBDAE}"/>
              </a:ext>
            </a:extLst>
          </p:cNvPr>
          <p:cNvSpPr>
            <a:spLocks noGrp="1"/>
          </p:cNvSpPr>
          <p:nvPr/>
        </p:nvSpPr>
        <p:spPr>
          <a:xfrm>
            <a:off x="6973266" y="1026488"/>
            <a:ext cx="3090368" cy="1794407"/>
          </a:xfrm>
          <a:custGeom>
            <a:avLst/>
            <a:gdLst/>
            <a:ahLst/>
            <a:cxnLst/>
            <a:rect l="0" t="0" r="0" b="0"/>
            <a:pathLst>
              <a:path w="3090368" h="1794407">
                <a:moveTo>
                  <a:pt x="0" y="0"/>
                </a:moveTo>
                <a:lnTo>
                  <a:pt x="3090368" y="1794407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56_1">
            <a:extLst>
              <a:ext uri="{FF2B5EF4-FFF2-40B4-BE49-F238E27FC236}">
                <a16:creationId xmlns:a16="http://schemas.microsoft.com/office/drawing/2014/main" id="{C6EF670F-FADA-4A2D-97EE-E817AEA8A7CF}"/>
              </a:ext>
            </a:extLst>
          </p:cNvPr>
          <p:cNvSpPr>
            <a:spLocks noGrp="1"/>
          </p:cNvSpPr>
          <p:nvPr/>
        </p:nvSpPr>
        <p:spPr>
          <a:xfrm>
            <a:off x="6973266" y="1026488"/>
            <a:ext cx="3090368" cy="598136"/>
          </a:xfrm>
          <a:custGeom>
            <a:avLst/>
            <a:gdLst/>
            <a:ahLst/>
            <a:cxnLst/>
            <a:rect l="0" t="0" r="0" b="0"/>
            <a:pathLst>
              <a:path w="3090368" h="598136">
                <a:moveTo>
                  <a:pt x="0" y="0"/>
                </a:moveTo>
                <a:lnTo>
                  <a:pt x="3090368" y="59813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57_1">
            <a:extLst>
              <a:ext uri="{FF2B5EF4-FFF2-40B4-BE49-F238E27FC236}">
                <a16:creationId xmlns:a16="http://schemas.microsoft.com/office/drawing/2014/main" id="{3D3D4D63-2379-49E0-934B-7D7823DEDD32}"/>
              </a:ext>
            </a:extLst>
          </p:cNvPr>
          <p:cNvSpPr>
            <a:spLocks noGrp="1"/>
          </p:cNvSpPr>
          <p:nvPr/>
        </p:nvSpPr>
        <p:spPr>
          <a:xfrm>
            <a:off x="6973266" y="428353"/>
            <a:ext cx="3090368" cy="598136"/>
          </a:xfrm>
          <a:custGeom>
            <a:avLst/>
            <a:gdLst/>
            <a:ahLst/>
            <a:cxnLst/>
            <a:rect l="0" t="0" r="0" b="0"/>
            <a:pathLst>
              <a:path w="3090368" h="598136">
                <a:moveTo>
                  <a:pt x="0" y="598136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58_1">
            <a:extLst>
              <a:ext uri="{FF2B5EF4-FFF2-40B4-BE49-F238E27FC236}">
                <a16:creationId xmlns:a16="http://schemas.microsoft.com/office/drawing/2014/main" id="{FA6BC072-9499-4E6D-824D-4D89022F73F1}"/>
              </a:ext>
            </a:extLst>
          </p:cNvPr>
          <p:cNvSpPr>
            <a:spLocks noGrp="1"/>
          </p:cNvSpPr>
          <p:nvPr/>
        </p:nvSpPr>
        <p:spPr>
          <a:xfrm>
            <a:off x="10063633" y="5213438"/>
            <a:ext cx="3090368" cy="1196271"/>
          </a:xfrm>
          <a:custGeom>
            <a:avLst/>
            <a:gdLst/>
            <a:ahLst/>
            <a:cxnLst/>
            <a:rect l="0" t="0" r="0" b="0"/>
            <a:pathLst>
              <a:path w="3090368" h="1196271">
                <a:moveTo>
                  <a:pt x="0" y="1196271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59_1">
            <a:extLst>
              <a:ext uri="{FF2B5EF4-FFF2-40B4-BE49-F238E27FC236}">
                <a16:creationId xmlns:a16="http://schemas.microsoft.com/office/drawing/2014/main" id="{D79F22F7-7B7C-49CB-9B3F-232095C525C5}"/>
              </a:ext>
            </a:extLst>
          </p:cNvPr>
          <p:cNvSpPr>
            <a:spLocks noGrp="1"/>
          </p:cNvSpPr>
          <p:nvPr/>
        </p:nvSpPr>
        <p:spPr>
          <a:xfrm>
            <a:off x="10063633" y="4017167"/>
            <a:ext cx="3090368" cy="2392543"/>
          </a:xfrm>
          <a:custGeom>
            <a:avLst/>
            <a:gdLst/>
            <a:ahLst/>
            <a:cxnLst/>
            <a:rect l="0" t="0" r="0" b="0"/>
            <a:pathLst>
              <a:path w="3090368" h="2392543">
                <a:moveTo>
                  <a:pt x="0" y="2392543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60_1">
            <a:extLst>
              <a:ext uri="{FF2B5EF4-FFF2-40B4-BE49-F238E27FC236}">
                <a16:creationId xmlns:a16="http://schemas.microsoft.com/office/drawing/2014/main" id="{F4B44616-92AE-4BA6-BCCA-A805DF0F7ED8}"/>
              </a:ext>
            </a:extLst>
          </p:cNvPr>
          <p:cNvSpPr>
            <a:spLocks noGrp="1"/>
          </p:cNvSpPr>
          <p:nvPr/>
        </p:nvSpPr>
        <p:spPr>
          <a:xfrm>
            <a:off x="10063633" y="2820895"/>
            <a:ext cx="3090368" cy="3588814"/>
          </a:xfrm>
          <a:custGeom>
            <a:avLst/>
            <a:gdLst/>
            <a:ahLst/>
            <a:cxnLst/>
            <a:rect l="0" t="0" r="0" b="0"/>
            <a:pathLst>
              <a:path w="3090368" h="3588814">
                <a:moveTo>
                  <a:pt x="0" y="3588814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61_1">
            <a:extLst>
              <a:ext uri="{FF2B5EF4-FFF2-40B4-BE49-F238E27FC236}">
                <a16:creationId xmlns:a16="http://schemas.microsoft.com/office/drawing/2014/main" id="{86A28060-755B-419E-BAB6-FBA771D631AF}"/>
              </a:ext>
            </a:extLst>
          </p:cNvPr>
          <p:cNvSpPr>
            <a:spLocks noGrp="1"/>
          </p:cNvSpPr>
          <p:nvPr/>
        </p:nvSpPr>
        <p:spPr>
          <a:xfrm>
            <a:off x="10063633" y="1624624"/>
            <a:ext cx="3090368" cy="4785086"/>
          </a:xfrm>
          <a:custGeom>
            <a:avLst/>
            <a:gdLst/>
            <a:ahLst/>
            <a:cxnLst/>
            <a:rect l="0" t="0" r="0" b="0"/>
            <a:pathLst>
              <a:path w="3090368" h="4785086">
                <a:moveTo>
                  <a:pt x="0" y="4785086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62_1">
            <a:extLst>
              <a:ext uri="{FF2B5EF4-FFF2-40B4-BE49-F238E27FC236}">
                <a16:creationId xmlns:a16="http://schemas.microsoft.com/office/drawing/2014/main" id="{39445465-DA1D-4BC1-ABBE-3008DA38C458}"/>
              </a:ext>
            </a:extLst>
          </p:cNvPr>
          <p:cNvSpPr>
            <a:spLocks noGrp="1"/>
          </p:cNvSpPr>
          <p:nvPr/>
        </p:nvSpPr>
        <p:spPr>
          <a:xfrm>
            <a:off x="10063633" y="5213438"/>
            <a:ext cx="3090368" cy="953"/>
          </a:xfrm>
          <a:custGeom>
            <a:avLst/>
            <a:gdLst/>
            <a:ahLst/>
            <a:cxnLst/>
            <a:rect l="0" t="0" r="0" b="0"/>
            <a:pathLst>
              <a:path w="3090368" h="953">
                <a:moveTo>
                  <a:pt x="0" y="0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63_1">
            <a:extLst>
              <a:ext uri="{FF2B5EF4-FFF2-40B4-BE49-F238E27FC236}">
                <a16:creationId xmlns:a16="http://schemas.microsoft.com/office/drawing/2014/main" id="{B6DB7BDE-9762-4983-B295-A36FC8EB3C91}"/>
              </a:ext>
            </a:extLst>
          </p:cNvPr>
          <p:cNvSpPr>
            <a:spLocks noGrp="1"/>
          </p:cNvSpPr>
          <p:nvPr/>
        </p:nvSpPr>
        <p:spPr>
          <a:xfrm>
            <a:off x="10063633" y="4017167"/>
            <a:ext cx="3090368" cy="1196271"/>
          </a:xfrm>
          <a:custGeom>
            <a:avLst/>
            <a:gdLst/>
            <a:ahLst/>
            <a:cxnLst/>
            <a:rect l="0" t="0" r="0" b="0"/>
            <a:pathLst>
              <a:path w="3090368" h="1196271">
                <a:moveTo>
                  <a:pt x="0" y="1196271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64_1">
            <a:extLst>
              <a:ext uri="{FF2B5EF4-FFF2-40B4-BE49-F238E27FC236}">
                <a16:creationId xmlns:a16="http://schemas.microsoft.com/office/drawing/2014/main" id="{B89B2919-817B-4C2B-B69B-97DF587057E5}"/>
              </a:ext>
            </a:extLst>
          </p:cNvPr>
          <p:cNvSpPr>
            <a:spLocks noGrp="1"/>
          </p:cNvSpPr>
          <p:nvPr/>
        </p:nvSpPr>
        <p:spPr>
          <a:xfrm>
            <a:off x="10063633" y="2820895"/>
            <a:ext cx="3090368" cy="2392543"/>
          </a:xfrm>
          <a:custGeom>
            <a:avLst/>
            <a:gdLst/>
            <a:ahLst/>
            <a:cxnLst/>
            <a:rect l="0" t="0" r="0" b="0"/>
            <a:pathLst>
              <a:path w="3090368" h="2392543">
                <a:moveTo>
                  <a:pt x="0" y="2392543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65_1">
            <a:extLst>
              <a:ext uri="{FF2B5EF4-FFF2-40B4-BE49-F238E27FC236}">
                <a16:creationId xmlns:a16="http://schemas.microsoft.com/office/drawing/2014/main" id="{61C656A3-9856-46C3-AFF0-10528EB25F31}"/>
              </a:ext>
            </a:extLst>
          </p:cNvPr>
          <p:cNvSpPr>
            <a:spLocks noGrp="1"/>
          </p:cNvSpPr>
          <p:nvPr/>
        </p:nvSpPr>
        <p:spPr>
          <a:xfrm>
            <a:off x="10063633" y="1624624"/>
            <a:ext cx="3090368" cy="3588814"/>
          </a:xfrm>
          <a:custGeom>
            <a:avLst/>
            <a:gdLst/>
            <a:ahLst/>
            <a:cxnLst/>
            <a:rect l="0" t="0" r="0" b="0"/>
            <a:pathLst>
              <a:path w="3090368" h="3588814">
                <a:moveTo>
                  <a:pt x="0" y="3588814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66_1">
            <a:extLst>
              <a:ext uri="{FF2B5EF4-FFF2-40B4-BE49-F238E27FC236}">
                <a16:creationId xmlns:a16="http://schemas.microsoft.com/office/drawing/2014/main" id="{0A190392-1718-44DD-BC8C-44F3F7F87B3C}"/>
              </a:ext>
            </a:extLst>
          </p:cNvPr>
          <p:cNvSpPr>
            <a:spLocks noGrp="1"/>
          </p:cNvSpPr>
          <p:nvPr/>
        </p:nvSpPr>
        <p:spPr>
          <a:xfrm>
            <a:off x="10063633" y="4017167"/>
            <a:ext cx="3090368" cy="1196271"/>
          </a:xfrm>
          <a:custGeom>
            <a:avLst/>
            <a:gdLst/>
            <a:ahLst/>
            <a:cxnLst/>
            <a:rect l="0" t="0" r="0" b="0"/>
            <a:pathLst>
              <a:path w="3090368" h="1196271">
                <a:moveTo>
                  <a:pt x="0" y="0"/>
                </a:moveTo>
                <a:lnTo>
                  <a:pt x="3090368" y="1196271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67_1">
            <a:extLst>
              <a:ext uri="{FF2B5EF4-FFF2-40B4-BE49-F238E27FC236}">
                <a16:creationId xmlns:a16="http://schemas.microsoft.com/office/drawing/2014/main" id="{4CDFA8A3-1D51-4070-9985-3B77A5C95619}"/>
              </a:ext>
            </a:extLst>
          </p:cNvPr>
          <p:cNvSpPr>
            <a:spLocks noGrp="1"/>
          </p:cNvSpPr>
          <p:nvPr/>
        </p:nvSpPr>
        <p:spPr>
          <a:xfrm>
            <a:off x="10063633" y="4017167"/>
            <a:ext cx="3090368" cy="953"/>
          </a:xfrm>
          <a:custGeom>
            <a:avLst/>
            <a:gdLst/>
            <a:ahLst/>
            <a:cxnLst/>
            <a:rect l="0" t="0" r="0" b="0"/>
            <a:pathLst>
              <a:path w="3090368" h="953">
                <a:moveTo>
                  <a:pt x="0" y="0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68_1">
            <a:extLst>
              <a:ext uri="{FF2B5EF4-FFF2-40B4-BE49-F238E27FC236}">
                <a16:creationId xmlns:a16="http://schemas.microsoft.com/office/drawing/2014/main" id="{22FA83AE-C1BE-45D7-98DC-D77D470E66C5}"/>
              </a:ext>
            </a:extLst>
          </p:cNvPr>
          <p:cNvSpPr>
            <a:spLocks noGrp="1"/>
          </p:cNvSpPr>
          <p:nvPr/>
        </p:nvSpPr>
        <p:spPr>
          <a:xfrm>
            <a:off x="10063633" y="2820895"/>
            <a:ext cx="3090368" cy="1196271"/>
          </a:xfrm>
          <a:custGeom>
            <a:avLst/>
            <a:gdLst/>
            <a:ahLst/>
            <a:cxnLst/>
            <a:rect l="0" t="0" r="0" b="0"/>
            <a:pathLst>
              <a:path w="3090368" h="1196271">
                <a:moveTo>
                  <a:pt x="0" y="1196271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69_1">
            <a:extLst>
              <a:ext uri="{FF2B5EF4-FFF2-40B4-BE49-F238E27FC236}">
                <a16:creationId xmlns:a16="http://schemas.microsoft.com/office/drawing/2014/main" id="{F3E86750-3B93-4C70-89BD-13C701098F3F}"/>
              </a:ext>
            </a:extLst>
          </p:cNvPr>
          <p:cNvSpPr>
            <a:spLocks noGrp="1"/>
          </p:cNvSpPr>
          <p:nvPr/>
        </p:nvSpPr>
        <p:spPr>
          <a:xfrm>
            <a:off x="10063633" y="1624624"/>
            <a:ext cx="3090368" cy="2392543"/>
          </a:xfrm>
          <a:custGeom>
            <a:avLst/>
            <a:gdLst/>
            <a:ahLst/>
            <a:cxnLst/>
            <a:rect l="0" t="0" r="0" b="0"/>
            <a:pathLst>
              <a:path w="3090368" h="2392543">
                <a:moveTo>
                  <a:pt x="0" y="2392543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70_1">
            <a:extLst>
              <a:ext uri="{FF2B5EF4-FFF2-40B4-BE49-F238E27FC236}">
                <a16:creationId xmlns:a16="http://schemas.microsoft.com/office/drawing/2014/main" id="{41060EE7-9455-4F89-AACB-E86A73B92052}"/>
              </a:ext>
            </a:extLst>
          </p:cNvPr>
          <p:cNvSpPr>
            <a:spLocks noGrp="1"/>
          </p:cNvSpPr>
          <p:nvPr/>
        </p:nvSpPr>
        <p:spPr>
          <a:xfrm>
            <a:off x="10063633" y="2820895"/>
            <a:ext cx="3090368" cy="2392543"/>
          </a:xfrm>
          <a:custGeom>
            <a:avLst/>
            <a:gdLst/>
            <a:ahLst/>
            <a:cxnLst/>
            <a:rect l="0" t="0" r="0" b="0"/>
            <a:pathLst>
              <a:path w="3090368" h="2392543">
                <a:moveTo>
                  <a:pt x="0" y="0"/>
                </a:moveTo>
                <a:lnTo>
                  <a:pt x="3090368" y="2392543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71_1">
            <a:extLst>
              <a:ext uri="{FF2B5EF4-FFF2-40B4-BE49-F238E27FC236}">
                <a16:creationId xmlns:a16="http://schemas.microsoft.com/office/drawing/2014/main" id="{EC0C87AE-DF3A-417A-B91D-CC8D55B314D7}"/>
              </a:ext>
            </a:extLst>
          </p:cNvPr>
          <p:cNvSpPr>
            <a:spLocks noGrp="1"/>
          </p:cNvSpPr>
          <p:nvPr/>
        </p:nvSpPr>
        <p:spPr>
          <a:xfrm>
            <a:off x="10063633" y="2820895"/>
            <a:ext cx="3090368" cy="1196271"/>
          </a:xfrm>
          <a:custGeom>
            <a:avLst/>
            <a:gdLst/>
            <a:ahLst/>
            <a:cxnLst/>
            <a:rect l="0" t="0" r="0" b="0"/>
            <a:pathLst>
              <a:path w="3090368" h="1196271">
                <a:moveTo>
                  <a:pt x="0" y="0"/>
                </a:moveTo>
                <a:lnTo>
                  <a:pt x="3090368" y="1196271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72_1">
            <a:extLst>
              <a:ext uri="{FF2B5EF4-FFF2-40B4-BE49-F238E27FC236}">
                <a16:creationId xmlns:a16="http://schemas.microsoft.com/office/drawing/2014/main" id="{C2273848-6DF9-464F-9449-487E9776B907}"/>
              </a:ext>
            </a:extLst>
          </p:cNvPr>
          <p:cNvSpPr>
            <a:spLocks noGrp="1"/>
          </p:cNvSpPr>
          <p:nvPr/>
        </p:nvSpPr>
        <p:spPr>
          <a:xfrm>
            <a:off x="10063633" y="2820895"/>
            <a:ext cx="3090368" cy="953"/>
          </a:xfrm>
          <a:custGeom>
            <a:avLst/>
            <a:gdLst/>
            <a:ahLst/>
            <a:cxnLst/>
            <a:rect l="0" t="0" r="0" b="0"/>
            <a:pathLst>
              <a:path w="3090368" h="953">
                <a:moveTo>
                  <a:pt x="0" y="0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73_1">
            <a:extLst>
              <a:ext uri="{FF2B5EF4-FFF2-40B4-BE49-F238E27FC236}">
                <a16:creationId xmlns:a16="http://schemas.microsoft.com/office/drawing/2014/main" id="{B78EDD56-8505-4DF7-BCA1-7C5D7E44F55F}"/>
              </a:ext>
            </a:extLst>
          </p:cNvPr>
          <p:cNvSpPr>
            <a:spLocks noGrp="1"/>
          </p:cNvSpPr>
          <p:nvPr/>
        </p:nvSpPr>
        <p:spPr>
          <a:xfrm>
            <a:off x="10063633" y="1624624"/>
            <a:ext cx="3090368" cy="1196271"/>
          </a:xfrm>
          <a:custGeom>
            <a:avLst/>
            <a:gdLst/>
            <a:ahLst/>
            <a:cxnLst/>
            <a:rect l="0" t="0" r="0" b="0"/>
            <a:pathLst>
              <a:path w="3090368" h="1196271">
                <a:moveTo>
                  <a:pt x="0" y="1196271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74_1">
            <a:extLst>
              <a:ext uri="{FF2B5EF4-FFF2-40B4-BE49-F238E27FC236}">
                <a16:creationId xmlns:a16="http://schemas.microsoft.com/office/drawing/2014/main" id="{57F9FC38-2C6E-4B7E-9A9B-986E82EE6A61}"/>
              </a:ext>
            </a:extLst>
          </p:cNvPr>
          <p:cNvSpPr>
            <a:spLocks noGrp="1"/>
          </p:cNvSpPr>
          <p:nvPr/>
        </p:nvSpPr>
        <p:spPr>
          <a:xfrm>
            <a:off x="10063633" y="1624624"/>
            <a:ext cx="3090368" cy="3588814"/>
          </a:xfrm>
          <a:custGeom>
            <a:avLst/>
            <a:gdLst/>
            <a:ahLst/>
            <a:cxnLst/>
            <a:rect l="0" t="0" r="0" b="0"/>
            <a:pathLst>
              <a:path w="3090368" h="3588814">
                <a:moveTo>
                  <a:pt x="0" y="0"/>
                </a:moveTo>
                <a:lnTo>
                  <a:pt x="3090368" y="3588814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75_1">
            <a:extLst>
              <a:ext uri="{FF2B5EF4-FFF2-40B4-BE49-F238E27FC236}">
                <a16:creationId xmlns:a16="http://schemas.microsoft.com/office/drawing/2014/main" id="{F63DA529-5D85-4ED1-B25B-4C4035B3E715}"/>
              </a:ext>
            </a:extLst>
          </p:cNvPr>
          <p:cNvSpPr>
            <a:spLocks noGrp="1"/>
          </p:cNvSpPr>
          <p:nvPr/>
        </p:nvSpPr>
        <p:spPr>
          <a:xfrm>
            <a:off x="10063633" y="1624624"/>
            <a:ext cx="3090368" cy="2392543"/>
          </a:xfrm>
          <a:custGeom>
            <a:avLst/>
            <a:gdLst/>
            <a:ahLst/>
            <a:cxnLst/>
            <a:rect l="0" t="0" r="0" b="0"/>
            <a:pathLst>
              <a:path w="3090368" h="2392543">
                <a:moveTo>
                  <a:pt x="0" y="0"/>
                </a:moveTo>
                <a:lnTo>
                  <a:pt x="3090368" y="2392543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76_1">
            <a:extLst>
              <a:ext uri="{FF2B5EF4-FFF2-40B4-BE49-F238E27FC236}">
                <a16:creationId xmlns:a16="http://schemas.microsoft.com/office/drawing/2014/main" id="{11E89EA0-CEC1-4873-B0D2-3D956D3AA5E0}"/>
              </a:ext>
            </a:extLst>
          </p:cNvPr>
          <p:cNvSpPr>
            <a:spLocks noGrp="1"/>
          </p:cNvSpPr>
          <p:nvPr/>
        </p:nvSpPr>
        <p:spPr>
          <a:xfrm>
            <a:off x="10063633" y="1624624"/>
            <a:ext cx="3090368" cy="1196271"/>
          </a:xfrm>
          <a:custGeom>
            <a:avLst/>
            <a:gdLst/>
            <a:ahLst/>
            <a:cxnLst/>
            <a:rect l="0" t="0" r="0" b="0"/>
            <a:pathLst>
              <a:path w="3090368" h="1196271">
                <a:moveTo>
                  <a:pt x="0" y="0"/>
                </a:moveTo>
                <a:lnTo>
                  <a:pt x="3090368" y="1196271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77_1">
            <a:extLst>
              <a:ext uri="{FF2B5EF4-FFF2-40B4-BE49-F238E27FC236}">
                <a16:creationId xmlns:a16="http://schemas.microsoft.com/office/drawing/2014/main" id="{86F70A8B-4ABF-4BCA-8D45-9EA9BA1FC808}"/>
              </a:ext>
            </a:extLst>
          </p:cNvPr>
          <p:cNvSpPr>
            <a:spLocks noGrp="1"/>
          </p:cNvSpPr>
          <p:nvPr/>
        </p:nvSpPr>
        <p:spPr>
          <a:xfrm>
            <a:off x="10063633" y="1624624"/>
            <a:ext cx="3090368" cy="953"/>
          </a:xfrm>
          <a:custGeom>
            <a:avLst/>
            <a:gdLst/>
            <a:ahLst/>
            <a:cxnLst/>
            <a:rect l="0" t="0" r="0" b="0"/>
            <a:pathLst>
              <a:path w="3090368" h="953">
                <a:moveTo>
                  <a:pt x="0" y="0"/>
                </a:moveTo>
                <a:lnTo>
                  <a:pt x="3090368" y="0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78_1">
            <a:extLst>
              <a:ext uri="{FF2B5EF4-FFF2-40B4-BE49-F238E27FC236}">
                <a16:creationId xmlns:a16="http://schemas.microsoft.com/office/drawing/2014/main" id="{A8AA8FB2-6A8B-4670-9C5D-BE666BE37E1E}"/>
              </a:ext>
            </a:extLst>
          </p:cNvPr>
          <p:cNvSpPr>
            <a:spLocks noGrp="1"/>
          </p:cNvSpPr>
          <p:nvPr/>
        </p:nvSpPr>
        <p:spPr>
          <a:xfrm>
            <a:off x="10063633" y="428353"/>
            <a:ext cx="3090368" cy="4785086"/>
          </a:xfrm>
          <a:custGeom>
            <a:avLst/>
            <a:gdLst/>
            <a:ahLst/>
            <a:cxnLst/>
            <a:rect l="0" t="0" r="0" b="0"/>
            <a:pathLst>
              <a:path w="3090368" h="4785086">
                <a:moveTo>
                  <a:pt x="0" y="0"/>
                </a:moveTo>
                <a:lnTo>
                  <a:pt x="3090368" y="4785086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79_1">
            <a:extLst>
              <a:ext uri="{FF2B5EF4-FFF2-40B4-BE49-F238E27FC236}">
                <a16:creationId xmlns:a16="http://schemas.microsoft.com/office/drawing/2014/main" id="{4FFE889F-D69F-40CC-B109-A840B94E547E}"/>
              </a:ext>
            </a:extLst>
          </p:cNvPr>
          <p:cNvSpPr>
            <a:spLocks noGrp="1"/>
          </p:cNvSpPr>
          <p:nvPr/>
        </p:nvSpPr>
        <p:spPr>
          <a:xfrm>
            <a:off x="10063633" y="428353"/>
            <a:ext cx="3090368" cy="3588814"/>
          </a:xfrm>
          <a:custGeom>
            <a:avLst/>
            <a:gdLst/>
            <a:ahLst/>
            <a:cxnLst/>
            <a:rect l="0" t="0" r="0" b="0"/>
            <a:pathLst>
              <a:path w="3090368" h="3588814">
                <a:moveTo>
                  <a:pt x="0" y="0"/>
                </a:moveTo>
                <a:lnTo>
                  <a:pt x="3090368" y="3588814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o80_1">
            <a:extLst>
              <a:ext uri="{FF2B5EF4-FFF2-40B4-BE49-F238E27FC236}">
                <a16:creationId xmlns:a16="http://schemas.microsoft.com/office/drawing/2014/main" id="{A099A4EA-4523-4791-8976-C449381D426C}"/>
              </a:ext>
            </a:extLst>
          </p:cNvPr>
          <p:cNvSpPr>
            <a:spLocks noGrp="1"/>
          </p:cNvSpPr>
          <p:nvPr/>
        </p:nvSpPr>
        <p:spPr>
          <a:xfrm>
            <a:off x="10063633" y="428353"/>
            <a:ext cx="3090368" cy="2392543"/>
          </a:xfrm>
          <a:custGeom>
            <a:avLst/>
            <a:gdLst/>
            <a:ahLst/>
            <a:cxnLst/>
            <a:rect l="0" t="0" r="0" b="0"/>
            <a:pathLst>
              <a:path w="3090368" h="2392543">
                <a:moveTo>
                  <a:pt x="0" y="0"/>
                </a:moveTo>
                <a:lnTo>
                  <a:pt x="3090368" y="2392543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4" name="anim_o81_1">
            <a:extLst>
              <a:ext uri="{FF2B5EF4-FFF2-40B4-BE49-F238E27FC236}">
                <a16:creationId xmlns:a16="http://schemas.microsoft.com/office/drawing/2014/main" id="{3ECE72BC-E28C-4749-A18B-61C32609B22B}"/>
              </a:ext>
            </a:extLst>
          </p:cNvPr>
          <p:cNvSpPr>
            <a:spLocks noGrp="1"/>
          </p:cNvSpPr>
          <p:nvPr/>
        </p:nvSpPr>
        <p:spPr>
          <a:xfrm>
            <a:off x="10063633" y="428353"/>
            <a:ext cx="3090368" cy="1196271"/>
          </a:xfrm>
          <a:custGeom>
            <a:avLst/>
            <a:gdLst/>
            <a:ahLst/>
            <a:cxnLst/>
            <a:rect l="0" t="0" r="0" b="0"/>
            <a:pathLst>
              <a:path w="3090368" h="1196271">
                <a:moveTo>
                  <a:pt x="0" y="0"/>
                </a:moveTo>
                <a:lnTo>
                  <a:pt x="3090368" y="1196271"/>
                </a:lnTo>
              </a:path>
            </a:pathLst>
          </a:custGeom>
          <a:noFill/>
          <a:ln w="9525">
            <a:solidFill>
              <a:srgbClr val="BBBBB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55" name="anim_o498_1">
            <a:extLst>
              <a:ext uri="{FF2B5EF4-FFF2-40B4-BE49-F238E27FC236}">
                <a16:creationId xmlns:a16="http://schemas.microsoft.com/office/drawing/2014/main" id="{541C32E3-5571-498F-85A4-E00960DAD610}"/>
              </a:ext>
            </a:extLst>
          </p:cNvPr>
          <p:cNvSpPr>
            <a:spLocks noGrp="1"/>
          </p:cNvSpPr>
          <p:nvPr/>
        </p:nvSpPr>
        <p:spPr>
          <a:xfrm>
            <a:off x="-1135461" y="3333306"/>
            <a:ext cx="1495339" cy="171450"/>
          </a:xfrm>
          <a:custGeom>
            <a:avLst/>
            <a:gdLst/>
            <a:ahLst/>
            <a:cxnLst/>
            <a:rect l="0" t="0" r="0" b="0"/>
            <a:pathLst>
              <a:path w="1495339" h="171450">
                <a:moveTo>
                  <a:pt x="0" y="104775"/>
                </a:moveTo>
                <a:lnTo>
                  <a:pt x="1323889" y="104775"/>
                </a:lnTo>
                <a:lnTo>
                  <a:pt x="1323889" y="171450"/>
                </a:lnTo>
                <a:lnTo>
                  <a:pt x="1495339" y="85725"/>
                </a:lnTo>
                <a:lnTo>
                  <a:pt x="1323889" y="0"/>
                </a:lnTo>
                <a:lnTo>
                  <a:pt x="1323889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56" name="anim_o468_1">
            <a:extLst>
              <a:ext uri="{FF2B5EF4-FFF2-40B4-BE49-F238E27FC236}">
                <a16:creationId xmlns:a16="http://schemas.microsoft.com/office/drawing/2014/main" id="{10B26E33-694F-4931-B611-1E7A4026370D}"/>
              </a:ext>
            </a:extLst>
          </p:cNvPr>
          <p:cNvSpPr>
            <a:spLocks noGrp="1"/>
          </p:cNvSpPr>
          <p:nvPr/>
        </p:nvSpPr>
        <p:spPr>
          <a:xfrm>
            <a:off x="509413" y="3032237"/>
            <a:ext cx="996893" cy="996893"/>
          </a:xfrm>
          <a:prstGeom prst="roundRect">
            <a:avLst>
              <a:gd name="adj" fmla="val 7644"/>
            </a:avLst>
          </a:prstGeom>
          <a:solidFill>
            <a:srgbClr val="76DDC0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7" name="anim_o469_1">
            <a:extLst>
              <a:ext uri="{FF2B5EF4-FFF2-40B4-BE49-F238E27FC236}">
                <a16:creationId xmlns:a16="http://schemas.microsoft.com/office/drawing/2014/main" id="{8D4187C5-4A2B-418B-A451-F9FA4A24AE10}"/>
              </a:ext>
            </a:extLst>
          </p:cNvPr>
          <p:cNvSpPr>
            <a:spLocks noGrp="1"/>
          </p:cNvSpPr>
          <p:nvPr/>
        </p:nvSpPr>
        <p:spPr>
          <a:xfrm>
            <a:off x="648978" y="2976411"/>
            <a:ext cx="996893" cy="996893"/>
          </a:xfrm>
          <a:prstGeom prst="roundRect">
            <a:avLst>
              <a:gd name="adj" fmla="val 7644"/>
            </a:avLst>
          </a:prstGeom>
          <a:solidFill>
            <a:srgbClr val="76DDC0">
              <a:alpha val="6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" name="anim_o470_1">
            <a:extLst>
              <a:ext uri="{FF2B5EF4-FFF2-40B4-BE49-F238E27FC236}">
                <a16:creationId xmlns:a16="http://schemas.microsoft.com/office/drawing/2014/main" id="{6EC8C262-3628-4E6C-9BAE-C34F51E2DAEC}"/>
              </a:ext>
            </a:extLst>
          </p:cNvPr>
          <p:cNvSpPr>
            <a:spLocks noGrp="1"/>
          </p:cNvSpPr>
          <p:nvPr/>
        </p:nvSpPr>
        <p:spPr>
          <a:xfrm>
            <a:off x="788543" y="2920585"/>
            <a:ext cx="996893" cy="996893"/>
          </a:xfrm>
          <a:prstGeom prst="roundRect">
            <a:avLst>
              <a:gd name="adj" fmla="val 7644"/>
            </a:avLst>
          </a:prstGeom>
          <a:solidFill>
            <a:srgbClr val="76DDC0">
              <a:alpha val="5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o471_1">
            <a:extLst>
              <a:ext uri="{FF2B5EF4-FFF2-40B4-BE49-F238E27FC236}">
                <a16:creationId xmlns:a16="http://schemas.microsoft.com/office/drawing/2014/main" id="{F73D58F0-8675-4AB7-B32F-CBA6461C819D}"/>
              </a:ext>
            </a:extLst>
          </p:cNvPr>
          <p:cNvSpPr>
            <a:spLocks noGrp="1"/>
          </p:cNvSpPr>
          <p:nvPr/>
        </p:nvSpPr>
        <p:spPr>
          <a:xfrm>
            <a:off x="928108" y="2864759"/>
            <a:ext cx="996893" cy="996893"/>
          </a:xfrm>
          <a:prstGeom prst="roundRect">
            <a:avLst>
              <a:gd name="adj" fmla="val 7644"/>
            </a:avLst>
          </a:prstGeom>
          <a:solidFill>
            <a:srgbClr val="76DDC0">
              <a:alpha val="4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0" name="anim_o472_1">
            <a:extLst>
              <a:ext uri="{FF2B5EF4-FFF2-40B4-BE49-F238E27FC236}">
                <a16:creationId xmlns:a16="http://schemas.microsoft.com/office/drawing/2014/main" id="{A06CA6B5-8CA2-4A05-8A34-C14128821566}"/>
              </a:ext>
            </a:extLst>
          </p:cNvPr>
          <p:cNvSpPr>
            <a:spLocks noGrp="1"/>
          </p:cNvSpPr>
          <p:nvPr/>
        </p:nvSpPr>
        <p:spPr>
          <a:xfrm>
            <a:off x="1067673" y="2808933"/>
            <a:ext cx="996893" cy="996893"/>
          </a:xfrm>
          <a:prstGeom prst="roundRect">
            <a:avLst>
              <a:gd name="adj" fmla="val 7644"/>
            </a:avLst>
          </a:prstGeom>
          <a:solidFill>
            <a:srgbClr val="76DDC0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" name="anim_o499_1">
            <a:extLst>
              <a:ext uri="{FF2B5EF4-FFF2-40B4-BE49-F238E27FC236}">
                <a16:creationId xmlns:a16="http://schemas.microsoft.com/office/drawing/2014/main" id="{4FDC464B-896B-4E4B-87A1-7860F607AF64}"/>
              </a:ext>
            </a:extLst>
          </p:cNvPr>
          <p:cNvSpPr>
            <a:spLocks noGrp="1"/>
          </p:cNvSpPr>
          <p:nvPr/>
        </p:nvSpPr>
        <p:spPr>
          <a:xfrm>
            <a:off x="2214099" y="3333306"/>
            <a:ext cx="1246116" cy="171450"/>
          </a:xfrm>
          <a:custGeom>
            <a:avLst/>
            <a:gdLst/>
            <a:ahLst/>
            <a:cxnLst/>
            <a:rect l="0" t="0" r="0" b="0"/>
            <a:pathLst>
              <a:path w="1246116" h="171450">
                <a:moveTo>
                  <a:pt x="0" y="104775"/>
                </a:moveTo>
                <a:lnTo>
                  <a:pt x="1074666" y="104775"/>
                </a:lnTo>
                <a:lnTo>
                  <a:pt x="1074666" y="171450"/>
                </a:lnTo>
                <a:lnTo>
                  <a:pt x="1246116" y="85725"/>
                </a:lnTo>
                <a:lnTo>
                  <a:pt x="1074666" y="0"/>
                </a:lnTo>
                <a:lnTo>
                  <a:pt x="1074666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2" name="anim_o479_1">
            <a:extLst>
              <a:ext uri="{FF2B5EF4-FFF2-40B4-BE49-F238E27FC236}">
                <a16:creationId xmlns:a16="http://schemas.microsoft.com/office/drawing/2014/main" id="{C16EAFAB-31A3-40CC-B30C-7CE784B1DBF6}"/>
              </a:ext>
            </a:extLst>
          </p:cNvPr>
          <p:cNvSpPr>
            <a:spLocks noGrp="1"/>
          </p:cNvSpPr>
          <p:nvPr/>
        </p:nvSpPr>
        <p:spPr>
          <a:xfrm>
            <a:off x="3609749" y="1824003"/>
            <a:ext cx="1794407" cy="3190057"/>
          </a:xfrm>
          <a:prstGeom prst="roundRect">
            <a:avLst>
              <a:gd name="adj" fmla="val 4247"/>
            </a:avLst>
          </a:prstGeom>
          <a:solidFill>
            <a:srgbClr val="9A72AC">
              <a:alpha val="30000"/>
            </a:srgbClr>
          </a:solidFill>
          <a:ln w="19050">
            <a:solidFill>
              <a:srgbClr val="CAA3E8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3" name="anim_o481_1">
            <a:extLst>
              <a:ext uri="{FF2B5EF4-FFF2-40B4-BE49-F238E27FC236}">
                <a16:creationId xmlns:a16="http://schemas.microsoft.com/office/drawing/2014/main" id="{FFC74C6D-F488-4910-9628-8528DE6F90AA}"/>
              </a:ext>
            </a:extLst>
          </p:cNvPr>
          <p:cNvSpPr>
            <a:spLocks noGrp="1"/>
          </p:cNvSpPr>
          <p:nvPr/>
        </p:nvSpPr>
        <p:spPr>
          <a:xfrm>
            <a:off x="4307574" y="2123070"/>
            <a:ext cx="398757" cy="398757"/>
          </a:xfrm>
          <a:prstGeom prst="ellipse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4" name="anim_o482_1">
            <a:extLst>
              <a:ext uri="{FF2B5EF4-FFF2-40B4-BE49-F238E27FC236}">
                <a16:creationId xmlns:a16="http://schemas.microsoft.com/office/drawing/2014/main" id="{2BD05216-91A6-4ECF-8EC9-9C93F027C562}"/>
              </a:ext>
            </a:extLst>
          </p:cNvPr>
          <p:cNvSpPr>
            <a:spLocks noGrp="1"/>
          </p:cNvSpPr>
          <p:nvPr/>
        </p:nvSpPr>
        <p:spPr>
          <a:xfrm>
            <a:off x="4307574" y="2671361"/>
            <a:ext cx="398757" cy="398757"/>
          </a:xfrm>
          <a:prstGeom prst="ellipse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5" name="anim_o483_1">
            <a:extLst>
              <a:ext uri="{FF2B5EF4-FFF2-40B4-BE49-F238E27FC236}">
                <a16:creationId xmlns:a16="http://schemas.microsoft.com/office/drawing/2014/main" id="{5F652D84-677F-4193-8F8F-563D6D3AC641}"/>
              </a:ext>
            </a:extLst>
          </p:cNvPr>
          <p:cNvSpPr>
            <a:spLocks noGrp="1"/>
          </p:cNvSpPr>
          <p:nvPr/>
        </p:nvSpPr>
        <p:spPr>
          <a:xfrm>
            <a:off x="4307574" y="3219653"/>
            <a:ext cx="398757" cy="398757"/>
          </a:xfrm>
          <a:prstGeom prst="ellipse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6" name="anim_o484_1">
            <a:extLst>
              <a:ext uri="{FF2B5EF4-FFF2-40B4-BE49-F238E27FC236}">
                <a16:creationId xmlns:a16="http://schemas.microsoft.com/office/drawing/2014/main" id="{FFA3F4F7-820F-4BC5-BA9E-649D895B2563}"/>
              </a:ext>
            </a:extLst>
          </p:cNvPr>
          <p:cNvSpPr>
            <a:spLocks noGrp="1"/>
          </p:cNvSpPr>
          <p:nvPr/>
        </p:nvSpPr>
        <p:spPr>
          <a:xfrm>
            <a:off x="4307574" y="3767944"/>
            <a:ext cx="398757" cy="398757"/>
          </a:xfrm>
          <a:prstGeom prst="ellipse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7" name="anim_o485_1">
            <a:extLst>
              <a:ext uri="{FF2B5EF4-FFF2-40B4-BE49-F238E27FC236}">
                <a16:creationId xmlns:a16="http://schemas.microsoft.com/office/drawing/2014/main" id="{B502AB12-5763-45BC-9CE1-713566AC1999}"/>
              </a:ext>
            </a:extLst>
          </p:cNvPr>
          <p:cNvSpPr>
            <a:spLocks noGrp="1"/>
          </p:cNvSpPr>
          <p:nvPr/>
        </p:nvSpPr>
        <p:spPr>
          <a:xfrm>
            <a:off x="4307574" y="4316235"/>
            <a:ext cx="398757" cy="398757"/>
          </a:xfrm>
          <a:prstGeom prst="ellipse">
            <a:avLst/>
          </a:prstGeom>
          <a:solidFill>
            <a:srgbClr val="9A72AC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8" name="anim_o508_1">
            <a:extLst>
              <a:ext uri="{FF2B5EF4-FFF2-40B4-BE49-F238E27FC236}">
                <a16:creationId xmlns:a16="http://schemas.microsoft.com/office/drawing/2014/main" id="{80FF0D66-E2D3-491F-B980-7D16F16F3E56}"/>
              </a:ext>
            </a:extLst>
          </p:cNvPr>
          <p:cNvSpPr>
            <a:spLocks noGrp="1"/>
          </p:cNvSpPr>
          <p:nvPr/>
        </p:nvSpPr>
        <p:spPr>
          <a:xfrm>
            <a:off x="5553690" y="3333306"/>
            <a:ext cx="1006862" cy="171450"/>
          </a:xfrm>
          <a:custGeom>
            <a:avLst/>
            <a:gdLst/>
            <a:ahLst/>
            <a:cxnLst/>
            <a:rect l="0" t="0" r="0" b="0"/>
            <a:pathLst>
              <a:path w="1006862" h="171450">
                <a:moveTo>
                  <a:pt x="0" y="104775"/>
                </a:moveTo>
                <a:lnTo>
                  <a:pt x="835412" y="104775"/>
                </a:lnTo>
                <a:lnTo>
                  <a:pt x="835412" y="171450"/>
                </a:lnTo>
                <a:lnTo>
                  <a:pt x="1006862" y="85725"/>
                </a:lnTo>
                <a:lnTo>
                  <a:pt x="835412" y="0"/>
                </a:lnTo>
                <a:lnTo>
                  <a:pt x="835412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9" name="anim_to473_0_1">
            <a:extLst>
              <a:ext uri="{FF2B5EF4-FFF2-40B4-BE49-F238E27FC236}">
                <a16:creationId xmlns:a16="http://schemas.microsoft.com/office/drawing/2014/main" id="{8FA4BAAB-2842-4860-A4DA-F5FCB90D3DAF}"/>
              </a:ext>
            </a:extLst>
          </p:cNvPr>
          <p:cNvSpPr>
            <a:spLocks noGrp="1"/>
          </p:cNvSpPr>
          <p:nvPr/>
        </p:nvSpPr>
        <p:spPr>
          <a:xfrm>
            <a:off x="418612" y="4357367"/>
            <a:ext cx="1755804" cy="7807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918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918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4918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Pool2</a:t>
            </a:r>
          </a:p>
        </p:txBody>
      </p:sp>
      <p:sp>
        <p:nvSpPr>
          <p:cNvPr id="70" name="anim_to500_0_1">
            <a:extLst>
              <a:ext uri="{FF2B5EF4-FFF2-40B4-BE49-F238E27FC236}">
                <a16:creationId xmlns:a16="http://schemas.microsoft.com/office/drawing/2014/main" id="{6D3E5B88-DA0A-40C5-8F5C-2B3261E0995F}"/>
              </a:ext>
            </a:extLst>
          </p:cNvPr>
          <p:cNvSpPr>
            <a:spLocks noGrp="1"/>
          </p:cNvSpPr>
          <p:nvPr/>
        </p:nvSpPr>
        <p:spPr>
          <a:xfrm>
            <a:off x="2286556" y="2914991"/>
            <a:ext cx="1120253" cy="3513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13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213" b="1">
                <a:solidFill>
                  <a:srgbClr val="FFFF00"/>
                </a:solidFill>
                <a:latin typeface="Consolas"/>
                <a:ea typeface="Consolas"/>
                <a:cs typeface="Consolas"/>
              </a:defRPr>
            </a:pPr>
            <a:r>
              <a:rPr sz="2213" b="1">
                <a:solidFill>
                  <a:srgbClr val="FFFF00"/>
                </a:solidFill>
                <a:latin typeface="Consolas"/>
                <a:ea typeface="Consolas"/>
                <a:cs typeface="Consolas"/>
              </a:rPr>
              <a:t>Flatten</a:t>
            </a:r>
          </a:p>
        </p:txBody>
      </p:sp>
      <p:sp>
        <p:nvSpPr>
          <p:cNvPr id="71" name="anim_to486_0_1">
            <a:extLst>
              <a:ext uri="{FF2B5EF4-FFF2-40B4-BE49-F238E27FC236}">
                <a16:creationId xmlns:a16="http://schemas.microsoft.com/office/drawing/2014/main" id="{389A5C58-7318-40F4-9BC9-C6DCECB23F3B}"/>
              </a:ext>
            </a:extLst>
          </p:cNvPr>
          <p:cNvSpPr>
            <a:spLocks noGrp="1"/>
          </p:cNvSpPr>
          <p:nvPr/>
        </p:nvSpPr>
        <p:spPr>
          <a:xfrm>
            <a:off x="3123265" y="5331366"/>
            <a:ext cx="2786426" cy="7807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918" b="1">
                <a:solidFill>
                  <a:srgbClr val="CAA3E8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918" b="1">
                <a:solidFill>
                  <a:srgbClr val="CAA3E8"/>
                </a:solidFill>
                <a:latin typeface="Consolas"/>
                <a:ea typeface="Consolas"/>
                <a:cs typeface="Consolas"/>
              </a:defRPr>
            </a:pPr>
            <a:r>
              <a:rPr sz="4918" b="1">
                <a:solidFill>
                  <a:srgbClr val="CAA3E8"/>
                </a:solidFill>
                <a:latin typeface="Consolas"/>
                <a:ea typeface="Consolas"/>
                <a:cs typeface="Consolas"/>
              </a:rPr>
              <a:t>Features</a:t>
            </a:r>
          </a:p>
        </p:txBody>
      </p:sp>
      <p:sp>
        <p:nvSpPr>
          <p:cNvPr id="72" name="anim_o3_1">
            <a:extLst>
              <a:ext uri="{FF2B5EF4-FFF2-40B4-BE49-F238E27FC236}">
                <a16:creationId xmlns:a16="http://schemas.microsoft.com/office/drawing/2014/main" id="{CD6807E9-1485-45D6-A077-067FD1DD443B}"/>
              </a:ext>
            </a:extLst>
          </p:cNvPr>
          <p:cNvSpPr>
            <a:spLocks noGrp="1"/>
          </p:cNvSpPr>
          <p:nvPr/>
        </p:nvSpPr>
        <p:spPr>
          <a:xfrm>
            <a:off x="6710086" y="5548394"/>
            <a:ext cx="526359" cy="526359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3" name="anim_o4_1">
            <a:extLst>
              <a:ext uri="{FF2B5EF4-FFF2-40B4-BE49-F238E27FC236}">
                <a16:creationId xmlns:a16="http://schemas.microsoft.com/office/drawing/2014/main" id="{16209903-3F7B-45B1-9049-E147928AE69C}"/>
              </a:ext>
            </a:extLst>
          </p:cNvPr>
          <p:cNvSpPr>
            <a:spLocks noGrp="1"/>
          </p:cNvSpPr>
          <p:nvPr/>
        </p:nvSpPr>
        <p:spPr>
          <a:xfrm>
            <a:off x="6710086" y="4352123"/>
            <a:ext cx="526359" cy="526359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4" name="anim_o5_1">
            <a:extLst>
              <a:ext uri="{FF2B5EF4-FFF2-40B4-BE49-F238E27FC236}">
                <a16:creationId xmlns:a16="http://schemas.microsoft.com/office/drawing/2014/main" id="{8EDAEE23-5F74-4704-9B27-CF3D23254A34}"/>
              </a:ext>
            </a:extLst>
          </p:cNvPr>
          <p:cNvSpPr>
            <a:spLocks noGrp="1"/>
          </p:cNvSpPr>
          <p:nvPr/>
        </p:nvSpPr>
        <p:spPr>
          <a:xfrm>
            <a:off x="6710086" y="3155851"/>
            <a:ext cx="526359" cy="526359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5" name="anim_o6_1">
            <a:extLst>
              <a:ext uri="{FF2B5EF4-FFF2-40B4-BE49-F238E27FC236}">
                <a16:creationId xmlns:a16="http://schemas.microsoft.com/office/drawing/2014/main" id="{0DAC5E8B-A380-45AE-991B-EB47027FFCDD}"/>
              </a:ext>
            </a:extLst>
          </p:cNvPr>
          <p:cNvSpPr>
            <a:spLocks noGrp="1"/>
          </p:cNvSpPr>
          <p:nvPr/>
        </p:nvSpPr>
        <p:spPr>
          <a:xfrm>
            <a:off x="6710086" y="1959580"/>
            <a:ext cx="526359" cy="526359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6" name="anim_o7_1">
            <a:extLst>
              <a:ext uri="{FF2B5EF4-FFF2-40B4-BE49-F238E27FC236}">
                <a16:creationId xmlns:a16="http://schemas.microsoft.com/office/drawing/2014/main" id="{D49EECAD-111A-41A2-80F4-1FAEB1C94AC2}"/>
              </a:ext>
            </a:extLst>
          </p:cNvPr>
          <p:cNvSpPr>
            <a:spLocks noGrp="1"/>
          </p:cNvSpPr>
          <p:nvPr/>
        </p:nvSpPr>
        <p:spPr>
          <a:xfrm>
            <a:off x="6710086" y="763309"/>
            <a:ext cx="526359" cy="526359"/>
          </a:xfrm>
          <a:prstGeom prst="ellipse">
            <a:avLst/>
          </a:prstGeom>
          <a:solidFill>
            <a:srgbClr val="83C167">
              <a:alpha val="100000"/>
            </a:srgbClr>
          </a:solidFill>
          <a:ln w="25400">
            <a:solidFill>
              <a:srgbClr val="A6CF8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7" name="anim_o9_1">
            <a:extLst>
              <a:ext uri="{FF2B5EF4-FFF2-40B4-BE49-F238E27FC236}">
                <a16:creationId xmlns:a16="http://schemas.microsoft.com/office/drawing/2014/main" id="{90A60D92-1BDC-440B-B602-DB92455F7D24}"/>
              </a:ext>
            </a:extLst>
          </p:cNvPr>
          <p:cNvSpPr>
            <a:spLocks noGrp="1"/>
          </p:cNvSpPr>
          <p:nvPr/>
        </p:nvSpPr>
        <p:spPr>
          <a:xfrm>
            <a:off x="9690796" y="6036872"/>
            <a:ext cx="745676" cy="745676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8" name="anim_o10_1">
            <a:extLst>
              <a:ext uri="{FF2B5EF4-FFF2-40B4-BE49-F238E27FC236}">
                <a16:creationId xmlns:a16="http://schemas.microsoft.com/office/drawing/2014/main" id="{3C003FA3-15E4-4B01-9ED8-555DBD202033}"/>
              </a:ext>
            </a:extLst>
          </p:cNvPr>
          <p:cNvSpPr>
            <a:spLocks noGrp="1"/>
          </p:cNvSpPr>
          <p:nvPr/>
        </p:nvSpPr>
        <p:spPr>
          <a:xfrm>
            <a:off x="9690796" y="4840600"/>
            <a:ext cx="745676" cy="745676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9" name="anim_o11_1">
            <a:extLst>
              <a:ext uri="{FF2B5EF4-FFF2-40B4-BE49-F238E27FC236}">
                <a16:creationId xmlns:a16="http://schemas.microsoft.com/office/drawing/2014/main" id="{AE23F2E9-39FE-481A-BA09-351FE0F15549}"/>
              </a:ext>
            </a:extLst>
          </p:cNvPr>
          <p:cNvSpPr>
            <a:spLocks noGrp="1"/>
          </p:cNvSpPr>
          <p:nvPr/>
        </p:nvSpPr>
        <p:spPr>
          <a:xfrm>
            <a:off x="9690796" y="3644329"/>
            <a:ext cx="745676" cy="745676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0" name="anim_o12_1">
            <a:extLst>
              <a:ext uri="{FF2B5EF4-FFF2-40B4-BE49-F238E27FC236}">
                <a16:creationId xmlns:a16="http://schemas.microsoft.com/office/drawing/2014/main" id="{4D4D9134-35EF-4C5F-AE23-D7F08F7A979A}"/>
              </a:ext>
            </a:extLst>
          </p:cNvPr>
          <p:cNvSpPr>
            <a:spLocks noGrp="1"/>
          </p:cNvSpPr>
          <p:nvPr/>
        </p:nvSpPr>
        <p:spPr>
          <a:xfrm>
            <a:off x="9690796" y="2448057"/>
            <a:ext cx="745676" cy="745676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1" name="anim_o13_1">
            <a:extLst>
              <a:ext uri="{FF2B5EF4-FFF2-40B4-BE49-F238E27FC236}">
                <a16:creationId xmlns:a16="http://schemas.microsoft.com/office/drawing/2014/main" id="{B32C9804-374B-4F1E-885F-553ED9C1A33D}"/>
              </a:ext>
            </a:extLst>
          </p:cNvPr>
          <p:cNvSpPr>
            <a:spLocks noGrp="1"/>
          </p:cNvSpPr>
          <p:nvPr/>
        </p:nvSpPr>
        <p:spPr>
          <a:xfrm>
            <a:off x="9690796" y="1251786"/>
            <a:ext cx="745676" cy="745676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2" name="anim_o14_1">
            <a:extLst>
              <a:ext uri="{FF2B5EF4-FFF2-40B4-BE49-F238E27FC236}">
                <a16:creationId xmlns:a16="http://schemas.microsoft.com/office/drawing/2014/main" id="{2ED5D39C-171D-4FA5-B5B5-A6FAEFEA36FC}"/>
              </a:ext>
            </a:extLst>
          </p:cNvPr>
          <p:cNvSpPr>
            <a:spLocks noGrp="1"/>
          </p:cNvSpPr>
          <p:nvPr/>
        </p:nvSpPr>
        <p:spPr>
          <a:xfrm>
            <a:off x="9690796" y="55515"/>
            <a:ext cx="745676" cy="745676"/>
          </a:xfrm>
          <a:prstGeom prst="ellipse">
            <a:avLst/>
          </a:prstGeom>
          <a:solidFill>
            <a:srgbClr val="58C4DD">
              <a:alpha val="100000"/>
            </a:srgbClr>
          </a:solidFill>
          <a:ln w="25400">
            <a:solidFill>
              <a:srgbClr val="9CDCE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3" name="anim_o172_1">
            <a:extLst>
              <a:ext uri="{FF2B5EF4-FFF2-40B4-BE49-F238E27FC236}">
                <a16:creationId xmlns:a16="http://schemas.microsoft.com/office/drawing/2014/main" id="{892E209A-30DF-4C90-9D78-57DB119EA980}"/>
              </a:ext>
            </a:extLst>
          </p:cNvPr>
          <p:cNvSpPr>
            <a:spLocks noGrp="1"/>
          </p:cNvSpPr>
          <p:nvPr/>
        </p:nvSpPr>
        <p:spPr>
          <a:xfrm>
            <a:off x="6710086" y="5548394"/>
            <a:ext cx="526359" cy="526359"/>
          </a:xfrm>
          <a:prstGeom prst="ellipse">
            <a:avLst/>
          </a:prstGeom>
          <a:solidFill>
            <a:srgbClr val="83C167">
              <a:alpha val="10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4" name="anim_o173_1">
            <a:extLst>
              <a:ext uri="{FF2B5EF4-FFF2-40B4-BE49-F238E27FC236}">
                <a16:creationId xmlns:a16="http://schemas.microsoft.com/office/drawing/2014/main" id="{B337D811-D4B1-4221-AE7E-DB9AB45808ED}"/>
              </a:ext>
            </a:extLst>
          </p:cNvPr>
          <p:cNvSpPr>
            <a:spLocks noGrp="1"/>
          </p:cNvSpPr>
          <p:nvPr/>
        </p:nvSpPr>
        <p:spPr>
          <a:xfrm>
            <a:off x="6710086" y="4352123"/>
            <a:ext cx="526359" cy="526359"/>
          </a:xfrm>
          <a:prstGeom prst="ellipse">
            <a:avLst/>
          </a:prstGeom>
          <a:solidFill>
            <a:srgbClr val="83C167">
              <a:alpha val="10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5" name="anim_o174_1">
            <a:extLst>
              <a:ext uri="{FF2B5EF4-FFF2-40B4-BE49-F238E27FC236}">
                <a16:creationId xmlns:a16="http://schemas.microsoft.com/office/drawing/2014/main" id="{F02B84D5-0F15-4855-B869-F85D1CD5A4BE}"/>
              </a:ext>
            </a:extLst>
          </p:cNvPr>
          <p:cNvSpPr>
            <a:spLocks noGrp="1"/>
          </p:cNvSpPr>
          <p:nvPr/>
        </p:nvSpPr>
        <p:spPr>
          <a:xfrm>
            <a:off x="6710086" y="3155851"/>
            <a:ext cx="526359" cy="526359"/>
          </a:xfrm>
          <a:prstGeom prst="ellipse">
            <a:avLst/>
          </a:prstGeom>
          <a:solidFill>
            <a:srgbClr val="83C167">
              <a:alpha val="10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6" name="anim_o175_1">
            <a:extLst>
              <a:ext uri="{FF2B5EF4-FFF2-40B4-BE49-F238E27FC236}">
                <a16:creationId xmlns:a16="http://schemas.microsoft.com/office/drawing/2014/main" id="{D49695BE-124C-4397-95A7-492EBCB1348E}"/>
              </a:ext>
            </a:extLst>
          </p:cNvPr>
          <p:cNvSpPr>
            <a:spLocks noGrp="1"/>
          </p:cNvSpPr>
          <p:nvPr/>
        </p:nvSpPr>
        <p:spPr>
          <a:xfrm>
            <a:off x="6710086" y="1959580"/>
            <a:ext cx="526359" cy="526359"/>
          </a:xfrm>
          <a:prstGeom prst="ellipse">
            <a:avLst/>
          </a:prstGeom>
          <a:solidFill>
            <a:srgbClr val="83C167">
              <a:alpha val="10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7" name="anim_o176_1">
            <a:extLst>
              <a:ext uri="{FF2B5EF4-FFF2-40B4-BE49-F238E27FC236}">
                <a16:creationId xmlns:a16="http://schemas.microsoft.com/office/drawing/2014/main" id="{B342A43C-FD36-4F6E-8CA2-2189DA6452EE}"/>
              </a:ext>
            </a:extLst>
          </p:cNvPr>
          <p:cNvSpPr>
            <a:spLocks noGrp="1"/>
          </p:cNvSpPr>
          <p:nvPr/>
        </p:nvSpPr>
        <p:spPr>
          <a:xfrm>
            <a:off x="6710086" y="763309"/>
            <a:ext cx="526359" cy="526359"/>
          </a:xfrm>
          <a:prstGeom prst="ellipse">
            <a:avLst/>
          </a:prstGeom>
          <a:solidFill>
            <a:srgbClr val="83C167">
              <a:alpha val="10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pic>
        <p:nvPicPr>
          <p:cNvPr id="88" name="anim_o97_1">
            <a:extLst>
              <a:ext uri="{FF2B5EF4-FFF2-40B4-BE49-F238E27FC236}">
                <a16:creationId xmlns:a16="http://schemas.microsoft.com/office/drawing/2014/main" id="{D7E3F59F-8622-480B-BA09-4E7C54E031C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/>
        </p:blipFill>
        <p:spPr>
          <a:xfrm>
            <a:off x="540488" y="2053288"/>
            <a:ext cx="1143663" cy="1196271"/>
          </a:xfrm>
          <a:prstGeom prst="rect">
            <a:avLst/>
          </a:prstGeom>
        </p:spPr>
      </p:pic>
      <p:sp>
        <p:nvSpPr>
          <p:cNvPr id="89" name="anim_o110_1">
            <a:extLst>
              <a:ext uri="{FF2B5EF4-FFF2-40B4-BE49-F238E27FC236}">
                <a16:creationId xmlns:a16="http://schemas.microsoft.com/office/drawing/2014/main" id="{B5EA4715-1990-4380-ADBC-39AA8206C99B}"/>
              </a:ext>
            </a:extLst>
          </p:cNvPr>
          <p:cNvSpPr>
            <a:spLocks noGrp="1"/>
          </p:cNvSpPr>
          <p:nvPr/>
        </p:nvSpPr>
        <p:spPr>
          <a:xfrm>
            <a:off x="520550" y="2033350"/>
            <a:ext cx="1183539" cy="1236147"/>
          </a:xfrm>
          <a:prstGeom prst="rect">
            <a:avLst/>
          </a:prstGeom>
          <a:noFill/>
          <a:ln w="19050">
            <a:solidFill>
              <a:srgbClr val="C55F73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0" name="anim_o495_1">
            <a:extLst>
              <a:ext uri="{FF2B5EF4-FFF2-40B4-BE49-F238E27FC236}">
                <a16:creationId xmlns:a16="http://schemas.microsoft.com/office/drawing/2014/main" id="{FE6294B8-C782-493D-AC25-6C120966BECD}"/>
              </a:ext>
            </a:extLst>
          </p:cNvPr>
          <p:cNvSpPr>
            <a:spLocks noGrp="1"/>
          </p:cNvSpPr>
          <p:nvPr/>
        </p:nvSpPr>
        <p:spPr>
          <a:xfrm>
            <a:off x="1763902" y="2593604"/>
            <a:ext cx="578198" cy="115640"/>
          </a:xfrm>
          <a:custGeom>
            <a:avLst/>
            <a:gdLst/>
            <a:ahLst/>
            <a:cxnLst/>
            <a:rect l="0" t="0" r="0" b="0"/>
            <a:pathLst>
              <a:path w="578198" h="115640">
                <a:moveTo>
                  <a:pt x="0" y="76870"/>
                </a:moveTo>
                <a:lnTo>
                  <a:pt x="462558" y="76870"/>
                </a:lnTo>
                <a:lnTo>
                  <a:pt x="462558" y="115640"/>
                </a:lnTo>
                <a:lnTo>
                  <a:pt x="578198" y="57820"/>
                </a:lnTo>
                <a:lnTo>
                  <a:pt x="462558" y="0"/>
                </a:lnTo>
                <a:lnTo>
                  <a:pt x="462558" y="38770"/>
                </a:lnTo>
                <a:lnTo>
                  <a:pt x="0" y="38770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91" name="anim_o420_1">
            <a:extLst>
              <a:ext uri="{FF2B5EF4-FFF2-40B4-BE49-F238E27FC236}">
                <a16:creationId xmlns:a16="http://schemas.microsoft.com/office/drawing/2014/main" id="{73431410-708F-45E7-ABF9-22EA8BCBA80B}"/>
              </a:ext>
            </a:extLst>
          </p:cNvPr>
          <p:cNvSpPr>
            <a:spLocks noGrp="1"/>
          </p:cNvSpPr>
          <p:nvPr/>
        </p:nvSpPr>
        <p:spPr>
          <a:xfrm>
            <a:off x="2401914" y="2200828"/>
            <a:ext cx="996893" cy="996893"/>
          </a:xfrm>
          <a:prstGeom prst="roundRect">
            <a:avLst>
              <a:gd name="adj" fmla="val 7644"/>
            </a:avLst>
          </a:prstGeom>
          <a:solidFill>
            <a:srgbClr val="EC92AB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2" name="anim_o421_1">
            <a:extLst>
              <a:ext uri="{FF2B5EF4-FFF2-40B4-BE49-F238E27FC236}">
                <a16:creationId xmlns:a16="http://schemas.microsoft.com/office/drawing/2014/main" id="{1A66F0DE-B988-4855-93B2-A31D5FFA4A4C}"/>
              </a:ext>
            </a:extLst>
          </p:cNvPr>
          <p:cNvSpPr>
            <a:spLocks noGrp="1"/>
          </p:cNvSpPr>
          <p:nvPr/>
        </p:nvSpPr>
        <p:spPr>
          <a:xfrm>
            <a:off x="2481665" y="2168927"/>
            <a:ext cx="996893" cy="996893"/>
          </a:xfrm>
          <a:prstGeom prst="roundRect">
            <a:avLst>
              <a:gd name="adj" fmla="val 7644"/>
            </a:avLst>
          </a:prstGeom>
          <a:solidFill>
            <a:srgbClr val="EC92AB">
              <a:alpha val="6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3" name="anim_o422_1">
            <a:extLst>
              <a:ext uri="{FF2B5EF4-FFF2-40B4-BE49-F238E27FC236}">
                <a16:creationId xmlns:a16="http://schemas.microsoft.com/office/drawing/2014/main" id="{86714B08-CEDF-4C71-9FCA-13DCACFE77A4}"/>
              </a:ext>
            </a:extLst>
          </p:cNvPr>
          <p:cNvSpPr>
            <a:spLocks noGrp="1"/>
          </p:cNvSpPr>
          <p:nvPr/>
        </p:nvSpPr>
        <p:spPr>
          <a:xfrm>
            <a:off x="2561417" y="2137027"/>
            <a:ext cx="996893" cy="996893"/>
          </a:xfrm>
          <a:prstGeom prst="roundRect">
            <a:avLst>
              <a:gd name="adj" fmla="val 7644"/>
            </a:avLst>
          </a:prstGeom>
          <a:solidFill>
            <a:srgbClr val="EC92AB">
              <a:alpha val="5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4" name="anim_o423_1">
            <a:extLst>
              <a:ext uri="{FF2B5EF4-FFF2-40B4-BE49-F238E27FC236}">
                <a16:creationId xmlns:a16="http://schemas.microsoft.com/office/drawing/2014/main" id="{B92DA89C-3C04-4414-B694-250352030806}"/>
              </a:ext>
            </a:extLst>
          </p:cNvPr>
          <p:cNvSpPr>
            <a:spLocks noGrp="1"/>
          </p:cNvSpPr>
          <p:nvPr/>
        </p:nvSpPr>
        <p:spPr>
          <a:xfrm>
            <a:off x="2641168" y="2105126"/>
            <a:ext cx="996893" cy="996893"/>
          </a:xfrm>
          <a:prstGeom prst="roundRect">
            <a:avLst>
              <a:gd name="adj" fmla="val 7644"/>
            </a:avLst>
          </a:prstGeom>
          <a:solidFill>
            <a:srgbClr val="EC92AB">
              <a:alpha val="4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5" name="anim_o496_1">
            <a:extLst>
              <a:ext uri="{FF2B5EF4-FFF2-40B4-BE49-F238E27FC236}">
                <a16:creationId xmlns:a16="http://schemas.microsoft.com/office/drawing/2014/main" id="{D6B7DF8C-BB29-4179-A94C-3BB78D89124D}"/>
              </a:ext>
            </a:extLst>
          </p:cNvPr>
          <p:cNvSpPr>
            <a:spLocks noGrp="1"/>
          </p:cNvSpPr>
          <p:nvPr/>
        </p:nvSpPr>
        <p:spPr>
          <a:xfrm>
            <a:off x="3697875" y="2591610"/>
            <a:ext cx="598136" cy="119627"/>
          </a:xfrm>
          <a:custGeom>
            <a:avLst/>
            <a:gdLst/>
            <a:ahLst/>
            <a:cxnLst/>
            <a:rect l="0" t="0" r="0" b="0"/>
            <a:pathLst>
              <a:path w="598136" h="119627">
                <a:moveTo>
                  <a:pt x="0" y="78864"/>
                </a:moveTo>
                <a:lnTo>
                  <a:pt x="478509" y="78864"/>
                </a:lnTo>
                <a:lnTo>
                  <a:pt x="478509" y="119627"/>
                </a:lnTo>
                <a:lnTo>
                  <a:pt x="598136" y="59814"/>
                </a:lnTo>
                <a:lnTo>
                  <a:pt x="478509" y="0"/>
                </a:lnTo>
                <a:lnTo>
                  <a:pt x="478509" y="40764"/>
                </a:lnTo>
                <a:lnTo>
                  <a:pt x="0" y="40764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96" name="anim_o438_1">
            <a:extLst>
              <a:ext uri="{FF2B5EF4-FFF2-40B4-BE49-F238E27FC236}">
                <a16:creationId xmlns:a16="http://schemas.microsoft.com/office/drawing/2014/main" id="{0744822B-AE0B-4CE3-B36D-87A578E66260}"/>
              </a:ext>
            </a:extLst>
          </p:cNvPr>
          <p:cNvSpPr>
            <a:spLocks noGrp="1"/>
          </p:cNvSpPr>
          <p:nvPr/>
        </p:nvSpPr>
        <p:spPr>
          <a:xfrm>
            <a:off x="4355824" y="2335608"/>
            <a:ext cx="717763" cy="717763"/>
          </a:xfrm>
          <a:prstGeom prst="roundRect">
            <a:avLst>
              <a:gd name="adj" fmla="val 10616"/>
            </a:avLst>
          </a:prstGeom>
          <a:solidFill>
            <a:srgbClr val="76DDC0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7" name="anim_o439_1">
            <a:extLst>
              <a:ext uri="{FF2B5EF4-FFF2-40B4-BE49-F238E27FC236}">
                <a16:creationId xmlns:a16="http://schemas.microsoft.com/office/drawing/2014/main" id="{B9668B82-EC6A-452A-B5B0-799525D9DE35}"/>
              </a:ext>
            </a:extLst>
          </p:cNvPr>
          <p:cNvSpPr>
            <a:spLocks noGrp="1"/>
          </p:cNvSpPr>
          <p:nvPr/>
        </p:nvSpPr>
        <p:spPr>
          <a:xfrm>
            <a:off x="4427600" y="2306897"/>
            <a:ext cx="717763" cy="717763"/>
          </a:xfrm>
          <a:prstGeom prst="roundRect">
            <a:avLst>
              <a:gd name="adj" fmla="val 10616"/>
            </a:avLst>
          </a:prstGeom>
          <a:solidFill>
            <a:srgbClr val="76DDC0">
              <a:alpha val="6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8" name="anim_o440_1">
            <a:extLst>
              <a:ext uri="{FF2B5EF4-FFF2-40B4-BE49-F238E27FC236}">
                <a16:creationId xmlns:a16="http://schemas.microsoft.com/office/drawing/2014/main" id="{A8AED2FD-31A0-471B-BBAE-257E76F5C8F8}"/>
              </a:ext>
            </a:extLst>
          </p:cNvPr>
          <p:cNvSpPr>
            <a:spLocks noGrp="1"/>
          </p:cNvSpPr>
          <p:nvPr/>
        </p:nvSpPr>
        <p:spPr>
          <a:xfrm>
            <a:off x="4499376" y="2278187"/>
            <a:ext cx="717763" cy="717763"/>
          </a:xfrm>
          <a:prstGeom prst="roundRect">
            <a:avLst>
              <a:gd name="adj" fmla="val 10616"/>
            </a:avLst>
          </a:prstGeom>
          <a:solidFill>
            <a:srgbClr val="76DDC0">
              <a:alpha val="5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9" name="anim_o441_1">
            <a:extLst>
              <a:ext uri="{FF2B5EF4-FFF2-40B4-BE49-F238E27FC236}">
                <a16:creationId xmlns:a16="http://schemas.microsoft.com/office/drawing/2014/main" id="{E461B083-1B59-4B5B-81DF-96382E62D4ED}"/>
              </a:ext>
            </a:extLst>
          </p:cNvPr>
          <p:cNvSpPr>
            <a:spLocks noGrp="1"/>
          </p:cNvSpPr>
          <p:nvPr/>
        </p:nvSpPr>
        <p:spPr>
          <a:xfrm>
            <a:off x="4571153" y="2249476"/>
            <a:ext cx="717763" cy="717763"/>
          </a:xfrm>
          <a:prstGeom prst="roundRect">
            <a:avLst>
              <a:gd name="adj" fmla="val 10616"/>
            </a:avLst>
          </a:prstGeom>
          <a:solidFill>
            <a:srgbClr val="76DDC0">
              <a:alpha val="4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0" name="anim_o497_1">
            <a:extLst>
              <a:ext uri="{FF2B5EF4-FFF2-40B4-BE49-F238E27FC236}">
                <a16:creationId xmlns:a16="http://schemas.microsoft.com/office/drawing/2014/main" id="{A95681DC-1DB0-454A-B0E6-31F83DC36B48}"/>
              </a:ext>
            </a:extLst>
          </p:cNvPr>
          <p:cNvSpPr>
            <a:spLocks noGrp="1"/>
          </p:cNvSpPr>
          <p:nvPr/>
        </p:nvSpPr>
        <p:spPr>
          <a:xfrm>
            <a:off x="5348729" y="2591610"/>
            <a:ext cx="598136" cy="119627"/>
          </a:xfrm>
          <a:custGeom>
            <a:avLst/>
            <a:gdLst/>
            <a:ahLst/>
            <a:cxnLst/>
            <a:rect l="0" t="0" r="0" b="0"/>
            <a:pathLst>
              <a:path w="598136" h="119627">
                <a:moveTo>
                  <a:pt x="0" y="78864"/>
                </a:moveTo>
                <a:lnTo>
                  <a:pt x="478509" y="78864"/>
                </a:lnTo>
                <a:lnTo>
                  <a:pt x="478509" y="119627"/>
                </a:lnTo>
                <a:lnTo>
                  <a:pt x="598136" y="59814"/>
                </a:lnTo>
                <a:lnTo>
                  <a:pt x="478509" y="0"/>
                </a:lnTo>
                <a:lnTo>
                  <a:pt x="478509" y="40764"/>
                </a:lnTo>
                <a:lnTo>
                  <a:pt x="0" y="40764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1" name="anim_o449_1">
            <a:extLst>
              <a:ext uri="{FF2B5EF4-FFF2-40B4-BE49-F238E27FC236}">
                <a16:creationId xmlns:a16="http://schemas.microsoft.com/office/drawing/2014/main" id="{50C11357-1B50-4196-AE55-2A36686D72B8}"/>
              </a:ext>
            </a:extLst>
          </p:cNvPr>
          <p:cNvSpPr>
            <a:spLocks noGrp="1"/>
          </p:cNvSpPr>
          <p:nvPr/>
        </p:nvSpPr>
        <p:spPr>
          <a:xfrm>
            <a:off x="6006678" y="2403397"/>
            <a:ext cx="598136" cy="598136"/>
          </a:xfrm>
          <a:prstGeom prst="roundRect">
            <a:avLst>
              <a:gd name="adj" fmla="val 12740"/>
            </a:avLst>
          </a:prstGeom>
          <a:solidFill>
            <a:srgbClr val="EC92AB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2" name="anim_o450_1">
            <a:extLst>
              <a:ext uri="{FF2B5EF4-FFF2-40B4-BE49-F238E27FC236}">
                <a16:creationId xmlns:a16="http://schemas.microsoft.com/office/drawing/2014/main" id="{D44E893E-C24D-4CAC-A2E2-43FFA6745899}"/>
              </a:ext>
            </a:extLst>
          </p:cNvPr>
          <p:cNvSpPr>
            <a:spLocks noGrp="1"/>
          </p:cNvSpPr>
          <p:nvPr/>
        </p:nvSpPr>
        <p:spPr>
          <a:xfrm>
            <a:off x="6070480" y="2377876"/>
            <a:ext cx="598136" cy="598136"/>
          </a:xfrm>
          <a:prstGeom prst="roundRect">
            <a:avLst>
              <a:gd name="adj" fmla="val 12740"/>
            </a:avLst>
          </a:prstGeom>
          <a:solidFill>
            <a:srgbClr val="EC92AB">
              <a:alpha val="6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3" name="anim_o451_1">
            <a:extLst>
              <a:ext uri="{FF2B5EF4-FFF2-40B4-BE49-F238E27FC236}">
                <a16:creationId xmlns:a16="http://schemas.microsoft.com/office/drawing/2014/main" id="{5C60D917-1C31-40B8-A6A1-E8272C2D85B6}"/>
              </a:ext>
            </a:extLst>
          </p:cNvPr>
          <p:cNvSpPr>
            <a:spLocks noGrp="1"/>
          </p:cNvSpPr>
          <p:nvPr/>
        </p:nvSpPr>
        <p:spPr>
          <a:xfrm>
            <a:off x="6134281" y="2352356"/>
            <a:ext cx="598136" cy="598136"/>
          </a:xfrm>
          <a:prstGeom prst="roundRect">
            <a:avLst>
              <a:gd name="adj" fmla="val 12740"/>
            </a:avLst>
          </a:prstGeom>
          <a:solidFill>
            <a:srgbClr val="EC92AB">
              <a:alpha val="5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4" name="anim_o452_1">
            <a:extLst>
              <a:ext uri="{FF2B5EF4-FFF2-40B4-BE49-F238E27FC236}">
                <a16:creationId xmlns:a16="http://schemas.microsoft.com/office/drawing/2014/main" id="{30B306DF-BF33-4541-8A0D-7FC2494E44E2}"/>
              </a:ext>
            </a:extLst>
          </p:cNvPr>
          <p:cNvSpPr>
            <a:spLocks noGrp="1"/>
          </p:cNvSpPr>
          <p:nvPr/>
        </p:nvSpPr>
        <p:spPr>
          <a:xfrm>
            <a:off x="6198082" y="2326835"/>
            <a:ext cx="598136" cy="598136"/>
          </a:xfrm>
          <a:prstGeom prst="roundRect">
            <a:avLst>
              <a:gd name="adj" fmla="val 12740"/>
            </a:avLst>
          </a:prstGeom>
          <a:solidFill>
            <a:srgbClr val="EC92AB">
              <a:alpha val="4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5" name="anim_o453_1">
            <a:extLst>
              <a:ext uri="{FF2B5EF4-FFF2-40B4-BE49-F238E27FC236}">
                <a16:creationId xmlns:a16="http://schemas.microsoft.com/office/drawing/2014/main" id="{29735D82-D75C-451B-A584-50279069B49B}"/>
              </a:ext>
            </a:extLst>
          </p:cNvPr>
          <p:cNvSpPr>
            <a:spLocks noGrp="1"/>
          </p:cNvSpPr>
          <p:nvPr/>
        </p:nvSpPr>
        <p:spPr>
          <a:xfrm>
            <a:off x="6261883" y="2301315"/>
            <a:ext cx="598136" cy="598136"/>
          </a:xfrm>
          <a:prstGeom prst="roundRect">
            <a:avLst>
              <a:gd name="adj" fmla="val 12740"/>
            </a:avLst>
          </a:prstGeom>
          <a:solidFill>
            <a:srgbClr val="EC92AB">
              <a:alpha val="3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6" name="anim_to424_0_1">
            <a:extLst>
              <a:ext uri="{FF2B5EF4-FFF2-40B4-BE49-F238E27FC236}">
                <a16:creationId xmlns:a16="http://schemas.microsoft.com/office/drawing/2014/main" id="{258F6E52-D7E8-4118-A9B4-30E15A72BC77}"/>
              </a:ext>
            </a:extLst>
          </p:cNvPr>
          <p:cNvSpPr>
            <a:spLocks noGrp="1"/>
          </p:cNvSpPr>
          <p:nvPr/>
        </p:nvSpPr>
        <p:spPr>
          <a:xfrm>
            <a:off x="2185965" y="3323394"/>
            <a:ext cx="1687096" cy="31231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967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1967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1967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Conv1 + ReLU</a:t>
            </a:r>
          </a:p>
        </p:txBody>
      </p:sp>
      <p:sp>
        <p:nvSpPr>
          <p:cNvPr id="107" name="anim_to442_0_1">
            <a:extLst>
              <a:ext uri="{FF2B5EF4-FFF2-40B4-BE49-F238E27FC236}">
                <a16:creationId xmlns:a16="http://schemas.microsoft.com/office/drawing/2014/main" id="{460E3AC0-97ED-4ADC-96EF-400B0FC4495A}"/>
              </a:ext>
            </a:extLst>
          </p:cNvPr>
          <p:cNvSpPr>
            <a:spLocks noGrp="1"/>
          </p:cNvSpPr>
          <p:nvPr/>
        </p:nvSpPr>
        <p:spPr>
          <a:xfrm>
            <a:off x="4469304" y="3184666"/>
            <a:ext cx="725182" cy="31231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967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1967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1967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Pool1</a:t>
            </a:r>
          </a:p>
        </p:txBody>
      </p:sp>
      <p:sp>
        <p:nvSpPr>
          <p:cNvPr id="108" name="anim_to454_0_1">
            <a:extLst>
              <a:ext uri="{FF2B5EF4-FFF2-40B4-BE49-F238E27FC236}">
                <a16:creationId xmlns:a16="http://schemas.microsoft.com/office/drawing/2014/main" id="{DA58B897-AF77-4FFB-A601-B6AFE245238F}"/>
              </a:ext>
            </a:extLst>
          </p:cNvPr>
          <p:cNvSpPr>
            <a:spLocks noGrp="1"/>
          </p:cNvSpPr>
          <p:nvPr/>
        </p:nvSpPr>
        <p:spPr>
          <a:xfrm>
            <a:off x="5599326" y="3127206"/>
            <a:ext cx="1687096" cy="31231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967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1967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1967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Conv2 + ReLU</a:t>
            </a:r>
          </a:p>
        </p:txBody>
      </p:sp>
      <p:sp>
        <p:nvSpPr>
          <p:cNvPr id="109" name="anim_to509_0_1">
            <a:extLst>
              <a:ext uri="{FF2B5EF4-FFF2-40B4-BE49-F238E27FC236}">
                <a16:creationId xmlns:a16="http://schemas.microsoft.com/office/drawing/2014/main" id="{2B3415E4-688C-4882-B38C-72A2929A1AD1}"/>
              </a:ext>
            </a:extLst>
          </p:cNvPr>
          <p:cNvSpPr>
            <a:spLocks noGrp="1"/>
          </p:cNvSpPr>
          <p:nvPr/>
        </p:nvSpPr>
        <p:spPr>
          <a:xfrm>
            <a:off x="357693" y="4852762"/>
            <a:ext cx="1066146" cy="4672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44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944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944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Input</a:t>
            </a:r>
          </a:p>
        </p:txBody>
      </p:sp>
      <p:sp>
        <p:nvSpPr>
          <p:cNvPr id="110" name="anim_to516_0_1">
            <a:extLst>
              <a:ext uri="{FF2B5EF4-FFF2-40B4-BE49-F238E27FC236}">
                <a16:creationId xmlns:a16="http://schemas.microsoft.com/office/drawing/2014/main" id="{8E1F427B-DBD5-4B08-99C0-72E3355CA506}"/>
              </a:ext>
            </a:extLst>
          </p:cNvPr>
          <p:cNvSpPr>
            <a:spLocks noGrp="1"/>
          </p:cNvSpPr>
          <p:nvPr/>
        </p:nvSpPr>
        <p:spPr>
          <a:xfrm>
            <a:off x="1514936" y="4907738"/>
            <a:ext cx="278234" cy="3573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5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5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25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→</a:t>
            </a:r>
          </a:p>
        </p:txBody>
      </p:sp>
      <p:sp>
        <p:nvSpPr>
          <p:cNvPr id="111" name="anim_to519_0_1">
            <a:extLst>
              <a:ext uri="{FF2B5EF4-FFF2-40B4-BE49-F238E27FC236}">
                <a16:creationId xmlns:a16="http://schemas.microsoft.com/office/drawing/2014/main" id="{EEFE6ABA-4394-4EB5-9234-310DD9827736}"/>
              </a:ext>
            </a:extLst>
          </p:cNvPr>
          <p:cNvSpPr>
            <a:spLocks noGrp="1"/>
          </p:cNvSpPr>
          <p:nvPr/>
        </p:nvSpPr>
        <p:spPr>
          <a:xfrm>
            <a:off x="1884267" y="4852762"/>
            <a:ext cx="860537" cy="4672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44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944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944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Conv</a:t>
            </a:r>
          </a:p>
        </p:txBody>
      </p:sp>
      <p:sp>
        <p:nvSpPr>
          <p:cNvPr id="112" name="anim_to525_0_1">
            <a:extLst>
              <a:ext uri="{FF2B5EF4-FFF2-40B4-BE49-F238E27FC236}">
                <a16:creationId xmlns:a16="http://schemas.microsoft.com/office/drawing/2014/main" id="{52946C58-45D2-4495-B002-DB61C43FB067}"/>
              </a:ext>
            </a:extLst>
          </p:cNvPr>
          <p:cNvSpPr>
            <a:spLocks noGrp="1"/>
          </p:cNvSpPr>
          <p:nvPr/>
        </p:nvSpPr>
        <p:spPr>
          <a:xfrm>
            <a:off x="2835901" y="4907738"/>
            <a:ext cx="278234" cy="3573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5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5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25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→</a:t>
            </a:r>
          </a:p>
        </p:txBody>
      </p:sp>
      <p:sp>
        <p:nvSpPr>
          <p:cNvPr id="113" name="anim_to528_0_1">
            <a:extLst>
              <a:ext uri="{FF2B5EF4-FFF2-40B4-BE49-F238E27FC236}">
                <a16:creationId xmlns:a16="http://schemas.microsoft.com/office/drawing/2014/main" id="{E39D1881-6326-42E2-A0C9-0C7CA83569C9}"/>
              </a:ext>
            </a:extLst>
          </p:cNvPr>
          <p:cNvSpPr>
            <a:spLocks noGrp="1"/>
          </p:cNvSpPr>
          <p:nvPr/>
        </p:nvSpPr>
        <p:spPr>
          <a:xfrm>
            <a:off x="3205232" y="4852762"/>
            <a:ext cx="860537" cy="4672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44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944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944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Pool</a:t>
            </a:r>
          </a:p>
        </p:txBody>
      </p:sp>
      <p:sp>
        <p:nvSpPr>
          <p:cNvPr id="114" name="anim_to534_0_1">
            <a:extLst>
              <a:ext uri="{FF2B5EF4-FFF2-40B4-BE49-F238E27FC236}">
                <a16:creationId xmlns:a16="http://schemas.microsoft.com/office/drawing/2014/main" id="{9118D8F7-8EFA-4741-B2D7-54F2C0FB2D9B}"/>
              </a:ext>
            </a:extLst>
          </p:cNvPr>
          <p:cNvSpPr>
            <a:spLocks noGrp="1"/>
          </p:cNvSpPr>
          <p:nvPr/>
        </p:nvSpPr>
        <p:spPr>
          <a:xfrm>
            <a:off x="4156866" y="4907738"/>
            <a:ext cx="278234" cy="3573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5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5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25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→</a:t>
            </a:r>
          </a:p>
        </p:txBody>
      </p:sp>
      <p:sp>
        <p:nvSpPr>
          <p:cNvPr id="115" name="anim_to537_0_1">
            <a:extLst>
              <a:ext uri="{FF2B5EF4-FFF2-40B4-BE49-F238E27FC236}">
                <a16:creationId xmlns:a16="http://schemas.microsoft.com/office/drawing/2014/main" id="{ECF56E63-4F89-4AB0-8C4E-A99D3C471495}"/>
              </a:ext>
            </a:extLst>
          </p:cNvPr>
          <p:cNvSpPr>
            <a:spLocks noGrp="1"/>
          </p:cNvSpPr>
          <p:nvPr/>
        </p:nvSpPr>
        <p:spPr>
          <a:xfrm>
            <a:off x="4526197" y="4852762"/>
            <a:ext cx="860537" cy="4672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44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944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944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Conv</a:t>
            </a:r>
          </a:p>
        </p:txBody>
      </p:sp>
      <p:sp>
        <p:nvSpPr>
          <p:cNvPr id="116" name="anim_to543_0_1">
            <a:extLst>
              <a:ext uri="{FF2B5EF4-FFF2-40B4-BE49-F238E27FC236}">
                <a16:creationId xmlns:a16="http://schemas.microsoft.com/office/drawing/2014/main" id="{DF522F3A-5D16-418A-A5F4-8A4DBFFC8C61}"/>
              </a:ext>
            </a:extLst>
          </p:cNvPr>
          <p:cNvSpPr>
            <a:spLocks noGrp="1"/>
          </p:cNvSpPr>
          <p:nvPr/>
        </p:nvSpPr>
        <p:spPr>
          <a:xfrm>
            <a:off x="5477831" y="4907738"/>
            <a:ext cx="278234" cy="3573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5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5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25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→</a:t>
            </a:r>
          </a:p>
        </p:txBody>
      </p:sp>
      <p:sp>
        <p:nvSpPr>
          <p:cNvPr id="117" name="anim_to546_0_1">
            <a:extLst>
              <a:ext uri="{FF2B5EF4-FFF2-40B4-BE49-F238E27FC236}">
                <a16:creationId xmlns:a16="http://schemas.microsoft.com/office/drawing/2014/main" id="{DC48A8A0-E2B1-45FE-8300-733CE38E652C}"/>
              </a:ext>
            </a:extLst>
          </p:cNvPr>
          <p:cNvSpPr>
            <a:spLocks noGrp="1"/>
          </p:cNvSpPr>
          <p:nvPr/>
        </p:nvSpPr>
        <p:spPr>
          <a:xfrm>
            <a:off x="5847162" y="4852762"/>
            <a:ext cx="860537" cy="4672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44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944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944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Pool</a:t>
            </a:r>
          </a:p>
        </p:txBody>
      </p:sp>
      <p:sp>
        <p:nvSpPr>
          <p:cNvPr id="118" name="anim_to552_0_1">
            <a:extLst>
              <a:ext uri="{FF2B5EF4-FFF2-40B4-BE49-F238E27FC236}">
                <a16:creationId xmlns:a16="http://schemas.microsoft.com/office/drawing/2014/main" id="{32A8A22C-D516-4915-AD65-BCC588D8F581}"/>
              </a:ext>
            </a:extLst>
          </p:cNvPr>
          <p:cNvSpPr>
            <a:spLocks noGrp="1"/>
          </p:cNvSpPr>
          <p:nvPr/>
        </p:nvSpPr>
        <p:spPr>
          <a:xfrm>
            <a:off x="6798796" y="4907738"/>
            <a:ext cx="278234" cy="3573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5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5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25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→</a:t>
            </a:r>
          </a:p>
        </p:txBody>
      </p:sp>
      <p:sp>
        <p:nvSpPr>
          <p:cNvPr id="119" name="anim_to555_0_1">
            <a:extLst>
              <a:ext uri="{FF2B5EF4-FFF2-40B4-BE49-F238E27FC236}">
                <a16:creationId xmlns:a16="http://schemas.microsoft.com/office/drawing/2014/main" id="{72C551F0-6E52-461C-B1BE-F1DD646C5B2A}"/>
              </a:ext>
            </a:extLst>
          </p:cNvPr>
          <p:cNvSpPr>
            <a:spLocks noGrp="1"/>
          </p:cNvSpPr>
          <p:nvPr/>
        </p:nvSpPr>
        <p:spPr>
          <a:xfrm>
            <a:off x="7168127" y="4852762"/>
            <a:ext cx="1682973" cy="4672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44" b="0">
                <a:solidFill>
                  <a:srgbClr val="CAA3E8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944" b="0">
                <a:solidFill>
                  <a:srgbClr val="CAA3E8"/>
                </a:solidFill>
                <a:latin typeface="Consolas"/>
                <a:ea typeface="Consolas"/>
                <a:cs typeface="Consolas"/>
              </a:defRPr>
            </a:pPr>
            <a:r>
              <a:rPr sz="2944" b="0">
                <a:solidFill>
                  <a:srgbClr val="CAA3E8"/>
                </a:solidFill>
                <a:latin typeface="Consolas"/>
                <a:ea typeface="Consolas"/>
                <a:cs typeface="Consolas"/>
              </a:rPr>
              <a:t>Features</a:t>
            </a:r>
          </a:p>
        </p:txBody>
      </p:sp>
      <p:sp>
        <p:nvSpPr>
          <p:cNvPr id="120" name="anim_to565_0_1">
            <a:extLst>
              <a:ext uri="{FF2B5EF4-FFF2-40B4-BE49-F238E27FC236}">
                <a16:creationId xmlns:a16="http://schemas.microsoft.com/office/drawing/2014/main" id="{58E4E155-103A-4549-8CBF-35BAD5E40DE1}"/>
              </a:ext>
            </a:extLst>
          </p:cNvPr>
          <p:cNvSpPr>
            <a:spLocks noGrp="1"/>
          </p:cNvSpPr>
          <p:nvPr/>
        </p:nvSpPr>
        <p:spPr>
          <a:xfrm>
            <a:off x="8942198" y="4907738"/>
            <a:ext cx="278234" cy="3573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5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5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25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→</a:t>
            </a:r>
          </a:p>
        </p:txBody>
      </p:sp>
      <p:sp>
        <p:nvSpPr>
          <p:cNvPr id="121" name="anim_to568_0_1">
            <a:extLst>
              <a:ext uri="{FF2B5EF4-FFF2-40B4-BE49-F238E27FC236}">
                <a16:creationId xmlns:a16="http://schemas.microsoft.com/office/drawing/2014/main" id="{F603FC91-E5BE-49A1-AD8A-5F469E525C30}"/>
              </a:ext>
            </a:extLst>
          </p:cNvPr>
          <p:cNvSpPr>
            <a:spLocks noGrp="1"/>
          </p:cNvSpPr>
          <p:nvPr/>
        </p:nvSpPr>
        <p:spPr>
          <a:xfrm>
            <a:off x="9311529" y="4852762"/>
            <a:ext cx="654927" cy="4672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44" b="0">
                <a:solidFill>
                  <a:srgbClr val="58C4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944" b="0">
                <a:solidFill>
                  <a:srgbClr val="58C4DD"/>
                </a:solidFill>
                <a:latin typeface="Consolas"/>
                <a:ea typeface="Consolas"/>
                <a:cs typeface="Consolas"/>
              </a:defRPr>
            </a:pPr>
            <a:r>
              <a:rPr sz="2944" b="0">
                <a:solidFill>
                  <a:srgbClr val="58C4DD"/>
                </a:solidFill>
                <a:latin typeface="Consolas"/>
                <a:ea typeface="Consolas"/>
                <a:cs typeface="Consolas"/>
              </a:rPr>
              <a:t>ANN</a:t>
            </a:r>
          </a:p>
        </p:txBody>
      </p:sp>
      <p:sp>
        <p:nvSpPr>
          <p:cNvPr id="122" name="anim_to573_0_1">
            <a:extLst>
              <a:ext uri="{FF2B5EF4-FFF2-40B4-BE49-F238E27FC236}">
                <a16:creationId xmlns:a16="http://schemas.microsoft.com/office/drawing/2014/main" id="{D3DE03AB-A0A4-4328-B25C-2489DDC808C1}"/>
              </a:ext>
            </a:extLst>
          </p:cNvPr>
          <p:cNvSpPr>
            <a:spLocks noGrp="1"/>
          </p:cNvSpPr>
          <p:nvPr/>
        </p:nvSpPr>
        <p:spPr>
          <a:xfrm>
            <a:off x="10057554" y="4907738"/>
            <a:ext cx="278234" cy="3573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25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25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251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→</a:t>
            </a:r>
          </a:p>
        </p:txBody>
      </p:sp>
      <p:sp>
        <p:nvSpPr>
          <p:cNvPr id="123" name="anim_to576_0_1">
            <a:extLst>
              <a:ext uri="{FF2B5EF4-FFF2-40B4-BE49-F238E27FC236}">
                <a16:creationId xmlns:a16="http://schemas.microsoft.com/office/drawing/2014/main" id="{EC372B72-6EA4-4D64-A6D4-5B6E5D20CF59}"/>
              </a:ext>
            </a:extLst>
          </p:cNvPr>
          <p:cNvSpPr>
            <a:spLocks noGrp="1"/>
          </p:cNvSpPr>
          <p:nvPr/>
        </p:nvSpPr>
        <p:spPr>
          <a:xfrm>
            <a:off x="10426885" y="4852762"/>
            <a:ext cx="1271755" cy="4672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44" b="0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944" b="0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pPr>
            <a:r>
              <a:rPr sz="2944" b="0">
                <a:solidFill>
                  <a:srgbClr val="FF862F"/>
                </a:solidFill>
                <a:latin typeface="Consolas"/>
                <a:ea typeface="Consolas"/>
                <a:cs typeface="Consolas"/>
              </a:rPr>
              <a:t>Output</a:t>
            </a:r>
          </a:p>
        </p:txBody>
      </p:sp>
      <p:sp>
        <p:nvSpPr>
          <p:cNvPr id="124" name="anim_to585_0_1">
            <a:extLst>
              <a:ext uri="{FF2B5EF4-FFF2-40B4-BE49-F238E27FC236}">
                <a16:creationId xmlns:a16="http://schemas.microsoft.com/office/drawing/2014/main" id="{11C41890-194A-48B1-BDEC-5AF7CC716771}"/>
              </a:ext>
            </a:extLst>
          </p:cNvPr>
          <p:cNvSpPr>
            <a:spLocks noGrp="1"/>
          </p:cNvSpPr>
          <p:nvPr/>
        </p:nvSpPr>
        <p:spPr>
          <a:xfrm>
            <a:off x="5589835" y="5235711"/>
            <a:ext cx="876663" cy="15881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10004" b="0">
                <a:solidFill>
                  <a:srgbClr val="00FF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10004" b="0">
                <a:solidFill>
                  <a:srgbClr val="00FF00"/>
                </a:solidFill>
                <a:latin typeface="Cambria Math"/>
                <a:ea typeface="Cambria Math"/>
                <a:cs typeface="Cambria Math"/>
              </a:defRPr>
            </a:pPr>
            <a:r>
              <a:rPr sz="10004" b="0">
                <a:solidFill>
                  <a:srgbClr val="00FF00"/>
                </a:solidFill>
                <a:latin typeface="Cambria Math"/>
                <a:ea typeface="Cambria Math"/>
                <a:cs typeface="Cambria Math"/>
              </a:rPr>
              <a:t>✓</a:t>
            </a:r>
          </a:p>
        </p:txBody>
      </p:sp>
    </p:spTree>
    <p:extLst>
      <p:ext uri="{BB962C8B-B14F-4D97-AF65-F5344CB8AC3E}">
        <p14:creationId xmlns:p14="http://schemas.microsoft.com/office/powerpoint/2010/main" val="11665681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3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856091 -0.3474153 E" pathEditMode="relative" ptsTypes="">
                                      <p:cBhvr>
                                        <p:cTn id="6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2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856091 -0.2950849 E" pathEditMode="relative" ptsTypes="">
                                      <p:cBhvr>
                                        <p:cTn id="1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856091 -0.2427546 E" pathEditMode="relative" ptsTypes="">
                                      <p:cBhvr>
                                        <p:cTn id="1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856091 -0.1904243 E" pathEditMode="relative" ptsTypes="">
                                      <p:cBhvr>
                                        <p:cTn id="1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" dur="1000" fill="hold"/>
                                        <p:tgtEl>
                                          <p:spTgt spid="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2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856091 -0.1380939 E" pathEditMode="relative" ptsTypes="">
                                      <p:cBhvr>
                                        <p:cTn id="2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" dur="1000" fill="hold"/>
                                        <p:tgtEl>
                                          <p:spTgt spid="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856091 -0.0857636 E" pathEditMode="relative" ptsTypes="">
                                      <p:cBhvr>
                                        <p:cTn id="2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" dur="1000" fill="hold"/>
                                        <p:tgtEl>
                                          <p:spTgt spid="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2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856091 -0.2950849 E" pathEditMode="relative" ptsTypes="">
                                      <p:cBhvr>
                                        <p:cTn id="3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" dur="1000" fill="hold"/>
                                        <p:tgtEl>
                                          <p:spTgt spid="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3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856091 -0.2427546 E" pathEditMode="relative" ptsTypes="">
                                      <p:cBhvr>
                                        <p:cTn id="3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" dur="1000" fill="hold"/>
                                        <p:tgtEl>
                                          <p:spTgt spid="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3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856091 -0.1904243 E" pathEditMode="relative" ptsTypes="">
                                      <p:cBhvr>
                                        <p:cTn id="3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" dur="1000" fill="hold"/>
                                        <p:tgtEl>
                                          <p:spTgt spid="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4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856091 -0.1380939 E" pathEditMode="relative" ptsTypes="">
                                      <p:cBhvr>
                                        <p:cTn id="4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" dur="1000" fill="hold"/>
                                        <p:tgtEl>
                                          <p:spTgt spid="1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4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856091 -0.0857636 E" pathEditMode="relative" ptsTypes="">
                                      <p:cBhvr>
                                        <p:cTn id="4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" dur="1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4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856091 -0.0334333 E" pathEditMode="relative" ptsTypes="">
                                      <p:cBhvr>
                                        <p:cTn id="5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" dur="1000" fill="hold"/>
                                        <p:tgtEl>
                                          <p:spTgt spid="1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5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856091 -0.2427546 E" pathEditMode="relative" ptsTypes="">
                                      <p:cBhvr>
                                        <p:cTn id="5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6" dur="1000" fill="hold"/>
                                        <p:tgtEl>
                                          <p:spTgt spid="1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5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856091 -0.1904243 E" pathEditMode="relative" ptsTypes="">
                                      <p:cBhvr>
                                        <p:cTn id="5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" dur="1000" fill="hold"/>
                                        <p:tgtEl>
                                          <p:spTgt spid="1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856091 -0.1380939 E" pathEditMode="relative" ptsTypes="">
                                      <p:cBhvr>
                                        <p:cTn id="6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4" dur="1000" fill="hold"/>
                                        <p:tgtEl>
                                          <p:spTgt spid="1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6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856091 -0.0857636 E" pathEditMode="relative" ptsTypes="">
                                      <p:cBhvr>
                                        <p:cTn id="6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8" dur="1000" fill="hold"/>
                                        <p:tgtEl>
                                          <p:spTgt spid="1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6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856091 -0.0334333 E" pathEditMode="relative" ptsTypes="">
                                      <p:cBhvr>
                                        <p:cTn id="7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2" dur="1000" fill="hold"/>
                                        <p:tgtEl>
                                          <p:spTgt spid="1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7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856091 0.0188971 E" pathEditMode="relative" ptsTypes="">
                                      <p:cBhvr>
                                        <p:cTn id="74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6" dur="1000" fill="hold"/>
                                        <p:tgtEl>
                                          <p:spTgt spid="1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7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856091 -0.1904243 E" pathEditMode="relative" ptsTypes="">
                                      <p:cBhvr>
                                        <p:cTn id="78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0" dur="1000" fill="hold"/>
                                        <p:tgtEl>
                                          <p:spTgt spid="1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8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856091 -0.1380939 E" pathEditMode="relative" ptsTypes="">
                                      <p:cBhvr>
                                        <p:cTn id="8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4" dur="1000" fill="hold"/>
                                        <p:tgtEl>
                                          <p:spTgt spid="2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8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856091 -0.0857636 E" pathEditMode="relative" ptsTypes="">
                                      <p:cBhvr>
                                        <p:cTn id="8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8" dur="1000" fill="hold"/>
                                        <p:tgtEl>
                                          <p:spTgt spid="2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8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856091 -0.0334333 E" pathEditMode="relative" ptsTypes="">
                                      <p:cBhvr>
                                        <p:cTn id="9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2" dur="1000" fill="hold"/>
                                        <p:tgtEl>
                                          <p:spTgt spid="2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9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856091 0.0188971 E" pathEditMode="relative" ptsTypes="">
                                      <p:cBhvr>
                                        <p:cTn id="9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6" dur="1000" fill="hold"/>
                                        <p:tgtEl>
                                          <p:spTgt spid="2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9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856091 0.0712274 E" pathEditMode="relative" ptsTypes="">
                                      <p:cBhvr>
                                        <p:cTn id="98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0" dur="1000" fill="hold"/>
                                        <p:tgtEl>
                                          <p:spTgt spid="2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10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856091 -0.1380939 E" pathEditMode="relative" ptsTypes="">
                                      <p:cBhvr>
                                        <p:cTn id="10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4" dur="1000" fill="hold"/>
                                        <p:tgtEl>
                                          <p:spTgt spid="2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10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856091 -0.0857636 E" pathEditMode="relative" ptsTypes="">
                                      <p:cBhvr>
                                        <p:cTn id="10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8" dur="1000" fill="hold"/>
                                        <p:tgtEl>
                                          <p:spTgt spid="2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10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856091 -0.0334333 E" pathEditMode="relative" ptsTypes="">
                                      <p:cBhvr>
                                        <p:cTn id="11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2" dur="1000" fill="hold"/>
                                        <p:tgtEl>
                                          <p:spTgt spid="2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11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856091 0.0188971 E" pathEditMode="relative" ptsTypes="">
                                      <p:cBhvr>
                                        <p:cTn id="114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6" dur="1000" fill="hold"/>
                                        <p:tgtEl>
                                          <p:spTgt spid="2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11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856091 0.0712274 E" pathEditMode="relative" ptsTypes="">
                                      <p:cBhvr>
                                        <p:cTn id="118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0" dur="1000" fill="hold"/>
                                        <p:tgtEl>
                                          <p:spTgt spid="2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12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856091 0.1235577 E" pathEditMode="relative" ptsTypes="">
                                      <p:cBhvr>
                                        <p:cTn id="122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4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1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35241 -0.3212501 E" pathEditMode="relative" ptsTypes="">
                                      <p:cBhvr>
                                        <p:cTn id="12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8" dur="1000" fill="hold"/>
                                        <p:tgtEl>
                                          <p:spTgt spid="3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12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35241 -0.2689198 E" pathEditMode="relative" ptsTypes="">
                                      <p:cBhvr>
                                        <p:cTn id="13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2" dur="1000" fill="hold"/>
                                        <p:tgtEl>
                                          <p:spTgt spid="3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13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35241 -0.2165894 E" pathEditMode="relative" ptsTypes="">
                                      <p:cBhvr>
                                        <p:cTn id="13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6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13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35241 -0.1642591 E" pathEditMode="relative" ptsTypes="">
                                      <p:cBhvr>
                                        <p:cTn id="138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0" dur="1000" fill="hold"/>
                                        <p:tgtEl>
                                          <p:spTgt spid="3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14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35241 -0.2689198 E" pathEditMode="relative" ptsTypes="">
                                      <p:cBhvr>
                                        <p:cTn id="14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4" dur="1000" fill="hold"/>
                                        <p:tgtEl>
                                          <p:spTgt spid="3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14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35241 -0.2165894 E" pathEditMode="relative" ptsTypes="">
                                      <p:cBhvr>
                                        <p:cTn id="14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8" dur="1000" fill="hold"/>
                                        <p:tgtEl>
                                          <p:spTgt spid="3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14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35241 -0.1642591 E" pathEditMode="relative" ptsTypes="">
                                      <p:cBhvr>
                                        <p:cTn id="15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2" dur="1000" fill="hold"/>
                                        <p:tgtEl>
                                          <p:spTgt spid="3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15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35241 -0.1119288 E" pathEditMode="relative" ptsTypes="">
                                      <p:cBhvr>
                                        <p:cTn id="15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6" dur="1000" fill="hold"/>
                                        <p:tgtEl>
                                          <p:spTgt spid="3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15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35241 -0.2165894 E" pathEditMode="relative" ptsTypes="">
                                      <p:cBhvr>
                                        <p:cTn id="158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0" dur="1000" fill="hold"/>
                                        <p:tgtEl>
                                          <p:spTgt spid="3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1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35241 -0.1642591 E" pathEditMode="relative" ptsTypes="">
                                      <p:cBhvr>
                                        <p:cTn id="16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4" dur="1000" fill="hold"/>
                                        <p:tgtEl>
                                          <p:spTgt spid="4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16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35241 -0.1119288 E" pathEditMode="relative" ptsTypes="">
                                      <p:cBhvr>
                                        <p:cTn id="16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8" dur="1000" fill="hold"/>
                                        <p:tgtEl>
                                          <p:spTgt spid="4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16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35241 -0.0595984 E" pathEditMode="relative" ptsTypes="">
                                      <p:cBhvr>
                                        <p:cTn id="17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2" dur="1000" fill="hold"/>
                                        <p:tgtEl>
                                          <p:spTgt spid="4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17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35241 -0.1642591 E" pathEditMode="relative" ptsTypes="">
                                      <p:cBhvr>
                                        <p:cTn id="17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6" dur="1000" fill="hold"/>
                                        <p:tgtEl>
                                          <p:spTgt spid="4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17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35241 -0.1119288 E" pathEditMode="relative" ptsTypes="">
                                      <p:cBhvr>
                                        <p:cTn id="17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0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18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35241 -0.0595984 E" pathEditMode="relative" ptsTypes="">
                                      <p:cBhvr>
                                        <p:cTn id="182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4" dur="1000" fill="hold"/>
                                        <p:tgtEl>
                                          <p:spTgt spid="4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18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35241 -0.0072681 E" pathEditMode="relative" ptsTypes="">
                                      <p:cBhvr>
                                        <p:cTn id="18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8" dur="1000" fill="hold"/>
                                        <p:tgtEl>
                                          <p:spTgt spid="4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18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35241 -0.1119288 E" pathEditMode="relative" ptsTypes="">
                                      <p:cBhvr>
                                        <p:cTn id="19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2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19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35241 -0.0595984 E" pathEditMode="relative" ptsTypes="">
                                      <p:cBhvr>
                                        <p:cTn id="19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19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35241 -0.0072681 E" pathEditMode="relative" ptsTypes="">
                                      <p:cBhvr>
                                        <p:cTn id="198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0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20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35241 0.0450622 E" pathEditMode="relative" ptsTypes="">
                                      <p:cBhvr>
                                        <p:cTn id="202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4" dur="1000" fill="hold"/>
                                        <p:tgtEl>
                                          <p:spTgt spid="5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20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35241 -0.0595984 E" pathEditMode="relative" ptsTypes="">
                                      <p:cBhvr>
                                        <p:cTn id="20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8" dur="1000" fill="hold"/>
                                        <p:tgtEl>
                                          <p:spTgt spid="5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20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35241 -0.0072681 E" pathEditMode="relative" ptsTypes="">
                                      <p:cBhvr>
                                        <p:cTn id="210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2" dur="1000" fill="hold"/>
                                        <p:tgtEl>
                                          <p:spTgt spid="5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21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35241 0.0450622 E" pathEditMode="relative" ptsTypes="">
                                      <p:cBhvr>
                                        <p:cTn id="214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6" dur="1000" fill="hold"/>
                                        <p:tgtEl>
                                          <p:spTgt spid="5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21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35241 0.0973926 E" pathEditMode="relative" ptsTypes="">
                                      <p:cBhvr>
                                        <p:cTn id="218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0" dur="1000" fill="hold"/>
                                        <p:tgtEl>
                                          <p:spTgt spid="5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9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5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7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0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3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6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8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1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4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6239084 -0.1119288 E" pathEditMode="relative" ptsTypes="">
                                      <p:cBhvr>
                                        <p:cTn id="276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8" dur="1000" fill="hold"/>
                                        <p:tgtEl>
                                          <p:spTgt spid="5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27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552248 -0.1216971 E" pathEditMode="relative" ptsTypes="">
                                      <p:cBhvr>
                                        <p:cTn id="280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2" dur="1000" fill="hold"/>
                                        <p:tgtEl>
                                          <p:spTgt spid="5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28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483565 -0.1168129 E" pathEditMode="relative" ptsTypes="">
                                      <p:cBhvr>
                                        <p:cTn id="284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6" dur="1000" fill="hold"/>
                                        <p:tgtEl>
                                          <p:spTgt spid="5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28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414881 -0.1119288 E" pathEditMode="relative" ptsTypes="">
                                      <p:cBhvr>
                                        <p:cTn id="288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0" dur="1000" fill="hold"/>
                                        <p:tgtEl>
                                          <p:spTgt spid="5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29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346198 -0.1070446 E" pathEditMode="relative" ptsTypes="">
                                      <p:cBhvr>
                                        <p:cTn id="292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4" dur="1000" fill="hold"/>
                                        <p:tgtEl>
                                          <p:spTgt spid="5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29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277514 -0.1021604 E" pathEditMode="relative" ptsTypes="">
                                      <p:cBhvr>
                                        <p:cTn id="296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8" dur="1000" fill="hold"/>
                                        <p:tgtEl>
                                          <p:spTgt spid="6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29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652003 -0.1119288 E" pathEditMode="relative" ptsTypes="">
                                      <p:cBhvr>
                                        <p:cTn id="300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2" dur="1000" fill="hold"/>
                                        <p:tgtEl>
                                          <p:spTgt spid="6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30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3830253 -0.1119288 E" pathEditMode="relative" ptsTypes="">
                                      <p:cBhvr>
                                        <p:cTn id="304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6" dur="1000" fill="hold"/>
                                        <p:tgtEl>
                                          <p:spTgt spid="6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30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3830253 -0.0159898 E" pathEditMode="relative" ptsTypes="">
                                      <p:cBhvr>
                                        <p:cTn id="30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0" dur="1000" fill="hold"/>
                                        <p:tgtEl>
                                          <p:spTgt spid="6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31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3830253 -0.0639593 E" pathEditMode="relative" ptsTypes="">
                                      <p:cBhvr>
                                        <p:cTn id="312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4" dur="1000" fill="hold"/>
                                        <p:tgtEl>
                                          <p:spTgt spid="6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31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3830253 -0.1119288 E" pathEditMode="relative" ptsTypes="">
                                      <p:cBhvr>
                                        <p:cTn id="316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8" dur="1000" fill="hold"/>
                                        <p:tgtEl>
                                          <p:spTgt spid="6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31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3830253 -0.1598982 E" pathEditMode="relative" ptsTypes="">
                                      <p:cBhvr>
                                        <p:cTn id="320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2" dur="1000" fill="hold"/>
                                        <p:tgtEl>
                                          <p:spTgt spid="6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32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3830253 -0.2078677 E" pathEditMode="relative" ptsTypes="">
                                      <p:cBhvr>
                                        <p:cTn id="324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6" dur="1000" fill="hold"/>
                                        <p:tgtEl>
                                          <p:spTgt spid="6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32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3067375 -0.1119288 E" pathEditMode="relative" ptsTypes="">
                                      <p:cBhvr>
                                        <p:cTn id="328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0" dur="1000" fill="hold"/>
                                        <p:tgtEl>
                                          <p:spTgt spid="6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3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6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414881 -0.2281775 E" pathEditMode="relative" ptsTypes="">
                                      <p:cBhvr>
                                        <p:cTn id="341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3" dur="1000" fill="hold"/>
                                        <p:tgtEl>
                                          <p:spTgt spid="6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34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4652003 -0.0832004 E" pathEditMode="relative" ptsTypes="">
                                      <p:cBhvr>
                                        <p:cTn id="345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7" dur="1000" fill="hold"/>
                                        <p:tgtEl>
                                          <p:spTgt spid="7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34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3830253 -0.3133918 E" pathEditMode="relative" ptsTypes="">
                                      <p:cBhvr>
                                        <p:cTn id="349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1" dur="1000" fill="hold"/>
                                        <p:tgtEl>
                                          <p:spTgt spid="7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35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616517 -0.3212501 E" pathEditMode="relative" ptsTypes="">
                                      <p:cBhvr>
                                        <p:cTn id="353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5" dur="1000" fill="hold"/>
                                        <p:tgtEl>
                                          <p:spTgt spid="7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3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616517 -0.2165894 E" pathEditMode="relative" ptsTypes="">
                                      <p:cBhvr>
                                        <p:cTn id="357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9" dur="1000" fill="hold"/>
                                        <p:tgtEl>
                                          <p:spTgt spid="7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36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616517 -0.1119288 E" pathEditMode="relative" ptsTypes="">
                                      <p:cBhvr>
                                        <p:cTn id="361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3" dur="1000" fill="hold"/>
                                        <p:tgtEl>
                                          <p:spTgt spid="7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36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616517 -0.0072681 E" pathEditMode="relative" ptsTypes="">
                                      <p:cBhvr>
                                        <p:cTn id="365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7" dur="1000" fill="hold"/>
                                        <p:tgtEl>
                                          <p:spTgt spid="7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3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616517 0.0973926 E" pathEditMode="relative" ptsTypes="">
                                      <p:cBhvr>
                                        <p:cTn id="369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1" dur="1000" fill="hold"/>
                                        <p:tgtEl>
                                          <p:spTgt spid="7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37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95666 -0.3735804 E" pathEditMode="relative" ptsTypes="">
                                      <p:cBhvr>
                                        <p:cTn id="373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5" dur="1000" fill="hold"/>
                                        <p:tgtEl>
                                          <p:spTgt spid="7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37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95666 -0.2689198 E" pathEditMode="relative" ptsTypes="">
                                      <p:cBhvr>
                                        <p:cTn id="377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9" dur="1000" fill="hold"/>
                                        <p:tgtEl>
                                          <p:spTgt spid="7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38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95666 -0.1642591 E" pathEditMode="relative" ptsTypes="">
                                      <p:cBhvr>
                                        <p:cTn id="381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3" dur="1000" fill="hold"/>
                                        <p:tgtEl>
                                          <p:spTgt spid="7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38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95666 -0.0595984 E" pathEditMode="relative" ptsTypes="">
                                      <p:cBhvr>
                                        <p:cTn id="385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7" dur="1000" fill="hold"/>
                                        <p:tgtEl>
                                          <p:spTgt spid="8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38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95666 0.0450622 E" pathEditMode="relative" ptsTypes="">
                                      <p:cBhvr>
                                        <p:cTn id="389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1" dur="1000" fill="hold"/>
                                        <p:tgtEl>
                                          <p:spTgt spid="8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39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095666 0.1497229 E" pathEditMode="relative" ptsTypes="">
                                      <p:cBhvr>
                                        <p:cTn id="393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5" dur="1000" fill="hold"/>
                                        <p:tgtEl>
                                          <p:spTgt spid="8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39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616517 -0.3212501 E" pathEditMode="relative" ptsTypes="">
                                      <p:cBhvr>
                                        <p:cTn id="397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9" dur="1000" fill="hold"/>
                                        <p:tgtEl>
                                          <p:spTgt spid="8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400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616517 -0.2165894 E" pathEditMode="relative" ptsTypes="">
                                      <p:cBhvr>
                                        <p:cTn id="401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3" dur="1000" fill="hold"/>
                                        <p:tgtEl>
                                          <p:spTgt spid="8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404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616517 -0.1119288 E" pathEditMode="relative" ptsTypes="">
                                      <p:cBhvr>
                                        <p:cTn id="405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7" dur="1000" fill="hold"/>
                                        <p:tgtEl>
                                          <p:spTgt spid="8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40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616517 -0.0072681 E" pathEditMode="relative" ptsTypes="">
                                      <p:cBhvr>
                                        <p:cTn id="409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1" dur="1000" fill="hold"/>
                                        <p:tgtEl>
                                          <p:spTgt spid="8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  <p:par>
                                <p:cTn id="412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616517 0.0973926 E" pathEditMode="relative" ptsTypes="">
                                      <p:cBhvr>
                                        <p:cTn id="413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5" dur="1000" fill="hold"/>
                                        <p:tgtEl>
                                          <p:spTgt spid="8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40000" y="4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6" fill="hold">
                            <p:stCondLst>
                              <p:cond delay="1000"/>
                            </p:stCondLst>
                            <p:childTnLst>
                              <p:par>
                                <p:cTn id="4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9" dur="2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2" dur="2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5" dur="2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8" dur="2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1" dur="2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4" dur="2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7" dur="2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0" dur="2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3" dur="2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6" dur="2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9" dur="2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2" dur="2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5" dur="2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8" dur="2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1" dur="2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2" fill="hold">
                      <p:stCondLst>
                        <p:cond delay="indefinite"/>
                      </p:stCondLst>
                      <p:childTnLst>
                        <p:par>
                          <p:cTn id="463" fill="hold">
                            <p:stCondLst>
                              <p:cond delay="0"/>
                            </p:stCondLst>
                            <p:childTnLst>
                              <p:par>
                                <p:cTn id="4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6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5" grpId="0" animBg="1"/>
      <p:bldP spid="125" grpId="1" animBg="1"/>
      <p:bldP spid="2" grpId="0" animBg="1"/>
      <p:bldP spid="2" grpId="1" animBg="1"/>
      <p:bldP spid="3" grpId="0" animBg="1"/>
      <p:bldP spid="3" grpId="1" animBg="1"/>
      <p:bldP spid="4" grpId="0" animBg="1"/>
      <p:bldP spid="4" grpId="1" animBg="1"/>
      <p:bldP spid="5" grpId="0" animBg="1"/>
      <p:bldP spid="5" grpId="1" animBg="1"/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9" grpId="0" animBg="1"/>
      <p:bldP spid="9" grpId="1" animBg="1"/>
      <p:bldP spid="10" grpId="0" animBg="1"/>
      <p:bldP spid="10" grpId="1" animBg="1"/>
      <p:bldP spid="11" grpId="0" animBg="1"/>
      <p:bldP spid="11" grpId="1" animBg="1"/>
      <p:bldP spid="12" grpId="0" animBg="1"/>
      <p:bldP spid="12" grpId="1" animBg="1"/>
      <p:bldP spid="13" grpId="0" animBg="1"/>
      <p:bldP spid="13" grpId="1" animBg="1"/>
      <p:bldP spid="14" grpId="0" animBg="1"/>
      <p:bldP spid="14" grpId="1" animBg="1"/>
      <p:bldP spid="15" grpId="0" animBg="1"/>
      <p:bldP spid="15" grpId="1" animBg="1"/>
      <p:bldP spid="16" grpId="0" animBg="1"/>
      <p:bldP spid="16" grpId="1" animBg="1"/>
      <p:bldP spid="17" grpId="0" animBg="1"/>
      <p:bldP spid="17" grpId="1" animBg="1"/>
      <p:bldP spid="18" grpId="0" animBg="1"/>
      <p:bldP spid="18" grpId="1" animBg="1"/>
      <p:bldP spid="19" grpId="0" animBg="1"/>
      <p:bldP spid="19" grpId="1" animBg="1"/>
      <p:bldP spid="20" grpId="0" animBg="1"/>
      <p:bldP spid="20" grpId="1" animBg="1"/>
      <p:bldP spid="21" grpId="0" animBg="1"/>
      <p:bldP spid="21" grpId="1" animBg="1"/>
      <p:bldP spid="22" grpId="0" animBg="1"/>
      <p:bldP spid="22" grpId="1" animBg="1"/>
      <p:bldP spid="23" grpId="0" animBg="1"/>
      <p:bldP spid="23" grpId="1" animBg="1"/>
      <p:bldP spid="24" grpId="0" animBg="1"/>
      <p:bldP spid="24" grpId="1" animBg="1"/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  <p:bldP spid="33" grpId="0" animBg="1"/>
      <p:bldP spid="33" grpId="1" animBg="1"/>
      <p:bldP spid="34" grpId="0" animBg="1"/>
      <p:bldP spid="34" grpId="1" animBg="1"/>
      <p:bldP spid="35" grpId="0" animBg="1"/>
      <p:bldP spid="35" grpId="1" animBg="1"/>
      <p:bldP spid="36" grpId="0" animBg="1"/>
      <p:bldP spid="36" grpId="1" animBg="1"/>
      <p:bldP spid="37" grpId="0" animBg="1"/>
      <p:bldP spid="37" grpId="1" animBg="1"/>
      <p:bldP spid="38" grpId="0" animBg="1"/>
      <p:bldP spid="38" grpId="1" animBg="1"/>
      <p:bldP spid="39" grpId="0" animBg="1"/>
      <p:bldP spid="39" grpId="1" animBg="1"/>
      <p:bldP spid="40" grpId="0" animBg="1"/>
      <p:bldP spid="40" grpId="1" animBg="1"/>
      <p:bldP spid="41" grpId="0" animBg="1"/>
      <p:bldP spid="41" grpId="1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  <p:bldP spid="51" grpId="0" animBg="1"/>
      <p:bldP spid="51" grpId="1" animBg="1"/>
      <p:bldP spid="52" grpId="0" animBg="1"/>
      <p:bldP spid="52" grpId="1" animBg="1"/>
      <p:bldP spid="53" grpId="0" animBg="1"/>
      <p:bldP spid="53" grpId="1" animBg="1"/>
      <p:bldP spid="54" grpId="0" animBg="1"/>
      <p:bldP spid="54" grpId="1" animBg="1"/>
      <p:bldP spid="55" grpId="0" animBg="1"/>
      <p:bldP spid="55" grpId="1" animBg="1"/>
      <p:bldP spid="56" grpId="0" animBg="1"/>
      <p:bldP spid="56" grpId="1" animBg="1"/>
      <p:bldP spid="57" grpId="0" animBg="1"/>
      <p:bldP spid="57" grpId="1" animBg="1"/>
      <p:bldP spid="58" grpId="0" animBg="1"/>
      <p:bldP spid="58" grpId="1" animBg="1"/>
      <p:bldP spid="59" grpId="0" animBg="1"/>
      <p:bldP spid="59" grpId="1" animBg="1"/>
      <p:bldP spid="60" grpId="0" animBg="1"/>
      <p:bldP spid="60" grpId="1" animBg="1"/>
      <p:bldP spid="61" grpId="0" animBg="1"/>
      <p:bldP spid="61" grpId="1" animBg="1"/>
      <p:bldP spid="62" grpId="0" animBg="1"/>
      <p:bldP spid="62" grpId="1" animBg="1"/>
      <p:bldP spid="63" grpId="0" animBg="1"/>
      <p:bldP spid="63" grpId="1" animBg="1"/>
      <p:bldP spid="64" grpId="0" animBg="1"/>
      <p:bldP spid="64" grpId="1" animBg="1"/>
      <p:bldP spid="65" grpId="0" animBg="1"/>
      <p:bldP spid="65" grpId="1" animBg="1"/>
      <p:bldP spid="66" grpId="0" animBg="1"/>
      <p:bldP spid="66" grpId="1" animBg="1"/>
      <p:bldP spid="67" grpId="0" animBg="1"/>
      <p:bldP spid="67" grpId="1" animBg="1"/>
      <p:bldP spid="68" grpId="0" animBg="1"/>
      <p:bldP spid="68" grpId="1" animBg="1"/>
      <p:bldP spid="69" grpId="0"/>
      <p:bldP spid="69" grpId="1"/>
      <p:bldP spid="70" grpId="0"/>
      <p:bldP spid="70" grpId="1"/>
      <p:bldP spid="71" grpId="0"/>
      <p:bldP spid="71" grpId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  <p:bldP spid="79" grpId="0" animBg="1"/>
      <p:bldP spid="79" grpId="1" animBg="1"/>
      <p:bldP spid="80" grpId="0" animBg="1"/>
      <p:bldP spid="80" grpId="1" animBg="1"/>
      <p:bldP spid="81" grpId="0" animBg="1"/>
      <p:bldP spid="81" grpId="1" animBg="1"/>
      <p:bldP spid="82" grpId="0" animBg="1"/>
      <p:bldP spid="82" grpId="1" animBg="1"/>
      <p:bldP spid="83" grpId="0" animBg="1"/>
      <p:bldP spid="83" grpId="1" animBg="1"/>
      <p:bldP spid="84" grpId="0" animBg="1"/>
      <p:bldP spid="84" grpId="1" animBg="1"/>
      <p:bldP spid="85" grpId="0" animBg="1"/>
      <p:bldP spid="85" grpId="1" animBg="1"/>
      <p:bldP spid="86" grpId="0" animBg="1"/>
      <p:bldP spid="86" grpId="1" animBg="1"/>
      <p:bldP spid="87" grpId="0" animBg="1"/>
      <p:bldP spid="87" grpId="1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/>
      <p:bldP spid="107" grpId="0"/>
      <p:bldP spid="108" grpId="0"/>
      <p:bldP spid="109" grpId="0"/>
      <p:bldP spid="110" grpId="0"/>
      <p:bldP spid="111" grpId="0"/>
      <p:bldP spid="112" grpId="0"/>
      <p:bldP spid="113" grpId="0"/>
      <p:bldP spid="114" grpId="0"/>
      <p:bldP spid="115" grpId="0"/>
      <p:bldP spid="116" grpId="0"/>
      <p:bldP spid="117" grpId="0"/>
      <p:bldP spid="118" grpId="0"/>
      <p:bldP spid="119" grpId="0"/>
      <p:bldP spid="120" grpId="0"/>
      <p:bldP spid="121" grpId="0"/>
      <p:bldP spid="122" grpId="0"/>
      <p:bldP spid="123" grpId="0"/>
      <p:bldP spid="124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" name="anim_to6202_0_1">
            <a:extLst>
              <a:ext uri="{FF2B5EF4-FFF2-40B4-BE49-F238E27FC236}">
                <a16:creationId xmlns:a16="http://schemas.microsoft.com/office/drawing/2014/main" id="{EB086EFC-4017-4907-ABA6-DBDA6898FE4F}"/>
              </a:ext>
            </a:extLst>
          </p:cNvPr>
          <p:cNvSpPr>
            <a:spLocks noGrp="1"/>
          </p:cNvSpPr>
          <p:nvPr/>
        </p:nvSpPr>
        <p:spPr>
          <a:xfrm>
            <a:off x="2903089" y="729643"/>
            <a:ext cx="6404872" cy="96466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6077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6077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6077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Receptive Field</a:t>
            </a:r>
          </a:p>
        </p:txBody>
      </p:sp>
      <p:sp>
        <p:nvSpPr>
          <p:cNvPr id="2" name="anim_o6219_1">
            <a:extLst>
              <a:ext uri="{FF2B5EF4-FFF2-40B4-BE49-F238E27FC236}">
                <a16:creationId xmlns:a16="http://schemas.microsoft.com/office/drawing/2014/main" id="{8FE23E90-77C5-4CB1-AB72-B49BD5183436}"/>
              </a:ext>
            </a:extLst>
          </p:cNvPr>
          <p:cNvSpPr>
            <a:spLocks noGrp="1"/>
          </p:cNvSpPr>
          <p:nvPr/>
        </p:nvSpPr>
        <p:spPr>
          <a:xfrm>
            <a:off x="3119437" y="2341015"/>
            <a:ext cx="369504" cy="369504"/>
          </a:xfrm>
          <a:prstGeom prst="rect">
            <a:avLst/>
          </a:prstGeom>
          <a:solidFill>
            <a:srgbClr val="6699CC">
              <a:alpha val="20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6220_1">
            <a:extLst>
              <a:ext uri="{FF2B5EF4-FFF2-40B4-BE49-F238E27FC236}">
                <a16:creationId xmlns:a16="http://schemas.microsoft.com/office/drawing/2014/main" id="{0CA823AF-64C6-4FB4-AFC0-DC36B9AF2944}"/>
              </a:ext>
            </a:extLst>
          </p:cNvPr>
          <p:cNvSpPr>
            <a:spLocks noGrp="1"/>
          </p:cNvSpPr>
          <p:nvPr/>
        </p:nvSpPr>
        <p:spPr>
          <a:xfrm>
            <a:off x="3488942" y="2341015"/>
            <a:ext cx="369504" cy="369504"/>
          </a:xfrm>
          <a:prstGeom prst="rect">
            <a:avLst/>
          </a:prstGeom>
          <a:solidFill>
            <a:srgbClr val="6699CC">
              <a:alpha val="20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6221_1">
            <a:extLst>
              <a:ext uri="{FF2B5EF4-FFF2-40B4-BE49-F238E27FC236}">
                <a16:creationId xmlns:a16="http://schemas.microsoft.com/office/drawing/2014/main" id="{9BC743AB-8859-43D5-90BB-9A1D9B2EFC40}"/>
              </a:ext>
            </a:extLst>
          </p:cNvPr>
          <p:cNvSpPr>
            <a:spLocks noGrp="1"/>
          </p:cNvSpPr>
          <p:nvPr/>
        </p:nvSpPr>
        <p:spPr>
          <a:xfrm>
            <a:off x="3858446" y="2341015"/>
            <a:ext cx="369504" cy="369504"/>
          </a:xfrm>
          <a:prstGeom prst="rect">
            <a:avLst/>
          </a:prstGeom>
          <a:solidFill>
            <a:srgbClr val="6699CC">
              <a:alpha val="20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6222_1">
            <a:extLst>
              <a:ext uri="{FF2B5EF4-FFF2-40B4-BE49-F238E27FC236}">
                <a16:creationId xmlns:a16="http://schemas.microsoft.com/office/drawing/2014/main" id="{B3B2C265-E8D1-4E93-AEC4-5E041390CA8F}"/>
              </a:ext>
            </a:extLst>
          </p:cNvPr>
          <p:cNvSpPr>
            <a:spLocks noGrp="1"/>
          </p:cNvSpPr>
          <p:nvPr/>
        </p:nvSpPr>
        <p:spPr>
          <a:xfrm>
            <a:off x="4227950" y="2341015"/>
            <a:ext cx="369504" cy="369504"/>
          </a:xfrm>
          <a:prstGeom prst="rect">
            <a:avLst/>
          </a:prstGeom>
          <a:solidFill>
            <a:srgbClr val="6699CC">
              <a:alpha val="20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6223_1">
            <a:extLst>
              <a:ext uri="{FF2B5EF4-FFF2-40B4-BE49-F238E27FC236}">
                <a16:creationId xmlns:a16="http://schemas.microsoft.com/office/drawing/2014/main" id="{0D6A1A7E-5EAF-43B4-9089-FE6B413BD53E}"/>
              </a:ext>
            </a:extLst>
          </p:cNvPr>
          <p:cNvSpPr>
            <a:spLocks noGrp="1"/>
          </p:cNvSpPr>
          <p:nvPr/>
        </p:nvSpPr>
        <p:spPr>
          <a:xfrm>
            <a:off x="4597455" y="2341015"/>
            <a:ext cx="369504" cy="369504"/>
          </a:xfrm>
          <a:prstGeom prst="rect">
            <a:avLst/>
          </a:prstGeom>
          <a:solidFill>
            <a:srgbClr val="6699CC">
              <a:alpha val="20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6224_1">
            <a:extLst>
              <a:ext uri="{FF2B5EF4-FFF2-40B4-BE49-F238E27FC236}">
                <a16:creationId xmlns:a16="http://schemas.microsoft.com/office/drawing/2014/main" id="{D5CF4AF8-618A-4A5B-9AE7-401184AF1EEE}"/>
              </a:ext>
            </a:extLst>
          </p:cNvPr>
          <p:cNvSpPr>
            <a:spLocks noGrp="1"/>
          </p:cNvSpPr>
          <p:nvPr/>
        </p:nvSpPr>
        <p:spPr>
          <a:xfrm>
            <a:off x="3119437" y="2710519"/>
            <a:ext cx="369504" cy="369504"/>
          </a:xfrm>
          <a:prstGeom prst="rect">
            <a:avLst/>
          </a:prstGeom>
          <a:solidFill>
            <a:srgbClr val="6699CC">
              <a:alpha val="20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6225_1">
            <a:extLst>
              <a:ext uri="{FF2B5EF4-FFF2-40B4-BE49-F238E27FC236}">
                <a16:creationId xmlns:a16="http://schemas.microsoft.com/office/drawing/2014/main" id="{B7F8E3E9-5E75-451C-8E4E-2ED8B449E7DC}"/>
              </a:ext>
            </a:extLst>
          </p:cNvPr>
          <p:cNvSpPr>
            <a:spLocks noGrp="1"/>
          </p:cNvSpPr>
          <p:nvPr/>
        </p:nvSpPr>
        <p:spPr>
          <a:xfrm>
            <a:off x="3488942" y="2710519"/>
            <a:ext cx="369504" cy="369504"/>
          </a:xfrm>
          <a:prstGeom prst="rect">
            <a:avLst/>
          </a:prstGeom>
          <a:solidFill>
            <a:srgbClr val="6699CC">
              <a:alpha val="20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6226_1">
            <a:extLst>
              <a:ext uri="{FF2B5EF4-FFF2-40B4-BE49-F238E27FC236}">
                <a16:creationId xmlns:a16="http://schemas.microsoft.com/office/drawing/2014/main" id="{1A4556DA-8B13-4E8B-B3E2-D77882011D26}"/>
              </a:ext>
            </a:extLst>
          </p:cNvPr>
          <p:cNvSpPr>
            <a:spLocks noGrp="1"/>
          </p:cNvSpPr>
          <p:nvPr/>
        </p:nvSpPr>
        <p:spPr>
          <a:xfrm>
            <a:off x="3858446" y="2710519"/>
            <a:ext cx="369504" cy="369504"/>
          </a:xfrm>
          <a:prstGeom prst="rect">
            <a:avLst/>
          </a:prstGeom>
          <a:solidFill>
            <a:srgbClr val="6699CC">
              <a:alpha val="20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6227_1">
            <a:extLst>
              <a:ext uri="{FF2B5EF4-FFF2-40B4-BE49-F238E27FC236}">
                <a16:creationId xmlns:a16="http://schemas.microsoft.com/office/drawing/2014/main" id="{739F8A8F-9FEC-4C8E-83E8-FD965502A818}"/>
              </a:ext>
            </a:extLst>
          </p:cNvPr>
          <p:cNvSpPr>
            <a:spLocks noGrp="1"/>
          </p:cNvSpPr>
          <p:nvPr/>
        </p:nvSpPr>
        <p:spPr>
          <a:xfrm>
            <a:off x="4227950" y="2710519"/>
            <a:ext cx="369504" cy="369504"/>
          </a:xfrm>
          <a:prstGeom prst="rect">
            <a:avLst/>
          </a:prstGeom>
          <a:solidFill>
            <a:srgbClr val="6699CC">
              <a:alpha val="20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6228_1">
            <a:extLst>
              <a:ext uri="{FF2B5EF4-FFF2-40B4-BE49-F238E27FC236}">
                <a16:creationId xmlns:a16="http://schemas.microsoft.com/office/drawing/2014/main" id="{EAA92878-3ECE-472D-BA55-8FAF01CED561}"/>
              </a:ext>
            </a:extLst>
          </p:cNvPr>
          <p:cNvSpPr>
            <a:spLocks noGrp="1"/>
          </p:cNvSpPr>
          <p:nvPr/>
        </p:nvSpPr>
        <p:spPr>
          <a:xfrm>
            <a:off x="4597455" y="2710519"/>
            <a:ext cx="369504" cy="369504"/>
          </a:xfrm>
          <a:prstGeom prst="rect">
            <a:avLst/>
          </a:prstGeom>
          <a:solidFill>
            <a:srgbClr val="6699CC">
              <a:alpha val="20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6229_1">
            <a:extLst>
              <a:ext uri="{FF2B5EF4-FFF2-40B4-BE49-F238E27FC236}">
                <a16:creationId xmlns:a16="http://schemas.microsoft.com/office/drawing/2014/main" id="{3CA906FF-D398-4A58-9247-C79098FE5D81}"/>
              </a:ext>
            </a:extLst>
          </p:cNvPr>
          <p:cNvSpPr>
            <a:spLocks noGrp="1"/>
          </p:cNvSpPr>
          <p:nvPr/>
        </p:nvSpPr>
        <p:spPr>
          <a:xfrm>
            <a:off x="3119437" y="3080024"/>
            <a:ext cx="369504" cy="369504"/>
          </a:xfrm>
          <a:prstGeom prst="rect">
            <a:avLst/>
          </a:prstGeom>
          <a:solidFill>
            <a:srgbClr val="6699CC">
              <a:alpha val="20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6230_1">
            <a:extLst>
              <a:ext uri="{FF2B5EF4-FFF2-40B4-BE49-F238E27FC236}">
                <a16:creationId xmlns:a16="http://schemas.microsoft.com/office/drawing/2014/main" id="{8924A71A-47CF-4E05-ABA7-688E34FC8F80}"/>
              </a:ext>
            </a:extLst>
          </p:cNvPr>
          <p:cNvSpPr>
            <a:spLocks noGrp="1"/>
          </p:cNvSpPr>
          <p:nvPr/>
        </p:nvSpPr>
        <p:spPr>
          <a:xfrm>
            <a:off x="3488942" y="3080024"/>
            <a:ext cx="369504" cy="369504"/>
          </a:xfrm>
          <a:prstGeom prst="rect">
            <a:avLst/>
          </a:prstGeom>
          <a:solidFill>
            <a:srgbClr val="6699CC">
              <a:alpha val="20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6231_1">
            <a:extLst>
              <a:ext uri="{FF2B5EF4-FFF2-40B4-BE49-F238E27FC236}">
                <a16:creationId xmlns:a16="http://schemas.microsoft.com/office/drawing/2014/main" id="{49B3D19D-C82D-4D0F-9811-B8C95D0AC9B5}"/>
              </a:ext>
            </a:extLst>
          </p:cNvPr>
          <p:cNvSpPr>
            <a:spLocks noGrp="1"/>
          </p:cNvSpPr>
          <p:nvPr/>
        </p:nvSpPr>
        <p:spPr>
          <a:xfrm>
            <a:off x="3858446" y="3080024"/>
            <a:ext cx="369504" cy="369504"/>
          </a:xfrm>
          <a:prstGeom prst="rect">
            <a:avLst/>
          </a:prstGeom>
          <a:solidFill>
            <a:srgbClr val="6699CC">
              <a:alpha val="20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6232_1">
            <a:extLst>
              <a:ext uri="{FF2B5EF4-FFF2-40B4-BE49-F238E27FC236}">
                <a16:creationId xmlns:a16="http://schemas.microsoft.com/office/drawing/2014/main" id="{D338EAF2-A9CF-439C-B9EA-9AE2869313D7}"/>
              </a:ext>
            </a:extLst>
          </p:cNvPr>
          <p:cNvSpPr>
            <a:spLocks noGrp="1"/>
          </p:cNvSpPr>
          <p:nvPr/>
        </p:nvSpPr>
        <p:spPr>
          <a:xfrm>
            <a:off x="4227950" y="3080024"/>
            <a:ext cx="369504" cy="369504"/>
          </a:xfrm>
          <a:prstGeom prst="rect">
            <a:avLst/>
          </a:prstGeom>
          <a:solidFill>
            <a:srgbClr val="6699CC">
              <a:alpha val="20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6233_1">
            <a:extLst>
              <a:ext uri="{FF2B5EF4-FFF2-40B4-BE49-F238E27FC236}">
                <a16:creationId xmlns:a16="http://schemas.microsoft.com/office/drawing/2014/main" id="{C88043E6-F502-4720-BF97-C7CEF6EC1466}"/>
              </a:ext>
            </a:extLst>
          </p:cNvPr>
          <p:cNvSpPr>
            <a:spLocks noGrp="1"/>
          </p:cNvSpPr>
          <p:nvPr/>
        </p:nvSpPr>
        <p:spPr>
          <a:xfrm>
            <a:off x="4597455" y="3080024"/>
            <a:ext cx="369504" cy="369504"/>
          </a:xfrm>
          <a:prstGeom prst="rect">
            <a:avLst/>
          </a:prstGeom>
          <a:solidFill>
            <a:srgbClr val="6699CC">
              <a:alpha val="20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6234_1">
            <a:extLst>
              <a:ext uri="{FF2B5EF4-FFF2-40B4-BE49-F238E27FC236}">
                <a16:creationId xmlns:a16="http://schemas.microsoft.com/office/drawing/2014/main" id="{2C6221B9-D52C-4E27-A763-76E641B5B9A5}"/>
              </a:ext>
            </a:extLst>
          </p:cNvPr>
          <p:cNvSpPr>
            <a:spLocks noGrp="1"/>
          </p:cNvSpPr>
          <p:nvPr/>
        </p:nvSpPr>
        <p:spPr>
          <a:xfrm>
            <a:off x="3119437" y="3449528"/>
            <a:ext cx="369504" cy="369504"/>
          </a:xfrm>
          <a:prstGeom prst="rect">
            <a:avLst/>
          </a:prstGeom>
          <a:solidFill>
            <a:srgbClr val="6699CC">
              <a:alpha val="20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6235_1">
            <a:extLst>
              <a:ext uri="{FF2B5EF4-FFF2-40B4-BE49-F238E27FC236}">
                <a16:creationId xmlns:a16="http://schemas.microsoft.com/office/drawing/2014/main" id="{B371305E-5598-41FD-9B97-09DD3244553A}"/>
              </a:ext>
            </a:extLst>
          </p:cNvPr>
          <p:cNvSpPr>
            <a:spLocks noGrp="1"/>
          </p:cNvSpPr>
          <p:nvPr/>
        </p:nvSpPr>
        <p:spPr>
          <a:xfrm>
            <a:off x="3488942" y="3449528"/>
            <a:ext cx="369504" cy="369504"/>
          </a:xfrm>
          <a:prstGeom prst="rect">
            <a:avLst/>
          </a:prstGeom>
          <a:solidFill>
            <a:srgbClr val="6699CC">
              <a:alpha val="20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6236_1">
            <a:extLst>
              <a:ext uri="{FF2B5EF4-FFF2-40B4-BE49-F238E27FC236}">
                <a16:creationId xmlns:a16="http://schemas.microsoft.com/office/drawing/2014/main" id="{058CD87B-ABC8-4DE7-A063-E2FFB56D426E}"/>
              </a:ext>
            </a:extLst>
          </p:cNvPr>
          <p:cNvSpPr>
            <a:spLocks noGrp="1"/>
          </p:cNvSpPr>
          <p:nvPr/>
        </p:nvSpPr>
        <p:spPr>
          <a:xfrm>
            <a:off x="3858446" y="3449528"/>
            <a:ext cx="369504" cy="369504"/>
          </a:xfrm>
          <a:prstGeom prst="rect">
            <a:avLst/>
          </a:prstGeom>
          <a:solidFill>
            <a:srgbClr val="6699CC">
              <a:alpha val="20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6237_1">
            <a:extLst>
              <a:ext uri="{FF2B5EF4-FFF2-40B4-BE49-F238E27FC236}">
                <a16:creationId xmlns:a16="http://schemas.microsoft.com/office/drawing/2014/main" id="{4DFED411-8984-4076-BA22-D985A3827E9A}"/>
              </a:ext>
            </a:extLst>
          </p:cNvPr>
          <p:cNvSpPr>
            <a:spLocks noGrp="1"/>
          </p:cNvSpPr>
          <p:nvPr/>
        </p:nvSpPr>
        <p:spPr>
          <a:xfrm>
            <a:off x="4227950" y="3449528"/>
            <a:ext cx="369504" cy="369504"/>
          </a:xfrm>
          <a:prstGeom prst="rect">
            <a:avLst/>
          </a:prstGeom>
          <a:solidFill>
            <a:srgbClr val="6699CC">
              <a:alpha val="20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6238_1">
            <a:extLst>
              <a:ext uri="{FF2B5EF4-FFF2-40B4-BE49-F238E27FC236}">
                <a16:creationId xmlns:a16="http://schemas.microsoft.com/office/drawing/2014/main" id="{AC824A0A-F9AC-4962-9202-335E716E9ABA}"/>
              </a:ext>
            </a:extLst>
          </p:cNvPr>
          <p:cNvSpPr>
            <a:spLocks noGrp="1"/>
          </p:cNvSpPr>
          <p:nvPr/>
        </p:nvSpPr>
        <p:spPr>
          <a:xfrm>
            <a:off x="4597455" y="3449528"/>
            <a:ext cx="369504" cy="369504"/>
          </a:xfrm>
          <a:prstGeom prst="rect">
            <a:avLst/>
          </a:prstGeom>
          <a:solidFill>
            <a:srgbClr val="6699CC">
              <a:alpha val="20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6239_1">
            <a:extLst>
              <a:ext uri="{FF2B5EF4-FFF2-40B4-BE49-F238E27FC236}">
                <a16:creationId xmlns:a16="http://schemas.microsoft.com/office/drawing/2014/main" id="{17EB61CF-F8B0-496D-8607-62A3AC897386}"/>
              </a:ext>
            </a:extLst>
          </p:cNvPr>
          <p:cNvSpPr>
            <a:spLocks noGrp="1"/>
          </p:cNvSpPr>
          <p:nvPr/>
        </p:nvSpPr>
        <p:spPr>
          <a:xfrm>
            <a:off x="3119437" y="3819032"/>
            <a:ext cx="369504" cy="369504"/>
          </a:xfrm>
          <a:prstGeom prst="rect">
            <a:avLst/>
          </a:prstGeom>
          <a:solidFill>
            <a:srgbClr val="6699CC">
              <a:alpha val="20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6240_1">
            <a:extLst>
              <a:ext uri="{FF2B5EF4-FFF2-40B4-BE49-F238E27FC236}">
                <a16:creationId xmlns:a16="http://schemas.microsoft.com/office/drawing/2014/main" id="{852C1E39-B020-4181-9938-064123FD6D71}"/>
              </a:ext>
            </a:extLst>
          </p:cNvPr>
          <p:cNvSpPr>
            <a:spLocks noGrp="1"/>
          </p:cNvSpPr>
          <p:nvPr/>
        </p:nvSpPr>
        <p:spPr>
          <a:xfrm>
            <a:off x="3488942" y="3819032"/>
            <a:ext cx="369504" cy="369504"/>
          </a:xfrm>
          <a:prstGeom prst="rect">
            <a:avLst/>
          </a:prstGeom>
          <a:solidFill>
            <a:srgbClr val="6699CC">
              <a:alpha val="20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6241_1">
            <a:extLst>
              <a:ext uri="{FF2B5EF4-FFF2-40B4-BE49-F238E27FC236}">
                <a16:creationId xmlns:a16="http://schemas.microsoft.com/office/drawing/2014/main" id="{452F691E-11DA-4754-89AB-DEF7A4583C07}"/>
              </a:ext>
            </a:extLst>
          </p:cNvPr>
          <p:cNvSpPr>
            <a:spLocks noGrp="1"/>
          </p:cNvSpPr>
          <p:nvPr/>
        </p:nvSpPr>
        <p:spPr>
          <a:xfrm>
            <a:off x="3858446" y="3819032"/>
            <a:ext cx="369504" cy="369504"/>
          </a:xfrm>
          <a:prstGeom prst="rect">
            <a:avLst/>
          </a:prstGeom>
          <a:solidFill>
            <a:srgbClr val="6699CC">
              <a:alpha val="20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6242_1">
            <a:extLst>
              <a:ext uri="{FF2B5EF4-FFF2-40B4-BE49-F238E27FC236}">
                <a16:creationId xmlns:a16="http://schemas.microsoft.com/office/drawing/2014/main" id="{25E55DB2-3E48-4834-B39A-F63FF1C14252}"/>
              </a:ext>
            </a:extLst>
          </p:cNvPr>
          <p:cNvSpPr>
            <a:spLocks noGrp="1"/>
          </p:cNvSpPr>
          <p:nvPr/>
        </p:nvSpPr>
        <p:spPr>
          <a:xfrm>
            <a:off x="4227950" y="3819032"/>
            <a:ext cx="369504" cy="369504"/>
          </a:xfrm>
          <a:prstGeom prst="rect">
            <a:avLst/>
          </a:prstGeom>
          <a:solidFill>
            <a:srgbClr val="6699CC">
              <a:alpha val="20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6243_1">
            <a:extLst>
              <a:ext uri="{FF2B5EF4-FFF2-40B4-BE49-F238E27FC236}">
                <a16:creationId xmlns:a16="http://schemas.microsoft.com/office/drawing/2014/main" id="{37F13686-C94F-4B7F-B191-0631A80EEB07}"/>
              </a:ext>
            </a:extLst>
          </p:cNvPr>
          <p:cNvSpPr>
            <a:spLocks noGrp="1"/>
          </p:cNvSpPr>
          <p:nvPr/>
        </p:nvSpPr>
        <p:spPr>
          <a:xfrm>
            <a:off x="4597455" y="3819032"/>
            <a:ext cx="369504" cy="369504"/>
          </a:xfrm>
          <a:prstGeom prst="rect">
            <a:avLst/>
          </a:prstGeom>
          <a:solidFill>
            <a:srgbClr val="6699CC">
              <a:alpha val="20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6245_1">
            <a:extLst>
              <a:ext uri="{FF2B5EF4-FFF2-40B4-BE49-F238E27FC236}">
                <a16:creationId xmlns:a16="http://schemas.microsoft.com/office/drawing/2014/main" id="{67084EB0-A4DF-4B07-84DA-9829C1D3DAD2}"/>
              </a:ext>
            </a:extLst>
          </p:cNvPr>
          <p:cNvSpPr>
            <a:spLocks noGrp="1"/>
          </p:cNvSpPr>
          <p:nvPr/>
        </p:nvSpPr>
        <p:spPr>
          <a:xfrm>
            <a:off x="3488942" y="2710519"/>
            <a:ext cx="369504" cy="369504"/>
          </a:xfrm>
          <a:prstGeom prst="rect">
            <a:avLst/>
          </a:prstGeom>
          <a:solidFill>
            <a:srgbClr val="FF6B6B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6246_1">
            <a:extLst>
              <a:ext uri="{FF2B5EF4-FFF2-40B4-BE49-F238E27FC236}">
                <a16:creationId xmlns:a16="http://schemas.microsoft.com/office/drawing/2014/main" id="{A42D9232-D545-48C7-B2E3-A9EFFC85FD2A}"/>
              </a:ext>
            </a:extLst>
          </p:cNvPr>
          <p:cNvSpPr>
            <a:spLocks noGrp="1"/>
          </p:cNvSpPr>
          <p:nvPr/>
        </p:nvSpPr>
        <p:spPr>
          <a:xfrm>
            <a:off x="3858446" y="2710519"/>
            <a:ext cx="369504" cy="369504"/>
          </a:xfrm>
          <a:prstGeom prst="rect">
            <a:avLst/>
          </a:prstGeom>
          <a:solidFill>
            <a:srgbClr val="FF6B6B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6247_1">
            <a:extLst>
              <a:ext uri="{FF2B5EF4-FFF2-40B4-BE49-F238E27FC236}">
                <a16:creationId xmlns:a16="http://schemas.microsoft.com/office/drawing/2014/main" id="{2C5EAF5D-C07E-4687-946B-7D2E31D753B5}"/>
              </a:ext>
            </a:extLst>
          </p:cNvPr>
          <p:cNvSpPr>
            <a:spLocks noGrp="1"/>
          </p:cNvSpPr>
          <p:nvPr/>
        </p:nvSpPr>
        <p:spPr>
          <a:xfrm>
            <a:off x="4227950" y="2710519"/>
            <a:ext cx="369504" cy="369504"/>
          </a:xfrm>
          <a:prstGeom prst="rect">
            <a:avLst/>
          </a:prstGeom>
          <a:solidFill>
            <a:srgbClr val="FF6B6B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6248_1">
            <a:extLst>
              <a:ext uri="{FF2B5EF4-FFF2-40B4-BE49-F238E27FC236}">
                <a16:creationId xmlns:a16="http://schemas.microsoft.com/office/drawing/2014/main" id="{9856DB8B-6553-4D61-BF45-1037E4096196}"/>
              </a:ext>
            </a:extLst>
          </p:cNvPr>
          <p:cNvSpPr>
            <a:spLocks noGrp="1"/>
          </p:cNvSpPr>
          <p:nvPr/>
        </p:nvSpPr>
        <p:spPr>
          <a:xfrm>
            <a:off x="3488942" y="3080024"/>
            <a:ext cx="369504" cy="369504"/>
          </a:xfrm>
          <a:prstGeom prst="rect">
            <a:avLst/>
          </a:prstGeom>
          <a:solidFill>
            <a:srgbClr val="FF6B6B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6249_1">
            <a:extLst>
              <a:ext uri="{FF2B5EF4-FFF2-40B4-BE49-F238E27FC236}">
                <a16:creationId xmlns:a16="http://schemas.microsoft.com/office/drawing/2014/main" id="{CC8BBFC5-7B70-46D2-B9B7-A6CE13758E07}"/>
              </a:ext>
            </a:extLst>
          </p:cNvPr>
          <p:cNvSpPr>
            <a:spLocks noGrp="1"/>
          </p:cNvSpPr>
          <p:nvPr/>
        </p:nvSpPr>
        <p:spPr>
          <a:xfrm>
            <a:off x="3858446" y="3080024"/>
            <a:ext cx="369504" cy="369504"/>
          </a:xfrm>
          <a:prstGeom prst="rect">
            <a:avLst/>
          </a:prstGeom>
          <a:solidFill>
            <a:srgbClr val="FF6B6B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6250_1">
            <a:extLst>
              <a:ext uri="{FF2B5EF4-FFF2-40B4-BE49-F238E27FC236}">
                <a16:creationId xmlns:a16="http://schemas.microsoft.com/office/drawing/2014/main" id="{A6345CFE-E456-4466-B2CE-B4F1FA309EE0}"/>
              </a:ext>
            </a:extLst>
          </p:cNvPr>
          <p:cNvSpPr>
            <a:spLocks noGrp="1"/>
          </p:cNvSpPr>
          <p:nvPr/>
        </p:nvSpPr>
        <p:spPr>
          <a:xfrm>
            <a:off x="4227950" y="3080024"/>
            <a:ext cx="369504" cy="369504"/>
          </a:xfrm>
          <a:prstGeom prst="rect">
            <a:avLst/>
          </a:prstGeom>
          <a:solidFill>
            <a:srgbClr val="FF6B6B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6251_1">
            <a:extLst>
              <a:ext uri="{FF2B5EF4-FFF2-40B4-BE49-F238E27FC236}">
                <a16:creationId xmlns:a16="http://schemas.microsoft.com/office/drawing/2014/main" id="{D5F06C57-00F9-4886-8C17-FA23B5658434}"/>
              </a:ext>
            </a:extLst>
          </p:cNvPr>
          <p:cNvSpPr>
            <a:spLocks noGrp="1"/>
          </p:cNvSpPr>
          <p:nvPr/>
        </p:nvSpPr>
        <p:spPr>
          <a:xfrm>
            <a:off x="3488942" y="3449528"/>
            <a:ext cx="369504" cy="369504"/>
          </a:xfrm>
          <a:prstGeom prst="rect">
            <a:avLst/>
          </a:prstGeom>
          <a:solidFill>
            <a:srgbClr val="FF6B6B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6252_1">
            <a:extLst>
              <a:ext uri="{FF2B5EF4-FFF2-40B4-BE49-F238E27FC236}">
                <a16:creationId xmlns:a16="http://schemas.microsoft.com/office/drawing/2014/main" id="{D7C6D93E-FA73-42C8-B439-57515FA697B6}"/>
              </a:ext>
            </a:extLst>
          </p:cNvPr>
          <p:cNvSpPr>
            <a:spLocks noGrp="1"/>
          </p:cNvSpPr>
          <p:nvPr/>
        </p:nvSpPr>
        <p:spPr>
          <a:xfrm>
            <a:off x="3858446" y="3449528"/>
            <a:ext cx="369504" cy="369504"/>
          </a:xfrm>
          <a:prstGeom prst="rect">
            <a:avLst/>
          </a:prstGeom>
          <a:solidFill>
            <a:srgbClr val="FF6B6B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6253_1">
            <a:extLst>
              <a:ext uri="{FF2B5EF4-FFF2-40B4-BE49-F238E27FC236}">
                <a16:creationId xmlns:a16="http://schemas.microsoft.com/office/drawing/2014/main" id="{D7103B8C-ABAC-436F-9249-0E3DC0CA93D7}"/>
              </a:ext>
            </a:extLst>
          </p:cNvPr>
          <p:cNvSpPr>
            <a:spLocks noGrp="1"/>
          </p:cNvSpPr>
          <p:nvPr/>
        </p:nvSpPr>
        <p:spPr>
          <a:xfrm>
            <a:off x="4227950" y="3449528"/>
            <a:ext cx="369504" cy="369504"/>
          </a:xfrm>
          <a:prstGeom prst="rect">
            <a:avLst/>
          </a:prstGeom>
          <a:solidFill>
            <a:srgbClr val="FF6B6B">
              <a:alpha val="7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6255_1">
            <a:extLst>
              <a:ext uri="{FF2B5EF4-FFF2-40B4-BE49-F238E27FC236}">
                <a16:creationId xmlns:a16="http://schemas.microsoft.com/office/drawing/2014/main" id="{859B571C-A409-40E9-8437-C2A8DB230B32}"/>
              </a:ext>
            </a:extLst>
          </p:cNvPr>
          <p:cNvSpPr>
            <a:spLocks noGrp="1"/>
          </p:cNvSpPr>
          <p:nvPr/>
        </p:nvSpPr>
        <p:spPr>
          <a:xfrm>
            <a:off x="4925903" y="3179051"/>
            <a:ext cx="2672748" cy="171450"/>
          </a:xfrm>
          <a:custGeom>
            <a:avLst/>
            <a:gdLst/>
            <a:ahLst/>
            <a:cxnLst/>
            <a:rect l="0" t="0" r="0" b="0"/>
            <a:pathLst>
              <a:path w="2672748" h="171450">
                <a:moveTo>
                  <a:pt x="0" y="104775"/>
                </a:moveTo>
                <a:lnTo>
                  <a:pt x="2501298" y="104775"/>
                </a:lnTo>
                <a:lnTo>
                  <a:pt x="2501298" y="171450"/>
                </a:lnTo>
                <a:lnTo>
                  <a:pt x="2672748" y="85725"/>
                </a:lnTo>
                <a:lnTo>
                  <a:pt x="2501298" y="0"/>
                </a:lnTo>
                <a:lnTo>
                  <a:pt x="2501298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6254_1">
            <a:extLst>
              <a:ext uri="{FF2B5EF4-FFF2-40B4-BE49-F238E27FC236}">
                <a16:creationId xmlns:a16="http://schemas.microsoft.com/office/drawing/2014/main" id="{502664E4-CD2B-482E-A344-8E24DBA5783D}"/>
              </a:ext>
            </a:extLst>
          </p:cNvPr>
          <p:cNvSpPr>
            <a:spLocks noGrp="1"/>
          </p:cNvSpPr>
          <p:nvPr/>
        </p:nvSpPr>
        <p:spPr>
          <a:xfrm>
            <a:off x="7927099" y="3043073"/>
            <a:ext cx="443405" cy="443405"/>
          </a:xfrm>
          <a:prstGeom prst="rect">
            <a:avLst/>
          </a:prstGeom>
          <a:solidFill>
            <a:srgbClr val="FFD700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to6256_0_1">
            <a:extLst>
              <a:ext uri="{FF2B5EF4-FFF2-40B4-BE49-F238E27FC236}">
                <a16:creationId xmlns:a16="http://schemas.microsoft.com/office/drawing/2014/main" id="{62557678-5FB2-4670-8AC9-6AA12AA6A79E}"/>
              </a:ext>
            </a:extLst>
          </p:cNvPr>
          <p:cNvSpPr>
            <a:spLocks noGrp="1"/>
          </p:cNvSpPr>
          <p:nvPr/>
        </p:nvSpPr>
        <p:spPr>
          <a:xfrm>
            <a:off x="2760319" y="4535429"/>
            <a:ext cx="2584809" cy="48233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38" b="1">
                <a:solidFill>
                  <a:srgbClr val="FF6B6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38" b="1">
                <a:solidFill>
                  <a:srgbClr val="FF6B6B"/>
                </a:solidFill>
                <a:latin typeface="Consolas"/>
                <a:ea typeface="Consolas"/>
                <a:cs typeface="Consolas"/>
              </a:defRPr>
            </a:pPr>
            <a:r>
              <a:rPr sz="3038" b="1">
                <a:solidFill>
                  <a:srgbClr val="FF6B6B"/>
                </a:solidFill>
                <a:latin typeface="Consolas"/>
                <a:ea typeface="Consolas"/>
                <a:cs typeface="Consolas"/>
              </a:rPr>
              <a:t>Input Region</a:t>
            </a:r>
          </a:p>
        </p:txBody>
      </p:sp>
      <p:sp>
        <p:nvSpPr>
          <p:cNvPr id="39" name="anim_to6269_0_1">
            <a:extLst>
              <a:ext uri="{FF2B5EF4-FFF2-40B4-BE49-F238E27FC236}">
                <a16:creationId xmlns:a16="http://schemas.microsoft.com/office/drawing/2014/main" id="{F34FE53E-E921-4A33-811A-1115A9F907F9}"/>
              </a:ext>
            </a:extLst>
          </p:cNvPr>
          <p:cNvSpPr>
            <a:spLocks noGrp="1"/>
          </p:cNvSpPr>
          <p:nvPr/>
        </p:nvSpPr>
        <p:spPr>
          <a:xfrm>
            <a:off x="6865922" y="3831442"/>
            <a:ext cx="2584809" cy="48233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38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38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3038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Output Pixel</a:t>
            </a:r>
          </a:p>
        </p:txBody>
      </p:sp>
      <p:sp>
        <p:nvSpPr>
          <p:cNvPr id="40" name="anim_to6282_0_1">
            <a:extLst>
              <a:ext uri="{FF2B5EF4-FFF2-40B4-BE49-F238E27FC236}">
                <a16:creationId xmlns:a16="http://schemas.microsoft.com/office/drawing/2014/main" id="{DCF8C959-47EF-41C3-AD0E-2F4EDB119934}"/>
              </a:ext>
            </a:extLst>
          </p:cNvPr>
          <p:cNvSpPr>
            <a:spLocks noGrp="1"/>
          </p:cNvSpPr>
          <p:nvPr/>
        </p:nvSpPr>
        <p:spPr>
          <a:xfrm>
            <a:off x="2124928" y="5255273"/>
            <a:ext cx="7763117" cy="45017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83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83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The receptive field is the input region</a:t>
            </a:r>
          </a:p>
        </p:txBody>
      </p:sp>
      <p:sp>
        <p:nvSpPr>
          <p:cNvPr id="41" name="anim_to6282_1_1">
            <a:extLst>
              <a:ext uri="{FF2B5EF4-FFF2-40B4-BE49-F238E27FC236}">
                <a16:creationId xmlns:a16="http://schemas.microsoft.com/office/drawing/2014/main" id="{E7905D77-698F-40A4-931B-0CD4A931FC61}"/>
              </a:ext>
            </a:extLst>
          </p:cNvPr>
          <p:cNvSpPr>
            <a:spLocks noGrp="1"/>
          </p:cNvSpPr>
          <p:nvPr/>
        </p:nvSpPr>
        <p:spPr>
          <a:xfrm>
            <a:off x="3115315" y="5667634"/>
            <a:ext cx="5782343" cy="45017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836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2836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that affects one output pixel</a:t>
            </a:r>
          </a:p>
        </p:txBody>
      </p:sp>
      <p:sp>
        <p:nvSpPr>
          <p:cNvPr id="42" name="anim_to6358_0_1">
            <a:extLst>
              <a:ext uri="{FF2B5EF4-FFF2-40B4-BE49-F238E27FC236}">
                <a16:creationId xmlns:a16="http://schemas.microsoft.com/office/drawing/2014/main" id="{C5497CB9-6E4B-4BB7-98AC-A501F96CB630}"/>
              </a:ext>
            </a:extLst>
          </p:cNvPr>
          <p:cNvSpPr>
            <a:spLocks noGrp="1"/>
          </p:cNvSpPr>
          <p:nvPr/>
        </p:nvSpPr>
        <p:spPr>
          <a:xfrm>
            <a:off x="3129463" y="589389"/>
            <a:ext cx="5952124" cy="61095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84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84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84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Single 3x3 Convolution</a:t>
            </a:r>
          </a:p>
        </p:txBody>
      </p:sp>
      <p:sp>
        <p:nvSpPr>
          <p:cNvPr id="43" name="anim_o6382_1">
            <a:extLst>
              <a:ext uri="{FF2B5EF4-FFF2-40B4-BE49-F238E27FC236}">
                <a16:creationId xmlns:a16="http://schemas.microsoft.com/office/drawing/2014/main" id="{53CE10B1-3095-41F7-A39F-8A2E1E07B266}"/>
              </a:ext>
            </a:extLst>
          </p:cNvPr>
          <p:cNvSpPr>
            <a:spLocks noGrp="1"/>
          </p:cNvSpPr>
          <p:nvPr/>
        </p:nvSpPr>
        <p:spPr>
          <a:xfrm>
            <a:off x="1842595" y="2706414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6383_1">
            <a:extLst>
              <a:ext uri="{FF2B5EF4-FFF2-40B4-BE49-F238E27FC236}">
                <a16:creationId xmlns:a16="http://schemas.microsoft.com/office/drawing/2014/main" id="{BC882AA5-0F47-4CFC-B0EE-DE8FD2900AF1}"/>
              </a:ext>
            </a:extLst>
          </p:cNvPr>
          <p:cNvSpPr>
            <a:spLocks noGrp="1"/>
          </p:cNvSpPr>
          <p:nvPr/>
        </p:nvSpPr>
        <p:spPr>
          <a:xfrm>
            <a:off x="2236733" y="2706414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6384_1">
            <a:extLst>
              <a:ext uri="{FF2B5EF4-FFF2-40B4-BE49-F238E27FC236}">
                <a16:creationId xmlns:a16="http://schemas.microsoft.com/office/drawing/2014/main" id="{C270D337-8AAC-4952-B53A-65C460FC2988}"/>
              </a:ext>
            </a:extLst>
          </p:cNvPr>
          <p:cNvSpPr>
            <a:spLocks noGrp="1"/>
          </p:cNvSpPr>
          <p:nvPr/>
        </p:nvSpPr>
        <p:spPr>
          <a:xfrm>
            <a:off x="2630871" y="2706414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6385_1">
            <a:extLst>
              <a:ext uri="{FF2B5EF4-FFF2-40B4-BE49-F238E27FC236}">
                <a16:creationId xmlns:a16="http://schemas.microsoft.com/office/drawing/2014/main" id="{28F43F99-B0D8-4B80-AC1D-C490C7D5A99F}"/>
              </a:ext>
            </a:extLst>
          </p:cNvPr>
          <p:cNvSpPr>
            <a:spLocks noGrp="1"/>
          </p:cNvSpPr>
          <p:nvPr/>
        </p:nvSpPr>
        <p:spPr>
          <a:xfrm>
            <a:off x="3025009" y="2706414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6386_1">
            <a:extLst>
              <a:ext uri="{FF2B5EF4-FFF2-40B4-BE49-F238E27FC236}">
                <a16:creationId xmlns:a16="http://schemas.microsoft.com/office/drawing/2014/main" id="{DA45FD76-9AEC-4E7A-97B1-21324FEB2634}"/>
              </a:ext>
            </a:extLst>
          </p:cNvPr>
          <p:cNvSpPr>
            <a:spLocks noGrp="1"/>
          </p:cNvSpPr>
          <p:nvPr/>
        </p:nvSpPr>
        <p:spPr>
          <a:xfrm>
            <a:off x="3419147" y="2706414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6387_1">
            <a:extLst>
              <a:ext uri="{FF2B5EF4-FFF2-40B4-BE49-F238E27FC236}">
                <a16:creationId xmlns:a16="http://schemas.microsoft.com/office/drawing/2014/main" id="{0208B0EC-5462-4D81-A670-47E2561EAE65}"/>
              </a:ext>
            </a:extLst>
          </p:cNvPr>
          <p:cNvSpPr>
            <a:spLocks noGrp="1"/>
          </p:cNvSpPr>
          <p:nvPr/>
        </p:nvSpPr>
        <p:spPr>
          <a:xfrm>
            <a:off x="3813284" y="2706414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6388_1">
            <a:extLst>
              <a:ext uri="{FF2B5EF4-FFF2-40B4-BE49-F238E27FC236}">
                <a16:creationId xmlns:a16="http://schemas.microsoft.com/office/drawing/2014/main" id="{63183B4A-2B39-48DD-89FC-DA173F922D55}"/>
              </a:ext>
            </a:extLst>
          </p:cNvPr>
          <p:cNvSpPr>
            <a:spLocks noGrp="1"/>
          </p:cNvSpPr>
          <p:nvPr/>
        </p:nvSpPr>
        <p:spPr>
          <a:xfrm>
            <a:off x="4207422" y="2706414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6389_1">
            <a:extLst>
              <a:ext uri="{FF2B5EF4-FFF2-40B4-BE49-F238E27FC236}">
                <a16:creationId xmlns:a16="http://schemas.microsoft.com/office/drawing/2014/main" id="{EF6FC7FE-B795-4E11-9DF1-9715E92D409C}"/>
              </a:ext>
            </a:extLst>
          </p:cNvPr>
          <p:cNvSpPr>
            <a:spLocks noGrp="1"/>
          </p:cNvSpPr>
          <p:nvPr/>
        </p:nvSpPr>
        <p:spPr>
          <a:xfrm>
            <a:off x="1842595" y="3100552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6390_1">
            <a:extLst>
              <a:ext uri="{FF2B5EF4-FFF2-40B4-BE49-F238E27FC236}">
                <a16:creationId xmlns:a16="http://schemas.microsoft.com/office/drawing/2014/main" id="{C7933FAD-8FE1-42A6-AD3B-A3F92BCD06A1}"/>
              </a:ext>
            </a:extLst>
          </p:cNvPr>
          <p:cNvSpPr>
            <a:spLocks noGrp="1"/>
          </p:cNvSpPr>
          <p:nvPr/>
        </p:nvSpPr>
        <p:spPr>
          <a:xfrm>
            <a:off x="2236733" y="3100552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6391_1">
            <a:extLst>
              <a:ext uri="{FF2B5EF4-FFF2-40B4-BE49-F238E27FC236}">
                <a16:creationId xmlns:a16="http://schemas.microsoft.com/office/drawing/2014/main" id="{E45AC202-827C-4135-97A6-BC5FDDD89323}"/>
              </a:ext>
            </a:extLst>
          </p:cNvPr>
          <p:cNvSpPr>
            <a:spLocks noGrp="1"/>
          </p:cNvSpPr>
          <p:nvPr/>
        </p:nvSpPr>
        <p:spPr>
          <a:xfrm>
            <a:off x="2630871" y="3100552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o6392_1">
            <a:extLst>
              <a:ext uri="{FF2B5EF4-FFF2-40B4-BE49-F238E27FC236}">
                <a16:creationId xmlns:a16="http://schemas.microsoft.com/office/drawing/2014/main" id="{9817A0ED-135E-4616-8684-7D7D8C549897}"/>
              </a:ext>
            </a:extLst>
          </p:cNvPr>
          <p:cNvSpPr>
            <a:spLocks noGrp="1"/>
          </p:cNvSpPr>
          <p:nvPr/>
        </p:nvSpPr>
        <p:spPr>
          <a:xfrm>
            <a:off x="3025009" y="3100552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4" name="anim_o6393_1">
            <a:extLst>
              <a:ext uri="{FF2B5EF4-FFF2-40B4-BE49-F238E27FC236}">
                <a16:creationId xmlns:a16="http://schemas.microsoft.com/office/drawing/2014/main" id="{8F1BF31E-92AF-44CC-A19D-B9E80696851F}"/>
              </a:ext>
            </a:extLst>
          </p:cNvPr>
          <p:cNvSpPr>
            <a:spLocks noGrp="1"/>
          </p:cNvSpPr>
          <p:nvPr/>
        </p:nvSpPr>
        <p:spPr>
          <a:xfrm>
            <a:off x="3419147" y="3100552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5" name="anim_o6394_1">
            <a:extLst>
              <a:ext uri="{FF2B5EF4-FFF2-40B4-BE49-F238E27FC236}">
                <a16:creationId xmlns:a16="http://schemas.microsoft.com/office/drawing/2014/main" id="{84666B51-643F-43CB-BD65-2C71F13647E6}"/>
              </a:ext>
            </a:extLst>
          </p:cNvPr>
          <p:cNvSpPr>
            <a:spLocks noGrp="1"/>
          </p:cNvSpPr>
          <p:nvPr/>
        </p:nvSpPr>
        <p:spPr>
          <a:xfrm>
            <a:off x="3813284" y="3100552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6" name="anim_o6395_1">
            <a:extLst>
              <a:ext uri="{FF2B5EF4-FFF2-40B4-BE49-F238E27FC236}">
                <a16:creationId xmlns:a16="http://schemas.microsoft.com/office/drawing/2014/main" id="{E688AC1E-73E7-4783-8905-E9AFC24074BA}"/>
              </a:ext>
            </a:extLst>
          </p:cNvPr>
          <p:cNvSpPr>
            <a:spLocks noGrp="1"/>
          </p:cNvSpPr>
          <p:nvPr/>
        </p:nvSpPr>
        <p:spPr>
          <a:xfrm>
            <a:off x="4207422" y="3100552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7" name="anim_o6396_1">
            <a:extLst>
              <a:ext uri="{FF2B5EF4-FFF2-40B4-BE49-F238E27FC236}">
                <a16:creationId xmlns:a16="http://schemas.microsoft.com/office/drawing/2014/main" id="{80F819B0-5F0E-4537-9559-4C5ED7A847D0}"/>
              </a:ext>
            </a:extLst>
          </p:cNvPr>
          <p:cNvSpPr>
            <a:spLocks noGrp="1"/>
          </p:cNvSpPr>
          <p:nvPr/>
        </p:nvSpPr>
        <p:spPr>
          <a:xfrm>
            <a:off x="1842595" y="3494690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" name="anim_o6397_1">
            <a:extLst>
              <a:ext uri="{FF2B5EF4-FFF2-40B4-BE49-F238E27FC236}">
                <a16:creationId xmlns:a16="http://schemas.microsoft.com/office/drawing/2014/main" id="{ACA4224E-445D-4FFE-9248-54A136E63090}"/>
              </a:ext>
            </a:extLst>
          </p:cNvPr>
          <p:cNvSpPr>
            <a:spLocks noGrp="1"/>
          </p:cNvSpPr>
          <p:nvPr/>
        </p:nvSpPr>
        <p:spPr>
          <a:xfrm>
            <a:off x="2236733" y="3494690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o6398_1">
            <a:extLst>
              <a:ext uri="{FF2B5EF4-FFF2-40B4-BE49-F238E27FC236}">
                <a16:creationId xmlns:a16="http://schemas.microsoft.com/office/drawing/2014/main" id="{B8E7D7EC-C96B-4391-B0E7-3D5F7959682A}"/>
              </a:ext>
            </a:extLst>
          </p:cNvPr>
          <p:cNvSpPr>
            <a:spLocks noGrp="1"/>
          </p:cNvSpPr>
          <p:nvPr/>
        </p:nvSpPr>
        <p:spPr>
          <a:xfrm>
            <a:off x="2630871" y="3494690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0" name="anim_o6399_1">
            <a:extLst>
              <a:ext uri="{FF2B5EF4-FFF2-40B4-BE49-F238E27FC236}">
                <a16:creationId xmlns:a16="http://schemas.microsoft.com/office/drawing/2014/main" id="{ED654F67-EA01-4C2A-9919-379C21A95252}"/>
              </a:ext>
            </a:extLst>
          </p:cNvPr>
          <p:cNvSpPr>
            <a:spLocks noGrp="1"/>
          </p:cNvSpPr>
          <p:nvPr/>
        </p:nvSpPr>
        <p:spPr>
          <a:xfrm>
            <a:off x="3025009" y="3494690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" name="anim_o6400_1">
            <a:extLst>
              <a:ext uri="{FF2B5EF4-FFF2-40B4-BE49-F238E27FC236}">
                <a16:creationId xmlns:a16="http://schemas.microsoft.com/office/drawing/2014/main" id="{9FD00C0B-9E6E-4A2F-963B-37C1D00AA2F5}"/>
              </a:ext>
            </a:extLst>
          </p:cNvPr>
          <p:cNvSpPr>
            <a:spLocks noGrp="1"/>
          </p:cNvSpPr>
          <p:nvPr/>
        </p:nvSpPr>
        <p:spPr>
          <a:xfrm>
            <a:off x="3419147" y="3494690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2" name="anim_o6401_1">
            <a:extLst>
              <a:ext uri="{FF2B5EF4-FFF2-40B4-BE49-F238E27FC236}">
                <a16:creationId xmlns:a16="http://schemas.microsoft.com/office/drawing/2014/main" id="{15253AB6-4449-412C-A384-2A628163D7F7}"/>
              </a:ext>
            </a:extLst>
          </p:cNvPr>
          <p:cNvSpPr>
            <a:spLocks noGrp="1"/>
          </p:cNvSpPr>
          <p:nvPr/>
        </p:nvSpPr>
        <p:spPr>
          <a:xfrm>
            <a:off x="3813284" y="3494690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3" name="anim_o6402_1">
            <a:extLst>
              <a:ext uri="{FF2B5EF4-FFF2-40B4-BE49-F238E27FC236}">
                <a16:creationId xmlns:a16="http://schemas.microsoft.com/office/drawing/2014/main" id="{160234D4-2197-49EF-967F-6B51222AA7AE}"/>
              </a:ext>
            </a:extLst>
          </p:cNvPr>
          <p:cNvSpPr>
            <a:spLocks noGrp="1"/>
          </p:cNvSpPr>
          <p:nvPr/>
        </p:nvSpPr>
        <p:spPr>
          <a:xfrm>
            <a:off x="4207422" y="3494690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4" name="anim_o6403_1">
            <a:extLst>
              <a:ext uri="{FF2B5EF4-FFF2-40B4-BE49-F238E27FC236}">
                <a16:creationId xmlns:a16="http://schemas.microsoft.com/office/drawing/2014/main" id="{9ACC995D-BC8D-4552-9ADF-A12F4525D992}"/>
              </a:ext>
            </a:extLst>
          </p:cNvPr>
          <p:cNvSpPr>
            <a:spLocks noGrp="1"/>
          </p:cNvSpPr>
          <p:nvPr/>
        </p:nvSpPr>
        <p:spPr>
          <a:xfrm>
            <a:off x="1842595" y="3888828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5" name="anim_o6404_1">
            <a:extLst>
              <a:ext uri="{FF2B5EF4-FFF2-40B4-BE49-F238E27FC236}">
                <a16:creationId xmlns:a16="http://schemas.microsoft.com/office/drawing/2014/main" id="{41BF4A59-E11C-4248-8830-250A64C529C5}"/>
              </a:ext>
            </a:extLst>
          </p:cNvPr>
          <p:cNvSpPr>
            <a:spLocks noGrp="1"/>
          </p:cNvSpPr>
          <p:nvPr/>
        </p:nvSpPr>
        <p:spPr>
          <a:xfrm>
            <a:off x="2236733" y="3888828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6" name="anim_o6405_1">
            <a:extLst>
              <a:ext uri="{FF2B5EF4-FFF2-40B4-BE49-F238E27FC236}">
                <a16:creationId xmlns:a16="http://schemas.microsoft.com/office/drawing/2014/main" id="{D39D26D2-5668-4C60-8439-3C66BE558070}"/>
              </a:ext>
            </a:extLst>
          </p:cNvPr>
          <p:cNvSpPr>
            <a:spLocks noGrp="1"/>
          </p:cNvSpPr>
          <p:nvPr/>
        </p:nvSpPr>
        <p:spPr>
          <a:xfrm>
            <a:off x="2630871" y="3888828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7" name="anim_o6406_1">
            <a:extLst>
              <a:ext uri="{FF2B5EF4-FFF2-40B4-BE49-F238E27FC236}">
                <a16:creationId xmlns:a16="http://schemas.microsoft.com/office/drawing/2014/main" id="{05A249EE-33A4-4B3C-89F0-09B6DC1A62CC}"/>
              </a:ext>
            </a:extLst>
          </p:cNvPr>
          <p:cNvSpPr>
            <a:spLocks noGrp="1"/>
          </p:cNvSpPr>
          <p:nvPr/>
        </p:nvSpPr>
        <p:spPr>
          <a:xfrm>
            <a:off x="3025009" y="3888828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8" name="anim_o6407_1">
            <a:extLst>
              <a:ext uri="{FF2B5EF4-FFF2-40B4-BE49-F238E27FC236}">
                <a16:creationId xmlns:a16="http://schemas.microsoft.com/office/drawing/2014/main" id="{3D36FEBF-3811-4B6B-8879-E09886878D56}"/>
              </a:ext>
            </a:extLst>
          </p:cNvPr>
          <p:cNvSpPr>
            <a:spLocks noGrp="1"/>
          </p:cNvSpPr>
          <p:nvPr/>
        </p:nvSpPr>
        <p:spPr>
          <a:xfrm>
            <a:off x="3419147" y="3888828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9" name="anim_o6408_1">
            <a:extLst>
              <a:ext uri="{FF2B5EF4-FFF2-40B4-BE49-F238E27FC236}">
                <a16:creationId xmlns:a16="http://schemas.microsoft.com/office/drawing/2014/main" id="{3722AB83-6653-4AC7-9384-18F9CBF62015}"/>
              </a:ext>
            </a:extLst>
          </p:cNvPr>
          <p:cNvSpPr>
            <a:spLocks noGrp="1"/>
          </p:cNvSpPr>
          <p:nvPr/>
        </p:nvSpPr>
        <p:spPr>
          <a:xfrm>
            <a:off x="3813284" y="3888828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0" name="anim_o6409_1">
            <a:extLst>
              <a:ext uri="{FF2B5EF4-FFF2-40B4-BE49-F238E27FC236}">
                <a16:creationId xmlns:a16="http://schemas.microsoft.com/office/drawing/2014/main" id="{C8241574-E09A-4CFC-8479-25528C235D38}"/>
              </a:ext>
            </a:extLst>
          </p:cNvPr>
          <p:cNvSpPr>
            <a:spLocks noGrp="1"/>
          </p:cNvSpPr>
          <p:nvPr/>
        </p:nvSpPr>
        <p:spPr>
          <a:xfrm>
            <a:off x="4207422" y="3888828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1" name="anim_o6410_1">
            <a:extLst>
              <a:ext uri="{FF2B5EF4-FFF2-40B4-BE49-F238E27FC236}">
                <a16:creationId xmlns:a16="http://schemas.microsoft.com/office/drawing/2014/main" id="{6BC0EA9C-B1B0-47CD-8B61-683FBA1CE36A}"/>
              </a:ext>
            </a:extLst>
          </p:cNvPr>
          <p:cNvSpPr>
            <a:spLocks noGrp="1"/>
          </p:cNvSpPr>
          <p:nvPr/>
        </p:nvSpPr>
        <p:spPr>
          <a:xfrm>
            <a:off x="1842595" y="4282966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2" name="anim_o6411_1">
            <a:extLst>
              <a:ext uri="{FF2B5EF4-FFF2-40B4-BE49-F238E27FC236}">
                <a16:creationId xmlns:a16="http://schemas.microsoft.com/office/drawing/2014/main" id="{045659D8-5303-44B0-961D-BEDBC4E80BBD}"/>
              </a:ext>
            </a:extLst>
          </p:cNvPr>
          <p:cNvSpPr>
            <a:spLocks noGrp="1"/>
          </p:cNvSpPr>
          <p:nvPr/>
        </p:nvSpPr>
        <p:spPr>
          <a:xfrm>
            <a:off x="2236733" y="4282966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3" name="anim_o6412_1">
            <a:extLst>
              <a:ext uri="{FF2B5EF4-FFF2-40B4-BE49-F238E27FC236}">
                <a16:creationId xmlns:a16="http://schemas.microsoft.com/office/drawing/2014/main" id="{5DDC817E-8073-4FF4-8BB4-9E8386550AE2}"/>
              </a:ext>
            </a:extLst>
          </p:cNvPr>
          <p:cNvSpPr>
            <a:spLocks noGrp="1"/>
          </p:cNvSpPr>
          <p:nvPr/>
        </p:nvSpPr>
        <p:spPr>
          <a:xfrm>
            <a:off x="2630871" y="4282966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4" name="anim_o6413_1">
            <a:extLst>
              <a:ext uri="{FF2B5EF4-FFF2-40B4-BE49-F238E27FC236}">
                <a16:creationId xmlns:a16="http://schemas.microsoft.com/office/drawing/2014/main" id="{D956E128-B6D5-4E27-9A35-8D5FD90A31ED}"/>
              </a:ext>
            </a:extLst>
          </p:cNvPr>
          <p:cNvSpPr>
            <a:spLocks noGrp="1"/>
          </p:cNvSpPr>
          <p:nvPr/>
        </p:nvSpPr>
        <p:spPr>
          <a:xfrm>
            <a:off x="3025009" y="4282966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5" name="anim_o6414_1">
            <a:extLst>
              <a:ext uri="{FF2B5EF4-FFF2-40B4-BE49-F238E27FC236}">
                <a16:creationId xmlns:a16="http://schemas.microsoft.com/office/drawing/2014/main" id="{14CCB80A-8018-483C-85E4-B85232584640}"/>
              </a:ext>
            </a:extLst>
          </p:cNvPr>
          <p:cNvSpPr>
            <a:spLocks noGrp="1"/>
          </p:cNvSpPr>
          <p:nvPr/>
        </p:nvSpPr>
        <p:spPr>
          <a:xfrm>
            <a:off x="3419147" y="4282966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6" name="anim_o6415_1">
            <a:extLst>
              <a:ext uri="{FF2B5EF4-FFF2-40B4-BE49-F238E27FC236}">
                <a16:creationId xmlns:a16="http://schemas.microsoft.com/office/drawing/2014/main" id="{0433DEE7-FE85-40B2-B5EC-B726A3F35B98}"/>
              </a:ext>
            </a:extLst>
          </p:cNvPr>
          <p:cNvSpPr>
            <a:spLocks noGrp="1"/>
          </p:cNvSpPr>
          <p:nvPr/>
        </p:nvSpPr>
        <p:spPr>
          <a:xfrm>
            <a:off x="3813284" y="4282966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7" name="anim_o6416_1">
            <a:extLst>
              <a:ext uri="{FF2B5EF4-FFF2-40B4-BE49-F238E27FC236}">
                <a16:creationId xmlns:a16="http://schemas.microsoft.com/office/drawing/2014/main" id="{0BB0F71F-0E4B-49DE-9662-3067F539DB8F}"/>
              </a:ext>
            </a:extLst>
          </p:cNvPr>
          <p:cNvSpPr>
            <a:spLocks noGrp="1"/>
          </p:cNvSpPr>
          <p:nvPr/>
        </p:nvSpPr>
        <p:spPr>
          <a:xfrm>
            <a:off x="4207422" y="4282966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8" name="anim_o6417_1">
            <a:extLst>
              <a:ext uri="{FF2B5EF4-FFF2-40B4-BE49-F238E27FC236}">
                <a16:creationId xmlns:a16="http://schemas.microsoft.com/office/drawing/2014/main" id="{9E621245-F7F4-45F9-83C1-7288B2D38533}"/>
              </a:ext>
            </a:extLst>
          </p:cNvPr>
          <p:cNvSpPr>
            <a:spLocks noGrp="1"/>
          </p:cNvSpPr>
          <p:nvPr/>
        </p:nvSpPr>
        <p:spPr>
          <a:xfrm>
            <a:off x="1842595" y="4677103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9" name="anim_o6418_1">
            <a:extLst>
              <a:ext uri="{FF2B5EF4-FFF2-40B4-BE49-F238E27FC236}">
                <a16:creationId xmlns:a16="http://schemas.microsoft.com/office/drawing/2014/main" id="{A069D43F-80EF-41C8-B558-2C46A7650C9B}"/>
              </a:ext>
            </a:extLst>
          </p:cNvPr>
          <p:cNvSpPr>
            <a:spLocks noGrp="1"/>
          </p:cNvSpPr>
          <p:nvPr/>
        </p:nvSpPr>
        <p:spPr>
          <a:xfrm>
            <a:off x="2236733" y="4677103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0" name="anim_o6419_1">
            <a:extLst>
              <a:ext uri="{FF2B5EF4-FFF2-40B4-BE49-F238E27FC236}">
                <a16:creationId xmlns:a16="http://schemas.microsoft.com/office/drawing/2014/main" id="{65C99D98-FB3E-4781-B37B-2402FEBA02DF}"/>
              </a:ext>
            </a:extLst>
          </p:cNvPr>
          <p:cNvSpPr>
            <a:spLocks noGrp="1"/>
          </p:cNvSpPr>
          <p:nvPr/>
        </p:nvSpPr>
        <p:spPr>
          <a:xfrm>
            <a:off x="2630871" y="4677103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1" name="anim_o6420_1">
            <a:extLst>
              <a:ext uri="{FF2B5EF4-FFF2-40B4-BE49-F238E27FC236}">
                <a16:creationId xmlns:a16="http://schemas.microsoft.com/office/drawing/2014/main" id="{91C2ABB3-070E-4B57-8312-4DAE09B4E68B}"/>
              </a:ext>
            </a:extLst>
          </p:cNvPr>
          <p:cNvSpPr>
            <a:spLocks noGrp="1"/>
          </p:cNvSpPr>
          <p:nvPr/>
        </p:nvSpPr>
        <p:spPr>
          <a:xfrm>
            <a:off x="3025009" y="4677103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2" name="anim_o6421_1">
            <a:extLst>
              <a:ext uri="{FF2B5EF4-FFF2-40B4-BE49-F238E27FC236}">
                <a16:creationId xmlns:a16="http://schemas.microsoft.com/office/drawing/2014/main" id="{45C42C76-AC6A-4751-A4BE-1705CDCB876B}"/>
              </a:ext>
            </a:extLst>
          </p:cNvPr>
          <p:cNvSpPr>
            <a:spLocks noGrp="1"/>
          </p:cNvSpPr>
          <p:nvPr/>
        </p:nvSpPr>
        <p:spPr>
          <a:xfrm>
            <a:off x="3419147" y="4677103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3" name="anim_o6422_1">
            <a:extLst>
              <a:ext uri="{FF2B5EF4-FFF2-40B4-BE49-F238E27FC236}">
                <a16:creationId xmlns:a16="http://schemas.microsoft.com/office/drawing/2014/main" id="{EC8A4BA5-8917-422E-BF4A-9DFF45C1254B}"/>
              </a:ext>
            </a:extLst>
          </p:cNvPr>
          <p:cNvSpPr>
            <a:spLocks noGrp="1"/>
          </p:cNvSpPr>
          <p:nvPr/>
        </p:nvSpPr>
        <p:spPr>
          <a:xfrm>
            <a:off x="3813284" y="4677103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4" name="anim_o6423_1">
            <a:extLst>
              <a:ext uri="{FF2B5EF4-FFF2-40B4-BE49-F238E27FC236}">
                <a16:creationId xmlns:a16="http://schemas.microsoft.com/office/drawing/2014/main" id="{5E822085-6BA3-43D0-BAC7-B7EAA31F452F}"/>
              </a:ext>
            </a:extLst>
          </p:cNvPr>
          <p:cNvSpPr>
            <a:spLocks noGrp="1"/>
          </p:cNvSpPr>
          <p:nvPr/>
        </p:nvSpPr>
        <p:spPr>
          <a:xfrm>
            <a:off x="4207422" y="4677103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5" name="anim_o6424_1">
            <a:extLst>
              <a:ext uri="{FF2B5EF4-FFF2-40B4-BE49-F238E27FC236}">
                <a16:creationId xmlns:a16="http://schemas.microsoft.com/office/drawing/2014/main" id="{70C9326F-93E9-454B-B127-1E0D1EC39881}"/>
              </a:ext>
            </a:extLst>
          </p:cNvPr>
          <p:cNvSpPr>
            <a:spLocks noGrp="1"/>
          </p:cNvSpPr>
          <p:nvPr/>
        </p:nvSpPr>
        <p:spPr>
          <a:xfrm>
            <a:off x="1842595" y="5071241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6" name="anim_o6425_1">
            <a:extLst>
              <a:ext uri="{FF2B5EF4-FFF2-40B4-BE49-F238E27FC236}">
                <a16:creationId xmlns:a16="http://schemas.microsoft.com/office/drawing/2014/main" id="{68D1DC32-C606-4091-98E8-F20145B9C62E}"/>
              </a:ext>
            </a:extLst>
          </p:cNvPr>
          <p:cNvSpPr>
            <a:spLocks noGrp="1"/>
          </p:cNvSpPr>
          <p:nvPr/>
        </p:nvSpPr>
        <p:spPr>
          <a:xfrm>
            <a:off x="2236733" y="5071241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7" name="anim_o6426_1">
            <a:extLst>
              <a:ext uri="{FF2B5EF4-FFF2-40B4-BE49-F238E27FC236}">
                <a16:creationId xmlns:a16="http://schemas.microsoft.com/office/drawing/2014/main" id="{D63BDF04-6ACB-48A8-B53A-7B4FC7B5FF0C}"/>
              </a:ext>
            </a:extLst>
          </p:cNvPr>
          <p:cNvSpPr>
            <a:spLocks noGrp="1"/>
          </p:cNvSpPr>
          <p:nvPr/>
        </p:nvSpPr>
        <p:spPr>
          <a:xfrm>
            <a:off x="2630871" y="5071241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8" name="anim_o6427_1">
            <a:extLst>
              <a:ext uri="{FF2B5EF4-FFF2-40B4-BE49-F238E27FC236}">
                <a16:creationId xmlns:a16="http://schemas.microsoft.com/office/drawing/2014/main" id="{22DE90E5-FBC7-4A9E-B2A9-033966AB7468}"/>
              </a:ext>
            </a:extLst>
          </p:cNvPr>
          <p:cNvSpPr>
            <a:spLocks noGrp="1"/>
          </p:cNvSpPr>
          <p:nvPr/>
        </p:nvSpPr>
        <p:spPr>
          <a:xfrm>
            <a:off x="3025009" y="5071241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9" name="anim_o6428_1">
            <a:extLst>
              <a:ext uri="{FF2B5EF4-FFF2-40B4-BE49-F238E27FC236}">
                <a16:creationId xmlns:a16="http://schemas.microsoft.com/office/drawing/2014/main" id="{FFC75B05-B508-4D4A-BA6C-9352268F48FD}"/>
              </a:ext>
            </a:extLst>
          </p:cNvPr>
          <p:cNvSpPr>
            <a:spLocks noGrp="1"/>
          </p:cNvSpPr>
          <p:nvPr/>
        </p:nvSpPr>
        <p:spPr>
          <a:xfrm>
            <a:off x="3419147" y="5071241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0" name="anim_o6429_1">
            <a:extLst>
              <a:ext uri="{FF2B5EF4-FFF2-40B4-BE49-F238E27FC236}">
                <a16:creationId xmlns:a16="http://schemas.microsoft.com/office/drawing/2014/main" id="{4B747811-A911-409E-AF1D-BA60DE9719F8}"/>
              </a:ext>
            </a:extLst>
          </p:cNvPr>
          <p:cNvSpPr>
            <a:spLocks noGrp="1"/>
          </p:cNvSpPr>
          <p:nvPr/>
        </p:nvSpPr>
        <p:spPr>
          <a:xfrm>
            <a:off x="3813284" y="5071241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1" name="anim_o6430_1">
            <a:extLst>
              <a:ext uri="{FF2B5EF4-FFF2-40B4-BE49-F238E27FC236}">
                <a16:creationId xmlns:a16="http://schemas.microsoft.com/office/drawing/2014/main" id="{FCEC91B7-3835-4A7A-97CD-2A2DB250DE53}"/>
              </a:ext>
            </a:extLst>
          </p:cNvPr>
          <p:cNvSpPr>
            <a:spLocks noGrp="1"/>
          </p:cNvSpPr>
          <p:nvPr/>
        </p:nvSpPr>
        <p:spPr>
          <a:xfrm>
            <a:off x="4207422" y="5071241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2" name="anim_to6431_0_1">
            <a:extLst>
              <a:ext uri="{FF2B5EF4-FFF2-40B4-BE49-F238E27FC236}">
                <a16:creationId xmlns:a16="http://schemas.microsoft.com/office/drawing/2014/main" id="{D230FF16-6691-4A36-BA5C-DA572814B051}"/>
              </a:ext>
            </a:extLst>
          </p:cNvPr>
          <p:cNvSpPr>
            <a:spLocks noGrp="1"/>
          </p:cNvSpPr>
          <p:nvPr/>
        </p:nvSpPr>
        <p:spPr>
          <a:xfrm>
            <a:off x="2540504" y="1658263"/>
            <a:ext cx="1382196" cy="61095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849" b="1">
                <a:solidFill>
                  <a:srgbClr val="6699CC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849" b="1">
                <a:solidFill>
                  <a:srgbClr val="6699CC"/>
                </a:solidFill>
                <a:latin typeface="Consolas"/>
                <a:ea typeface="Consolas"/>
                <a:cs typeface="Consolas"/>
              </a:defRPr>
            </a:pPr>
            <a:r>
              <a:rPr sz="3849" b="1">
                <a:solidFill>
                  <a:srgbClr val="6699CC"/>
                </a:solidFill>
                <a:latin typeface="Consolas"/>
                <a:ea typeface="Consolas"/>
                <a:cs typeface="Consolas"/>
              </a:rPr>
              <a:t>Input</a:t>
            </a:r>
          </a:p>
        </p:txBody>
      </p:sp>
      <p:sp>
        <p:nvSpPr>
          <p:cNvPr id="93" name="anim_to6437_0_1">
            <a:extLst>
              <a:ext uri="{FF2B5EF4-FFF2-40B4-BE49-F238E27FC236}">
                <a16:creationId xmlns:a16="http://schemas.microsoft.com/office/drawing/2014/main" id="{0F4F1453-5A94-4505-84AF-E3705BF20CDB}"/>
              </a:ext>
            </a:extLst>
          </p:cNvPr>
          <p:cNvSpPr>
            <a:spLocks noGrp="1"/>
          </p:cNvSpPr>
          <p:nvPr/>
        </p:nvSpPr>
        <p:spPr>
          <a:xfrm>
            <a:off x="2606691" y="2136829"/>
            <a:ext cx="1249823" cy="5507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70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70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pPr>
            <a:r>
              <a:rPr sz="3470" b="0">
                <a:solidFill>
                  <a:srgbClr val="BBBBBB"/>
                </a:solidFill>
                <a:latin typeface="Consolas"/>
                <a:ea typeface="Consolas"/>
                <a:cs typeface="Consolas"/>
              </a:rPr>
              <a:t>7 × 7</a:t>
            </a:r>
          </a:p>
        </p:txBody>
      </p:sp>
      <p:sp>
        <p:nvSpPr>
          <p:cNvPr id="94" name="anim_to6443_0_1">
            <a:extLst>
              <a:ext uri="{FF2B5EF4-FFF2-40B4-BE49-F238E27FC236}">
                <a16:creationId xmlns:a16="http://schemas.microsoft.com/office/drawing/2014/main" id="{C11FAF05-E272-48DF-8C7C-773CB0915A09}"/>
              </a:ext>
            </a:extLst>
          </p:cNvPr>
          <p:cNvSpPr>
            <a:spLocks noGrp="1"/>
          </p:cNvSpPr>
          <p:nvPr/>
        </p:nvSpPr>
        <p:spPr>
          <a:xfrm>
            <a:off x="2490985" y="5661540"/>
            <a:ext cx="1481235" cy="5466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43" b="1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43" b="1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pPr>
            <a:r>
              <a:rPr sz="3443" b="1">
                <a:solidFill>
                  <a:srgbClr val="DDDDDD"/>
                </a:solidFill>
                <a:latin typeface="Consolas"/>
                <a:ea typeface="Consolas"/>
                <a:cs typeface="Consolas"/>
              </a:rPr>
              <a:t>RF = 1</a:t>
            </a:r>
          </a:p>
        </p:txBody>
      </p:sp>
      <p:sp>
        <p:nvSpPr>
          <p:cNvPr id="95" name="anim_o6496_1">
            <a:extLst>
              <a:ext uri="{FF2B5EF4-FFF2-40B4-BE49-F238E27FC236}">
                <a16:creationId xmlns:a16="http://schemas.microsoft.com/office/drawing/2014/main" id="{6C436A9A-AEB1-42B5-8170-B141452C749F}"/>
              </a:ext>
            </a:extLst>
          </p:cNvPr>
          <p:cNvSpPr>
            <a:spLocks noGrp="1"/>
          </p:cNvSpPr>
          <p:nvPr/>
        </p:nvSpPr>
        <p:spPr>
          <a:xfrm>
            <a:off x="4971065" y="4000172"/>
            <a:ext cx="2644009" cy="171450"/>
          </a:xfrm>
          <a:custGeom>
            <a:avLst/>
            <a:gdLst/>
            <a:ahLst/>
            <a:cxnLst/>
            <a:rect l="0" t="0" r="0" b="0"/>
            <a:pathLst>
              <a:path w="2644009" h="171450">
                <a:moveTo>
                  <a:pt x="0" y="104775"/>
                </a:moveTo>
                <a:lnTo>
                  <a:pt x="2472559" y="104775"/>
                </a:lnTo>
                <a:lnTo>
                  <a:pt x="2472559" y="171450"/>
                </a:lnTo>
                <a:lnTo>
                  <a:pt x="2644009" y="85725"/>
                </a:lnTo>
                <a:lnTo>
                  <a:pt x="2472559" y="0"/>
                </a:lnTo>
                <a:lnTo>
                  <a:pt x="2472559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96" name="anim_to6497_0_1">
            <a:extLst>
              <a:ext uri="{FF2B5EF4-FFF2-40B4-BE49-F238E27FC236}">
                <a16:creationId xmlns:a16="http://schemas.microsoft.com/office/drawing/2014/main" id="{4E5AA277-59C3-47A6-92D2-BC2B0F993526}"/>
              </a:ext>
            </a:extLst>
          </p:cNvPr>
          <p:cNvSpPr>
            <a:spLocks noGrp="1"/>
          </p:cNvSpPr>
          <p:nvPr/>
        </p:nvSpPr>
        <p:spPr>
          <a:xfrm>
            <a:off x="5922760" y="3519367"/>
            <a:ext cx="759668" cy="5466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43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43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3443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3x3</a:t>
            </a:r>
          </a:p>
        </p:txBody>
      </p:sp>
      <p:sp>
        <p:nvSpPr>
          <p:cNvPr id="97" name="anim_o6451_1">
            <a:extLst>
              <a:ext uri="{FF2B5EF4-FFF2-40B4-BE49-F238E27FC236}">
                <a16:creationId xmlns:a16="http://schemas.microsoft.com/office/drawing/2014/main" id="{CCADF0A6-2D1F-4C71-9155-D9B0AC7F3562}"/>
              </a:ext>
            </a:extLst>
          </p:cNvPr>
          <p:cNvSpPr>
            <a:spLocks noGrp="1"/>
          </p:cNvSpPr>
          <p:nvPr/>
        </p:nvSpPr>
        <p:spPr>
          <a:xfrm>
            <a:off x="7984578" y="3100552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8" name="anim_o6452_1">
            <a:extLst>
              <a:ext uri="{FF2B5EF4-FFF2-40B4-BE49-F238E27FC236}">
                <a16:creationId xmlns:a16="http://schemas.microsoft.com/office/drawing/2014/main" id="{74829A55-227D-4592-BDE6-099704C40816}"/>
              </a:ext>
            </a:extLst>
          </p:cNvPr>
          <p:cNvSpPr>
            <a:spLocks noGrp="1"/>
          </p:cNvSpPr>
          <p:nvPr/>
        </p:nvSpPr>
        <p:spPr>
          <a:xfrm>
            <a:off x="8378716" y="3100552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9" name="anim_o6453_1">
            <a:extLst>
              <a:ext uri="{FF2B5EF4-FFF2-40B4-BE49-F238E27FC236}">
                <a16:creationId xmlns:a16="http://schemas.microsoft.com/office/drawing/2014/main" id="{13A50313-3EFF-458C-B1FE-C3EFBAC03E38}"/>
              </a:ext>
            </a:extLst>
          </p:cNvPr>
          <p:cNvSpPr>
            <a:spLocks noGrp="1"/>
          </p:cNvSpPr>
          <p:nvPr/>
        </p:nvSpPr>
        <p:spPr>
          <a:xfrm>
            <a:off x="8772853" y="3100552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0" name="anim_o6454_1">
            <a:extLst>
              <a:ext uri="{FF2B5EF4-FFF2-40B4-BE49-F238E27FC236}">
                <a16:creationId xmlns:a16="http://schemas.microsoft.com/office/drawing/2014/main" id="{9C4D9C23-C15C-4F56-8C81-85399BF2183A}"/>
              </a:ext>
            </a:extLst>
          </p:cNvPr>
          <p:cNvSpPr>
            <a:spLocks noGrp="1"/>
          </p:cNvSpPr>
          <p:nvPr/>
        </p:nvSpPr>
        <p:spPr>
          <a:xfrm>
            <a:off x="9166991" y="3100552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1" name="anim_o6455_1">
            <a:extLst>
              <a:ext uri="{FF2B5EF4-FFF2-40B4-BE49-F238E27FC236}">
                <a16:creationId xmlns:a16="http://schemas.microsoft.com/office/drawing/2014/main" id="{F1E31017-32F7-48E9-BE2F-00FF093C747D}"/>
              </a:ext>
            </a:extLst>
          </p:cNvPr>
          <p:cNvSpPr>
            <a:spLocks noGrp="1"/>
          </p:cNvSpPr>
          <p:nvPr/>
        </p:nvSpPr>
        <p:spPr>
          <a:xfrm>
            <a:off x="9561129" y="3100552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2" name="anim_o6456_1">
            <a:extLst>
              <a:ext uri="{FF2B5EF4-FFF2-40B4-BE49-F238E27FC236}">
                <a16:creationId xmlns:a16="http://schemas.microsoft.com/office/drawing/2014/main" id="{E30616BD-9B1B-4DAA-9286-E6D1C001DAEB}"/>
              </a:ext>
            </a:extLst>
          </p:cNvPr>
          <p:cNvSpPr>
            <a:spLocks noGrp="1"/>
          </p:cNvSpPr>
          <p:nvPr/>
        </p:nvSpPr>
        <p:spPr>
          <a:xfrm>
            <a:off x="7984578" y="3494690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3" name="anim_o6457_1">
            <a:extLst>
              <a:ext uri="{FF2B5EF4-FFF2-40B4-BE49-F238E27FC236}">
                <a16:creationId xmlns:a16="http://schemas.microsoft.com/office/drawing/2014/main" id="{77A5DBE4-EF2A-4619-AC94-E78AAEB39ED6}"/>
              </a:ext>
            </a:extLst>
          </p:cNvPr>
          <p:cNvSpPr>
            <a:spLocks noGrp="1"/>
          </p:cNvSpPr>
          <p:nvPr/>
        </p:nvSpPr>
        <p:spPr>
          <a:xfrm>
            <a:off x="8378716" y="3494690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4" name="anim_o6458_1">
            <a:extLst>
              <a:ext uri="{FF2B5EF4-FFF2-40B4-BE49-F238E27FC236}">
                <a16:creationId xmlns:a16="http://schemas.microsoft.com/office/drawing/2014/main" id="{AFAF773C-185F-4BF8-8439-32DF08C79B13}"/>
              </a:ext>
            </a:extLst>
          </p:cNvPr>
          <p:cNvSpPr>
            <a:spLocks noGrp="1"/>
          </p:cNvSpPr>
          <p:nvPr/>
        </p:nvSpPr>
        <p:spPr>
          <a:xfrm>
            <a:off x="8772853" y="3494690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5" name="anim_o6459_1">
            <a:extLst>
              <a:ext uri="{FF2B5EF4-FFF2-40B4-BE49-F238E27FC236}">
                <a16:creationId xmlns:a16="http://schemas.microsoft.com/office/drawing/2014/main" id="{FAE9E0B2-9AF8-419F-8BF6-0A73D946BE7C}"/>
              </a:ext>
            </a:extLst>
          </p:cNvPr>
          <p:cNvSpPr>
            <a:spLocks noGrp="1"/>
          </p:cNvSpPr>
          <p:nvPr/>
        </p:nvSpPr>
        <p:spPr>
          <a:xfrm>
            <a:off x="9166991" y="3494690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6" name="anim_o6460_1">
            <a:extLst>
              <a:ext uri="{FF2B5EF4-FFF2-40B4-BE49-F238E27FC236}">
                <a16:creationId xmlns:a16="http://schemas.microsoft.com/office/drawing/2014/main" id="{379C7B7B-A3D2-462A-B24C-0C6B6789EDEB}"/>
              </a:ext>
            </a:extLst>
          </p:cNvPr>
          <p:cNvSpPr>
            <a:spLocks noGrp="1"/>
          </p:cNvSpPr>
          <p:nvPr/>
        </p:nvSpPr>
        <p:spPr>
          <a:xfrm>
            <a:off x="9561129" y="3494690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7" name="anim_o6461_1">
            <a:extLst>
              <a:ext uri="{FF2B5EF4-FFF2-40B4-BE49-F238E27FC236}">
                <a16:creationId xmlns:a16="http://schemas.microsoft.com/office/drawing/2014/main" id="{F2A6D699-1B52-40D1-B9D5-673A73241062}"/>
              </a:ext>
            </a:extLst>
          </p:cNvPr>
          <p:cNvSpPr>
            <a:spLocks noGrp="1"/>
          </p:cNvSpPr>
          <p:nvPr/>
        </p:nvSpPr>
        <p:spPr>
          <a:xfrm>
            <a:off x="7984578" y="3888828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8" name="anim_o6462_1">
            <a:extLst>
              <a:ext uri="{FF2B5EF4-FFF2-40B4-BE49-F238E27FC236}">
                <a16:creationId xmlns:a16="http://schemas.microsoft.com/office/drawing/2014/main" id="{FBDB957D-6C59-46DB-AEE5-50A45BEAD230}"/>
              </a:ext>
            </a:extLst>
          </p:cNvPr>
          <p:cNvSpPr>
            <a:spLocks noGrp="1"/>
          </p:cNvSpPr>
          <p:nvPr/>
        </p:nvSpPr>
        <p:spPr>
          <a:xfrm>
            <a:off x="8378716" y="3888828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9" name="anim_o6463_1">
            <a:extLst>
              <a:ext uri="{FF2B5EF4-FFF2-40B4-BE49-F238E27FC236}">
                <a16:creationId xmlns:a16="http://schemas.microsoft.com/office/drawing/2014/main" id="{8F3F1009-A1A2-4B92-A623-D40CDDA08A8E}"/>
              </a:ext>
            </a:extLst>
          </p:cNvPr>
          <p:cNvSpPr>
            <a:spLocks noGrp="1"/>
          </p:cNvSpPr>
          <p:nvPr/>
        </p:nvSpPr>
        <p:spPr>
          <a:xfrm>
            <a:off x="8772853" y="3888828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0" name="anim_o6464_1">
            <a:extLst>
              <a:ext uri="{FF2B5EF4-FFF2-40B4-BE49-F238E27FC236}">
                <a16:creationId xmlns:a16="http://schemas.microsoft.com/office/drawing/2014/main" id="{834A5B91-CE3E-4A23-9A51-A9816DD61A53}"/>
              </a:ext>
            </a:extLst>
          </p:cNvPr>
          <p:cNvSpPr>
            <a:spLocks noGrp="1"/>
          </p:cNvSpPr>
          <p:nvPr/>
        </p:nvSpPr>
        <p:spPr>
          <a:xfrm>
            <a:off x="9166991" y="3888828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1" name="anim_o6465_1">
            <a:extLst>
              <a:ext uri="{FF2B5EF4-FFF2-40B4-BE49-F238E27FC236}">
                <a16:creationId xmlns:a16="http://schemas.microsoft.com/office/drawing/2014/main" id="{A7665F3C-EDD5-4C4B-ACC9-C64F65B065D2}"/>
              </a:ext>
            </a:extLst>
          </p:cNvPr>
          <p:cNvSpPr>
            <a:spLocks noGrp="1"/>
          </p:cNvSpPr>
          <p:nvPr/>
        </p:nvSpPr>
        <p:spPr>
          <a:xfrm>
            <a:off x="9561129" y="3888828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2" name="anim_o6466_1">
            <a:extLst>
              <a:ext uri="{FF2B5EF4-FFF2-40B4-BE49-F238E27FC236}">
                <a16:creationId xmlns:a16="http://schemas.microsoft.com/office/drawing/2014/main" id="{90DF7D4E-2A0C-4F24-B0C2-08F4C68981AC}"/>
              </a:ext>
            </a:extLst>
          </p:cNvPr>
          <p:cNvSpPr>
            <a:spLocks noGrp="1"/>
          </p:cNvSpPr>
          <p:nvPr/>
        </p:nvSpPr>
        <p:spPr>
          <a:xfrm>
            <a:off x="7984578" y="4282966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3" name="anim_o6467_1">
            <a:extLst>
              <a:ext uri="{FF2B5EF4-FFF2-40B4-BE49-F238E27FC236}">
                <a16:creationId xmlns:a16="http://schemas.microsoft.com/office/drawing/2014/main" id="{EFEA2DCE-4348-4F5E-8016-352096ED9878}"/>
              </a:ext>
            </a:extLst>
          </p:cNvPr>
          <p:cNvSpPr>
            <a:spLocks noGrp="1"/>
          </p:cNvSpPr>
          <p:nvPr/>
        </p:nvSpPr>
        <p:spPr>
          <a:xfrm>
            <a:off x="8378716" y="4282966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4" name="anim_o6468_1">
            <a:extLst>
              <a:ext uri="{FF2B5EF4-FFF2-40B4-BE49-F238E27FC236}">
                <a16:creationId xmlns:a16="http://schemas.microsoft.com/office/drawing/2014/main" id="{D8F31277-73EF-46CD-8853-4CB43111B5E0}"/>
              </a:ext>
            </a:extLst>
          </p:cNvPr>
          <p:cNvSpPr>
            <a:spLocks noGrp="1"/>
          </p:cNvSpPr>
          <p:nvPr/>
        </p:nvSpPr>
        <p:spPr>
          <a:xfrm>
            <a:off x="8772853" y="4282966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5" name="anim_o6469_1">
            <a:extLst>
              <a:ext uri="{FF2B5EF4-FFF2-40B4-BE49-F238E27FC236}">
                <a16:creationId xmlns:a16="http://schemas.microsoft.com/office/drawing/2014/main" id="{DBAF4F31-DD2E-472F-B57E-A2D18E3EF090}"/>
              </a:ext>
            </a:extLst>
          </p:cNvPr>
          <p:cNvSpPr>
            <a:spLocks noGrp="1"/>
          </p:cNvSpPr>
          <p:nvPr/>
        </p:nvSpPr>
        <p:spPr>
          <a:xfrm>
            <a:off x="9166991" y="4282966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6" name="anim_o6470_1">
            <a:extLst>
              <a:ext uri="{FF2B5EF4-FFF2-40B4-BE49-F238E27FC236}">
                <a16:creationId xmlns:a16="http://schemas.microsoft.com/office/drawing/2014/main" id="{044D7919-CC25-4829-9CEE-C670C5A96733}"/>
              </a:ext>
            </a:extLst>
          </p:cNvPr>
          <p:cNvSpPr>
            <a:spLocks noGrp="1"/>
          </p:cNvSpPr>
          <p:nvPr/>
        </p:nvSpPr>
        <p:spPr>
          <a:xfrm>
            <a:off x="9561129" y="4282966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7" name="anim_o6471_1">
            <a:extLst>
              <a:ext uri="{FF2B5EF4-FFF2-40B4-BE49-F238E27FC236}">
                <a16:creationId xmlns:a16="http://schemas.microsoft.com/office/drawing/2014/main" id="{9B44E75E-DFA8-41A9-9DE8-4BB44AEA8FEE}"/>
              </a:ext>
            </a:extLst>
          </p:cNvPr>
          <p:cNvSpPr>
            <a:spLocks noGrp="1"/>
          </p:cNvSpPr>
          <p:nvPr/>
        </p:nvSpPr>
        <p:spPr>
          <a:xfrm>
            <a:off x="7984578" y="4677103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8" name="anim_o6472_1">
            <a:extLst>
              <a:ext uri="{FF2B5EF4-FFF2-40B4-BE49-F238E27FC236}">
                <a16:creationId xmlns:a16="http://schemas.microsoft.com/office/drawing/2014/main" id="{54EB0324-ECA3-4BE9-8256-C5DA25230D8C}"/>
              </a:ext>
            </a:extLst>
          </p:cNvPr>
          <p:cNvSpPr>
            <a:spLocks noGrp="1"/>
          </p:cNvSpPr>
          <p:nvPr/>
        </p:nvSpPr>
        <p:spPr>
          <a:xfrm>
            <a:off x="8378716" y="4677103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9" name="anim_o6473_1">
            <a:extLst>
              <a:ext uri="{FF2B5EF4-FFF2-40B4-BE49-F238E27FC236}">
                <a16:creationId xmlns:a16="http://schemas.microsoft.com/office/drawing/2014/main" id="{FD201289-ACCF-4463-A0FD-42D564B3D005}"/>
              </a:ext>
            </a:extLst>
          </p:cNvPr>
          <p:cNvSpPr>
            <a:spLocks noGrp="1"/>
          </p:cNvSpPr>
          <p:nvPr/>
        </p:nvSpPr>
        <p:spPr>
          <a:xfrm>
            <a:off x="8772853" y="4677103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0" name="anim_o6474_1">
            <a:extLst>
              <a:ext uri="{FF2B5EF4-FFF2-40B4-BE49-F238E27FC236}">
                <a16:creationId xmlns:a16="http://schemas.microsoft.com/office/drawing/2014/main" id="{CADB9C56-DF6D-427A-9A9B-5BF164509FBD}"/>
              </a:ext>
            </a:extLst>
          </p:cNvPr>
          <p:cNvSpPr>
            <a:spLocks noGrp="1"/>
          </p:cNvSpPr>
          <p:nvPr/>
        </p:nvSpPr>
        <p:spPr>
          <a:xfrm>
            <a:off x="9166991" y="4677103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1" name="anim_o6475_1">
            <a:extLst>
              <a:ext uri="{FF2B5EF4-FFF2-40B4-BE49-F238E27FC236}">
                <a16:creationId xmlns:a16="http://schemas.microsoft.com/office/drawing/2014/main" id="{1525DCD8-6861-437F-B9E7-CBC53083EBB3}"/>
              </a:ext>
            </a:extLst>
          </p:cNvPr>
          <p:cNvSpPr>
            <a:spLocks noGrp="1"/>
          </p:cNvSpPr>
          <p:nvPr/>
        </p:nvSpPr>
        <p:spPr>
          <a:xfrm>
            <a:off x="9561129" y="4677103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2" name="anim_to6476_0_1">
            <a:extLst>
              <a:ext uri="{FF2B5EF4-FFF2-40B4-BE49-F238E27FC236}">
                <a16:creationId xmlns:a16="http://schemas.microsoft.com/office/drawing/2014/main" id="{CB9A7258-B797-4B00-ABE4-8ADE9ACFC4A4}"/>
              </a:ext>
            </a:extLst>
          </p:cNvPr>
          <p:cNvSpPr>
            <a:spLocks noGrp="1"/>
          </p:cNvSpPr>
          <p:nvPr/>
        </p:nvSpPr>
        <p:spPr>
          <a:xfrm>
            <a:off x="8153940" y="2052401"/>
            <a:ext cx="1651016" cy="61095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849" b="1">
                <a:solidFill>
                  <a:srgbClr val="90EE9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849" b="1">
                <a:solidFill>
                  <a:srgbClr val="90EE90"/>
                </a:solidFill>
                <a:latin typeface="Consolas"/>
                <a:ea typeface="Consolas"/>
                <a:cs typeface="Consolas"/>
              </a:defRPr>
            </a:pPr>
            <a:r>
              <a:rPr sz="3849" b="1">
                <a:solidFill>
                  <a:srgbClr val="90EE90"/>
                </a:solidFill>
                <a:latin typeface="Consolas"/>
                <a:ea typeface="Consolas"/>
                <a:cs typeface="Consolas"/>
              </a:rPr>
              <a:t>Output</a:t>
            </a:r>
          </a:p>
        </p:txBody>
      </p:sp>
      <p:sp>
        <p:nvSpPr>
          <p:cNvPr id="123" name="anim_to6483_0_1">
            <a:extLst>
              <a:ext uri="{FF2B5EF4-FFF2-40B4-BE49-F238E27FC236}">
                <a16:creationId xmlns:a16="http://schemas.microsoft.com/office/drawing/2014/main" id="{B7C27528-75AF-4ED6-A2D7-A7D1B4CE5F29}"/>
              </a:ext>
            </a:extLst>
          </p:cNvPr>
          <p:cNvSpPr>
            <a:spLocks noGrp="1"/>
          </p:cNvSpPr>
          <p:nvPr/>
        </p:nvSpPr>
        <p:spPr>
          <a:xfrm>
            <a:off x="8354536" y="2533170"/>
            <a:ext cx="1249823" cy="5507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70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70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pPr>
            <a:r>
              <a:rPr sz="3470" b="0">
                <a:solidFill>
                  <a:srgbClr val="BBBBBB"/>
                </a:solidFill>
                <a:latin typeface="Consolas"/>
                <a:ea typeface="Consolas"/>
                <a:cs typeface="Consolas"/>
              </a:rPr>
              <a:t>5 × 5</a:t>
            </a:r>
          </a:p>
        </p:txBody>
      </p:sp>
      <p:sp>
        <p:nvSpPr>
          <p:cNvPr id="124" name="anim_to6489_0_1">
            <a:extLst>
              <a:ext uri="{FF2B5EF4-FFF2-40B4-BE49-F238E27FC236}">
                <a16:creationId xmlns:a16="http://schemas.microsoft.com/office/drawing/2014/main" id="{22E6ECB4-8939-4B05-B5CD-B0EB9CF7CF91}"/>
              </a:ext>
            </a:extLst>
          </p:cNvPr>
          <p:cNvSpPr>
            <a:spLocks noGrp="1"/>
          </p:cNvSpPr>
          <p:nvPr/>
        </p:nvSpPr>
        <p:spPr>
          <a:xfrm>
            <a:off x="8238830" y="5271775"/>
            <a:ext cx="1481235" cy="5466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43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43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3443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RF = 3</a:t>
            </a:r>
          </a:p>
        </p:txBody>
      </p:sp>
      <p:sp>
        <p:nvSpPr>
          <p:cNvPr id="125" name="anim_o6501_1">
            <a:extLst>
              <a:ext uri="{FF2B5EF4-FFF2-40B4-BE49-F238E27FC236}">
                <a16:creationId xmlns:a16="http://schemas.microsoft.com/office/drawing/2014/main" id="{66E73936-FF64-406E-8A2B-E0FA6B6CADC1}"/>
              </a:ext>
            </a:extLst>
          </p:cNvPr>
          <p:cNvSpPr>
            <a:spLocks noGrp="1"/>
          </p:cNvSpPr>
          <p:nvPr/>
        </p:nvSpPr>
        <p:spPr>
          <a:xfrm>
            <a:off x="8772853" y="3888828"/>
            <a:ext cx="394138" cy="394138"/>
          </a:xfrm>
          <a:prstGeom prst="rect">
            <a:avLst/>
          </a:prstGeom>
          <a:solidFill>
            <a:srgbClr val="FFD700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6" name="anim_o6503_1">
            <a:extLst>
              <a:ext uri="{FF2B5EF4-FFF2-40B4-BE49-F238E27FC236}">
                <a16:creationId xmlns:a16="http://schemas.microsoft.com/office/drawing/2014/main" id="{B834C79A-AC5A-4E53-9CF2-8E04E248F275}"/>
              </a:ext>
            </a:extLst>
          </p:cNvPr>
          <p:cNvSpPr>
            <a:spLocks noGrp="1"/>
          </p:cNvSpPr>
          <p:nvPr/>
        </p:nvSpPr>
        <p:spPr>
          <a:xfrm>
            <a:off x="2630871" y="3494690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7" name="anim_o6504_1">
            <a:extLst>
              <a:ext uri="{FF2B5EF4-FFF2-40B4-BE49-F238E27FC236}">
                <a16:creationId xmlns:a16="http://schemas.microsoft.com/office/drawing/2014/main" id="{76EA4C59-B5DE-4240-9F64-89227E8B5298}"/>
              </a:ext>
            </a:extLst>
          </p:cNvPr>
          <p:cNvSpPr>
            <a:spLocks noGrp="1"/>
          </p:cNvSpPr>
          <p:nvPr/>
        </p:nvSpPr>
        <p:spPr>
          <a:xfrm>
            <a:off x="3025009" y="3494690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8" name="anim_o6505_1">
            <a:extLst>
              <a:ext uri="{FF2B5EF4-FFF2-40B4-BE49-F238E27FC236}">
                <a16:creationId xmlns:a16="http://schemas.microsoft.com/office/drawing/2014/main" id="{E7873143-48EE-4892-84B5-A7F5BDD21FDB}"/>
              </a:ext>
            </a:extLst>
          </p:cNvPr>
          <p:cNvSpPr>
            <a:spLocks noGrp="1"/>
          </p:cNvSpPr>
          <p:nvPr/>
        </p:nvSpPr>
        <p:spPr>
          <a:xfrm>
            <a:off x="3419147" y="3494690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9" name="anim_o6506_1">
            <a:extLst>
              <a:ext uri="{FF2B5EF4-FFF2-40B4-BE49-F238E27FC236}">
                <a16:creationId xmlns:a16="http://schemas.microsoft.com/office/drawing/2014/main" id="{E10CE53F-A2A3-46A6-9698-75DDDE553CCD}"/>
              </a:ext>
            </a:extLst>
          </p:cNvPr>
          <p:cNvSpPr>
            <a:spLocks noGrp="1"/>
          </p:cNvSpPr>
          <p:nvPr/>
        </p:nvSpPr>
        <p:spPr>
          <a:xfrm>
            <a:off x="2630871" y="3888828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0" name="anim_o6507_1">
            <a:extLst>
              <a:ext uri="{FF2B5EF4-FFF2-40B4-BE49-F238E27FC236}">
                <a16:creationId xmlns:a16="http://schemas.microsoft.com/office/drawing/2014/main" id="{F546C70E-DE28-4343-871D-A482DDF6E9A0}"/>
              </a:ext>
            </a:extLst>
          </p:cNvPr>
          <p:cNvSpPr>
            <a:spLocks noGrp="1"/>
          </p:cNvSpPr>
          <p:nvPr/>
        </p:nvSpPr>
        <p:spPr>
          <a:xfrm>
            <a:off x="3025009" y="3888828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1" name="anim_o6508_1">
            <a:extLst>
              <a:ext uri="{FF2B5EF4-FFF2-40B4-BE49-F238E27FC236}">
                <a16:creationId xmlns:a16="http://schemas.microsoft.com/office/drawing/2014/main" id="{E73CA64C-DC70-4797-B19F-B8B3BA328319}"/>
              </a:ext>
            </a:extLst>
          </p:cNvPr>
          <p:cNvSpPr>
            <a:spLocks noGrp="1"/>
          </p:cNvSpPr>
          <p:nvPr/>
        </p:nvSpPr>
        <p:spPr>
          <a:xfrm>
            <a:off x="3419147" y="3888828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2" name="anim_o6509_1">
            <a:extLst>
              <a:ext uri="{FF2B5EF4-FFF2-40B4-BE49-F238E27FC236}">
                <a16:creationId xmlns:a16="http://schemas.microsoft.com/office/drawing/2014/main" id="{5F71BB6A-D2F6-4A49-8F21-8ECB91379A7D}"/>
              </a:ext>
            </a:extLst>
          </p:cNvPr>
          <p:cNvSpPr>
            <a:spLocks noGrp="1"/>
          </p:cNvSpPr>
          <p:nvPr/>
        </p:nvSpPr>
        <p:spPr>
          <a:xfrm>
            <a:off x="2630871" y="4282966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3" name="anim_o6510_1">
            <a:extLst>
              <a:ext uri="{FF2B5EF4-FFF2-40B4-BE49-F238E27FC236}">
                <a16:creationId xmlns:a16="http://schemas.microsoft.com/office/drawing/2014/main" id="{7273F239-D4F2-4DF1-84AD-43185C05558B}"/>
              </a:ext>
            </a:extLst>
          </p:cNvPr>
          <p:cNvSpPr>
            <a:spLocks noGrp="1"/>
          </p:cNvSpPr>
          <p:nvPr/>
        </p:nvSpPr>
        <p:spPr>
          <a:xfrm>
            <a:off x="3025009" y="4282966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4" name="anim_o6511_1">
            <a:extLst>
              <a:ext uri="{FF2B5EF4-FFF2-40B4-BE49-F238E27FC236}">
                <a16:creationId xmlns:a16="http://schemas.microsoft.com/office/drawing/2014/main" id="{5FCC2C7D-1102-40AD-816B-CA2C0F3E1318}"/>
              </a:ext>
            </a:extLst>
          </p:cNvPr>
          <p:cNvSpPr>
            <a:spLocks noGrp="1"/>
          </p:cNvSpPr>
          <p:nvPr/>
        </p:nvSpPr>
        <p:spPr>
          <a:xfrm>
            <a:off x="3419147" y="4282966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5" name="anim_o6512_1">
            <a:extLst>
              <a:ext uri="{FF2B5EF4-FFF2-40B4-BE49-F238E27FC236}">
                <a16:creationId xmlns:a16="http://schemas.microsoft.com/office/drawing/2014/main" id="{D2AF326E-B56C-4D3A-8E43-C7B6BA6C8F24}"/>
              </a:ext>
            </a:extLst>
          </p:cNvPr>
          <p:cNvSpPr>
            <a:spLocks noGrp="1"/>
          </p:cNvSpPr>
          <p:nvPr/>
        </p:nvSpPr>
        <p:spPr>
          <a:xfrm>
            <a:off x="2614448" y="3478267"/>
            <a:ext cx="1215259" cy="1215259"/>
          </a:xfrm>
          <a:prstGeom prst="rect">
            <a:avLst/>
          </a:prstGeom>
          <a:noFill/>
          <a:ln w="1587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6" name="anim_o6514_1">
            <a:extLst>
              <a:ext uri="{FF2B5EF4-FFF2-40B4-BE49-F238E27FC236}">
                <a16:creationId xmlns:a16="http://schemas.microsoft.com/office/drawing/2014/main" id="{379B72D6-8F81-4876-A1D5-327DB56963E6}"/>
              </a:ext>
            </a:extLst>
          </p:cNvPr>
          <p:cNvSpPr>
            <a:spLocks noGrp="1"/>
          </p:cNvSpPr>
          <p:nvPr/>
        </p:nvSpPr>
        <p:spPr>
          <a:xfrm>
            <a:off x="2827940" y="3691759"/>
            <a:ext cx="6141983" cy="394138"/>
          </a:xfrm>
          <a:custGeom>
            <a:avLst/>
            <a:gdLst/>
            <a:ahLst/>
            <a:cxnLst/>
            <a:rect l="0" t="0" r="0" b="0"/>
            <a:pathLst>
              <a:path w="6141983" h="394138">
                <a:moveTo>
                  <a:pt x="0" y="0"/>
                </a:moveTo>
                <a:lnTo>
                  <a:pt x="6141983" y="394138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37" name="anim_o6515_1">
            <a:extLst>
              <a:ext uri="{FF2B5EF4-FFF2-40B4-BE49-F238E27FC236}">
                <a16:creationId xmlns:a16="http://schemas.microsoft.com/office/drawing/2014/main" id="{7515BAD2-FC9C-44E9-8842-FD35B6F954CB}"/>
              </a:ext>
            </a:extLst>
          </p:cNvPr>
          <p:cNvSpPr>
            <a:spLocks noGrp="1"/>
          </p:cNvSpPr>
          <p:nvPr/>
        </p:nvSpPr>
        <p:spPr>
          <a:xfrm>
            <a:off x="3222078" y="3691759"/>
            <a:ext cx="5747845" cy="394138"/>
          </a:xfrm>
          <a:custGeom>
            <a:avLst/>
            <a:gdLst/>
            <a:ahLst/>
            <a:cxnLst/>
            <a:rect l="0" t="0" r="0" b="0"/>
            <a:pathLst>
              <a:path w="5747845" h="394138">
                <a:moveTo>
                  <a:pt x="0" y="0"/>
                </a:moveTo>
                <a:lnTo>
                  <a:pt x="5747845" y="394138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38" name="anim_o6516_1">
            <a:extLst>
              <a:ext uri="{FF2B5EF4-FFF2-40B4-BE49-F238E27FC236}">
                <a16:creationId xmlns:a16="http://schemas.microsoft.com/office/drawing/2014/main" id="{5F55E5BD-9731-4F44-BE3B-9B04A340D742}"/>
              </a:ext>
            </a:extLst>
          </p:cNvPr>
          <p:cNvSpPr>
            <a:spLocks noGrp="1"/>
          </p:cNvSpPr>
          <p:nvPr/>
        </p:nvSpPr>
        <p:spPr>
          <a:xfrm>
            <a:off x="3616216" y="3691759"/>
            <a:ext cx="5353707" cy="394138"/>
          </a:xfrm>
          <a:custGeom>
            <a:avLst/>
            <a:gdLst/>
            <a:ahLst/>
            <a:cxnLst/>
            <a:rect l="0" t="0" r="0" b="0"/>
            <a:pathLst>
              <a:path w="5353707" h="394138">
                <a:moveTo>
                  <a:pt x="0" y="0"/>
                </a:moveTo>
                <a:lnTo>
                  <a:pt x="5353707" y="394138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39" name="anim_o6517_1">
            <a:extLst>
              <a:ext uri="{FF2B5EF4-FFF2-40B4-BE49-F238E27FC236}">
                <a16:creationId xmlns:a16="http://schemas.microsoft.com/office/drawing/2014/main" id="{731FB3B7-774D-4FE4-B0CE-74C7CA683111}"/>
              </a:ext>
            </a:extLst>
          </p:cNvPr>
          <p:cNvSpPr>
            <a:spLocks noGrp="1"/>
          </p:cNvSpPr>
          <p:nvPr/>
        </p:nvSpPr>
        <p:spPr>
          <a:xfrm>
            <a:off x="2827940" y="4085897"/>
            <a:ext cx="6141983" cy="953"/>
          </a:xfrm>
          <a:custGeom>
            <a:avLst/>
            <a:gdLst/>
            <a:ahLst/>
            <a:cxnLst/>
            <a:rect l="0" t="0" r="0" b="0"/>
            <a:pathLst>
              <a:path w="6141983" h="953">
                <a:moveTo>
                  <a:pt x="0" y="0"/>
                </a:moveTo>
                <a:lnTo>
                  <a:pt x="6141983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40" name="anim_o6518_1">
            <a:extLst>
              <a:ext uri="{FF2B5EF4-FFF2-40B4-BE49-F238E27FC236}">
                <a16:creationId xmlns:a16="http://schemas.microsoft.com/office/drawing/2014/main" id="{87EAE880-B304-45FA-B7DA-EE701BFCB7A1}"/>
              </a:ext>
            </a:extLst>
          </p:cNvPr>
          <p:cNvSpPr>
            <a:spLocks noGrp="1"/>
          </p:cNvSpPr>
          <p:nvPr/>
        </p:nvSpPr>
        <p:spPr>
          <a:xfrm>
            <a:off x="3222078" y="4085897"/>
            <a:ext cx="5747845" cy="953"/>
          </a:xfrm>
          <a:custGeom>
            <a:avLst/>
            <a:gdLst/>
            <a:ahLst/>
            <a:cxnLst/>
            <a:rect l="0" t="0" r="0" b="0"/>
            <a:pathLst>
              <a:path w="5747845" h="953">
                <a:moveTo>
                  <a:pt x="0" y="0"/>
                </a:moveTo>
                <a:lnTo>
                  <a:pt x="5747845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41" name="anim_o6519_1">
            <a:extLst>
              <a:ext uri="{FF2B5EF4-FFF2-40B4-BE49-F238E27FC236}">
                <a16:creationId xmlns:a16="http://schemas.microsoft.com/office/drawing/2014/main" id="{6500BD06-5D84-4E19-A272-3978C9191509}"/>
              </a:ext>
            </a:extLst>
          </p:cNvPr>
          <p:cNvSpPr>
            <a:spLocks noGrp="1"/>
          </p:cNvSpPr>
          <p:nvPr/>
        </p:nvSpPr>
        <p:spPr>
          <a:xfrm>
            <a:off x="3616216" y="4085897"/>
            <a:ext cx="5353707" cy="953"/>
          </a:xfrm>
          <a:custGeom>
            <a:avLst/>
            <a:gdLst/>
            <a:ahLst/>
            <a:cxnLst/>
            <a:rect l="0" t="0" r="0" b="0"/>
            <a:pathLst>
              <a:path w="5353707" h="953">
                <a:moveTo>
                  <a:pt x="0" y="0"/>
                </a:moveTo>
                <a:lnTo>
                  <a:pt x="5353707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42" name="anim_o6520_1">
            <a:extLst>
              <a:ext uri="{FF2B5EF4-FFF2-40B4-BE49-F238E27FC236}">
                <a16:creationId xmlns:a16="http://schemas.microsoft.com/office/drawing/2014/main" id="{511258A4-3405-4037-9401-585126D81423}"/>
              </a:ext>
            </a:extLst>
          </p:cNvPr>
          <p:cNvSpPr>
            <a:spLocks noGrp="1"/>
          </p:cNvSpPr>
          <p:nvPr/>
        </p:nvSpPr>
        <p:spPr>
          <a:xfrm>
            <a:off x="2827940" y="4085897"/>
            <a:ext cx="6141983" cy="394138"/>
          </a:xfrm>
          <a:custGeom>
            <a:avLst/>
            <a:gdLst/>
            <a:ahLst/>
            <a:cxnLst/>
            <a:rect l="0" t="0" r="0" b="0"/>
            <a:pathLst>
              <a:path w="6141983" h="394138">
                <a:moveTo>
                  <a:pt x="0" y="394138"/>
                </a:moveTo>
                <a:lnTo>
                  <a:pt x="6141983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43" name="anim_o6521_1">
            <a:extLst>
              <a:ext uri="{FF2B5EF4-FFF2-40B4-BE49-F238E27FC236}">
                <a16:creationId xmlns:a16="http://schemas.microsoft.com/office/drawing/2014/main" id="{F6125484-EFCA-4EE3-BD01-0FD75459CD65}"/>
              </a:ext>
            </a:extLst>
          </p:cNvPr>
          <p:cNvSpPr>
            <a:spLocks noGrp="1"/>
          </p:cNvSpPr>
          <p:nvPr/>
        </p:nvSpPr>
        <p:spPr>
          <a:xfrm>
            <a:off x="3222078" y="4085897"/>
            <a:ext cx="5747845" cy="394138"/>
          </a:xfrm>
          <a:custGeom>
            <a:avLst/>
            <a:gdLst/>
            <a:ahLst/>
            <a:cxnLst/>
            <a:rect l="0" t="0" r="0" b="0"/>
            <a:pathLst>
              <a:path w="5747845" h="394138">
                <a:moveTo>
                  <a:pt x="0" y="394138"/>
                </a:moveTo>
                <a:lnTo>
                  <a:pt x="5747845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44" name="anim_o6522_1">
            <a:extLst>
              <a:ext uri="{FF2B5EF4-FFF2-40B4-BE49-F238E27FC236}">
                <a16:creationId xmlns:a16="http://schemas.microsoft.com/office/drawing/2014/main" id="{89DB2D12-299F-41E9-B4FE-1861A2D03D34}"/>
              </a:ext>
            </a:extLst>
          </p:cNvPr>
          <p:cNvSpPr>
            <a:spLocks noGrp="1"/>
          </p:cNvSpPr>
          <p:nvPr/>
        </p:nvSpPr>
        <p:spPr>
          <a:xfrm>
            <a:off x="3616216" y="4085897"/>
            <a:ext cx="5353707" cy="394138"/>
          </a:xfrm>
          <a:custGeom>
            <a:avLst/>
            <a:gdLst/>
            <a:ahLst/>
            <a:cxnLst/>
            <a:rect l="0" t="0" r="0" b="0"/>
            <a:pathLst>
              <a:path w="5353707" h="394138">
                <a:moveTo>
                  <a:pt x="0" y="394138"/>
                </a:moveTo>
                <a:lnTo>
                  <a:pt x="5353707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770804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500"/>
                            </p:stCondLst>
                            <p:childTnLst>
                              <p:par>
                                <p:cTn id="8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4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4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4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4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4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4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4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4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4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900"/>
                            </p:stCondLst>
                            <p:childTnLst>
                              <p:par>
                                <p:cTn id="1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400"/>
                            </p:stCondLst>
                            <p:childTnLst>
                              <p:par>
                                <p:cTn id="1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4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6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8" fill="hold">
                            <p:stCondLst>
                              <p:cond delay="500"/>
                            </p:stCondLst>
                            <p:childTnLst>
                              <p:par>
                                <p:cTn id="2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1" dur="4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2" fill="hold">
                            <p:stCondLst>
                              <p:cond delay="900"/>
                            </p:stCondLst>
                            <p:childTnLst>
                              <p:par>
                                <p:cTn id="2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6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8" dur="6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1" dur="6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4" dur="6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7" dur="6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0" dur="6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3" dur="6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6" dur="6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9" dur="6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2" dur="6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5" dur="6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8" dur="6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1" dur="6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4" dur="6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7" dur="6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0" dur="6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6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6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9" dur="6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2" dur="6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5" dur="6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8" dur="6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1" dur="6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4" dur="6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7" dur="6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0" dur="6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3" dur="6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6" dur="6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9" dur="6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2" dur="6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5" dur="6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8" dur="6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1" dur="6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4" dur="6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7" dur="6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0" dur="6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3" dur="6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6" dur="6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9" dur="6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2" dur="6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5" dur="6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8" dur="6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1" dur="6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4" dur="6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7" dur="6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0" dur="6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3" dur="6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6" dur="6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9" dur="6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2" dur="6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5" dur="6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8" dur="6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9" fill="hold">
                            <p:stCondLst>
                              <p:cond delay="1500"/>
                            </p:stCondLst>
                            <p:childTnLst>
                              <p:par>
                                <p:cTn id="4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2" dur="4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5" dur="4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6" fill="hold">
                            <p:stCondLst>
                              <p:cond delay="1900"/>
                            </p:stCondLst>
                            <p:childTnLst>
                              <p:par>
                                <p:cTn id="4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9" dur="6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2" dur="6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5" dur="6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8" dur="6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1" dur="6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4" dur="6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7" dur="6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0" dur="6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3" dur="6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6" dur="6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9" dur="6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2" dur="6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5" dur="6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8" dur="6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1" dur="6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4" dur="6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7" dur="6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0" dur="6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3" dur="6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6" dur="6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9" dur="6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2" dur="6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5" dur="6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8" dur="6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1" dur="6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4" dur="6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7" dur="6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0" dur="6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1" fill="hold">
                      <p:stCondLst>
                        <p:cond delay="indefinite"/>
                      </p:stCondLst>
                      <p:childTnLst>
                        <p:par>
                          <p:cTn id="512" fill="hold">
                            <p:stCondLst>
                              <p:cond delay="0"/>
                            </p:stCondLst>
                            <p:childTnLst>
                              <p:par>
                                <p:cTn id="5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5" dur="8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8" dur="8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1" dur="8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4" dur="8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7" dur="8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0" dur="8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3" dur="8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6" dur="8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9" dur="8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2" dur="8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5" dur="8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8" dur="8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1" dur="8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4" dur="8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7" dur="8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0" dur="8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3" dur="8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6" dur="8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9" dur="8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2" dur="8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5" grpId="0"/>
      <p:bldP spid="145" grpId="1"/>
      <p:bldP spid="2" grpId="0" animBg="1"/>
      <p:bldP spid="2" grpId="1" animBg="1"/>
      <p:bldP spid="3" grpId="0" animBg="1"/>
      <p:bldP spid="3" grpId="1" animBg="1"/>
      <p:bldP spid="4" grpId="0" animBg="1"/>
      <p:bldP spid="4" grpId="1" animBg="1"/>
      <p:bldP spid="5" grpId="0" animBg="1"/>
      <p:bldP spid="5" grpId="1" animBg="1"/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9" grpId="0" animBg="1"/>
      <p:bldP spid="9" grpId="1" animBg="1"/>
      <p:bldP spid="10" grpId="0" animBg="1"/>
      <p:bldP spid="10" grpId="1" animBg="1"/>
      <p:bldP spid="11" grpId="0" animBg="1"/>
      <p:bldP spid="11" grpId="1" animBg="1"/>
      <p:bldP spid="12" grpId="0" animBg="1"/>
      <p:bldP spid="12" grpId="1" animBg="1"/>
      <p:bldP spid="13" grpId="0" animBg="1"/>
      <p:bldP spid="13" grpId="1" animBg="1"/>
      <p:bldP spid="14" grpId="0" animBg="1"/>
      <p:bldP spid="14" grpId="1" animBg="1"/>
      <p:bldP spid="15" grpId="0" animBg="1"/>
      <p:bldP spid="15" grpId="1" animBg="1"/>
      <p:bldP spid="16" grpId="0" animBg="1"/>
      <p:bldP spid="16" grpId="1" animBg="1"/>
      <p:bldP spid="17" grpId="0" animBg="1"/>
      <p:bldP spid="17" grpId="1" animBg="1"/>
      <p:bldP spid="18" grpId="0" animBg="1"/>
      <p:bldP spid="18" grpId="1" animBg="1"/>
      <p:bldP spid="19" grpId="0" animBg="1"/>
      <p:bldP spid="19" grpId="1" animBg="1"/>
      <p:bldP spid="20" grpId="0" animBg="1"/>
      <p:bldP spid="20" grpId="1" animBg="1"/>
      <p:bldP spid="21" grpId="0" animBg="1"/>
      <p:bldP spid="21" grpId="1" animBg="1"/>
      <p:bldP spid="22" grpId="0" animBg="1"/>
      <p:bldP spid="22" grpId="1" animBg="1"/>
      <p:bldP spid="23" grpId="0" animBg="1"/>
      <p:bldP spid="23" grpId="1" animBg="1"/>
      <p:bldP spid="24" grpId="0" animBg="1"/>
      <p:bldP spid="24" grpId="1" animBg="1"/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  <p:bldP spid="33" grpId="0" animBg="1"/>
      <p:bldP spid="33" grpId="1" animBg="1"/>
      <p:bldP spid="34" grpId="0" animBg="1"/>
      <p:bldP spid="34" grpId="1" animBg="1"/>
      <p:bldP spid="35" grpId="0" animBg="1"/>
      <p:bldP spid="35" grpId="1" animBg="1"/>
      <p:bldP spid="36" grpId="0" animBg="1"/>
      <p:bldP spid="36" grpId="1" animBg="1"/>
      <p:bldP spid="37" grpId="0" animBg="1"/>
      <p:bldP spid="37" grpId="1" animBg="1"/>
      <p:bldP spid="38" grpId="0"/>
      <p:bldP spid="38" grpId="1"/>
      <p:bldP spid="39" grpId="0"/>
      <p:bldP spid="39" grpId="1"/>
      <p:bldP spid="40" grpId="0"/>
      <p:bldP spid="40" grpId="1"/>
      <p:bldP spid="41" grpId="0"/>
      <p:bldP spid="41" grpId="1"/>
      <p:bldP spid="42" grpId="0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/>
      <p:bldP spid="93" grpId="0"/>
      <p:bldP spid="94" grpId="0"/>
      <p:bldP spid="95" grpId="0" animBg="1"/>
      <p:bldP spid="96" grpId="0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/>
      <p:bldP spid="123" grpId="0"/>
      <p:bldP spid="124" grpId="0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anim_o6382_1">
            <a:extLst>
              <a:ext uri="{FF2B5EF4-FFF2-40B4-BE49-F238E27FC236}">
                <a16:creationId xmlns:a16="http://schemas.microsoft.com/office/drawing/2014/main" id="{A7E727B6-919E-45B0-A741-23052055221A}"/>
              </a:ext>
            </a:extLst>
          </p:cNvPr>
          <p:cNvSpPr>
            <a:spLocks noGrp="1"/>
          </p:cNvSpPr>
          <p:nvPr/>
        </p:nvSpPr>
        <p:spPr>
          <a:xfrm>
            <a:off x="1842595" y="2706414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6383_1">
            <a:extLst>
              <a:ext uri="{FF2B5EF4-FFF2-40B4-BE49-F238E27FC236}">
                <a16:creationId xmlns:a16="http://schemas.microsoft.com/office/drawing/2014/main" id="{1227E262-CC40-41CC-BA4E-34C7A6DA5E41}"/>
              </a:ext>
            </a:extLst>
          </p:cNvPr>
          <p:cNvSpPr>
            <a:spLocks noGrp="1"/>
          </p:cNvSpPr>
          <p:nvPr/>
        </p:nvSpPr>
        <p:spPr>
          <a:xfrm>
            <a:off x="2236733" y="2706414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6384_1">
            <a:extLst>
              <a:ext uri="{FF2B5EF4-FFF2-40B4-BE49-F238E27FC236}">
                <a16:creationId xmlns:a16="http://schemas.microsoft.com/office/drawing/2014/main" id="{82355497-B30C-4042-8BF7-A2FF42E766D2}"/>
              </a:ext>
            </a:extLst>
          </p:cNvPr>
          <p:cNvSpPr>
            <a:spLocks noGrp="1"/>
          </p:cNvSpPr>
          <p:nvPr/>
        </p:nvSpPr>
        <p:spPr>
          <a:xfrm>
            <a:off x="2630871" y="2706414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6385_1">
            <a:extLst>
              <a:ext uri="{FF2B5EF4-FFF2-40B4-BE49-F238E27FC236}">
                <a16:creationId xmlns:a16="http://schemas.microsoft.com/office/drawing/2014/main" id="{1CC60871-21F2-470B-A226-35550F44E458}"/>
              </a:ext>
            </a:extLst>
          </p:cNvPr>
          <p:cNvSpPr>
            <a:spLocks noGrp="1"/>
          </p:cNvSpPr>
          <p:nvPr/>
        </p:nvSpPr>
        <p:spPr>
          <a:xfrm>
            <a:off x="3025009" y="2706414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6386_1">
            <a:extLst>
              <a:ext uri="{FF2B5EF4-FFF2-40B4-BE49-F238E27FC236}">
                <a16:creationId xmlns:a16="http://schemas.microsoft.com/office/drawing/2014/main" id="{BE416E4A-5FAA-4FEB-9CFF-8CFB113DF4FD}"/>
              </a:ext>
            </a:extLst>
          </p:cNvPr>
          <p:cNvSpPr>
            <a:spLocks noGrp="1"/>
          </p:cNvSpPr>
          <p:nvPr/>
        </p:nvSpPr>
        <p:spPr>
          <a:xfrm>
            <a:off x="3419147" y="2706414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6387_1">
            <a:extLst>
              <a:ext uri="{FF2B5EF4-FFF2-40B4-BE49-F238E27FC236}">
                <a16:creationId xmlns:a16="http://schemas.microsoft.com/office/drawing/2014/main" id="{69D052F6-C393-4B35-AABF-E9545C2661CE}"/>
              </a:ext>
            </a:extLst>
          </p:cNvPr>
          <p:cNvSpPr>
            <a:spLocks noGrp="1"/>
          </p:cNvSpPr>
          <p:nvPr/>
        </p:nvSpPr>
        <p:spPr>
          <a:xfrm>
            <a:off x="3813284" y="2706414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6388_1">
            <a:extLst>
              <a:ext uri="{FF2B5EF4-FFF2-40B4-BE49-F238E27FC236}">
                <a16:creationId xmlns:a16="http://schemas.microsoft.com/office/drawing/2014/main" id="{FA6B8B17-88C3-474E-B37A-208D4696F9A8}"/>
              </a:ext>
            </a:extLst>
          </p:cNvPr>
          <p:cNvSpPr>
            <a:spLocks noGrp="1"/>
          </p:cNvSpPr>
          <p:nvPr/>
        </p:nvSpPr>
        <p:spPr>
          <a:xfrm>
            <a:off x="4207422" y="2706414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6389_1">
            <a:extLst>
              <a:ext uri="{FF2B5EF4-FFF2-40B4-BE49-F238E27FC236}">
                <a16:creationId xmlns:a16="http://schemas.microsoft.com/office/drawing/2014/main" id="{EDB7F017-0B6B-40D1-BC96-DBCA4CE1840D}"/>
              </a:ext>
            </a:extLst>
          </p:cNvPr>
          <p:cNvSpPr>
            <a:spLocks noGrp="1"/>
          </p:cNvSpPr>
          <p:nvPr/>
        </p:nvSpPr>
        <p:spPr>
          <a:xfrm>
            <a:off x="1842595" y="3100552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6390_1">
            <a:extLst>
              <a:ext uri="{FF2B5EF4-FFF2-40B4-BE49-F238E27FC236}">
                <a16:creationId xmlns:a16="http://schemas.microsoft.com/office/drawing/2014/main" id="{6A8629E8-50D1-4248-8605-BBECA7AA9761}"/>
              </a:ext>
            </a:extLst>
          </p:cNvPr>
          <p:cNvSpPr>
            <a:spLocks noGrp="1"/>
          </p:cNvSpPr>
          <p:nvPr/>
        </p:nvSpPr>
        <p:spPr>
          <a:xfrm>
            <a:off x="2236733" y="3100552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6391_1">
            <a:extLst>
              <a:ext uri="{FF2B5EF4-FFF2-40B4-BE49-F238E27FC236}">
                <a16:creationId xmlns:a16="http://schemas.microsoft.com/office/drawing/2014/main" id="{342B9AC8-3A55-4087-8E19-E2221DCB6220}"/>
              </a:ext>
            </a:extLst>
          </p:cNvPr>
          <p:cNvSpPr>
            <a:spLocks noGrp="1"/>
          </p:cNvSpPr>
          <p:nvPr/>
        </p:nvSpPr>
        <p:spPr>
          <a:xfrm>
            <a:off x="2630871" y="3100552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6392_1">
            <a:extLst>
              <a:ext uri="{FF2B5EF4-FFF2-40B4-BE49-F238E27FC236}">
                <a16:creationId xmlns:a16="http://schemas.microsoft.com/office/drawing/2014/main" id="{EEB2EF10-C8EF-4D74-93E2-F344DABE3913}"/>
              </a:ext>
            </a:extLst>
          </p:cNvPr>
          <p:cNvSpPr>
            <a:spLocks noGrp="1"/>
          </p:cNvSpPr>
          <p:nvPr/>
        </p:nvSpPr>
        <p:spPr>
          <a:xfrm>
            <a:off x="3025009" y="3100552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6393_1">
            <a:extLst>
              <a:ext uri="{FF2B5EF4-FFF2-40B4-BE49-F238E27FC236}">
                <a16:creationId xmlns:a16="http://schemas.microsoft.com/office/drawing/2014/main" id="{F6E7EAF5-A744-4389-866E-9A02BFD73D0E}"/>
              </a:ext>
            </a:extLst>
          </p:cNvPr>
          <p:cNvSpPr>
            <a:spLocks noGrp="1"/>
          </p:cNvSpPr>
          <p:nvPr/>
        </p:nvSpPr>
        <p:spPr>
          <a:xfrm>
            <a:off x="3419147" y="3100552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6394_1">
            <a:extLst>
              <a:ext uri="{FF2B5EF4-FFF2-40B4-BE49-F238E27FC236}">
                <a16:creationId xmlns:a16="http://schemas.microsoft.com/office/drawing/2014/main" id="{818030A7-91CC-48E9-8600-F5253A81AEC8}"/>
              </a:ext>
            </a:extLst>
          </p:cNvPr>
          <p:cNvSpPr>
            <a:spLocks noGrp="1"/>
          </p:cNvSpPr>
          <p:nvPr/>
        </p:nvSpPr>
        <p:spPr>
          <a:xfrm>
            <a:off x="3813284" y="3100552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6395_1">
            <a:extLst>
              <a:ext uri="{FF2B5EF4-FFF2-40B4-BE49-F238E27FC236}">
                <a16:creationId xmlns:a16="http://schemas.microsoft.com/office/drawing/2014/main" id="{7B493ABB-273D-46E6-8E54-E2DB2505F5ED}"/>
              </a:ext>
            </a:extLst>
          </p:cNvPr>
          <p:cNvSpPr>
            <a:spLocks noGrp="1"/>
          </p:cNvSpPr>
          <p:nvPr/>
        </p:nvSpPr>
        <p:spPr>
          <a:xfrm>
            <a:off x="4207422" y="3100552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6396_1">
            <a:extLst>
              <a:ext uri="{FF2B5EF4-FFF2-40B4-BE49-F238E27FC236}">
                <a16:creationId xmlns:a16="http://schemas.microsoft.com/office/drawing/2014/main" id="{CDA01A3C-5BB4-4129-8A73-AB963B4B1A8F}"/>
              </a:ext>
            </a:extLst>
          </p:cNvPr>
          <p:cNvSpPr>
            <a:spLocks noGrp="1"/>
          </p:cNvSpPr>
          <p:nvPr/>
        </p:nvSpPr>
        <p:spPr>
          <a:xfrm>
            <a:off x="1842595" y="3494690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6397_1">
            <a:extLst>
              <a:ext uri="{FF2B5EF4-FFF2-40B4-BE49-F238E27FC236}">
                <a16:creationId xmlns:a16="http://schemas.microsoft.com/office/drawing/2014/main" id="{C75D19F7-B1A2-4E4B-9D99-EE6AC71B9BE1}"/>
              </a:ext>
            </a:extLst>
          </p:cNvPr>
          <p:cNvSpPr>
            <a:spLocks noGrp="1"/>
          </p:cNvSpPr>
          <p:nvPr/>
        </p:nvSpPr>
        <p:spPr>
          <a:xfrm>
            <a:off x="2236733" y="3494690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6398_1">
            <a:extLst>
              <a:ext uri="{FF2B5EF4-FFF2-40B4-BE49-F238E27FC236}">
                <a16:creationId xmlns:a16="http://schemas.microsoft.com/office/drawing/2014/main" id="{23F1262D-D3A4-4A92-A3D3-FEEF8C108D42}"/>
              </a:ext>
            </a:extLst>
          </p:cNvPr>
          <p:cNvSpPr>
            <a:spLocks noGrp="1"/>
          </p:cNvSpPr>
          <p:nvPr/>
        </p:nvSpPr>
        <p:spPr>
          <a:xfrm>
            <a:off x="2630871" y="3494690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6399_1">
            <a:extLst>
              <a:ext uri="{FF2B5EF4-FFF2-40B4-BE49-F238E27FC236}">
                <a16:creationId xmlns:a16="http://schemas.microsoft.com/office/drawing/2014/main" id="{B008CA4E-CE7C-4F9A-822C-AF8BE04DB5F7}"/>
              </a:ext>
            </a:extLst>
          </p:cNvPr>
          <p:cNvSpPr>
            <a:spLocks noGrp="1"/>
          </p:cNvSpPr>
          <p:nvPr/>
        </p:nvSpPr>
        <p:spPr>
          <a:xfrm>
            <a:off x="3025009" y="3494690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6400_1">
            <a:extLst>
              <a:ext uri="{FF2B5EF4-FFF2-40B4-BE49-F238E27FC236}">
                <a16:creationId xmlns:a16="http://schemas.microsoft.com/office/drawing/2014/main" id="{1F806394-7B0B-4CEC-A95F-AEAEDB749036}"/>
              </a:ext>
            </a:extLst>
          </p:cNvPr>
          <p:cNvSpPr>
            <a:spLocks noGrp="1"/>
          </p:cNvSpPr>
          <p:nvPr/>
        </p:nvSpPr>
        <p:spPr>
          <a:xfrm>
            <a:off x="3419147" y="3494690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6401_1">
            <a:extLst>
              <a:ext uri="{FF2B5EF4-FFF2-40B4-BE49-F238E27FC236}">
                <a16:creationId xmlns:a16="http://schemas.microsoft.com/office/drawing/2014/main" id="{0EB129B1-7EB1-4EAD-8998-14D7F7939DDE}"/>
              </a:ext>
            </a:extLst>
          </p:cNvPr>
          <p:cNvSpPr>
            <a:spLocks noGrp="1"/>
          </p:cNvSpPr>
          <p:nvPr/>
        </p:nvSpPr>
        <p:spPr>
          <a:xfrm>
            <a:off x="3813284" y="3494690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6402_1">
            <a:extLst>
              <a:ext uri="{FF2B5EF4-FFF2-40B4-BE49-F238E27FC236}">
                <a16:creationId xmlns:a16="http://schemas.microsoft.com/office/drawing/2014/main" id="{4FE89479-D23C-4367-B3D3-14498516A2C8}"/>
              </a:ext>
            </a:extLst>
          </p:cNvPr>
          <p:cNvSpPr>
            <a:spLocks noGrp="1"/>
          </p:cNvSpPr>
          <p:nvPr/>
        </p:nvSpPr>
        <p:spPr>
          <a:xfrm>
            <a:off x="4207422" y="3494690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6403_1">
            <a:extLst>
              <a:ext uri="{FF2B5EF4-FFF2-40B4-BE49-F238E27FC236}">
                <a16:creationId xmlns:a16="http://schemas.microsoft.com/office/drawing/2014/main" id="{D63A50E4-DEC9-455E-A500-214E8FB3C0EC}"/>
              </a:ext>
            </a:extLst>
          </p:cNvPr>
          <p:cNvSpPr>
            <a:spLocks noGrp="1"/>
          </p:cNvSpPr>
          <p:nvPr/>
        </p:nvSpPr>
        <p:spPr>
          <a:xfrm>
            <a:off x="1842595" y="3888828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6404_1">
            <a:extLst>
              <a:ext uri="{FF2B5EF4-FFF2-40B4-BE49-F238E27FC236}">
                <a16:creationId xmlns:a16="http://schemas.microsoft.com/office/drawing/2014/main" id="{BA11CD58-9239-42A0-AD71-5B7BEB2ACD0D}"/>
              </a:ext>
            </a:extLst>
          </p:cNvPr>
          <p:cNvSpPr>
            <a:spLocks noGrp="1"/>
          </p:cNvSpPr>
          <p:nvPr/>
        </p:nvSpPr>
        <p:spPr>
          <a:xfrm>
            <a:off x="2236733" y="3888828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6405_1">
            <a:extLst>
              <a:ext uri="{FF2B5EF4-FFF2-40B4-BE49-F238E27FC236}">
                <a16:creationId xmlns:a16="http://schemas.microsoft.com/office/drawing/2014/main" id="{C95BBC44-9C88-46CA-8866-4603C12C0704}"/>
              </a:ext>
            </a:extLst>
          </p:cNvPr>
          <p:cNvSpPr>
            <a:spLocks noGrp="1"/>
          </p:cNvSpPr>
          <p:nvPr/>
        </p:nvSpPr>
        <p:spPr>
          <a:xfrm>
            <a:off x="2630871" y="3888828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6406_1">
            <a:extLst>
              <a:ext uri="{FF2B5EF4-FFF2-40B4-BE49-F238E27FC236}">
                <a16:creationId xmlns:a16="http://schemas.microsoft.com/office/drawing/2014/main" id="{BBD8562D-9DCA-4524-A481-244A23906E91}"/>
              </a:ext>
            </a:extLst>
          </p:cNvPr>
          <p:cNvSpPr>
            <a:spLocks noGrp="1"/>
          </p:cNvSpPr>
          <p:nvPr/>
        </p:nvSpPr>
        <p:spPr>
          <a:xfrm>
            <a:off x="3025009" y="3888828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6407_1">
            <a:extLst>
              <a:ext uri="{FF2B5EF4-FFF2-40B4-BE49-F238E27FC236}">
                <a16:creationId xmlns:a16="http://schemas.microsoft.com/office/drawing/2014/main" id="{2ABC2040-1D29-4CE3-A343-C686AFB24149}"/>
              </a:ext>
            </a:extLst>
          </p:cNvPr>
          <p:cNvSpPr>
            <a:spLocks noGrp="1"/>
          </p:cNvSpPr>
          <p:nvPr/>
        </p:nvSpPr>
        <p:spPr>
          <a:xfrm>
            <a:off x="3419147" y="3888828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6408_1">
            <a:extLst>
              <a:ext uri="{FF2B5EF4-FFF2-40B4-BE49-F238E27FC236}">
                <a16:creationId xmlns:a16="http://schemas.microsoft.com/office/drawing/2014/main" id="{1716846B-1E36-40B7-A802-787E6C68A97E}"/>
              </a:ext>
            </a:extLst>
          </p:cNvPr>
          <p:cNvSpPr>
            <a:spLocks noGrp="1"/>
          </p:cNvSpPr>
          <p:nvPr/>
        </p:nvSpPr>
        <p:spPr>
          <a:xfrm>
            <a:off x="3813284" y="3888828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6409_1">
            <a:extLst>
              <a:ext uri="{FF2B5EF4-FFF2-40B4-BE49-F238E27FC236}">
                <a16:creationId xmlns:a16="http://schemas.microsoft.com/office/drawing/2014/main" id="{FC7E755F-7ADF-4803-83A4-D73FD0E66A16}"/>
              </a:ext>
            </a:extLst>
          </p:cNvPr>
          <p:cNvSpPr>
            <a:spLocks noGrp="1"/>
          </p:cNvSpPr>
          <p:nvPr/>
        </p:nvSpPr>
        <p:spPr>
          <a:xfrm>
            <a:off x="4207422" y="3888828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6410_1">
            <a:extLst>
              <a:ext uri="{FF2B5EF4-FFF2-40B4-BE49-F238E27FC236}">
                <a16:creationId xmlns:a16="http://schemas.microsoft.com/office/drawing/2014/main" id="{B58AE862-C308-4162-A3A1-8A25C2C48ECF}"/>
              </a:ext>
            </a:extLst>
          </p:cNvPr>
          <p:cNvSpPr>
            <a:spLocks noGrp="1"/>
          </p:cNvSpPr>
          <p:nvPr/>
        </p:nvSpPr>
        <p:spPr>
          <a:xfrm>
            <a:off x="1842595" y="4282966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6411_1">
            <a:extLst>
              <a:ext uri="{FF2B5EF4-FFF2-40B4-BE49-F238E27FC236}">
                <a16:creationId xmlns:a16="http://schemas.microsoft.com/office/drawing/2014/main" id="{07F7AAD1-AF2C-4626-A9B0-AB8114C0CBED}"/>
              </a:ext>
            </a:extLst>
          </p:cNvPr>
          <p:cNvSpPr>
            <a:spLocks noGrp="1"/>
          </p:cNvSpPr>
          <p:nvPr/>
        </p:nvSpPr>
        <p:spPr>
          <a:xfrm>
            <a:off x="2236733" y="4282966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6412_1">
            <a:extLst>
              <a:ext uri="{FF2B5EF4-FFF2-40B4-BE49-F238E27FC236}">
                <a16:creationId xmlns:a16="http://schemas.microsoft.com/office/drawing/2014/main" id="{392DE0FB-F910-45DB-B275-ADCC1076CF93}"/>
              </a:ext>
            </a:extLst>
          </p:cNvPr>
          <p:cNvSpPr>
            <a:spLocks noGrp="1"/>
          </p:cNvSpPr>
          <p:nvPr/>
        </p:nvSpPr>
        <p:spPr>
          <a:xfrm>
            <a:off x="2630871" y="4282966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6413_1">
            <a:extLst>
              <a:ext uri="{FF2B5EF4-FFF2-40B4-BE49-F238E27FC236}">
                <a16:creationId xmlns:a16="http://schemas.microsoft.com/office/drawing/2014/main" id="{D2DCCDDF-DA20-49D2-AA4D-5141FA34FE09}"/>
              </a:ext>
            </a:extLst>
          </p:cNvPr>
          <p:cNvSpPr>
            <a:spLocks noGrp="1"/>
          </p:cNvSpPr>
          <p:nvPr/>
        </p:nvSpPr>
        <p:spPr>
          <a:xfrm>
            <a:off x="3025009" y="4282966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6414_1">
            <a:extLst>
              <a:ext uri="{FF2B5EF4-FFF2-40B4-BE49-F238E27FC236}">
                <a16:creationId xmlns:a16="http://schemas.microsoft.com/office/drawing/2014/main" id="{6B191920-C525-4B72-B1F2-B64F5E4D8D1D}"/>
              </a:ext>
            </a:extLst>
          </p:cNvPr>
          <p:cNvSpPr>
            <a:spLocks noGrp="1"/>
          </p:cNvSpPr>
          <p:nvPr/>
        </p:nvSpPr>
        <p:spPr>
          <a:xfrm>
            <a:off x="3419147" y="4282966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6415_1">
            <a:extLst>
              <a:ext uri="{FF2B5EF4-FFF2-40B4-BE49-F238E27FC236}">
                <a16:creationId xmlns:a16="http://schemas.microsoft.com/office/drawing/2014/main" id="{27CE8942-22B0-44AD-8C4F-7519B6646902}"/>
              </a:ext>
            </a:extLst>
          </p:cNvPr>
          <p:cNvSpPr>
            <a:spLocks noGrp="1"/>
          </p:cNvSpPr>
          <p:nvPr/>
        </p:nvSpPr>
        <p:spPr>
          <a:xfrm>
            <a:off x="3813284" y="4282966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6416_1">
            <a:extLst>
              <a:ext uri="{FF2B5EF4-FFF2-40B4-BE49-F238E27FC236}">
                <a16:creationId xmlns:a16="http://schemas.microsoft.com/office/drawing/2014/main" id="{2C4E6C66-0D13-4A63-81BF-58184B76C5F4}"/>
              </a:ext>
            </a:extLst>
          </p:cNvPr>
          <p:cNvSpPr>
            <a:spLocks noGrp="1"/>
          </p:cNvSpPr>
          <p:nvPr/>
        </p:nvSpPr>
        <p:spPr>
          <a:xfrm>
            <a:off x="4207422" y="4282966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6417_1">
            <a:extLst>
              <a:ext uri="{FF2B5EF4-FFF2-40B4-BE49-F238E27FC236}">
                <a16:creationId xmlns:a16="http://schemas.microsoft.com/office/drawing/2014/main" id="{E1049FC5-BC8F-4B68-B6C6-F98BFBA093E9}"/>
              </a:ext>
            </a:extLst>
          </p:cNvPr>
          <p:cNvSpPr>
            <a:spLocks noGrp="1"/>
          </p:cNvSpPr>
          <p:nvPr/>
        </p:nvSpPr>
        <p:spPr>
          <a:xfrm>
            <a:off x="1842595" y="4677103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6418_1">
            <a:extLst>
              <a:ext uri="{FF2B5EF4-FFF2-40B4-BE49-F238E27FC236}">
                <a16:creationId xmlns:a16="http://schemas.microsoft.com/office/drawing/2014/main" id="{E8291B10-5F4B-4391-80F2-8EE5C83A3351}"/>
              </a:ext>
            </a:extLst>
          </p:cNvPr>
          <p:cNvSpPr>
            <a:spLocks noGrp="1"/>
          </p:cNvSpPr>
          <p:nvPr/>
        </p:nvSpPr>
        <p:spPr>
          <a:xfrm>
            <a:off x="2236733" y="4677103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6419_1">
            <a:extLst>
              <a:ext uri="{FF2B5EF4-FFF2-40B4-BE49-F238E27FC236}">
                <a16:creationId xmlns:a16="http://schemas.microsoft.com/office/drawing/2014/main" id="{A1BE243B-F759-4037-8E5A-21CBCC8FC0B4}"/>
              </a:ext>
            </a:extLst>
          </p:cNvPr>
          <p:cNvSpPr>
            <a:spLocks noGrp="1"/>
          </p:cNvSpPr>
          <p:nvPr/>
        </p:nvSpPr>
        <p:spPr>
          <a:xfrm>
            <a:off x="2630871" y="4677103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6420_1">
            <a:extLst>
              <a:ext uri="{FF2B5EF4-FFF2-40B4-BE49-F238E27FC236}">
                <a16:creationId xmlns:a16="http://schemas.microsoft.com/office/drawing/2014/main" id="{1C3B3017-7FF0-4315-A49F-5D355C7ED198}"/>
              </a:ext>
            </a:extLst>
          </p:cNvPr>
          <p:cNvSpPr>
            <a:spLocks noGrp="1"/>
          </p:cNvSpPr>
          <p:nvPr/>
        </p:nvSpPr>
        <p:spPr>
          <a:xfrm>
            <a:off x="3025009" y="4677103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6421_1">
            <a:extLst>
              <a:ext uri="{FF2B5EF4-FFF2-40B4-BE49-F238E27FC236}">
                <a16:creationId xmlns:a16="http://schemas.microsoft.com/office/drawing/2014/main" id="{2FC4C224-BC17-4572-AF2D-E723400AAC8C}"/>
              </a:ext>
            </a:extLst>
          </p:cNvPr>
          <p:cNvSpPr>
            <a:spLocks noGrp="1"/>
          </p:cNvSpPr>
          <p:nvPr/>
        </p:nvSpPr>
        <p:spPr>
          <a:xfrm>
            <a:off x="3419147" y="4677103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6422_1">
            <a:extLst>
              <a:ext uri="{FF2B5EF4-FFF2-40B4-BE49-F238E27FC236}">
                <a16:creationId xmlns:a16="http://schemas.microsoft.com/office/drawing/2014/main" id="{C37646CB-392F-4AC7-9570-12E7D05AB2FB}"/>
              </a:ext>
            </a:extLst>
          </p:cNvPr>
          <p:cNvSpPr>
            <a:spLocks noGrp="1"/>
          </p:cNvSpPr>
          <p:nvPr/>
        </p:nvSpPr>
        <p:spPr>
          <a:xfrm>
            <a:off x="3813284" y="4677103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6423_1">
            <a:extLst>
              <a:ext uri="{FF2B5EF4-FFF2-40B4-BE49-F238E27FC236}">
                <a16:creationId xmlns:a16="http://schemas.microsoft.com/office/drawing/2014/main" id="{56286AAE-FFA5-4F10-BB69-698401418014}"/>
              </a:ext>
            </a:extLst>
          </p:cNvPr>
          <p:cNvSpPr>
            <a:spLocks noGrp="1"/>
          </p:cNvSpPr>
          <p:nvPr/>
        </p:nvSpPr>
        <p:spPr>
          <a:xfrm>
            <a:off x="4207422" y="4677103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6424_1">
            <a:extLst>
              <a:ext uri="{FF2B5EF4-FFF2-40B4-BE49-F238E27FC236}">
                <a16:creationId xmlns:a16="http://schemas.microsoft.com/office/drawing/2014/main" id="{C706E431-F834-42DC-9DA6-A3E8F7BF67F4}"/>
              </a:ext>
            </a:extLst>
          </p:cNvPr>
          <p:cNvSpPr>
            <a:spLocks noGrp="1"/>
          </p:cNvSpPr>
          <p:nvPr/>
        </p:nvSpPr>
        <p:spPr>
          <a:xfrm>
            <a:off x="1842595" y="5071241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6425_1">
            <a:extLst>
              <a:ext uri="{FF2B5EF4-FFF2-40B4-BE49-F238E27FC236}">
                <a16:creationId xmlns:a16="http://schemas.microsoft.com/office/drawing/2014/main" id="{0CF36780-8F23-4602-A68B-D37080537B79}"/>
              </a:ext>
            </a:extLst>
          </p:cNvPr>
          <p:cNvSpPr>
            <a:spLocks noGrp="1"/>
          </p:cNvSpPr>
          <p:nvPr/>
        </p:nvSpPr>
        <p:spPr>
          <a:xfrm>
            <a:off x="2236733" y="5071241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6426_1">
            <a:extLst>
              <a:ext uri="{FF2B5EF4-FFF2-40B4-BE49-F238E27FC236}">
                <a16:creationId xmlns:a16="http://schemas.microsoft.com/office/drawing/2014/main" id="{9072CECB-25F5-48FA-A57D-2CF50A3E17C7}"/>
              </a:ext>
            </a:extLst>
          </p:cNvPr>
          <p:cNvSpPr>
            <a:spLocks noGrp="1"/>
          </p:cNvSpPr>
          <p:nvPr/>
        </p:nvSpPr>
        <p:spPr>
          <a:xfrm>
            <a:off x="2630871" y="5071241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6427_1">
            <a:extLst>
              <a:ext uri="{FF2B5EF4-FFF2-40B4-BE49-F238E27FC236}">
                <a16:creationId xmlns:a16="http://schemas.microsoft.com/office/drawing/2014/main" id="{2CF9A55D-B1B9-4611-9165-5BC43FC3FDBD}"/>
              </a:ext>
            </a:extLst>
          </p:cNvPr>
          <p:cNvSpPr>
            <a:spLocks noGrp="1"/>
          </p:cNvSpPr>
          <p:nvPr/>
        </p:nvSpPr>
        <p:spPr>
          <a:xfrm>
            <a:off x="3025009" y="5071241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6428_1">
            <a:extLst>
              <a:ext uri="{FF2B5EF4-FFF2-40B4-BE49-F238E27FC236}">
                <a16:creationId xmlns:a16="http://schemas.microsoft.com/office/drawing/2014/main" id="{81C0CDC7-31B9-47DF-8E5D-676651F3F4DA}"/>
              </a:ext>
            </a:extLst>
          </p:cNvPr>
          <p:cNvSpPr>
            <a:spLocks noGrp="1"/>
          </p:cNvSpPr>
          <p:nvPr/>
        </p:nvSpPr>
        <p:spPr>
          <a:xfrm>
            <a:off x="3419147" y="5071241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6429_1">
            <a:extLst>
              <a:ext uri="{FF2B5EF4-FFF2-40B4-BE49-F238E27FC236}">
                <a16:creationId xmlns:a16="http://schemas.microsoft.com/office/drawing/2014/main" id="{978A06FD-9743-4D27-A0D9-72839F0874F7}"/>
              </a:ext>
            </a:extLst>
          </p:cNvPr>
          <p:cNvSpPr>
            <a:spLocks noGrp="1"/>
          </p:cNvSpPr>
          <p:nvPr/>
        </p:nvSpPr>
        <p:spPr>
          <a:xfrm>
            <a:off x="3813284" y="5071241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6430_1">
            <a:extLst>
              <a:ext uri="{FF2B5EF4-FFF2-40B4-BE49-F238E27FC236}">
                <a16:creationId xmlns:a16="http://schemas.microsoft.com/office/drawing/2014/main" id="{D8DD03AB-2CB5-4FB2-B8AF-A488223E6179}"/>
              </a:ext>
            </a:extLst>
          </p:cNvPr>
          <p:cNvSpPr>
            <a:spLocks noGrp="1"/>
          </p:cNvSpPr>
          <p:nvPr/>
        </p:nvSpPr>
        <p:spPr>
          <a:xfrm>
            <a:off x="4207422" y="5071241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6496_1">
            <a:extLst>
              <a:ext uri="{FF2B5EF4-FFF2-40B4-BE49-F238E27FC236}">
                <a16:creationId xmlns:a16="http://schemas.microsoft.com/office/drawing/2014/main" id="{F97B90AB-F9FC-4CB9-940D-D70A040D16A4}"/>
              </a:ext>
            </a:extLst>
          </p:cNvPr>
          <p:cNvSpPr>
            <a:spLocks noGrp="1"/>
          </p:cNvSpPr>
          <p:nvPr/>
        </p:nvSpPr>
        <p:spPr>
          <a:xfrm>
            <a:off x="4971065" y="4000172"/>
            <a:ext cx="2644009" cy="171450"/>
          </a:xfrm>
          <a:custGeom>
            <a:avLst/>
            <a:gdLst/>
            <a:ahLst/>
            <a:cxnLst/>
            <a:rect l="0" t="0" r="0" b="0"/>
            <a:pathLst>
              <a:path w="2644009" h="171450">
                <a:moveTo>
                  <a:pt x="0" y="104775"/>
                </a:moveTo>
                <a:lnTo>
                  <a:pt x="2472559" y="104775"/>
                </a:lnTo>
                <a:lnTo>
                  <a:pt x="2472559" y="171450"/>
                </a:lnTo>
                <a:lnTo>
                  <a:pt x="2644009" y="85725"/>
                </a:lnTo>
                <a:lnTo>
                  <a:pt x="2472559" y="0"/>
                </a:lnTo>
                <a:lnTo>
                  <a:pt x="2472559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6451_1">
            <a:extLst>
              <a:ext uri="{FF2B5EF4-FFF2-40B4-BE49-F238E27FC236}">
                <a16:creationId xmlns:a16="http://schemas.microsoft.com/office/drawing/2014/main" id="{D7AB7FE3-5B3D-4A14-A3C3-E1D2DDD20357}"/>
              </a:ext>
            </a:extLst>
          </p:cNvPr>
          <p:cNvSpPr>
            <a:spLocks noGrp="1"/>
          </p:cNvSpPr>
          <p:nvPr/>
        </p:nvSpPr>
        <p:spPr>
          <a:xfrm>
            <a:off x="7984578" y="3100552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6452_1">
            <a:extLst>
              <a:ext uri="{FF2B5EF4-FFF2-40B4-BE49-F238E27FC236}">
                <a16:creationId xmlns:a16="http://schemas.microsoft.com/office/drawing/2014/main" id="{F0E1EE46-C5A6-4739-8D70-5E65BCE5CA1C}"/>
              </a:ext>
            </a:extLst>
          </p:cNvPr>
          <p:cNvSpPr>
            <a:spLocks noGrp="1"/>
          </p:cNvSpPr>
          <p:nvPr/>
        </p:nvSpPr>
        <p:spPr>
          <a:xfrm>
            <a:off x="8378716" y="3100552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o6453_1">
            <a:extLst>
              <a:ext uri="{FF2B5EF4-FFF2-40B4-BE49-F238E27FC236}">
                <a16:creationId xmlns:a16="http://schemas.microsoft.com/office/drawing/2014/main" id="{8C510642-75FB-4133-A948-0FEDFB29F74B}"/>
              </a:ext>
            </a:extLst>
          </p:cNvPr>
          <p:cNvSpPr>
            <a:spLocks noGrp="1"/>
          </p:cNvSpPr>
          <p:nvPr/>
        </p:nvSpPr>
        <p:spPr>
          <a:xfrm>
            <a:off x="8772853" y="3100552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4" name="anim_o6454_1">
            <a:extLst>
              <a:ext uri="{FF2B5EF4-FFF2-40B4-BE49-F238E27FC236}">
                <a16:creationId xmlns:a16="http://schemas.microsoft.com/office/drawing/2014/main" id="{35799048-9D03-490E-9556-590CBEBD5349}"/>
              </a:ext>
            </a:extLst>
          </p:cNvPr>
          <p:cNvSpPr>
            <a:spLocks noGrp="1"/>
          </p:cNvSpPr>
          <p:nvPr/>
        </p:nvSpPr>
        <p:spPr>
          <a:xfrm>
            <a:off x="9166991" y="3100552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5" name="anim_o6455_1">
            <a:extLst>
              <a:ext uri="{FF2B5EF4-FFF2-40B4-BE49-F238E27FC236}">
                <a16:creationId xmlns:a16="http://schemas.microsoft.com/office/drawing/2014/main" id="{92198E94-1E61-4BCB-B019-6975D311534A}"/>
              </a:ext>
            </a:extLst>
          </p:cNvPr>
          <p:cNvSpPr>
            <a:spLocks noGrp="1"/>
          </p:cNvSpPr>
          <p:nvPr/>
        </p:nvSpPr>
        <p:spPr>
          <a:xfrm>
            <a:off x="9561129" y="3100552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6" name="anim_o6456_1">
            <a:extLst>
              <a:ext uri="{FF2B5EF4-FFF2-40B4-BE49-F238E27FC236}">
                <a16:creationId xmlns:a16="http://schemas.microsoft.com/office/drawing/2014/main" id="{EAB5C160-1BDB-4B0D-80DA-36DBD1BBFED8}"/>
              </a:ext>
            </a:extLst>
          </p:cNvPr>
          <p:cNvSpPr>
            <a:spLocks noGrp="1"/>
          </p:cNvSpPr>
          <p:nvPr/>
        </p:nvSpPr>
        <p:spPr>
          <a:xfrm>
            <a:off x="7984578" y="3494690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7" name="anim_o6457_1">
            <a:extLst>
              <a:ext uri="{FF2B5EF4-FFF2-40B4-BE49-F238E27FC236}">
                <a16:creationId xmlns:a16="http://schemas.microsoft.com/office/drawing/2014/main" id="{1025E6DA-4EB3-46E6-8B14-C889DB0B1FA6}"/>
              </a:ext>
            </a:extLst>
          </p:cNvPr>
          <p:cNvSpPr>
            <a:spLocks noGrp="1"/>
          </p:cNvSpPr>
          <p:nvPr/>
        </p:nvSpPr>
        <p:spPr>
          <a:xfrm>
            <a:off x="8378716" y="3494690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" name="anim_o6458_1">
            <a:extLst>
              <a:ext uri="{FF2B5EF4-FFF2-40B4-BE49-F238E27FC236}">
                <a16:creationId xmlns:a16="http://schemas.microsoft.com/office/drawing/2014/main" id="{AEF03F20-829F-4595-AE76-DE8407719191}"/>
              </a:ext>
            </a:extLst>
          </p:cNvPr>
          <p:cNvSpPr>
            <a:spLocks noGrp="1"/>
          </p:cNvSpPr>
          <p:nvPr/>
        </p:nvSpPr>
        <p:spPr>
          <a:xfrm>
            <a:off x="8772853" y="3494690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o6459_1">
            <a:extLst>
              <a:ext uri="{FF2B5EF4-FFF2-40B4-BE49-F238E27FC236}">
                <a16:creationId xmlns:a16="http://schemas.microsoft.com/office/drawing/2014/main" id="{C9176147-3680-4482-87AE-AAA127F76FD4}"/>
              </a:ext>
            </a:extLst>
          </p:cNvPr>
          <p:cNvSpPr>
            <a:spLocks noGrp="1"/>
          </p:cNvSpPr>
          <p:nvPr/>
        </p:nvSpPr>
        <p:spPr>
          <a:xfrm>
            <a:off x="9166991" y="3494690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0" name="anim_o6460_1">
            <a:extLst>
              <a:ext uri="{FF2B5EF4-FFF2-40B4-BE49-F238E27FC236}">
                <a16:creationId xmlns:a16="http://schemas.microsoft.com/office/drawing/2014/main" id="{75599DE1-8AE8-42C7-A8FD-AC6973CFDF76}"/>
              </a:ext>
            </a:extLst>
          </p:cNvPr>
          <p:cNvSpPr>
            <a:spLocks noGrp="1"/>
          </p:cNvSpPr>
          <p:nvPr/>
        </p:nvSpPr>
        <p:spPr>
          <a:xfrm>
            <a:off x="9561129" y="3494690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" name="anim_o6461_1">
            <a:extLst>
              <a:ext uri="{FF2B5EF4-FFF2-40B4-BE49-F238E27FC236}">
                <a16:creationId xmlns:a16="http://schemas.microsoft.com/office/drawing/2014/main" id="{6C1E1E98-8B59-4AE8-B991-363376150544}"/>
              </a:ext>
            </a:extLst>
          </p:cNvPr>
          <p:cNvSpPr>
            <a:spLocks noGrp="1"/>
          </p:cNvSpPr>
          <p:nvPr/>
        </p:nvSpPr>
        <p:spPr>
          <a:xfrm>
            <a:off x="7984578" y="3888828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2" name="anim_o6462_1">
            <a:extLst>
              <a:ext uri="{FF2B5EF4-FFF2-40B4-BE49-F238E27FC236}">
                <a16:creationId xmlns:a16="http://schemas.microsoft.com/office/drawing/2014/main" id="{E116D602-575E-423E-9AD4-2F3952FAD4DD}"/>
              </a:ext>
            </a:extLst>
          </p:cNvPr>
          <p:cNvSpPr>
            <a:spLocks noGrp="1"/>
          </p:cNvSpPr>
          <p:nvPr/>
        </p:nvSpPr>
        <p:spPr>
          <a:xfrm>
            <a:off x="8378716" y="3888828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3" name="anim_o6463_1">
            <a:extLst>
              <a:ext uri="{FF2B5EF4-FFF2-40B4-BE49-F238E27FC236}">
                <a16:creationId xmlns:a16="http://schemas.microsoft.com/office/drawing/2014/main" id="{8F1DB91A-AAB4-4EA6-943C-5C490B4F2B56}"/>
              </a:ext>
            </a:extLst>
          </p:cNvPr>
          <p:cNvSpPr>
            <a:spLocks noGrp="1"/>
          </p:cNvSpPr>
          <p:nvPr/>
        </p:nvSpPr>
        <p:spPr>
          <a:xfrm>
            <a:off x="8772853" y="3888828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4" name="anim_o6464_1">
            <a:extLst>
              <a:ext uri="{FF2B5EF4-FFF2-40B4-BE49-F238E27FC236}">
                <a16:creationId xmlns:a16="http://schemas.microsoft.com/office/drawing/2014/main" id="{10CBE78C-A083-4E57-A94F-D43E67F1A316}"/>
              </a:ext>
            </a:extLst>
          </p:cNvPr>
          <p:cNvSpPr>
            <a:spLocks noGrp="1"/>
          </p:cNvSpPr>
          <p:nvPr/>
        </p:nvSpPr>
        <p:spPr>
          <a:xfrm>
            <a:off x="9166991" y="3888828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5" name="anim_o6465_1">
            <a:extLst>
              <a:ext uri="{FF2B5EF4-FFF2-40B4-BE49-F238E27FC236}">
                <a16:creationId xmlns:a16="http://schemas.microsoft.com/office/drawing/2014/main" id="{2E80D924-1E24-4CCD-A6BA-D0E9B36D8ABD}"/>
              </a:ext>
            </a:extLst>
          </p:cNvPr>
          <p:cNvSpPr>
            <a:spLocks noGrp="1"/>
          </p:cNvSpPr>
          <p:nvPr/>
        </p:nvSpPr>
        <p:spPr>
          <a:xfrm>
            <a:off x="9561129" y="3888828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6" name="anim_o6466_1">
            <a:extLst>
              <a:ext uri="{FF2B5EF4-FFF2-40B4-BE49-F238E27FC236}">
                <a16:creationId xmlns:a16="http://schemas.microsoft.com/office/drawing/2014/main" id="{D8EB1B1F-2811-4B21-B66F-C3C13BCF1549}"/>
              </a:ext>
            </a:extLst>
          </p:cNvPr>
          <p:cNvSpPr>
            <a:spLocks noGrp="1"/>
          </p:cNvSpPr>
          <p:nvPr/>
        </p:nvSpPr>
        <p:spPr>
          <a:xfrm>
            <a:off x="7984578" y="4282966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7" name="anim_o6467_1">
            <a:extLst>
              <a:ext uri="{FF2B5EF4-FFF2-40B4-BE49-F238E27FC236}">
                <a16:creationId xmlns:a16="http://schemas.microsoft.com/office/drawing/2014/main" id="{3C169EBC-8349-43AC-AB77-5001EFE12FF1}"/>
              </a:ext>
            </a:extLst>
          </p:cNvPr>
          <p:cNvSpPr>
            <a:spLocks noGrp="1"/>
          </p:cNvSpPr>
          <p:nvPr/>
        </p:nvSpPr>
        <p:spPr>
          <a:xfrm>
            <a:off x="8378716" y="4282966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8" name="anim_o6468_1">
            <a:extLst>
              <a:ext uri="{FF2B5EF4-FFF2-40B4-BE49-F238E27FC236}">
                <a16:creationId xmlns:a16="http://schemas.microsoft.com/office/drawing/2014/main" id="{CEF29FEF-C98F-4B41-B212-C4E25461F3BA}"/>
              </a:ext>
            </a:extLst>
          </p:cNvPr>
          <p:cNvSpPr>
            <a:spLocks noGrp="1"/>
          </p:cNvSpPr>
          <p:nvPr/>
        </p:nvSpPr>
        <p:spPr>
          <a:xfrm>
            <a:off x="8772853" y="4282966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9" name="anim_o6469_1">
            <a:extLst>
              <a:ext uri="{FF2B5EF4-FFF2-40B4-BE49-F238E27FC236}">
                <a16:creationId xmlns:a16="http://schemas.microsoft.com/office/drawing/2014/main" id="{579CEA65-E0D7-4F01-A8CF-ED44C3FABCA7}"/>
              </a:ext>
            </a:extLst>
          </p:cNvPr>
          <p:cNvSpPr>
            <a:spLocks noGrp="1"/>
          </p:cNvSpPr>
          <p:nvPr/>
        </p:nvSpPr>
        <p:spPr>
          <a:xfrm>
            <a:off x="9166991" y="4282966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0" name="anim_o6470_1">
            <a:extLst>
              <a:ext uri="{FF2B5EF4-FFF2-40B4-BE49-F238E27FC236}">
                <a16:creationId xmlns:a16="http://schemas.microsoft.com/office/drawing/2014/main" id="{BB591140-F425-4ED8-8589-956FE2B5008C}"/>
              </a:ext>
            </a:extLst>
          </p:cNvPr>
          <p:cNvSpPr>
            <a:spLocks noGrp="1"/>
          </p:cNvSpPr>
          <p:nvPr/>
        </p:nvSpPr>
        <p:spPr>
          <a:xfrm>
            <a:off x="9561129" y="4282966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1" name="anim_o6471_1">
            <a:extLst>
              <a:ext uri="{FF2B5EF4-FFF2-40B4-BE49-F238E27FC236}">
                <a16:creationId xmlns:a16="http://schemas.microsoft.com/office/drawing/2014/main" id="{C4DA1331-3309-423B-8C5B-54FFDF2A2CEF}"/>
              </a:ext>
            </a:extLst>
          </p:cNvPr>
          <p:cNvSpPr>
            <a:spLocks noGrp="1"/>
          </p:cNvSpPr>
          <p:nvPr/>
        </p:nvSpPr>
        <p:spPr>
          <a:xfrm>
            <a:off x="7984578" y="4677103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2" name="anim_o6472_1">
            <a:extLst>
              <a:ext uri="{FF2B5EF4-FFF2-40B4-BE49-F238E27FC236}">
                <a16:creationId xmlns:a16="http://schemas.microsoft.com/office/drawing/2014/main" id="{89C89CF1-7751-491D-A39B-0C80D46BB70B}"/>
              </a:ext>
            </a:extLst>
          </p:cNvPr>
          <p:cNvSpPr>
            <a:spLocks noGrp="1"/>
          </p:cNvSpPr>
          <p:nvPr/>
        </p:nvSpPr>
        <p:spPr>
          <a:xfrm>
            <a:off x="8378716" y="4677103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3" name="anim_o6473_1">
            <a:extLst>
              <a:ext uri="{FF2B5EF4-FFF2-40B4-BE49-F238E27FC236}">
                <a16:creationId xmlns:a16="http://schemas.microsoft.com/office/drawing/2014/main" id="{2E0DF3C3-3790-4F21-8DF7-F5CFC0427E6F}"/>
              </a:ext>
            </a:extLst>
          </p:cNvPr>
          <p:cNvSpPr>
            <a:spLocks noGrp="1"/>
          </p:cNvSpPr>
          <p:nvPr/>
        </p:nvSpPr>
        <p:spPr>
          <a:xfrm>
            <a:off x="8772853" y="4677103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4" name="anim_o6474_1">
            <a:extLst>
              <a:ext uri="{FF2B5EF4-FFF2-40B4-BE49-F238E27FC236}">
                <a16:creationId xmlns:a16="http://schemas.microsoft.com/office/drawing/2014/main" id="{CA9AC24C-705E-4F47-B560-474A85ECCC41}"/>
              </a:ext>
            </a:extLst>
          </p:cNvPr>
          <p:cNvSpPr>
            <a:spLocks noGrp="1"/>
          </p:cNvSpPr>
          <p:nvPr/>
        </p:nvSpPr>
        <p:spPr>
          <a:xfrm>
            <a:off x="9166991" y="4677103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5" name="anim_o6475_1">
            <a:extLst>
              <a:ext uri="{FF2B5EF4-FFF2-40B4-BE49-F238E27FC236}">
                <a16:creationId xmlns:a16="http://schemas.microsoft.com/office/drawing/2014/main" id="{22233EDB-F6D8-4F0D-BDE0-D55E9BE9FBD1}"/>
              </a:ext>
            </a:extLst>
          </p:cNvPr>
          <p:cNvSpPr>
            <a:spLocks noGrp="1"/>
          </p:cNvSpPr>
          <p:nvPr/>
        </p:nvSpPr>
        <p:spPr>
          <a:xfrm>
            <a:off x="9561129" y="4677103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6" name="anim_o6501_1">
            <a:extLst>
              <a:ext uri="{FF2B5EF4-FFF2-40B4-BE49-F238E27FC236}">
                <a16:creationId xmlns:a16="http://schemas.microsoft.com/office/drawing/2014/main" id="{646CBA62-D382-4016-BA45-D44DC0E4DCC8}"/>
              </a:ext>
            </a:extLst>
          </p:cNvPr>
          <p:cNvSpPr>
            <a:spLocks noGrp="1"/>
          </p:cNvSpPr>
          <p:nvPr/>
        </p:nvSpPr>
        <p:spPr>
          <a:xfrm>
            <a:off x="8772853" y="3888828"/>
            <a:ext cx="394138" cy="394138"/>
          </a:xfrm>
          <a:prstGeom prst="rect">
            <a:avLst/>
          </a:prstGeom>
          <a:solidFill>
            <a:srgbClr val="FFD700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7" name="anim_o6503_1">
            <a:extLst>
              <a:ext uri="{FF2B5EF4-FFF2-40B4-BE49-F238E27FC236}">
                <a16:creationId xmlns:a16="http://schemas.microsoft.com/office/drawing/2014/main" id="{1AD7DBFC-AA87-455F-BCF1-D9F7515F1C42}"/>
              </a:ext>
            </a:extLst>
          </p:cNvPr>
          <p:cNvSpPr>
            <a:spLocks noGrp="1"/>
          </p:cNvSpPr>
          <p:nvPr/>
        </p:nvSpPr>
        <p:spPr>
          <a:xfrm>
            <a:off x="2630871" y="3494690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8" name="anim_o6504_1">
            <a:extLst>
              <a:ext uri="{FF2B5EF4-FFF2-40B4-BE49-F238E27FC236}">
                <a16:creationId xmlns:a16="http://schemas.microsoft.com/office/drawing/2014/main" id="{F21B1951-BD8A-454B-B7AD-B1EDC0220A41}"/>
              </a:ext>
            </a:extLst>
          </p:cNvPr>
          <p:cNvSpPr>
            <a:spLocks noGrp="1"/>
          </p:cNvSpPr>
          <p:nvPr/>
        </p:nvSpPr>
        <p:spPr>
          <a:xfrm>
            <a:off x="3025009" y="3494690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9" name="anim_o6505_1">
            <a:extLst>
              <a:ext uri="{FF2B5EF4-FFF2-40B4-BE49-F238E27FC236}">
                <a16:creationId xmlns:a16="http://schemas.microsoft.com/office/drawing/2014/main" id="{8AE7F763-B196-457F-B06A-4644AE312842}"/>
              </a:ext>
            </a:extLst>
          </p:cNvPr>
          <p:cNvSpPr>
            <a:spLocks noGrp="1"/>
          </p:cNvSpPr>
          <p:nvPr/>
        </p:nvSpPr>
        <p:spPr>
          <a:xfrm>
            <a:off x="3419147" y="3494690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0" name="anim_o6506_1">
            <a:extLst>
              <a:ext uri="{FF2B5EF4-FFF2-40B4-BE49-F238E27FC236}">
                <a16:creationId xmlns:a16="http://schemas.microsoft.com/office/drawing/2014/main" id="{9F1096ED-8F9F-47AE-A753-11757F69ED92}"/>
              </a:ext>
            </a:extLst>
          </p:cNvPr>
          <p:cNvSpPr>
            <a:spLocks noGrp="1"/>
          </p:cNvSpPr>
          <p:nvPr/>
        </p:nvSpPr>
        <p:spPr>
          <a:xfrm>
            <a:off x="2630871" y="3888828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1" name="anim_o6507_1">
            <a:extLst>
              <a:ext uri="{FF2B5EF4-FFF2-40B4-BE49-F238E27FC236}">
                <a16:creationId xmlns:a16="http://schemas.microsoft.com/office/drawing/2014/main" id="{2DFB56D9-EC17-4EFC-9858-8451985FD37E}"/>
              </a:ext>
            </a:extLst>
          </p:cNvPr>
          <p:cNvSpPr>
            <a:spLocks noGrp="1"/>
          </p:cNvSpPr>
          <p:nvPr/>
        </p:nvSpPr>
        <p:spPr>
          <a:xfrm>
            <a:off x="3025009" y="3888828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2" name="anim_o6508_1">
            <a:extLst>
              <a:ext uri="{FF2B5EF4-FFF2-40B4-BE49-F238E27FC236}">
                <a16:creationId xmlns:a16="http://schemas.microsoft.com/office/drawing/2014/main" id="{BD90C9E3-4954-4A90-9DD5-01BC7F0EB518}"/>
              </a:ext>
            </a:extLst>
          </p:cNvPr>
          <p:cNvSpPr>
            <a:spLocks noGrp="1"/>
          </p:cNvSpPr>
          <p:nvPr/>
        </p:nvSpPr>
        <p:spPr>
          <a:xfrm>
            <a:off x="3419147" y="3888828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3" name="anim_o6509_1">
            <a:extLst>
              <a:ext uri="{FF2B5EF4-FFF2-40B4-BE49-F238E27FC236}">
                <a16:creationId xmlns:a16="http://schemas.microsoft.com/office/drawing/2014/main" id="{3EC9DFC7-37B2-4EF9-84EC-2105535AFCDE}"/>
              </a:ext>
            </a:extLst>
          </p:cNvPr>
          <p:cNvSpPr>
            <a:spLocks noGrp="1"/>
          </p:cNvSpPr>
          <p:nvPr/>
        </p:nvSpPr>
        <p:spPr>
          <a:xfrm>
            <a:off x="2630871" y="4282966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4" name="anim_o6510_1">
            <a:extLst>
              <a:ext uri="{FF2B5EF4-FFF2-40B4-BE49-F238E27FC236}">
                <a16:creationId xmlns:a16="http://schemas.microsoft.com/office/drawing/2014/main" id="{AA1B8F0A-520B-42EB-ACE9-D17EB5976FAB}"/>
              </a:ext>
            </a:extLst>
          </p:cNvPr>
          <p:cNvSpPr>
            <a:spLocks noGrp="1"/>
          </p:cNvSpPr>
          <p:nvPr/>
        </p:nvSpPr>
        <p:spPr>
          <a:xfrm>
            <a:off x="3025009" y="4282966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5" name="anim_o6511_1">
            <a:extLst>
              <a:ext uri="{FF2B5EF4-FFF2-40B4-BE49-F238E27FC236}">
                <a16:creationId xmlns:a16="http://schemas.microsoft.com/office/drawing/2014/main" id="{425198A6-226A-4D33-9BE5-F99DE594F07C}"/>
              </a:ext>
            </a:extLst>
          </p:cNvPr>
          <p:cNvSpPr>
            <a:spLocks noGrp="1"/>
          </p:cNvSpPr>
          <p:nvPr/>
        </p:nvSpPr>
        <p:spPr>
          <a:xfrm>
            <a:off x="3419147" y="4282966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6" name="anim_o6512_1">
            <a:extLst>
              <a:ext uri="{FF2B5EF4-FFF2-40B4-BE49-F238E27FC236}">
                <a16:creationId xmlns:a16="http://schemas.microsoft.com/office/drawing/2014/main" id="{9BCCDF3C-D44B-4A07-95CE-A1B724D8496E}"/>
              </a:ext>
            </a:extLst>
          </p:cNvPr>
          <p:cNvSpPr>
            <a:spLocks noGrp="1"/>
          </p:cNvSpPr>
          <p:nvPr/>
        </p:nvSpPr>
        <p:spPr>
          <a:xfrm>
            <a:off x="2614448" y="3478267"/>
            <a:ext cx="1215259" cy="1215259"/>
          </a:xfrm>
          <a:prstGeom prst="rect">
            <a:avLst/>
          </a:prstGeom>
          <a:noFill/>
          <a:ln w="1587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7" name="anim_o6514_1">
            <a:extLst>
              <a:ext uri="{FF2B5EF4-FFF2-40B4-BE49-F238E27FC236}">
                <a16:creationId xmlns:a16="http://schemas.microsoft.com/office/drawing/2014/main" id="{A30C95D9-A8AA-44A4-9A01-C27DF46871EC}"/>
              </a:ext>
            </a:extLst>
          </p:cNvPr>
          <p:cNvSpPr>
            <a:spLocks noGrp="1"/>
          </p:cNvSpPr>
          <p:nvPr/>
        </p:nvSpPr>
        <p:spPr>
          <a:xfrm>
            <a:off x="2827940" y="3691759"/>
            <a:ext cx="6141983" cy="394138"/>
          </a:xfrm>
          <a:custGeom>
            <a:avLst/>
            <a:gdLst/>
            <a:ahLst/>
            <a:cxnLst/>
            <a:rect l="0" t="0" r="0" b="0"/>
            <a:pathLst>
              <a:path w="6141983" h="394138">
                <a:moveTo>
                  <a:pt x="0" y="0"/>
                </a:moveTo>
                <a:lnTo>
                  <a:pt x="6141983" y="394138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88" name="anim_o6515_1">
            <a:extLst>
              <a:ext uri="{FF2B5EF4-FFF2-40B4-BE49-F238E27FC236}">
                <a16:creationId xmlns:a16="http://schemas.microsoft.com/office/drawing/2014/main" id="{BA41BD07-642C-49E9-8591-CA798D4D0E6D}"/>
              </a:ext>
            </a:extLst>
          </p:cNvPr>
          <p:cNvSpPr>
            <a:spLocks noGrp="1"/>
          </p:cNvSpPr>
          <p:nvPr/>
        </p:nvSpPr>
        <p:spPr>
          <a:xfrm>
            <a:off x="3222078" y="3691759"/>
            <a:ext cx="5747845" cy="394138"/>
          </a:xfrm>
          <a:custGeom>
            <a:avLst/>
            <a:gdLst/>
            <a:ahLst/>
            <a:cxnLst/>
            <a:rect l="0" t="0" r="0" b="0"/>
            <a:pathLst>
              <a:path w="5747845" h="394138">
                <a:moveTo>
                  <a:pt x="0" y="0"/>
                </a:moveTo>
                <a:lnTo>
                  <a:pt x="5747845" y="394138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89" name="anim_o6516_1">
            <a:extLst>
              <a:ext uri="{FF2B5EF4-FFF2-40B4-BE49-F238E27FC236}">
                <a16:creationId xmlns:a16="http://schemas.microsoft.com/office/drawing/2014/main" id="{29644624-E81E-4D74-B9E7-F2BBDAB75879}"/>
              </a:ext>
            </a:extLst>
          </p:cNvPr>
          <p:cNvSpPr>
            <a:spLocks noGrp="1"/>
          </p:cNvSpPr>
          <p:nvPr/>
        </p:nvSpPr>
        <p:spPr>
          <a:xfrm>
            <a:off x="3616216" y="3691759"/>
            <a:ext cx="5353707" cy="394138"/>
          </a:xfrm>
          <a:custGeom>
            <a:avLst/>
            <a:gdLst/>
            <a:ahLst/>
            <a:cxnLst/>
            <a:rect l="0" t="0" r="0" b="0"/>
            <a:pathLst>
              <a:path w="5353707" h="394138">
                <a:moveTo>
                  <a:pt x="0" y="0"/>
                </a:moveTo>
                <a:lnTo>
                  <a:pt x="5353707" y="394138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90" name="anim_o6517_1">
            <a:extLst>
              <a:ext uri="{FF2B5EF4-FFF2-40B4-BE49-F238E27FC236}">
                <a16:creationId xmlns:a16="http://schemas.microsoft.com/office/drawing/2014/main" id="{4400739C-42B5-4B0A-A953-1B7CA217365B}"/>
              </a:ext>
            </a:extLst>
          </p:cNvPr>
          <p:cNvSpPr>
            <a:spLocks noGrp="1"/>
          </p:cNvSpPr>
          <p:nvPr/>
        </p:nvSpPr>
        <p:spPr>
          <a:xfrm>
            <a:off x="2827940" y="4085897"/>
            <a:ext cx="6141983" cy="953"/>
          </a:xfrm>
          <a:custGeom>
            <a:avLst/>
            <a:gdLst/>
            <a:ahLst/>
            <a:cxnLst/>
            <a:rect l="0" t="0" r="0" b="0"/>
            <a:pathLst>
              <a:path w="6141983" h="953">
                <a:moveTo>
                  <a:pt x="0" y="0"/>
                </a:moveTo>
                <a:lnTo>
                  <a:pt x="6141983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91" name="anim_o6518_1">
            <a:extLst>
              <a:ext uri="{FF2B5EF4-FFF2-40B4-BE49-F238E27FC236}">
                <a16:creationId xmlns:a16="http://schemas.microsoft.com/office/drawing/2014/main" id="{8A75CCBB-33E6-4C08-BE53-0E83C6843FF2}"/>
              </a:ext>
            </a:extLst>
          </p:cNvPr>
          <p:cNvSpPr>
            <a:spLocks noGrp="1"/>
          </p:cNvSpPr>
          <p:nvPr/>
        </p:nvSpPr>
        <p:spPr>
          <a:xfrm>
            <a:off x="3222078" y="4085897"/>
            <a:ext cx="5747845" cy="953"/>
          </a:xfrm>
          <a:custGeom>
            <a:avLst/>
            <a:gdLst/>
            <a:ahLst/>
            <a:cxnLst/>
            <a:rect l="0" t="0" r="0" b="0"/>
            <a:pathLst>
              <a:path w="5747845" h="953">
                <a:moveTo>
                  <a:pt x="0" y="0"/>
                </a:moveTo>
                <a:lnTo>
                  <a:pt x="5747845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92" name="anim_o6519_1">
            <a:extLst>
              <a:ext uri="{FF2B5EF4-FFF2-40B4-BE49-F238E27FC236}">
                <a16:creationId xmlns:a16="http://schemas.microsoft.com/office/drawing/2014/main" id="{332FB497-C132-4C3A-B2CE-16D5008DED88}"/>
              </a:ext>
            </a:extLst>
          </p:cNvPr>
          <p:cNvSpPr>
            <a:spLocks noGrp="1"/>
          </p:cNvSpPr>
          <p:nvPr/>
        </p:nvSpPr>
        <p:spPr>
          <a:xfrm>
            <a:off x="3616216" y="4085897"/>
            <a:ext cx="5353707" cy="953"/>
          </a:xfrm>
          <a:custGeom>
            <a:avLst/>
            <a:gdLst/>
            <a:ahLst/>
            <a:cxnLst/>
            <a:rect l="0" t="0" r="0" b="0"/>
            <a:pathLst>
              <a:path w="5353707" h="953">
                <a:moveTo>
                  <a:pt x="0" y="0"/>
                </a:moveTo>
                <a:lnTo>
                  <a:pt x="5353707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93" name="anim_o6520_1">
            <a:extLst>
              <a:ext uri="{FF2B5EF4-FFF2-40B4-BE49-F238E27FC236}">
                <a16:creationId xmlns:a16="http://schemas.microsoft.com/office/drawing/2014/main" id="{E0B120AC-BAA9-457C-B828-0B18FDB783FC}"/>
              </a:ext>
            </a:extLst>
          </p:cNvPr>
          <p:cNvSpPr>
            <a:spLocks noGrp="1"/>
          </p:cNvSpPr>
          <p:nvPr/>
        </p:nvSpPr>
        <p:spPr>
          <a:xfrm>
            <a:off x="2827940" y="4085897"/>
            <a:ext cx="6141983" cy="394138"/>
          </a:xfrm>
          <a:custGeom>
            <a:avLst/>
            <a:gdLst/>
            <a:ahLst/>
            <a:cxnLst/>
            <a:rect l="0" t="0" r="0" b="0"/>
            <a:pathLst>
              <a:path w="6141983" h="394138">
                <a:moveTo>
                  <a:pt x="0" y="394138"/>
                </a:moveTo>
                <a:lnTo>
                  <a:pt x="6141983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94" name="anim_o6521_1">
            <a:extLst>
              <a:ext uri="{FF2B5EF4-FFF2-40B4-BE49-F238E27FC236}">
                <a16:creationId xmlns:a16="http://schemas.microsoft.com/office/drawing/2014/main" id="{E580F9D1-FE04-41D9-9E12-0C0EAC7C8CE6}"/>
              </a:ext>
            </a:extLst>
          </p:cNvPr>
          <p:cNvSpPr>
            <a:spLocks noGrp="1"/>
          </p:cNvSpPr>
          <p:nvPr/>
        </p:nvSpPr>
        <p:spPr>
          <a:xfrm>
            <a:off x="3222078" y="4085897"/>
            <a:ext cx="5747845" cy="394138"/>
          </a:xfrm>
          <a:custGeom>
            <a:avLst/>
            <a:gdLst/>
            <a:ahLst/>
            <a:cxnLst/>
            <a:rect l="0" t="0" r="0" b="0"/>
            <a:pathLst>
              <a:path w="5747845" h="394138">
                <a:moveTo>
                  <a:pt x="0" y="394138"/>
                </a:moveTo>
                <a:lnTo>
                  <a:pt x="5747845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95" name="anim_o6522_1">
            <a:extLst>
              <a:ext uri="{FF2B5EF4-FFF2-40B4-BE49-F238E27FC236}">
                <a16:creationId xmlns:a16="http://schemas.microsoft.com/office/drawing/2014/main" id="{48CED0B7-462E-40B0-ACAF-45FFE8E71EC4}"/>
              </a:ext>
            </a:extLst>
          </p:cNvPr>
          <p:cNvSpPr>
            <a:spLocks noGrp="1"/>
          </p:cNvSpPr>
          <p:nvPr/>
        </p:nvSpPr>
        <p:spPr>
          <a:xfrm>
            <a:off x="3616216" y="4085897"/>
            <a:ext cx="5353707" cy="394138"/>
          </a:xfrm>
          <a:custGeom>
            <a:avLst/>
            <a:gdLst/>
            <a:ahLst/>
            <a:cxnLst/>
            <a:rect l="0" t="0" r="0" b="0"/>
            <a:pathLst>
              <a:path w="5353707" h="394138">
                <a:moveTo>
                  <a:pt x="0" y="394138"/>
                </a:moveTo>
                <a:lnTo>
                  <a:pt x="5353707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96" name="anim_to6358_0_1">
            <a:extLst>
              <a:ext uri="{FF2B5EF4-FFF2-40B4-BE49-F238E27FC236}">
                <a16:creationId xmlns:a16="http://schemas.microsoft.com/office/drawing/2014/main" id="{B559C4D3-87AF-46C0-A849-F1EB87704776}"/>
              </a:ext>
            </a:extLst>
          </p:cNvPr>
          <p:cNvSpPr>
            <a:spLocks noGrp="1"/>
          </p:cNvSpPr>
          <p:nvPr/>
        </p:nvSpPr>
        <p:spPr>
          <a:xfrm>
            <a:off x="3129463" y="589389"/>
            <a:ext cx="5952124" cy="61095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84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84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84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Single 3x3 Convolution</a:t>
            </a:r>
          </a:p>
        </p:txBody>
      </p:sp>
      <p:sp>
        <p:nvSpPr>
          <p:cNvPr id="97" name="anim_to6431_0_1">
            <a:extLst>
              <a:ext uri="{FF2B5EF4-FFF2-40B4-BE49-F238E27FC236}">
                <a16:creationId xmlns:a16="http://schemas.microsoft.com/office/drawing/2014/main" id="{313EF455-0ECA-45C9-8BFE-95E111CEC560}"/>
              </a:ext>
            </a:extLst>
          </p:cNvPr>
          <p:cNvSpPr>
            <a:spLocks noGrp="1"/>
          </p:cNvSpPr>
          <p:nvPr/>
        </p:nvSpPr>
        <p:spPr>
          <a:xfrm>
            <a:off x="2540504" y="1658263"/>
            <a:ext cx="1382196" cy="61095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849" b="1">
                <a:solidFill>
                  <a:srgbClr val="6699CC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849" b="1">
                <a:solidFill>
                  <a:srgbClr val="6699CC"/>
                </a:solidFill>
                <a:latin typeface="Consolas"/>
                <a:ea typeface="Consolas"/>
                <a:cs typeface="Consolas"/>
              </a:defRPr>
            </a:pPr>
            <a:r>
              <a:rPr sz="3849" b="1">
                <a:solidFill>
                  <a:srgbClr val="6699CC"/>
                </a:solidFill>
                <a:latin typeface="Consolas"/>
                <a:ea typeface="Consolas"/>
                <a:cs typeface="Consolas"/>
              </a:rPr>
              <a:t>Input</a:t>
            </a:r>
          </a:p>
        </p:txBody>
      </p:sp>
      <p:sp>
        <p:nvSpPr>
          <p:cNvPr id="98" name="anim_to6437_0_1">
            <a:extLst>
              <a:ext uri="{FF2B5EF4-FFF2-40B4-BE49-F238E27FC236}">
                <a16:creationId xmlns:a16="http://schemas.microsoft.com/office/drawing/2014/main" id="{8CB143DC-5841-4B12-B4E3-E8EAC8FBA156}"/>
              </a:ext>
            </a:extLst>
          </p:cNvPr>
          <p:cNvSpPr>
            <a:spLocks noGrp="1"/>
          </p:cNvSpPr>
          <p:nvPr/>
        </p:nvSpPr>
        <p:spPr>
          <a:xfrm>
            <a:off x="2606691" y="2136829"/>
            <a:ext cx="1249823" cy="5507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70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70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pPr>
            <a:r>
              <a:rPr sz="3470" b="0">
                <a:solidFill>
                  <a:srgbClr val="BBBBBB"/>
                </a:solidFill>
                <a:latin typeface="Consolas"/>
                <a:ea typeface="Consolas"/>
                <a:cs typeface="Consolas"/>
              </a:rPr>
              <a:t>7 × 7</a:t>
            </a:r>
          </a:p>
        </p:txBody>
      </p:sp>
      <p:sp>
        <p:nvSpPr>
          <p:cNvPr id="99" name="anim_to6443_0_1">
            <a:extLst>
              <a:ext uri="{FF2B5EF4-FFF2-40B4-BE49-F238E27FC236}">
                <a16:creationId xmlns:a16="http://schemas.microsoft.com/office/drawing/2014/main" id="{EB54D55F-B98B-473C-9064-110338201E90}"/>
              </a:ext>
            </a:extLst>
          </p:cNvPr>
          <p:cNvSpPr>
            <a:spLocks noGrp="1"/>
          </p:cNvSpPr>
          <p:nvPr/>
        </p:nvSpPr>
        <p:spPr>
          <a:xfrm>
            <a:off x="2490985" y="5661540"/>
            <a:ext cx="1481235" cy="5466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43" b="1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43" b="1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pPr>
            <a:r>
              <a:rPr sz="3443" b="1">
                <a:solidFill>
                  <a:srgbClr val="DDDDDD"/>
                </a:solidFill>
                <a:latin typeface="Consolas"/>
                <a:ea typeface="Consolas"/>
                <a:cs typeface="Consolas"/>
              </a:rPr>
              <a:t>RF = 1</a:t>
            </a:r>
          </a:p>
        </p:txBody>
      </p:sp>
      <p:sp>
        <p:nvSpPr>
          <p:cNvPr id="100" name="anim_to6497_0_1">
            <a:extLst>
              <a:ext uri="{FF2B5EF4-FFF2-40B4-BE49-F238E27FC236}">
                <a16:creationId xmlns:a16="http://schemas.microsoft.com/office/drawing/2014/main" id="{EE6651DB-8E8D-4F41-9639-D76373830B5A}"/>
              </a:ext>
            </a:extLst>
          </p:cNvPr>
          <p:cNvSpPr>
            <a:spLocks noGrp="1"/>
          </p:cNvSpPr>
          <p:nvPr/>
        </p:nvSpPr>
        <p:spPr>
          <a:xfrm>
            <a:off x="5922760" y="3519367"/>
            <a:ext cx="759668" cy="5466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43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43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3443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3x3</a:t>
            </a:r>
          </a:p>
        </p:txBody>
      </p:sp>
      <p:sp>
        <p:nvSpPr>
          <p:cNvPr id="101" name="anim_to6476_0_1">
            <a:extLst>
              <a:ext uri="{FF2B5EF4-FFF2-40B4-BE49-F238E27FC236}">
                <a16:creationId xmlns:a16="http://schemas.microsoft.com/office/drawing/2014/main" id="{6B639C8E-E91F-40D7-8F1E-A49D45E0C21F}"/>
              </a:ext>
            </a:extLst>
          </p:cNvPr>
          <p:cNvSpPr>
            <a:spLocks noGrp="1"/>
          </p:cNvSpPr>
          <p:nvPr/>
        </p:nvSpPr>
        <p:spPr>
          <a:xfrm>
            <a:off x="8153940" y="2052401"/>
            <a:ext cx="1651016" cy="61095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849" b="1">
                <a:solidFill>
                  <a:srgbClr val="90EE9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849" b="1">
                <a:solidFill>
                  <a:srgbClr val="90EE90"/>
                </a:solidFill>
                <a:latin typeface="Consolas"/>
                <a:ea typeface="Consolas"/>
                <a:cs typeface="Consolas"/>
              </a:defRPr>
            </a:pPr>
            <a:r>
              <a:rPr sz="3849" b="1">
                <a:solidFill>
                  <a:srgbClr val="90EE90"/>
                </a:solidFill>
                <a:latin typeface="Consolas"/>
                <a:ea typeface="Consolas"/>
                <a:cs typeface="Consolas"/>
              </a:rPr>
              <a:t>Output</a:t>
            </a:r>
          </a:p>
        </p:txBody>
      </p:sp>
      <p:sp>
        <p:nvSpPr>
          <p:cNvPr id="102" name="anim_to6483_0_1">
            <a:extLst>
              <a:ext uri="{FF2B5EF4-FFF2-40B4-BE49-F238E27FC236}">
                <a16:creationId xmlns:a16="http://schemas.microsoft.com/office/drawing/2014/main" id="{E47C3EB6-9646-4A78-9736-AC7C62BD8486}"/>
              </a:ext>
            </a:extLst>
          </p:cNvPr>
          <p:cNvSpPr>
            <a:spLocks noGrp="1"/>
          </p:cNvSpPr>
          <p:nvPr/>
        </p:nvSpPr>
        <p:spPr>
          <a:xfrm>
            <a:off x="8354536" y="2533170"/>
            <a:ext cx="1249823" cy="5507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70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70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pPr>
            <a:r>
              <a:rPr sz="3470" b="0">
                <a:solidFill>
                  <a:srgbClr val="BBBBBB"/>
                </a:solidFill>
                <a:latin typeface="Consolas"/>
                <a:ea typeface="Consolas"/>
                <a:cs typeface="Consolas"/>
              </a:rPr>
              <a:t>5 × 5</a:t>
            </a:r>
          </a:p>
        </p:txBody>
      </p:sp>
      <p:sp>
        <p:nvSpPr>
          <p:cNvPr id="103" name="anim_to6489_0_1">
            <a:extLst>
              <a:ext uri="{FF2B5EF4-FFF2-40B4-BE49-F238E27FC236}">
                <a16:creationId xmlns:a16="http://schemas.microsoft.com/office/drawing/2014/main" id="{B18B6A64-B7AF-4996-B638-4D60F22390B4}"/>
              </a:ext>
            </a:extLst>
          </p:cNvPr>
          <p:cNvSpPr>
            <a:spLocks noGrp="1"/>
          </p:cNvSpPr>
          <p:nvPr/>
        </p:nvSpPr>
        <p:spPr>
          <a:xfrm>
            <a:off x="8238830" y="5271775"/>
            <a:ext cx="1481235" cy="5466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43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43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3443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RF = 3</a:t>
            </a:r>
          </a:p>
        </p:txBody>
      </p:sp>
      <p:sp>
        <p:nvSpPr>
          <p:cNvPr id="104" name="anim_o6524_1">
            <a:extLst>
              <a:ext uri="{FF2B5EF4-FFF2-40B4-BE49-F238E27FC236}">
                <a16:creationId xmlns:a16="http://schemas.microsoft.com/office/drawing/2014/main" id="{D1E2ECEE-8110-4593-A3B5-36105E8DB36B}"/>
              </a:ext>
            </a:extLst>
          </p:cNvPr>
          <p:cNvSpPr>
            <a:spLocks noGrp="1"/>
          </p:cNvSpPr>
          <p:nvPr/>
        </p:nvSpPr>
        <p:spPr>
          <a:xfrm>
            <a:off x="2236733" y="3100552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5" name="anim_o6525_1">
            <a:extLst>
              <a:ext uri="{FF2B5EF4-FFF2-40B4-BE49-F238E27FC236}">
                <a16:creationId xmlns:a16="http://schemas.microsoft.com/office/drawing/2014/main" id="{DE4DD7D3-2E79-46D5-83AD-C4FB0DBFE4B6}"/>
              </a:ext>
            </a:extLst>
          </p:cNvPr>
          <p:cNvSpPr>
            <a:spLocks noGrp="1"/>
          </p:cNvSpPr>
          <p:nvPr/>
        </p:nvSpPr>
        <p:spPr>
          <a:xfrm>
            <a:off x="2630871" y="3100552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6" name="anim_o6526_1">
            <a:extLst>
              <a:ext uri="{FF2B5EF4-FFF2-40B4-BE49-F238E27FC236}">
                <a16:creationId xmlns:a16="http://schemas.microsoft.com/office/drawing/2014/main" id="{57BBE6D5-7F53-4965-A1D9-AF2E83ECBE9C}"/>
              </a:ext>
            </a:extLst>
          </p:cNvPr>
          <p:cNvSpPr>
            <a:spLocks noGrp="1"/>
          </p:cNvSpPr>
          <p:nvPr/>
        </p:nvSpPr>
        <p:spPr>
          <a:xfrm>
            <a:off x="3025009" y="3100552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7" name="anim_o6527_1">
            <a:extLst>
              <a:ext uri="{FF2B5EF4-FFF2-40B4-BE49-F238E27FC236}">
                <a16:creationId xmlns:a16="http://schemas.microsoft.com/office/drawing/2014/main" id="{C13BCFC0-D88A-430C-9D4B-AA0EE9FBAEFB}"/>
              </a:ext>
            </a:extLst>
          </p:cNvPr>
          <p:cNvSpPr>
            <a:spLocks noGrp="1"/>
          </p:cNvSpPr>
          <p:nvPr/>
        </p:nvSpPr>
        <p:spPr>
          <a:xfrm>
            <a:off x="2236733" y="3494690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8" name="anim_o6528_1">
            <a:extLst>
              <a:ext uri="{FF2B5EF4-FFF2-40B4-BE49-F238E27FC236}">
                <a16:creationId xmlns:a16="http://schemas.microsoft.com/office/drawing/2014/main" id="{B3C1A187-1912-49DA-B134-3601BA0B9A86}"/>
              </a:ext>
            </a:extLst>
          </p:cNvPr>
          <p:cNvSpPr>
            <a:spLocks noGrp="1"/>
          </p:cNvSpPr>
          <p:nvPr/>
        </p:nvSpPr>
        <p:spPr>
          <a:xfrm>
            <a:off x="2630871" y="3494690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9" name="anim_o6529_1">
            <a:extLst>
              <a:ext uri="{FF2B5EF4-FFF2-40B4-BE49-F238E27FC236}">
                <a16:creationId xmlns:a16="http://schemas.microsoft.com/office/drawing/2014/main" id="{47032725-503B-414F-957F-0539040114BA}"/>
              </a:ext>
            </a:extLst>
          </p:cNvPr>
          <p:cNvSpPr>
            <a:spLocks noGrp="1"/>
          </p:cNvSpPr>
          <p:nvPr/>
        </p:nvSpPr>
        <p:spPr>
          <a:xfrm>
            <a:off x="3025009" y="3494690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0" name="anim_o6530_1">
            <a:extLst>
              <a:ext uri="{FF2B5EF4-FFF2-40B4-BE49-F238E27FC236}">
                <a16:creationId xmlns:a16="http://schemas.microsoft.com/office/drawing/2014/main" id="{F0544594-34BC-4DAC-9BD7-954627B19BBA}"/>
              </a:ext>
            </a:extLst>
          </p:cNvPr>
          <p:cNvSpPr>
            <a:spLocks noGrp="1"/>
          </p:cNvSpPr>
          <p:nvPr/>
        </p:nvSpPr>
        <p:spPr>
          <a:xfrm>
            <a:off x="2236733" y="3888828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1" name="anim_o6531_1">
            <a:extLst>
              <a:ext uri="{FF2B5EF4-FFF2-40B4-BE49-F238E27FC236}">
                <a16:creationId xmlns:a16="http://schemas.microsoft.com/office/drawing/2014/main" id="{28AF4233-ADC9-4EAF-B23C-DF61117731AD}"/>
              </a:ext>
            </a:extLst>
          </p:cNvPr>
          <p:cNvSpPr>
            <a:spLocks noGrp="1"/>
          </p:cNvSpPr>
          <p:nvPr/>
        </p:nvSpPr>
        <p:spPr>
          <a:xfrm>
            <a:off x="2630871" y="3888828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2" name="anim_o6532_1">
            <a:extLst>
              <a:ext uri="{FF2B5EF4-FFF2-40B4-BE49-F238E27FC236}">
                <a16:creationId xmlns:a16="http://schemas.microsoft.com/office/drawing/2014/main" id="{36DAA934-9B03-48EA-9873-0FDB98591344}"/>
              </a:ext>
            </a:extLst>
          </p:cNvPr>
          <p:cNvSpPr>
            <a:spLocks noGrp="1"/>
          </p:cNvSpPr>
          <p:nvPr/>
        </p:nvSpPr>
        <p:spPr>
          <a:xfrm>
            <a:off x="3025009" y="3888828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3" name="anim_o6534_1">
            <a:extLst>
              <a:ext uri="{FF2B5EF4-FFF2-40B4-BE49-F238E27FC236}">
                <a16:creationId xmlns:a16="http://schemas.microsoft.com/office/drawing/2014/main" id="{F9055202-EC4C-41B7-A673-924019ABD511}"/>
              </a:ext>
            </a:extLst>
          </p:cNvPr>
          <p:cNvSpPr>
            <a:spLocks noGrp="1"/>
          </p:cNvSpPr>
          <p:nvPr/>
        </p:nvSpPr>
        <p:spPr>
          <a:xfrm>
            <a:off x="2433802" y="3297621"/>
            <a:ext cx="6141983" cy="394138"/>
          </a:xfrm>
          <a:custGeom>
            <a:avLst/>
            <a:gdLst/>
            <a:ahLst/>
            <a:cxnLst/>
            <a:rect l="0" t="0" r="0" b="0"/>
            <a:pathLst>
              <a:path w="6141983" h="394138">
                <a:moveTo>
                  <a:pt x="0" y="0"/>
                </a:moveTo>
                <a:lnTo>
                  <a:pt x="6141983" y="394138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14" name="anim_o6535_1">
            <a:extLst>
              <a:ext uri="{FF2B5EF4-FFF2-40B4-BE49-F238E27FC236}">
                <a16:creationId xmlns:a16="http://schemas.microsoft.com/office/drawing/2014/main" id="{0BA2EB27-E73A-4B28-AC85-0E1C73E014AE}"/>
              </a:ext>
            </a:extLst>
          </p:cNvPr>
          <p:cNvSpPr>
            <a:spLocks noGrp="1"/>
          </p:cNvSpPr>
          <p:nvPr/>
        </p:nvSpPr>
        <p:spPr>
          <a:xfrm>
            <a:off x="2827940" y="3297621"/>
            <a:ext cx="5747845" cy="394138"/>
          </a:xfrm>
          <a:custGeom>
            <a:avLst/>
            <a:gdLst/>
            <a:ahLst/>
            <a:cxnLst/>
            <a:rect l="0" t="0" r="0" b="0"/>
            <a:pathLst>
              <a:path w="5747845" h="394138">
                <a:moveTo>
                  <a:pt x="0" y="0"/>
                </a:moveTo>
                <a:lnTo>
                  <a:pt x="5747845" y="394138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15" name="anim_o6536_1">
            <a:extLst>
              <a:ext uri="{FF2B5EF4-FFF2-40B4-BE49-F238E27FC236}">
                <a16:creationId xmlns:a16="http://schemas.microsoft.com/office/drawing/2014/main" id="{031D5BCC-1C11-4DCA-A274-5683A3B5AF38}"/>
              </a:ext>
            </a:extLst>
          </p:cNvPr>
          <p:cNvSpPr>
            <a:spLocks noGrp="1"/>
          </p:cNvSpPr>
          <p:nvPr/>
        </p:nvSpPr>
        <p:spPr>
          <a:xfrm>
            <a:off x="3222078" y="3297621"/>
            <a:ext cx="5353707" cy="394138"/>
          </a:xfrm>
          <a:custGeom>
            <a:avLst/>
            <a:gdLst/>
            <a:ahLst/>
            <a:cxnLst/>
            <a:rect l="0" t="0" r="0" b="0"/>
            <a:pathLst>
              <a:path w="5353707" h="394138">
                <a:moveTo>
                  <a:pt x="0" y="0"/>
                </a:moveTo>
                <a:lnTo>
                  <a:pt x="5353707" y="394138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16" name="anim_o6537_1">
            <a:extLst>
              <a:ext uri="{FF2B5EF4-FFF2-40B4-BE49-F238E27FC236}">
                <a16:creationId xmlns:a16="http://schemas.microsoft.com/office/drawing/2014/main" id="{76D3A2D8-990D-4928-A822-CB2515DD1025}"/>
              </a:ext>
            </a:extLst>
          </p:cNvPr>
          <p:cNvSpPr>
            <a:spLocks noGrp="1"/>
          </p:cNvSpPr>
          <p:nvPr/>
        </p:nvSpPr>
        <p:spPr>
          <a:xfrm>
            <a:off x="2433802" y="3691759"/>
            <a:ext cx="6141983" cy="953"/>
          </a:xfrm>
          <a:custGeom>
            <a:avLst/>
            <a:gdLst/>
            <a:ahLst/>
            <a:cxnLst/>
            <a:rect l="0" t="0" r="0" b="0"/>
            <a:pathLst>
              <a:path w="6141983" h="953">
                <a:moveTo>
                  <a:pt x="0" y="0"/>
                </a:moveTo>
                <a:lnTo>
                  <a:pt x="6141983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17" name="anim_o6538_1">
            <a:extLst>
              <a:ext uri="{FF2B5EF4-FFF2-40B4-BE49-F238E27FC236}">
                <a16:creationId xmlns:a16="http://schemas.microsoft.com/office/drawing/2014/main" id="{59568486-6EA0-4484-A2BF-D511C647FBCE}"/>
              </a:ext>
            </a:extLst>
          </p:cNvPr>
          <p:cNvSpPr>
            <a:spLocks noGrp="1"/>
          </p:cNvSpPr>
          <p:nvPr/>
        </p:nvSpPr>
        <p:spPr>
          <a:xfrm>
            <a:off x="2827940" y="3691759"/>
            <a:ext cx="5747845" cy="953"/>
          </a:xfrm>
          <a:custGeom>
            <a:avLst/>
            <a:gdLst/>
            <a:ahLst/>
            <a:cxnLst/>
            <a:rect l="0" t="0" r="0" b="0"/>
            <a:pathLst>
              <a:path w="5747845" h="953">
                <a:moveTo>
                  <a:pt x="0" y="0"/>
                </a:moveTo>
                <a:lnTo>
                  <a:pt x="5747845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18" name="anim_o6539_1">
            <a:extLst>
              <a:ext uri="{FF2B5EF4-FFF2-40B4-BE49-F238E27FC236}">
                <a16:creationId xmlns:a16="http://schemas.microsoft.com/office/drawing/2014/main" id="{AC6D575A-2852-48DB-A56D-116B7470A142}"/>
              </a:ext>
            </a:extLst>
          </p:cNvPr>
          <p:cNvSpPr>
            <a:spLocks noGrp="1"/>
          </p:cNvSpPr>
          <p:nvPr/>
        </p:nvSpPr>
        <p:spPr>
          <a:xfrm>
            <a:off x="3222078" y="3691759"/>
            <a:ext cx="5353707" cy="953"/>
          </a:xfrm>
          <a:custGeom>
            <a:avLst/>
            <a:gdLst/>
            <a:ahLst/>
            <a:cxnLst/>
            <a:rect l="0" t="0" r="0" b="0"/>
            <a:pathLst>
              <a:path w="5353707" h="953">
                <a:moveTo>
                  <a:pt x="0" y="0"/>
                </a:moveTo>
                <a:lnTo>
                  <a:pt x="5353707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19" name="anim_o6540_1">
            <a:extLst>
              <a:ext uri="{FF2B5EF4-FFF2-40B4-BE49-F238E27FC236}">
                <a16:creationId xmlns:a16="http://schemas.microsoft.com/office/drawing/2014/main" id="{2230D36D-B5FD-4ED0-9F8C-8586335EA9EC}"/>
              </a:ext>
            </a:extLst>
          </p:cNvPr>
          <p:cNvSpPr>
            <a:spLocks noGrp="1"/>
          </p:cNvSpPr>
          <p:nvPr/>
        </p:nvSpPr>
        <p:spPr>
          <a:xfrm>
            <a:off x="2433802" y="3691759"/>
            <a:ext cx="6141983" cy="394138"/>
          </a:xfrm>
          <a:custGeom>
            <a:avLst/>
            <a:gdLst/>
            <a:ahLst/>
            <a:cxnLst/>
            <a:rect l="0" t="0" r="0" b="0"/>
            <a:pathLst>
              <a:path w="6141983" h="394138">
                <a:moveTo>
                  <a:pt x="0" y="394138"/>
                </a:moveTo>
                <a:lnTo>
                  <a:pt x="6141983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20" name="anim_o6541_1">
            <a:extLst>
              <a:ext uri="{FF2B5EF4-FFF2-40B4-BE49-F238E27FC236}">
                <a16:creationId xmlns:a16="http://schemas.microsoft.com/office/drawing/2014/main" id="{41C61144-4821-48C0-90DD-ABA742A7D4AF}"/>
              </a:ext>
            </a:extLst>
          </p:cNvPr>
          <p:cNvSpPr>
            <a:spLocks noGrp="1"/>
          </p:cNvSpPr>
          <p:nvPr/>
        </p:nvSpPr>
        <p:spPr>
          <a:xfrm>
            <a:off x="2827940" y="3691759"/>
            <a:ext cx="5747845" cy="394138"/>
          </a:xfrm>
          <a:custGeom>
            <a:avLst/>
            <a:gdLst/>
            <a:ahLst/>
            <a:cxnLst/>
            <a:rect l="0" t="0" r="0" b="0"/>
            <a:pathLst>
              <a:path w="5747845" h="394138">
                <a:moveTo>
                  <a:pt x="0" y="394138"/>
                </a:moveTo>
                <a:lnTo>
                  <a:pt x="5747845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21" name="anim_o6542_1">
            <a:extLst>
              <a:ext uri="{FF2B5EF4-FFF2-40B4-BE49-F238E27FC236}">
                <a16:creationId xmlns:a16="http://schemas.microsoft.com/office/drawing/2014/main" id="{4728DB71-F96B-4A49-9B5F-FD1E2F59E3C8}"/>
              </a:ext>
            </a:extLst>
          </p:cNvPr>
          <p:cNvSpPr>
            <a:spLocks noGrp="1"/>
          </p:cNvSpPr>
          <p:nvPr/>
        </p:nvSpPr>
        <p:spPr>
          <a:xfrm>
            <a:off x="3222078" y="3691759"/>
            <a:ext cx="5353707" cy="394138"/>
          </a:xfrm>
          <a:custGeom>
            <a:avLst/>
            <a:gdLst/>
            <a:ahLst/>
            <a:cxnLst/>
            <a:rect l="0" t="0" r="0" b="0"/>
            <a:pathLst>
              <a:path w="5353707" h="394138">
                <a:moveTo>
                  <a:pt x="0" y="394138"/>
                </a:moveTo>
                <a:lnTo>
                  <a:pt x="5353707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22" name="anim_o6544_1">
            <a:extLst>
              <a:ext uri="{FF2B5EF4-FFF2-40B4-BE49-F238E27FC236}">
                <a16:creationId xmlns:a16="http://schemas.microsoft.com/office/drawing/2014/main" id="{B165D3F1-A73D-4F31-869E-166AF071C795}"/>
              </a:ext>
            </a:extLst>
          </p:cNvPr>
          <p:cNvSpPr>
            <a:spLocks noGrp="1"/>
          </p:cNvSpPr>
          <p:nvPr/>
        </p:nvSpPr>
        <p:spPr>
          <a:xfrm>
            <a:off x="3025009" y="3100552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3" name="anim_o6545_1">
            <a:extLst>
              <a:ext uri="{FF2B5EF4-FFF2-40B4-BE49-F238E27FC236}">
                <a16:creationId xmlns:a16="http://schemas.microsoft.com/office/drawing/2014/main" id="{225D87C0-C57F-4125-880D-1FBD685657C1}"/>
              </a:ext>
            </a:extLst>
          </p:cNvPr>
          <p:cNvSpPr>
            <a:spLocks noGrp="1"/>
          </p:cNvSpPr>
          <p:nvPr/>
        </p:nvSpPr>
        <p:spPr>
          <a:xfrm>
            <a:off x="3419147" y="3100552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4" name="anim_o6546_1">
            <a:extLst>
              <a:ext uri="{FF2B5EF4-FFF2-40B4-BE49-F238E27FC236}">
                <a16:creationId xmlns:a16="http://schemas.microsoft.com/office/drawing/2014/main" id="{C0DBB6E7-4A94-430C-960E-38561137BF87}"/>
              </a:ext>
            </a:extLst>
          </p:cNvPr>
          <p:cNvSpPr>
            <a:spLocks noGrp="1"/>
          </p:cNvSpPr>
          <p:nvPr/>
        </p:nvSpPr>
        <p:spPr>
          <a:xfrm>
            <a:off x="3813284" y="3100552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5" name="anim_o6547_1">
            <a:extLst>
              <a:ext uri="{FF2B5EF4-FFF2-40B4-BE49-F238E27FC236}">
                <a16:creationId xmlns:a16="http://schemas.microsoft.com/office/drawing/2014/main" id="{E923E9E3-0810-4776-ACC1-E925C83FBFF0}"/>
              </a:ext>
            </a:extLst>
          </p:cNvPr>
          <p:cNvSpPr>
            <a:spLocks noGrp="1"/>
          </p:cNvSpPr>
          <p:nvPr/>
        </p:nvSpPr>
        <p:spPr>
          <a:xfrm>
            <a:off x="3025009" y="3494690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6" name="anim_o6548_1">
            <a:extLst>
              <a:ext uri="{FF2B5EF4-FFF2-40B4-BE49-F238E27FC236}">
                <a16:creationId xmlns:a16="http://schemas.microsoft.com/office/drawing/2014/main" id="{B84FBFB7-FD85-4B69-986E-0614251886EC}"/>
              </a:ext>
            </a:extLst>
          </p:cNvPr>
          <p:cNvSpPr>
            <a:spLocks noGrp="1"/>
          </p:cNvSpPr>
          <p:nvPr/>
        </p:nvSpPr>
        <p:spPr>
          <a:xfrm>
            <a:off x="3419147" y="3494690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7" name="anim_o6549_1">
            <a:extLst>
              <a:ext uri="{FF2B5EF4-FFF2-40B4-BE49-F238E27FC236}">
                <a16:creationId xmlns:a16="http://schemas.microsoft.com/office/drawing/2014/main" id="{B61C5139-4028-4F78-84C1-D6B8646A168E}"/>
              </a:ext>
            </a:extLst>
          </p:cNvPr>
          <p:cNvSpPr>
            <a:spLocks noGrp="1"/>
          </p:cNvSpPr>
          <p:nvPr/>
        </p:nvSpPr>
        <p:spPr>
          <a:xfrm>
            <a:off x="3813284" y="3494690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8" name="anim_o6550_1">
            <a:extLst>
              <a:ext uri="{FF2B5EF4-FFF2-40B4-BE49-F238E27FC236}">
                <a16:creationId xmlns:a16="http://schemas.microsoft.com/office/drawing/2014/main" id="{079ADC49-FDF7-41AA-B40B-F444FF5B41DC}"/>
              </a:ext>
            </a:extLst>
          </p:cNvPr>
          <p:cNvSpPr>
            <a:spLocks noGrp="1"/>
          </p:cNvSpPr>
          <p:nvPr/>
        </p:nvSpPr>
        <p:spPr>
          <a:xfrm>
            <a:off x="3025009" y="3888828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9" name="anim_o6551_1">
            <a:extLst>
              <a:ext uri="{FF2B5EF4-FFF2-40B4-BE49-F238E27FC236}">
                <a16:creationId xmlns:a16="http://schemas.microsoft.com/office/drawing/2014/main" id="{B3E63B2B-12A5-4DE3-8C3A-2C5D0D4ED598}"/>
              </a:ext>
            </a:extLst>
          </p:cNvPr>
          <p:cNvSpPr>
            <a:spLocks noGrp="1"/>
          </p:cNvSpPr>
          <p:nvPr/>
        </p:nvSpPr>
        <p:spPr>
          <a:xfrm>
            <a:off x="3419147" y="3888828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0" name="anim_o6552_1">
            <a:extLst>
              <a:ext uri="{FF2B5EF4-FFF2-40B4-BE49-F238E27FC236}">
                <a16:creationId xmlns:a16="http://schemas.microsoft.com/office/drawing/2014/main" id="{0687EB20-DCAD-4B9E-A363-8462621FF846}"/>
              </a:ext>
            </a:extLst>
          </p:cNvPr>
          <p:cNvSpPr>
            <a:spLocks noGrp="1"/>
          </p:cNvSpPr>
          <p:nvPr/>
        </p:nvSpPr>
        <p:spPr>
          <a:xfrm>
            <a:off x="3813284" y="3888828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1" name="anim_o6554_1">
            <a:extLst>
              <a:ext uri="{FF2B5EF4-FFF2-40B4-BE49-F238E27FC236}">
                <a16:creationId xmlns:a16="http://schemas.microsoft.com/office/drawing/2014/main" id="{F095D850-A224-4335-9794-A068437C4212}"/>
              </a:ext>
            </a:extLst>
          </p:cNvPr>
          <p:cNvSpPr>
            <a:spLocks noGrp="1"/>
          </p:cNvSpPr>
          <p:nvPr/>
        </p:nvSpPr>
        <p:spPr>
          <a:xfrm>
            <a:off x="3222078" y="3297621"/>
            <a:ext cx="6141983" cy="394138"/>
          </a:xfrm>
          <a:custGeom>
            <a:avLst/>
            <a:gdLst/>
            <a:ahLst/>
            <a:cxnLst/>
            <a:rect l="0" t="0" r="0" b="0"/>
            <a:pathLst>
              <a:path w="6141983" h="394138">
                <a:moveTo>
                  <a:pt x="0" y="0"/>
                </a:moveTo>
                <a:lnTo>
                  <a:pt x="6141983" y="394138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32" name="anim_o6555_1">
            <a:extLst>
              <a:ext uri="{FF2B5EF4-FFF2-40B4-BE49-F238E27FC236}">
                <a16:creationId xmlns:a16="http://schemas.microsoft.com/office/drawing/2014/main" id="{546BAE65-B53D-4C6B-AC20-8E7C2CD955A6}"/>
              </a:ext>
            </a:extLst>
          </p:cNvPr>
          <p:cNvSpPr>
            <a:spLocks noGrp="1"/>
          </p:cNvSpPr>
          <p:nvPr/>
        </p:nvSpPr>
        <p:spPr>
          <a:xfrm>
            <a:off x="3616216" y="3297621"/>
            <a:ext cx="5747845" cy="394138"/>
          </a:xfrm>
          <a:custGeom>
            <a:avLst/>
            <a:gdLst/>
            <a:ahLst/>
            <a:cxnLst/>
            <a:rect l="0" t="0" r="0" b="0"/>
            <a:pathLst>
              <a:path w="5747845" h="394138">
                <a:moveTo>
                  <a:pt x="0" y="0"/>
                </a:moveTo>
                <a:lnTo>
                  <a:pt x="5747845" y="394138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33" name="anim_o6556_1">
            <a:extLst>
              <a:ext uri="{FF2B5EF4-FFF2-40B4-BE49-F238E27FC236}">
                <a16:creationId xmlns:a16="http://schemas.microsoft.com/office/drawing/2014/main" id="{4999A68B-37BE-4F7F-A77A-4327BCC0C2D7}"/>
              </a:ext>
            </a:extLst>
          </p:cNvPr>
          <p:cNvSpPr>
            <a:spLocks noGrp="1"/>
          </p:cNvSpPr>
          <p:nvPr/>
        </p:nvSpPr>
        <p:spPr>
          <a:xfrm>
            <a:off x="4010353" y="3297621"/>
            <a:ext cx="5353707" cy="394138"/>
          </a:xfrm>
          <a:custGeom>
            <a:avLst/>
            <a:gdLst/>
            <a:ahLst/>
            <a:cxnLst/>
            <a:rect l="0" t="0" r="0" b="0"/>
            <a:pathLst>
              <a:path w="5353707" h="394138">
                <a:moveTo>
                  <a:pt x="0" y="0"/>
                </a:moveTo>
                <a:lnTo>
                  <a:pt x="5353707" y="394138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34" name="anim_o6557_1">
            <a:extLst>
              <a:ext uri="{FF2B5EF4-FFF2-40B4-BE49-F238E27FC236}">
                <a16:creationId xmlns:a16="http://schemas.microsoft.com/office/drawing/2014/main" id="{81F8D528-8357-4D04-8B76-FFB3E2E2CD15}"/>
              </a:ext>
            </a:extLst>
          </p:cNvPr>
          <p:cNvSpPr>
            <a:spLocks noGrp="1"/>
          </p:cNvSpPr>
          <p:nvPr/>
        </p:nvSpPr>
        <p:spPr>
          <a:xfrm>
            <a:off x="3222078" y="3691759"/>
            <a:ext cx="6141983" cy="953"/>
          </a:xfrm>
          <a:custGeom>
            <a:avLst/>
            <a:gdLst/>
            <a:ahLst/>
            <a:cxnLst/>
            <a:rect l="0" t="0" r="0" b="0"/>
            <a:pathLst>
              <a:path w="6141983" h="953">
                <a:moveTo>
                  <a:pt x="0" y="0"/>
                </a:moveTo>
                <a:lnTo>
                  <a:pt x="6141983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35" name="anim_o6558_1">
            <a:extLst>
              <a:ext uri="{FF2B5EF4-FFF2-40B4-BE49-F238E27FC236}">
                <a16:creationId xmlns:a16="http://schemas.microsoft.com/office/drawing/2014/main" id="{88459FAB-C3C8-4FFB-9567-586A2278A993}"/>
              </a:ext>
            </a:extLst>
          </p:cNvPr>
          <p:cNvSpPr>
            <a:spLocks noGrp="1"/>
          </p:cNvSpPr>
          <p:nvPr/>
        </p:nvSpPr>
        <p:spPr>
          <a:xfrm>
            <a:off x="3616216" y="3691759"/>
            <a:ext cx="5747845" cy="953"/>
          </a:xfrm>
          <a:custGeom>
            <a:avLst/>
            <a:gdLst/>
            <a:ahLst/>
            <a:cxnLst/>
            <a:rect l="0" t="0" r="0" b="0"/>
            <a:pathLst>
              <a:path w="5747845" h="953">
                <a:moveTo>
                  <a:pt x="0" y="0"/>
                </a:moveTo>
                <a:lnTo>
                  <a:pt x="5747845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36" name="anim_o6559_1">
            <a:extLst>
              <a:ext uri="{FF2B5EF4-FFF2-40B4-BE49-F238E27FC236}">
                <a16:creationId xmlns:a16="http://schemas.microsoft.com/office/drawing/2014/main" id="{0D7E7B45-D59A-4582-BA26-059F7E4A2B7A}"/>
              </a:ext>
            </a:extLst>
          </p:cNvPr>
          <p:cNvSpPr>
            <a:spLocks noGrp="1"/>
          </p:cNvSpPr>
          <p:nvPr/>
        </p:nvSpPr>
        <p:spPr>
          <a:xfrm>
            <a:off x="4010353" y="3691759"/>
            <a:ext cx="5353707" cy="953"/>
          </a:xfrm>
          <a:custGeom>
            <a:avLst/>
            <a:gdLst/>
            <a:ahLst/>
            <a:cxnLst/>
            <a:rect l="0" t="0" r="0" b="0"/>
            <a:pathLst>
              <a:path w="5353707" h="953">
                <a:moveTo>
                  <a:pt x="0" y="0"/>
                </a:moveTo>
                <a:lnTo>
                  <a:pt x="5353707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37" name="anim_o6560_1">
            <a:extLst>
              <a:ext uri="{FF2B5EF4-FFF2-40B4-BE49-F238E27FC236}">
                <a16:creationId xmlns:a16="http://schemas.microsoft.com/office/drawing/2014/main" id="{FB351182-03E1-4710-9D83-61C09128DA37}"/>
              </a:ext>
            </a:extLst>
          </p:cNvPr>
          <p:cNvSpPr>
            <a:spLocks noGrp="1"/>
          </p:cNvSpPr>
          <p:nvPr/>
        </p:nvSpPr>
        <p:spPr>
          <a:xfrm>
            <a:off x="3222078" y="3691759"/>
            <a:ext cx="6141983" cy="394138"/>
          </a:xfrm>
          <a:custGeom>
            <a:avLst/>
            <a:gdLst/>
            <a:ahLst/>
            <a:cxnLst/>
            <a:rect l="0" t="0" r="0" b="0"/>
            <a:pathLst>
              <a:path w="6141983" h="394138">
                <a:moveTo>
                  <a:pt x="0" y="394138"/>
                </a:moveTo>
                <a:lnTo>
                  <a:pt x="6141983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38" name="anim_o6561_1">
            <a:extLst>
              <a:ext uri="{FF2B5EF4-FFF2-40B4-BE49-F238E27FC236}">
                <a16:creationId xmlns:a16="http://schemas.microsoft.com/office/drawing/2014/main" id="{9E3CD316-2C2A-4559-AFFD-C16EC1BCB02D}"/>
              </a:ext>
            </a:extLst>
          </p:cNvPr>
          <p:cNvSpPr>
            <a:spLocks noGrp="1"/>
          </p:cNvSpPr>
          <p:nvPr/>
        </p:nvSpPr>
        <p:spPr>
          <a:xfrm>
            <a:off x="3616216" y="3691759"/>
            <a:ext cx="5747845" cy="394138"/>
          </a:xfrm>
          <a:custGeom>
            <a:avLst/>
            <a:gdLst/>
            <a:ahLst/>
            <a:cxnLst/>
            <a:rect l="0" t="0" r="0" b="0"/>
            <a:pathLst>
              <a:path w="5747845" h="394138">
                <a:moveTo>
                  <a:pt x="0" y="394138"/>
                </a:moveTo>
                <a:lnTo>
                  <a:pt x="5747845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39" name="anim_o6562_1">
            <a:extLst>
              <a:ext uri="{FF2B5EF4-FFF2-40B4-BE49-F238E27FC236}">
                <a16:creationId xmlns:a16="http://schemas.microsoft.com/office/drawing/2014/main" id="{D620AB3E-B934-4BDE-AC94-1E9D7C3EEEC9}"/>
              </a:ext>
            </a:extLst>
          </p:cNvPr>
          <p:cNvSpPr>
            <a:spLocks noGrp="1"/>
          </p:cNvSpPr>
          <p:nvPr/>
        </p:nvSpPr>
        <p:spPr>
          <a:xfrm>
            <a:off x="4010353" y="3691759"/>
            <a:ext cx="5353707" cy="394138"/>
          </a:xfrm>
          <a:custGeom>
            <a:avLst/>
            <a:gdLst/>
            <a:ahLst/>
            <a:cxnLst/>
            <a:rect l="0" t="0" r="0" b="0"/>
            <a:pathLst>
              <a:path w="5353707" h="394138">
                <a:moveTo>
                  <a:pt x="0" y="394138"/>
                </a:moveTo>
                <a:lnTo>
                  <a:pt x="5353707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40" name="anim_o6564_1">
            <a:extLst>
              <a:ext uri="{FF2B5EF4-FFF2-40B4-BE49-F238E27FC236}">
                <a16:creationId xmlns:a16="http://schemas.microsoft.com/office/drawing/2014/main" id="{23D4AFAD-FD97-47CC-9D9B-19FB9579750E}"/>
              </a:ext>
            </a:extLst>
          </p:cNvPr>
          <p:cNvSpPr>
            <a:spLocks noGrp="1"/>
          </p:cNvSpPr>
          <p:nvPr/>
        </p:nvSpPr>
        <p:spPr>
          <a:xfrm>
            <a:off x="2236733" y="3888828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1" name="anim_o6565_1">
            <a:extLst>
              <a:ext uri="{FF2B5EF4-FFF2-40B4-BE49-F238E27FC236}">
                <a16:creationId xmlns:a16="http://schemas.microsoft.com/office/drawing/2014/main" id="{A7574107-A78F-45DA-A902-808D518A90B3}"/>
              </a:ext>
            </a:extLst>
          </p:cNvPr>
          <p:cNvSpPr>
            <a:spLocks noGrp="1"/>
          </p:cNvSpPr>
          <p:nvPr/>
        </p:nvSpPr>
        <p:spPr>
          <a:xfrm>
            <a:off x="2630871" y="3888828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2" name="anim_o6566_1">
            <a:extLst>
              <a:ext uri="{FF2B5EF4-FFF2-40B4-BE49-F238E27FC236}">
                <a16:creationId xmlns:a16="http://schemas.microsoft.com/office/drawing/2014/main" id="{B34F9E2C-DFD1-4E7B-ADED-5F85C45D98FD}"/>
              </a:ext>
            </a:extLst>
          </p:cNvPr>
          <p:cNvSpPr>
            <a:spLocks noGrp="1"/>
          </p:cNvSpPr>
          <p:nvPr/>
        </p:nvSpPr>
        <p:spPr>
          <a:xfrm>
            <a:off x="3025009" y="3888828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3" name="anim_o6567_1">
            <a:extLst>
              <a:ext uri="{FF2B5EF4-FFF2-40B4-BE49-F238E27FC236}">
                <a16:creationId xmlns:a16="http://schemas.microsoft.com/office/drawing/2014/main" id="{7D4F7D48-CF3B-4C4B-AA2E-C5B96115ADD4}"/>
              </a:ext>
            </a:extLst>
          </p:cNvPr>
          <p:cNvSpPr>
            <a:spLocks noGrp="1"/>
          </p:cNvSpPr>
          <p:nvPr/>
        </p:nvSpPr>
        <p:spPr>
          <a:xfrm>
            <a:off x="2236733" y="4282966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4" name="anim_o6568_1">
            <a:extLst>
              <a:ext uri="{FF2B5EF4-FFF2-40B4-BE49-F238E27FC236}">
                <a16:creationId xmlns:a16="http://schemas.microsoft.com/office/drawing/2014/main" id="{7E0B9E37-4614-4BD0-9844-03814481ABDB}"/>
              </a:ext>
            </a:extLst>
          </p:cNvPr>
          <p:cNvSpPr>
            <a:spLocks noGrp="1"/>
          </p:cNvSpPr>
          <p:nvPr/>
        </p:nvSpPr>
        <p:spPr>
          <a:xfrm>
            <a:off x="2630871" y="4282966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5" name="anim_o6569_1">
            <a:extLst>
              <a:ext uri="{FF2B5EF4-FFF2-40B4-BE49-F238E27FC236}">
                <a16:creationId xmlns:a16="http://schemas.microsoft.com/office/drawing/2014/main" id="{123CB5BC-3838-4AE0-9EE3-9337A918BAB2}"/>
              </a:ext>
            </a:extLst>
          </p:cNvPr>
          <p:cNvSpPr>
            <a:spLocks noGrp="1"/>
          </p:cNvSpPr>
          <p:nvPr/>
        </p:nvSpPr>
        <p:spPr>
          <a:xfrm>
            <a:off x="3025009" y="4282966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6" name="anim_o6570_1">
            <a:extLst>
              <a:ext uri="{FF2B5EF4-FFF2-40B4-BE49-F238E27FC236}">
                <a16:creationId xmlns:a16="http://schemas.microsoft.com/office/drawing/2014/main" id="{BEFFC3DA-5429-457A-9428-1D36A185CB00}"/>
              </a:ext>
            </a:extLst>
          </p:cNvPr>
          <p:cNvSpPr>
            <a:spLocks noGrp="1"/>
          </p:cNvSpPr>
          <p:nvPr/>
        </p:nvSpPr>
        <p:spPr>
          <a:xfrm>
            <a:off x="2236733" y="4677103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7" name="anim_o6571_1">
            <a:extLst>
              <a:ext uri="{FF2B5EF4-FFF2-40B4-BE49-F238E27FC236}">
                <a16:creationId xmlns:a16="http://schemas.microsoft.com/office/drawing/2014/main" id="{85A4898C-365F-4A8F-9BB6-7EEC66D115B1}"/>
              </a:ext>
            </a:extLst>
          </p:cNvPr>
          <p:cNvSpPr>
            <a:spLocks noGrp="1"/>
          </p:cNvSpPr>
          <p:nvPr/>
        </p:nvSpPr>
        <p:spPr>
          <a:xfrm>
            <a:off x="2630871" y="4677103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8" name="anim_o6572_1">
            <a:extLst>
              <a:ext uri="{FF2B5EF4-FFF2-40B4-BE49-F238E27FC236}">
                <a16:creationId xmlns:a16="http://schemas.microsoft.com/office/drawing/2014/main" id="{A2004FD5-67A6-42F5-AEFE-3D551B531235}"/>
              </a:ext>
            </a:extLst>
          </p:cNvPr>
          <p:cNvSpPr>
            <a:spLocks noGrp="1"/>
          </p:cNvSpPr>
          <p:nvPr/>
        </p:nvSpPr>
        <p:spPr>
          <a:xfrm>
            <a:off x="3025009" y="4677103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9" name="anim_o6574_1">
            <a:extLst>
              <a:ext uri="{FF2B5EF4-FFF2-40B4-BE49-F238E27FC236}">
                <a16:creationId xmlns:a16="http://schemas.microsoft.com/office/drawing/2014/main" id="{9E741DCD-5BE4-481A-9899-401083CEE4DC}"/>
              </a:ext>
            </a:extLst>
          </p:cNvPr>
          <p:cNvSpPr>
            <a:spLocks noGrp="1"/>
          </p:cNvSpPr>
          <p:nvPr/>
        </p:nvSpPr>
        <p:spPr>
          <a:xfrm>
            <a:off x="2433802" y="4085897"/>
            <a:ext cx="6141983" cy="394138"/>
          </a:xfrm>
          <a:custGeom>
            <a:avLst/>
            <a:gdLst/>
            <a:ahLst/>
            <a:cxnLst/>
            <a:rect l="0" t="0" r="0" b="0"/>
            <a:pathLst>
              <a:path w="6141983" h="394138">
                <a:moveTo>
                  <a:pt x="0" y="0"/>
                </a:moveTo>
                <a:lnTo>
                  <a:pt x="6141983" y="394138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50" name="anim_o6575_1">
            <a:extLst>
              <a:ext uri="{FF2B5EF4-FFF2-40B4-BE49-F238E27FC236}">
                <a16:creationId xmlns:a16="http://schemas.microsoft.com/office/drawing/2014/main" id="{7A6A9F23-2047-438E-ACC0-1AD2ECD4A7B2}"/>
              </a:ext>
            </a:extLst>
          </p:cNvPr>
          <p:cNvSpPr>
            <a:spLocks noGrp="1"/>
          </p:cNvSpPr>
          <p:nvPr/>
        </p:nvSpPr>
        <p:spPr>
          <a:xfrm>
            <a:off x="2827940" y="4085897"/>
            <a:ext cx="5747845" cy="394138"/>
          </a:xfrm>
          <a:custGeom>
            <a:avLst/>
            <a:gdLst/>
            <a:ahLst/>
            <a:cxnLst/>
            <a:rect l="0" t="0" r="0" b="0"/>
            <a:pathLst>
              <a:path w="5747845" h="394138">
                <a:moveTo>
                  <a:pt x="0" y="0"/>
                </a:moveTo>
                <a:lnTo>
                  <a:pt x="5747845" y="394138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51" name="anim_o6576_1">
            <a:extLst>
              <a:ext uri="{FF2B5EF4-FFF2-40B4-BE49-F238E27FC236}">
                <a16:creationId xmlns:a16="http://schemas.microsoft.com/office/drawing/2014/main" id="{94BEE1E2-EE44-4510-8966-EFE6ABE09A24}"/>
              </a:ext>
            </a:extLst>
          </p:cNvPr>
          <p:cNvSpPr>
            <a:spLocks noGrp="1"/>
          </p:cNvSpPr>
          <p:nvPr/>
        </p:nvSpPr>
        <p:spPr>
          <a:xfrm>
            <a:off x="3222078" y="4085897"/>
            <a:ext cx="5353707" cy="394138"/>
          </a:xfrm>
          <a:custGeom>
            <a:avLst/>
            <a:gdLst/>
            <a:ahLst/>
            <a:cxnLst/>
            <a:rect l="0" t="0" r="0" b="0"/>
            <a:pathLst>
              <a:path w="5353707" h="394138">
                <a:moveTo>
                  <a:pt x="0" y="0"/>
                </a:moveTo>
                <a:lnTo>
                  <a:pt x="5353707" y="394138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52" name="anim_o6577_1">
            <a:extLst>
              <a:ext uri="{FF2B5EF4-FFF2-40B4-BE49-F238E27FC236}">
                <a16:creationId xmlns:a16="http://schemas.microsoft.com/office/drawing/2014/main" id="{0B87CDCC-CC15-44DA-BD5F-81D6A9923BB2}"/>
              </a:ext>
            </a:extLst>
          </p:cNvPr>
          <p:cNvSpPr>
            <a:spLocks noGrp="1"/>
          </p:cNvSpPr>
          <p:nvPr/>
        </p:nvSpPr>
        <p:spPr>
          <a:xfrm>
            <a:off x="2433802" y="4480034"/>
            <a:ext cx="6141983" cy="953"/>
          </a:xfrm>
          <a:custGeom>
            <a:avLst/>
            <a:gdLst/>
            <a:ahLst/>
            <a:cxnLst/>
            <a:rect l="0" t="0" r="0" b="0"/>
            <a:pathLst>
              <a:path w="6141983" h="953">
                <a:moveTo>
                  <a:pt x="0" y="0"/>
                </a:moveTo>
                <a:lnTo>
                  <a:pt x="6141983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53" name="anim_o6578_1">
            <a:extLst>
              <a:ext uri="{FF2B5EF4-FFF2-40B4-BE49-F238E27FC236}">
                <a16:creationId xmlns:a16="http://schemas.microsoft.com/office/drawing/2014/main" id="{E71C3D8D-C3D7-499F-955E-F6589A469214}"/>
              </a:ext>
            </a:extLst>
          </p:cNvPr>
          <p:cNvSpPr>
            <a:spLocks noGrp="1"/>
          </p:cNvSpPr>
          <p:nvPr/>
        </p:nvSpPr>
        <p:spPr>
          <a:xfrm>
            <a:off x="2827940" y="4480034"/>
            <a:ext cx="5747845" cy="953"/>
          </a:xfrm>
          <a:custGeom>
            <a:avLst/>
            <a:gdLst/>
            <a:ahLst/>
            <a:cxnLst/>
            <a:rect l="0" t="0" r="0" b="0"/>
            <a:pathLst>
              <a:path w="5747845" h="953">
                <a:moveTo>
                  <a:pt x="0" y="0"/>
                </a:moveTo>
                <a:lnTo>
                  <a:pt x="5747845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54" name="anim_o6579_1">
            <a:extLst>
              <a:ext uri="{FF2B5EF4-FFF2-40B4-BE49-F238E27FC236}">
                <a16:creationId xmlns:a16="http://schemas.microsoft.com/office/drawing/2014/main" id="{4C3AF4B1-4A84-420D-B3C7-C3A2C5B5329D}"/>
              </a:ext>
            </a:extLst>
          </p:cNvPr>
          <p:cNvSpPr>
            <a:spLocks noGrp="1"/>
          </p:cNvSpPr>
          <p:nvPr/>
        </p:nvSpPr>
        <p:spPr>
          <a:xfrm>
            <a:off x="3222078" y="4480034"/>
            <a:ext cx="5353707" cy="953"/>
          </a:xfrm>
          <a:custGeom>
            <a:avLst/>
            <a:gdLst/>
            <a:ahLst/>
            <a:cxnLst/>
            <a:rect l="0" t="0" r="0" b="0"/>
            <a:pathLst>
              <a:path w="5353707" h="953">
                <a:moveTo>
                  <a:pt x="0" y="0"/>
                </a:moveTo>
                <a:lnTo>
                  <a:pt x="5353707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55" name="anim_o6580_1">
            <a:extLst>
              <a:ext uri="{FF2B5EF4-FFF2-40B4-BE49-F238E27FC236}">
                <a16:creationId xmlns:a16="http://schemas.microsoft.com/office/drawing/2014/main" id="{6134C775-5EE5-40BA-8CA4-98421CAF7AE1}"/>
              </a:ext>
            </a:extLst>
          </p:cNvPr>
          <p:cNvSpPr>
            <a:spLocks noGrp="1"/>
          </p:cNvSpPr>
          <p:nvPr/>
        </p:nvSpPr>
        <p:spPr>
          <a:xfrm>
            <a:off x="2433802" y="4480034"/>
            <a:ext cx="6141983" cy="394138"/>
          </a:xfrm>
          <a:custGeom>
            <a:avLst/>
            <a:gdLst/>
            <a:ahLst/>
            <a:cxnLst/>
            <a:rect l="0" t="0" r="0" b="0"/>
            <a:pathLst>
              <a:path w="6141983" h="394138">
                <a:moveTo>
                  <a:pt x="0" y="394138"/>
                </a:moveTo>
                <a:lnTo>
                  <a:pt x="6141983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56" name="anim_o6581_1">
            <a:extLst>
              <a:ext uri="{FF2B5EF4-FFF2-40B4-BE49-F238E27FC236}">
                <a16:creationId xmlns:a16="http://schemas.microsoft.com/office/drawing/2014/main" id="{9AE160E6-7468-4B41-9074-BB9D6257D31E}"/>
              </a:ext>
            </a:extLst>
          </p:cNvPr>
          <p:cNvSpPr>
            <a:spLocks noGrp="1"/>
          </p:cNvSpPr>
          <p:nvPr/>
        </p:nvSpPr>
        <p:spPr>
          <a:xfrm>
            <a:off x="2827940" y="4480034"/>
            <a:ext cx="5747845" cy="394138"/>
          </a:xfrm>
          <a:custGeom>
            <a:avLst/>
            <a:gdLst/>
            <a:ahLst/>
            <a:cxnLst/>
            <a:rect l="0" t="0" r="0" b="0"/>
            <a:pathLst>
              <a:path w="5747845" h="394138">
                <a:moveTo>
                  <a:pt x="0" y="394138"/>
                </a:moveTo>
                <a:lnTo>
                  <a:pt x="5747845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57" name="anim_o6582_1">
            <a:extLst>
              <a:ext uri="{FF2B5EF4-FFF2-40B4-BE49-F238E27FC236}">
                <a16:creationId xmlns:a16="http://schemas.microsoft.com/office/drawing/2014/main" id="{8819D4FE-2B84-48A6-82C6-D36FA3EAB98A}"/>
              </a:ext>
            </a:extLst>
          </p:cNvPr>
          <p:cNvSpPr>
            <a:spLocks noGrp="1"/>
          </p:cNvSpPr>
          <p:nvPr/>
        </p:nvSpPr>
        <p:spPr>
          <a:xfrm>
            <a:off x="3222078" y="4480034"/>
            <a:ext cx="5353707" cy="394138"/>
          </a:xfrm>
          <a:custGeom>
            <a:avLst/>
            <a:gdLst/>
            <a:ahLst/>
            <a:cxnLst/>
            <a:rect l="0" t="0" r="0" b="0"/>
            <a:pathLst>
              <a:path w="5353707" h="394138">
                <a:moveTo>
                  <a:pt x="0" y="394138"/>
                </a:moveTo>
                <a:lnTo>
                  <a:pt x="5353707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58" name="anim_o6584_1">
            <a:extLst>
              <a:ext uri="{FF2B5EF4-FFF2-40B4-BE49-F238E27FC236}">
                <a16:creationId xmlns:a16="http://schemas.microsoft.com/office/drawing/2014/main" id="{13609955-86E4-4A4B-95CC-23231B8D76A3}"/>
              </a:ext>
            </a:extLst>
          </p:cNvPr>
          <p:cNvSpPr>
            <a:spLocks noGrp="1"/>
          </p:cNvSpPr>
          <p:nvPr/>
        </p:nvSpPr>
        <p:spPr>
          <a:xfrm>
            <a:off x="3025009" y="3888828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9" name="anim_o6585_1">
            <a:extLst>
              <a:ext uri="{FF2B5EF4-FFF2-40B4-BE49-F238E27FC236}">
                <a16:creationId xmlns:a16="http://schemas.microsoft.com/office/drawing/2014/main" id="{F80CFB1E-10C8-4515-B012-E69E5E537EDE}"/>
              </a:ext>
            </a:extLst>
          </p:cNvPr>
          <p:cNvSpPr>
            <a:spLocks noGrp="1"/>
          </p:cNvSpPr>
          <p:nvPr/>
        </p:nvSpPr>
        <p:spPr>
          <a:xfrm>
            <a:off x="3419147" y="3888828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0" name="anim_o6586_1">
            <a:extLst>
              <a:ext uri="{FF2B5EF4-FFF2-40B4-BE49-F238E27FC236}">
                <a16:creationId xmlns:a16="http://schemas.microsoft.com/office/drawing/2014/main" id="{600F770C-3F9A-4CD2-8DA0-9DD7E41B5775}"/>
              </a:ext>
            </a:extLst>
          </p:cNvPr>
          <p:cNvSpPr>
            <a:spLocks noGrp="1"/>
          </p:cNvSpPr>
          <p:nvPr/>
        </p:nvSpPr>
        <p:spPr>
          <a:xfrm>
            <a:off x="3813284" y="3888828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1" name="anim_o6587_1">
            <a:extLst>
              <a:ext uri="{FF2B5EF4-FFF2-40B4-BE49-F238E27FC236}">
                <a16:creationId xmlns:a16="http://schemas.microsoft.com/office/drawing/2014/main" id="{4E074D3D-E6AD-415B-A43C-56C9A82DAA1E}"/>
              </a:ext>
            </a:extLst>
          </p:cNvPr>
          <p:cNvSpPr>
            <a:spLocks noGrp="1"/>
          </p:cNvSpPr>
          <p:nvPr/>
        </p:nvSpPr>
        <p:spPr>
          <a:xfrm>
            <a:off x="3025009" y="4282966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2" name="anim_o6588_1">
            <a:extLst>
              <a:ext uri="{FF2B5EF4-FFF2-40B4-BE49-F238E27FC236}">
                <a16:creationId xmlns:a16="http://schemas.microsoft.com/office/drawing/2014/main" id="{9942AF23-BB20-4EE8-A1C6-B1B8BF7106EC}"/>
              </a:ext>
            </a:extLst>
          </p:cNvPr>
          <p:cNvSpPr>
            <a:spLocks noGrp="1"/>
          </p:cNvSpPr>
          <p:nvPr/>
        </p:nvSpPr>
        <p:spPr>
          <a:xfrm>
            <a:off x="3419147" y="4282966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3" name="anim_o6589_1">
            <a:extLst>
              <a:ext uri="{FF2B5EF4-FFF2-40B4-BE49-F238E27FC236}">
                <a16:creationId xmlns:a16="http://schemas.microsoft.com/office/drawing/2014/main" id="{78C77CC4-5A91-425A-822A-9D9F85BFD7E8}"/>
              </a:ext>
            </a:extLst>
          </p:cNvPr>
          <p:cNvSpPr>
            <a:spLocks noGrp="1"/>
          </p:cNvSpPr>
          <p:nvPr/>
        </p:nvSpPr>
        <p:spPr>
          <a:xfrm>
            <a:off x="3813284" y="4282966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4" name="anim_o6590_1">
            <a:extLst>
              <a:ext uri="{FF2B5EF4-FFF2-40B4-BE49-F238E27FC236}">
                <a16:creationId xmlns:a16="http://schemas.microsoft.com/office/drawing/2014/main" id="{7EA9011E-0B3F-4D18-B7FB-855B98A69BC9}"/>
              </a:ext>
            </a:extLst>
          </p:cNvPr>
          <p:cNvSpPr>
            <a:spLocks noGrp="1"/>
          </p:cNvSpPr>
          <p:nvPr/>
        </p:nvSpPr>
        <p:spPr>
          <a:xfrm>
            <a:off x="3025009" y="4677103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5" name="anim_o6591_1">
            <a:extLst>
              <a:ext uri="{FF2B5EF4-FFF2-40B4-BE49-F238E27FC236}">
                <a16:creationId xmlns:a16="http://schemas.microsoft.com/office/drawing/2014/main" id="{EA34A4BF-17BF-47FC-81B4-A2112E709883}"/>
              </a:ext>
            </a:extLst>
          </p:cNvPr>
          <p:cNvSpPr>
            <a:spLocks noGrp="1"/>
          </p:cNvSpPr>
          <p:nvPr/>
        </p:nvSpPr>
        <p:spPr>
          <a:xfrm>
            <a:off x="3419147" y="4677103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6" name="anim_o6592_1">
            <a:extLst>
              <a:ext uri="{FF2B5EF4-FFF2-40B4-BE49-F238E27FC236}">
                <a16:creationId xmlns:a16="http://schemas.microsoft.com/office/drawing/2014/main" id="{D00A2F44-D45C-472A-A858-AE29CC5AF1D5}"/>
              </a:ext>
            </a:extLst>
          </p:cNvPr>
          <p:cNvSpPr>
            <a:spLocks noGrp="1"/>
          </p:cNvSpPr>
          <p:nvPr/>
        </p:nvSpPr>
        <p:spPr>
          <a:xfrm>
            <a:off x="3813284" y="4677103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7" name="anim_o6594_1">
            <a:extLst>
              <a:ext uri="{FF2B5EF4-FFF2-40B4-BE49-F238E27FC236}">
                <a16:creationId xmlns:a16="http://schemas.microsoft.com/office/drawing/2014/main" id="{7B25F7AD-8C6E-4F7C-BBAF-04B64C3B348B}"/>
              </a:ext>
            </a:extLst>
          </p:cNvPr>
          <p:cNvSpPr>
            <a:spLocks noGrp="1"/>
          </p:cNvSpPr>
          <p:nvPr/>
        </p:nvSpPr>
        <p:spPr>
          <a:xfrm>
            <a:off x="3222078" y="4085897"/>
            <a:ext cx="6141983" cy="394138"/>
          </a:xfrm>
          <a:custGeom>
            <a:avLst/>
            <a:gdLst/>
            <a:ahLst/>
            <a:cxnLst/>
            <a:rect l="0" t="0" r="0" b="0"/>
            <a:pathLst>
              <a:path w="6141983" h="394138">
                <a:moveTo>
                  <a:pt x="0" y="0"/>
                </a:moveTo>
                <a:lnTo>
                  <a:pt x="6141983" y="394138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68" name="anim_o6595_1">
            <a:extLst>
              <a:ext uri="{FF2B5EF4-FFF2-40B4-BE49-F238E27FC236}">
                <a16:creationId xmlns:a16="http://schemas.microsoft.com/office/drawing/2014/main" id="{66E57DA0-26D7-4878-9E14-7C5A92B82FBD}"/>
              </a:ext>
            </a:extLst>
          </p:cNvPr>
          <p:cNvSpPr>
            <a:spLocks noGrp="1"/>
          </p:cNvSpPr>
          <p:nvPr/>
        </p:nvSpPr>
        <p:spPr>
          <a:xfrm>
            <a:off x="3616216" y="4085897"/>
            <a:ext cx="5747845" cy="394138"/>
          </a:xfrm>
          <a:custGeom>
            <a:avLst/>
            <a:gdLst/>
            <a:ahLst/>
            <a:cxnLst/>
            <a:rect l="0" t="0" r="0" b="0"/>
            <a:pathLst>
              <a:path w="5747845" h="394138">
                <a:moveTo>
                  <a:pt x="0" y="0"/>
                </a:moveTo>
                <a:lnTo>
                  <a:pt x="5747845" y="394138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69" name="anim_o6596_1">
            <a:extLst>
              <a:ext uri="{FF2B5EF4-FFF2-40B4-BE49-F238E27FC236}">
                <a16:creationId xmlns:a16="http://schemas.microsoft.com/office/drawing/2014/main" id="{CC714B69-EC49-4D80-AB19-7034F25103C7}"/>
              </a:ext>
            </a:extLst>
          </p:cNvPr>
          <p:cNvSpPr>
            <a:spLocks noGrp="1"/>
          </p:cNvSpPr>
          <p:nvPr/>
        </p:nvSpPr>
        <p:spPr>
          <a:xfrm>
            <a:off x="4010353" y="4085897"/>
            <a:ext cx="5353707" cy="394138"/>
          </a:xfrm>
          <a:custGeom>
            <a:avLst/>
            <a:gdLst/>
            <a:ahLst/>
            <a:cxnLst/>
            <a:rect l="0" t="0" r="0" b="0"/>
            <a:pathLst>
              <a:path w="5353707" h="394138">
                <a:moveTo>
                  <a:pt x="0" y="0"/>
                </a:moveTo>
                <a:lnTo>
                  <a:pt x="5353707" y="394138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70" name="anim_o6597_1">
            <a:extLst>
              <a:ext uri="{FF2B5EF4-FFF2-40B4-BE49-F238E27FC236}">
                <a16:creationId xmlns:a16="http://schemas.microsoft.com/office/drawing/2014/main" id="{30D9692B-7A9B-4F30-BDFF-8333D4ADF65B}"/>
              </a:ext>
            </a:extLst>
          </p:cNvPr>
          <p:cNvSpPr>
            <a:spLocks noGrp="1"/>
          </p:cNvSpPr>
          <p:nvPr/>
        </p:nvSpPr>
        <p:spPr>
          <a:xfrm>
            <a:off x="3222078" y="4480034"/>
            <a:ext cx="6141983" cy="953"/>
          </a:xfrm>
          <a:custGeom>
            <a:avLst/>
            <a:gdLst/>
            <a:ahLst/>
            <a:cxnLst/>
            <a:rect l="0" t="0" r="0" b="0"/>
            <a:pathLst>
              <a:path w="6141983" h="953">
                <a:moveTo>
                  <a:pt x="0" y="0"/>
                </a:moveTo>
                <a:lnTo>
                  <a:pt x="6141983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71" name="anim_o6598_1">
            <a:extLst>
              <a:ext uri="{FF2B5EF4-FFF2-40B4-BE49-F238E27FC236}">
                <a16:creationId xmlns:a16="http://schemas.microsoft.com/office/drawing/2014/main" id="{C40A64C0-2214-4BC9-B422-02314B531103}"/>
              </a:ext>
            </a:extLst>
          </p:cNvPr>
          <p:cNvSpPr>
            <a:spLocks noGrp="1"/>
          </p:cNvSpPr>
          <p:nvPr/>
        </p:nvSpPr>
        <p:spPr>
          <a:xfrm>
            <a:off x="3616216" y="4480034"/>
            <a:ext cx="5747845" cy="953"/>
          </a:xfrm>
          <a:custGeom>
            <a:avLst/>
            <a:gdLst/>
            <a:ahLst/>
            <a:cxnLst/>
            <a:rect l="0" t="0" r="0" b="0"/>
            <a:pathLst>
              <a:path w="5747845" h="953">
                <a:moveTo>
                  <a:pt x="0" y="0"/>
                </a:moveTo>
                <a:lnTo>
                  <a:pt x="5747845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72" name="anim_o6599_1">
            <a:extLst>
              <a:ext uri="{FF2B5EF4-FFF2-40B4-BE49-F238E27FC236}">
                <a16:creationId xmlns:a16="http://schemas.microsoft.com/office/drawing/2014/main" id="{91B216CF-E7EE-4A7B-81D3-248FA8B90ED0}"/>
              </a:ext>
            </a:extLst>
          </p:cNvPr>
          <p:cNvSpPr>
            <a:spLocks noGrp="1"/>
          </p:cNvSpPr>
          <p:nvPr/>
        </p:nvSpPr>
        <p:spPr>
          <a:xfrm>
            <a:off x="4010353" y="4480034"/>
            <a:ext cx="5353707" cy="953"/>
          </a:xfrm>
          <a:custGeom>
            <a:avLst/>
            <a:gdLst/>
            <a:ahLst/>
            <a:cxnLst/>
            <a:rect l="0" t="0" r="0" b="0"/>
            <a:pathLst>
              <a:path w="5353707" h="953">
                <a:moveTo>
                  <a:pt x="0" y="0"/>
                </a:moveTo>
                <a:lnTo>
                  <a:pt x="5353707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73" name="anim_o6600_1">
            <a:extLst>
              <a:ext uri="{FF2B5EF4-FFF2-40B4-BE49-F238E27FC236}">
                <a16:creationId xmlns:a16="http://schemas.microsoft.com/office/drawing/2014/main" id="{68FEE222-8C89-4547-B05A-9686071BFF04}"/>
              </a:ext>
            </a:extLst>
          </p:cNvPr>
          <p:cNvSpPr>
            <a:spLocks noGrp="1"/>
          </p:cNvSpPr>
          <p:nvPr/>
        </p:nvSpPr>
        <p:spPr>
          <a:xfrm>
            <a:off x="3222078" y="4480034"/>
            <a:ext cx="6141983" cy="394138"/>
          </a:xfrm>
          <a:custGeom>
            <a:avLst/>
            <a:gdLst/>
            <a:ahLst/>
            <a:cxnLst/>
            <a:rect l="0" t="0" r="0" b="0"/>
            <a:pathLst>
              <a:path w="6141983" h="394138">
                <a:moveTo>
                  <a:pt x="0" y="394138"/>
                </a:moveTo>
                <a:lnTo>
                  <a:pt x="6141983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74" name="anim_o6601_1">
            <a:extLst>
              <a:ext uri="{FF2B5EF4-FFF2-40B4-BE49-F238E27FC236}">
                <a16:creationId xmlns:a16="http://schemas.microsoft.com/office/drawing/2014/main" id="{05FD544F-0925-48AF-ACFD-9FF12FB6A13F}"/>
              </a:ext>
            </a:extLst>
          </p:cNvPr>
          <p:cNvSpPr>
            <a:spLocks noGrp="1"/>
          </p:cNvSpPr>
          <p:nvPr/>
        </p:nvSpPr>
        <p:spPr>
          <a:xfrm>
            <a:off x="3616216" y="4480034"/>
            <a:ext cx="5747845" cy="394138"/>
          </a:xfrm>
          <a:custGeom>
            <a:avLst/>
            <a:gdLst/>
            <a:ahLst/>
            <a:cxnLst/>
            <a:rect l="0" t="0" r="0" b="0"/>
            <a:pathLst>
              <a:path w="5747845" h="394138">
                <a:moveTo>
                  <a:pt x="0" y="394138"/>
                </a:moveTo>
                <a:lnTo>
                  <a:pt x="5747845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75" name="anim_o6602_1">
            <a:extLst>
              <a:ext uri="{FF2B5EF4-FFF2-40B4-BE49-F238E27FC236}">
                <a16:creationId xmlns:a16="http://schemas.microsoft.com/office/drawing/2014/main" id="{9B08C243-3599-4438-B17D-304686C3D507}"/>
              </a:ext>
            </a:extLst>
          </p:cNvPr>
          <p:cNvSpPr>
            <a:spLocks noGrp="1"/>
          </p:cNvSpPr>
          <p:nvPr/>
        </p:nvSpPr>
        <p:spPr>
          <a:xfrm>
            <a:off x="4010353" y="4480034"/>
            <a:ext cx="5353707" cy="394138"/>
          </a:xfrm>
          <a:custGeom>
            <a:avLst/>
            <a:gdLst/>
            <a:ahLst/>
            <a:cxnLst/>
            <a:rect l="0" t="0" r="0" b="0"/>
            <a:pathLst>
              <a:path w="5353707" h="394138">
                <a:moveTo>
                  <a:pt x="0" y="394138"/>
                </a:moveTo>
                <a:lnTo>
                  <a:pt x="5353707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787818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35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35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35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35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35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35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35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35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35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35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35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35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35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35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35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35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35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35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23276 -0.0574713 E" pathEditMode="relative" ptsTypes="">
                                      <p:cBhvr>
                                        <p:cTn id="60" dur="35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23276 -0.0574713 E" pathEditMode="relative" ptsTypes="">
                                      <p:cBhvr>
                                        <p:cTn id="62" dur="35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35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35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35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35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35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35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35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35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35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35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35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35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35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35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35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35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35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35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" dur="35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3" dur="35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" dur="35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" dur="35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2" dur="35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5" dur="35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8" dur="35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1" dur="35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4" dur="35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7" dur="35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0" dur="35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3" dur="35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6" dur="35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9" dur="35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2" dur="35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5" dur="35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8" dur="35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1" dur="35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23276 -0.0574713 L 0.0323276 -0.0574713 E" pathEditMode="relative" ptsTypes="">
                                      <p:cBhvr>
                                        <p:cTn id="174" dur="35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23276 -0.0574713 L 0.0323276 -0.0574713 E" pathEditMode="relative" ptsTypes="">
                                      <p:cBhvr>
                                        <p:cTn id="176" dur="35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35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35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35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35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35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35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" dur="35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35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35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35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9" dur="35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" dur="35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" dur="35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8" dur="35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" dur="35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35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35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0" dur="35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1" fill="hold">
                      <p:stCondLst>
                        <p:cond delay="indefinite"/>
                      </p:stCondLst>
                      <p:childTnLst>
                        <p:par>
                          <p:cTn id="232" fill="hold">
                            <p:stCondLst>
                              <p:cond delay="0"/>
                            </p:stCondLst>
                            <p:childTnLst>
                              <p:par>
                                <p:cTn id="23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4" dur="35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7" dur="35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0" dur="35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3" dur="35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6" dur="35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9" dur="35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2" dur="35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5" dur="35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8" dur="35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1" dur="35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4" dur="35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7" dur="35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0" dur="35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3" dur="35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6" dur="35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9" dur="35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2" dur="35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5" dur="35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23276 -0.0574713 L -0.0323276 0.0574713 E" pathEditMode="relative" ptsTypes="">
                                      <p:cBhvr>
                                        <p:cTn id="288" dur="35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23276 -0.0574713 L -0.0323276 0.0574713 E" pathEditMode="relative" ptsTypes="">
                                      <p:cBhvr>
                                        <p:cTn id="290" dur="35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3" dur="35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6" dur="35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9" dur="35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2" dur="35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5" dur="35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8" dur="35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1" dur="35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4" dur="35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7" dur="35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0" dur="35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3" dur="35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6" dur="35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9" dur="35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2" dur="35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5" dur="35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8" dur="35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1" dur="35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4" dur="35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5" fill="hold">
                      <p:stCondLst>
                        <p:cond delay="indefinite"/>
                      </p:stCondLst>
                      <p:childTnLst>
                        <p:par>
                          <p:cTn id="346" fill="hold">
                            <p:stCondLst>
                              <p:cond delay="0"/>
                            </p:stCondLst>
                            <p:childTnLst>
                              <p:par>
                                <p:cTn id="34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8" dur="35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1" dur="35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4" dur="35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7" dur="35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0" dur="35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3" dur="35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6" dur="35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9" dur="35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2" dur="35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5" dur="35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8" dur="35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1" dur="35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4" dur="35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7" dur="35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0" dur="35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3" dur="35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6" dur="35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9" dur="35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23276 0.0574713 L 0.0323276 0.0574713 E" pathEditMode="relative" ptsTypes="">
                                      <p:cBhvr>
                                        <p:cTn id="402" dur="35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3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23276 0.0574713 L 0.0323276 0.0574713 E" pathEditMode="relative" ptsTypes="">
                                      <p:cBhvr>
                                        <p:cTn id="404" dur="35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7" dur="35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0" dur="35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3" dur="35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6" dur="35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9" dur="35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2" dur="35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5" dur="35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8" dur="35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1" dur="35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4" dur="35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7" dur="35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0" dur="35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3" dur="35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6" dur="35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9" dur="35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2" dur="35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5" dur="35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8" dur="35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 animBg="1"/>
      <p:bldP spid="76" grpId="1" animBg="1"/>
      <p:bldP spid="76" grpId="2" animBg="1"/>
      <p:bldP spid="76" grpId="3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6" grpId="1" animBg="1"/>
      <p:bldP spid="86" grpId="2" animBg="1"/>
      <p:bldP spid="86" grpId="3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104" grpId="0" animBg="1"/>
      <p:bldP spid="104" grpId="1" animBg="1"/>
      <p:bldP spid="105" grpId="0" animBg="1"/>
      <p:bldP spid="105" grpId="1" animBg="1"/>
      <p:bldP spid="106" grpId="0" animBg="1"/>
      <p:bldP spid="106" grpId="1" animBg="1"/>
      <p:bldP spid="107" grpId="0" animBg="1"/>
      <p:bldP spid="107" grpId="1" animBg="1"/>
      <p:bldP spid="108" grpId="0" animBg="1"/>
      <p:bldP spid="108" grpId="1" animBg="1"/>
      <p:bldP spid="109" grpId="0" animBg="1"/>
      <p:bldP spid="109" grpId="1" animBg="1"/>
      <p:bldP spid="110" grpId="0" animBg="1"/>
      <p:bldP spid="110" grpId="1" animBg="1"/>
      <p:bldP spid="111" grpId="0" animBg="1"/>
      <p:bldP spid="111" grpId="1" animBg="1"/>
      <p:bldP spid="112" grpId="0" animBg="1"/>
      <p:bldP spid="112" grpId="1" animBg="1"/>
      <p:bldP spid="113" grpId="0" animBg="1"/>
      <p:bldP spid="113" grpId="1" animBg="1"/>
      <p:bldP spid="114" grpId="0" animBg="1"/>
      <p:bldP spid="114" grpId="1" animBg="1"/>
      <p:bldP spid="115" grpId="0" animBg="1"/>
      <p:bldP spid="115" grpId="1" animBg="1"/>
      <p:bldP spid="116" grpId="0" animBg="1"/>
      <p:bldP spid="116" grpId="1" animBg="1"/>
      <p:bldP spid="117" grpId="0" animBg="1"/>
      <p:bldP spid="117" grpId="1" animBg="1"/>
      <p:bldP spid="118" grpId="0" animBg="1"/>
      <p:bldP spid="118" grpId="1" animBg="1"/>
      <p:bldP spid="119" grpId="0" animBg="1"/>
      <p:bldP spid="119" grpId="1" animBg="1"/>
      <p:bldP spid="120" grpId="0" animBg="1"/>
      <p:bldP spid="120" grpId="1" animBg="1"/>
      <p:bldP spid="121" grpId="0" animBg="1"/>
      <p:bldP spid="121" grpId="1" animBg="1"/>
      <p:bldP spid="122" grpId="0" animBg="1"/>
      <p:bldP spid="122" grpId="1" animBg="1"/>
      <p:bldP spid="123" grpId="0" animBg="1"/>
      <p:bldP spid="123" grpId="1" animBg="1"/>
      <p:bldP spid="124" grpId="0" animBg="1"/>
      <p:bldP spid="124" grpId="1" animBg="1"/>
      <p:bldP spid="125" grpId="0" animBg="1"/>
      <p:bldP spid="125" grpId="1" animBg="1"/>
      <p:bldP spid="126" grpId="0" animBg="1"/>
      <p:bldP spid="126" grpId="1" animBg="1"/>
      <p:bldP spid="127" grpId="0" animBg="1"/>
      <p:bldP spid="127" grpId="1" animBg="1"/>
      <p:bldP spid="128" grpId="0" animBg="1"/>
      <p:bldP spid="128" grpId="1" animBg="1"/>
      <p:bldP spid="129" grpId="0" animBg="1"/>
      <p:bldP spid="129" grpId="1" animBg="1"/>
      <p:bldP spid="130" grpId="0" animBg="1"/>
      <p:bldP spid="130" grpId="1" animBg="1"/>
      <p:bldP spid="131" grpId="0" animBg="1"/>
      <p:bldP spid="131" grpId="1" animBg="1"/>
      <p:bldP spid="132" grpId="0" animBg="1"/>
      <p:bldP spid="132" grpId="1" animBg="1"/>
      <p:bldP spid="133" grpId="0" animBg="1"/>
      <p:bldP spid="133" grpId="1" animBg="1"/>
      <p:bldP spid="134" grpId="0" animBg="1"/>
      <p:bldP spid="134" grpId="1" animBg="1"/>
      <p:bldP spid="135" grpId="0" animBg="1"/>
      <p:bldP spid="135" grpId="1" animBg="1"/>
      <p:bldP spid="136" grpId="0" animBg="1"/>
      <p:bldP spid="136" grpId="1" animBg="1"/>
      <p:bldP spid="137" grpId="0" animBg="1"/>
      <p:bldP spid="137" grpId="1" animBg="1"/>
      <p:bldP spid="138" grpId="0" animBg="1"/>
      <p:bldP spid="138" grpId="1" animBg="1"/>
      <p:bldP spid="139" grpId="0" animBg="1"/>
      <p:bldP spid="139" grpId="1" animBg="1"/>
      <p:bldP spid="140" grpId="0" animBg="1"/>
      <p:bldP spid="140" grpId="1" animBg="1"/>
      <p:bldP spid="141" grpId="0" animBg="1"/>
      <p:bldP spid="141" grpId="1" animBg="1"/>
      <p:bldP spid="142" grpId="0" animBg="1"/>
      <p:bldP spid="142" grpId="1" animBg="1"/>
      <p:bldP spid="143" grpId="0" animBg="1"/>
      <p:bldP spid="143" grpId="1" animBg="1"/>
      <p:bldP spid="144" grpId="0" animBg="1"/>
      <p:bldP spid="144" grpId="1" animBg="1"/>
      <p:bldP spid="145" grpId="0" animBg="1"/>
      <p:bldP spid="145" grpId="1" animBg="1"/>
      <p:bldP spid="146" grpId="0" animBg="1"/>
      <p:bldP spid="146" grpId="1" animBg="1"/>
      <p:bldP spid="147" grpId="0" animBg="1"/>
      <p:bldP spid="147" grpId="1" animBg="1"/>
      <p:bldP spid="148" grpId="0" animBg="1"/>
      <p:bldP spid="148" grpId="1" animBg="1"/>
      <p:bldP spid="149" grpId="0" animBg="1"/>
      <p:bldP spid="149" grpId="1" animBg="1"/>
      <p:bldP spid="150" grpId="0" animBg="1"/>
      <p:bldP spid="150" grpId="1" animBg="1"/>
      <p:bldP spid="151" grpId="0" animBg="1"/>
      <p:bldP spid="151" grpId="1" animBg="1"/>
      <p:bldP spid="152" grpId="0" animBg="1"/>
      <p:bldP spid="152" grpId="1" animBg="1"/>
      <p:bldP spid="153" grpId="0" animBg="1"/>
      <p:bldP spid="153" grpId="1" animBg="1"/>
      <p:bldP spid="154" grpId="0" animBg="1"/>
      <p:bldP spid="154" grpId="1" animBg="1"/>
      <p:bldP spid="155" grpId="0" animBg="1"/>
      <p:bldP spid="155" grpId="1" animBg="1"/>
      <p:bldP spid="156" grpId="0" animBg="1"/>
      <p:bldP spid="156" grpId="1" animBg="1"/>
      <p:bldP spid="157" grpId="0" animBg="1"/>
      <p:bldP spid="157" grpId="1" animBg="1"/>
      <p:bldP spid="158" grpId="0" animBg="1"/>
      <p:bldP spid="159" grpId="0" animBg="1"/>
      <p:bldP spid="160" grpId="0" animBg="1"/>
      <p:bldP spid="161" grpId="0" animBg="1"/>
      <p:bldP spid="162" grpId="0" animBg="1"/>
      <p:bldP spid="163" grpId="0" animBg="1"/>
      <p:bldP spid="164" grpId="0" animBg="1"/>
      <p:bldP spid="165" grpId="0" animBg="1"/>
      <p:bldP spid="166" grpId="0" animBg="1"/>
      <p:bldP spid="167" grpId="0" animBg="1"/>
      <p:bldP spid="168" grpId="0" animBg="1"/>
      <p:bldP spid="169" grpId="0" animBg="1"/>
      <p:bldP spid="170" grpId="0" animBg="1"/>
      <p:bldP spid="171" grpId="0" animBg="1"/>
      <p:bldP spid="172" grpId="0" animBg="1"/>
      <p:bldP spid="173" grpId="0" animBg="1"/>
      <p:bldP spid="174" grpId="0" animBg="1"/>
      <p:bldP spid="175" grpId="0" animBg="1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" name="anim_o6382_1">
            <a:extLst>
              <a:ext uri="{FF2B5EF4-FFF2-40B4-BE49-F238E27FC236}">
                <a16:creationId xmlns:a16="http://schemas.microsoft.com/office/drawing/2014/main" id="{2AE916B2-2238-4539-8F80-944A53457CBF}"/>
              </a:ext>
            </a:extLst>
          </p:cNvPr>
          <p:cNvSpPr>
            <a:spLocks noGrp="1"/>
          </p:cNvSpPr>
          <p:nvPr/>
        </p:nvSpPr>
        <p:spPr>
          <a:xfrm>
            <a:off x="1842595" y="2706414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6383_1">
            <a:extLst>
              <a:ext uri="{FF2B5EF4-FFF2-40B4-BE49-F238E27FC236}">
                <a16:creationId xmlns:a16="http://schemas.microsoft.com/office/drawing/2014/main" id="{D7AB9A54-94E1-43D0-9C3C-225A5D159A0E}"/>
              </a:ext>
            </a:extLst>
          </p:cNvPr>
          <p:cNvSpPr>
            <a:spLocks noGrp="1"/>
          </p:cNvSpPr>
          <p:nvPr/>
        </p:nvSpPr>
        <p:spPr>
          <a:xfrm>
            <a:off x="2236733" y="2706414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6384_1">
            <a:extLst>
              <a:ext uri="{FF2B5EF4-FFF2-40B4-BE49-F238E27FC236}">
                <a16:creationId xmlns:a16="http://schemas.microsoft.com/office/drawing/2014/main" id="{0D6A6BE4-3BE1-447D-A10C-D1090FFE269A}"/>
              </a:ext>
            </a:extLst>
          </p:cNvPr>
          <p:cNvSpPr>
            <a:spLocks noGrp="1"/>
          </p:cNvSpPr>
          <p:nvPr/>
        </p:nvSpPr>
        <p:spPr>
          <a:xfrm>
            <a:off x="2630871" y="2706414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6385_1">
            <a:extLst>
              <a:ext uri="{FF2B5EF4-FFF2-40B4-BE49-F238E27FC236}">
                <a16:creationId xmlns:a16="http://schemas.microsoft.com/office/drawing/2014/main" id="{AD3AEF1C-D58B-47D7-BD88-83A660B9B3BE}"/>
              </a:ext>
            </a:extLst>
          </p:cNvPr>
          <p:cNvSpPr>
            <a:spLocks noGrp="1"/>
          </p:cNvSpPr>
          <p:nvPr/>
        </p:nvSpPr>
        <p:spPr>
          <a:xfrm>
            <a:off x="3025009" y="2706414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6386_1">
            <a:extLst>
              <a:ext uri="{FF2B5EF4-FFF2-40B4-BE49-F238E27FC236}">
                <a16:creationId xmlns:a16="http://schemas.microsoft.com/office/drawing/2014/main" id="{9555A4E5-2875-4C1C-945C-D116B139864B}"/>
              </a:ext>
            </a:extLst>
          </p:cNvPr>
          <p:cNvSpPr>
            <a:spLocks noGrp="1"/>
          </p:cNvSpPr>
          <p:nvPr/>
        </p:nvSpPr>
        <p:spPr>
          <a:xfrm>
            <a:off x="3419147" y="2706414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6387_1">
            <a:extLst>
              <a:ext uri="{FF2B5EF4-FFF2-40B4-BE49-F238E27FC236}">
                <a16:creationId xmlns:a16="http://schemas.microsoft.com/office/drawing/2014/main" id="{62964AFA-1C77-4D19-B103-7A3D067A6BF9}"/>
              </a:ext>
            </a:extLst>
          </p:cNvPr>
          <p:cNvSpPr>
            <a:spLocks noGrp="1"/>
          </p:cNvSpPr>
          <p:nvPr/>
        </p:nvSpPr>
        <p:spPr>
          <a:xfrm>
            <a:off x="3813284" y="2706414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6388_1">
            <a:extLst>
              <a:ext uri="{FF2B5EF4-FFF2-40B4-BE49-F238E27FC236}">
                <a16:creationId xmlns:a16="http://schemas.microsoft.com/office/drawing/2014/main" id="{EF4C165E-84E1-445D-8175-FC7523E75A74}"/>
              </a:ext>
            </a:extLst>
          </p:cNvPr>
          <p:cNvSpPr>
            <a:spLocks noGrp="1"/>
          </p:cNvSpPr>
          <p:nvPr/>
        </p:nvSpPr>
        <p:spPr>
          <a:xfrm>
            <a:off x="4207422" y="2706414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6389_1">
            <a:extLst>
              <a:ext uri="{FF2B5EF4-FFF2-40B4-BE49-F238E27FC236}">
                <a16:creationId xmlns:a16="http://schemas.microsoft.com/office/drawing/2014/main" id="{D279A3EC-02A6-4E7D-96D0-2C1841FD8CC7}"/>
              </a:ext>
            </a:extLst>
          </p:cNvPr>
          <p:cNvSpPr>
            <a:spLocks noGrp="1"/>
          </p:cNvSpPr>
          <p:nvPr/>
        </p:nvSpPr>
        <p:spPr>
          <a:xfrm>
            <a:off x="1842595" y="3100552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6390_1">
            <a:extLst>
              <a:ext uri="{FF2B5EF4-FFF2-40B4-BE49-F238E27FC236}">
                <a16:creationId xmlns:a16="http://schemas.microsoft.com/office/drawing/2014/main" id="{7BD67B64-8214-439C-9FE7-25A5DF37F11E}"/>
              </a:ext>
            </a:extLst>
          </p:cNvPr>
          <p:cNvSpPr>
            <a:spLocks noGrp="1"/>
          </p:cNvSpPr>
          <p:nvPr/>
        </p:nvSpPr>
        <p:spPr>
          <a:xfrm>
            <a:off x="2236733" y="3100552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6391_1">
            <a:extLst>
              <a:ext uri="{FF2B5EF4-FFF2-40B4-BE49-F238E27FC236}">
                <a16:creationId xmlns:a16="http://schemas.microsoft.com/office/drawing/2014/main" id="{B6F22ACA-AB13-4259-8E7D-8078B5ECEBBB}"/>
              </a:ext>
            </a:extLst>
          </p:cNvPr>
          <p:cNvSpPr>
            <a:spLocks noGrp="1"/>
          </p:cNvSpPr>
          <p:nvPr/>
        </p:nvSpPr>
        <p:spPr>
          <a:xfrm>
            <a:off x="2630871" y="3100552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6392_1">
            <a:extLst>
              <a:ext uri="{FF2B5EF4-FFF2-40B4-BE49-F238E27FC236}">
                <a16:creationId xmlns:a16="http://schemas.microsoft.com/office/drawing/2014/main" id="{6A2DEB5B-A950-4B5A-B306-B9E4F14CC6A8}"/>
              </a:ext>
            </a:extLst>
          </p:cNvPr>
          <p:cNvSpPr>
            <a:spLocks noGrp="1"/>
          </p:cNvSpPr>
          <p:nvPr/>
        </p:nvSpPr>
        <p:spPr>
          <a:xfrm>
            <a:off x="3025009" y="3100552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6393_1">
            <a:extLst>
              <a:ext uri="{FF2B5EF4-FFF2-40B4-BE49-F238E27FC236}">
                <a16:creationId xmlns:a16="http://schemas.microsoft.com/office/drawing/2014/main" id="{A2F6FC19-F0FB-438E-A62B-C0625779CAB2}"/>
              </a:ext>
            </a:extLst>
          </p:cNvPr>
          <p:cNvSpPr>
            <a:spLocks noGrp="1"/>
          </p:cNvSpPr>
          <p:nvPr/>
        </p:nvSpPr>
        <p:spPr>
          <a:xfrm>
            <a:off x="3419147" y="3100552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6394_1">
            <a:extLst>
              <a:ext uri="{FF2B5EF4-FFF2-40B4-BE49-F238E27FC236}">
                <a16:creationId xmlns:a16="http://schemas.microsoft.com/office/drawing/2014/main" id="{E873E4CF-7EC2-4637-A000-FDFBF305527A}"/>
              </a:ext>
            </a:extLst>
          </p:cNvPr>
          <p:cNvSpPr>
            <a:spLocks noGrp="1"/>
          </p:cNvSpPr>
          <p:nvPr/>
        </p:nvSpPr>
        <p:spPr>
          <a:xfrm>
            <a:off x="3813284" y="3100552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6395_1">
            <a:extLst>
              <a:ext uri="{FF2B5EF4-FFF2-40B4-BE49-F238E27FC236}">
                <a16:creationId xmlns:a16="http://schemas.microsoft.com/office/drawing/2014/main" id="{2599F966-C707-4C0E-BE03-110581B84577}"/>
              </a:ext>
            </a:extLst>
          </p:cNvPr>
          <p:cNvSpPr>
            <a:spLocks noGrp="1"/>
          </p:cNvSpPr>
          <p:nvPr/>
        </p:nvSpPr>
        <p:spPr>
          <a:xfrm>
            <a:off x="4207422" y="3100552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6396_1">
            <a:extLst>
              <a:ext uri="{FF2B5EF4-FFF2-40B4-BE49-F238E27FC236}">
                <a16:creationId xmlns:a16="http://schemas.microsoft.com/office/drawing/2014/main" id="{53D65A3D-A742-4E80-A4CD-7E80919D97EB}"/>
              </a:ext>
            </a:extLst>
          </p:cNvPr>
          <p:cNvSpPr>
            <a:spLocks noGrp="1"/>
          </p:cNvSpPr>
          <p:nvPr/>
        </p:nvSpPr>
        <p:spPr>
          <a:xfrm>
            <a:off x="1842595" y="3494690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6397_1">
            <a:extLst>
              <a:ext uri="{FF2B5EF4-FFF2-40B4-BE49-F238E27FC236}">
                <a16:creationId xmlns:a16="http://schemas.microsoft.com/office/drawing/2014/main" id="{C6AC322B-E665-4E27-8E6A-3D3870062D7E}"/>
              </a:ext>
            </a:extLst>
          </p:cNvPr>
          <p:cNvSpPr>
            <a:spLocks noGrp="1"/>
          </p:cNvSpPr>
          <p:nvPr/>
        </p:nvSpPr>
        <p:spPr>
          <a:xfrm>
            <a:off x="2236733" y="3494690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6398_1">
            <a:extLst>
              <a:ext uri="{FF2B5EF4-FFF2-40B4-BE49-F238E27FC236}">
                <a16:creationId xmlns:a16="http://schemas.microsoft.com/office/drawing/2014/main" id="{90C98917-F678-46E5-824D-5D68B7B0855C}"/>
              </a:ext>
            </a:extLst>
          </p:cNvPr>
          <p:cNvSpPr>
            <a:spLocks noGrp="1"/>
          </p:cNvSpPr>
          <p:nvPr/>
        </p:nvSpPr>
        <p:spPr>
          <a:xfrm>
            <a:off x="2630871" y="3494690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6399_1">
            <a:extLst>
              <a:ext uri="{FF2B5EF4-FFF2-40B4-BE49-F238E27FC236}">
                <a16:creationId xmlns:a16="http://schemas.microsoft.com/office/drawing/2014/main" id="{7E7D3FDD-90E7-4B77-AEBB-79FB1B38D7BB}"/>
              </a:ext>
            </a:extLst>
          </p:cNvPr>
          <p:cNvSpPr>
            <a:spLocks noGrp="1"/>
          </p:cNvSpPr>
          <p:nvPr/>
        </p:nvSpPr>
        <p:spPr>
          <a:xfrm>
            <a:off x="3025009" y="3494690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6400_1">
            <a:extLst>
              <a:ext uri="{FF2B5EF4-FFF2-40B4-BE49-F238E27FC236}">
                <a16:creationId xmlns:a16="http://schemas.microsoft.com/office/drawing/2014/main" id="{2D416C9C-58E4-41C9-AD03-8EEDB508A83D}"/>
              </a:ext>
            </a:extLst>
          </p:cNvPr>
          <p:cNvSpPr>
            <a:spLocks noGrp="1"/>
          </p:cNvSpPr>
          <p:nvPr/>
        </p:nvSpPr>
        <p:spPr>
          <a:xfrm>
            <a:off x="3419147" y="3494690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6401_1">
            <a:extLst>
              <a:ext uri="{FF2B5EF4-FFF2-40B4-BE49-F238E27FC236}">
                <a16:creationId xmlns:a16="http://schemas.microsoft.com/office/drawing/2014/main" id="{D2F657E3-86F7-4BAC-B761-58B3447E4C7A}"/>
              </a:ext>
            </a:extLst>
          </p:cNvPr>
          <p:cNvSpPr>
            <a:spLocks noGrp="1"/>
          </p:cNvSpPr>
          <p:nvPr/>
        </p:nvSpPr>
        <p:spPr>
          <a:xfrm>
            <a:off x="3813284" y="3494690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6402_1">
            <a:extLst>
              <a:ext uri="{FF2B5EF4-FFF2-40B4-BE49-F238E27FC236}">
                <a16:creationId xmlns:a16="http://schemas.microsoft.com/office/drawing/2014/main" id="{AF71C92E-3417-4AF8-91EF-A853397C0B0B}"/>
              </a:ext>
            </a:extLst>
          </p:cNvPr>
          <p:cNvSpPr>
            <a:spLocks noGrp="1"/>
          </p:cNvSpPr>
          <p:nvPr/>
        </p:nvSpPr>
        <p:spPr>
          <a:xfrm>
            <a:off x="4207422" y="3494690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6403_1">
            <a:extLst>
              <a:ext uri="{FF2B5EF4-FFF2-40B4-BE49-F238E27FC236}">
                <a16:creationId xmlns:a16="http://schemas.microsoft.com/office/drawing/2014/main" id="{2E3AD60E-C2FC-42E8-A30D-4DB7803E6AD0}"/>
              </a:ext>
            </a:extLst>
          </p:cNvPr>
          <p:cNvSpPr>
            <a:spLocks noGrp="1"/>
          </p:cNvSpPr>
          <p:nvPr/>
        </p:nvSpPr>
        <p:spPr>
          <a:xfrm>
            <a:off x="1842595" y="3888828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6404_1">
            <a:extLst>
              <a:ext uri="{FF2B5EF4-FFF2-40B4-BE49-F238E27FC236}">
                <a16:creationId xmlns:a16="http://schemas.microsoft.com/office/drawing/2014/main" id="{EE5FC42E-E533-42CD-BB7B-D445937F9FE0}"/>
              </a:ext>
            </a:extLst>
          </p:cNvPr>
          <p:cNvSpPr>
            <a:spLocks noGrp="1"/>
          </p:cNvSpPr>
          <p:nvPr/>
        </p:nvSpPr>
        <p:spPr>
          <a:xfrm>
            <a:off x="2236733" y="3888828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6405_1">
            <a:extLst>
              <a:ext uri="{FF2B5EF4-FFF2-40B4-BE49-F238E27FC236}">
                <a16:creationId xmlns:a16="http://schemas.microsoft.com/office/drawing/2014/main" id="{536EF60F-9D26-455F-9731-007F3E71E94F}"/>
              </a:ext>
            </a:extLst>
          </p:cNvPr>
          <p:cNvSpPr>
            <a:spLocks noGrp="1"/>
          </p:cNvSpPr>
          <p:nvPr/>
        </p:nvSpPr>
        <p:spPr>
          <a:xfrm>
            <a:off x="2630871" y="3888828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6406_1">
            <a:extLst>
              <a:ext uri="{FF2B5EF4-FFF2-40B4-BE49-F238E27FC236}">
                <a16:creationId xmlns:a16="http://schemas.microsoft.com/office/drawing/2014/main" id="{185E73D7-FA5A-4D85-91CB-DD6FBB254122}"/>
              </a:ext>
            </a:extLst>
          </p:cNvPr>
          <p:cNvSpPr>
            <a:spLocks noGrp="1"/>
          </p:cNvSpPr>
          <p:nvPr/>
        </p:nvSpPr>
        <p:spPr>
          <a:xfrm>
            <a:off x="3025009" y="3888828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6407_1">
            <a:extLst>
              <a:ext uri="{FF2B5EF4-FFF2-40B4-BE49-F238E27FC236}">
                <a16:creationId xmlns:a16="http://schemas.microsoft.com/office/drawing/2014/main" id="{A5280B8E-FE64-47EB-9251-62B5DF381F97}"/>
              </a:ext>
            </a:extLst>
          </p:cNvPr>
          <p:cNvSpPr>
            <a:spLocks noGrp="1"/>
          </p:cNvSpPr>
          <p:nvPr/>
        </p:nvSpPr>
        <p:spPr>
          <a:xfrm>
            <a:off x="3419147" y="3888828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6408_1">
            <a:extLst>
              <a:ext uri="{FF2B5EF4-FFF2-40B4-BE49-F238E27FC236}">
                <a16:creationId xmlns:a16="http://schemas.microsoft.com/office/drawing/2014/main" id="{AAE2D500-C048-4150-9C00-C6F52BBC60B2}"/>
              </a:ext>
            </a:extLst>
          </p:cNvPr>
          <p:cNvSpPr>
            <a:spLocks noGrp="1"/>
          </p:cNvSpPr>
          <p:nvPr/>
        </p:nvSpPr>
        <p:spPr>
          <a:xfrm>
            <a:off x="3813284" y="3888828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6409_1">
            <a:extLst>
              <a:ext uri="{FF2B5EF4-FFF2-40B4-BE49-F238E27FC236}">
                <a16:creationId xmlns:a16="http://schemas.microsoft.com/office/drawing/2014/main" id="{A8F151ED-DEB5-4A69-A09F-1E88C5110073}"/>
              </a:ext>
            </a:extLst>
          </p:cNvPr>
          <p:cNvSpPr>
            <a:spLocks noGrp="1"/>
          </p:cNvSpPr>
          <p:nvPr/>
        </p:nvSpPr>
        <p:spPr>
          <a:xfrm>
            <a:off x="4207422" y="3888828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6410_1">
            <a:extLst>
              <a:ext uri="{FF2B5EF4-FFF2-40B4-BE49-F238E27FC236}">
                <a16:creationId xmlns:a16="http://schemas.microsoft.com/office/drawing/2014/main" id="{8CC1DFA0-8FBA-4ACD-B519-41ABFA2479C8}"/>
              </a:ext>
            </a:extLst>
          </p:cNvPr>
          <p:cNvSpPr>
            <a:spLocks noGrp="1"/>
          </p:cNvSpPr>
          <p:nvPr/>
        </p:nvSpPr>
        <p:spPr>
          <a:xfrm>
            <a:off x="1842595" y="4282966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6411_1">
            <a:extLst>
              <a:ext uri="{FF2B5EF4-FFF2-40B4-BE49-F238E27FC236}">
                <a16:creationId xmlns:a16="http://schemas.microsoft.com/office/drawing/2014/main" id="{9BAF9A1C-14B0-47F0-89B7-2587A8E075D8}"/>
              </a:ext>
            </a:extLst>
          </p:cNvPr>
          <p:cNvSpPr>
            <a:spLocks noGrp="1"/>
          </p:cNvSpPr>
          <p:nvPr/>
        </p:nvSpPr>
        <p:spPr>
          <a:xfrm>
            <a:off x="2236733" y="4282966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6412_1">
            <a:extLst>
              <a:ext uri="{FF2B5EF4-FFF2-40B4-BE49-F238E27FC236}">
                <a16:creationId xmlns:a16="http://schemas.microsoft.com/office/drawing/2014/main" id="{D50D5706-C3C2-4245-850E-200C73EB7A24}"/>
              </a:ext>
            </a:extLst>
          </p:cNvPr>
          <p:cNvSpPr>
            <a:spLocks noGrp="1"/>
          </p:cNvSpPr>
          <p:nvPr/>
        </p:nvSpPr>
        <p:spPr>
          <a:xfrm>
            <a:off x="2630871" y="4282966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6413_1">
            <a:extLst>
              <a:ext uri="{FF2B5EF4-FFF2-40B4-BE49-F238E27FC236}">
                <a16:creationId xmlns:a16="http://schemas.microsoft.com/office/drawing/2014/main" id="{D8BFE7A2-D30B-491E-A4A8-8C56FED43174}"/>
              </a:ext>
            </a:extLst>
          </p:cNvPr>
          <p:cNvSpPr>
            <a:spLocks noGrp="1"/>
          </p:cNvSpPr>
          <p:nvPr/>
        </p:nvSpPr>
        <p:spPr>
          <a:xfrm>
            <a:off x="3025009" y="4282966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6414_1">
            <a:extLst>
              <a:ext uri="{FF2B5EF4-FFF2-40B4-BE49-F238E27FC236}">
                <a16:creationId xmlns:a16="http://schemas.microsoft.com/office/drawing/2014/main" id="{6A7949A8-1637-49C7-938A-DD7A61397F51}"/>
              </a:ext>
            </a:extLst>
          </p:cNvPr>
          <p:cNvSpPr>
            <a:spLocks noGrp="1"/>
          </p:cNvSpPr>
          <p:nvPr/>
        </p:nvSpPr>
        <p:spPr>
          <a:xfrm>
            <a:off x="3419147" y="4282966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6415_1">
            <a:extLst>
              <a:ext uri="{FF2B5EF4-FFF2-40B4-BE49-F238E27FC236}">
                <a16:creationId xmlns:a16="http://schemas.microsoft.com/office/drawing/2014/main" id="{92DD70CE-A838-4AEB-8AA3-D21D0D8FB048}"/>
              </a:ext>
            </a:extLst>
          </p:cNvPr>
          <p:cNvSpPr>
            <a:spLocks noGrp="1"/>
          </p:cNvSpPr>
          <p:nvPr/>
        </p:nvSpPr>
        <p:spPr>
          <a:xfrm>
            <a:off x="3813284" y="4282966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6416_1">
            <a:extLst>
              <a:ext uri="{FF2B5EF4-FFF2-40B4-BE49-F238E27FC236}">
                <a16:creationId xmlns:a16="http://schemas.microsoft.com/office/drawing/2014/main" id="{FD3E3399-334F-48C8-811E-64B727759195}"/>
              </a:ext>
            </a:extLst>
          </p:cNvPr>
          <p:cNvSpPr>
            <a:spLocks noGrp="1"/>
          </p:cNvSpPr>
          <p:nvPr/>
        </p:nvSpPr>
        <p:spPr>
          <a:xfrm>
            <a:off x="4207422" y="4282966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6417_1">
            <a:extLst>
              <a:ext uri="{FF2B5EF4-FFF2-40B4-BE49-F238E27FC236}">
                <a16:creationId xmlns:a16="http://schemas.microsoft.com/office/drawing/2014/main" id="{1592E93C-97EB-4E0A-B3C3-A4C92E50D1CF}"/>
              </a:ext>
            </a:extLst>
          </p:cNvPr>
          <p:cNvSpPr>
            <a:spLocks noGrp="1"/>
          </p:cNvSpPr>
          <p:nvPr/>
        </p:nvSpPr>
        <p:spPr>
          <a:xfrm>
            <a:off x="1842595" y="4677103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6418_1">
            <a:extLst>
              <a:ext uri="{FF2B5EF4-FFF2-40B4-BE49-F238E27FC236}">
                <a16:creationId xmlns:a16="http://schemas.microsoft.com/office/drawing/2014/main" id="{8231D5AE-2B8F-4FD9-8EA9-10F08396672E}"/>
              </a:ext>
            </a:extLst>
          </p:cNvPr>
          <p:cNvSpPr>
            <a:spLocks noGrp="1"/>
          </p:cNvSpPr>
          <p:nvPr/>
        </p:nvSpPr>
        <p:spPr>
          <a:xfrm>
            <a:off x="2236733" y="4677103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6419_1">
            <a:extLst>
              <a:ext uri="{FF2B5EF4-FFF2-40B4-BE49-F238E27FC236}">
                <a16:creationId xmlns:a16="http://schemas.microsoft.com/office/drawing/2014/main" id="{D6A67F14-CA0A-4BCD-93AB-AC584CE116C9}"/>
              </a:ext>
            </a:extLst>
          </p:cNvPr>
          <p:cNvSpPr>
            <a:spLocks noGrp="1"/>
          </p:cNvSpPr>
          <p:nvPr/>
        </p:nvSpPr>
        <p:spPr>
          <a:xfrm>
            <a:off x="2630871" y="4677103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6420_1">
            <a:extLst>
              <a:ext uri="{FF2B5EF4-FFF2-40B4-BE49-F238E27FC236}">
                <a16:creationId xmlns:a16="http://schemas.microsoft.com/office/drawing/2014/main" id="{4646F9FE-3591-4AE6-8511-DC46AD9E2E1B}"/>
              </a:ext>
            </a:extLst>
          </p:cNvPr>
          <p:cNvSpPr>
            <a:spLocks noGrp="1"/>
          </p:cNvSpPr>
          <p:nvPr/>
        </p:nvSpPr>
        <p:spPr>
          <a:xfrm>
            <a:off x="3025009" y="4677103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6421_1">
            <a:extLst>
              <a:ext uri="{FF2B5EF4-FFF2-40B4-BE49-F238E27FC236}">
                <a16:creationId xmlns:a16="http://schemas.microsoft.com/office/drawing/2014/main" id="{A47F1950-943C-48F7-A530-B89619285F64}"/>
              </a:ext>
            </a:extLst>
          </p:cNvPr>
          <p:cNvSpPr>
            <a:spLocks noGrp="1"/>
          </p:cNvSpPr>
          <p:nvPr/>
        </p:nvSpPr>
        <p:spPr>
          <a:xfrm>
            <a:off x="3419147" y="4677103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6422_1">
            <a:extLst>
              <a:ext uri="{FF2B5EF4-FFF2-40B4-BE49-F238E27FC236}">
                <a16:creationId xmlns:a16="http://schemas.microsoft.com/office/drawing/2014/main" id="{4D435922-4773-4926-BA20-AAB40AC586F7}"/>
              </a:ext>
            </a:extLst>
          </p:cNvPr>
          <p:cNvSpPr>
            <a:spLocks noGrp="1"/>
          </p:cNvSpPr>
          <p:nvPr/>
        </p:nvSpPr>
        <p:spPr>
          <a:xfrm>
            <a:off x="3813284" y="4677103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6423_1">
            <a:extLst>
              <a:ext uri="{FF2B5EF4-FFF2-40B4-BE49-F238E27FC236}">
                <a16:creationId xmlns:a16="http://schemas.microsoft.com/office/drawing/2014/main" id="{C77777F1-6984-4AC0-8BA5-18F8F458B737}"/>
              </a:ext>
            </a:extLst>
          </p:cNvPr>
          <p:cNvSpPr>
            <a:spLocks noGrp="1"/>
          </p:cNvSpPr>
          <p:nvPr/>
        </p:nvSpPr>
        <p:spPr>
          <a:xfrm>
            <a:off x="4207422" y="4677103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6424_1">
            <a:extLst>
              <a:ext uri="{FF2B5EF4-FFF2-40B4-BE49-F238E27FC236}">
                <a16:creationId xmlns:a16="http://schemas.microsoft.com/office/drawing/2014/main" id="{3B11DA0C-067F-4C7D-B331-CF26573A2689}"/>
              </a:ext>
            </a:extLst>
          </p:cNvPr>
          <p:cNvSpPr>
            <a:spLocks noGrp="1"/>
          </p:cNvSpPr>
          <p:nvPr/>
        </p:nvSpPr>
        <p:spPr>
          <a:xfrm>
            <a:off x="1842595" y="5071241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6425_1">
            <a:extLst>
              <a:ext uri="{FF2B5EF4-FFF2-40B4-BE49-F238E27FC236}">
                <a16:creationId xmlns:a16="http://schemas.microsoft.com/office/drawing/2014/main" id="{3CD39A1C-42CF-4FF6-9AB4-29EDC5893D6E}"/>
              </a:ext>
            </a:extLst>
          </p:cNvPr>
          <p:cNvSpPr>
            <a:spLocks noGrp="1"/>
          </p:cNvSpPr>
          <p:nvPr/>
        </p:nvSpPr>
        <p:spPr>
          <a:xfrm>
            <a:off x="2236733" y="5071241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6426_1">
            <a:extLst>
              <a:ext uri="{FF2B5EF4-FFF2-40B4-BE49-F238E27FC236}">
                <a16:creationId xmlns:a16="http://schemas.microsoft.com/office/drawing/2014/main" id="{75999FF5-7BE0-40A5-B10E-EBF21C7DFE90}"/>
              </a:ext>
            </a:extLst>
          </p:cNvPr>
          <p:cNvSpPr>
            <a:spLocks noGrp="1"/>
          </p:cNvSpPr>
          <p:nvPr/>
        </p:nvSpPr>
        <p:spPr>
          <a:xfrm>
            <a:off x="2630871" y="5071241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6427_1">
            <a:extLst>
              <a:ext uri="{FF2B5EF4-FFF2-40B4-BE49-F238E27FC236}">
                <a16:creationId xmlns:a16="http://schemas.microsoft.com/office/drawing/2014/main" id="{7E90A209-AED4-4AB2-A6B4-FD901EB49C48}"/>
              </a:ext>
            </a:extLst>
          </p:cNvPr>
          <p:cNvSpPr>
            <a:spLocks noGrp="1"/>
          </p:cNvSpPr>
          <p:nvPr/>
        </p:nvSpPr>
        <p:spPr>
          <a:xfrm>
            <a:off x="3025009" y="5071241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6428_1">
            <a:extLst>
              <a:ext uri="{FF2B5EF4-FFF2-40B4-BE49-F238E27FC236}">
                <a16:creationId xmlns:a16="http://schemas.microsoft.com/office/drawing/2014/main" id="{7E5ABB3C-969D-4CB0-A588-9DB2DAFC9D8E}"/>
              </a:ext>
            </a:extLst>
          </p:cNvPr>
          <p:cNvSpPr>
            <a:spLocks noGrp="1"/>
          </p:cNvSpPr>
          <p:nvPr/>
        </p:nvSpPr>
        <p:spPr>
          <a:xfrm>
            <a:off x="3419147" y="5071241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6429_1">
            <a:extLst>
              <a:ext uri="{FF2B5EF4-FFF2-40B4-BE49-F238E27FC236}">
                <a16:creationId xmlns:a16="http://schemas.microsoft.com/office/drawing/2014/main" id="{C47DEC60-047E-4F3E-8F06-9CFC09F25993}"/>
              </a:ext>
            </a:extLst>
          </p:cNvPr>
          <p:cNvSpPr>
            <a:spLocks noGrp="1"/>
          </p:cNvSpPr>
          <p:nvPr/>
        </p:nvSpPr>
        <p:spPr>
          <a:xfrm>
            <a:off x="3813284" y="5071241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6430_1">
            <a:extLst>
              <a:ext uri="{FF2B5EF4-FFF2-40B4-BE49-F238E27FC236}">
                <a16:creationId xmlns:a16="http://schemas.microsoft.com/office/drawing/2014/main" id="{FF1AF006-6417-4B64-BD68-0E0FB3AE9F50}"/>
              </a:ext>
            </a:extLst>
          </p:cNvPr>
          <p:cNvSpPr>
            <a:spLocks noGrp="1"/>
          </p:cNvSpPr>
          <p:nvPr/>
        </p:nvSpPr>
        <p:spPr>
          <a:xfrm>
            <a:off x="4207422" y="5071241"/>
            <a:ext cx="394138" cy="394138"/>
          </a:xfrm>
          <a:prstGeom prst="rect">
            <a:avLst/>
          </a:prstGeom>
          <a:solidFill>
            <a:srgbClr val="6699CC">
              <a:alpha val="15000"/>
            </a:srgbClr>
          </a:solidFill>
          <a:ln w="635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6496_1">
            <a:extLst>
              <a:ext uri="{FF2B5EF4-FFF2-40B4-BE49-F238E27FC236}">
                <a16:creationId xmlns:a16="http://schemas.microsoft.com/office/drawing/2014/main" id="{88288CA3-9989-4D52-9937-6D5DCBB04E14}"/>
              </a:ext>
            </a:extLst>
          </p:cNvPr>
          <p:cNvSpPr>
            <a:spLocks noGrp="1"/>
          </p:cNvSpPr>
          <p:nvPr/>
        </p:nvSpPr>
        <p:spPr>
          <a:xfrm>
            <a:off x="4971065" y="4000172"/>
            <a:ext cx="2644009" cy="171450"/>
          </a:xfrm>
          <a:custGeom>
            <a:avLst/>
            <a:gdLst/>
            <a:ahLst/>
            <a:cxnLst/>
            <a:rect l="0" t="0" r="0" b="0"/>
            <a:pathLst>
              <a:path w="2644009" h="171450">
                <a:moveTo>
                  <a:pt x="0" y="104775"/>
                </a:moveTo>
                <a:lnTo>
                  <a:pt x="2472559" y="104775"/>
                </a:lnTo>
                <a:lnTo>
                  <a:pt x="2472559" y="171450"/>
                </a:lnTo>
                <a:lnTo>
                  <a:pt x="2644009" y="85725"/>
                </a:lnTo>
                <a:lnTo>
                  <a:pt x="2472559" y="0"/>
                </a:lnTo>
                <a:lnTo>
                  <a:pt x="2472559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1905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6451_1">
            <a:extLst>
              <a:ext uri="{FF2B5EF4-FFF2-40B4-BE49-F238E27FC236}">
                <a16:creationId xmlns:a16="http://schemas.microsoft.com/office/drawing/2014/main" id="{D667FD18-4B14-47DE-99E4-F5C4585ACB62}"/>
              </a:ext>
            </a:extLst>
          </p:cNvPr>
          <p:cNvSpPr>
            <a:spLocks noGrp="1"/>
          </p:cNvSpPr>
          <p:nvPr/>
        </p:nvSpPr>
        <p:spPr>
          <a:xfrm>
            <a:off x="7984578" y="3100552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6452_1">
            <a:extLst>
              <a:ext uri="{FF2B5EF4-FFF2-40B4-BE49-F238E27FC236}">
                <a16:creationId xmlns:a16="http://schemas.microsoft.com/office/drawing/2014/main" id="{1924C0CC-F649-496A-A9CC-BA926D663FDE}"/>
              </a:ext>
            </a:extLst>
          </p:cNvPr>
          <p:cNvSpPr>
            <a:spLocks noGrp="1"/>
          </p:cNvSpPr>
          <p:nvPr/>
        </p:nvSpPr>
        <p:spPr>
          <a:xfrm>
            <a:off x="8378716" y="3100552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o6453_1">
            <a:extLst>
              <a:ext uri="{FF2B5EF4-FFF2-40B4-BE49-F238E27FC236}">
                <a16:creationId xmlns:a16="http://schemas.microsoft.com/office/drawing/2014/main" id="{911E7F3C-7420-4A5C-9E0D-D6E53A280BC6}"/>
              </a:ext>
            </a:extLst>
          </p:cNvPr>
          <p:cNvSpPr>
            <a:spLocks noGrp="1"/>
          </p:cNvSpPr>
          <p:nvPr/>
        </p:nvSpPr>
        <p:spPr>
          <a:xfrm>
            <a:off x="8772853" y="3100552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4" name="anim_o6454_1">
            <a:extLst>
              <a:ext uri="{FF2B5EF4-FFF2-40B4-BE49-F238E27FC236}">
                <a16:creationId xmlns:a16="http://schemas.microsoft.com/office/drawing/2014/main" id="{D9AE8A9A-819C-49DD-B77A-F3D0D489BFA7}"/>
              </a:ext>
            </a:extLst>
          </p:cNvPr>
          <p:cNvSpPr>
            <a:spLocks noGrp="1"/>
          </p:cNvSpPr>
          <p:nvPr/>
        </p:nvSpPr>
        <p:spPr>
          <a:xfrm>
            <a:off x="9166991" y="3100552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5" name="anim_o6455_1">
            <a:extLst>
              <a:ext uri="{FF2B5EF4-FFF2-40B4-BE49-F238E27FC236}">
                <a16:creationId xmlns:a16="http://schemas.microsoft.com/office/drawing/2014/main" id="{2C6DA5A8-740B-496C-A955-2254BA27B9AB}"/>
              </a:ext>
            </a:extLst>
          </p:cNvPr>
          <p:cNvSpPr>
            <a:spLocks noGrp="1"/>
          </p:cNvSpPr>
          <p:nvPr/>
        </p:nvSpPr>
        <p:spPr>
          <a:xfrm>
            <a:off x="9561129" y="3100552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6" name="anim_o6456_1">
            <a:extLst>
              <a:ext uri="{FF2B5EF4-FFF2-40B4-BE49-F238E27FC236}">
                <a16:creationId xmlns:a16="http://schemas.microsoft.com/office/drawing/2014/main" id="{B0ED27B0-7B54-4091-92E0-D2A2D3B4397D}"/>
              </a:ext>
            </a:extLst>
          </p:cNvPr>
          <p:cNvSpPr>
            <a:spLocks noGrp="1"/>
          </p:cNvSpPr>
          <p:nvPr/>
        </p:nvSpPr>
        <p:spPr>
          <a:xfrm>
            <a:off x="7984578" y="3494690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7" name="anim_o6457_1">
            <a:extLst>
              <a:ext uri="{FF2B5EF4-FFF2-40B4-BE49-F238E27FC236}">
                <a16:creationId xmlns:a16="http://schemas.microsoft.com/office/drawing/2014/main" id="{A6097A89-9F00-4BC0-B92D-069824F3988E}"/>
              </a:ext>
            </a:extLst>
          </p:cNvPr>
          <p:cNvSpPr>
            <a:spLocks noGrp="1"/>
          </p:cNvSpPr>
          <p:nvPr/>
        </p:nvSpPr>
        <p:spPr>
          <a:xfrm>
            <a:off x="8378716" y="3494690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" name="anim_o6458_1">
            <a:extLst>
              <a:ext uri="{FF2B5EF4-FFF2-40B4-BE49-F238E27FC236}">
                <a16:creationId xmlns:a16="http://schemas.microsoft.com/office/drawing/2014/main" id="{28BA9596-06DF-4C3A-9A13-F4F41542D871}"/>
              </a:ext>
            </a:extLst>
          </p:cNvPr>
          <p:cNvSpPr>
            <a:spLocks noGrp="1"/>
          </p:cNvSpPr>
          <p:nvPr/>
        </p:nvSpPr>
        <p:spPr>
          <a:xfrm>
            <a:off x="8772853" y="3494690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o6459_1">
            <a:extLst>
              <a:ext uri="{FF2B5EF4-FFF2-40B4-BE49-F238E27FC236}">
                <a16:creationId xmlns:a16="http://schemas.microsoft.com/office/drawing/2014/main" id="{F516DE27-49E5-456C-81B8-134114877F12}"/>
              </a:ext>
            </a:extLst>
          </p:cNvPr>
          <p:cNvSpPr>
            <a:spLocks noGrp="1"/>
          </p:cNvSpPr>
          <p:nvPr/>
        </p:nvSpPr>
        <p:spPr>
          <a:xfrm>
            <a:off x="9166991" y="3494690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0" name="anim_o6460_1">
            <a:extLst>
              <a:ext uri="{FF2B5EF4-FFF2-40B4-BE49-F238E27FC236}">
                <a16:creationId xmlns:a16="http://schemas.microsoft.com/office/drawing/2014/main" id="{55763A8C-524F-4F38-9499-8BD995E2DFA1}"/>
              </a:ext>
            </a:extLst>
          </p:cNvPr>
          <p:cNvSpPr>
            <a:spLocks noGrp="1"/>
          </p:cNvSpPr>
          <p:nvPr/>
        </p:nvSpPr>
        <p:spPr>
          <a:xfrm>
            <a:off x="9561129" y="3494690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" name="anim_o6461_1">
            <a:extLst>
              <a:ext uri="{FF2B5EF4-FFF2-40B4-BE49-F238E27FC236}">
                <a16:creationId xmlns:a16="http://schemas.microsoft.com/office/drawing/2014/main" id="{E2D93E77-DB50-47AB-A5EA-2979CF6D5B7A}"/>
              </a:ext>
            </a:extLst>
          </p:cNvPr>
          <p:cNvSpPr>
            <a:spLocks noGrp="1"/>
          </p:cNvSpPr>
          <p:nvPr/>
        </p:nvSpPr>
        <p:spPr>
          <a:xfrm>
            <a:off x="7984578" y="3888828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2" name="anim_o6462_1">
            <a:extLst>
              <a:ext uri="{FF2B5EF4-FFF2-40B4-BE49-F238E27FC236}">
                <a16:creationId xmlns:a16="http://schemas.microsoft.com/office/drawing/2014/main" id="{99FD4C2D-EFF2-41D1-8CA0-430CDA4B8E33}"/>
              </a:ext>
            </a:extLst>
          </p:cNvPr>
          <p:cNvSpPr>
            <a:spLocks noGrp="1"/>
          </p:cNvSpPr>
          <p:nvPr/>
        </p:nvSpPr>
        <p:spPr>
          <a:xfrm>
            <a:off x="8378716" y="3888828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3" name="anim_o6463_1">
            <a:extLst>
              <a:ext uri="{FF2B5EF4-FFF2-40B4-BE49-F238E27FC236}">
                <a16:creationId xmlns:a16="http://schemas.microsoft.com/office/drawing/2014/main" id="{80C69B40-EE5F-46AD-80A1-444985EBA585}"/>
              </a:ext>
            </a:extLst>
          </p:cNvPr>
          <p:cNvSpPr>
            <a:spLocks noGrp="1"/>
          </p:cNvSpPr>
          <p:nvPr/>
        </p:nvSpPr>
        <p:spPr>
          <a:xfrm>
            <a:off x="8772853" y="3888828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4" name="anim_o6464_1">
            <a:extLst>
              <a:ext uri="{FF2B5EF4-FFF2-40B4-BE49-F238E27FC236}">
                <a16:creationId xmlns:a16="http://schemas.microsoft.com/office/drawing/2014/main" id="{A9F8BF84-45A9-4B0F-8D22-556A5E42B7A5}"/>
              </a:ext>
            </a:extLst>
          </p:cNvPr>
          <p:cNvSpPr>
            <a:spLocks noGrp="1"/>
          </p:cNvSpPr>
          <p:nvPr/>
        </p:nvSpPr>
        <p:spPr>
          <a:xfrm>
            <a:off x="9166991" y="3888828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5" name="anim_o6465_1">
            <a:extLst>
              <a:ext uri="{FF2B5EF4-FFF2-40B4-BE49-F238E27FC236}">
                <a16:creationId xmlns:a16="http://schemas.microsoft.com/office/drawing/2014/main" id="{5B8A9F0A-FF6B-4B6A-AF9C-78A340B64B89}"/>
              </a:ext>
            </a:extLst>
          </p:cNvPr>
          <p:cNvSpPr>
            <a:spLocks noGrp="1"/>
          </p:cNvSpPr>
          <p:nvPr/>
        </p:nvSpPr>
        <p:spPr>
          <a:xfrm>
            <a:off x="9561129" y="3888828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6" name="anim_o6466_1">
            <a:extLst>
              <a:ext uri="{FF2B5EF4-FFF2-40B4-BE49-F238E27FC236}">
                <a16:creationId xmlns:a16="http://schemas.microsoft.com/office/drawing/2014/main" id="{EFB43000-AC88-4B8C-B682-05307929BECF}"/>
              </a:ext>
            </a:extLst>
          </p:cNvPr>
          <p:cNvSpPr>
            <a:spLocks noGrp="1"/>
          </p:cNvSpPr>
          <p:nvPr/>
        </p:nvSpPr>
        <p:spPr>
          <a:xfrm>
            <a:off x="7984578" y="4282966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7" name="anim_o6467_1">
            <a:extLst>
              <a:ext uri="{FF2B5EF4-FFF2-40B4-BE49-F238E27FC236}">
                <a16:creationId xmlns:a16="http://schemas.microsoft.com/office/drawing/2014/main" id="{FF46499A-157C-4116-9E16-BD8EE5A388E2}"/>
              </a:ext>
            </a:extLst>
          </p:cNvPr>
          <p:cNvSpPr>
            <a:spLocks noGrp="1"/>
          </p:cNvSpPr>
          <p:nvPr/>
        </p:nvSpPr>
        <p:spPr>
          <a:xfrm>
            <a:off x="8378716" y="4282966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8" name="anim_o6468_1">
            <a:extLst>
              <a:ext uri="{FF2B5EF4-FFF2-40B4-BE49-F238E27FC236}">
                <a16:creationId xmlns:a16="http://schemas.microsoft.com/office/drawing/2014/main" id="{7CF95AE4-AF0D-44D6-89B1-E2855EB8F739}"/>
              </a:ext>
            </a:extLst>
          </p:cNvPr>
          <p:cNvSpPr>
            <a:spLocks noGrp="1"/>
          </p:cNvSpPr>
          <p:nvPr/>
        </p:nvSpPr>
        <p:spPr>
          <a:xfrm>
            <a:off x="8772853" y="4282966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9" name="anim_o6469_1">
            <a:extLst>
              <a:ext uri="{FF2B5EF4-FFF2-40B4-BE49-F238E27FC236}">
                <a16:creationId xmlns:a16="http://schemas.microsoft.com/office/drawing/2014/main" id="{A3EB1F2C-502E-483F-86A5-9DA7BF269091}"/>
              </a:ext>
            </a:extLst>
          </p:cNvPr>
          <p:cNvSpPr>
            <a:spLocks noGrp="1"/>
          </p:cNvSpPr>
          <p:nvPr/>
        </p:nvSpPr>
        <p:spPr>
          <a:xfrm>
            <a:off x="9166991" y="4282966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0" name="anim_o6470_1">
            <a:extLst>
              <a:ext uri="{FF2B5EF4-FFF2-40B4-BE49-F238E27FC236}">
                <a16:creationId xmlns:a16="http://schemas.microsoft.com/office/drawing/2014/main" id="{4D4C8DDD-416F-44D6-8968-BEB09704D0F0}"/>
              </a:ext>
            </a:extLst>
          </p:cNvPr>
          <p:cNvSpPr>
            <a:spLocks noGrp="1"/>
          </p:cNvSpPr>
          <p:nvPr/>
        </p:nvSpPr>
        <p:spPr>
          <a:xfrm>
            <a:off x="9561129" y="4282966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1" name="anim_o6471_1">
            <a:extLst>
              <a:ext uri="{FF2B5EF4-FFF2-40B4-BE49-F238E27FC236}">
                <a16:creationId xmlns:a16="http://schemas.microsoft.com/office/drawing/2014/main" id="{EC1D7A04-4686-4626-8F9E-4FBBBBC9FDC3}"/>
              </a:ext>
            </a:extLst>
          </p:cNvPr>
          <p:cNvSpPr>
            <a:spLocks noGrp="1"/>
          </p:cNvSpPr>
          <p:nvPr/>
        </p:nvSpPr>
        <p:spPr>
          <a:xfrm>
            <a:off x="7984578" y="4677103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2" name="anim_o6472_1">
            <a:extLst>
              <a:ext uri="{FF2B5EF4-FFF2-40B4-BE49-F238E27FC236}">
                <a16:creationId xmlns:a16="http://schemas.microsoft.com/office/drawing/2014/main" id="{2AE797E3-8B55-4548-B644-94C8E45B2E78}"/>
              </a:ext>
            </a:extLst>
          </p:cNvPr>
          <p:cNvSpPr>
            <a:spLocks noGrp="1"/>
          </p:cNvSpPr>
          <p:nvPr/>
        </p:nvSpPr>
        <p:spPr>
          <a:xfrm>
            <a:off x="8378716" y="4677103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3" name="anim_o6473_1">
            <a:extLst>
              <a:ext uri="{FF2B5EF4-FFF2-40B4-BE49-F238E27FC236}">
                <a16:creationId xmlns:a16="http://schemas.microsoft.com/office/drawing/2014/main" id="{E17EE3C0-D6C4-4D3E-AE63-CE77B86A3ADB}"/>
              </a:ext>
            </a:extLst>
          </p:cNvPr>
          <p:cNvSpPr>
            <a:spLocks noGrp="1"/>
          </p:cNvSpPr>
          <p:nvPr/>
        </p:nvSpPr>
        <p:spPr>
          <a:xfrm>
            <a:off x="8772853" y="4677103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4" name="anim_o6474_1">
            <a:extLst>
              <a:ext uri="{FF2B5EF4-FFF2-40B4-BE49-F238E27FC236}">
                <a16:creationId xmlns:a16="http://schemas.microsoft.com/office/drawing/2014/main" id="{37AE7B4E-1F6C-4210-A2D3-0B796E23DD4B}"/>
              </a:ext>
            </a:extLst>
          </p:cNvPr>
          <p:cNvSpPr>
            <a:spLocks noGrp="1"/>
          </p:cNvSpPr>
          <p:nvPr/>
        </p:nvSpPr>
        <p:spPr>
          <a:xfrm>
            <a:off x="9166991" y="4677103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5" name="anim_o6475_1">
            <a:extLst>
              <a:ext uri="{FF2B5EF4-FFF2-40B4-BE49-F238E27FC236}">
                <a16:creationId xmlns:a16="http://schemas.microsoft.com/office/drawing/2014/main" id="{8ECF0E6A-268B-4A4A-A1FE-A819367AB058}"/>
              </a:ext>
            </a:extLst>
          </p:cNvPr>
          <p:cNvSpPr>
            <a:spLocks noGrp="1"/>
          </p:cNvSpPr>
          <p:nvPr/>
        </p:nvSpPr>
        <p:spPr>
          <a:xfrm>
            <a:off x="9561129" y="4677103"/>
            <a:ext cx="394138" cy="394138"/>
          </a:xfrm>
          <a:prstGeom prst="rect">
            <a:avLst/>
          </a:prstGeom>
          <a:solidFill>
            <a:srgbClr val="90EE90">
              <a:alpha val="15000"/>
            </a:srgbClr>
          </a:solidFill>
          <a:ln w="635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6" name="anim_o6501_1">
            <a:extLst>
              <a:ext uri="{FF2B5EF4-FFF2-40B4-BE49-F238E27FC236}">
                <a16:creationId xmlns:a16="http://schemas.microsoft.com/office/drawing/2014/main" id="{0EFD292B-A78C-4E2F-A684-88BA7DD48C36}"/>
              </a:ext>
            </a:extLst>
          </p:cNvPr>
          <p:cNvSpPr>
            <a:spLocks noGrp="1"/>
          </p:cNvSpPr>
          <p:nvPr/>
        </p:nvSpPr>
        <p:spPr>
          <a:xfrm>
            <a:off x="9166991" y="4282966"/>
            <a:ext cx="394138" cy="394138"/>
          </a:xfrm>
          <a:prstGeom prst="rect">
            <a:avLst/>
          </a:prstGeom>
          <a:solidFill>
            <a:srgbClr val="FFD700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7" name="anim_o6512_1">
            <a:extLst>
              <a:ext uri="{FF2B5EF4-FFF2-40B4-BE49-F238E27FC236}">
                <a16:creationId xmlns:a16="http://schemas.microsoft.com/office/drawing/2014/main" id="{158DC163-C3C9-45C8-97A2-0440239C42F8}"/>
              </a:ext>
            </a:extLst>
          </p:cNvPr>
          <p:cNvSpPr>
            <a:spLocks noGrp="1"/>
          </p:cNvSpPr>
          <p:nvPr/>
        </p:nvSpPr>
        <p:spPr>
          <a:xfrm>
            <a:off x="3008586" y="3872405"/>
            <a:ext cx="1215259" cy="1215259"/>
          </a:xfrm>
          <a:prstGeom prst="rect">
            <a:avLst/>
          </a:prstGeom>
          <a:noFill/>
          <a:ln w="1587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8" name="anim_o6584_1">
            <a:extLst>
              <a:ext uri="{FF2B5EF4-FFF2-40B4-BE49-F238E27FC236}">
                <a16:creationId xmlns:a16="http://schemas.microsoft.com/office/drawing/2014/main" id="{940EC0E1-6B08-45AA-B97E-036931DEDCD5}"/>
              </a:ext>
            </a:extLst>
          </p:cNvPr>
          <p:cNvSpPr>
            <a:spLocks noGrp="1"/>
          </p:cNvSpPr>
          <p:nvPr/>
        </p:nvSpPr>
        <p:spPr>
          <a:xfrm>
            <a:off x="3025009" y="3888828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9" name="anim_o6585_1">
            <a:extLst>
              <a:ext uri="{FF2B5EF4-FFF2-40B4-BE49-F238E27FC236}">
                <a16:creationId xmlns:a16="http://schemas.microsoft.com/office/drawing/2014/main" id="{820EBCA8-B0DD-4E43-B7BE-83E7D2AE027D}"/>
              </a:ext>
            </a:extLst>
          </p:cNvPr>
          <p:cNvSpPr>
            <a:spLocks noGrp="1"/>
          </p:cNvSpPr>
          <p:nvPr/>
        </p:nvSpPr>
        <p:spPr>
          <a:xfrm>
            <a:off x="3419147" y="3888828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0" name="anim_o6586_1">
            <a:extLst>
              <a:ext uri="{FF2B5EF4-FFF2-40B4-BE49-F238E27FC236}">
                <a16:creationId xmlns:a16="http://schemas.microsoft.com/office/drawing/2014/main" id="{4820B551-2E65-4670-805A-26E4B6B643BF}"/>
              </a:ext>
            </a:extLst>
          </p:cNvPr>
          <p:cNvSpPr>
            <a:spLocks noGrp="1"/>
          </p:cNvSpPr>
          <p:nvPr/>
        </p:nvSpPr>
        <p:spPr>
          <a:xfrm>
            <a:off x="3813284" y="3888828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1" name="anim_o6587_1">
            <a:extLst>
              <a:ext uri="{FF2B5EF4-FFF2-40B4-BE49-F238E27FC236}">
                <a16:creationId xmlns:a16="http://schemas.microsoft.com/office/drawing/2014/main" id="{347D7EEC-E68B-44BB-8DD0-4DCA59CE74C1}"/>
              </a:ext>
            </a:extLst>
          </p:cNvPr>
          <p:cNvSpPr>
            <a:spLocks noGrp="1"/>
          </p:cNvSpPr>
          <p:nvPr/>
        </p:nvSpPr>
        <p:spPr>
          <a:xfrm>
            <a:off x="3025009" y="4282966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2" name="anim_o6588_1">
            <a:extLst>
              <a:ext uri="{FF2B5EF4-FFF2-40B4-BE49-F238E27FC236}">
                <a16:creationId xmlns:a16="http://schemas.microsoft.com/office/drawing/2014/main" id="{E16B14C2-CC84-4CC4-BFE6-A68809F159DD}"/>
              </a:ext>
            </a:extLst>
          </p:cNvPr>
          <p:cNvSpPr>
            <a:spLocks noGrp="1"/>
          </p:cNvSpPr>
          <p:nvPr/>
        </p:nvSpPr>
        <p:spPr>
          <a:xfrm>
            <a:off x="3419147" y="4282966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3" name="anim_o6589_1">
            <a:extLst>
              <a:ext uri="{FF2B5EF4-FFF2-40B4-BE49-F238E27FC236}">
                <a16:creationId xmlns:a16="http://schemas.microsoft.com/office/drawing/2014/main" id="{325F8AEE-14A8-4FC8-A8BF-CE1A5B651BFD}"/>
              </a:ext>
            </a:extLst>
          </p:cNvPr>
          <p:cNvSpPr>
            <a:spLocks noGrp="1"/>
          </p:cNvSpPr>
          <p:nvPr/>
        </p:nvSpPr>
        <p:spPr>
          <a:xfrm>
            <a:off x="3813284" y="4282966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4" name="anim_o6590_1">
            <a:extLst>
              <a:ext uri="{FF2B5EF4-FFF2-40B4-BE49-F238E27FC236}">
                <a16:creationId xmlns:a16="http://schemas.microsoft.com/office/drawing/2014/main" id="{EBFA0D90-BA9F-4A96-9129-CFEBC3666BEB}"/>
              </a:ext>
            </a:extLst>
          </p:cNvPr>
          <p:cNvSpPr>
            <a:spLocks noGrp="1"/>
          </p:cNvSpPr>
          <p:nvPr/>
        </p:nvSpPr>
        <p:spPr>
          <a:xfrm>
            <a:off x="3025009" y="4677103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5" name="anim_o6591_1">
            <a:extLst>
              <a:ext uri="{FF2B5EF4-FFF2-40B4-BE49-F238E27FC236}">
                <a16:creationId xmlns:a16="http://schemas.microsoft.com/office/drawing/2014/main" id="{A4C71509-CADB-44FB-946C-912EE8E92DF0}"/>
              </a:ext>
            </a:extLst>
          </p:cNvPr>
          <p:cNvSpPr>
            <a:spLocks noGrp="1"/>
          </p:cNvSpPr>
          <p:nvPr/>
        </p:nvSpPr>
        <p:spPr>
          <a:xfrm>
            <a:off x="3419147" y="4677103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6" name="anim_o6592_1">
            <a:extLst>
              <a:ext uri="{FF2B5EF4-FFF2-40B4-BE49-F238E27FC236}">
                <a16:creationId xmlns:a16="http://schemas.microsoft.com/office/drawing/2014/main" id="{74C7DF67-C54F-4232-B3F4-BCD5BBE72126}"/>
              </a:ext>
            </a:extLst>
          </p:cNvPr>
          <p:cNvSpPr>
            <a:spLocks noGrp="1"/>
          </p:cNvSpPr>
          <p:nvPr/>
        </p:nvSpPr>
        <p:spPr>
          <a:xfrm>
            <a:off x="3813284" y="4677103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7" name="anim_o6594_1">
            <a:extLst>
              <a:ext uri="{FF2B5EF4-FFF2-40B4-BE49-F238E27FC236}">
                <a16:creationId xmlns:a16="http://schemas.microsoft.com/office/drawing/2014/main" id="{D1EF2E62-DDF8-4114-8F8A-4A0590627FE1}"/>
              </a:ext>
            </a:extLst>
          </p:cNvPr>
          <p:cNvSpPr>
            <a:spLocks noGrp="1"/>
          </p:cNvSpPr>
          <p:nvPr/>
        </p:nvSpPr>
        <p:spPr>
          <a:xfrm>
            <a:off x="3222078" y="4085897"/>
            <a:ext cx="6141983" cy="394138"/>
          </a:xfrm>
          <a:custGeom>
            <a:avLst/>
            <a:gdLst/>
            <a:ahLst/>
            <a:cxnLst/>
            <a:rect l="0" t="0" r="0" b="0"/>
            <a:pathLst>
              <a:path w="6141983" h="394138">
                <a:moveTo>
                  <a:pt x="0" y="0"/>
                </a:moveTo>
                <a:lnTo>
                  <a:pt x="6141983" y="394138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88" name="anim_o6595_1">
            <a:extLst>
              <a:ext uri="{FF2B5EF4-FFF2-40B4-BE49-F238E27FC236}">
                <a16:creationId xmlns:a16="http://schemas.microsoft.com/office/drawing/2014/main" id="{BC280D10-F3FB-46EB-BDA7-D001DA6173E0}"/>
              </a:ext>
            </a:extLst>
          </p:cNvPr>
          <p:cNvSpPr>
            <a:spLocks noGrp="1"/>
          </p:cNvSpPr>
          <p:nvPr/>
        </p:nvSpPr>
        <p:spPr>
          <a:xfrm>
            <a:off x="3616216" y="4085897"/>
            <a:ext cx="5747845" cy="394138"/>
          </a:xfrm>
          <a:custGeom>
            <a:avLst/>
            <a:gdLst/>
            <a:ahLst/>
            <a:cxnLst/>
            <a:rect l="0" t="0" r="0" b="0"/>
            <a:pathLst>
              <a:path w="5747845" h="394138">
                <a:moveTo>
                  <a:pt x="0" y="0"/>
                </a:moveTo>
                <a:lnTo>
                  <a:pt x="5747845" y="394138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89" name="anim_o6596_1">
            <a:extLst>
              <a:ext uri="{FF2B5EF4-FFF2-40B4-BE49-F238E27FC236}">
                <a16:creationId xmlns:a16="http://schemas.microsoft.com/office/drawing/2014/main" id="{CA04B316-D00F-4E16-B6CB-DE95A222A8E1}"/>
              </a:ext>
            </a:extLst>
          </p:cNvPr>
          <p:cNvSpPr>
            <a:spLocks noGrp="1"/>
          </p:cNvSpPr>
          <p:nvPr/>
        </p:nvSpPr>
        <p:spPr>
          <a:xfrm>
            <a:off x="4010353" y="4085897"/>
            <a:ext cx="5353707" cy="394138"/>
          </a:xfrm>
          <a:custGeom>
            <a:avLst/>
            <a:gdLst/>
            <a:ahLst/>
            <a:cxnLst/>
            <a:rect l="0" t="0" r="0" b="0"/>
            <a:pathLst>
              <a:path w="5353707" h="394138">
                <a:moveTo>
                  <a:pt x="0" y="0"/>
                </a:moveTo>
                <a:lnTo>
                  <a:pt x="5353707" y="394138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90" name="anim_o6597_1">
            <a:extLst>
              <a:ext uri="{FF2B5EF4-FFF2-40B4-BE49-F238E27FC236}">
                <a16:creationId xmlns:a16="http://schemas.microsoft.com/office/drawing/2014/main" id="{5E7B4459-D9AD-44FD-825F-F5073DF71DCC}"/>
              </a:ext>
            </a:extLst>
          </p:cNvPr>
          <p:cNvSpPr>
            <a:spLocks noGrp="1"/>
          </p:cNvSpPr>
          <p:nvPr/>
        </p:nvSpPr>
        <p:spPr>
          <a:xfrm>
            <a:off x="3222078" y="4480034"/>
            <a:ext cx="6141983" cy="953"/>
          </a:xfrm>
          <a:custGeom>
            <a:avLst/>
            <a:gdLst/>
            <a:ahLst/>
            <a:cxnLst/>
            <a:rect l="0" t="0" r="0" b="0"/>
            <a:pathLst>
              <a:path w="6141983" h="953">
                <a:moveTo>
                  <a:pt x="0" y="0"/>
                </a:moveTo>
                <a:lnTo>
                  <a:pt x="6141983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91" name="anim_o6598_1">
            <a:extLst>
              <a:ext uri="{FF2B5EF4-FFF2-40B4-BE49-F238E27FC236}">
                <a16:creationId xmlns:a16="http://schemas.microsoft.com/office/drawing/2014/main" id="{5E8BD1DB-2FEB-4E93-AABE-C7A2239BE9E2}"/>
              </a:ext>
            </a:extLst>
          </p:cNvPr>
          <p:cNvSpPr>
            <a:spLocks noGrp="1"/>
          </p:cNvSpPr>
          <p:nvPr/>
        </p:nvSpPr>
        <p:spPr>
          <a:xfrm>
            <a:off x="3616216" y="4480034"/>
            <a:ext cx="5747845" cy="953"/>
          </a:xfrm>
          <a:custGeom>
            <a:avLst/>
            <a:gdLst/>
            <a:ahLst/>
            <a:cxnLst/>
            <a:rect l="0" t="0" r="0" b="0"/>
            <a:pathLst>
              <a:path w="5747845" h="953">
                <a:moveTo>
                  <a:pt x="0" y="0"/>
                </a:moveTo>
                <a:lnTo>
                  <a:pt x="5747845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92" name="anim_o6599_1">
            <a:extLst>
              <a:ext uri="{FF2B5EF4-FFF2-40B4-BE49-F238E27FC236}">
                <a16:creationId xmlns:a16="http://schemas.microsoft.com/office/drawing/2014/main" id="{9480A101-284C-4EBE-B993-D7077F807497}"/>
              </a:ext>
            </a:extLst>
          </p:cNvPr>
          <p:cNvSpPr>
            <a:spLocks noGrp="1"/>
          </p:cNvSpPr>
          <p:nvPr/>
        </p:nvSpPr>
        <p:spPr>
          <a:xfrm>
            <a:off x="4010353" y="4480034"/>
            <a:ext cx="5353707" cy="953"/>
          </a:xfrm>
          <a:custGeom>
            <a:avLst/>
            <a:gdLst/>
            <a:ahLst/>
            <a:cxnLst/>
            <a:rect l="0" t="0" r="0" b="0"/>
            <a:pathLst>
              <a:path w="5353707" h="953">
                <a:moveTo>
                  <a:pt x="0" y="0"/>
                </a:moveTo>
                <a:lnTo>
                  <a:pt x="5353707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93" name="anim_o6600_1">
            <a:extLst>
              <a:ext uri="{FF2B5EF4-FFF2-40B4-BE49-F238E27FC236}">
                <a16:creationId xmlns:a16="http://schemas.microsoft.com/office/drawing/2014/main" id="{4D08C160-3713-4E53-AC1E-435A78A694AB}"/>
              </a:ext>
            </a:extLst>
          </p:cNvPr>
          <p:cNvSpPr>
            <a:spLocks noGrp="1"/>
          </p:cNvSpPr>
          <p:nvPr/>
        </p:nvSpPr>
        <p:spPr>
          <a:xfrm>
            <a:off x="3222078" y="4480034"/>
            <a:ext cx="6141983" cy="394138"/>
          </a:xfrm>
          <a:custGeom>
            <a:avLst/>
            <a:gdLst/>
            <a:ahLst/>
            <a:cxnLst/>
            <a:rect l="0" t="0" r="0" b="0"/>
            <a:pathLst>
              <a:path w="6141983" h="394138">
                <a:moveTo>
                  <a:pt x="0" y="394138"/>
                </a:moveTo>
                <a:lnTo>
                  <a:pt x="6141983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94" name="anim_o6601_1">
            <a:extLst>
              <a:ext uri="{FF2B5EF4-FFF2-40B4-BE49-F238E27FC236}">
                <a16:creationId xmlns:a16="http://schemas.microsoft.com/office/drawing/2014/main" id="{F736543F-B290-4A2A-9377-A01710239144}"/>
              </a:ext>
            </a:extLst>
          </p:cNvPr>
          <p:cNvSpPr>
            <a:spLocks noGrp="1"/>
          </p:cNvSpPr>
          <p:nvPr/>
        </p:nvSpPr>
        <p:spPr>
          <a:xfrm>
            <a:off x="3616216" y="4480034"/>
            <a:ext cx="5747845" cy="394138"/>
          </a:xfrm>
          <a:custGeom>
            <a:avLst/>
            <a:gdLst/>
            <a:ahLst/>
            <a:cxnLst/>
            <a:rect l="0" t="0" r="0" b="0"/>
            <a:pathLst>
              <a:path w="5747845" h="394138">
                <a:moveTo>
                  <a:pt x="0" y="394138"/>
                </a:moveTo>
                <a:lnTo>
                  <a:pt x="5747845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95" name="anim_o6602_1">
            <a:extLst>
              <a:ext uri="{FF2B5EF4-FFF2-40B4-BE49-F238E27FC236}">
                <a16:creationId xmlns:a16="http://schemas.microsoft.com/office/drawing/2014/main" id="{EB8D8D0C-444B-4301-BD1E-F85ED8466BB8}"/>
              </a:ext>
            </a:extLst>
          </p:cNvPr>
          <p:cNvSpPr>
            <a:spLocks noGrp="1"/>
          </p:cNvSpPr>
          <p:nvPr/>
        </p:nvSpPr>
        <p:spPr>
          <a:xfrm>
            <a:off x="4010353" y="4480034"/>
            <a:ext cx="5353707" cy="394138"/>
          </a:xfrm>
          <a:custGeom>
            <a:avLst/>
            <a:gdLst/>
            <a:ahLst/>
            <a:cxnLst/>
            <a:rect l="0" t="0" r="0" b="0"/>
            <a:pathLst>
              <a:path w="5353707" h="394138">
                <a:moveTo>
                  <a:pt x="0" y="394138"/>
                </a:moveTo>
                <a:lnTo>
                  <a:pt x="5353707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96" name="anim_to6358_0_1">
            <a:extLst>
              <a:ext uri="{FF2B5EF4-FFF2-40B4-BE49-F238E27FC236}">
                <a16:creationId xmlns:a16="http://schemas.microsoft.com/office/drawing/2014/main" id="{0599D8A4-D178-4E57-A799-4B2FE4EB19E1}"/>
              </a:ext>
            </a:extLst>
          </p:cNvPr>
          <p:cNvSpPr>
            <a:spLocks noGrp="1"/>
          </p:cNvSpPr>
          <p:nvPr/>
        </p:nvSpPr>
        <p:spPr>
          <a:xfrm>
            <a:off x="3129463" y="589389"/>
            <a:ext cx="5952124" cy="61095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84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84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84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Single 3x3 Convolution</a:t>
            </a:r>
          </a:p>
        </p:txBody>
      </p:sp>
      <p:sp>
        <p:nvSpPr>
          <p:cNvPr id="97" name="anim_to6431_0_1">
            <a:extLst>
              <a:ext uri="{FF2B5EF4-FFF2-40B4-BE49-F238E27FC236}">
                <a16:creationId xmlns:a16="http://schemas.microsoft.com/office/drawing/2014/main" id="{70459E52-96A2-432A-A7F2-99F366A7B68A}"/>
              </a:ext>
            </a:extLst>
          </p:cNvPr>
          <p:cNvSpPr>
            <a:spLocks noGrp="1"/>
          </p:cNvSpPr>
          <p:nvPr/>
        </p:nvSpPr>
        <p:spPr>
          <a:xfrm>
            <a:off x="2540504" y="1658263"/>
            <a:ext cx="1382196" cy="61095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849" b="1">
                <a:solidFill>
                  <a:srgbClr val="6699CC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849" b="1">
                <a:solidFill>
                  <a:srgbClr val="6699CC"/>
                </a:solidFill>
                <a:latin typeface="Consolas"/>
                <a:ea typeface="Consolas"/>
                <a:cs typeface="Consolas"/>
              </a:defRPr>
            </a:pPr>
            <a:r>
              <a:rPr sz="3849" b="1">
                <a:solidFill>
                  <a:srgbClr val="6699CC"/>
                </a:solidFill>
                <a:latin typeface="Consolas"/>
                <a:ea typeface="Consolas"/>
                <a:cs typeface="Consolas"/>
              </a:rPr>
              <a:t>Input</a:t>
            </a:r>
          </a:p>
        </p:txBody>
      </p:sp>
      <p:sp>
        <p:nvSpPr>
          <p:cNvPr id="98" name="anim_to6437_0_1">
            <a:extLst>
              <a:ext uri="{FF2B5EF4-FFF2-40B4-BE49-F238E27FC236}">
                <a16:creationId xmlns:a16="http://schemas.microsoft.com/office/drawing/2014/main" id="{68EDA916-0F76-40E0-804B-5D65618BF966}"/>
              </a:ext>
            </a:extLst>
          </p:cNvPr>
          <p:cNvSpPr>
            <a:spLocks noGrp="1"/>
          </p:cNvSpPr>
          <p:nvPr/>
        </p:nvSpPr>
        <p:spPr>
          <a:xfrm>
            <a:off x="2606691" y="2136829"/>
            <a:ext cx="1249823" cy="5507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70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70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pPr>
            <a:r>
              <a:rPr sz="3470" b="0">
                <a:solidFill>
                  <a:srgbClr val="BBBBBB"/>
                </a:solidFill>
                <a:latin typeface="Consolas"/>
                <a:ea typeface="Consolas"/>
                <a:cs typeface="Consolas"/>
              </a:rPr>
              <a:t>7 × 7</a:t>
            </a:r>
          </a:p>
        </p:txBody>
      </p:sp>
      <p:sp>
        <p:nvSpPr>
          <p:cNvPr id="99" name="anim_to6443_0_1">
            <a:extLst>
              <a:ext uri="{FF2B5EF4-FFF2-40B4-BE49-F238E27FC236}">
                <a16:creationId xmlns:a16="http://schemas.microsoft.com/office/drawing/2014/main" id="{830E0A79-70D6-4286-95B6-2CEBE7178BBC}"/>
              </a:ext>
            </a:extLst>
          </p:cNvPr>
          <p:cNvSpPr>
            <a:spLocks noGrp="1"/>
          </p:cNvSpPr>
          <p:nvPr/>
        </p:nvSpPr>
        <p:spPr>
          <a:xfrm>
            <a:off x="2490985" y="5661540"/>
            <a:ext cx="1481235" cy="5466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43" b="1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43" b="1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pPr>
            <a:r>
              <a:rPr sz="3443" b="1">
                <a:solidFill>
                  <a:srgbClr val="DDDDDD"/>
                </a:solidFill>
                <a:latin typeface="Consolas"/>
                <a:ea typeface="Consolas"/>
                <a:cs typeface="Consolas"/>
              </a:rPr>
              <a:t>RF = 1</a:t>
            </a:r>
          </a:p>
        </p:txBody>
      </p:sp>
      <p:sp>
        <p:nvSpPr>
          <p:cNvPr id="100" name="anim_to6497_0_1">
            <a:extLst>
              <a:ext uri="{FF2B5EF4-FFF2-40B4-BE49-F238E27FC236}">
                <a16:creationId xmlns:a16="http://schemas.microsoft.com/office/drawing/2014/main" id="{93472DB6-3883-4495-B8DD-B01746DC36DC}"/>
              </a:ext>
            </a:extLst>
          </p:cNvPr>
          <p:cNvSpPr>
            <a:spLocks noGrp="1"/>
          </p:cNvSpPr>
          <p:nvPr/>
        </p:nvSpPr>
        <p:spPr>
          <a:xfrm>
            <a:off x="5922760" y="3519367"/>
            <a:ext cx="759668" cy="5466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43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43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3443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3x3</a:t>
            </a:r>
          </a:p>
        </p:txBody>
      </p:sp>
      <p:sp>
        <p:nvSpPr>
          <p:cNvPr id="101" name="anim_to6476_0_1">
            <a:extLst>
              <a:ext uri="{FF2B5EF4-FFF2-40B4-BE49-F238E27FC236}">
                <a16:creationId xmlns:a16="http://schemas.microsoft.com/office/drawing/2014/main" id="{E8B5AB3E-0959-4144-BA14-081A69CD8A5C}"/>
              </a:ext>
            </a:extLst>
          </p:cNvPr>
          <p:cNvSpPr>
            <a:spLocks noGrp="1"/>
          </p:cNvSpPr>
          <p:nvPr/>
        </p:nvSpPr>
        <p:spPr>
          <a:xfrm>
            <a:off x="8153940" y="2052401"/>
            <a:ext cx="1651016" cy="61095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849" b="1">
                <a:solidFill>
                  <a:srgbClr val="90EE9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849" b="1">
                <a:solidFill>
                  <a:srgbClr val="90EE90"/>
                </a:solidFill>
                <a:latin typeface="Consolas"/>
                <a:ea typeface="Consolas"/>
                <a:cs typeface="Consolas"/>
              </a:defRPr>
            </a:pPr>
            <a:r>
              <a:rPr sz="3849" b="1">
                <a:solidFill>
                  <a:srgbClr val="90EE90"/>
                </a:solidFill>
                <a:latin typeface="Consolas"/>
                <a:ea typeface="Consolas"/>
                <a:cs typeface="Consolas"/>
              </a:rPr>
              <a:t>Output</a:t>
            </a:r>
          </a:p>
        </p:txBody>
      </p:sp>
      <p:sp>
        <p:nvSpPr>
          <p:cNvPr id="102" name="anim_to6483_0_1">
            <a:extLst>
              <a:ext uri="{FF2B5EF4-FFF2-40B4-BE49-F238E27FC236}">
                <a16:creationId xmlns:a16="http://schemas.microsoft.com/office/drawing/2014/main" id="{3FC9EB16-3AE0-4599-9B06-3E4C0547907B}"/>
              </a:ext>
            </a:extLst>
          </p:cNvPr>
          <p:cNvSpPr>
            <a:spLocks noGrp="1"/>
          </p:cNvSpPr>
          <p:nvPr/>
        </p:nvSpPr>
        <p:spPr>
          <a:xfrm>
            <a:off x="8354536" y="2533170"/>
            <a:ext cx="1249823" cy="5507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70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70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pPr>
            <a:r>
              <a:rPr sz="3470" b="0">
                <a:solidFill>
                  <a:srgbClr val="BBBBBB"/>
                </a:solidFill>
                <a:latin typeface="Consolas"/>
                <a:ea typeface="Consolas"/>
                <a:cs typeface="Consolas"/>
              </a:rPr>
              <a:t>5 × 5</a:t>
            </a:r>
          </a:p>
        </p:txBody>
      </p:sp>
      <p:sp>
        <p:nvSpPr>
          <p:cNvPr id="103" name="anim_to6489_0_1">
            <a:extLst>
              <a:ext uri="{FF2B5EF4-FFF2-40B4-BE49-F238E27FC236}">
                <a16:creationId xmlns:a16="http://schemas.microsoft.com/office/drawing/2014/main" id="{DC00C9C9-B2AE-462E-A2DB-6C9E61178C93}"/>
              </a:ext>
            </a:extLst>
          </p:cNvPr>
          <p:cNvSpPr>
            <a:spLocks noGrp="1"/>
          </p:cNvSpPr>
          <p:nvPr/>
        </p:nvSpPr>
        <p:spPr>
          <a:xfrm>
            <a:off x="8238830" y="5271775"/>
            <a:ext cx="1481235" cy="5466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43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43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3443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RF = 3</a:t>
            </a:r>
          </a:p>
        </p:txBody>
      </p:sp>
      <p:sp>
        <p:nvSpPr>
          <p:cNvPr id="104" name="anim_o6604_1">
            <a:extLst>
              <a:ext uri="{FF2B5EF4-FFF2-40B4-BE49-F238E27FC236}">
                <a16:creationId xmlns:a16="http://schemas.microsoft.com/office/drawing/2014/main" id="{750AC3F1-6B23-47A8-900B-E407B623CE88}"/>
              </a:ext>
            </a:extLst>
          </p:cNvPr>
          <p:cNvSpPr>
            <a:spLocks noGrp="1"/>
          </p:cNvSpPr>
          <p:nvPr/>
        </p:nvSpPr>
        <p:spPr>
          <a:xfrm>
            <a:off x="2630871" y="3494690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5" name="anim_o6605_1">
            <a:extLst>
              <a:ext uri="{FF2B5EF4-FFF2-40B4-BE49-F238E27FC236}">
                <a16:creationId xmlns:a16="http://schemas.microsoft.com/office/drawing/2014/main" id="{C0D8B45B-0C6C-46C6-98E7-CF14A92FA22D}"/>
              </a:ext>
            </a:extLst>
          </p:cNvPr>
          <p:cNvSpPr>
            <a:spLocks noGrp="1"/>
          </p:cNvSpPr>
          <p:nvPr/>
        </p:nvSpPr>
        <p:spPr>
          <a:xfrm>
            <a:off x="3025009" y="3494690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6" name="anim_o6606_1">
            <a:extLst>
              <a:ext uri="{FF2B5EF4-FFF2-40B4-BE49-F238E27FC236}">
                <a16:creationId xmlns:a16="http://schemas.microsoft.com/office/drawing/2014/main" id="{C87FE367-4C0A-4662-B1B2-4E139F16C066}"/>
              </a:ext>
            </a:extLst>
          </p:cNvPr>
          <p:cNvSpPr>
            <a:spLocks noGrp="1"/>
          </p:cNvSpPr>
          <p:nvPr/>
        </p:nvSpPr>
        <p:spPr>
          <a:xfrm>
            <a:off x="3419147" y="3494690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7" name="anim_o6607_1">
            <a:extLst>
              <a:ext uri="{FF2B5EF4-FFF2-40B4-BE49-F238E27FC236}">
                <a16:creationId xmlns:a16="http://schemas.microsoft.com/office/drawing/2014/main" id="{C7587E2A-C43B-4A69-AED1-343410C7742D}"/>
              </a:ext>
            </a:extLst>
          </p:cNvPr>
          <p:cNvSpPr>
            <a:spLocks noGrp="1"/>
          </p:cNvSpPr>
          <p:nvPr/>
        </p:nvSpPr>
        <p:spPr>
          <a:xfrm>
            <a:off x="2630871" y="3888828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8" name="anim_o6608_1">
            <a:extLst>
              <a:ext uri="{FF2B5EF4-FFF2-40B4-BE49-F238E27FC236}">
                <a16:creationId xmlns:a16="http://schemas.microsoft.com/office/drawing/2014/main" id="{83CE8420-738C-45DE-8FF1-FE748FB6FB04}"/>
              </a:ext>
            </a:extLst>
          </p:cNvPr>
          <p:cNvSpPr>
            <a:spLocks noGrp="1"/>
          </p:cNvSpPr>
          <p:nvPr/>
        </p:nvSpPr>
        <p:spPr>
          <a:xfrm>
            <a:off x="3025009" y="3888828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9" name="anim_o6609_1">
            <a:extLst>
              <a:ext uri="{FF2B5EF4-FFF2-40B4-BE49-F238E27FC236}">
                <a16:creationId xmlns:a16="http://schemas.microsoft.com/office/drawing/2014/main" id="{64766C38-B2FF-4551-A46B-DBF843FE89AE}"/>
              </a:ext>
            </a:extLst>
          </p:cNvPr>
          <p:cNvSpPr>
            <a:spLocks noGrp="1"/>
          </p:cNvSpPr>
          <p:nvPr/>
        </p:nvSpPr>
        <p:spPr>
          <a:xfrm>
            <a:off x="3419147" y="3888828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0" name="anim_o6610_1">
            <a:extLst>
              <a:ext uri="{FF2B5EF4-FFF2-40B4-BE49-F238E27FC236}">
                <a16:creationId xmlns:a16="http://schemas.microsoft.com/office/drawing/2014/main" id="{BFFD0FE8-25A2-427E-A6C0-79852882F382}"/>
              </a:ext>
            </a:extLst>
          </p:cNvPr>
          <p:cNvSpPr>
            <a:spLocks noGrp="1"/>
          </p:cNvSpPr>
          <p:nvPr/>
        </p:nvSpPr>
        <p:spPr>
          <a:xfrm>
            <a:off x="2630871" y="4282966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1" name="anim_o6611_1">
            <a:extLst>
              <a:ext uri="{FF2B5EF4-FFF2-40B4-BE49-F238E27FC236}">
                <a16:creationId xmlns:a16="http://schemas.microsoft.com/office/drawing/2014/main" id="{0E040114-F216-49FD-9897-88DDF87C8D06}"/>
              </a:ext>
            </a:extLst>
          </p:cNvPr>
          <p:cNvSpPr>
            <a:spLocks noGrp="1"/>
          </p:cNvSpPr>
          <p:nvPr/>
        </p:nvSpPr>
        <p:spPr>
          <a:xfrm>
            <a:off x="3025009" y="4282966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2" name="anim_o6612_1">
            <a:extLst>
              <a:ext uri="{FF2B5EF4-FFF2-40B4-BE49-F238E27FC236}">
                <a16:creationId xmlns:a16="http://schemas.microsoft.com/office/drawing/2014/main" id="{6267D07E-EB9A-4204-AC68-2317E98753A4}"/>
              </a:ext>
            </a:extLst>
          </p:cNvPr>
          <p:cNvSpPr>
            <a:spLocks noGrp="1"/>
          </p:cNvSpPr>
          <p:nvPr/>
        </p:nvSpPr>
        <p:spPr>
          <a:xfrm>
            <a:off x="3419147" y="4282966"/>
            <a:ext cx="394138" cy="394138"/>
          </a:xfrm>
          <a:prstGeom prst="rect">
            <a:avLst/>
          </a:prstGeom>
          <a:solidFill>
            <a:srgbClr val="FF6B6B">
              <a:alpha val="80000"/>
            </a:srgbClr>
          </a:solidFill>
          <a:ln w="952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3" name="anim_o6614_1">
            <a:extLst>
              <a:ext uri="{FF2B5EF4-FFF2-40B4-BE49-F238E27FC236}">
                <a16:creationId xmlns:a16="http://schemas.microsoft.com/office/drawing/2014/main" id="{8567820D-3842-4CB1-AF46-8F9E1CFF1B69}"/>
              </a:ext>
            </a:extLst>
          </p:cNvPr>
          <p:cNvSpPr>
            <a:spLocks noGrp="1"/>
          </p:cNvSpPr>
          <p:nvPr/>
        </p:nvSpPr>
        <p:spPr>
          <a:xfrm>
            <a:off x="2827940" y="3691759"/>
            <a:ext cx="6141983" cy="394138"/>
          </a:xfrm>
          <a:custGeom>
            <a:avLst/>
            <a:gdLst/>
            <a:ahLst/>
            <a:cxnLst/>
            <a:rect l="0" t="0" r="0" b="0"/>
            <a:pathLst>
              <a:path w="6141983" h="394138">
                <a:moveTo>
                  <a:pt x="0" y="0"/>
                </a:moveTo>
                <a:lnTo>
                  <a:pt x="6141983" y="394138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14" name="anim_o6615_1">
            <a:extLst>
              <a:ext uri="{FF2B5EF4-FFF2-40B4-BE49-F238E27FC236}">
                <a16:creationId xmlns:a16="http://schemas.microsoft.com/office/drawing/2014/main" id="{107A0111-C97F-41D9-82BC-71C947D52BB6}"/>
              </a:ext>
            </a:extLst>
          </p:cNvPr>
          <p:cNvSpPr>
            <a:spLocks noGrp="1"/>
          </p:cNvSpPr>
          <p:nvPr/>
        </p:nvSpPr>
        <p:spPr>
          <a:xfrm>
            <a:off x="3222078" y="3691759"/>
            <a:ext cx="5747845" cy="394138"/>
          </a:xfrm>
          <a:custGeom>
            <a:avLst/>
            <a:gdLst/>
            <a:ahLst/>
            <a:cxnLst/>
            <a:rect l="0" t="0" r="0" b="0"/>
            <a:pathLst>
              <a:path w="5747845" h="394138">
                <a:moveTo>
                  <a:pt x="0" y="0"/>
                </a:moveTo>
                <a:lnTo>
                  <a:pt x="5747845" y="394138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15" name="anim_o6616_1">
            <a:extLst>
              <a:ext uri="{FF2B5EF4-FFF2-40B4-BE49-F238E27FC236}">
                <a16:creationId xmlns:a16="http://schemas.microsoft.com/office/drawing/2014/main" id="{3760FFC6-8D75-4D69-A5D8-0E2F81B5A3FE}"/>
              </a:ext>
            </a:extLst>
          </p:cNvPr>
          <p:cNvSpPr>
            <a:spLocks noGrp="1"/>
          </p:cNvSpPr>
          <p:nvPr/>
        </p:nvSpPr>
        <p:spPr>
          <a:xfrm>
            <a:off x="3616216" y="3691759"/>
            <a:ext cx="5353707" cy="394138"/>
          </a:xfrm>
          <a:custGeom>
            <a:avLst/>
            <a:gdLst/>
            <a:ahLst/>
            <a:cxnLst/>
            <a:rect l="0" t="0" r="0" b="0"/>
            <a:pathLst>
              <a:path w="5353707" h="394138">
                <a:moveTo>
                  <a:pt x="0" y="0"/>
                </a:moveTo>
                <a:lnTo>
                  <a:pt x="5353707" y="394138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16" name="anim_o6617_1">
            <a:extLst>
              <a:ext uri="{FF2B5EF4-FFF2-40B4-BE49-F238E27FC236}">
                <a16:creationId xmlns:a16="http://schemas.microsoft.com/office/drawing/2014/main" id="{72B2716B-2A5F-484F-A5E7-55D0B05651F3}"/>
              </a:ext>
            </a:extLst>
          </p:cNvPr>
          <p:cNvSpPr>
            <a:spLocks noGrp="1"/>
          </p:cNvSpPr>
          <p:nvPr/>
        </p:nvSpPr>
        <p:spPr>
          <a:xfrm>
            <a:off x="2827940" y="4085897"/>
            <a:ext cx="6141983" cy="953"/>
          </a:xfrm>
          <a:custGeom>
            <a:avLst/>
            <a:gdLst/>
            <a:ahLst/>
            <a:cxnLst/>
            <a:rect l="0" t="0" r="0" b="0"/>
            <a:pathLst>
              <a:path w="6141983" h="953">
                <a:moveTo>
                  <a:pt x="0" y="0"/>
                </a:moveTo>
                <a:lnTo>
                  <a:pt x="6141983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17" name="anim_o6618_1">
            <a:extLst>
              <a:ext uri="{FF2B5EF4-FFF2-40B4-BE49-F238E27FC236}">
                <a16:creationId xmlns:a16="http://schemas.microsoft.com/office/drawing/2014/main" id="{3966F41A-2158-4C48-8934-4E342D039AAD}"/>
              </a:ext>
            </a:extLst>
          </p:cNvPr>
          <p:cNvSpPr>
            <a:spLocks noGrp="1"/>
          </p:cNvSpPr>
          <p:nvPr/>
        </p:nvSpPr>
        <p:spPr>
          <a:xfrm>
            <a:off x="3222078" y="4085897"/>
            <a:ext cx="5747845" cy="953"/>
          </a:xfrm>
          <a:custGeom>
            <a:avLst/>
            <a:gdLst/>
            <a:ahLst/>
            <a:cxnLst/>
            <a:rect l="0" t="0" r="0" b="0"/>
            <a:pathLst>
              <a:path w="5747845" h="953">
                <a:moveTo>
                  <a:pt x="0" y="0"/>
                </a:moveTo>
                <a:lnTo>
                  <a:pt x="5747845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18" name="anim_o6619_1">
            <a:extLst>
              <a:ext uri="{FF2B5EF4-FFF2-40B4-BE49-F238E27FC236}">
                <a16:creationId xmlns:a16="http://schemas.microsoft.com/office/drawing/2014/main" id="{2FFE8428-0DF1-4711-9D35-336072C4A13B}"/>
              </a:ext>
            </a:extLst>
          </p:cNvPr>
          <p:cNvSpPr>
            <a:spLocks noGrp="1"/>
          </p:cNvSpPr>
          <p:nvPr/>
        </p:nvSpPr>
        <p:spPr>
          <a:xfrm>
            <a:off x="3616216" y="4085897"/>
            <a:ext cx="5353707" cy="953"/>
          </a:xfrm>
          <a:custGeom>
            <a:avLst/>
            <a:gdLst/>
            <a:ahLst/>
            <a:cxnLst/>
            <a:rect l="0" t="0" r="0" b="0"/>
            <a:pathLst>
              <a:path w="5353707" h="953">
                <a:moveTo>
                  <a:pt x="0" y="0"/>
                </a:moveTo>
                <a:lnTo>
                  <a:pt x="5353707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19" name="anim_o6620_1">
            <a:extLst>
              <a:ext uri="{FF2B5EF4-FFF2-40B4-BE49-F238E27FC236}">
                <a16:creationId xmlns:a16="http://schemas.microsoft.com/office/drawing/2014/main" id="{C60BC3D9-C45F-4A79-9B75-76345109153A}"/>
              </a:ext>
            </a:extLst>
          </p:cNvPr>
          <p:cNvSpPr>
            <a:spLocks noGrp="1"/>
          </p:cNvSpPr>
          <p:nvPr/>
        </p:nvSpPr>
        <p:spPr>
          <a:xfrm>
            <a:off x="2827940" y="4085897"/>
            <a:ext cx="6141983" cy="394138"/>
          </a:xfrm>
          <a:custGeom>
            <a:avLst/>
            <a:gdLst/>
            <a:ahLst/>
            <a:cxnLst/>
            <a:rect l="0" t="0" r="0" b="0"/>
            <a:pathLst>
              <a:path w="6141983" h="394138">
                <a:moveTo>
                  <a:pt x="0" y="394138"/>
                </a:moveTo>
                <a:lnTo>
                  <a:pt x="6141983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20" name="anim_o6621_1">
            <a:extLst>
              <a:ext uri="{FF2B5EF4-FFF2-40B4-BE49-F238E27FC236}">
                <a16:creationId xmlns:a16="http://schemas.microsoft.com/office/drawing/2014/main" id="{FCB0E621-5E68-460B-8414-DDC41F4CD89A}"/>
              </a:ext>
            </a:extLst>
          </p:cNvPr>
          <p:cNvSpPr>
            <a:spLocks noGrp="1"/>
          </p:cNvSpPr>
          <p:nvPr/>
        </p:nvSpPr>
        <p:spPr>
          <a:xfrm>
            <a:off x="3222078" y="4085897"/>
            <a:ext cx="5747845" cy="394138"/>
          </a:xfrm>
          <a:custGeom>
            <a:avLst/>
            <a:gdLst/>
            <a:ahLst/>
            <a:cxnLst/>
            <a:rect l="0" t="0" r="0" b="0"/>
            <a:pathLst>
              <a:path w="5747845" h="394138">
                <a:moveTo>
                  <a:pt x="0" y="394138"/>
                </a:moveTo>
                <a:lnTo>
                  <a:pt x="5747845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21" name="anim_o6622_1">
            <a:extLst>
              <a:ext uri="{FF2B5EF4-FFF2-40B4-BE49-F238E27FC236}">
                <a16:creationId xmlns:a16="http://schemas.microsoft.com/office/drawing/2014/main" id="{44D2E89D-E52A-45E1-895D-3076A855EC59}"/>
              </a:ext>
            </a:extLst>
          </p:cNvPr>
          <p:cNvSpPr>
            <a:spLocks noGrp="1"/>
          </p:cNvSpPr>
          <p:nvPr/>
        </p:nvSpPr>
        <p:spPr>
          <a:xfrm>
            <a:off x="3616216" y="4085897"/>
            <a:ext cx="5353707" cy="394138"/>
          </a:xfrm>
          <a:custGeom>
            <a:avLst/>
            <a:gdLst/>
            <a:ahLst/>
            <a:cxnLst/>
            <a:rect l="0" t="0" r="0" b="0"/>
            <a:pathLst>
              <a:path w="5353707" h="394138">
                <a:moveTo>
                  <a:pt x="0" y="394138"/>
                </a:moveTo>
                <a:lnTo>
                  <a:pt x="5353707" y="0"/>
                </a:lnTo>
              </a:path>
            </a:pathLst>
          </a:custGeom>
          <a:noFill/>
          <a:ln w="7620">
            <a:solidFill>
              <a:srgbClr val="FF6B6B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122" name="anim_to6624_0_1">
            <a:extLst>
              <a:ext uri="{FF2B5EF4-FFF2-40B4-BE49-F238E27FC236}">
                <a16:creationId xmlns:a16="http://schemas.microsoft.com/office/drawing/2014/main" id="{24EDA212-0831-42E9-9C69-FC70049F84F0}"/>
              </a:ext>
            </a:extLst>
          </p:cNvPr>
          <p:cNvSpPr>
            <a:spLocks noGrp="1"/>
          </p:cNvSpPr>
          <p:nvPr/>
        </p:nvSpPr>
        <p:spPr>
          <a:xfrm>
            <a:off x="2323005" y="589389"/>
            <a:ext cx="7565040" cy="61095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84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84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84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Two Stacked 3x3 Convolutions</a:t>
            </a:r>
          </a:p>
        </p:txBody>
      </p:sp>
      <p:sp>
        <p:nvSpPr>
          <p:cNvPr id="123" name="anim_o6654_1">
            <a:extLst>
              <a:ext uri="{FF2B5EF4-FFF2-40B4-BE49-F238E27FC236}">
                <a16:creationId xmlns:a16="http://schemas.microsoft.com/office/drawing/2014/main" id="{4A8DF6EC-1671-4AB8-A93B-FC6653221758}"/>
              </a:ext>
            </a:extLst>
          </p:cNvPr>
          <p:cNvSpPr>
            <a:spLocks noGrp="1"/>
          </p:cNvSpPr>
          <p:nvPr/>
        </p:nvSpPr>
        <p:spPr>
          <a:xfrm>
            <a:off x="1062530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4" name="anim_o6655_1">
            <a:extLst>
              <a:ext uri="{FF2B5EF4-FFF2-40B4-BE49-F238E27FC236}">
                <a16:creationId xmlns:a16="http://schemas.microsoft.com/office/drawing/2014/main" id="{587C908B-8158-4773-8F23-DF1C2ADE129C}"/>
              </a:ext>
            </a:extLst>
          </p:cNvPr>
          <p:cNvSpPr>
            <a:spLocks noGrp="1"/>
          </p:cNvSpPr>
          <p:nvPr/>
        </p:nvSpPr>
        <p:spPr>
          <a:xfrm>
            <a:off x="1341711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5" name="anim_o6656_1">
            <a:extLst>
              <a:ext uri="{FF2B5EF4-FFF2-40B4-BE49-F238E27FC236}">
                <a16:creationId xmlns:a16="http://schemas.microsoft.com/office/drawing/2014/main" id="{05FCFBBD-9EFF-44E0-B0C3-68DC0B2393CB}"/>
              </a:ext>
            </a:extLst>
          </p:cNvPr>
          <p:cNvSpPr>
            <a:spLocks noGrp="1"/>
          </p:cNvSpPr>
          <p:nvPr/>
        </p:nvSpPr>
        <p:spPr>
          <a:xfrm>
            <a:off x="1620892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6" name="anim_o6657_1">
            <a:extLst>
              <a:ext uri="{FF2B5EF4-FFF2-40B4-BE49-F238E27FC236}">
                <a16:creationId xmlns:a16="http://schemas.microsoft.com/office/drawing/2014/main" id="{D774E5C8-A472-41DE-9707-C3E82C77D496}"/>
              </a:ext>
            </a:extLst>
          </p:cNvPr>
          <p:cNvSpPr>
            <a:spLocks noGrp="1"/>
          </p:cNvSpPr>
          <p:nvPr/>
        </p:nvSpPr>
        <p:spPr>
          <a:xfrm>
            <a:off x="1900073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7" name="anim_o6658_1">
            <a:extLst>
              <a:ext uri="{FF2B5EF4-FFF2-40B4-BE49-F238E27FC236}">
                <a16:creationId xmlns:a16="http://schemas.microsoft.com/office/drawing/2014/main" id="{4FBA56A6-11ED-491D-AAC7-9A4B79F5AA10}"/>
              </a:ext>
            </a:extLst>
          </p:cNvPr>
          <p:cNvSpPr>
            <a:spLocks noGrp="1"/>
          </p:cNvSpPr>
          <p:nvPr/>
        </p:nvSpPr>
        <p:spPr>
          <a:xfrm>
            <a:off x="2179254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8" name="anim_o6659_1">
            <a:extLst>
              <a:ext uri="{FF2B5EF4-FFF2-40B4-BE49-F238E27FC236}">
                <a16:creationId xmlns:a16="http://schemas.microsoft.com/office/drawing/2014/main" id="{E5648F71-CB72-433C-9D2A-CFAC4C747EC1}"/>
              </a:ext>
            </a:extLst>
          </p:cNvPr>
          <p:cNvSpPr>
            <a:spLocks noGrp="1"/>
          </p:cNvSpPr>
          <p:nvPr/>
        </p:nvSpPr>
        <p:spPr>
          <a:xfrm>
            <a:off x="2458435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9" name="anim_o6660_1">
            <a:extLst>
              <a:ext uri="{FF2B5EF4-FFF2-40B4-BE49-F238E27FC236}">
                <a16:creationId xmlns:a16="http://schemas.microsoft.com/office/drawing/2014/main" id="{1EB89BD0-920F-4B61-BBED-45DB1B9127ED}"/>
              </a:ext>
            </a:extLst>
          </p:cNvPr>
          <p:cNvSpPr>
            <a:spLocks noGrp="1"/>
          </p:cNvSpPr>
          <p:nvPr/>
        </p:nvSpPr>
        <p:spPr>
          <a:xfrm>
            <a:off x="2737616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0" name="anim_o6661_1">
            <a:extLst>
              <a:ext uri="{FF2B5EF4-FFF2-40B4-BE49-F238E27FC236}">
                <a16:creationId xmlns:a16="http://schemas.microsoft.com/office/drawing/2014/main" id="{9B2FC82C-424F-4D51-AC00-36382666D3A1}"/>
              </a:ext>
            </a:extLst>
          </p:cNvPr>
          <p:cNvSpPr>
            <a:spLocks noGrp="1"/>
          </p:cNvSpPr>
          <p:nvPr/>
        </p:nvSpPr>
        <p:spPr>
          <a:xfrm>
            <a:off x="3016797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1" name="anim_o6662_1">
            <a:extLst>
              <a:ext uri="{FF2B5EF4-FFF2-40B4-BE49-F238E27FC236}">
                <a16:creationId xmlns:a16="http://schemas.microsoft.com/office/drawing/2014/main" id="{49FAB68A-1C81-4F25-B97C-662976CD4340}"/>
              </a:ext>
            </a:extLst>
          </p:cNvPr>
          <p:cNvSpPr>
            <a:spLocks noGrp="1"/>
          </p:cNvSpPr>
          <p:nvPr/>
        </p:nvSpPr>
        <p:spPr>
          <a:xfrm>
            <a:off x="3295978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2" name="anim_o6663_1">
            <a:extLst>
              <a:ext uri="{FF2B5EF4-FFF2-40B4-BE49-F238E27FC236}">
                <a16:creationId xmlns:a16="http://schemas.microsoft.com/office/drawing/2014/main" id="{ED364365-05C6-49D9-A030-AFFF6DFE251A}"/>
              </a:ext>
            </a:extLst>
          </p:cNvPr>
          <p:cNvSpPr>
            <a:spLocks noGrp="1"/>
          </p:cNvSpPr>
          <p:nvPr/>
        </p:nvSpPr>
        <p:spPr>
          <a:xfrm>
            <a:off x="1062530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3" name="anim_o6664_1">
            <a:extLst>
              <a:ext uri="{FF2B5EF4-FFF2-40B4-BE49-F238E27FC236}">
                <a16:creationId xmlns:a16="http://schemas.microsoft.com/office/drawing/2014/main" id="{9A6908B5-D92B-4F8B-9870-AC632110512D}"/>
              </a:ext>
            </a:extLst>
          </p:cNvPr>
          <p:cNvSpPr>
            <a:spLocks noGrp="1"/>
          </p:cNvSpPr>
          <p:nvPr/>
        </p:nvSpPr>
        <p:spPr>
          <a:xfrm>
            <a:off x="1341711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4" name="anim_o6665_1">
            <a:extLst>
              <a:ext uri="{FF2B5EF4-FFF2-40B4-BE49-F238E27FC236}">
                <a16:creationId xmlns:a16="http://schemas.microsoft.com/office/drawing/2014/main" id="{D016B7DD-933F-41AA-B6C1-656F24DD38DD}"/>
              </a:ext>
            </a:extLst>
          </p:cNvPr>
          <p:cNvSpPr>
            <a:spLocks noGrp="1"/>
          </p:cNvSpPr>
          <p:nvPr/>
        </p:nvSpPr>
        <p:spPr>
          <a:xfrm>
            <a:off x="1620892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5" name="anim_o6666_1">
            <a:extLst>
              <a:ext uri="{FF2B5EF4-FFF2-40B4-BE49-F238E27FC236}">
                <a16:creationId xmlns:a16="http://schemas.microsoft.com/office/drawing/2014/main" id="{A2C4C761-32DE-44E8-BD3A-7C5F35D6FBC1}"/>
              </a:ext>
            </a:extLst>
          </p:cNvPr>
          <p:cNvSpPr>
            <a:spLocks noGrp="1"/>
          </p:cNvSpPr>
          <p:nvPr/>
        </p:nvSpPr>
        <p:spPr>
          <a:xfrm>
            <a:off x="1900073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6" name="anim_o6667_1">
            <a:extLst>
              <a:ext uri="{FF2B5EF4-FFF2-40B4-BE49-F238E27FC236}">
                <a16:creationId xmlns:a16="http://schemas.microsoft.com/office/drawing/2014/main" id="{C5EC8EB6-ADDD-4145-A22E-859A6987F1D9}"/>
              </a:ext>
            </a:extLst>
          </p:cNvPr>
          <p:cNvSpPr>
            <a:spLocks noGrp="1"/>
          </p:cNvSpPr>
          <p:nvPr/>
        </p:nvSpPr>
        <p:spPr>
          <a:xfrm>
            <a:off x="2179254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7" name="anim_o6668_1">
            <a:extLst>
              <a:ext uri="{FF2B5EF4-FFF2-40B4-BE49-F238E27FC236}">
                <a16:creationId xmlns:a16="http://schemas.microsoft.com/office/drawing/2014/main" id="{9C60291E-7924-4816-AFF0-9933663FAFF3}"/>
              </a:ext>
            </a:extLst>
          </p:cNvPr>
          <p:cNvSpPr>
            <a:spLocks noGrp="1"/>
          </p:cNvSpPr>
          <p:nvPr/>
        </p:nvSpPr>
        <p:spPr>
          <a:xfrm>
            <a:off x="2458435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8" name="anim_o6669_1">
            <a:extLst>
              <a:ext uri="{FF2B5EF4-FFF2-40B4-BE49-F238E27FC236}">
                <a16:creationId xmlns:a16="http://schemas.microsoft.com/office/drawing/2014/main" id="{24908343-CC8B-462A-91FD-E9FEF9C2F742}"/>
              </a:ext>
            </a:extLst>
          </p:cNvPr>
          <p:cNvSpPr>
            <a:spLocks noGrp="1"/>
          </p:cNvSpPr>
          <p:nvPr/>
        </p:nvSpPr>
        <p:spPr>
          <a:xfrm>
            <a:off x="2737616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9" name="anim_o6670_1">
            <a:extLst>
              <a:ext uri="{FF2B5EF4-FFF2-40B4-BE49-F238E27FC236}">
                <a16:creationId xmlns:a16="http://schemas.microsoft.com/office/drawing/2014/main" id="{F8040AA0-4837-4845-8BAD-1C5FF124CDBD}"/>
              </a:ext>
            </a:extLst>
          </p:cNvPr>
          <p:cNvSpPr>
            <a:spLocks noGrp="1"/>
          </p:cNvSpPr>
          <p:nvPr/>
        </p:nvSpPr>
        <p:spPr>
          <a:xfrm>
            <a:off x="3016797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0" name="anim_o6671_1">
            <a:extLst>
              <a:ext uri="{FF2B5EF4-FFF2-40B4-BE49-F238E27FC236}">
                <a16:creationId xmlns:a16="http://schemas.microsoft.com/office/drawing/2014/main" id="{52825DD9-D970-4DBC-ABAF-C2B443028B20}"/>
              </a:ext>
            </a:extLst>
          </p:cNvPr>
          <p:cNvSpPr>
            <a:spLocks noGrp="1"/>
          </p:cNvSpPr>
          <p:nvPr/>
        </p:nvSpPr>
        <p:spPr>
          <a:xfrm>
            <a:off x="3295978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1" name="anim_o6672_1">
            <a:extLst>
              <a:ext uri="{FF2B5EF4-FFF2-40B4-BE49-F238E27FC236}">
                <a16:creationId xmlns:a16="http://schemas.microsoft.com/office/drawing/2014/main" id="{E06781D5-77BA-4000-9E7F-7DCF2AF1A58A}"/>
              </a:ext>
            </a:extLst>
          </p:cNvPr>
          <p:cNvSpPr>
            <a:spLocks noGrp="1"/>
          </p:cNvSpPr>
          <p:nvPr/>
        </p:nvSpPr>
        <p:spPr>
          <a:xfrm>
            <a:off x="1062530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2" name="anim_o6673_1">
            <a:extLst>
              <a:ext uri="{FF2B5EF4-FFF2-40B4-BE49-F238E27FC236}">
                <a16:creationId xmlns:a16="http://schemas.microsoft.com/office/drawing/2014/main" id="{0376C476-7CA9-43A4-943A-A2B8928E6ADB}"/>
              </a:ext>
            </a:extLst>
          </p:cNvPr>
          <p:cNvSpPr>
            <a:spLocks noGrp="1"/>
          </p:cNvSpPr>
          <p:nvPr/>
        </p:nvSpPr>
        <p:spPr>
          <a:xfrm>
            <a:off x="1341711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3" name="anim_o6674_1">
            <a:extLst>
              <a:ext uri="{FF2B5EF4-FFF2-40B4-BE49-F238E27FC236}">
                <a16:creationId xmlns:a16="http://schemas.microsoft.com/office/drawing/2014/main" id="{45B9AD58-3849-465B-A09D-C62C68D5F753}"/>
              </a:ext>
            </a:extLst>
          </p:cNvPr>
          <p:cNvSpPr>
            <a:spLocks noGrp="1"/>
          </p:cNvSpPr>
          <p:nvPr/>
        </p:nvSpPr>
        <p:spPr>
          <a:xfrm>
            <a:off x="1620892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4" name="anim_o6675_1">
            <a:extLst>
              <a:ext uri="{FF2B5EF4-FFF2-40B4-BE49-F238E27FC236}">
                <a16:creationId xmlns:a16="http://schemas.microsoft.com/office/drawing/2014/main" id="{8229993C-02FC-4488-A2CC-B96504A532EB}"/>
              </a:ext>
            </a:extLst>
          </p:cNvPr>
          <p:cNvSpPr>
            <a:spLocks noGrp="1"/>
          </p:cNvSpPr>
          <p:nvPr/>
        </p:nvSpPr>
        <p:spPr>
          <a:xfrm>
            <a:off x="1900073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5" name="anim_o6676_1">
            <a:extLst>
              <a:ext uri="{FF2B5EF4-FFF2-40B4-BE49-F238E27FC236}">
                <a16:creationId xmlns:a16="http://schemas.microsoft.com/office/drawing/2014/main" id="{89731594-D8EF-4C8B-B317-1D794495CCD0}"/>
              </a:ext>
            </a:extLst>
          </p:cNvPr>
          <p:cNvSpPr>
            <a:spLocks noGrp="1"/>
          </p:cNvSpPr>
          <p:nvPr/>
        </p:nvSpPr>
        <p:spPr>
          <a:xfrm>
            <a:off x="2179254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6" name="anim_o6677_1">
            <a:extLst>
              <a:ext uri="{FF2B5EF4-FFF2-40B4-BE49-F238E27FC236}">
                <a16:creationId xmlns:a16="http://schemas.microsoft.com/office/drawing/2014/main" id="{8AFE85E1-150B-4B73-80D1-E4F4F00401A7}"/>
              </a:ext>
            </a:extLst>
          </p:cNvPr>
          <p:cNvSpPr>
            <a:spLocks noGrp="1"/>
          </p:cNvSpPr>
          <p:nvPr/>
        </p:nvSpPr>
        <p:spPr>
          <a:xfrm>
            <a:off x="2458435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7" name="anim_o6678_1">
            <a:extLst>
              <a:ext uri="{FF2B5EF4-FFF2-40B4-BE49-F238E27FC236}">
                <a16:creationId xmlns:a16="http://schemas.microsoft.com/office/drawing/2014/main" id="{95F4FC67-F475-4D61-A816-4CEA65617D9E}"/>
              </a:ext>
            </a:extLst>
          </p:cNvPr>
          <p:cNvSpPr>
            <a:spLocks noGrp="1"/>
          </p:cNvSpPr>
          <p:nvPr/>
        </p:nvSpPr>
        <p:spPr>
          <a:xfrm>
            <a:off x="2737616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8" name="anim_o6679_1">
            <a:extLst>
              <a:ext uri="{FF2B5EF4-FFF2-40B4-BE49-F238E27FC236}">
                <a16:creationId xmlns:a16="http://schemas.microsoft.com/office/drawing/2014/main" id="{0A5B1067-65B4-4813-96F2-CC35263A4361}"/>
              </a:ext>
            </a:extLst>
          </p:cNvPr>
          <p:cNvSpPr>
            <a:spLocks noGrp="1"/>
          </p:cNvSpPr>
          <p:nvPr/>
        </p:nvSpPr>
        <p:spPr>
          <a:xfrm>
            <a:off x="3016797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9" name="anim_o6680_1">
            <a:extLst>
              <a:ext uri="{FF2B5EF4-FFF2-40B4-BE49-F238E27FC236}">
                <a16:creationId xmlns:a16="http://schemas.microsoft.com/office/drawing/2014/main" id="{3DC040B1-9710-454D-B02D-198E778A158A}"/>
              </a:ext>
            </a:extLst>
          </p:cNvPr>
          <p:cNvSpPr>
            <a:spLocks noGrp="1"/>
          </p:cNvSpPr>
          <p:nvPr/>
        </p:nvSpPr>
        <p:spPr>
          <a:xfrm>
            <a:off x="3295978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0" name="anim_o6681_1">
            <a:extLst>
              <a:ext uri="{FF2B5EF4-FFF2-40B4-BE49-F238E27FC236}">
                <a16:creationId xmlns:a16="http://schemas.microsoft.com/office/drawing/2014/main" id="{13BBF579-774B-4B00-A2B0-CDA24937F04F}"/>
              </a:ext>
            </a:extLst>
          </p:cNvPr>
          <p:cNvSpPr>
            <a:spLocks noGrp="1"/>
          </p:cNvSpPr>
          <p:nvPr/>
        </p:nvSpPr>
        <p:spPr>
          <a:xfrm>
            <a:off x="1062530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1" name="anim_o6682_1">
            <a:extLst>
              <a:ext uri="{FF2B5EF4-FFF2-40B4-BE49-F238E27FC236}">
                <a16:creationId xmlns:a16="http://schemas.microsoft.com/office/drawing/2014/main" id="{69A1E0CA-A471-4FBE-BDCD-DF59B9FD170B}"/>
              </a:ext>
            </a:extLst>
          </p:cNvPr>
          <p:cNvSpPr>
            <a:spLocks noGrp="1"/>
          </p:cNvSpPr>
          <p:nvPr/>
        </p:nvSpPr>
        <p:spPr>
          <a:xfrm>
            <a:off x="1341711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2" name="anim_o6683_1">
            <a:extLst>
              <a:ext uri="{FF2B5EF4-FFF2-40B4-BE49-F238E27FC236}">
                <a16:creationId xmlns:a16="http://schemas.microsoft.com/office/drawing/2014/main" id="{D37F7D67-A02C-4068-962F-10E26BAE0DB0}"/>
              </a:ext>
            </a:extLst>
          </p:cNvPr>
          <p:cNvSpPr>
            <a:spLocks noGrp="1"/>
          </p:cNvSpPr>
          <p:nvPr/>
        </p:nvSpPr>
        <p:spPr>
          <a:xfrm>
            <a:off x="1620892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3" name="anim_o6684_1">
            <a:extLst>
              <a:ext uri="{FF2B5EF4-FFF2-40B4-BE49-F238E27FC236}">
                <a16:creationId xmlns:a16="http://schemas.microsoft.com/office/drawing/2014/main" id="{E938D86C-1DEC-416C-AB55-056D8902BEB3}"/>
              </a:ext>
            </a:extLst>
          </p:cNvPr>
          <p:cNvSpPr>
            <a:spLocks noGrp="1"/>
          </p:cNvSpPr>
          <p:nvPr/>
        </p:nvSpPr>
        <p:spPr>
          <a:xfrm>
            <a:off x="1900073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4" name="anim_o6685_1">
            <a:extLst>
              <a:ext uri="{FF2B5EF4-FFF2-40B4-BE49-F238E27FC236}">
                <a16:creationId xmlns:a16="http://schemas.microsoft.com/office/drawing/2014/main" id="{682C3303-2409-406D-908E-504C3F7CDFB5}"/>
              </a:ext>
            </a:extLst>
          </p:cNvPr>
          <p:cNvSpPr>
            <a:spLocks noGrp="1"/>
          </p:cNvSpPr>
          <p:nvPr/>
        </p:nvSpPr>
        <p:spPr>
          <a:xfrm>
            <a:off x="2179254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5" name="anim_o6686_1">
            <a:extLst>
              <a:ext uri="{FF2B5EF4-FFF2-40B4-BE49-F238E27FC236}">
                <a16:creationId xmlns:a16="http://schemas.microsoft.com/office/drawing/2014/main" id="{1C77CEF1-17FA-470B-BE43-9F1B0D3C0BB3}"/>
              </a:ext>
            </a:extLst>
          </p:cNvPr>
          <p:cNvSpPr>
            <a:spLocks noGrp="1"/>
          </p:cNvSpPr>
          <p:nvPr/>
        </p:nvSpPr>
        <p:spPr>
          <a:xfrm>
            <a:off x="2458435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6" name="anim_o6687_1">
            <a:extLst>
              <a:ext uri="{FF2B5EF4-FFF2-40B4-BE49-F238E27FC236}">
                <a16:creationId xmlns:a16="http://schemas.microsoft.com/office/drawing/2014/main" id="{C0C9D075-FBAE-4723-8B45-0FAE07A01E2F}"/>
              </a:ext>
            </a:extLst>
          </p:cNvPr>
          <p:cNvSpPr>
            <a:spLocks noGrp="1"/>
          </p:cNvSpPr>
          <p:nvPr/>
        </p:nvSpPr>
        <p:spPr>
          <a:xfrm>
            <a:off x="2737616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7" name="anim_o6688_1">
            <a:extLst>
              <a:ext uri="{FF2B5EF4-FFF2-40B4-BE49-F238E27FC236}">
                <a16:creationId xmlns:a16="http://schemas.microsoft.com/office/drawing/2014/main" id="{1A9B92E9-8218-44FA-8576-F22F98639F47}"/>
              </a:ext>
            </a:extLst>
          </p:cNvPr>
          <p:cNvSpPr>
            <a:spLocks noGrp="1"/>
          </p:cNvSpPr>
          <p:nvPr/>
        </p:nvSpPr>
        <p:spPr>
          <a:xfrm>
            <a:off x="3016797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8" name="anim_o6689_1">
            <a:extLst>
              <a:ext uri="{FF2B5EF4-FFF2-40B4-BE49-F238E27FC236}">
                <a16:creationId xmlns:a16="http://schemas.microsoft.com/office/drawing/2014/main" id="{DFDF92ED-7D3D-4768-A0D9-3EFCAB6EC0A8}"/>
              </a:ext>
            </a:extLst>
          </p:cNvPr>
          <p:cNvSpPr>
            <a:spLocks noGrp="1"/>
          </p:cNvSpPr>
          <p:nvPr/>
        </p:nvSpPr>
        <p:spPr>
          <a:xfrm>
            <a:off x="3295978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9" name="anim_o6690_1">
            <a:extLst>
              <a:ext uri="{FF2B5EF4-FFF2-40B4-BE49-F238E27FC236}">
                <a16:creationId xmlns:a16="http://schemas.microsoft.com/office/drawing/2014/main" id="{C8A4A212-7FE2-49F7-9C07-B7B6A489BDE1}"/>
              </a:ext>
            </a:extLst>
          </p:cNvPr>
          <p:cNvSpPr>
            <a:spLocks noGrp="1"/>
          </p:cNvSpPr>
          <p:nvPr/>
        </p:nvSpPr>
        <p:spPr>
          <a:xfrm>
            <a:off x="1062530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0" name="anim_o6691_1">
            <a:extLst>
              <a:ext uri="{FF2B5EF4-FFF2-40B4-BE49-F238E27FC236}">
                <a16:creationId xmlns:a16="http://schemas.microsoft.com/office/drawing/2014/main" id="{9A55FB83-F8AE-446E-837B-94310DFAAFD4}"/>
              </a:ext>
            </a:extLst>
          </p:cNvPr>
          <p:cNvSpPr>
            <a:spLocks noGrp="1"/>
          </p:cNvSpPr>
          <p:nvPr/>
        </p:nvSpPr>
        <p:spPr>
          <a:xfrm>
            <a:off x="1341711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1" name="anim_o6692_1">
            <a:extLst>
              <a:ext uri="{FF2B5EF4-FFF2-40B4-BE49-F238E27FC236}">
                <a16:creationId xmlns:a16="http://schemas.microsoft.com/office/drawing/2014/main" id="{3F3B55CA-191B-4B2B-BE01-2981F24A6AA4}"/>
              </a:ext>
            </a:extLst>
          </p:cNvPr>
          <p:cNvSpPr>
            <a:spLocks noGrp="1"/>
          </p:cNvSpPr>
          <p:nvPr/>
        </p:nvSpPr>
        <p:spPr>
          <a:xfrm>
            <a:off x="1620892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2" name="anim_o6693_1">
            <a:extLst>
              <a:ext uri="{FF2B5EF4-FFF2-40B4-BE49-F238E27FC236}">
                <a16:creationId xmlns:a16="http://schemas.microsoft.com/office/drawing/2014/main" id="{F2A0F540-7FC0-42BF-8F20-1DAABA3A6457}"/>
              </a:ext>
            </a:extLst>
          </p:cNvPr>
          <p:cNvSpPr>
            <a:spLocks noGrp="1"/>
          </p:cNvSpPr>
          <p:nvPr/>
        </p:nvSpPr>
        <p:spPr>
          <a:xfrm>
            <a:off x="1900073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3" name="anim_o6694_1">
            <a:extLst>
              <a:ext uri="{FF2B5EF4-FFF2-40B4-BE49-F238E27FC236}">
                <a16:creationId xmlns:a16="http://schemas.microsoft.com/office/drawing/2014/main" id="{58105FB1-8672-446C-85B4-D573FF5D9707}"/>
              </a:ext>
            </a:extLst>
          </p:cNvPr>
          <p:cNvSpPr>
            <a:spLocks noGrp="1"/>
          </p:cNvSpPr>
          <p:nvPr/>
        </p:nvSpPr>
        <p:spPr>
          <a:xfrm>
            <a:off x="2179254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4" name="anim_o6695_1">
            <a:extLst>
              <a:ext uri="{FF2B5EF4-FFF2-40B4-BE49-F238E27FC236}">
                <a16:creationId xmlns:a16="http://schemas.microsoft.com/office/drawing/2014/main" id="{B9FFB140-C142-4D45-857E-AD3BD30EBED4}"/>
              </a:ext>
            </a:extLst>
          </p:cNvPr>
          <p:cNvSpPr>
            <a:spLocks noGrp="1"/>
          </p:cNvSpPr>
          <p:nvPr/>
        </p:nvSpPr>
        <p:spPr>
          <a:xfrm>
            <a:off x="2458435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5" name="anim_o6696_1">
            <a:extLst>
              <a:ext uri="{FF2B5EF4-FFF2-40B4-BE49-F238E27FC236}">
                <a16:creationId xmlns:a16="http://schemas.microsoft.com/office/drawing/2014/main" id="{9458C27D-1DE5-4F9D-812E-3F1F615DF4F8}"/>
              </a:ext>
            </a:extLst>
          </p:cNvPr>
          <p:cNvSpPr>
            <a:spLocks noGrp="1"/>
          </p:cNvSpPr>
          <p:nvPr/>
        </p:nvSpPr>
        <p:spPr>
          <a:xfrm>
            <a:off x="2737616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6" name="anim_o6697_1">
            <a:extLst>
              <a:ext uri="{FF2B5EF4-FFF2-40B4-BE49-F238E27FC236}">
                <a16:creationId xmlns:a16="http://schemas.microsoft.com/office/drawing/2014/main" id="{8FBAF128-0D3F-4764-A729-58615A19D232}"/>
              </a:ext>
            </a:extLst>
          </p:cNvPr>
          <p:cNvSpPr>
            <a:spLocks noGrp="1"/>
          </p:cNvSpPr>
          <p:nvPr/>
        </p:nvSpPr>
        <p:spPr>
          <a:xfrm>
            <a:off x="3016797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7" name="anim_o6698_1">
            <a:extLst>
              <a:ext uri="{FF2B5EF4-FFF2-40B4-BE49-F238E27FC236}">
                <a16:creationId xmlns:a16="http://schemas.microsoft.com/office/drawing/2014/main" id="{E7A1F79B-BCAD-4AD3-A33A-079EF04CAFC7}"/>
              </a:ext>
            </a:extLst>
          </p:cNvPr>
          <p:cNvSpPr>
            <a:spLocks noGrp="1"/>
          </p:cNvSpPr>
          <p:nvPr/>
        </p:nvSpPr>
        <p:spPr>
          <a:xfrm>
            <a:off x="3295978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8" name="anim_o6699_1">
            <a:extLst>
              <a:ext uri="{FF2B5EF4-FFF2-40B4-BE49-F238E27FC236}">
                <a16:creationId xmlns:a16="http://schemas.microsoft.com/office/drawing/2014/main" id="{3EAB54FC-B602-4B55-AF83-4F0DC60B3FA8}"/>
              </a:ext>
            </a:extLst>
          </p:cNvPr>
          <p:cNvSpPr>
            <a:spLocks noGrp="1"/>
          </p:cNvSpPr>
          <p:nvPr/>
        </p:nvSpPr>
        <p:spPr>
          <a:xfrm>
            <a:off x="1062530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9" name="anim_o6700_1">
            <a:extLst>
              <a:ext uri="{FF2B5EF4-FFF2-40B4-BE49-F238E27FC236}">
                <a16:creationId xmlns:a16="http://schemas.microsoft.com/office/drawing/2014/main" id="{B21ACC1B-4648-4A37-9B38-E63AF52EB1E1}"/>
              </a:ext>
            </a:extLst>
          </p:cNvPr>
          <p:cNvSpPr>
            <a:spLocks noGrp="1"/>
          </p:cNvSpPr>
          <p:nvPr/>
        </p:nvSpPr>
        <p:spPr>
          <a:xfrm>
            <a:off x="1341711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0" name="anim_o6701_1">
            <a:extLst>
              <a:ext uri="{FF2B5EF4-FFF2-40B4-BE49-F238E27FC236}">
                <a16:creationId xmlns:a16="http://schemas.microsoft.com/office/drawing/2014/main" id="{9C345090-A4F7-438F-872F-C848D6170864}"/>
              </a:ext>
            </a:extLst>
          </p:cNvPr>
          <p:cNvSpPr>
            <a:spLocks noGrp="1"/>
          </p:cNvSpPr>
          <p:nvPr/>
        </p:nvSpPr>
        <p:spPr>
          <a:xfrm>
            <a:off x="1620892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1" name="anim_o6702_1">
            <a:extLst>
              <a:ext uri="{FF2B5EF4-FFF2-40B4-BE49-F238E27FC236}">
                <a16:creationId xmlns:a16="http://schemas.microsoft.com/office/drawing/2014/main" id="{AEFF0CA8-217A-4DAD-919F-6CFA2CF742E8}"/>
              </a:ext>
            </a:extLst>
          </p:cNvPr>
          <p:cNvSpPr>
            <a:spLocks noGrp="1"/>
          </p:cNvSpPr>
          <p:nvPr/>
        </p:nvSpPr>
        <p:spPr>
          <a:xfrm>
            <a:off x="1900073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2" name="anim_o6703_1">
            <a:extLst>
              <a:ext uri="{FF2B5EF4-FFF2-40B4-BE49-F238E27FC236}">
                <a16:creationId xmlns:a16="http://schemas.microsoft.com/office/drawing/2014/main" id="{69C9B7CA-2AC5-4016-AFA5-BA20386A0B33}"/>
              </a:ext>
            </a:extLst>
          </p:cNvPr>
          <p:cNvSpPr>
            <a:spLocks noGrp="1"/>
          </p:cNvSpPr>
          <p:nvPr/>
        </p:nvSpPr>
        <p:spPr>
          <a:xfrm>
            <a:off x="2179254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3" name="anim_o6704_1">
            <a:extLst>
              <a:ext uri="{FF2B5EF4-FFF2-40B4-BE49-F238E27FC236}">
                <a16:creationId xmlns:a16="http://schemas.microsoft.com/office/drawing/2014/main" id="{32D22727-E7F0-4747-AAAE-B07E7AB80E7A}"/>
              </a:ext>
            </a:extLst>
          </p:cNvPr>
          <p:cNvSpPr>
            <a:spLocks noGrp="1"/>
          </p:cNvSpPr>
          <p:nvPr/>
        </p:nvSpPr>
        <p:spPr>
          <a:xfrm>
            <a:off x="2458435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4" name="anim_o6705_1">
            <a:extLst>
              <a:ext uri="{FF2B5EF4-FFF2-40B4-BE49-F238E27FC236}">
                <a16:creationId xmlns:a16="http://schemas.microsoft.com/office/drawing/2014/main" id="{968D3764-10B2-4B8F-864A-DF3165447248}"/>
              </a:ext>
            </a:extLst>
          </p:cNvPr>
          <p:cNvSpPr>
            <a:spLocks noGrp="1"/>
          </p:cNvSpPr>
          <p:nvPr/>
        </p:nvSpPr>
        <p:spPr>
          <a:xfrm>
            <a:off x="2737616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5" name="anim_o6706_1">
            <a:extLst>
              <a:ext uri="{FF2B5EF4-FFF2-40B4-BE49-F238E27FC236}">
                <a16:creationId xmlns:a16="http://schemas.microsoft.com/office/drawing/2014/main" id="{0065A7B4-5010-46D0-B862-CD794C60660C}"/>
              </a:ext>
            </a:extLst>
          </p:cNvPr>
          <p:cNvSpPr>
            <a:spLocks noGrp="1"/>
          </p:cNvSpPr>
          <p:nvPr/>
        </p:nvSpPr>
        <p:spPr>
          <a:xfrm>
            <a:off x="3016797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6" name="anim_o6707_1">
            <a:extLst>
              <a:ext uri="{FF2B5EF4-FFF2-40B4-BE49-F238E27FC236}">
                <a16:creationId xmlns:a16="http://schemas.microsoft.com/office/drawing/2014/main" id="{91673043-C817-411F-BCDD-34864E5C84F7}"/>
              </a:ext>
            </a:extLst>
          </p:cNvPr>
          <p:cNvSpPr>
            <a:spLocks noGrp="1"/>
          </p:cNvSpPr>
          <p:nvPr/>
        </p:nvSpPr>
        <p:spPr>
          <a:xfrm>
            <a:off x="3295978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7" name="anim_o6708_1">
            <a:extLst>
              <a:ext uri="{FF2B5EF4-FFF2-40B4-BE49-F238E27FC236}">
                <a16:creationId xmlns:a16="http://schemas.microsoft.com/office/drawing/2014/main" id="{1A300EEF-D91E-4CFF-BCE4-DC01F8AD7229}"/>
              </a:ext>
            </a:extLst>
          </p:cNvPr>
          <p:cNvSpPr>
            <a:spLocks noGrp="1"/>
          </p:cNvSpPr>
          <p:nvPr/>
        </p:nvSpPr>
        <p:spPr>
          <a:xfrm>
            <a:off x="1062530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8" name="anim_o6709_1">
            <a:extLst>
              <a:ext uri="{FF2B5EF4-FFF2-40B4-BE49-F238E27FC236}">
                <a16:creationId xmlns:a16="http://schemas.microsoft.com/office/drawing/2014/main" id="{348D3CFD-66B8-4FE3-B80E-FADCCB5B631C}"/>
              </a:ext>
            </a:extLst>
          </p:cNvPr>
          <p:cNvSpPr>
            <a:spLocks noGrp="1"/>
          </p:cNvSpPr>
          <p:nvPr/>
        </p:nvSpPr>
        <p:spPr>
          <a:xfrm>
            <a:off x="1341711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9" name="anim_o6710_1">
            <a:extLst>
              <a:ext uri="{FF2B5EF4-FFF2-40B4-BE49-F238E27FC236}">
                <a16:creationId xmlns:a16="http://schemas.microsoft.com/office/drawing/2014/main" id="{DC5F57F0-0177-4E41-B23B-7C175527DFF6}"/>
              </a:ext>
            </a:extLst>
          </p:cNvPr>
          <p:cNvSpPr>
            <a:spLocks noGrp="1"/>
          </p:cNvSpPr>
          <p:nvPr/>
        </p:nvSpPr>
        <p:spPr>
          <a:xfrm>
            <a:off x="1620892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0" name="anim_o6711_1">
            <a:extLst>
              <a:ext uri="{FF2B5EF4-FFF2-40B4-BE49-F238E27FC236}">
                <a16:creationId xmlns:a16="http://schemas.microsoft.com/office/drawing/2014/main" id="{D1513D1E-2EC1-4520-B011-C708670A8518}"/>
              </a:ext>
            </a:extLst>
          </p:cNvPr>
          <p:cNvSpPr>
            <a:spLocks noGrp="1"/>
          </p:cNvSpPr>
          <p:nvPr/>
        </p:nvSpPr>
        <p:spPr>
          <a:xfrm>
            <a:off x="1900073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1" name="anim_o6712_1">
            <a:extLst>
              <a:ext uri="{FF2B5EF4-FFF2-40B4-BE49-F238E27FC236}">
                <a16:creationId xmlns:a16="http://schemas.microsoft.com/office/drawing/2014/main" id="{B1B76E4C-607F-465A-8A22-08C733BA9D65}"/>
              </a:ext>
            </a:extLst>
          </p:cNvPr>
          <p:cNvSpPr>
            <a:spLocks noGrp="1"/>
          </p:cNvSpPr>
          <p:nvPr/>
        </p:nvSpPr>
        <p:spPr>
          <a:xfrm>
            <a:off x="2179254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2" name="anim_o6713_1">
            <a:extLst>
              <a:ext uri="{FF2B5EF4-FFF2-40B4-BE49-F238E27FC236}">
                <a16:creationId xmlns:a16="http://schemas.microsoft.com/office/drawing/2014/main" id="{FBBBE9A2-786F-4668-A219-D3E04B593A95}"/>
              </a:ext>
            </a:extLst>
          </p:cNvPr>
          <p:cNvSpPr>
            <a:spLocks noGrp="1"/>
          </p:cNvSpPr>
          <p:nvPr/>
        </p:nvSpPr>
        <p:spPr>
          <a:xfrm>
            <a:off x="2458435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3" name="anim_o6714_1">
            <a:extLst>
              <a:ext uri="{FF2B5EF4-FFF2-40B4-BE49-F238E27FC236}">
                <a16:creationId xmlns:a16="http://schemas.microsoft.com/office/drawing/2014/main" id="{DF8A2E12-EA21-4C06-A55A-DB4184E351F0}"/>
              </a:ext>
            </a:extLst>
          </p:cNvPr>
          <p:cNvSpPr>
            <a:spLocks noGrp="1"/>
          </p:cNvSpPr>
          <p:nvPr/>
        </p:nvSpPr>
        <p:spPr>
          <a:xfrm>
            <a:off x="2737616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4" name="anim_o6715_1">
            <a:extLst>
              <a:ext uri="{FF2B5EF4-FFF2-40B4-BE49-F238E27FC236}">
                <a16:creationId xmlns:a16="http://schemas.microsoft.com/office/drawing/2014/main" id="{DB493880-2AF7-4A86-9A2B-FD44EC7FB1A3}"/>
              </a:ext>
            </a:extLst>
          </p:cNvPr>
          <p:cNvSpPr>
            <a:spLocks noGrp="1"/>
          </p:cNvSpPr>
          <p:nvPr/>
        </p:nvSpPr>
        <p:spPr>
          <a:xfrm>
            <a:off x="3016797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5" name="anim_o6716_1">
            <a:extLst>
              <a:ext uri="{FF2B5EF4-FFF2-40B4-BE49-F238E27FC236}">
                <a16:creationId xmlns:a16="http://schemas.microsoft.com/office/drawing/2014/main" id="{3582193B-C0BF-49C0-88EE-16B60EF5551D}"/>
              </a:ext>
            </a:extLst>
          </p:cNvPr>
          <p:cNvSpPr>
            <a:spLocks noGrp="1"/>
          </p:cNvSpPr>
          <p:nvPr/>
        </p:nvSpPr>
        <p:spPr>
          <a:xfrm>
            <a:off x="3295978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6" name="anim_o6717_1">
            <a:extLst>
              <a:ext uri="{FF2B5EF4-FFF2-40B4-BE49-F238E27FC236}">
                <a16:creationId xmlns:a16="http://schemas.microsoft.com/office/drawing/2014/main" id="{7E5306BB-B837-4D34-8048-7C0EA66E28BD}"/>
              </a:ext>
            </a:extLst>
          </p:cNvPr>
          <p:cNvSpPr>
            <a:spLocks noGrp="1"/>
          </p:cNvSpPr>
          <p:nvPr/>
        </p:nvSpPr>
        <p:spPr>
          <a:xfrm>
            <a:off x="1062530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7" name="anim_o6718_1">
            <a:extLst>
              <a:ext uri="{FF2B5EF4-FFF2-40B4-BE49-F238E27FC236}">
                <a16:creationId xmlns:a16="http://schemas.microsoft.com/office/drawing/2014/main" id="{E4F9F6EF-0813-455C-BBC8-407959300ECF}"/>
              </a:ext>
            </a:extLst>
          </p:cNvPr>
          <p:cNvSpPr>
            <a:spLocks noGrp="1"/>
          </p:cNvSpPr>
          <p:nvPr/>
        </p:nvSpPr>
        <p:spPr>
          <a:xfrm>
            <a:off x="1341711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8" name="anim_o6719_1">
            <a:extLst>
              <a:ext uri="{FF2B5EF4-FFF2-40B4-BE49-F238E27FC236}">
                <a16:creationId xmlns:a16="http://schemas.microsoft.com/office/drawing/2014/main" id="{1E0A018F-D08D-4EFB-A06F-D7F96967B5F5}"/>
              </a:ext>
            </a:extLst>
          </p:cNvPr>
          <p:cNvSpPr>
            <a:spLocks noGrp="1"/>
          </p:cNvSpPr>
          <p:nvPr/>
        </p:nvSpPr>
        <p:spPr>
          <a:xfrm>
            <a:off x="1620892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9" name="anim_o6720_1">
            <a:extLst>
              <a:ext uri="{FF2B5EF4-FFF2-40B4-BE49-F238E27FC236}">
                <a16:creationId xmlns:a16="http://schemas.microsoft.com/office/drawing/2014/main" id="{EA508415-9DB2-4D07-B6BA-6E95B9AFE687}"/>
              </a:ext>
            </a:extLst>
          </p:cNvPr>
          <p:cNvSpPr>
            <a:spLocks noGrp="1"/>
          </p:cNvSpPr>
          <p:nvPr/>
        </p:nvSpPr>
        <p:spPr>
          <a:xfrm>
            <a:off x="1900073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0" name="anim_o6721_1">
            <a:extLst>
              <a:ext uri="{FF2B5EF4-FFF2-40B4-BE49-F238E27FC236}">
                <a16:creationId xmlns:a16="http://schemas.microsoft.com/office/drawing/2014/main" id="{EE57DE09-0093-421D-B2AF-17DA81F68371}"/>
              </a:ext>
            </a:extLst>
          </p:cNvPr>
          <p:cNvSpPr>
            <a:spLocks noGrp="1"/>
          </p:cNvSpPr>
          <p:nvPr/>
        </p:nvSpPr>
        <p:spPr>
          <a:xfrm>
            <a:off x="2179254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1" name="anim_o6722_1">
            <a:extLst>
              <a:ext uri="{FF2B5EF4-FFF2-40B4-BE49-F238E27FC236}">
                <a16:creationId xmlns:a16="http://schemas.microsoft.com/office/drawing/2014/main" id="{998BCA45-5CF6-4FED-A6B2-D7C877EE3B46}"/>
              </a:ext>
            </a:extLst>
          </p:cNvPr>
          <p:cNvSpPr>
            <a:spLocks noGrp="1"/>
          </p:cNvSpPr>
          <p:nvPr/>
        </p:nvSpPr>
        <p:spPr>
          <a:xfrm>
            <a:off x="2458435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2" name="anim_o6723_1">
            <a:extLst>
              <a:ext uri="{FF2B5EF4-FFF2-40B4-BE49-F238E27FC236}">
                <a16:creationId xmlns:a16="http://schemas.microsoft.com/office/drawing/2014/main" id="{791733FE-A67D-4C83-B60E-8BAE37C20C59}"/>
              </a:ext>
            </a:extLst>
          </p:cNvPr>
          <p:cNvSpPr>
            <a:spLocks noGrp="1"/>
          </p:cNvSpPr>
          <p:nvPr/>
        </p:nvSpPr>
        <p:spPr>
          <a:xfrm>
            <a:off x="2737616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3" name="anim_o6724_1">
            <a:extLst>
              <a:ext uri="{FF2B5EF4-FFF2-40B4-BE49-F238E27FC236}">
                <a16:creationId xmlns:a16="http://schemas.microsoft.com/office/drawing/2014/main" id="{4182887F-5F9A-41F3-A25A-9A9CCD933177}"/>
              </a:ext>
            </a:extLst>
          </p:cNvPr>
          <p:cNvSpPr>
            <a:spLocks noGrp="1"/>
          </p:cNvSpPr>
          <p:nvPr/>
        </p:nvSpPr>
        <p:spPr>
          <a:xfrm>
            <a:off x="3016797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4" name="anim_o6725_1">
            <a:extLst>
              <a:ext uri="{FF2B5EF4-FFF2-40B4-BE49-F238E27FC236}">
                <a16:creationId xmlns:a16="http://schemas.microsoft.com/office/drawing/2014/main" id="{326D48C5-C6F2-441D-8738-A2F8043E44CF}"/>
              </a:ext>
            </a:extLst>
          </p:cNvPr>
          <p:cNvSpPr>
            <a:spLocks noGrp="1"/>
          </p:cNvSpPr>
          <p:nvPr/>
        </p:nvSpPr>
        <p:spPr>
          <a:xfrm>
            <a:off x="3295978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5" name="anim_o6726_1">
            <a:extLst>
              <a:ext uri="{FF2B5EF4-FFF2-40B4-BE49-F238E27FC236}">
                <a16:creationId xmlns:a16="http://schemas.microsoft.com/office/drawing/2014/main" id="{9774ABCA-17F1-4DD5-AEC4-1975929381F3}"/>
              </a:ext>
            </a:extLst>
          </p:cNvPr>
          <p:cNvSpPr>
            <a:spLocks noGrp="1"/>
          </p:cNvSpPr>
          <p:nvPr/>
        </p:nvSpPr>
        <p:spPr>
          <a:xfrm>
            <a:off x="1062530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6" name="anim_o6727_1">
            <a:extLst>
              <a:ext uri="{FF2B5EF4-FFF2-40B4-BE49-F238E27FC236}">
                <a16:creationId xmlns:a16="http://schemas.microsoft.com/office/drawing/2014/main" id="{1B6846CB-24C9-496C-819B-19CF43B1BE4C}"/>
              </a:ext>
            </a:extLst>
          </p:cNvPr>
          <p:cNvSpPr>
            <a:spLocks noGrp="1"/>
          </p:cNvSpPr>
          <p:nvPr/>
        </p:nvSpPr>
        <p:spPr>
          <a:xfrm>
            <a:off x="1341711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7" name="anim_o6728_1">
            <a:extLst>
              <a:ext uri="{FF2B5EF4-FFF2-40B4-BE49-F238E27FC236}">
                <a16:creationId xmlns:a16="http://schemas.microsoft.com/office/drawing/2014/main" id="{7B8820B5-6BA3-4865-97E4-C8C276349E61}"/>
              </a:ext>
            </a:extLst>
          </p:cNvPr>
          <p:cNvSpPr>
            <a:spLocks noGrp="1"/>
          </p:cNvSpPr>
          <p:nvPr/>
        </p:nvSpPr>
        <p:spPr>
          <a:xfrm>
            <a:off x="1620892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8" name="anim_o6729_1">
            <a:extLst>
              <a:ext uri="{FF2B5EF4-FFF2-40B4-BE49-F238E27FC236}">
                <a16:creationId xmlns:a16="http://schemas.microsoft.com/office/drawing/2014/main" id="{C2A49184-75A2-4A0D-88FB-9BD8C4FC852B}"/>
              </a:ext>
            </a:extLst>
          </p:cNvPr>
          <p:cNvSpPr>
            <a:spLocks noGrp="1"/>
          </p:cNvSpPr>
          <p:nvPr/>
        </p:nvSpPr>
        <p:spPr>
          <a:xfrm>
            <a:off x="1900073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9" name="anim_o6730_1">
            <a:extLst>
              <a:ext uri="{FF2B5EF4-FFF2-40B4-BE49-F238E27FC236}">
                <a16:creationId xmlns:a16="http://schemas.microsoft.com/office/drawing/2014/main" id="{AC0A082A-0042-4672-969F-2643493D9E44}"/>
              </a:ext>
            </a:extLst>
          </p:cNvPr>
          <p:cNvSpPr>
            <a:spLocks noGrp="1"/>
          </p:cNvSpPr>
          <p:nvPr/>
        </p:nvSpPr>
        <p:spPr>
          <a:xfrm>
            <a:off x="2179254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0" name="anim_o6731_1">
            <a:extLst>
              <a:ext uri="{FF2B5EF4-FFF2-40B4-BE49-F238E27FC236}">
                <a16:creationId xmlns:a16="http://schemas.microsoft.com/office/drawing/2014/main" id="{0DA363B7-8517-43C1-94D4-F2BD13717B10}"/>
              </a:ext>
            </a:extLst>
          </p:cNvPr>
          <p:cNvSpPr>
            <a:spLocks noGrp="1"/>
          </p:cNvSpPr>
          <p:nvPr/>
        </p:nvSpPr>
        <p:spPr>
          <a:xfrm>
            <a:off x="2458435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1" name="anim_o6732_1">
            <a:extLst>
              <a:ext uri="{FF2B5EF4-FFF2-40B4-BE49-F238E27FC236}">
                <a16:creationId xmlns:a16="http://schemas.microsoft.com/office/drawing/2014/main" id="{CDC6816A-4134-43B1-B2C4-68CCBBC3D89B}"/>
              </a:ext>
            </a:extLst>
          </p:cNvPr>
          <p:cNvSpPr>
            <a:spLocks noGrp="1"/>
          </p:cNvSpPr>
          <p:nvPr/>
        </p:nvSpPr>
        <p:spPr>
          <a:xfrm>
            <a:off x="2737616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2" name="anim_o6733_1">
            <a:extLst>
              <a:ext uri="{FF2B5EF4-FFF2-40B4-BE49-F238E27FC236}">
                <a16:creationId xmlns:a16="http://schemas.microsoft.com/office/drawing/2014/main" id="{0CBB9CA0-49A1-4F31-8A21-00CDBB022C34}"/>
              </a:ext>
            </a:extLst>
          </p:cNvPr>
          <p:cNvSpPr>
            <a:spLocks noGrp="1"/>
          </p:cNvSpPr>
          <p:nvPr/>
        </p:nvSpPr>
        <p:spPr>
          <a:xfrm>
            <a:off x="3016797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3" name="anim_o6734_1">
            <a:extLst>
              <a:ext uri="{FF2B5EF4-FFF2-40B4-BE49-F238E27FC236}">
                <a16:creationId xmlns:a16="http://schemas.microsoft.com/office/drawing/2014/main" id="{F105D0C5-C61E-4504-9AF3-4FA550A2C965}"/>
              </a:ext>
            </a:extLst>
          </p:cNvPr>
          <p:cNvSpPr>
            <a:spLocks noGrp="1"/>
          </p:cNvSpPr>
          <p:nvPr/>
        </p:nvSpPr>
        <p:spPr>
          <a:xfrm>
            <a:off x="3295978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4" name="anim_to6735_0_1">
            <a:extLst>
              <a:ext uri="{FF2B5EF4-FFF2-40B4-BE49-F238E27FC236}">
                <a16:creationId xmlns:a16="http://schemas.microsoft.com/office/drawing/2014/main" id="{9C825864-C9E5-4FB6-9074-6A004B3D3898}"/>
              </a:ext>
            </a:extLst>
          </p:cNvPr>
          <p:cNvSpPr>
            <a:spLocks noGrp="1"/>
          </p:cNvSpPr>
          <p:nvPr/>
        </p:nvSpPr>
        <p:spPr>
          <a:xfrm>
            <a:off x="1672643" y="1824928"/>
            <a:ext cx="1311454" cy="57879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646" b="1">
                <a:solidFill>
                  <a:srgbClr val="6699CC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646" b="1">
                <a:solidFill>
                  <a:srgbClr val="6699CC"/>
                </a:solidFill>
                <a:latin typeface="Consolas"/>
                <a:ea typeface="Consolas"/>
                <a:cs typeface="Consolas"/>
              </a:defRPr>
            </a:pPr>
            <a:r>
              <a:rPr sz="3646" b="1">
                <a:solidFill>
                  <a:srgbClr val="6699CC"/>
                </a:solidFill>
                <a:latin typeface="Consolas"/>
                <a:ea typeface="Consolas"/>
                <a:cs typeface="Consolas"/>
              </a:rPr>
              <a:t>Input</a:t>
            </a:r>
          </a:p>
        </p:txBody>
      </p:sp>
      <p:sp>
        <p:nvSpPr>
          <p:cNvPr id="205" name="anim_to6741_0_1">
            <a:extLst>
              <a:ext uri="{FF2B5EF4-FFF2-40B4-BE49-F238E27FC236}">
                <a16:creationId xmlns:a16="http://schemas.microsoft.com/office/drawing/2014/main" id="{96C9E7FC-B06C-47C6-B617-9374C5254303}"/>
              </a:ext>
            </a:extLst>
          </p:cNvPr>
          <p:cNvSpPr>
            <a:spLocks noGrp="1"/>
          </p:cNvSpPr>
          <p:nvPr/>
        </p:nvSpPr>
        <p:spPr>
          <a:xfrm>
            <a:off x="1935111" y="2299368"/>
            <a:ext cx="786517" cy="5669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72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572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pPr>
            <a:r>
              <a:rPr sz="3572" b="0">
                <a:solidFill>
                  <a:srgbClr val="BBBBBB"/>
                </a:solidFill>
                <a:latin typeface="Consolas"/>
                <a:ea typeface="Consolas"/>
                <a:cs typeface="Consolas"/>
              </a:rPr>
              <a:t>9x9</a:t>
            </a:r>
          </a:p>
        </p:txBody>
      </p:sp>
      <p:sp>
        <p:nvSpPr>
          <p:cNvPr id="206" name="anim_to6745_0_1">
            <a:extLst>
              <a:ext uri="{FF2B5EF4-FFF2-40B4-BE49-F238E27FC236}">
                <a16:creationId xmlns:a16="http://schemas.microsoft.com/office/drawing/2014/main" id="{43CDB7F8-E351-497F-A610-B6724B8B7ABC}"/>
              </a:ext>
            </a:extLst>
          </p:cNvPr>
          <p:cNvSpPr>
            <a:spLocks noGrp="1"/>
          </p:cNvSpPr>
          <p:nvPr/>
        </p:nvSpPr>
        <p:spPr>
          <a:xfrm>
            <a:off x="1566530" y="5591960"/>
            <a:ext cx="1523680" cy="5627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45" b="1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545" b="1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pPr>
            <a:r>
              <a:rPr sz="3545" b="1">
                <a:solidFill>
                  <a:srgbClr val="DDDDDD"/>
                </a:solidFill>
                <a:latin typeface="Consolas"/>
                <a:ea typeface="Consolas"/>
                <a:cs typeface="Consolas"/>
              </a:rPr>
              <a:t>RF = 1</a:t>
            </a:r>
          </a:p>
        </p:txBody>
      </p:sp>
      <p:sp>
        <p:nvSpPr>
          <p:cNvPr id="207" name="anim_o6864_1">
            <a:extLst>
              <a:ext uri="{FF2B5EF4-FFF2-40B4-BE49-F238E27FC236}">
                <a16:creationId xmlns:a16="http://schemas.microsoft.com/office/drawing/2014/main" id="{B87C3AFC-2FED-41EE-BF00-F3EF85C19E99}"/>
              </a:ext>
            </a:extLst>
          </p:cNvPr>
          <p:cNvSpPr>
            <a:spLocks noGrp="1"/>
          </p:cNvSpPr>
          <p:nvPr/>
        </p:nvSpPr>
        <p:spPr>
          <a:xfrm>
            <a:off x="3739384" y="4098706"/>
            <a:ext cx="1625819" cy="171450"/>
          </a:xfrm>
          <a:custGeom>
            <a:avLst/>
            <a:gdLst/>
            <a:ahLst/>
            <a:cxnLst/>
            <a:rect l="0" t="0" r="0" b="0"/>
            <a:pathLst>
              <a:path w="1625819" h="171450">
                <a:moveTo>
                  <a:pt x="0" y="104775"/>
                </a:moveTo>
                <a:lnTo>
                  <a:pt x="1454369" y="104775"/>
                </a:lnTo>
                <a:lnTo>
                  <a:pt x="1454369" y="171450"/>
                </a:lnTo>
                <a:lnTo>
                  <a:pt x="1625819" y="85725"/>
                </a:lnTo>
                <a:lnTo>
                  <a:pt x="1454369" y="0"/>
                </a:lnTo>
                <a:lnTo>
                  <a:pt x="1454369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1270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208" name="anim_o6753_1">
            <a:extLst>
              <a:ext uri="{FF2B5EF4-FFF2-40B4-BE49-F238E27FC236}">
                <a16:creationId xmlns:a16="http://schemas.microsoft.com/office/drawing/2014/main" id="{07735B13-5280-4D7F-8E11-61F972AC44FB}"/>
              </a:ext>
            </a:extLst>
          </p:cNvPr>
          <p:cNvSpPr>
            <a:spLocks noGrp="1"/>
          </p:cNvSpPr>
          <p:nvPr/>
        </p:nvSpPr>
        <p:spPr>
          <a:xfrm>
            <a:off x="5529427" y="3207297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9" name="anim_o6754_1">
            <a:extLst>
              <a:ext uri="{FF2B5EF4-FFF2-40B4-BE49-F238E27FC236}">
                <a16:creationId xmlns:a16="http://schemas.microsoft.com/office/drawing/2014/main" id="{492A4E3A-BA9D-4972-866B-D143C75EE415}"/>
              </a:ext>
            </a:extLst>
          </p:cNvPr>
          <p:cNvSpPr>
            <a:spLocks noGrp="1"/>
          </p:cNvSpPr>
          <p:nvPr/>
        </p:nvSpPr>
        <p:spPr>
          <a:xfrm>
            <a:off x="5808608" y="3207297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0" name="anim_o6755_1">
            <a:extLst>
              <a:ext uri="{FF2B5EF4-FFF2-40B4-BE49-F238E27FC236}">
                <a16:creationId xmlns:a16="http://schemas.microsoft.com/office/drawing/2014/main" id="{388E3C49-3DE7-4EE2-AA98-C6C82F18EDDD}"/>
              </a:ext>
            </a:extLst>
          </p:cNvPr>
          <p:cNvSpPr>
            <a:spLocks noGrp="1"/>
          </p:cNvSpPr>
          <p:nvPr/>
        </p:nvSpPr>
        <p:spPr>
          <a:xfrm>
            <a:off x="6087789" y="3207297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1" name="anim_o6756_1">
            <a:extLst>
              <a:ext uri="{FF2B5EF4-FFF2-40B4-BE49-F238E27FC236}">
                <a16:creationId xmlns:a16="http://schemas.microsoft.com/office/drawing/2014/main" id="{B41CEFE9-C9D6-4AC6-8A5F-BEBF8AA47B49}"/>
              </a:ext>
            </a:extLst>
          </p:cNvPr>
          <p:cNvSpPr>
            <a:spLocks noGrp="1"/>
          </p:cNvSpPr>
          <p:nvPr/>
        </p:nvSpPr>
        <p:spPr>
          <a:xfrm>
            <a:off x="6366970" y="3207297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2" name="anim_o6757_1">
            <a:extLst>
              <a:ext uri="{FF2B5EF4-FFF2-40B4-BE49-F238E27FC236}">
                <a16:creationId xmlns:a16="http://schemas.microsoft.com/office/drawing/2014/main" id="{60472C79-190F-4B99-9EE3-6C79B9EB9881}"/>
              </a:ext>
            </a:extLst>
          </p:cNvPr>
          <p:cNvSpPr>
            <a:spLocks noGrp="1"/>
          </p:cNvSpPr>
          <p:nvPr/>
        </p:nvSpPr>
        <p:spPr>
          <a:xfrm>
            <a:off x="6646151" y="3207297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3" name="anim_o6758_1">
            <a:extLst>
              <a:ext uri="{FF2B5EF4-FFF2-40B4-BE49-F238E27FC236}">
                <a16:creationId xmlns:a16="http://schemas.microsoft.com/office/drawing/2014/main" id="{C33F6313-FC34-4BDA-AF7E-76EFF5613D08}"/>
              </a:ext>
            </a:extLst>
          </p:cNvPr>
          <p:cNvSpPr>
            <a:spLocks noGrp="1"/>
          </p:cNvSpPr>
          <p:nvPr/>
        </p:nvSpPr>
        <p:spPr>
          <a:xfrm>
            <a:off x="6925332" y="3207297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4" name="anim_o6759_1">
            <a:extLst>
              <a:ext uri="{FF2B5EF4-FFF2-40B4-BE49-F238E27FC236}">
                <a16:creationId xmlns:a16="http://schemas.microsoft.com/office/drawing/2014/main" id="{22A7612B-626A-4ED7-9E33-A1FF7061571F}"/>
              </a:ext>
            </a:extLst>
          </p:cNvPr>
          <p:cNvSpPr>
            <a:spLocks noGrp="1"/>
          </p:cNvSpPr>
          <p:nvPr/>
        </p:nvSpPr>
        <p:spPr>
          <a:xfrm>
            <a:off x="7204513" y="3207297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5" name="anim_o6760_1">
            <a:extLst>
              <a:ext uri="{FF2B5EF4-FFF2-40B4-BE49-F238E27FC236}">
                <a16:creationId xmlns:a16="http://schemas.microsoft.com/office/drawing/2014/main" id="{4E267DE8-D595-44BB-9FFD-3C5126840A5C}"/>
              </a:ext>
            </a:extLst>
          </p:cNvPr>
          <p:cNvSpPr>
            <a:spLocks noGrp="1"/>
          </p:cNvSpPr>
          <p:nvPr/>
        </p:nvSpPr>
        <p:spPr>
          <a:xfrm>
            <a:off x="5529427" y="3486478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6" name="anim_o6761_1">
            <a:extLst>
              <a:ext uri="{FF2B5EF4-FFF2-40B4-BE49-F238E27FC236}">
                <a16:creationId xmlns:a16="http://schemas.microsoft.com/office/drawing/2014/main" id="{80E204F8-AF64-4364-BE26-560BC3F182ED}"/>
              </a:ext>
            </a:extLst>
          </p:cNvPr>
          <p:cNvSpPr>
            <a:spLocks noGrp="1"/>
          </p:cNvSpPr>
          <p:nvPr/>
        </p:nvSpPr>
        <p:spPr>
          <a:xfrm>
            <a:off x="5808608" y="3486478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7" name="anim_o6762_1">
            <a:extLst>
              <a:ext uri="{FF2B5EF4-FFF2-40B4-BE49-F238E27FC236}">
                <a16:creationId xmlns:a16="http://schemas.microsoft.com/office/drawing/2014/main" id="{E1ABFB62-692F-4BA5-80E1-800CB01BB605}"/>
              </a:ext>
            </a:extLst>
          </p:cNvPr>
          <p:cNvSpPr>
            <a:spLocks noGrp="1"/>
          </p:cNvSpPr>
          <p:nvPr/>
        </p:nvSpPr>
        <p:spPr>
          <a:xfrm>
            <a:off x="6087789" y="3486478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8" name="anim_o6763_1">
            <a:extLst>
              <a:ext uri="{FF2B5EF4-FFF2-40B4-BE49-F238E27FC236}">
                <a16:creationId xmlns:a16="http://schemas.microsoft.com/office/drawing/2014/main" id="{10AB6FF7-010C-4563-B003-2488CCD21758}"/>
              </a:ext>
            </a:extLst>
          </p:cNvPr>
          <p:cNvSpPr>
            <a:spLocks noGrp="1"/>
          </p:cNvSpPr>
          <p:nvPr/>
        </p:nvSpPr>
        <p:spPr>
          <a:xfrm>
            <a:off x="6366970" y="3486478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9" name="anim_o6764_1">
            <a:extLst>
              <a:ext uri="{FF2B5EF4-FFF2-40B4-BE49-F238E27FC236}">
                <a16:creationId xmlns:a16="http://schemas.microsoft.com/office/drawing/2014/main" id="{C2B013D1-51D6-4948-8B5B-C78E1254605F}"/>
              </a:ext>
            </a:extLst>
          </p:cNvPr>
          <p:cNvSpPr>
            <a:spLocks noGrp="1"/>
          </p:cNvSpPr>
          <p:nvPr/>
        </p:nvSpPr>
        <p:spPr>
          <a:xfrm>
            <a:off x="6646151" y="3486478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0" name="anim_o6765_1">
            <a:extLst>
              <a:ext uri="{FF2B5EF4-FFF2-40B4-BE49-F238E27FC236}">
                <a16:creationId xmlns:a16="http://schemas.microsoft.com/office/drawing/2014/main" id="{B2D6A6A5-E1F2-43D3-9E2C-7F6868ED36F5}"/>
              </a:ext>
            </a:extLst>
          </p:cNvPr>
          <p:cNvSpPr>
            <a:spLocks noGrp="1"/>
          </p:cNvSpPr>
          <p:nvPr/>
        </p:nvSpPr>
        <p:spPr>
          <a:xfrm>
            <a:off x="6925332" y="3486478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1" name="anim_o6766_1">
            <a:extLst>
              <a:ext uri="{FF2B5EF4-FFF2-40B4-BE49-F238E27FC236}">
                <a16:creationId xmlns:a16="http://schemas.microsoft.com/office/drawing/2014/main" id="{9E421A02-1882-46F6-B86A-702297004808}"/>
              </a:ext>
            </a:extLst>
          </p:cNvPr>
          <p:cNvSpPr>
            <a:spLocks noGrp="1"/>
          </p:cNvSpPr>
          <p:nvPr/>
        </p:nvSpPr>
        <p:spPr>
          <a:xfrm>
            <a:off x="7204513" y="3486478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2" name="anim_o6767_1">
            <a:extLst>
              <a:ext uri="{FF2B5EF4-FFF2-40B4-BE49-F238E27FC236}">
                <a16:creationId xmlns:a16="http://schemas.microsoft.com/office/drawing/2014/main" id="{C4316309-0846-498A-AA52-9849771CE0BA}"/>
              </a:ext>
            </a:extLst>
          </p:cNvPr>
          <p:cNvSpPr>
            <a:spLocks noGrp="1"/>
          </p:cNvSpPr>
          <p:nvPr/>
        </p:nvSpPr>
        <p:spPr>
          <a:xfrm>
            <a:off x="5529427" y="3765659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3" name="anim_o6768_1">
            <a:extLst>
              <a:ext uri="{FF2B5EF4-FFF2-40B4-BE49-F238E27FC236}">
                <a16:creationId xmlns:a16="http://schemas.microsoft.com/office/drawing/2014/main" id="{0356F721-3985-45CE-B32A-639697708FE9}"/>
              </a:ext>
            </a:extLst>
          </p:cNvPr>
          <p:cNvSpPr>
            <a:spLocks noGrp="1"/>
          </p:cNvSpPr>
          <p:nvPr/>
        </p:nvSpPr>
        <p:spPr>
          <a:xfrm>
            <a:off x="5808608" y="3765659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4" name="anim_o6769_1">
            <a:extLst>
              <a:ext uri="{FF2B5EF4-FFF2-40B4-BE49-F238E27FC236}">
                <a16:creationId xmlns:a16="http://schemas.microsoft.com/office/drawing/2014/main" id="{D814EE55-0D64-4514-96BE-BFD9EAC189BE}"/>
              </a:ext>
            </a:extLst>
          </p:cNvPr>
          <p:cNvSpPr>
            <a:spLocks noGrp="1"/>
          </p:cNvSpPr>
          <p:nvPr/>
        </p:nvSpPr>
        <p:spPr>
          <a:xfrm>
            <a:off x="6087789" y="3765659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5" name="anim_o6770_1">
            <a:extLst>
              <a:ext uri="{FF2B5EF4-FFF2-40B4-BE49-F238E27FC236}">
                <a16:creationId xmlns:a16="http://schemas.microsoft.com/office/drawing/2014/main" id="{EB7C96C9-A873-4E08-9E40-11757004D213}"/>
              </a:ext>
            </a:extLst>
          </p:cNvPr>
          <p:cNvSpPr>
            <a:spLocks noGrp="1"/>
          </p:cNvSpPr>
          <p:nvPr/>
        </p:nvSpPr>
        <p:spPr>
          <a:xfrm>
            <a:off x="6366970" y="3765659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6" name="anim_o6771_1">
            <a:extLst>
              <a:ext uri="{FF2B5EF4-FFF2-40B4-BE49-F238E27FC236}">
                <a16:creationId xmlns:a16="http://schemas.microsoft.com/office/drawing/2014/main" id="{2840EA51-8EAA-43F5-8B28-B338FA96F558}"/>
              </a:ext>
            </a:extLst>
          </p:cNvPr>
          <p:cNvSpPr>
            <a:spLocks noGrp="1"/>
          </p:cNvSpPr>
          <p:nvPr/>
        </p:nvSpPr>
        <p:spPr>
          <a:xfrm>
            <a:off x="6646151" y="3765659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7" name="anim_o6772_1">
            <a:extLst>
              <a:ext uri="{FF2B5EF4-FFF2-40B4-BE49-F238E27FC236}">
                <a16:creationId xmlns:a16="http://schemas.microsoft.com/office/drawing/2014/main" id="{C3542056-1DED-4832-AB0B-C966374ADAFC}"/>
              </a:ext>
            </a:extLst>
          </p:cNvPr>
          <p:cNvSpPr>
            <a:spLocks noGrp="1"/>
          </p:cNvSpPr>
          <p:nvPr/>
        </p:nvSpPr>
        <p:spPr>
          <a:xfrm>
            <a:off x="6925332" y="3765659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8" name="anim_o6773_1">
            <a:extLst>
              <a:ext uri="{FF2B5EF4-FFF2-40B4-BE49-F238E27FC236}">
                <a16:creationId xmlns:a16="http://schemas.microsoft.com/office/drawing/2014/main" id="{68DCAD32-FFDE-4460-A3D1-3972E165F047}"/>
              </a:ext>
            </a:extLst>
          </p:cNvPr>
          <p:cNvSpPr>
            <a:spLocks noGrp="1"/>
          </p:cNvSpPr>
          <p:nvPr/>
        </p:nvSpPr>
        <p:spPr>
          <a:xfrm>
            <a:off x="7204513" y="3765659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9" name="anim_o6774_1">
            <a:extLst>
              <a:ext uri="{FF2B5EF4-FFF2-40B4-BE49-F238E27FC236}">
                <a16:creationId xmlns:a16="http://schemas.microsoft.com/office/drawing/2014/main" id="{019F9513-1A68-4C39-B266-9E1C08DC512D}"/>
              </a:ext>
            </a:extLst>
          </p:cNvPr>
          <p:cNvSpPr>
            <a:spLocks noGrp="1"/>
          </p:cNvSpPr>
          <p:nvPr/>
        </p:nvSpPr>
        <p:spPr>
          <a:xfrm>
            <a:off x="5529427" y="4044841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0" name="anim_o6775_1">
            <a:extLst>
              <a:ext uri="{FF2B5EF4-FFF2-40B4-BE49-F238E27FC236}">
                <a16:creationId xmlns:a16="http://schemas.microsoft.com/office/drawing/2014/main" id="{5A79DF26-CEA0-496E-9830-4F91669F06B5}"/>
              </a:ext>
            </a:extLst>
          </p:cNvPr>
          <p:cNvSpPr>
            <a:spLocks noGrp="1"/>
          </p:cNvSpPr>
          <p:nvPr/>
        </p:nvSpPr>
        <p:spPr>
          <a:xfrm>
            <a:off x="5808608" y="4044841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1" name="anim_o6776_1">
            <a:extLst>
              <a:ext uri="{FF2B5EF4-FFF2-40B4-BE49-F238E27FC236}">
                <a16:creationId xmlns:a16="http://schemas.microsoft.com/office/drawing/2014/main" id="{5B8A6880-A337-46BB-A100-33E4EF9401D5}"/>
              </a:ext>
            </a:extLst>
          </p:cNvPr>
          <p:cNvSpPr>
            <a:spLocks noGrp="1"/>
          </p:cNvSpPr>
          <p:nvPr/>
        </p:nvSpPr>
        <p:spPr>
          <a:xfrm>
            <a:off x="6087789" y="4044841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2" name="anim_o6777_1">
            <a:extLst>
              <a:ext uri="{FF2B5EF4-FFF2-40B4-BE49-F238E27FC236}">
                <a16:creationId xmlns:a16="http://schemas.microsoft.com/office/drawing/2014/main" id="{85174389-7F83-4282-AD1D-79DA237AC134}"/>
              </a:ext>
            </a:extLst>
          </p:cNvPr>
          <p:cNvSpPr>
            <a:spLocks noGrp="1"/>
          </p:cNvSpPr>
          <p:nvPr/>
        </p:nvSpPr>
        <p:spPr>
          <a:xfrm>
            <a:off x="6366970" y="4044841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3" name="anim_o6778_1">
            <a:extLst>
              <a:ext uri="{FF2B5EF4-FFF2-40B4-BE49-F238E27FC236}">
                <a16:creationId xmlns:a16="http://schemas.microsoft.com/office/drawing/2014/main" id="{E426E249-79CB-43FF-8141-C2771CEF0623}"/>
              </a:ext>
            </a:extLst>
          </p:cNvPr>
          <p:cNvSpPr>
            <a:spLocks noGrp="1"/>
          </p:cNvSpPr>
          <p:nvPr/>
        </p:nvSpPr>
        <p:spPr>
          <a:xfrm>
            <a:off x="6646151" y="4044841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4" name="anim_o6779_1">
            <a:extLst>
              <a:ext uri="{FF2B5EF4-FFF2-40B4-BE49-F238E27FC236}">
                <a16:creationId xmlns:a16="http://schemas.microsoft.com/office/drawing/2014/main" id="{2DA0EC1C-6778-4F64-90A0-19E3A2E38B56}"/>
              </a:ext>
            </a:extLst>
          </p:cNvPr>
          <p:cNvSpPr>
            <a:spLocks noGrp="1"/>
          </p:cNvSpPr>
          <p:nvPr/>
        </p:nvSpPr>
        <p:spPr>
          <a:xfrm>
            <a:off x="6925332" y="4044841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5" name="anim_o6780_1">
            <a:extLst>
              <a:ext uri="{FF2B5EF4-FFF2-40B4-BE49-F238E27FC236}">
                <a16:creationId xmlns:a16="http://schemas.microsoft.com/office/drawing/2014/main" id="{386E0933-E82B-4E85-8CAF-1F633424800A}"/>
              </a:ext>
            </a:extLst>
          </p:cNvPr>
          <p:cNvSpPr>
            <a:spLocks noGrp="1"/>
          </p:cNvSpPr>
          <p:nvPr/>
        </p:nvSpPr>
        <p:spPr>
          <a:xfrm>
            <a:off x="7204513" y="4044841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6" name="anim_o6781_1">
            <a:extLst>
              <a:ext uri="{FF2B5EF4-FFF2-40B4-BE49-F238E27FC236}">
                <a16:creationId xmlns:a16="http://schemas.microsoft.com/office/drawing/2014/main" id="{BCB22229-129A-49F4-871D-7BEE0FA86E77}"/>
              </a:ext>
            </a:extLst>
          </p:cNvPr>
          <p:cNvSpPr>
            <a:spLocks noGrp="1"/>
          </p:cNvSpPr>
          <p:nvPr/>
        </p:nvSpPr>
        <p:spPr>
          <a:xfrm>
            <a:off x="5529427" y="4324022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7" name="anim_o6782_1">
            <a:extLst>
              <a:ext uri="{FF2B5EF4-FFF2-40B4-BE49-F238E27FC236}">
                <a16:creationId xmlns:a16="http://schemas.microsoft.com/office/drawing/2014/main" id="{178A762D-370D-4759-992F-B48EBB82AA37}"/>
              </a:ext>
            </a:extLst>
          </p:cNvPr>
          <p:cNvSpPr>
            <a:spLocks noGrp="1"/>
          </p:cNvSpPr>
          <p:nvPr/>
        </p:nvSpPr>
        <p:spPr>
          <a:xfrm>
            <a:off x="5808608" y="4324022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8" name="anim_o6783_1">
            <a:extLst>
              <a:ext uri="{FF2B5EF4-FFF2-40B4-BE49-F238E27FC236}">
                <a16:creationId xmlns:a16="http://schemas.microsoft.com/office/drawing/2014/main" id="{E53338DB-75FE-4FF9-962D-86F7F0F3DC90}"/>
              </a:ext>
            </a:extLst>
          </p:cNvPr>
          <p:cNvSpPr>
            <a:spLocks noGrp="1"/>
          </p:cNvSpPr>
          <p:nvPr/>
        </p:nvSpPr>
        <p:spPr>
          <a:xfrm>
            <a:off x="6087789" y="4324022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9" name="anim_o6784_1">
            <a:extLst>
              <a:ext uri="{FF2B5EF4-FFF2-40B4-BE49-F238E27FC236}">
                <a16:creationId xmlns:a16="http://schemas.microsoft.com/office/drawing/2014/main" id="{8E808B31-C798-4FA3-A403-23D7E7C340A5}"/>
              </a:ext>
            </a:extLst>
          </p:cNvPr>
          <p:cNvSpPr>
            <a:spLocks noGrp="1"/>
          </p:cNvSpPr>
          <p:nvPr/>
        </p:nvSpPr>
        <p:spPr>
          <a:xfrm>
            <a:off x="6366970" y="4324022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0" name="anim_o6785_1">
            <a:extLst>
              <a:ext uri="{FF2B5EF4-FFF2-40B4-BE49-F238E27FC236}">
                <a16:creationId xmlns:a16="http://schemas.microsoft.com/office/drawing/2014/main" id="{11E66906-F4CB-4745-B7C0-00EC9FC6B65F}"/>
              </a:ext>
            </a:extLst>
          </p:cNvPr>
          <p:cNvSpPr>
            <a:spLocks noGrp="1"/>
          </p:cNvSpPr>
          <p:nvPr/>
        </p:nvSpPr>
        <p:spPr>
          <a:xfrm>
            <a:off x="6646151" y="4324022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1" name="anim_o6786_1">
            <a:extLst>
              <a:ext uri="{FF2B5EF4-FFF2-40B4-BE49-F238E27FC236}">
                <a16:creationId xmlns:a16="http://schemas.microsoft.com/office/drawing/2014/main" id="{0A3F06E6-88A1-4B0B-8E2A-E44E366BA2BC}"/>
              </a:ext>
            </a:extLst>
          </p:cNvPr>
          <p:cNvSpPr>
            <a:spLocks noGrp="1"/>
          </p:cNvSpPr>
          <p:nvPr/>
        </p:nvSpPr>
        <p:spPr>
          <a:xfrm>
            <a:off x="6925332" y="4324022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2" name="anim_o6787_1">
            <a:extLst>
              <a:ext uri="{FF2B5EF4-FFF2-40B4-BE49-F238E27FC236}">
                <a16:creationId xmlns:a16="http://schemas.microsoft.com/office/drawing/2014/main" id="{6BBA2766-5272-4679-BEAB-8B1B3EA52DE0}"/>
              </a:ext>
            </a:extLst>
          </p:cNvPr>
          <p:cNvSpPr>
            <a:spLocks noGrp="1"/>
          </p:cNvSpPr>
          <p:nvPr/>
        </p:nvSpPr>
        <p:spPr>
          <a:xfrm>
            <a:off x="7204513" y="4324022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3" name="anim_o6788_1">
            <a:extLst>
              <a:ext uri="{FF2B5EF4-FFF2-40B4-BE49-F238E27FC236}">
                <a16:creationId xmlns:a16="http://schemas.microsoft.com/office/drawing/2014/main" id="{3CC72818-8924-4FD5-B07E-DCAC8C923E09}"/>
              </a:ext>
            </a:extLst>
          </p:cNvPr>
          <p:cNvSpPr>
            <a:spLocks noGrp="1"/>
          </p:cNvSpPr>
          <p:nvPr/>
        </p:nvSpPr>
        <p:spPr>
          <a:xfrm>
            <a:off x="5529427" y="4603203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4" name="anim_o6789_1">
            <a:extLst>
              <a:ext uri="{FF2B5EF4-FFF2-40B4-BE49-F238E27FC236}">
                <a16:creationId xmlns:a16="http://schemas.microsoft.com/office/drawing/2014/main" id="{DA1F5744-3B9F-418D-AB8D-84086A80ACA8}"/>
              </a:ext>
            </a:extLst>
          </p:cNvPr>
          <p:cNvSpPr>
            <a:spLocks noGrp="1"/>
          </p:cNvSpPr>
          <p:nvPr/>
        </p:nvSpPr>
        <p:spPr>
          <a:xfrm>
            <a:off x="5808608" y="4603203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5" name="anim_o6790_1">
            <a:extLst>
              <a:ext uri="{FF2B5EF4-FFF2-40B4-BE49-F238E27FC236}">
                <a16:creationId xmlns:a16="http://schemas.microsoft.com/office/drawing/2014/main" id="{54E71295-F025-4EFD-9036-EBEFD36EB47C}"/>
              </a:ext>
            </a:extLst>
          </p:cNvPr>
          <p:cNvSpPr>
            <a:spLocks noGrp="1"/>
          </p:cNvSpPr>
          <p:nvPr/>
        </p:nvSpPr>
        <p:spPr>
          <a:xfrm>
            <a:off x="6087789" y="4603203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6" name="anim_o6791_1">
            <a:extLst>
              <a:ext uri="{FF2B5EF4-FFF2-40B4-BE49-F238E27FC236}">
                <a16:creationId xmlns:a16="http://schemas.microsoft.com/office/drawing/2014/main" id="{FA2ACFA9-5E1C-44DB-AE7E-839ECD5209AF}"/>
              </a:ext>
            </a:extLst>
          </p:cNvPr>
          <p:cNvSpPr>
            <a:spLocks noGrp="1"/>
          </p:cNvSpPr>
          <p:nvPr/>
        </p:nvSpPr>
        <p:spPr>
          <a:xfrm>
            <a:off x="6366970" y="4603203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7" name="anim_o6792_1">
            <a:extLst>
              <a:ext uri="{FF2B5EF4-FFF2-40B4-BE49-F238E27FC236}">
                <a16:creationId xmlns:a16="http://schemas.microsoft.com/office/drawing/2014/main" id="{441F8462-EB3D-4DF0-8B15-4104477588B6}"/>
              </a:ext>
            </a:extLst>
          </p:cNvPr>
          <p:cNvSpPr>
            <a:spLocks noGrp="1"/>
          </p:cNvSpPr>
          <p:nvPr/>
        </p:nvSpPr>
        <p:spPr>
          <a:xfrm>
            <a:off x="6646151" y="4603203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8" name="anim_o6793_1">
            <a:extLst>
              <a:ext uri="{FF2B5EF4-FFF2-40B4-BE49-F238E27FC236}">
                <a16:creationId xmlns:a16="http://schemas.microsoft.com/office/drawing/2014/main" id="{0269B322-04A8-47BD-93AC-C6DA9F11E2AE}"/>
              </a:ext>
            </a:extLst>
          </p:cNvPr>
          <p:cNvSpPr>
            <a:spLocks noGrp="1"/>
          </p:cNvSpPr>
          <p:nvPr/>
        </p:nvSpPr>
        <p:spPr>
          <a:xfrm>
            <a:off x="6925332" y="4603203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9" name="anim_o6794_1">
            <a:extLst>
              <a:ext uri="{FF2B5EF4-FFF2-40B4-BE49-F238E27FC236}">
                <a16:creationId xmlns:a16="http://schemas.microsoft.com/office/drawing/2014/main" id="{D938B9FE-5A06-4CCC-BFBB-B0E83DAC40B0}"/>
              </a:ext>
            </a:extLst>
          </p:cNvPr>
          <p:cNvSpPr>
            <a:spLocks noGrp="1"/>
          </p:cNvSpPr>
          <p:nvPr/>
        </p:nvSpPr>
        <p:spPr>
          <a:xfrm>
            <a:off x="7204513" y="4603203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0" name="anim_o6795_1">
            <a:extLst>
              <a:ext uri="{FF2B5EF4-FFF2-40B4-BE49-F238E27FC236}">
                <a16:creationId xmlns:a16="http://schemas.microsoft.com/office/drawing/2014/main" id="{9BDD4CE7-CCE9-4A26-98EB-D1B0318378D0}"/>
              </a:ext>
            </a:extLst>
          </p:cNvPr>
          <p:cNvSpPr>
            <a:spLocks noGrp="1"/>
          </p:cNvSpPr>
          <p:nvPr/>
        </p:nvSpPr>
        <p:spPr>
          <a:xfrm>
            <a:off x="5529427" y="4882384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1" name="anim_o6796_1">
            <a:extLst>
              <a:ext uri="{FF2B5EF4-FFF2-40B4-BE49-F238E27FC236}">
                <a16:creationId xmlns:a16="http://schemas.microsoft.com/office/drawing/2014/main" id="{7D1D1872-8F41-46A0-B416-A7DCB3F3601D}"/>
              </a:ext>
            </a:extLst>
          </p:cNvPr>
          <p:cNvSpPr>
            <a:spLocks noGrp="1"/>
          </p:cNvSpPr>
          <p:nvPr/>
        </p:nvSpPr>
        <p:spPr>
          <a:xfrm>
            <a:off x="5808608" y="4882384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2" name="anim_o6797_1">
            <a:extLst>
              <a:ext uri="{FF2B5EF4-FFF2-40B4-BE49-F238E27FC236}">
                <a16:creationId xmlns:a16="http://schemas.microsoft.com/office/drawing/2014/main" id="{64BAEAB5-05E3-40A1-BF43-6C25C31F0456}"/>
              </a:ext>
            </a:extLst>
          </p:cNvPr>
          <p:cNvSpPr>
            <a:spLocks noGrp="1"/>
          </p:cNvSpPr>
          <p:nvPr/>
        </p:nvSpPr>
        <p:spPr>
          <a:xfrm>
            <a:off x="6087789" y="4882384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3" name="anim_o6798_1">
            <a:extLst>
              <a:ext uri="{FF2B5EF4-FFF2-40B4-BE49-F238E27FC236}">
                <a16:creationId xmlns:a16="http://schemas.microsoft.com/office/drawing/2014/main" id="{BC1647DD-D00D-462F-9DCA-BEFE84D7DFB6}"/>
              </a:ext>
            </a:extLst>
          </p:cNvPr>
          <p:cNvSpPr>
            <a:spLocks noGrp="1"/>
          </p:cNvSpPr>
          <p:nvPr/>
        </p:nvSpPr>
        <p:spPr>
          <a:xfrm>
            <a:off x="6366970" y="4882384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4" name="anim_o6799_1">
            <a:extLst>
              <a:ext uri="{FF2B5EF4-FFF2-40B4-BE49-F238E27FC236}">
                <a16:creationId xmlns:a16="http://schemas.microsoft.com/office/drawing/2014/main" id="{E06BC526-A839-4A18-9804-81F375E93181}"/>
              </a:ext>
            </a:extLst>
          </p:cNvPr>
          <p:cNvSpPr>
            <a:spLocks noGrp="1"/>
          </p:cNvSpPr>
          <p:nvPr/>
        </p:nvSpPr>
        <p:spPr>
          <a:xfrm>
            <a:off x="6646151" y="4882384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5" name="anim_o6800_1">
            <a:extLst>
              <a:ext uri="{FF2B5EF4-FFF2-40B4-BE49-F238E27FC236}">
                <a16:creationId xmlns:a16="http://schemas.microsoft.com/office/drawing/2014/main" id="{FD6A3CB2-E0BF-4B55-9C0D-90C1EC0C8397}"/>
              </a:ext>
            </a:extLst>
          </p:cNvPr>
          <p:cNvSpPr>
            <a:spLocks noGrp="1"/>
          </p:cNvSpPr>
          <p:nvPr/>
        </p:nvSpPr>
        <p:spPr>
          <a:xfrm>
            <a:off x="6925332" y="4882384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6" name="anim_o6801_1">
            <a:extLst>
              <a:ext uri="{FF2B5EF4-FFF2-40B4-BE49-F238E27FC236}">
                <a16:creationId xmlns:a16="http://schemas.microsoft.com/office/drawing/2014/main" id="{2A03B24D-55C4-4998-8383-1EFA4E181901}"/>
              </a:ext>
            </a:extLst>
          </p:cNvPr>
          <p:cNvSpPr>
            <a:spLocks noGrp="1"/>
          </p:cNvSpPr>
          <p:nvPr/>
        </p:nvSpPr>
        <p:spPr>
          <a:xfrm>
            <a:off x="7204513" y="4882384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7" name="anim_to6866_0_1">
            <a:extLst>
              <a:ext uri="{FF2B5EF4-FFF2-40B4-BE49-F238E27FC236}">
                <a16:creationId xmlns:a16="http://schemas.microsoft.com/office/drawing/2014/main" id="{2C2FF0B7-14A0-4220-906D-57288199C7E2}"/>
              </a:ext>
            </a:extLst>
          </p:cNvPr>
          <p:cNvSpPr>
            <a:spLocks noGrp="1"/>
          </p:cNvSpPr>
          <p:nvPr/>
        </p:nvSpPr>
        <p:spPr>
          <a:xfrm>
            <a:off x="4277486" y="3778008"/>
            <a:ext cx="568664" cy="4019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2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2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2532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3x3</a:t>
            </a:r>
          </a:p>
        </p:txBody>
      </p:sp>
      <p:sp>
        <p:nvSpPr>
          <p:cNvPr id="258" name="anim_to6802_0_1">
            <a:extLst>
              <a:ext uri="{FF2B5EF4-FFF2-40B4-BE49-F238E27FC236}">
                <a16:creationId xmlns:a16="http://schemas.microsoft.com/office/drawing/2014/main" id="{E194689C-C784-465A-A71F-191B73D5281B}"/>
              </a:ext>
            </a:extLst>
          </p:cNvPr>
          <p:cNvSpPr>
            <a:spLocks noGrp="1"/>
          </p:cNvSpPr>
          <p:nvPr/>
        </p:nvSpPr>
        <p:spPr>
          <a:xfrm>
            <a:off x="5733023" y="2134207"/>
            <a:ext cx="1566125" cy="57879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646" b="1">
                <a:solidFill>
                  <a:srgbClr val="90EE9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646" b="1">
                <a:solidFill>
                  <a:srgbClr val="90EE90"/>
                </a:solidFill>
                <a:latin typeface="Consolas"/>
                <a:ea typeface="Consolas"/>
                <a:cs typeface="Consolas"/>
              </a:defRPr>
            </a:pPr>
            <a:r>
              <a:rPr sz="3646" b="1">
                <a:solidFill>
                  <a:srgbClr val="90EE90"/>
                </a:solidFill>
                <a:latin typeface="Consolas"/>
                <a:ea typeface="Consolas"/>
                <a:cs typeface="Consolas"/>
              </a:rPr>
              <a:t>Hidden</a:t>
            </a:r>
          </a:p>
        </p:txBody>
      </p:sp>
      <p:sp>
        <p:nvSpPr>
          <p:cNvPr id="259" name="anim_to6809_0_1">
            <a:extLst>
              <a:ext uri="{FF2B5EF4-FFF2-40B4-BE49-F238E27FC236}">
                <a16:creationId xmlns:a16="http://schemas.microsoft.com/office/drawing/2014/main" id="{54E09447-A6B1-480C-BF55-0BDC3DD113C3}"/>
              </a:ext>
            </a:extLst>
          </p:cNvPr>
          <p:cNvSpPr>
            <a:spLocks noGrp="1"/>
          </p:cNvSpPr>
          <p:nvPr/>
        </p:nvSpPr>
        <p:spPr>
          <a:xfrm>
            <a:off x="6122827" y="2576281"/>
            <a:ext cx="786517" cy="5669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72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572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pPr>
            <a:r>
              <a:rPr sz="3572" b="0">
                <a:solidFill>
                  <a:srgbClr val="BBBBBB"/>
                </a:solidFill>
                <a:latin typeface="Consolas"/>
                <a:ea typeface="Consolas"/>
                <a:cs typeface="Consolas"/>
              </a:rPr>
              <a:t>7x7</a:t>
            </a:r>
          </a:p>
        </p:txBody>
      </p:sp>
      <p:sp>
        <p:nvSpPr>
          <p:cNvPr id="260" name="anim_to6813_0_1">
            <a:extLst>
              <a:ext uri="{FF2B5EF4-FFF2-40B4-BE49-F238E27FC236}">
                <a16:creationId xmlns:a16="http://schemas.microsoft.com/office/drawing/2014/main" id="{DB2C8856-6925-464F-8243-A265958CA827}"/>
              </a:ext>
            </a:extLst>
          </p:cNvPr>
          <p:cNvSpPr>
            <a:spLocks noGrp="1"/>
          </p:cNvSpPr>
          <p:nvPr/>
        </p:nvSpPr>
        <p:spPr>
          <a:xfrm>
            <a:off x="5754245" y="5374759"/>
            <a:ext cx="1523680" cy="5627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45" b="1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545" b="1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pPr>
            <a:r>
              <a:rPr sz="3545" b="1">
                <a:solidFill>
                  <a:srgbClr val="DDDDDD"/>
                </a:solidFill>
                <a:latin typeface="Consolas"/>
                <a:ea typeface="Consolas"/>
                <a:cs typeface="Consolas"/>
              </a:rPr>
              <a:t>RF = 3</a:t>
            </a:r>
          </a:p>
        </p:txBody>
      </p:sp>
      <p:sp>
        <p:nvSpPr>
          <p:cNvPr id="261" name="anim_o6865_1">
            <a:extLst>
              <a:ext uri="{FF2B5EF4-FFF2-40B4-BE49-F238E27FC236}">
                <a16:creationId xmlns:a16="http://schemas.microsoft.com/office/drawing/2014/main" id="{A5599FFF-FF70-44CE-B2CE-4C6C9BBADF4A}"/>
              </a:ext>
            </a:extLst>
          </p:cNvPr>
          <p:cNvSpPr>
            <a:spLocks noGrp="1"/>
          </p:cNvSpPr>
          <p:nvPr/>
        </p:nvSpPr>
        <p:spPr>
          <a:xfrm>
            <a:off x="7647918" y="4098706"/>
            <a:ext cx="2102069" cy="171450"/>
          </a:xfrm>
          <a:custGeom>
            <a:avLst/>
            <a:gdLst/>
            <a:ahLst/>
            <a:cxnLst/>
            <a:rect l="0" t="0" r="0" b="0"/>
            <a:pathLst>
              <a:path w="2102069" h="171450">
                <a:moveTo>
                  <a:pt x="0" y="104775"/>
                </a:moveTo>
                <a:lnTo>
                  <a:pt x="1930619" y="104775"/>
                </a:lnTo>
                <a:lnTo>
                  <a:pt x="1930619" y="171450"/>
                </a:lnTo>
                <a:lnTo>
                  <a:pt x="2102069" y="85725"/>
                </a:lnTo>
                <a:lnTo>
                  <a:pt x="1930619" y="0"/>
                </a:lnTo>
                <a:lnTo>
                  <a:pt x="1930619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1270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262" name="anim_o6821_1">
            <a:extLst>
              <a:ext uri="{FF2B5EF4-FFF2-40B4-BE49-F238E27FC236}">
                <a16:creationId xmlns:a16="http://schemas.microsoft.com/office/drawing/2014/main" id="{9853BF11-41CD-44AC-A966-F2C16F36CBE1}"/>
              </a:ext>
            </a:extLst>
          </p:cNvPr>
          <p:cNvSpPr>
            <a:spLocks noGrp="1"/>
          </p:cNvSpPr>
          <p:nvPr/>
        </p:nvSpPr>
        <p:spPr>
          <a:xfrm>
            <a:off x="9914211" y="3486478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3" name="anim_o6822_1">
            <a:extLst>
              <a:ext uri="{FF2B5EF4-FFF2-40B4-BE49-F238E27FC236}">
                <a16:creationId xmlns:a16="http://schemas.microsoft.com/office/drawing/2014/main" id="{21D50EA3-F0AE-465F-837B-EABC896EE651}"/>
              </a:ext>
            </a:extLst>
          </p:cNvPr>
          <p:cNvSpPr>
            <a:spLocks noGrp="1"/>
          </p:cNvSpPr>
          <p:nvPr/>
        </p:nvSpPr>
        <p:spPr>
          <a:xfrm>
            <a:off x="10193392" y="3486478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4" name="anim_o6823_1">
            <a:extLst>
              <a:ext uri="{FF2B5EF4-FFF2-40B4-BE49-F238E27FC236}">
                <a16:creationId xmlns:a16="http://schemas.microsoft.com/office/drawing/2014/main" id="{1E8C85F9-48D2-43C4-B1D1-3A86ED4206A2}"/>
              </a:ext>
            </a:extLst>
          </p:cNvPr>
          <p:cNvSpPr>
            <a:spLocks noGrp="1"/>
          </p:cNvSpPr>
          <p:nvPr/>
        </p:nvSpPr>
        <p:spPr>
          <a:xfrm>
            <a:off x="10472573" y="3486478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5" name="anim_o6824_1">
            <a:extLst>
              <a:ext uri="{FF2B5EF4-FFF2-40B4-BE49-F238E27FC236}">
                <a16:creationId xmlns:a16="http://schemas.microsoft.com/office/drawing/2014/main" id="{5CA6E11E-8717-4C7F-BB94-22E4108320CB}"/>
              </a:ext>
            </a:extLst>
          </p:cNvPr>
          <p:cNvSpPr>
            <a:spLocks noGrp="1"/>
          </p:cNvSpPr>
          <p:nvPr/>
        </p:nvSpPr>
        <p:spPr>
          <a:xfrm>
            <a:off x="10751754" y="3486478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6" name="anim_o6825_1">
            <a:extLst>
              <a:ext uri="{FF2B5EF4-FFF2-40B4-BE49-F238E27FC236}">
                <a16:creationId xmlns:a16="http://schemas.microsoft.com/office/drawing/2014/main" id="{0F59C788-16DF-44A3-8C23-8BE4D9562111}"/>
              </a:ext>
            </a:extLst>
          </p:cNvPr>
          <p:cNvSpPr>
            <a:spLocks noGrp="1"/>
          </p:cNvSpPr>
          <p:nvPr/>
        </p:nvSpPr>
        <p:spPr>
          <a:xfrm>
            <a:off x="11030935" y="3486478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7" name="anim_o6826_1">
            <a:extLst>
              <a:ext uri="{FF2B5EF4-FFF2-40B4-BE49-F238E27FC236}">
                <a16:creationId xmlns:a16="http://schemas.microsoft.com/office/drawing/2014/main" id="{72831D8F-9315-43CB-A9C5-729186B2284A}"/>
              </a:ext>
            </a:extLst>
          </p:cNvPr>
          <p:cNvSpPr>
            <a:spLocks noGrp="1"/>
          </p:cNvSpPr>
          <p:nvPr/>
        </p:nvSpPr>
        <p:spPr>
          <a:xfrm>
            <a:off x="9914211" y="3765659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8" name="anim_o6827_1">
            <a:extLst>
              <a:ext uri="{FF2B5EF4-FFF2-40B4-BE49-F238E27FC236}">
                <a16:creationId xmlns:a16="http://schemas.microsoft.com/office/drawing/2014/main" id="{8EA10C0B-5333-4FAF-8EB3-A5E26AFDA872}"/>
              </a:ext>
            </a:extLst>
          </p:cNvPr>
          <p:cNvSpPr>
            <a:spLocks noGrp="1"/>
          </p:cNvSpPr>
          <p:nvPr/>
        </p:nvSpPr>
        <p:spPr>
          <a:xfrm>
            <a:off x="10193392" y="3765659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9" name="anim_o6828_1">
            <a:extLst>
              <a:ext uri="{FF2B5EF4-FFF2-40B4-BE49-F238E27FC236}">
                <a16:creationId xmlns:a16="http://schemas.microsoft.com/office/drawing/2014/main" id="{2478B4D9-26CC-4B51-9ADA-6F0339A08E3F}"/>
              </a:ext>
            </a:extLst>
          </p:cNvPr>
          <p:cNvSpPr>
            <a:spLocks noGrp="1"/>
          </p:cNvSpPr>
          <p:nvPr/>
        </p:nvSpPr>
        <p:spPr>
          <a:xfrm>
            <a:off x="10472573" y="3765659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0" name="anim_o6829_1">
            <a:extLst>
              <a:ext uri="{FF2B5EF4-FFF2-40B4-BE49-F238E27FC236}">
                <a16:creationId xmlns:a16="http://schemas.microsoft.com/office/drawing/2014/main" id="{12E61735-6EDE-49F6-A688-C37853D1F24A}"/>
              </a:ext>
            </a:extLst>
          </p:cNvPr>
          <p:cNvSpPr>
            <a:spLocks noGrp="1"/>
          </p:cNvSpPr>
          <p:nvPr/>
        </p:nvSpPr>
        <p:spPr>
          <a:xfrm>
            <a:off x="10751754" y="3765659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1" name="anim_o6830_1">
            <a:extLst>
              <a:ext uri="{FF2B5EF4-FFF2-40B4-BE49-F238E27FC236}">
                <a16:creationId xmlns:a16="http://schemas.microsoft.com/office/drawing/2014/main" id="{88001E56-78F3-49FA-BB95-8DA68E91B332}"/>
              </a:ext>
            </a:extLst>
          </p:cNvPr>
          <p:cNvSpPr>
            <a:spLocks noGrp="1"/>
          </p:cNvSpPr>
          <p:nvPr/>
        </p:nvSpPr>
        <p:spPr>
          <a:xfrm>
            <a:off x="11030935" y="3765659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2" name="anim_o6831_1">
            <a:extLst>
              <a:ext uri="{FF2B5EF4-FFF2-40B4-BE49-F238E27FC236}">
                <a16:creationId xmlns:a16="http://schemas.microsoft.com/office/drawing/2014/main" id="{991F11D3-D636-4A48-A109-7C1E38C5DC9D}"/>
              </a:ext>
            </a:extLst>
          </p:cNvPr>
          <p:cNvSpPr>
            <a:spLocks noGrp="1"/>
          </p:cNvSpPr>
          <p:nvPr/>
        </p:nvSpPr>
        <p:spPr>
          <a:xfrm>
            <a:off x="9914211" y="4044841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3" name="anim_o6832_1">
            <a:extLst>
              <a:ext uri="{FF2B5EF4-FFF2-40B4-BE49-F238E27FC236}">
                <a16:creationId xmlns:a16="http://schemas.microsoft.com/office/drawing/2014/main" id="{4C715B1D-2027-453F-B202-8B17BC7F5D4E}"/>
              </a:ext>
            </a:extLst>
          </p:cNvPr>
          <p:cNvSpPr>
            <a:spLocks noGrp="1"/>
          </p:cNvSpPr>
          <p:nvPr/>
        </p:nvSpPr>
        <p:spPr>
          <a:xfrm>
            <a:off x="10193392" y="4044841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4" name="anim_o6833_1">
            <a:extLst>
              <a:ext uri="{FF2B5EF4-FFF2-40B4-BE49-F238E27FC236}">
                <a16:creationId xmlns:a16="http://schemas.microsoft.com/office/drawing/2014/main" id="{618169D3-3BB7-4B63-A49A-ACB122CC5181}"/>
              </a:ext>
            </a:extLst>
          </p:cNvPr>
          <p:cNvSpPr>
            <a:spLocks noGrp="1"/>
          </p:cNvSpPr>
          <p:nvPr/>
        </p:nvSpPr>
        <p:spPr>
          <a:xfrm>
            <a:off x="10472573" y="4044841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5" name="anim_o6834_1">
            <a:extLst>
              <a:ext uri="{FF2B5EF4-FFF2-40B4-BE49-F238E27FC236}">
                <a16:creationId xmlns:a16="http://schemas.microsoft.com/office/drawing/2014/main" id="{7A539342-8B6E-4A84-B3A7-7E6498E19196}"/>
              </a:ext>
            </a:extLst>
          </p:cNvPr>
          <p:cNvSpPr>
            <a:spLocks noGrp="1"/>
          </p:cNvSpPr>
          <p:nvPr/>
        </p:nvSpPr>
        <p:spPr>
          <a:xfrm>
            <a:off x="10751754" y="4044841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6" name="anim_o6835_1">
            <a:extLst>
              <a:ext uri="{FF2B5EF4-FFF2-40B4-BE49-F238E27FC236}">
                <a16:creationId xmlns:a16="http://schemas.microsoft.com/office/drawing/2014/main" id="{6BCBB969-5766-42FD-A9A5-0F46DBF24F2E}"/>
              </a:ext>
            </a:extLst>
          </p:cNvPr>
          <p:cNvSpPr>
            <a:spLocks noGrp="1"/>
          </p:cNvSpPr>
          <p:nvPr/>
        </p:nvSpPr>
        <p:spPr>
          <a:xfrm>
            <a:off x="11030935" y="4044841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7" name="anim_o6836_1">
            <a:extLst>
              <a:ext uri="{FF2B5EF4-FFF2-40B4-BE49-F238E27FC236}">
                <a16:creationId xmlns:a16="http://schemas.microsoft.com/office/drawing/2014/main" id="{8EAAE94B-E064-4602-885B-2ACF4D165430}"/>
              </a:ext>
            </a:extLst>
          </p:cNvPr>
          <p:cNvSpPr>
            <a:spLocks noGrp="1"/>
          </p:cNvSpPr>
          <p:nvPr/>
        </p:nvSpPr>
        <p:spPr>
          <a:xfrm>
            <a:off x="9914211" y="4324022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8" name="anim_o6837_1">
            <a:extLst>
              <a:ext uri="{FF2B5EF4-FFF2-40B4-BE49-F238E27FC236}">
                <a16:creationId xmlns:a16="http://schemas.microsoft.com/office/drawing/2014/main" id="{8B010575-19E9-462D-9322-21FB2E8EA0B8}"/>
              </a:ext>
            </a:extLst>
          </p:cNvPr>
          <p:cNvSpPr>
            <a:spLocks noGrp="1"/>
          </p:cNvSpPr>
          <p:nvPr/>
        </p:nvSpPr>
        <p:spPr>
          <a:xfrm>
            <a:off x="10193392" y="4324022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9" name="anim_o6838_1">
            <a:extLst>
              <a:ext uri="{FF2B5EF4-FFF2-40B4-BE49-F238E27FC236}">
                <a16:creationId xmlns:a16="http://schemas.microsoft.com/office/drawing/2014/main" id="{956280E8-BDDA-4030-AD9D-C190F41D144E}"/>
              </a:ext>
            </a:extLst>
          </p:cNvPr>
          <p:cNvSpPr>
            <a:spLocks noGrp="1"/>
          </p:cNvSpPr>
          <p:nvPr/>
        </p:nvSpPr>
        <p:spPr>
          <a:xfrm>
            <a:off x="10472573" y="4324022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0" name="anim_o6839_1">
            <a:extLst>
              <a:ext uri="{FF2B5EF4-FFF2-40B4-BE49-F238E27FC236}">
                <a16:creationId xmlns:a16="http://schemas.microsoft.com/office/drawing/2014/main" id="{6C5A7D8E-329E-439E-B475-663F651B44D8}"/>
              </a:ext>
            </a:extLst>
          </p:cNvPr>
          <p:cNvSpPr>
            <a:spLocks noGrp="1"/>
          </p:cNvSpPr>
          <p:nvPr/>
        </p:nvSpPr>
        <p:spPr>
          <a:xfrm>
            <a:off x="10751754" y="4324022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1" name="anim_o6840_1">
            <a:extLst>
              <a:ext uri="{FF2B5EF4-FFF2-40B4-BE49-F238E27FC236}">
                <a16:creationId xmlns:a16="http://schemas.microsoft.com/office/drawing/2014/main" id="{AB6830A3-A540-4CFC-85CA-1E78E7E1554C}"/>
              </a:ext>
            </a:extLst>
          </p:cNvPr>
          <p:cNvSpPr>
            <a:spLocks noGrp="1"/>
          </p:cNvSpPr>
          <p:nvPr/>
        </p:nvSpPr>
        <p:spPr>
          <a:xfrm>
            <a:off x="11030935" y="4324022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2" name="anim_o6841_1">
            <a:extLst>
              <a:ext uri="{FF2B5EF4-FFF2-40B4-BE49-F238E27FC236}">
                <a16:creationId xmlns:a16="http://schemas.microsoft.com/office/drawing/2014/main" id="{E82BE1A6-4AAC-4269-BA40-236D3E8E8761}"/>
              </a:ext>
            </a:extLst>
          </p:cNvPr>
          <p:cNvSpPr>
            <a:spLocks noGrp="1"/>
          </p:cNvSpPr>
          <p:nvPr/>
        </p:nvSpPr>
        <p:spPr>
          <a:xfrm>
            <a:off x="9914211" y="4603203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3" name="anim_o6842_1">
            <a:extLst>
              <a:ext uri="{FF2B5EF4-FFF2-40B4-BE49-F238E27FC236}">
                <a16:creationId xmlns:a16="http://schemas.microsoft.com/office/drawing/2014/main" id="{AAD7133D-23AF-451F-993B-E750267D775C}"/>
              </a:ext>
            </a:extLst>
          </p:cNvPr>
          <p:cNvSpPr>
            <a:spLocks noGrp="1"/>
          </p:cNvSpPr>
          <p:nvPr/>
        </p:nvSpPr>
        <p:spPr>
          <a:xfrm>
            <a:off x="10193392" y="4603203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4" name="anim_o6843_1">
            <a:extLst>
              <a:ext uri="{FF2B5EF4-FFF2-40B4-BE49-F238E27FC236}">
                <a16:creationId xmlns:a16="http://schemas.microsoft.com/office/drawing/2014/main" id="{8D6D785C-65BC-4D5A-904A-19273E8A2A8E}"/>
              </a:ext>
            </a:extLst>
          </p:cNvPr>
          <p:cNvSpPr>
            <a:spLocks noGrp="1"/>
          </p:cNvSpPr>
          <p:nvPr/>
        </p:nvSpPr>
        <p:spPr>
          <a:xfrm>
            <a:off x="10472573" y="4603203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5" name="anim_o6844_1">
            <a:extLst>
              <a:ext uri="{FF2B5EF4-FFF2-40B4-BE49-F238E27FC236}">
                <a16:creationId xmlns:a16="http://schemas.microsoft.com/office/drawing/2014/main" id="{4FA456B5-1D8C-4991-8549-8C128FC03D44}"/>
              </a:ext>
            </a:extLst>
          </p:cNvPr>
          <p:cNvSpPr>
            <a:spLocks noGrp="1"/>
          </p:cNvSpPr>
          <p:nvPr/>
        </p:nvSpPr>
        <p:spPr>
          <a:xfrm>
            <a:off x="10751754" y="4603203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6" name="anim_o6845_1">
            <a:extLst>
              <a:ext uri="{FF2B5EF4-FFF2-40B4-BE49-F238E27FC236}">
                <a16:creationId xmlns:a16="http://schemas.microsoft.com/office/drawing/2014/main" id="{ABF11B1A-125E-43C2-8557-88356B8CB2DC}"/>
              </a:ext>
            </a:extLst>
          </p:cNvPr>
          <p:cNvSpPr>
            <a:spLocks noGrp="1"/>
          </p:cNvSpPr>
          <p:nvPr/>
        </p:nvSpPr>
        <p:spPr>
          <a:xfrm>
            <a:off x="11030935" y="4603203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7" name="anim_to6870_0_1">
            <a:extLst>
              <a:ext uri="{FF2B5EF4-FFF2-40B4-BE49-F238E27FC236}">
                <a16:creationId xmlns:a16="http://schemas.microsoft.com/office/drawing/2014/main" id="{A038CEA4-81EE-4E19-B53B-707DE67C262D}"/>
              </a:ext>
            </a:extLst>
          </p:cNvPr>
          <p:cNvSpPr>
            <a:spLocks noGrp="1"/>
          </p:cNvSpPr>
          <p:nvPr/>
        </p:nvSpPr>
        <p:spPr>
          <a:xfrm>
            <a:off x="8424145" y="3778008"/>
            <a:ext cx="568664" cy="4019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2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2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2532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3x3</a:t>
            </a:r>
          </a:p>
        </p:txBody>
      </p:sp>
      <p:sp>
        <p:nvSpPr>
          <p:cNvPr id="288" name="anim_to6846_0_1">
            <a:extLst>
              <a:ext uri="{FF2B5EF4-FFF2-40B4-BE49-F238E27FC236}">
                <a16:creationId xmlns:a16="http://schemas.microsoft.com/office/drawing/2014/main" id="{7D319BF4-3E23-4417-99A2-AC560D709BE9}"/>
              </a:ext>
            </a:extLst>
          </p:cNvPr>
          <p:cNvSpPr>
            <a:spLocks noGrp="1"/>
          </p:cNvSpPr>
          <p:nvPr/>
        </p:nvSpPr>
        <p:spPr>
          <a:xfrm>
            <a:off x="9838626" y="2383290"/>
            <a:ext cx="1566125" cy="57879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646" b="1">
                <a:solidFill>
                  <a:srgbClr val="DDA0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646" b="1">
                <a:solidFill>
                  <a:srgbClr val="DDA0DD"/>
                </a:solidFill>
                <a:latin typeface="Consolas"/>
                <a:ea typeface="Consolas"/>
                <a:cs typeface="Consolas"/>
              </a:defRPr>
            </a:pPr>
            <a:r>
              <a:rPr sz="3646" b="1">
                <a:solidFill>
                  <a:srgbClr val="DDA0DD"/>
                </a:solidFill>
                <a:latin typeface="Consolas"/>
                <a:ea typeface="Consolas"/>
                <a:cs typeface="Consolas"/>
              </a:rPr>
              <a:t>Output</a:t>
            </a:r>
          </a:p>
        </p:txBody>
      </p:sp>
      <p:sp>
        <p:nvSpPr>
          <p:cNvPr id="289" name="anim_to6853_0_1">
            <a:extLst>
              <a:ext uri="{FF2B5EF4-FFF2-40B4-BE49-F238E27FC236}">
                <a16:creationId xmlns:a16="http://schemas.microsoft.com/office/drawing/2014/main" id="{849F62B9-8688-465C-84A0-B0606BC8DD83}"/>
              </a:ext>
            </a:extLst>
          </p:cNvPr>
          <p:cNvSpPr>
            <a:spLocks noGrp="1"/>
          </p:cNvSpPr>
          <p:nvPr/>
        </p:nvSpPr>
        <p:spPr>
          <a:xfrm>
            <a:off x="10228430" y="2857730"/>
            <a:ext cx="786517" cy="5669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72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572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pPr>
            <a:r>
              <a:rPr sz="3572" b="0">
                <a:solidFill>
                  <a:srgbClr val="BBBBBB"/>
                </a:solidFill>
                <a:latin typeface="Consolas"/>
                <a:ea typeface="Consolas"/>
                <a:cs typeface="Consolas"/>
              </a:rPr>
              <a:t>5x5</a:t>
            </a:r>
          </a:p>
        </p:txBody>
      </p:sp>
      <p:sp>
        <p:nvSpPr>
          <p:cNvPr id="290" name="anim_to6857_0_1">
            <a:extLst>
              <a:ext uri="{FF2B5EF4-FFF2-40B4-BE49-F238E27FC236}">
                <a16:creationId xmlns:a16="http://schemas.microsoft.com/office/drawing/2014/main" id="{A71F98C3-8EB6-4E3F-9296-89E0BD7B5FD2}"/>
              </a:ext>
            </a:extLst>
          </p:cNvPr>
          <p:cNvSpPr>
            <a:spLocks noGrp="1"/>
          </p:cNvSpPr>
          <p:nvPr/>
        </p:nvSpPr>
        <p:spPr>
          <a:xfrm>
            <a:off x="9859849" y="5093327"/>
            <a:ext cx="1523680" cy="5627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4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54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54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RF = 5</a:t>
            </a:r>
          </a:p>
        </p:txBody>
      </p:sp>
      <p:sp>
        <p:nvSpPr>
          <p:cNvPr id="291" name="anim_o6874_1">
            <a:extLst>
              <a:ext uri="{FF2B5EF4-FFF2-40B4-BE49-F238E27FC236}">
                <a16:creationId xmlns:a16="http://schemas.microsoft.com/office/drawing/2014/main" id="{1B3522D1-B70F-4DEC-952B-9F1E4A6BC448}"/>
              </a:ext>
            </a:extLst>
          </p:cNvPr>
          <p:cNvSpPr>
            <a:spLocks noGrp="1"/>
          </p:cNvSpPr>
          <p:nvPr/>
        </p:nvSpPr>
        <p:spPr>
          <a:xfrm>
            <a:off x="10472573" y="4044841"/>
            <a:ext cx="279181" cy="279181"/>
          </a:xfrm>
          <a:prstGeom prst="rect">
            <a:avLst/>
          </a:prstGeom>
          <a:solidFill>
            <a:srgbClr val="FFD700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2" name="anim_o6876_1">
            <a:extLst>
              <a:ext uri="{FF2B5EF4-FFF2-40B4-BE49-F238E27FC236}">
                <a16:creationId xmlns:a16="http://schemas.microsoft.com/office/drawing/2014/main" id="{057774CD-E848-4247-A4F9-19C18A2D0597}"/>
              </a:ext>
            </a:extLst>
          </p:cNvPr>
          <p:cNvSpPr>
            <a:spLocks noGrp="1"/>
          </p:cNvSpPr>
          <p:nvPr/>
        </p:nvSpPr>
        <p:spPr>
          <a:xfrm>
            <a:off x="6087789" y="3765659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3" name="anim_o6877_1">
            <a:extLst>
              <a:ext uri="{FF2B5EF4-FFF2-40B4-BE49-F238E27FC236}">
                <a16:creationId xmlns:a16="http://schemas.microsoft.com/office/drawing/2014/main" id="{A90B3D69-AED0-4EE4-BAD4-475696B2C67C}"/>
              </a:ext>
            </a:extLst>
          </p:cNvPr>
          <p:cNvSpPr>
            <a:spLocks noGrp="1"/>
          </p:cNvSpPr>
          <p:nvPr/>
        </p:nvSpPr>
        <p:spPr>
          <a:xfrm>
            <a:off x="6366970" y="3765659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4" name="anim_o6878_1">
            <a:extLst>
              <a:ext uri="{FF2B5EF4-FFF2-40B4-BE49-F238E27FC236}">
                <a16:creationId xmlns:a16="http://schemas.microsoft.com/office/drawing/2014/main" id="{B7E8FE65-1A24-4831-825F-37DAD1265694}"/>
              </a:ext>
            </a:extLst>
          </p:cNvPr>
          <p:cNvSpPr>
            <a:spLocks noGrp="1"/>
          </p:cNvSpPr>
          <p:nvPr/>
        </p:nvSpPr>
        <p:spPr>
          <a:xfrm>
            <a:off x="6646151" y="3765659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5" name="anim_o6879_1">
            <a:extLst>
              <a:ext uri="{FF2B5EF4-FFF2-40B4-BE49-F238E27FC236}">
                <a16:creationId xmlns:a16="http://schemas.microsoft.com/office/drawing/2014/main" id="{77046C46-D491-4518-9948-7579B899AC9D}"/>
              </a:ext>
            </a:extLst>
          </p:cNvPr>
          <p:cNvSpPr>
            <a:spLocks noGrp="1"/>
          </p:cNvSpPr>
          <p:nvPr/>
        </p:nvSpPr>
        <p:spPr>
          <a:xfrm>
            <a:off x="6087789" y="4044841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6" name="anim_o6880_1">
            <a:extLst>
              <a:ext uri="{FF2B5EF4-FFF2-40B4-BE49-F238E27FC236}">
                <a16:creationId xmlns:a16="http://schemas.microsoft.com/office/drawing/2014/main" id="{58CEA8D7-283A-4C9E-8910-0CBF494604FB}"/>
              </a:ext>
            </a:extLst>
          </p:cNvPr>
          <p:cNvSpPr>
            <a:spLocks noGrp="1"/>
          </p:cNvSpPr>
          <p:nvPr/>
        </p:nvSpPr>
        <p:spPr>
          <a:xfrm>
            <a:off x="6366970" y="4044841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7" name="anim_o6881_1">
            <a:extLst>
              <a:ext uri="{FF2B5EF4-FFF2-40B4-BE49-F238E27FC236}">
                <a16:creationId xmlns:a16="http://schemas.microsoft.com/office/drawing/2014/main" id="{0950C8FD-3FA3-4DB4-BA72-1AE729F9C5CD}"/>
              </a:ext>
            </a:extLst>
          </p:cNvPr>
          <p:cNvSpPr>
            <a:spLocks noGrp="1"/>
          </p:cNvSpPr>
          <p:nvPr/>
        </p:nvSpPr>
        <p:spPr>
          <a:xfrm>
            <a:off x="6646151" y="4044841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8" name="anim_o6882_1">
            <a:extLst>
              <a:ext uri="{FF2B5EF4-FFF2-40B4-BE49-F238E27FC236}">
                <a16:creationId xmlns:a16="http://schemas.microsoft.com/office/drawing/2014/main" id="{3C8EDFFF-FCA5-416C-8781-8FBA6AB143A7}"/>
              </a:ext>
            </a:extLst>
          </p:cNvPr>
          <p:cNvSpPr>
            <a:spLocks noGrp="1"/>
          </p:cNvSpPr>
          <p:nvPr/>
        </p:nvSpPr>
        <p:spPr>
          <a:xfrm>
            <a:off x="6087789" y="4324022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9" name="anim_o6883_1">
            <a:extLst>
              <a:ext uri="{FF2B5EF4-FFF2-40B4-BE49-F238E27FC236}">
                <a16:creationId xmlns:a16="http://schemas.microsoft.com/office/drawing/2014/main" id="{07A254AF-E30E-494A-B2A8-461B28F3480A}"/>
              </a:ext>
            </a:extLst>
          </p:cNvPr>
          <p:cNvSpPr>
            <a:spLocks noGrp="1"/>
          </p:cNvSpPr>
          <p:nvPr/>
        </p:nvSpPr>
        <p:spPr>
          <a:xfrm>
            <a:off x="6366970" y="4324022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0" name="anim_o6884_1">
            <a:extLst>
              <a:ext uri="{FF2B5EF4-FFF2-40B4-BE49-F238E27FC236}">
                <a16:creationId xmlns:a16="http://schemas.microsoft.com/office/drawing/2014/main" id="{05E47C93-CC07-447F-94EF-973E4AAD4592}"/>
              </a:ext>
            </a:extLst>
          </p:cNvPr>
          <p:cNvSpPr>
            <a:spLocks noGrp="1"/>
          </p:cNvSpPr>
          <p:nvPr/>
        </p:nvSpPr>
        <p:spPr>
          <a:xfrm>
            <a:off x="6646151" y="4324022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1" name="anim_o6885_1">
            <a:extLst>
              <a:ext uri="{FF2B5EF4-FFF2-40B4-BE49-F238E27FC236}">
                <a16:creationId xmlns:a16="http://schemas.microsoft.com/office/drawing/2014/main" id="{83BBF5B7-48BA-4843-9640-98B9A8044BAC}"/>
              </a:ext>
            </a:extLst>
          </p:cNvPr>
          <p:cNvSpPr>
            <a:spLocks noGrp="1"/>
          </p:cNvSpPr>
          <p:nvPr/>
        </p:nvSpPr>
        <p:spPr>
          <a:xfrm>
            <a:off x="6075472" y="3753343"/>
            <a:ext cx="862177" cy="862177"/>
          </a:xfrm>
          <a:prstGeom prst="rect">
            <a:avLst/>
          </a:prstGeom>
          <a:noFill/>
          <a:ln w="12700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2" name="anim_o6887_1">
            <a:extLst>
              <a:ext uri="{FF2B5EF4-FFF2-40B4-BE49-F238E27FC236}">
                <a16:creationId xmlns:a16="http://schemas.microsoft.com/office/drawing/2014/main" id="{C07F4746-401A-49D4-B229-3816FFD9499D}"/>
              </a:ext>
            </a:extLst>
          </p:cNvPr>
          <p:cNvSpPr>
            <a:spLocks noGrp="1"/>
          </p:cNvSpPr>
          <p:nvPr/>
        </p:nvSpPr>
        <p:spPr>
          <a:xfrm>
            <a:off x="1620892" y="3486478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3" name="anim_o6888_1">
            <a:extLst>
              <a:ext uri="{FF2B5EF4-FFF2-40B4-BE49-F238E27FC236}">
                <a16:creationId xmlns:a16="http://schemas.microsoft.com/office/drawing/2014/main" id="{7A20DE31-AEDC-4613-990C-7B48C4FE6C59}"/>
              </a:ext>
            </a:extLst>
          </p:cNvPr>
          <p:cNvSpPr>
            <a:spLocks noGrp="1"/>
          </p:cNvSpPr>
          <p:nvPr/>
        </p:nvSpPr>
        <p:spPr>
          <a:xfrm>
            <a:off x="1900073" y="3486478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4" name="anim_o6889_1">
            <a:extLst>
              <a:ext uri="{FF2B5EF4-FFF2-40B4-BE49-F238E27FC236}">
                <a16:creationId xmlns:a16="http://schemas.microsoft.com/office/drawing/2014/main" id="{4CC731A3-8B7E-4F33-B6F8-DB20A3D7C2C8}"/>
              </a:ext>
            </a:extLst>
          </p:cNvPr>
          <p:cNvSpPr>
            <a:spLocks noGrp="1"/>
          </p:cNvSpPr>
          <p:nvPr/>
        </p:nvSpPr>
        <p:spPr>
          <a:xfrm>
            <a:off x="2179254" y="3486478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5" name="anim_o6890_1">
            <a:extLst>
              <a:ext uri="{FF2B5EF4-FFF2-40B4-BE49-F238E27FC236}">
                <a16:creationId xmlns:a16="http://schemas.microsoft.com/office/drawing/2014/main" id="{8ED1A514-C73C-4C84-919B-E8DCAECE6AB3}"/>
              </a:ext>
            </a:extLst>
          </p:cNvPr>
          <p:cNvSpPr>
            <a:spLocks noGrp="1"/>
          </p:cNvSpPr>
          <p:nvPr/>
        </p:nvSpPr>
        <p:spPr>
          <a:xfrm>
            <a:off x="2458435" y="3486478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6" name="anim_o6891_1">
            <a:extLst>
              <a:ext uri="{FF2B5EF4-FFF2-40B4-BE49-F238E27FC236}">
                <a16:creationId xmlns:a16="http://schemas.microsoft.com/office/drawing/2014/main" id="{89F1F95C-F74F-41E4-858F-32DEA1893B8A}"/>
              </a:ext>
            </a:extLst>
          </p:cNvPr>
          <p:cNvSpPr>
            <a:spLocks noGrp="1"/>
          </p:cNvSpPr>
          <p:nvPr/>
        </p:nvSpPr>
        <p:spPr>
          <a:xfrm>
            <a:off x="2737616" y="3486478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7" name="anim_o6892_1">
            <a:extLst>
              <a:ext uri="{FF2B5EF4-FFF2-40B4-BE49-F238E27FC236}">
                <a16:creationId xmlns:a16="http://schemas.microsoft.com/office/drawing/2014/main" id="{08A33451-04FB-4C89-B6F5-AC0052B1BF3A}"/>
              </a:ext>
            </a:extLst>
          </p:cNvPr>
          <p:cNvSpPr>
            <a:spLocks noGrp="1"/>
          </p:cNvSpPr>
          <p:nvPr/>
        </p:nvSpPr>
        <p:spPr>
          <a:xfrm>
            <a:off x="1620892" y="3765659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8" name="anim_o6893_1">
            <a:extLst>
              <a:ext uri="{FF2B5EF4-FFF2-40B4-BE49-F238E27FC236}">
                <a16:creationId xmlns:a16="http://schemas.microsoft.com/office/drawing/2014/main" id="{67F925BB-C580-4107-B83A-FFA3FCA9DB6F}"/>
              </a:ext>
            </a:extLst>
          </p:cNvPr>
          <p:cNvSpPr>
            <a:spLocks noGrp="1"/>
          </p:cNvSpPr>
          <p:nvPr/>
        </p:nvSpPr>
        <p:spPr>
          <a:xfrm>
            <a:off x="1900073" y="3765659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9" name="anim_o6894_1">
            <a:extLst>
              <a:ext uri="{FF2B5EF4-FFF2-40B4-BE49-F238E27FC236}">
                <a16:creationId xmlns:a16="http://schemas.microsoft.com/office/drawing/2014/main" id="{64123D8B-84DC-46DB-B32C-DED7F7ECF96E}"/>
              </a:ext>
            </a:extLst>
          </p:cNvPr>
          <p:cNvSpPr>
            <a:spLocks noGrp="1"/>
          </p:cNvSpPr>
          <p:nvPr/>
        </p:nvSpPr>
        <p:spPr>
          <a:xfrm>
            <a:off x="2179254" y="3765659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0" name="anim_o6895_1">
            <a:extLst>
              <a:ext uri="{FF2B5EF4-FFF2-40B4-BE49-F238E27FC236}">
                <a16:creationId xmlns:a16="http://schemas.microsoft.com/office/drawing/2014/main" id="{8C303433-E462-4DDA-A806-D6B296C1C5D9}"/>
              </a:ext>
            </a:extLst>
          </p:cNvPr>
          <p:cNvSpPr>
            <a:spLocks noGrp="1"/>
          </p:cNvSpPr>
          <p:nvPr/>
        </p:nvSpPr>
        <p:spPr>
          <a:xfrm>
            <a:off x="2458435" y="3765659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1" name="anim_o6896_1">
            <a:extLst>
              <a:ext uri="{FF2B5EF4-FFF2-40B4-BE49-F238E27FC236}">
                <a16:creationId xmlns:a16="http://schemas.microsoft.com/office/drawing/2014/main" id="{28788A81-F2D2-4E0A-A59E-1D48415996C0}"/>
              </a:ext>
            </a:extLst>
          </p:cNvPr>
          <p:cNvSpPr>
            <a:spLocks noGrp="1"/>
          </p:cNvSpPr>
          <p:nvPr/>
        </p:nvSpPr>
        <p:spPr>
          <a:xfrm>
            <a:off x="2737616" y="3765659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2" name="anim_o6897_1">
            <a:extLst>
              <a:ext uri="{FF2B5EF4-FFF2-40B4-BE49-F238E27FC236}">
                <a16:creationId xmlns:a16="http://schemas.microsoft.com/office/drawing/2014/main" id="{9CB88948-7260-458D-A490-DD8FA369C045}"/>
              </a:ext>
            </a:extLst>
          </p:cNvPr>
          <p:cNvSpPr>
            <a:spLocks noGrp="1"/>
          </p:cNvSpPr>
          <p:nvPr/>
        </p:nvSpPr>
        <p:spPr>
          <a:xfrm>
            <a:off x="1620892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3" name="anim_o6898_1">
            <a:extLst>
              <a:ext uri="{FF2B5EF4-FFF2-40B4-BE49-F238E27FC236}">
                <a16:creationId xmlns:a16="http://schemas.microsoft.com/office/drawing/2014/main" id="{0A6308A0-2C1A-4175-925E-3F5FC6E9EA6A}"/>
              </a:ext>
            </a:extLst>
          </p:cNvPr>
          <p:cNvSpPr>
            <a:spLocks noGrp="1"/>
          </p:cNvSpPr>
          <p:nvPr/>
        </p:nvSpPr>
        <p:spPr>
          <a:xfrm>
            <a:off x="1900073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4" name="anim_o6899_1">
            <a:extLst>
              <a:ext uri="{FF2B5EF4-FFF2-40B4-BE49-F238E27FC236}">
                <a16:creationId xmlns:a16="http://schemas.microsoft.com/office/drawing/2014/main" id="{AA2F553D-0E1E-4F2F-B668-010257E7F6BD}"/>
              </a:ext>
            </a:extLst>
          </p:cNvPr>
          <p:cNvSpPr>
            <a:spLocks noGrp="1"/>
          </p:cNvSpPr>
          <p:nvPr/>
        </p:nvSpPr>
        <p:spPr>
          <a:xfrm>
            <a:off x="2179254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5" name="anim_o6900_1">
            <a:extLst>
              <a:ext uri="{FF2B5EF4-FFF2-40B4-BE49-F238E27FC236}">
                <a16:creationId xmlns:a16="http://schemas.microsoft.com/office/drawing/2014/main" id="{A031BFBD-AE9E-42FD-845B-451D38E037D8}"/>
              </a:ext>
            </a:extLst>
          </p:cNvPr>
          <p:cNvSpPr>
            <a:spLocks noGrp="1"/>
          </p:cNvSpPr>
          <p:nvPr/>
        </p:nvSpPr>
        <p:spPr>
          <a:xfrm>
            <a:off x="2458435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6" name="anim_o6901_1">
            <a:extLst>
              <a:ext uri="{FF2B5EF4-FFF2-40B4-BE49-F238E27FC236}">
                <a16:creationId xmlns:a16="http://schemas.microsoft.com/office/drawing/2014/main" id="{C19CB924-F442-4E15-AA6D-3801649D0ED4}"/>
              </a:ext>
            </a:extLst>
          </p:cNvPr>
          <p:cNvSpPr>
            <a:spLocks noGrp="1"/>
          </p:cNvSpPr>
          <p:nvPr/>
        </p:nvSpPr>
        <p:spPr>
          <a:xfrm>
            <a:off x="2737616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7" name="anim_o6902_1">
            <a:extLst>
              <a:ext uri="{FF2B5EF4-FFF2-40B4-BE49-F238E27FC236}">
                <a16:creationId xmlns:a16="http://schemas.microsoft.com/office/drawing/2014/main" id="{C0753AAA-72EE-4920-9348-60D9DAA29D14}"/>
              </a:ext>
            </a:extLst>
          </p:cNvPr>
          <p:cNvSpPr>
            <a:spLocks noGrp="1"/>
          </p:cNvSpPr>
          <p:nvPr/>
        </p:nvSpPr>
        <p:spPr>
          <a:xfrm>
            <a:off x="1620892" y="4324022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8" name="anim_o6903_1">
            <a:extLst>
              <a:ext uri="{FF2B5EF4-FFF2-40B4-BE49-F238E27FC236}">
                <a16:creationId xmlns:a16="http://schemas.microsoft.com/office/drawing/2014/main" id="{5B943BDC-6364-4721-99F1-9B5A64E7C70A}"/>
              </a:ext>
            </a:extLst>
          </p:cNvPr>
          <p:cNvSpPr>
            <a:spLocks noGrp="1"/>
          </p:cNvSpPr>
          <p:nvPr/>
        </p:nvSpPr>
        <p:spPr>
          <a:xfrm>
            <a:off x="1900073" y="4324022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9" name="anim_o6904_1">
            <a:extLst>
              <a:ext uri="{FF2B5EF4-FFF2-40B4-BE49-F238E27FC236}">
                <a16:creationId xmlns:a16="http://schemas.microsoft.com/office/drawing/2014/main" id="{C3F4B352-2343-4E41-A727-40B9A52F3893}"/>
              </a:ext>
            </a:extLst>
          </p:cNvPr>
          <p:cNvSpPr>
            <a:spLocks noGrp="1"/>
          </p:cNvSpPr>
          <p:nvPr/>
        </p:nvSpPr>
        <p:spPr>
          <a:xfrm>
            <a:off x="2179254" y="4324022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0" name="anim_o6905_1">
            <a:extLst>
              <a:ext uri="{FF2B5EF4-FFF2-40B4-BE49-F238E27FC236}">
                <a16:creationId xmlns:a16="http://schemas.microsoft.com/office/drawing/2014/main" id="{41044744-E842-40AA-9111-CBD0E8E7A43E}"/>
              </a:ext>
            </a:extLst>
          </p:cNvPr>
          <p:cNvSpPr>
            <a:spLocks noGrp="1"/>
          </p:cNvSpPr>
          <p:nvPr/>
        </p:nvSpPr>
        <p:spPr>
          <a:xfrm>
            <a:off x="2458435" y="4324022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1" name="anim_o6906_1">
            <a:extLst>
              <a:ext uri="{FF2B5EF4-FFF2-40B4-BE49-F238E27FC236}">
                <a16:creationId xmlns:a16="http://schemas.microsoft.com/office/drawing/2014/main" id="{66A2012B-0216-455D-A592-E7C6A18BB333}"/>
              </a:ext>
            </a:extLst>
          </p:cNvPr>
          <p:cNvSpPr>
            <a:spLocks noGrp="1"/>
          </p:cNvSpPr>
          <p:nvPr/>
        </p:nvSpPr>
        <p:spPr>
          <a:xfrm>
            <a:off x="2737616" y="4324022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2" name="anim_o6907_1">
            <a:extLst>
              <a:ext uri="{FF2B5EF4-FFF2-40B4-BE49-F238E27FC236}">
                <a16:creationId xmlns:a16="http://schemas.microsoft.com/office/drawing/2014/main" id="{000BCE3E-2C57-4F6F-A937-761B4CDCA5F1}"/>
              </a:ext>
            </a:extLst>
          </p:cNvPr>
          <p:cNvSpPr>
            <a:spLocks noGrp="1"/>
          </p:cNvSpPr>
          <p:nvPr/>
        </p:nvSpPr>
        <p:spPr>
          <a:xfrm>
            <a:off x="1620892" y="4603203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3" name="anim_o6908_1">
            <a:extLst>
              <a:ext uri="{FF2B5EF4-FFF2-40B4-BE49-F238E27FC236}">
                <a16:creationId xmlns:a16="http://schemas.microsoft.com/office/drawing/2014/main" id="{76FE493A-C46B-41DB-BC05-6F45479E74B6}"/>
              </a:ext>
            </a:extLst>
          </p:cNvPr>
          <p:cNvSpPr>
            <a:spLocks noGrp="1"/>
          </p:cNvSpPr>
          <p:nvPr/>
        </p:nvSpPr>
        <p:spPr>
          <a:xfrm>
            <a:off x="1900073" y="4603203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4" name="anim_o6909_1">
            <a:extLst>
              <a:ext uri="{FF2B5EF4-FFF2-40B4-BE49-F238E27FC236}">
                <a16:creationId xmlns:a16="http://schemas.microsoft.com/office/drawing/2014/main" id="{2178B75E-F473-4AF8-83E7-1EA25F726511}"/>
              </a:ext>
            </a:extLst>
          </p:cNvPr>
          <p:cNvSpPr>
            <a:spLocks noGrp="1"/>
          </p:cNvSpPr>
          <p:nvPr/>
        </p:nvSpPr>
        <p:spPr>
          <a:xfrm>
            <a:off x="2179254" y="4603203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5" name="anim_o6910_1">
            <a:extLst>
              <a:ext uri="{FF2B5EF4-FFF2-40B4-BE49-F238E27FC236}">
                <a16:creationId xmlns:a16="http://schemas.microsoft.com/office/drawing/2014/main" id="{C775E4CB-3284-4E04-89C9-6F26D1696A91}"/>
              </a:ext>
            </a:extLst>
          </p:cNvPr>
          <p:cNvSpPr>
            <a:spLocks noGrp="1"/>
          </p:cNvSpPr>
          <p:nvPr/>
        </p:nvSpPr>
        <p:spPr>
          <a:xfrm>
            <a:off x="2458435" y="4603203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6" name="anim_o6911_1">
            <a:extLst>
              <a:ext uri="{FF2B5EF4-FFF2-40B4-BE49-F238E27FC236}">
                <a16:creationId xmlns:a16="http://schemas.microsoft.com/office/drawing/2014/main" id="{6EDDE087-39D9-47CE-BB12-86C2C0B377C6}"/>
              </a:ext>
            </a:extLst>
          </p:cNvPr>
          <p:cNvSpPr>
            <a:spLocks noGrp="1"/>
          </p:cNvSpPr>
          <p:nvPr/>
        </p:nvSpPr>
        <p:spPr>
          <a:xfrm>
            <a:off x="2737616" y="4603203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7" name="anim_o6912_1">
            <a:extLst>
              <a:ext uri="{FF2B5EF4-FFF2-40B4-BE49-F238E27FC236}">
                <a16:creationId xmlns:a16="http://schemas.microsoft.com/office/drawing/2014/main" id="{77B3419D-7DB1-4086-A304-E515ECCC3DF1}"/>
              </a:ext>
            </a:extLst>
          </p:cNvPr>
          <p:cNvSpPr>
            <a:spLocks noGrp="1"/>
          </p:cNvSpPr>
          <p:nvPr/>
        </p:nvSpPr>
        <p:spPr>
          <a:xfrm>
            <a:off x="1608575" y="3474162"/>
            <a:ext cx="1420539" cy="1420539"/>
          </a:xfrm>
          <a:prstGeom prst="rect">
            <a:avLst/>
          </a:prstGeom>
          <a:noFill/>
          <a:ln w="12700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8" name="anim_o6914_1">
            <a:extLst>
              <a:ext uri="{FF2B5EF4-FFF2-40B4-BE49-F238E27FC236}">
                <a16:creationId xmlns:a16="http://schemas.microsoft.com/office/drawing/2014/main" id="{77014933-8E9F-4242-86D8-59B6970867A1}"/>
              </a:ext>
            </a:extLst>
          </p:cNvPr>
          <p:cNvSpPr>
            <a:spLocks noGrp="1"/>
          </p:cNvSpPr>
          <p:nvPr/>
        </p:nvSpPr>
        <p:spPr>
          <a:xfrm>
            <a:off x="5529427" y="3207297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9" name="anim_o6915_1">
            <a:extLst>
              <a:ext uri="{FF2B5EF4-FFF2-40B4-BE49-F238E27FC236}">
                <a16:creationId xmlns:a16="http://schemas.microsoft.com/office/drawing/2014/main" id="{9AB72E5E-71D1-4D7E-94CD-F94944DF5B5A}"/>
              </a:ext>
            </a:extLst>
          </p:cNvPr>
          <p:cNvSpPr>
            <a:spLocks noGrp="1"/>
          </p:cNvSpPr>
          <p:nvPr/>
        </p:nvSpPr>
        <p:spPr>
          <a:xfrm>
            <a:off x="5808608" y="3207297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0" name="anim_o6916_1">
            <a:extLst>
              <a:ext uri="{FF2B5EF4-FFF2-40B4-BE49-F238E27FC236}">
                <a16:creationId xmlns:a16="http://schemas.microsoft.com/office/drawing/2014/main" id="{E95D1167-5D00-49D1-9F26-E92D351FD4D4}"/>
              </a:ext>
            </a:extLst>
          </p:cNvPr>
          <p:cNvSpPr>
            <a:spLocks noGrp="1"/>
          </p:cNvSpPr>
          <p:nvPr/>
        </p:nvSpPr>
        <p:spPr>
          <a:xfrm>
            <a:off x="6087789" y="3207297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1" name="anim_o6917_1">
            <a:extLst>
              <a:ext uri="{FF2B5EF4-FFF2-40B4-BE49-F238E27FC236}">
                <a16:creationId xmlns:a16="http://schemas.microsoft.com/office/drawing/2014/main" id="{A57B8F8E-18FB-49DD-949B-14B2A5E13AB4}"/>
              </a:ext>
            </a:extLst>
          </p:cNvPr>
          <p:cNvSpPr>
            <a:spLocks noGrp="1"/>
          </p:cNvSpPr>
          <p:nvPr/>
        </p:nvSpPr>
        <p:spPr>
          <a:xfrm>
            <a:off x="5529427" y="3486478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2" name="anim_o6918_1">
            <a:extLst>
              <a:ext uri="{FF2B5EF4-FFF2-40B4-BE49-F238E27FC236}">
                <a16:creationId xmlns:a16="http://schemas.microsoft.com/office/drawing/2014/main" id="{9315DE1D-0450-44C2-BCD0-83F49285EECE}"/>
              </a:ext>
            </a:extLst>
          </p:cNvPr>
          <p:cNvSpPr>
            <a:spLocks noGrp="1"/>
          </p:cNvSpPr>
          <p:nvPr/>
        </p:nvSpPr>
        <p:spPr>
          <a:xfrm>
            <a:off x="5808608" y="3486478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3" name="anim_o6919_1">
            <a:extLst>
              <a:ext uri="{FF2B5EF4-FFF2-40B4-BE49-F238E27FC236}">
                <a16:creationId xmlns:a16="http://schemas.microsoft.com/office/drawing/2014/main" id="{6E5B196C-3954-407B-9BCB-5A7DFC9DA024}"/>
              </a:ext>
            </a:extLst>
          </p:cNvPr>
          <p:cNvSpPr>
            <a:spLocks noGrp="1"/>
          </p:cNvSpPr>
          <p:nvPr/>
        </p:nvSpPr>
        <p:spPr>
          <a:xfrm>
            <a:off x="6087789" y="3486478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4" name="anim_o6920_1">
            <a:extLst>
              <a:ext uri="{FF2B5EF4-FFF2-40B4-BE49-F238E27FC236}">
                <a16:creationId xmlns:a16="http://schemas.microsoft.com/office/drawing/2014/main" id="{B671E0DC-CAD2-4677-9CA6-A75D89CBC207}"/>
              </a:ext>
            </a:extLst>
          </p:cNvPr>
          <p:cNvSpPr>
            <a:spLocks noGrp="1"/>
          </p:cNvSpPr>
          <p:nvPr/>
        </p:nvSpPr>
        <p:spPr>
          <a:xfrm>
            <a:off x="5529427" y="3765659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5" name="anim_o6921_1">
            <a:extLst>
              <a:ext uri="{FF2B5EF4-FFF2-40B4-BE49-F238E27FC236}">
                <a16:creationId xmlns:a16="http://schemas.microsoft.com/office/drawing/2014/main" id="{859FEE8D-AB0D-4330-A078-459CB4631985}"/>
              </a:ext>
            </a:extLst>
          </p:cNvPr>
          <p:cNvSpPr>
            <a:spLocks noGrp="1"/>
          </p:cNvSpPr>
          <p:nvPr/>
        </p:nvSpPr>
        <p:spPr>
          <a:xfrm>
            <a:off x="5808608" y="3765659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6" name="anim_o6922_1">
            <a:extLst>
              <a:ext uri="{FF2B5EF4-FFF2-40B4-BE49-F238E27FC236}">
                <a16:creationId xmlns:a16="http://schemas.microsoft.com/office/drawing/2014/main" id="{61C32DA3-0D56-4554-B4C5-3A4E7276B0E2}"/>
              </a:ext>
            </a:extLst>
          </p:cNvPr>
          <p:cNvSpPr>
            <a:spLocks noGrp="1"/>
          </p:cNvSpPr>
          <p:nvPr/>
        </p:nvSpPr>
        <p:spPr>
          <a:xfrm>
            <a:off x="6087789" y="3765659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7" name="anim_o6924_1">
            <a:extLst>
              <a:ext uri="{FF2B5EF4-FFF2-40B4-BE49-F238E27FC236}">
                <a16:creationId xmlns:a16="http://schemas.microsoft.com/office/drawing/2014/main" id="{C39D6080-B7C8-47AB-975F-3552071897AB}"/>
              </a:ext>
            </a:extLst>
          </p:cNvPr>
          <p:cNvSpPr>
            <a:spLocks noGrp="1"/>
          </p:cNvSpPr>
          <p:nvPr/>
        </p:nvSpPr>
        <p:spPr>
          <a:xfrm>
            <a:off x="1062530" y="2928116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8" name="anim_o6925_1">
            <a:extLst>
              <a:ext uri="{FF2B5EF4-FFF2-40B4-BE49-F238E27FC236}">
                <a16:creationId xmlns:a16="http://schemas.microsoft.com/office/drawing/2014/main" id="{CB19BD09-C86C-4B19-BA5F-2A29EA271F9E}"/>
              </a:ext>
            </a:extLst>
          </p:cNvPr>
          <p:cNvSpPr>
            <a:spLocks noGrp="1"/>
          </p:cNvSpPr>
          <p:nvPr/>
        </p:nvSpPr>
        <p:spPr>
          <a:xfrm>
            <a:off x="1341711" y="2928116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9" name="anim_o6926_1">
            <a:extLst>
              <a:ext uri="{FF2B5EF4-FFF2-40B4-BE49-F238E27FC236}">
                <a16:creationId xmlns:a16="http://schemas.microsoft.com/office/drawing/2014/main" id="{F7E5BD6D-8839-4BDA-BAA0-30599D1EFB6A}"/>
              </a:ext>
            </a:extLst>
          </p:cNvPr>
          <p:cNvSpPr>
            <a:spLocks noGrp="1"/>
          </p:cNvSpPr>
          <p:nvPr/>
        </p:nvSpPr>
        <p:spPr>
          <a:xfrm>
            <a:off x="1620892" y="2928116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0" name="anim_o6927_1">
            <a:extLst>
              <a:ext uri="{FF2B5EF4-FFF2-40B4-BE49-F238E27FC236}">
                <a16:creationId xmlns:a16="http://schemas.microsoft.com/office/drawing/2014/main" id="{C2E5D713-F54C-4327-9C80-217E70538331}"/>
              </a:ext>
            </a:extLst>
          </p:cNvPr>
          <p:cNvSpPr>
            <a:spLocks noGrp="1"/>
          </p:cNvSpPr>
          <p:nvPr/>
        </p:nvSpPr>
        <p:spPr>
          <a:xfrm>
            <a:off x="1900073" y="2928116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1" name="anim_o6928_1">
            <a:extLst>
              <a:ext uri="{FF2B5EF4-FFF2-40B4-BE49-F238E27FC236}">
                <a16:creationId xmlns:a16="http://schemas.microsoft.com/office/drawing/2014/main" id="{271E8667-5523-4F64-A03C-E7C13AC5462B}"/>
              </a:ext>
            </a:extLst>
          </p:cNvPr>
          <p:cNvSpPr>
            <a:spLocks noGrp="1"/>
          </p:cNvSpPr>
          <p:nvPr/>
        </p:nvSpPr>
        <p:spPr>
          <a:xfrm>
            <a:off x="2179254" y="2928116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2" name="anim_o6929_1">
            <a:extLst>
              <a:ext uri="{FF2B5EF4-FFF2-40B4-BE49-F238E27FC236}">
                <a16:creationId xmlns:a16="http://schemas.microsoft.com/office/drawing/2014/main" id="{CC3D4CA2-759B-406D-8CD6-CA1504F13782}"/>
              </a:ext>
            </a:extLst>
          </p:cNvPr>
          <p:cNvSpPr>
            <a:spLocks noGrp="1"/>
          </p:cNvSpPr>
          <p:nvPr/>
        </p:nvSpPr>
        <p:spPr>
          <a:xfrm>
            <a:off x="1062530" y="3207297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3" name="anim_o6930_1">
            <a:extLst>
              <a:ext uri="{FF2B5EF4-FFF2-40B4-BE49-F238E27FC236}">
                <a16:creationId xmlns:a16="http://schemas.microsoft.com/office/drawing/2014/main" id="{A23837DE-DD8C-4348-AB35-D5F551B3BA43}"/>
              </a:ext>
            </a:extLst>
          </p:cNvPr>
          <p:cNvSpPr>
            <a:spLocks noGrp="1"/>
          </p:cNvSpPr>
          <p:nvPr/>
        </p:nvSpPr>
        <p:spPr>
          <a:xfrm>
            <a:off x="1341711" y="3207297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4" name="anim_o6931_1">
            <a:extLst>
              <a:ext uri="{FF2B5EF4-FFF2-40B4-BE49-F238E27FC236}">
                <a16:creationId xmlns:a16="http://schemas.microsoft.com/office/drawing/2014/main" id="{104AD3F0-FF29-4335-BB3F-5EE08D77A27F}"/>
              </a:ext>
            </a:extLst>
          </p:cNvPr>
          <p:cNvSpPr>
            <a:spLocks noGrp="1"/>
          </p:cNvSpPr>
          <p:nvPr/>
        </p:nvSpPr>
        <p:spPr>
          <a:xfrm>
            <a:off x="1620892" y="3207297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5" name="anim_o6932_1">
            <a:extLst>
              <a:ext uri="{FF2B5EF4-FFF2-40B4-BE49-F238E27FC236}">
                <a16:creationId xmlns:a16="http://schemas.microsoft.com/office/drawing/2014/main" id="{C438C85A-C52D-487A-B6E4-F80FC0308DB8}"/>
              </a:ext>
            </a:extLst>
          </p:cNvPr>
          <p:cNvSpPr>
            <a:spLocks noGrp="1"/>
          </p:cNvSpPr>
          <p:nvPr/>
        </p:nvSpPr>
        <p:spPr>
          <a:xfrm>
            <a:off x="1900073" y="3207297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6" name="anim_o6933_1">
            <a:extLst>
              <a:ext uri="{FF2B5EF4-FFF2-40B4-BE49-F238E27FC236}">
                <a16:creationId xmlns:a16="http://schemas.microsoft.com/office/drawing/2014/main" id="{E57F0CCB-238D-4F35-90B2-4E0F473A952E}"/>
              </a:ext>
            </a:extLst>
          </p:cNvPr>
          <p:cNvSpPr>
            <a:spLocks noGrp="1"/>
          </p:cNvSpPr>
          <p:nvPr/>
        </p:nvSpPr>
        <p:spPr>
          <a:xfrm>
            <a:off x="2179254" y="3207297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7" name="anim_o6934_1">
            <a:extLst>
              <a:ext uri="{FF2B5EF4-FFF2-40B4-BE49-F238E27FC236}">
                <a16:creationId xmlns:a16="http://schemas.microsoft.com/office/drawing/2014/main" id="{12E4CECC-4ACD-49A9-B6B5-212488A7D3A6}"/>
              </a:ext>
            </a:extLst>
          </p:cNvPr>
          <p:cNvSpPr>
            <a:spLocks noGrp="1"/>
          </p:cNvSpPr>
          <p:nvPr/>
        </p:nvSpPr>
        <p:spPr>
          <a:xfrm>
            <a:off x="1062530" y="3486478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8" name="anim_o6935_1">
            <a:extLst>
              <a:ext uri="{FF2B5EF4-FFF2-40B4-BE49-F238E27FC236}">
                <a16:creationId xmlns:a16="http://schemas.microsoft.com/office/drawing/2014/main" id="{6789C5B2-7530-484E-ACBE-F2DE724106A9}"/>
              </a:ext>
            </a:extLst>
          </p:cNvPr>
          <p:cNvSpPr>
            <a:spLocks noGrp="1"/>
          </p:cNvSpPr>
          <p:nvPr/>
        </p:nvSpPr>
        <p:spPr>
          <a:xfrm>
            <a:off x="1341711" y="3486478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9" name="anim_o6936_1">
            <a:extLst>
              <a:ext uri="{FF2B5EF4-FFF2-40B4-BE49-F238E27FC236}">
                <a16:creationId xmlns:a16="http://schemas.microsoft.com/office/drawing/2014/main" id="{9DA2C123-1B30-4152-AC94-B86CFC834723}"/>
              </a:ext>
            </a:extLst>
          </p:cNvPr>
          <p:cNvSpPr>
            <a:spLocks noGrp="1"/>
          </p:cNvSpPr>
          <p:nvPr/>
        </p:nvSpPr>
        <p:spPr>
          <a:xfrm>
            <a:off x="1620892" y="3486478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0" name="anim_o6937_1">
            <a:extLst>
              <a:ext uri="{FF2B5EF4-FFF2-40B4-BE49-F238E27FC236}">
                <a16:creationId xmlns:a16="http://schemas.microsoft.com/office/drawing/2014/main" id="{6B89D14A-302D-45D9-81D9-964B0850AE38}"/>
              </a:ext>
            </a:extLst>
          </p:cNvPr>
          <p:cNvSpPr>
            <a:spLocks noGrp="1"/>
          </p:cNvSpPr>
          <p:nvPr/>
        </p:nvSpPr>
        <p:spPr>
          <a:xfrm>
            <a:off x="1900073" y="3486478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1" name="anim_o6938_1">
            <a:extLst>
              <a:ext uri="{FF2B5EF4-FFF2-40B4-BE49-F238E27FC236}">
                <a16:creationId xmlns:a16="http://schemas.microsoft.com/office/drawing/2014/main" id="{048EA9DF-7A18-490C-9B84-B4CF7132D509}"/>
              </a:ext>
            </a:extLst>
          </p:cNvPr>
          <p:cNvSpPr>
            <a:spLocks noGrp="1"/>
          </p:cNvSpPr>
          <p:nvPr/>
        </p:nvSpPr>
        <p:spPr>
          <a:xfrm>
            <a:off x="2179254" y="3486478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2" name="anim_o6939_1">
            <a:extLst>
              <a:ext uri="{FF2B5EF4-FFF2-40B4-BE49-F238E27FC236}">
                <a16:creationId xmlns:a16="http://schemas.microsoft.com/office/drawing/2014/main" id="{68A1FD0D-EC78-48D4-B24E-9C90E7BB29A5}"/>
              </a:ext>
            </a:extLst>
          </p:cNvPr>
          <p:cNvSpPr>
            <a:spLocks noGrp="1"/>
          </p:cNvSpPr>
          <p:nvPr/>
        </p:nvSpPr>
        <p:spPr>
          <a:xfrm>
            <a:off x="1062530" y="3765659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3" name="anim_o6940_1">
            <a:extLst>
              <a:ext uri="{FF2B5EF4-FFF2-40B4-BE49-F238E27FC236}">
                <a16:creationId xmlns:a16="http://schemas.microsoft.com/office/drawing/2014/main" id="{12EC632C-F1E6-43AD-AB44-9C7CAAD9BC74}"/>
              </a:ext>
            </a:extLst>
          </p:cNvPr>
          <p:cNvSpPr>
            <a:spLocks noGrp="1"/>
          </p:cNvSpPr>
          <p:nvPr/>
        </p:nvSpPr>
        <p:spPr>
          <a:xfrm>
            <a:off x="1341711" y="3765659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4" name="anim_o6941_1">
            <a:extLst>
              <a:ext uri="{FF2B5EF4-FFF2-40B4-BE49-F238E27FC236}">
                <a16:creationId xmlns:a16="http://schemas.microsoft.com/office/drawing/2014/main" id="{030F0A97-E719-4971-9CDA-2E80A42F870C}"/>
              </a:ext>
            </a:extLst>
          </p:cNvPr>
          <p:cNvSpPr>
            <a:spLocks noGrp="1"/>
          </p:cNvSpPr>
          <p:nvPr/>
        </p:nvSpPr>
        <p:spPr>
          <a:xfrm>
            <a:off x="1620892" y="3765659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5" name="anim_o6942_1">
            <a:extLst>
              <a:ext uri="{FF2B5EF4-FFF2-40B4-BE49-F238E27FC236}">
                <a16:creationId xmlns:a16="http://schemas.microsoft.com/office/drawing/2014/main" id="{C432D2C0-08E7-4B19-A71B-4CAC9546C291}"/>
              </a:ext>
            </a:extLst>
          </p:cNvPr>
          <p:cNvSpPr>
            <a:spLocks noGrp="1"/>
          </p:cNvSpPr>
          <p:nvPr/>
        </p:nvSpPr>
        <p:spPr>
          <a:xfrm>
            <a:off x="1900073" y="3765659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6" name="anim_o6943_1">
            <a:extLst>
              <a:ext uri="{FF2B5EF4-FFF2-40B4-BE49-F238E27FC236}">
                <a16:creationId xmlns:a16="http://schemas.microsoft.com/office/drawing/2014/main" id="{A75F3E77-9AB4-4C5D-997F-DC09D88B4454}"/>
              </a:ext>
            </a:extLst>
          </p:cNvPr>
          <p:cNvSpPr>
            <a:spLocks noGrp="1"/>
          </p:cNvSpPr>
          <p:nvPr/>
        </p:nvSpPr>
        <p:spPr>
          <a:xfrm>
            <a:off x="2179254" y="3765659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7" name="anim_o6944_1">
            <a:extLst>
              <a:ext uri="{FF2B5EF4-FFF2-40B4-BE49-F238E27FC236}">
                <a16:creationId xmlns:a16="http://schemas.microsoft.com/office/drawing/2014/main" id="{7E779821-E158-42DF-B526-339162AB7D07}"/>
              </a:ext>
            </a:extLst>
          </p:cNvPr>
          <p:cNvSpPr>
            <a:spLocks noGrp="1"/>
          </p:cNvSpPr>
          <p:nvPr/>
        </p:nvSpPr>
        <p:spPr>
          <a:xfrm>
            <a:off x="1062530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8" name="anim_o6945_1">
            <a:extLst>
              <a:ext uri="{FF2B5EF4-FFF2-40B4-BE49-F238E27FC236}">
                <a16:creationId xmlns:a16="http://schemas.microsoft.com/office/drawing/2014/main" id="{F3BBF365-F2BA-4AA9-B309-736195EE47F9}"/>
              </a:ext>
            </a:extLst>
          </p:cNvPr>
          <p:cNvSpPr>
            <a:spLocks noGrp="1"/>
          </p:cNvSpPr>
          <p:nvPr/>
        </p:nvSpPr>
        <p:spPr>
          <a:xfrm>
            <a:off x="1341711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9" name="anim_o6946_1">
            <a:extLst>
              <a:ext uri="{FF2B5EF4-FFF2-40B4-BE49-F238E27FC236}">
                <a16:creationId xmlns:a16="http://schemas.microsoft.com/office/drawing/2014/main" id="{C9012431-586A-41AA-8D02-EB4124DB6835}"/>
              </a:ext>
            </a:extLst>
          </p:cNvPr>
          <p:cNvSpPr>
            <a:spLocks noGrp="1"/>
          </p:cNvSpPr>
          <p:nvPr/>
        </p:nvSpPr>
        <p:spPr>
          <a:xfrm>
            <a:off x="1620892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0" name="anim_o6947_1">
            <a:extLst>
              <a:ext uri="{FF2B5EF4-FFF2-40B4-BE49-F238E27FC236}">
                <a16:creationId xmlns:a16="http://schemas.microsoft.com/office/drawing/2014/main" id="{9B826085-910A-45DA-8192-4344A2B28971}"/>
              </a:ext>
            </a:extLst>
          </p:cNvPr>
          <p:cNvSpPr>
            <a:spLocks noGrp="1"/>
          </p:cNvSpPr>
          <p:nvPr/>
        </p:nvSpPr>
        <p:spPr>
          <a:xfrm>
            <a:off x="1900073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1" name="anim_o6948_1">
            <a:extLst>
              <a:ext uri="{FF2B5EF4-FFF2-40B4-BE49-F238E27FC236}">
                <a16:creationId xmlns:a16="http://schemas.microsoft.com/office/drawing/2014/main" id="{A9ACB276-A81B-487E-9B22-5DCEC938C795}"/>
              </a:ext>
            </a:extLst>
          </p:cNvPr>
          <p:cNvSpPr>
            <a:spLocks noGrp="1"/>
          </p:cNvSpPr>
          <p:nvPr/>
        </p:nvSpPr>
        <p:spPr>
          <a:xfrm>
            <a:off x="2179254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541188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35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35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35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35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35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35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35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35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35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35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35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35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35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35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35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35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35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35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23276 -0.0574713 E" pathEditMode="relative" ptsTypes="">
                                      <p:cBhvr>
                                        <p:cTn id="60" dur="35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23276 -0.0574713 E" pathEditMode="relative" ptsTypes="">
                                      <p:cBhvr>
                                        <p:cTn id="62" dur="3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35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35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35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35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35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35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35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35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35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35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35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35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35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35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35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35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35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35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" dur="5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6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0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2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5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8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1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3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6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8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1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4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7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0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3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6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9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2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5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8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1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4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7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0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3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9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2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8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4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7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0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3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6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8" fill="hold">
                            <p:stCondLst>
                              <p:cond delay="500"/>
                            </p:stCondLst>
                            <p:childTnLst>
                              <p:par>
                                <p:cTn id="4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1" dur="4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2" fill="hold">
                            <p:stCondLst>
                              <p:cond delay="900"/>
                            </p:stCondLst>
                            <p:childTnLst>
                              <p:par>
                                <p:cTn id="4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5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8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1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4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7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0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3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6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9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2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5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8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1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4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7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0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3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6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9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2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5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8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1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4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0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3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6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9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2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5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8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1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4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7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0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3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6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9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2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5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8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1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4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7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0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3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6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9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2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5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8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1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4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7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0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3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6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9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2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5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8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1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4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7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0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3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6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9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2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5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8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1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4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0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3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6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9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2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5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8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1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4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5" fill="hold">
                            <p:stCondLst>
                              <p:cond delay="1400"/>
                            </p:stCondLst>
                            <p:childTnLst>
                              <p:par>
                                <p:cTn id="68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8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1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4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7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0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3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6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9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2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5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8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1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4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7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0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3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6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9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2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5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8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1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4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7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0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3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6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9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2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5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8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1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4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7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0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3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6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9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2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5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8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1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4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7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0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3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6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9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2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5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8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1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4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7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8" fill="hold">
                            <p:stCondLst>
                              <p:cond delay="1900"/>
                            </p:stCondLst>
                            <p:childTnLst>
                              <p:par>
                                <p:cTn id="8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1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4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7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0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3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6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9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2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5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8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1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4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7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0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3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6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9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2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5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8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1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4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7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0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3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6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9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2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5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8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9" fill="hold">
                      <p:stCondLst>
                        <p:cond delay="indefinite"/>
                      </p:stCondLst>
                      <p:childTnLst>
                        <p:par>
                          <p:cTn id="940" fill="hold">
                            <p:stCondLst>
                              <p:cond delay="0"/>
                            </p:stCondLst>
                            <p:childTnLst>
                              <p:par>
                                <p:cTn id="9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3" dur="4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4" fill="hold">
                            <p:stCondLst>
                              <p:cond delay="400"/>
                            </p:stCondLst>
                            <p:childTnLst>
                              <p:par>
                                <p:cTn id="9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7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0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3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6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9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2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5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8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1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4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5" fill="hold">
                            <p:stCondLst>
                              <p:cond delay="900"/>
                            </p:stCondLst>
                            <p:childTnLst>
                              <p:par>
                                <p:cTn id="97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8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1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4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7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0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3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6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9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2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5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8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1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4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7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0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3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6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9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2" dur="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5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8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1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4" dur="5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7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0" dur="5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3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4" fill="hold">
                      <p:stCondLst>
                        <p:cond delay="indefinite"/>
                      </p:stCondLst>
                      <p:childTnLst>
                        <p:par>
                          <p:cTn id="1055" fill="hold">
                            <p:stCondLst>
                              <p:cond delay="0"/>
                            </p:stCondLst>
                            <p:childTnLst>
                              <p:par>
                                <p:cTn id="105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7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60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63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66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69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72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75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78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1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4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7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90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93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96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99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02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05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08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1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4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7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0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3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6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9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32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35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38" dur="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1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4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7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0" dur="5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3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6" dur="5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57974 -0.0814176 E" pathEditMode="relative" ptsTypes="">
                                      <p:cBhvr>
                                        <p:cTn id="1159" dur="500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60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57974 -0.0814176 E" pathEditMode="relative" ptsTypes="">
                                      <p:cBhvr>
                                        <p:cTn id="1161" dur="500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62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57974 -0.0814176 E" pathEditMode="relative" ptsTypes="">
                                      <p:cBhvr>
                                        <p:cTn id="1163" dur="500" fill="hold"/>
                                        <p:tgtEl>
                                          <p:spTgt spid="3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6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9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2" dur="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5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8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1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4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7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0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3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6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9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2" dur="5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5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8" dur="5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1" dur="5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4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7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0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3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6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9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2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5" dur="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8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1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4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7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0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3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6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9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2" dur="500"/>
                                        <p:tgtEl>
                                          <p:spTgt spid="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5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2" grpId="0" animBg="1"/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6" grpId="1" animBg="1"/>
      <p:bldP spid="77" grpId="0" animBg="1"/>
      <p:bldP spid="77" grpId="1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 animBg="1"/>
      <p:bldP spid="104" grpId="1" animBg="1"/>
      <p:bldP spid="105" grpId="0" animBg="1"/>
      <p:bldP spid="105" grpId="1" animBg="1"/>
      <p:bldP spid="106" grpId="0" animBg="1"/>
      <p:bldP spid="106" grpId="1" animBg="1"/>
      <p:bldP spid="107" grpId="0" animBg="1"/>
      <p:bldP spid="107" grpId="1" animBg="1"/>
      <p:bldP spid="108" grpId="0" animBg="1"/>
      <p:bldP spid="108" grpId="1" animBg="1"/>
      <p:bldP spid="109" grpId="0" animBg="1"/>
      <p:bldP spid="109" grpId="1" animBg="1"/>
      <p:bldP spid="110" grpId="0" animBg="1"/>
      <p:bldP spid="110" grpId="1" animBg="1"/>
      <p:bldP spid="111" grpId="0" animBg="1"/>
      <p:bldP spid="111" grpId="1" animBg="1"/>
      <p:bldP spid="112" grpId="0" animBg="1"/>
      <p:bldP spid="112" grpId="1" animBg="1"/>
      <p:bldP spid="113" grpId="0" animBg="1"/>
      <p:bldP spid="113" grpId="1" animBg="1"/>
      <p:bldP spid="114" grpId="0" animBg="1"/>
      <p:bldP spid="114" grpId="1" animBg="1"/>
      <p:bldP spid="115" grpId="0" animBg="1"/>
      <p:bldP spid="115" grpId="1" animBg="1"/>
      <p:bldP spid="116" grpId="0" animBg="1"/>
      <p:bldP spid="116" grpId="1" animBg="1"/>
      <p:bldP spid="117" grpId="0" animBg="1"/>
      <p:bldP spid="117" grpId="1" animBg="1"/>
      <p:bldP spid="118" grpId="0" animBg="1"/>
      <p:bldP spid="118" grpId="1" animBg="1"/>
      <p:bldP spid="119" grpId="0" animBg="1"/>
      <p:bldP spid="119" grpId="1" animBg="1"/>
      <p:bldP spid="120" grpId="0" animBg="1"/>
      <p:bldP spid="120" grpId="1" animBg="1"/>
      <p:bldP spid="121" grpId="0" animBg="1"/>
      <p:bldP spid="121" grpId="1" animBg="1"/>
      <p:bldP spid="122" grpId="0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 animBg="1"/>
      <p:bldP spid="161" grpId="0" animBg="1"/>
      <p:bldP spid="162" grpId="0" animBg="1"/>
      <p:bldP spid="163" grpId="0" animBg="1"/>
      <p:bldP spid="164" grpId="0" animBg="1"/>
      <p:bldP spid="165" grpId="0" animBg="1"/>
      <p:bldP spid="166" grpId="0" animBg="1"/>
      <p:bldP spid="167" grpId="0" animBg="1"/>
      <p:bldP spid="168" grpId="0" animBg="1"/>
      <p:bldP spid="169" grpId="0" animBg="1"/>
      <p:bldP spid="170" grpId="0" animBg="1"/>
      <p:bldP spid="171" grpId="0" animBg="1"/>
      <p:bldP spid="172" grpId="0" animBg="1"/>
      <p:bldP spid="173" grpId="0" animBg="1"/>
      <p:bldP spid="174" grpId="0" animBg="1"/>
      <p:bldP spid="175" grpId="0" animBg="1"/>
      <p:bldP spid="176" grpId="0" animBg="1"/>
      <p:bldP spid="177" grpId="0" animBg="1"/>
      <p:bldP spid="178" grpId="0" animBg="1"/>
      <p:bldP spid="179" grpId="0" animBg="1"/>
      <p:bldP spid="180" grpId="0" animBg="1"/>
      <p:bldP spid="181" grpId="0" animBg="1"/>
      <p:bldP spid="182" grpId="0" animBg="1"/>
      <p:bldP spid="183" grpId="0" animBg="1"/>
      <p:bldP spid="184" grpId="0" animBg="1"/>
      <p:bldP spid="185" grpId="0" animBg="1"/>
      <p:bldP spid="186" grpId="0" animBg="1"/>
      <p:bldP spid="187" grpId="0" animBg="1"/>
      <p:bldP spid="188" grpId="0" animBg="1"/>
      <p:bldP spid="189" grpId="0" animBg="1"/>
      <p:bldP spid="190" grpId="0" animBg="1"/>
      <p:bldP spid="191" grpId="0" animBg="1"/>
      <p:bldP spid="192" grpId="0" animBg="1"/>
      <p:bldP spid="193" grpId="0" animBg="1"/>
      <p:bldP spid="194" grpId="0" animBg="1"/>
      <p:bldP spid="195" grpId="0" animBg="1"/>
      <p:bldP spid="196" grpId="0" animBg="1"/>
      <p:bldP spid="197" grpId="0" animBg="1"/>
      <p:bldP spid="198" grpId="0" animBg="1"/>
      <p:bldP spid="199" grpId="0" animBg="1"/>
      <p:bldP spid="200" grpId="0" animBg="1"/>
      <p:bldP spid="201" grpId="0" animBg="1"/>
      <p:bldP spid="202" grpId="0" animBg="1"/>
      <p:bldP spid="203" grpId="0" animBg="1"/>
      <p:bldP spid="204" grpId="0"/>
      <p:bldP spid="205" grpId="0"/>
      <p:bldP spid="206" grpId="0"/>
      <p:bldP spid="207" grpId="0" animBg="1"/>
      <p:bldP spid="208" grpId="0" animBg="1"/>
      <p:bldP spid="209" grpId="0" animBg="1"/>
      <p:bldP spid="210" grpId="0" animBg="1"/>
      <p:bldP spid="211" grpId="0" animBg="1"/>
      <p:bldP spid="212" grpId="0" animBg="1"/>
      <p:bldP spid="213" grpId="0" animBg="1"/>
      <p:bldP spid="214" grpId="0" animBg="1"/>
      <p:bldP spid="215" grpId="0" animBg="1"/>
      <p:bldP spid="216" grpId="0" animBg="1"/>
      <p:bldP spid="217" grpId="0" animBg="1"/>
      <p:bldP spid="218" grpId="0" animBg="1"/>
      <p:bldP spid="219" grpId="0" animBg="1"/>
      <p:bldP spid="220" grpId="0" animBg="1"/>
      <p:bldP spid="221" grpId="0" animBg="1"/>
      <p:bldP spid="222" grpId="0" animBg="1"/>
      <p:bldP spid="223" grpId="0" animBg="1"/>
      <p:bldP spid="224" grpId="0" animBg="1"/>
      <p:bldP spid="225" grpId="0" animBg="1"/>
      <p:bldP spid="226" grpId="0" animBg="1"/>
      <p:bldP spid="227" grpId="0" animBg="1"/>
      <p:bldP spid="228" grpId="0" animBg="1"/>
      <p:bldP spid="229" grpId="0" animBg="1"/>
      <p:bldP spid="230" grpId="0" animBg="1"/>
      <p:bldP spid="231" grpId="0" animBg="1"/>
      <p:bldP spid="232" grpId="0" animBg="1"/>
      <p:bldP spid="233" grpId="0" animBg="1"/>
      <p:bldP spid="234" grpId="0" animBg="1"/>
      <p:bldP spid="235" grpId="0" animBg="1"/>
      <p:bldP spid="236" grpId="0" animBg="1"/>
      <p:bldP spid="237" grpId="0" animBg="1"/>
      <p:bldP spid="238" grpId="0" animBg="1"/>
      <p:bldP spid="239" grpId="0" animBg="1"/>
      <p:bldP spid="240" grpId="0" animBg="1"/>
      <p:bldP spid="241" grpId="0" animBg="1"/>
      <p:bldP spid="242" grpId="0" animBg="1"/>
      <p:bldP spid="243" grpId="0" animBg="1"/>
      <p:bldP spid="244" grpId="0" animBg="1"/>
      <p:bldP spid="245" grpId="0" animBg="1"/>
      <p:bldP spid="246" grpId="0" animBg="1"/>
      <p:bldP spid="247" grpId="0" animBg="1"/>
      <p:bldP spid="248" grpId="0" animBg="1"/>
      <p:bldP spid="249" grpId="0" animBg="1"/>
      <p:bldP spid="250" grpId="0" animBg="1"/>
      <p:bldP spid="251" grpId="0" animBg="1"/>
      <p:bldP spid="252" grpId="0" animBg="1"/>
      <p:bldP spid="253" grpId="0" animBg="1"/>
      <p:bldP spid="254" grpId="0" animBg="1"/>
      <p:bldP spid="255" grpId="0" animBg="1"/>
      <p:bldP spid="256" grpId="0" animBg="1"/>
      <p:bldP spid="257" grpId="0"/>
      <p:bldP spid="258" grpId="0"/>
      <p:bldP spid="259" grpId="0"/>
      <p:bldP spid="260" grpId="0"/>
      <p:bldP spid="261" grpId="0" animBg="1"/>
      <p:bldP spid="262" grpId="0" animBg="1"/>
      <p:bldP spid="263" grpId="0" animBg="1"/>
      <p:bldP spid="264" grpId="0" animBg="1"/>
      <p:bldP spid="265" grpId="0" animBg="1"/>
      <p:bldP spid="266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6" grpId="0" animBg="1"/>
      <p:bldP spid="277" grpId="0" animBg="1"/>
      <p:bldP spid="278" grpId="0" animBg="1"/>
      <p:bldP spid="279" grpId="0" animBg="1"/>
      <p:bldP spid="280" grpId="0" animBg="1"/>
      <p:bldP spid="281" grpId="0" animBg="1"/>
      <p:bldP spid="282" grpId="0" animBg="1"/>
      <p:bldP spid="283" grpId="0" animBg="1"/>
      <p:bldP spid="284" grpId="0" animBg="1"/>
      <p:bldP spid="285" grpId="0" animBg="1"/>
      <p:bldP spid="286" grpId="0" animBg="1"/>
      <p:bldP spid="287" grpId="0"/>
      <p:bldP spid="288" grpId="0"/>
      <p:bldP spid="289" grpId="0"/>
      <p:bldP spid="290" grpId="0"/>
      <p:bldP spid="291" grpId="0" animBg="1"/>
      <p:bldP spid="291" grpId="1" animBg="1"/>
      <p:bldP spid="292" grpId="0" animBg="1"/>
      <p:bldP spid="292" grpId="1" animBg="1"/>
      <p:bldP spid="293" grpId="0" animBg="1"/>
      <p:bldP spid="293" grpId="1" animBg="1"/>
      <p:bldP spid="294" grpId="0" animBg="1"/>
      <p:bldP spid="294" grpId="1" animBg="1"/>
      <p:bldP spid="295" grpId="0" animBg="1"/>
      <p:bldP spid="295" grpId="1" animBg="1"/>
      <p:bldP spid="296" grpId="0" animBg="1"/>
      <p:bldP spid="296" grpId="1" animBg="1"/>
      <p:bldP spid="297" grpId="0" animBg="1"/>
      <p:bldP spid="297" grpId="1" animBg="1"/>
      <p:bldP spid="298" grpId="0" animBg="1"/>
      <p:bldP spid="298" grpId="1" animBg="1"/>
      <p:bldP spid="299" grpId="0" animBg="1"/>
      <p:bldP spid="299" grpId="1" animBg="1"/>
      <p:bldP spid="300" grpId="0" animBg="1"/>
      <p:bldP spid="300" grpId="1" animBg="1"/>
      <p:bldP spid="301" grpId="0" animBg="1"/>
      <p:bldP spid="301" grpId="1" animBg="1"/>
      <p:bldP spid="302" grpId="0" animBg="1"/>
      <p:bldP spid="302" grpId="1" animBg="1"/>
      <p:bldP spid="303" grpId="0" animBg="1"/>
      <p:bldP spid="303" grpId="1" animBg="1"/>
      <p:bldP spid="304" grpId="0" animBg="1"/>
      <p:bldP spid="304" grpId="1" animBg="1"/>
      <p:bldP spid="305" grpId="0" animBg="1"/>
      <p:bldP spid="305" grpId="1" animBg="1"/>
      <p:bldP spid="306" grpId="0" animBg="1"/>
      <p:bldP spid="306" grpId="1" animBg="1"/>
      <p:bldP spid="307" grpId="0" animBg="1"/>
      <p:bldP spid="307" grpId="1" animBg="1"/>
      <p:bldP spid="308" grpId="0" animBg="1"/>
      <p:bldP spid="308" grpId="1" animBg="1"/>
      <p:bldP spid="309" grpId="0" animBg="1"/>
      <p:bldP spid="309" grpId="1" animBg="1"/>
      <p:bldP spid="310" grpId="0" animBg="1"/>
      <p:bldP spid="310" grpId="1" animBg="1"/>
      <p:bldP spid="311" grpId="0" animBg="1"/>
      <p:bldP spid="311" grpId="1" animBg="1"/>
      <p:bldP spid="312" grpId="0" animBg="1"/>
      <p:bldP spid="312" grpId="1" animBg="1"/>
      <p:bldP spid="313" grpId="0" animBg="1"/>
      <p:bldP spid="313" grpId="1" animBg="1"/>
      <p:bldP spid="314" grpId="0" animBg="1"/>
      <p:bldP spid="314" grpId="1" animBg="1"/>
      <p:bldP spid="315" grpId="0" animBg="1"/>
      <p:bldP spid="315" grpId="1" animBg="1"/>
      <p:bldP spid="316" grpId="0" animBg="1"/>
      <p:bldP spid="316" grpId="1" animBg="1"/>
      <p:bldP spid="317" grpId="0" animBg="1"/>
      <p:bldP spid="317" grpId="1" animBg="1"/>
      <p:bldP spid="318" grpId="0" animBg="1"/>
      <p:bldP spid="318" grpId="1" animBg="1"/>
      <p:bldP spid="319" grpId="0" animBg="1"/>
      <p:bldP spid="319" grpId="1" animBg="1"/>
      <p:bldP spid="320" grpId="0" animBg="1"/>
      <p:bldP spid="320" grpId="1" animBg="1"/>
      <p:bldP spid="321" grpId="0" animBg="1"/>
      <p:bldP spid="321" grpId="1" animBg="1"/>
      <p:bldP spid="322" grpId="0" animBg="1"/>
      <p:bldP spid="322" grpId="1" animBg="1"/>
      <p:bldP spid="323" grpId="0" animBg="1"/>
      <p:bldP spid="323" grpId="1" animBg="1"/>
      <p:bldP spid="324" grpId="0" animBg="1"/>
      <p:bldP spid="324" grpId="1" animBg="1"/>
      <p:bldP spid="325" grpId="0" animBg="1"/>
      <p:bldP spid="325" grpId="1" animBg="1"/>
      <p:bldP spid="326" grpId="0" animBg="1"/>
      <p:bldP spid="326" grpId="1" animBg="1"/>
      <p:bldP spid="327" grpId="0" animBg="1"/>
      <p:bldP spid="327" grpId="1" animBg="1"/>
      <p:bldP spid="328" grpId="0" animBg="1"/>
      <p:bldP spid="329" grpId="0" animBg="1"/>
      <p:bldP spid="330" grpId="0" animBg="1"/>
      <p:bldP spid="331" grpId="0" animBg="1"/>
      <p:bldP spid="332" grpId="0" animBg="1"/>
      <p:bldP spid="333" grpId="0" animBg="1"/>
      <p:bldP spid="334" grpId="0" animBg="1"/>
      <p:bldP spid="335" grpId="0" animBg="1"/>
      <p:bldP spid="336" grpId="0" animBg="1"/>
      <p:bldP spid="337" grpId="0" animBg="1"/>
      <p:bldP spid="338" grpId="0" animBg="1"/>
      <p:bldP spid="339" grpId="0" animBg="1"/>
      <p:bldP spid="340" grpId="0" animBg="1"/>
      <p:bldP spid="341" grpId="0" animBg="1"/>
      <p:bldP spid="342" grpId="0" animBg="1"/>
      <p:bldP spid="343" grpId="0" animBg="1"/>
      <p:bldP spid="344" grpId="0" animBg="1"/>
      <p:bldP spid="345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  <p:bldP spid="356" grpId="0" animBg="1"/>
      <p:bldP spid="357" grpId="0" animBg="1"/>
      <p:bldP spid="358" grpId="0" animBg="1"/>
      <p:bldP spid="359" grpId="0" animBg="1"/>
      <p:bldP spid="360" grpId="0" animBg="1"/>
      <p:bldP spid="361" grpId="0" animBg="1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" name="anim_o6654_1">
            <a:extLst>
              <a:ext uri="{FF2B5EF4-FFF2-40B4-BE49-F238E27FC236}">
                <a16:creationId xmlns:a16="http://schemas.microsoft.com/office/drawing/2014/main" id="{39BCDE0D-FAD2-46C7-B24E-F40B9FCDD68E}"/>
              </a:ext>
            </a:extLst>
          </p:cNvPr>
          <p:cNvSpPr>
            <a:spLocks noGrp="1"/>
          </p:cNvSpPr>
          <p:nvPr/>
        </p:nvSpPr>
        <p:spPr>
          <a:xfrm>
            <a:off x="1062530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6655_1">
            <a:extLst>
              <a:ext uri="{FF2B5EF4-FFF2-40B4-BE49-F238E27FC236}">
                <a16:creationId xmlns:a16="http://schemas.microsoft.com/office/drawing/2014/main" id="{9ED72AC0-F429-479A-A367-0FCB303F0F8C}"/>
              </a:ext>
            </a:extLst>
          </p:cNvPr>
          <p:cNvSpPr>
            <a:spLocks noGrp="1"/>
          </p:cNvSpPr>
          <p:nvPr/>
        </p:nvSpPr>
        <p:spPr>
          <a:xfrm>
            <a:off x="1341711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6656_1">
            <a:extLst>
              <a:ext uri="{FF2B5EF4-FFF2-40B4-BE49-F238E27FC236}">
                <a16:creationId xmlns:a16="http://schemas.microsoft.com/office/drawing/2014/main" id="{68929D35-D479-477C-9890-12CFDEF10759}"/>
              </a:ext>
            </a:extLst>
          </p:cNvPr>
          <p:cNvSpPr>
            <a:spLocks noGrp="1"/>
          </p:cNvSpPr>
          <p:nvPr/>
        </p:nvSpPr>
        <p:spPr>
          <a:xfrm>
            <a:off x="1620892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6657_1">
            <a:extLst>
              <a:ext uri="{FF2B5EF4-FFF2-40B4-BE49-F238E27FC236}">
                <a16:creationId xmlns:a16="http://schemas.microsoft.com/office/drawing/2014/main" id="{B87EAA04-F0C4-48AA-8405-14A224F16C54}"/>
              </a:ext>
            </a:extLst>
          </p:cNvPr>
          <p:cNvSpPr>
            <a:spLocks noGrp="1"/>
          </p:cNvSpPr>
          <p:nvPr/>
        </p:nvSpPr>
        <p:spPr>
          <a:xfrm>
            <a:off x="1900073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6658_1">
            <a:extLst>
              <a:ext uri="{FF2B5EF4-FFF2-40B4-BE49-F238E27FC236}">
                <a16:creationId xmlns:a16="http://schemas.microsoft.com/office/drawing/2014/main" id="{FA170043-F988-472B-8DF4-E96CFCBD7BFF}"/>
              </a:ext>
            </a:extLst>
          </p:cNvPr>
          <p:cNvSpPr>
            <a:spLocks noGrp="1"/>
          </p:cNvSpPr>
          <p:nvPr/>
        </p:nvSpPr>
        <p:spPr>
          <a:xfrm>
            <a:off x="2179254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6659_1">
            <a:extLst>
              <a:ext uri="{FF2B5EF4-FFF2-40B4-BE49-F238E27FC236}">
                <a16:creationId xmlns:a16="http://schemas.microsoft.com/office/drawing/2014/main" id="{8C650B3B-3BBA-4C6D-8422-88B62442D18E}"/>
              </a:ext>
            </a:extLst>
          </p:cNvPr>
          <p:cNvSpPr>
            <a:spLocks noGrp="1"/>
          </p:cNvSpPr>
          <p:nvPr/>
        </p:nvSpPr>
        <p:spPr>
          <a:xfrm>
            <a:off x="2458435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6660_1">
            <a:extLst>
              <a:ext uri="{FF2B5EF4-FFF2-40B4-BE49-F238E27FC236}">
                <a16:creationId xmlns:a16="http://schemas.microsoft.com/office/drawing/2014/main" id="{05C84CB4-16F7-42B2-AB51-A1DDB514D84C}"/>
              </a:ext>
            </a:extLst>
          </p:cNvPr>
          <p:cNvSpPr>
            <a:spLocks noGrp="1"/>
          </p:cNvSpPr>
          <p:nvPr/>
        </p:nvSpPr>
        <p:spPr>
          <a:xfrm>
            <a:off x="2737616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6661_1">
            <a:extLst>
              <a:ext uri="{FF2B5EF4-FFF2-40B4-BE49-F238E27FC236}">
                <a16:creationId xmlns:a16="http://schemas.microsoft.com/office/drawing/2014/main" id="{6759AB12-C93D-4FE5-8BA9-ECC01D970010}"/>
              </a:ext>
            </a:extLst>
          </p:cNvPr>
          <p:cNvSpPr>
            <a:spLocks noGrp="1"/>
          </p:cNvSpPr>
          <p:nvPr/>
        </p:nvSpPr>
        <p:spPr>
          <a:xfrm>
            <a:off x="3016797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6662_1">
            <a:extLst>
              <a:ext uri="{FF2B5EF4-FFF2-40B4-BE49-F238E27FC236}">
                <a16:creationId xmlns:a16="http://schemas.microsoft.com/office/drawing/2014/main" id="{C59B8684-0B87-43AB-A2D4-3EA86D8A5154}"/>
              </a:ext>
            </a:extLst>
          </p:cNvPr>
          <p:cNvSpPr>
            <a:spLocks noGrp="1"/>
          </p:cNvSpPr>
          <p:nvPr/>
        </p:nvSpPr>
        <p:spPr>
          <a:xfrm>
            <a:off x="3295978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6663_1">
            <a:extLst>
              <a:ext uri="{FF2B5EF4-FFF2-40B4-BE49-F238E27FC236}">
                <a16:creationId xmlns:a16="http://schemas.microsoft.com/office/drawing/2014/main" id="{2E714D15-C6D1-4BE0-90D8-E729EF3F5672}"/>
              </a:ext>
            </a:extLst>
          </p:cNvPr>
          <p:cNvSpPr>
            <a:spLocks noGrp="1"/>
          </p:cNvSpPr>
          <p:nvPr/>
        </p:nvSpPr>
        <p:spPr>
          <a:xfrm>
            <a:off x="1062530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6664_1">
            <a:extLst>
              <a:ext uri="{FF2B5EF4-FFF2-40B4-BE49-F238E27FC236}">
                <a16:creationId xmlns:a16="http://schemas.microsoft.com/office/drawing/2014/main" id="{B6062B17-315E-4C67-A063-992C997FA5EC}"/>
              </a:ext>
            </a:extLst>
          </p:cNvPr>
          <p:cNvSpPr>
            <a:spLocks noGrp="1"/>
          </p:cNvSpPr>
          <p:nvPr/>
        </p:nvSpPr>
        <p:spPr>
          <a:xfrm>
            <a:off x="1341711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6665_1">
            <a:extLst>
              <a:ext uri="{FF2B5EF4-FFF2-40B4-BE49-F238E27FC236}">
                <a16:creationId xmlns:a16="http://schemas.microsoft.com/office/drawing/2014/main" id="{199FD866-B67D-46A4-B3B7-63236A263D31}"/>
              </a:ext>
            </a:extLst>
          </p:cNvPr>
          <p:cNvSpPr>
            <a:spLocks noGrp="1"/>
          </p:cNvSpPr>
          <p:nvPr/>
        </p:nvSpPr>
        <p:spPr>
          <a:xfrm>
            <a:off x="1620892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6666_1">
            <a:extLst>
              <a:ext uri="{FF2B5EF4-FFF2-40B4-BE49-F238E27FC236}">
                <a16:creationId xmlns:a16="http://schemas.microsoft.com/office/drawing/2014/main" id="{555E96DA-8F41-4B38-B7F4-9621E7455C31}"/>
              </a:ext>
            </a:extLst>
          </p:cNvPr>
          <p:cNvSpPr>
            <a:spLocks noGrp="1"/>
          </p:cNvSpPr>
          <p:nvPr/>
        </p:nvSpPr>
        <p:spPr>
          <a:xfrm>
            <a:off x="1900073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6667_1">
            <a:extLst>
              <a:ext uri="{FF2B5EF4-FFF2-40B4-BE49-F238E27FC236}">
                <a16:creationId xmlns:a16="http://schemas.microsoft.com/office/drawing/2014/main" id="{D8C50E6A-E7DB-4970-AC4F-AEB9D354EC9C}"/>
              </a:ext>
            </a:extLst>
          </p:cNvPr>
          <p:cNvSpPr>
            <a:spLocks noGrp="1"/>
          </p:cNvSpPr>
          <p:nvPr/>
        </p:nvSpPr>
        <p:spPr>
          <a:xfrm>
            <a:off x="2179254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6668_1">
            <a:extLst>
              <a:ext uri="{FF2B5EF4-FFF2-40B4-BE49-F238E27FC236}">
                <a16:creationId xmlns:a16="http://schemas.microsoft.com/office/drawing/2014/main" id="{45348251-5F78-452C-9132-D22F739D2B69}"/>
              </a:ext>
            </a:extLst>
          </p:cNvPr>
          <p:cNvSpPr>
            <a:spLocks noGrp="1"/>
          </p:cNvSpPr>
          <p:nvPr/>
        </p:nvSpPr>
        <p:spPr>
          <a:xfrm>
            <a:off x="2458435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6669_1">
            <a:extLst>
              <a:ext uri="{FF2B5EF4-FFF2-40B4-BE49-F238E27FC236}">
                <a16:creationId xmlns:a16="http://schemas.microsoft.com/office/drawing/2014/main" id="{F31FDD7F-D863-421C-979A-D006C3BD1913}"/>
              </a:ext>
            </a:extLst>
          </p:cNvPr>
          <p:cNvSpPr>
            <a:spLocks noGrp="1"/>
          </p:cNvSpPr>
          <p:nvPr/>
        </p:nvSpPr>
        <p:spPr>
          <a:xfrm>
            <a:off x="2737616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6670_1">
            <a:extLst>
              <a:ext uri="{FF2B5EF4-FFF2-40B4-BE49-F238E27FC236}">
                <a16:creationId xmlns:a16="http://schemas.microsoft.com/office/drawing/2014/main" id="{182A5006-869D-4DC2-8B73-67E991665DD2}"/>
              </a:ext>
            </a:extLst>
          </p:cNvPr>
          <p:cNvSpPr>
            <a:spLocks noGrp="1"/>
          </p:cNvSpPr>
          <p:nvPr/>
        </p:nvSpPr>
        <p:spPr>
          <a:xfrm>
            <a:off x="3016797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6671_1">
            <a:extLst>
              <a:ext uri="{FF2B5EF4-FFF2-40B4-BE49-F238E27FC236}">
                <a16:creationId xmlns:a16="http://schemas.microsoft.com/office/drawing/2014/main" id="{02E276EB-0268-4F69-82B8-0EBF6CFA715F}"/>
              </a:ext>
            </a:extLst>
          </p:cNvPr>
          <p:cNvSpPr>
            <a:spLocks noGrp="1"/>
          </p:cNvSpPr>
          <p:nvPr/>
        </p:nvSpPr>
        <p:spPr>
          <a:xfrm>
            <a:off x="3295978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6672_1">
            <a:extLst>
              <a:ext uri="{FF2B5EF4-FFF2-40B4-BE49-F238E27FC236}">
                <a16:creationId xmlns:a16="http://schemas.microsoft.com/office/drawing/2014/main" id="{7C184ABA-43C0-43F2-B8E1-4BB7BA0F1FB5}"/>
              </a:ext>
            </a:extLst>
          </p:cNvPr>
          <p:cNvSpPr>
            <a:spLocks noGrp="1"/>
          </p:cNvSpPr>
          <p:nvPr/>
        </p:nvSpPr>
        <p:spPr>
          <a:xfrm>
            <a:off x="1062530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6673_1">
            <a:extLst>
              <a:ext uri="{FF2B5EF4-FFF2-40B4-BE49-F238E27FC236}">
                <a16:creationId xmlns:a16="http://schemas.microsoft.com/office/drawing/2014/main" id="{0438C5A8-53E2-4F2F-8A62-4D3C59227DFF}"/>
              </a:ext>
            </a:extLst>
          </p:cNvPr>
          <p:cNvSpPr>
            <a:spLocks noGrp="1"/>
          </p:cNvSpPr>
          <p:nvPr/>
        </p:nvSpPr>
        <p:spPr>
          <a:xfrm>
            <a:off x="1341711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6674_1">
            <a:extLst>
              <a:ext uri="{FF2B5EF4-FFF2-40B4-BE49-F238E27FC236}">
                <a16:creationId xmlns:a16="http://schemas.microsoft.com/office/drawing/2014/main" id="{F3EBDADB-913E-4613-A74D-BB8F6D0AA79D}"/>
              </a:ext>
            </a:extLst>
          </p:cNvPr>
          <p:cNvSpPr>
            <a:spLocks noGrp="1"/>
          </p:cNvSpPr>
          <p:nvPr/>
        </p:nvSpPr>
        <p:spPr>
          <a:xfrm>
            <a:off x="1620892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6675_1">
            <a:extLst>
              <a:ext uri="{FF2B5EF4-FFF2-40B4-BE49-F238E27FC236}">
                <a16:creationId xmlns:a16="http://schemas.microsoft.com/office/drawing/2014/main" id="{BC349C6B-274C-443D-8BE2-7F7C06DA5A1C}"/>
              </a:ext>
            </a:extLst>
          </p:cNvPr>
          <p:cNvSpPr>
            <a:spLocks noGrp="1"/>
          </p:cNvSpPr>
          <p:nvPr/>
        </p:nvSpPr>
        <p:spPr>
          <a:xfrm>
            <a:off x="1900073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6676_1">
            <a:extLst>
              <a:ext uri="{FF2B5EF4-FFF2-40B4-BE49-F238E27FC236}">
                <a16:creationId xmlns:a16="http://schemas.microsoft.com/office/drawing/2014/main" id="{5D6D4EAB-658D-4A74-9E0A-3FBD6890B2EB}"/>
              </a:ext>
            </a:extLst>
          </p:cNvPr>
          <p:cNvSpPr>
            <a:spLocks noGrp="1"/>
          </p:cNvSpPr>
          <p:nvPr/>
        </p:nvSpPr>
        <p:spPr>
          <a:xfrm>
            <a:off x="2179254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6677_1">
            <a:extLst>
              <a:ext uri="{FF2B5EF4-FFF2-40B4-BE49-F238E27FC236}">
                <a16:creationId xmlns:a16="http://schemas.microsoft.com/office/drawing/2014/main" id="{A52AD787-1099-4D64-B227-DF6CD00AE58F}"/>
              </a:ext>
            </a:extLst>
          </p:cNvPr>
          <p:cNvSpPr>
            <a:spLocks noGrp="1"/>
          </p:cNvSpPr>
          <p:nvPr/>
        </p:nvSpPr>
        <p:spPr>
          <a:xfrm>
            <a:off x="2458435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6678_1">
            <a:extLst>
              <a:ext uri="{FF2B5EF4-FFF2-40B4-BE49-F238E27FC236}">
                <a16:creationId xmlns:a16="http://schemas.microsoft.com/office/drawing/2014/main" id="{3ABDD6C8-A87D-463D-8ADD-B7FA36A7EE53}"/>
              </a:ext>
            </a:extLst>
          </p:cNvPr>
          <p:cNvSpPr>
            <a:spLocks noGrp="1"/>
          </p:cNvSpPr>
          <p:nvPr/>
        </p:nvSpPr>
        <p:spPr>
          <a:xfrm>
            <a:off x="2737616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6679_1">
            <a:extLst>
              <a:ext uri="{FF2B5EF4-FFF2-40B4-BE49-F238E27FC236}">
                <a16:creationId xmlns:a16="http://schemas.microsoft.com/office/drawing/2014/main" id="{14E2C720-C317-46BC-9E2F-32EB663B20E4}"/>
              </a:ext>
            </a:extLst>
          </p:cNvPr>
          <p:cNvSpPr>
            <a:spLocks noGrp="1"/>
          </p:cNvSpPr>
          <p:nvPr/>
        </p:nvSpPr>
        <p:spPr>
          <a:xfrm>
            <a:off x="3016797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6680_1">
            <a:extLst>
              <a:ext uri="{FF2B5EF4-FFF2-40B4-BE49-F238E27FC236}">
                <a16:creationId xmlns:a16="http://schemas.microsoft.com/office/drawing/2014/main" id="{0071057A-C354-4710-9EDC-27B32D50689A}"/>
              </a:ext>
            </a:extLst>
          </p:cNvPr>
          <p:cNvSpPr>
            <a:spLocks noGrp="1"/>
          </p:cNvSpPr>
          <p:nvPr/>
        </p:nvSpPr>
        <p:spPr>
          <a:xfrm>
            <a:off x="3295978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6681_1">
            <a:extLst>
              <a:ext uri="{FF2B5EF4-FFF2-40B4-BE49-F238E27FC236}">
                <a16:creationId xmlns:a16="http://schemas.microsoft.com/office/drawing/2014/main" id="{5290F85E-2A5A-4E13-99B6-B695CD6EF51B}"/>
              </a:ext>
            </a:extLst>
          </p:cNvPr>
          <p:cNvSpPr>
            <a:spLocks noGrp="1"/>
          </p:cNvSpPr>
          <p:nvPr/>
        </p:nvSpPr>
        <p:spPr>
          <a:xfrm>
            <a:off x="1062530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6682_1">
            <a:extLst>
              <a:ext uri="{FF2B5EF4-FFF2-40B4-BE49-F238E27FC236}">
                <a16:creationId xmlns:a16="http://schemas.microsoft.com/office/drawing/2014/main" id="{ECFB5B94-0774-4EF9-BA9A-7DC90CA864D0}"/>
              </a:ext>
            </a:extLst>
          </p:cNvPr>
          <p:cNvSpPr>
            <a:spLocks noGrp="1"/>
          </p:cNvSpPr>
          <p:nvPr/>
        </p:nvSpPr>
        <p:spPr>
          <a:xfrm>
            <a:off x="1341711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6683_1">
            <a:extLst>
              <a:ext uri="{FF2B5EF4-FFF2-40B4-BE49-F238E27FC236}">
                <a16:creationId xmlns:a16="http://schemas.microsoft.com/office/drawing/2014/main" id="{EB06C605-809E-4AE6-8CDA-B60D28631148}"/>
              </a:ext>
            </a:extLst>
          </p:cNvPr>
          <p:cNvSpPr>
            <a:spLocks noGrp="1"/>
          </p:cNvSpPr>
          <p:nvPr/>
        </p:nvSpPr>
        <p:spPr>
          <a:xfrm>
            <a:off x="1620892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6684_1">
            <a:extLst>
              <a:ext uri="{FF2B5EF4-FFF2-40B4-BE49-F238E27FC236}">
                <a16:creationId xmlns:a16="http://schemas.microsoft.com/office/drawing/2014/main" id="{557F66B2-41CB-44F1-B05A-5ED218F3231B}"/>
              </a:ext>
            </a:extLst>
          </p:cNvPr>
          <p:cNvSpPr>
            <a:spLocks noGrp="1"/>
          </p:cNvSpPr>
          <p:nvPr/>
        </p:nvSpPr>
        <p:spPr>
          <a:xfrm>
            <a:off x="1900073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6685_1">
            <a:extLst>
              <a:ext uri="{FF2B5EF4-FFF2-40B4-BE49-F238E27FC236}">
                <a16:creationId xmlns:a16="http://schemas.microsoft.com/office/drawing/2014/main" id="{66FD04A9-2DE6-47D2-9D94-FDAB0D9BEFC5}"/>
              </a:ext>
            </a:extLst>
          </p:cNvPr>
          <p:cNvSpPr>
            <a:spLocks noGrp="1"/>
          </p:cNvSpPr>
          <p:nvPr/>
        </p:nvSpPr>
        <p:spPr>
          <a:xfrm>
            <a:off x="2179254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6686_1">
            <a:extLst>
              <a:ext uri="{FF2B5EF4-FFF2-40B4-BE49-F238E27FC236}">
                <a16:creationId xmlns:a16="http://schemas.microsoft.com/office/drawing/2014/main" id="{C863D260-E389-4806-A973-BCE421564D7A}"/>
              </a:ext>
            </a:extLst>
          </p:cNvPr>
          <p:cNvSpPr>
            <a:spLocks noGrp="1"/>
          </p:cNvSpPr>
          <p:nvPr/>
        </p:nvSpPr>
        <p:spPr>
          <a:xfrm>
            <a:off x="2458435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6687_1">
            <a:extLst>
              <a:ext uri="{FF2B5EF4-FFF2-40B4-BE49-F238E27FC236}">
                <a16:creationId xmlns:a16="http://schemas.microsoft.com/office/drawing/2014/main" id="{300B4851-D936-47CC-9B0C-4F015201FCF7}"/>
              </a:ext>
            </a:extLst>
          </p:cNvPr>
          <p:cNvSpPr>
            <a:spLocks noGrp="1"/>
          </p:cNvSpPr>
          <p:nvPr/>
        </p:nvSpPr>
        <p:spPr>
          <a:xfrm>
            <a:off x="2737616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6688_1">
            <a:extLst>
              <a:ext uri="{FF2B5EF4-FFF2-40B4-BE49-F238E27FC236}">
                <a16:creationId xmlns:a16="http://schemas.microsoft.com/office/drawing/2014/main" id="{7D8A564C-1B95-4D58-9F65-D356B2B6DE55}"/>
              </a:ext>
            </a:extLst>
          </p:cNvPr>
          <p:cNvSpPr>
            <a:spLocks noGrp="1"/>
          </p:cNvSpPr>
          <p:nvPr/>
        </p:nvSpPr>
        <p:spPr>
          <a:xfrm>
            <a:off x="3016797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6689_1">
            <a:extLst>
              <a:ext uri="{FF2B5EF4-FFF2-40B4-BE49-F238E27FC236}">
                <a16:creationId xmlns:a16="http://schemas.microsoft.com/office/drawing/2014/main" id="{E6FE1ADD-6FE4-4887-B5CA-05A028798191}"/>
              </a:ext>
            </a:extLst>
          </p:cNvPr>
          <p:cNvSpPr>
            <a:spLocks noGrp="1"/>
          </p:cNvSpPr>
          <p:nvPr/>
        </p:nvSpPr>
        <p:spPr>
          <a:xfrm>
            <a:off x="3295978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6690_1">
            <a:extLst>
              <a:ext uri="{FF2B5EF4-FFF2-40B4-BE49-F238E27FC236}">
                <a16:creationId xmlns:a16="http://schemas.microsoft.com/office/drawing/2014/main" id="{24E06A92-487F-4EAB-87CF-506BEF37C570}"/>
              </a:ext>
            </a:extLst>
          </p:cNvPr>
          <p:cNvSpPr>
            <a:spLocks noGrp="1"/>
          </p:cNvSpPr>
          <p:nvPr/>
        </p:nvSpPr>
        <p:spPr>
          <a:xfrm>
            <a:off x="1062530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6691_1">
            <a:extLst>
              <a:ext uri="{FF2B5EF4-FFF2-40B4-BE49-F238E27FC236}">
                <a16:creationId xmlns:a16="http://schemas.microsoft.com/office/drawing/2014/main" id="{443ABA76-3C53-48E4-B845-6E5CAD4DC9B9}"/>
              </a:ext>
            </a:extLst>
          </p:cNvPr>
          <p:cNvSpPr>
            <a:spLocks noGrp="1"/>
          </p:cNvSpPr>
          <p:nvPr/>
        </p:nvSpPr>
        <p:spPr>
          <a:xfrm>
            <a:off x="1341711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6692_1">
            <a:extLst>
              <a:ext uri="{FF2B5EF4-FFF2-40B4-BE49-F238E27FC236}">
                <a16:creationId xmlns:a16="http://schemas.microsoft.com/office/drawing/2014/main" id="{A6FC66A2-7AFB-42F7-BFAA-6523932EAFCC}"/>
              </a:ext>
            </a:extLst>
          </p:cNvPr>
          <p:cNvSpPr>
            <a:spLocks noGrp="1"/>
          </p:cNvSpPr>
          <p:nvPr/>
        </p:nvSpPr>
        <p:spPr>
          <a:xfrm>
            <a:off x="1620892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6693_1">
            <a:extLst>
              <a:ext uri="{FF2B5EF4-FFF2-40B4-BE49-F238E27FC236}">
                <a16:creationId xmlns:a16="http://schemas.microsoft.com/office/drawing/2014/main" id="{15720FE3-3AAB-492F-846E-F002CA250645}"/>
              </a:ext>
            </a:extLst>
          </p:cNvPr>
          <p:cNvSpPr>
            <a:spLocks noGrp="1"/>
          </p:cNvSpPr>
          <p:nvPr/>
        </p:nvSpPr>
        <p:spPr>
          <a:xfrm>
            <a:off x="1900073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6694_1">
            <a:extLst>
              <a:ext uri="{FF2B5EF4-FFF2-40B4-BE49-F238E27FC236}">
                <a16:creationId xmlns:a16="http://schemas.microsoft.com/office/drawing/2014/main" id="{EEC42C5F-937A-4ED9-AE0D-4525CF94DF89}"/>
              </a:ext>
            </a:extLst>
          </p:cNvPr>
          <p:cNvSpPr>
            <a:spLocks noGrp="1"/>
          </p:cNvSpPr>
          <p:nvPr/>
        </p:nvSpPr>
        <p:spPr>
          <a:xfrm>
            <a:off x="2179254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6695_1">
            <a:extLst>
              <a:ext uri="{FF2B5EF4-FFF2-40B4-BE49-F238E27FC236}">
                <a16:creationId xmlns:a16="http://schemas.microsoft.com/office/drawing/2014/main" id="{569C3798-2A49-44F6-B160-0BC1AD23B7DA}"/>
              </a:ext>
            </a:extLst>
          </p:cNvPr>
          <p:cNvSpPr>
            <a:spLocks noGrp="1"/>
          </p:cNvSpPr>
          <p:nvPr/>
        </p:nvSpPr>
        <p:spPr>
          <a:xfrm>
            <a:off x="2458435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6696_1">
            <a:extLst>
              <a:ext uri="{FF2B5EF4-FFF2-40B4-BE49-F238E27FC236}">
                <a16:creationId xmlns:a16="http://schemas.microsoft.com/office/drawing/2014/main" id="{6C8D9F5B-B6B3-412B-BB00-9AE9F58B28E7}"/>
              </a:ext>
            </a:extLst>
          </p:cNvPr>
          <p:cNvSpPr>
            <a:spLocks noGrp="1"/>
          </p:cNvSpPr>
          <p:nvPr/>
        </p:nvSpPr>
        <p:spPr>
          <a:xfrm>
            <a:off x="2737616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6697_1">
            <a:extLst>
              <a:ext uri="{FF2B5EF4-FFF2-40B4-BE49-F238E27FC236}">
                <a16:creationId xmlns:a16="http://schemas.microsoft.com/office/drawing/2014/main" id="{48D5B3C4-D035-499D-AB78-408EB32622E9}"/>
              </a:ext>
            </a:extLst>
          </p:cNvPr>
          <p:cNvSpPr>
            <a:spLocks noGrp="1"/>
          </p:cNvSpPr>
          <p:nvPr/>
        </p:nvSpPr>
        <p:spPr>
          <a:xfrm>
            <a:off x="3016797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6698_1">
            <a:extLst>
              <a:ext uri="{FF2B5EF4-FFF2-40B4-BE49-F238E27FC236}">
                <a16:creationId xmlns:a16="http://schemas.microsoft.com/office/drawing/2014/main" id="{2A2B6A7E-3EEC-4162-9761-995795708452}"/>
              </a:ext>
            </a:extLst>
          </p:cNvPr>
          <p:cNvSpPr>
            <a:spLocks noGrp="1"/>
          </p:cNvSpPr>
          <p:nvPr/>
        </p:nvSpPr>
        <p:spPr>
          <a:xfrm>
            <a:off x="3295978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6699_1">
            <a:extLst>
              <a:ext uri="{FF2B5EF4-FFF2-40B4-BE49-F238E27FC236}">
                <a16:creationId xmlns:a16="http://schemas.microsoft.com/office/drawing/2014/main" id="{2AC99EE7-593C-4DDC-B9D0-EF8EB5F42A0F}"/>
              </a:ext>
            </a:extLst>
          </p:cNvPr>
          <p:cNvSpPr>
            <a:spLocks noGrp="1"/>
          </p:cNvSpPr>
          <p:nvPr/>
        </p:nvSpPr>
        <p:spPr>
          <a:xfrm>
            <a:off x="1062530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6700_1">
            <a:extLst>
              <a:ext uri="{FF2B5EF4-FFF2-40B4-BE49-F238E27FC236}">
                <a16:creationId xmlns:a16="http://schemas.microsoft.com/office/drawing/2014/main" id="{B33158F8-CFBA-428D-BC2C-6F66778E5CDA}"/>
              </a:ext>
            </a:extLst>
          </p:cNvPr>
          <p:cNvSpPr>
            <a:spLocks noGrp="1"/>
          </p:cNvSpPr>
          <p:nvPr/>
        </p:nvSpPr>
        <p:spPr>
          <a:xfrm>
            <a:off x="1341711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6701_1">
            <a:extLst>
              <a:ext uri="{FF2B5EF4-FFF2-40B4-BE49-F238E27FC236}">
                <a16:creationId xmlns:a16="http://schemas.microsoft.com/office/drawing/2014/main" id="{E82599F3-4A50-4102-A07B-CAFB2AE8C7EE}"/>
              </a:ext>
            </a:extLst>
          </p:cNvPr>
          <p:cNvSpPr>
            <a:spLocks noGrp="1"/>
          </p:cNvSpPr>
          <p:nvPr/>
        </p:nvSpPr>
        <p:spPr>
          <a:xfrm>
            <a:off x="1620892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6702_1">
            <a:extLst>
              <a:ext uri="{FF2B5EF4-FFF2-40B4-BE49-F238E27FC236}">
                <a16:creationId xmlns:a16="http://schemas.microsoft.com/office/drawing/2014/main" id="{4AE13A69-B384-4730-941C-EA668F852DAD}"/>
              </a:ext>
            </a:extLst>
          </p:cNvPr>
          <p:cNvSpPr>
            <a:spLocks noGrp="1"/>
          </p:cNvSpPr>
          <p:nvPr/>
        </p:nvSpPr>
        <p:spPr>
          <a:xfrm>
            <a:off x="1900073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6703_1">
            <a:extLst>
              <a:ext uri="{FF2B5EF4-FFF2-40B4-BE49-F238E27FC236}">
                <a16:creationId xmlns:a16="http://schemas.microsoft.com/office/drawing/2014/main" id="{D5AB4970-0C84-4B52-8B65-D81992599A78}"/>
              </a:ext>
            </a:extLst>
          </p:cNvPr>
          <p:cNvSpPr>
            <a:spLocks noGrp="1"/>
          </p:cNvSpPr>
          <p:nvPr/>
        </p:nvSpPr>
        <p:spPr>
          <a:xfrm>
            <a:off x="2179254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6704_1">
            <a:extLst>
              <a:ext uri="{FF2B5EF4-FFF2-40B4-BE49-F238E27FC236}">
                <a16:creationId xmlns:a16="http://schemas.microsoft.com/office/drawing/2014/main" id="{6C73FBE3-07AD-4348-B4FE-36846D60D742}"/>
              </a:ext>
            </a:extLst>
          </p:cNvPr>
          <p:cNvSpPr>
            <a:spLocks noGrp="1"/>
          </p:cNvSpPr>
          <p:nvPr/>
        </p:nvSpPr>
        <p:spPr>
          <a:xfrm>
            <a:off x="2458435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6705_1">
            <a:extLst>
              <a:ext uri="{FF2B5EF4-FFF2-40B4-BE49-F238E27FC236}">
                <a16:creationId xmlns:a16="http://schemas.microsoft.com/office/drawing/2014/main" id="{C117D705-37EB-4BAD-9936-BB440F77C3A8}"/>
              </a:ext>
            </a:extLst>
          </p:cNvPr>
          <p:cNvSpPr>
            <a:spLocks noGrp="1"/>
          </p:cNvSpPr>
          <p:nvPr/>
        </p:nvSpPr>
        <p:spPr>
          <a:xfrm>
            <a:off x="2737616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o6706_1">
            <a:extLst>
              <a:ext uri="{FF2B5EF4-FFF2-40B4-BE49-F238E27FC236}">
                <a16:creationId xmlns:a16="http://schemas.microsoft.com/office/drawing/2014/main" id="{F4C9FA69-8EC5-42E6-B7C9-87B45AFF27F3}"/>
              </a:ext>
            </a:extLst>
          </p:cNvPr>
          <p:cNvSpPr>
            <a:spLocks noGrp="1"/>
          </p:cNvSpPr>
          <p:nvPr/>
        </p:nvSpPr>
        <p:spPr>
          <a:xfrm>
            <a:off x="3016797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4" name="anim_o6707_1">
            <a:extLst>
              <a:ext uri="{FF2B5EF4-FFF2-40B4-BE49-F238E27FC236}">
                <a16:creationId xmlns:a16="http://schemas.microsoft.com/office/drawing/2014/main" id="{D26673E1-2281-449F-9F22-62D838204FE7}"/>
              </a:ext>
            </a:extLst>
          </p:cNvPr>
          <p:cNvSpPr>
            <a:spLocks noGrp="1"/>
          </p:cNvSpPr>
          <p:nvPr/>
        </p:nvSpPr>
        <p:spPr>
          <a:xfrm>
            <a:off x="3295978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5" name="anim_o6708_1">
            <a:extLst>
              <a:ext uri="{FF2B5EF4-FFF2-40B4-BE49-F238E27FC236}">
                <a16:creationId xmlns:a16="http://schemas.microsoft.com/office/drawing/2014/main" id="{4738C03E-EBF0-44AB-9B5E-F45A0C637719}"/>
              </a:ext>
            </a:extLst>
          </p:cNvPr>
          <p:cNvSpPr>
            <a:spLocks noGrp="1"/>
          </p:cNvSpPr>
          <p:nvPr/>
        </p:nvSpPr>
        <p:spPr>
          <a:xfrm>
            <a:off x="1062530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6" name="anim_o6709_1">
            <a:extLst>
              <a:ext uri="{FF2B5EF4-FFF2-40B4-BE49-F238E27FC236}">
                <a16:creationId xmlns:a16="http://schemas.microsoft.com/office/drawing/2014/main" id="{40693A7D-C913-4B5C-814A-5DC36032F031}"/>
              </a:ext>
            </a:extLst>
          </p:cNvPr>
          <p:cNvSpPr>
            <a:spLocks noGrp="1"/>
          </p:cNvSpPr>
          <p:nvPr/>
        </p:nvSpPr>
        <p:spPr>
          <a:xfrm>
            <a:off x="1341711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7" name="anim_o6710_1">
            <a:extLst>
              <a:ext uri="{FF2B5EF4-FFF2-40B4-BE49-F238E27FC236}">
                <a16:creationId xmlns:a16="http://schemas.microsoft.com/office/drawing/2014/main" id="{2D4DD3BA-0628-4FAB-A1A2-EFDC9E557A8A}"/>
              </a:ext>
            </a:extLst>
          </p:cNvPr>
          <p:cNvSpPr>
            <a:spLocks noGrp="1"/>
          </p:cNvSpPr>
          <p:nvPr/>
        </p:nvSpPr>
        <p:spPr>
          <a:xfrm>
            <a:off x="1620892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" name="anim_o6711_1">
            <a:extLst>
              <a:ext uri="{FF2B5EF4-FFF2-40B4-BE49-F238E27FC236}">
                <a16:creationId xmlns:a16="http://schemas.microsoft.com/office/drawing/2014/main" id="{C6C45255-3157-43A4-931E-6FF6C52606ED}"/>
              </a:ext>
            </a:extLst>
          </p:cNvPr>
          <p:cNvSpPr>
            <a:spLocks noGrp="1"/>
          </p:cNvSpPr>
          <p:nvPr/>
        </p:nvSpPr>
        <p:spPr>
          <a:xfrm>
            <a:off x="1900073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o6712_1">
            <a:extLst>
              <a:ext uri="{FF2B5EF4-FFF2-40B4-BE49-F238E27FC236}">
                <a16:creationId xmlns:a16="http://schemas.microsoft.com/office/drawing/2014/main" id="{A7F83DB0-CDBE-407B-90DE-A1006EF78097}"/>
              </a:ext>
            </a:extLst>
          </p:cNvPr>
          <p:cNvSpPr>
            <a:spLocks noGrp="1"/>
          </p:cNvSpPr>
          <p:nvPr/>
        </p:nvSpPr>
        <p:spPr>
          <a:xfrm>
            <a:off x="2179254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0" name="anim_o6713_1">
            <a:extLst>
              <a:ext uri="{FF2B5EF4-FFF2-40B4-BE49-F238E27FC236}">
                <a16:creationId xmlns:a16="http://schemas.microsoft.com/office/drawing/2014/main" id="{CE8A304A-CDB0-4234-8F46-F6FEFCE62F0C}"/>
              </a:ext>
            </a:extLst>
          </p:cNvPr>
          <p:cNvSpPr>
            <a:spLocks noGrp="1"/>
          </p:cNvSpPr>
          <p:nvPr/>
        </p:nvSpPr>
        <p:spPr>
          <a:xfrm>
            <a:off x="2458435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" name="anim_o6714_1">
            <a:extLst>
              <a:ext uri="{FF2B5EF4-FFF2-40B4-BE49-F238E27FC236}">
                <a16:creationId xmlns:a16="http://schemas.microsoft.com/office/drawing/2014/main" id="{B1833C80-29E1-4BD6-B287-E6F852400352}"/>
              </a:ext>
            </a:extLst>
          </p:cNvPr>
          <p:cNvSpPr>
            <a:spLocks noGrp="1"/>
          </p:cNvSpPr>
          <p:nvPr/>
        </p:nvSpPr>
        <p:spPr>
          <a:xfrm>
            <a:off x="2737616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2" name="anim_o6715_1">
            <a:extLst>
              <a:ext uri="{FF2B5EF4-FFF2-40B4-BE49-F238E27FC236}">
                <a16:creationId xmlns:a16="http://schemas.microsoft.com/office/drawing/2014/main" id="{944E95E9-D8B7-4985-A818-16D857465A72}"/>
              </a:ext>
            </a:extLst>
          </p:cNvPr>
          <p:cNvSpPr>
            <a:spLocks noGrp="1"/>
          </p:cNvSpPr>
          <p:nvPr/>
        </p:nvSpPr>
        <p:spPr>
          <a:xfrm>
            <a:off x="3016797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3" name="anim_o6716_1">
            <a:extLst>
              <a:ext uri="{FF2B5EF4-FFF2-40B4-BE49-F238E27FC236}">
                <a16:creationId xmlns:a16="http://schemas.microsoft.com/office/drawing/2014/main" id="{6630E567-1BC8-4BCE-BD25-E3042E4BE578}"/>
              </a:ext>
            </a:extLst>
          </p:cNvPr>
          <p:cNvSpPr>
            <a:spLocks noGrp="1"/>
          </p:cNvSpPr>
          <p:nvPr/>
        </p:nvSpPr>
        <p:spPr>
          <a:xfrm>
            <a:off x="3295978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4" name="anim_o6717_1">
            <a:extLst>
              <a:ext uri="{FF2B5EF4-FFF2-40B4-BE49-F238E27FC236}">
                <a16:creationId xmlns:a16="http://schemas.microsoft.com/office/drawing/2014/main" id="{9E756040-5F43-45A5-BB55-6660431FECEA}"/>
              </a:ext>
            </a:extLst>
          </p:cNvPr>
          <p:cNvSpPr>
            <a:spLocks noGrp="1"/>
          </p:cNvSpPr>
          <p:nvPr/>
        </p:nvSpPr>
        <p:spPr>
          <a:xfrm>
            <a:off x="1062530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5" name="anim_o6718_1">
            <a:extLst>
              <a:ext uri="{FF2B5EF4-FFF2-40B4-BE49-F238E27FC236}">
                <a16:creationId xmlns:a16="http://schemas.microsoft.com/office/drawing/2014/main" id="{68FF85BB-075D-49BB-A4A5-6D7E4A66A54A}"/>
              </a:ext>
            </a:extLst>
          </p:cNvPr>
          <p:cNvSpPr>
            <a:spLocks noGrp="1"/>
          </p:cNvSpPr>
          <p:nvPr/>
        </p:nvSpPr>
        <p:spPr>
          <a:xfrm>
            <a:off x="1341711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6" name="anim_o6719_1">
            <a:extLst>
              <a:ext uri="{FF2B5EF4-FFF2-40B4-BE49-F238E27FC236}">
                <a16:creationId xmlns:a16="http://schemas.microsoft.com/office/drawing/2014/main" id="{C2791F0C-BE27-4D50-8017-BD6D6EE8F484}"/>
              </a:ext>
            </a:extLst>
          </p:cNvPr>
          <p:cNvSpPr>
            <a:spLocks noGrp="1"/>
          </p:cNvSpPr>
          <p:nvPr/>
        </p:nvSpPr>
        <p:spPr>
          <a:xfrm>
            <a:off x="1620892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7" name="anim_o6720_1">
            <a:extLst>
              <a:ext uri="{FF2B5EF4-FFF2-40B4-BE49-F238E27FC236}">
                <a16:creationId xmlns:a16="http://schemas.microsoft.com/office/drawing/2014/main" id="{69788319-F123-4F19-9E71-E1CD84A82D36}"/>
              </a:ext>
            </a:extLst>
          </p:cNvPr>
          <p:cNvSpPr>
            <a:spLocks noGrp="1"/>
          </p:cNvSpPr>
          <p:nvPr/>
        </p:nvSpPr>
        <p:spPr>
          <a:xfrm>
            <a:off x="1900073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8" name="anim_o6721_1">
            <a:extLst>
              <a:ext uri="{FF2B5EF4-FFF2-40B4-BE49-F238E27FC236}">
                <a16:creationId xmlns:a16="http://schemas.microsoft.com/office/drawing/2014/main" id="{6FEF8A61-39D6-428A-929B-D25B140E9E6B}"/>
              </a:ext>
            </a:extLst>
          </p:cNvPr>
          <p:cNvSpPr>
            <a:spLocks noGrp="1"/>
          </p:cNvSpPr>
          <p:nvPr/>
        </p:nvSpPr>
        <p:spPr>
          <a:xfrm>
            <a:off x="2179254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9" name="anim_o6722_1">
            <a:extLst>
              <a:ext uri="{FF2B5EF4-FFF2-40B4-BE49-F238E27FC236}">
                <a16:creationId xmlns:a16="http://schemas.microsoft.com/office/drawing/2014/main" id="{BD76DE23-6017-4696-9A16-9DEBA6E79EBE}"/>
              </a:ext>
            </a:extLst>
          </p:cNvPr>
          <p:cNvSpPr>
            <a:spLocks noGrp="1"/>
          </p:cNvSpPr>
          <p:nvPr/>
        </p:nvSpPr>
        <p:spPr>
          <a:xfrm>
            <a:off x="2458435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0" name="anim_o6723_1">
            <a:extLst>
              <a:ext uri="{FF2B5EF4-FFF2-40B4-BE49-F238E27FC236}">
                <a16:creationId xmlns:a16="http://schemas.microsoft.com/office/drawing/2014/main" id="{56959E83-A985-44A2-962D-017B3A68571C}"/>
              </a:ext>
            </a:extLst>
          </p:cNvPr>
          <p:cNvSpPr>
            <a:spLocks noGrp="1"/>
          </p:cNvSpPr>
          <p:nvPr/>
        </p:nvSpPr>
        <p:spPr>
          <a:xfrm>
            <a:off x="2737616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1" name="anim_o6724_1">
            <a:extLst>
              <a:ext uri="{FF2B5EF4-FFF2-40B4-BE49-F238E27FC236}">
                <a16:creationId xmlns:a16="http://schemas.microsoft.com/office/drawing/2014/main" id="{87C193BA-30F3-4AE8-AA6D-6364FE6A8C65}"/>
              </a:ext>
            </a:extLst>
          </p:cNvPr>
          <p:cNvSpPr>
            <a:spLocks noGrp="1"/>
          </p:cNvSpPr>
          <p:nvPr/>
        </p:nvSpPr>
        <p:spPr>
          <a:xfrm>
            <a:off x="3016797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2" name="anim_o6725_1">
            <a:extLst>
              <a:ext uri="{FF2B5EF4-FFF2-40B4-BE49-F238E27FC236}">
                <a16:creationId xmlns:a16="http://schemas.microsoft.com/office/drawing/2014/main" id="{BE36B81B-E565-454C-9862-594A437860E2}"/>
              </a:ext>
            </a:extLst>
          </p:cNvPr>
          <p:cNvSpPr>
            <a:spLocks noGrp="1"/>
          </p:cNvSpPr>
          <p:nvPr/>
        </p:nvSpPr>
        <p:spPr>
          <a:xfrm>
            <a:off x="3295978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3" name="anim_o6726_1">
            <a:extLst>
              <a:ext uri="{FF2B5EF4-FFF2-40B4-BE49-F238E27FC236}">
                <a16:creationId xmlns:a16="http://schemas.microsoft.com/office/drawing/2014/main" id="{3362D291-5B5E-479C-8461-0C1A26B7957C}"/>
              </a:ext>
            </a:extLst>
          </p:cNvPr>
          <p:cNvSpPr>
            <a:spLocks noGrp="1"/>
          </p:cNvSpPr>
          <p:nvPr/>
        </p:nvSpPr>
        <p:spPr>
          <a:xfrm>
            <a:off x="1062530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4" name="anim_o6727_1">
            <a:extLst>
              <a:ext uri="{FF2B5EF4-FFF2-40B4-BE49-F238E27FC236}">
                <a16:creationId xmlns:a16="http://schemas.microsoft.com/office/drawing/2014/main" id="{615B065D-875F-4AAC-92D3-23F004F39258}"/>
              </a:ext>
            </a:extLst>
          </p:cNvPr>
          <p:cNvSpPr>
            <a:spLocks noGrp="1"/>
          </p:cNvSpPr>
          <p:nvPr/>
        </p:nvSpPr>
        <p:spPr>
          <a:xfrm>
            <a:off x="1341711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5" name="anim_o6728_1">
            <a:extLst>
              <a:ext uri="{FF2B5EF4-FFF2-40B4-BE49-F238E27FC236}">
                <a16:creationId xmlns:a16="http://schemas.microsoft.com/office/drawing/2014/main" id="{05FEA670-7070-4503-9A9E-96BF0D374D80}"/>
              </a:ext>
            </a:extLst>
          </p:cNvPr>
          <p:cNvSpPr>
            <a:spLocks noGrp="1"/>
          </p:cNvSpPr>
          <p:nvPr/>
        </p:nvSpPr>
        <p:spPr>
          <a:xfrm>
            <a:off x="1620892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6" name="anim_o6729_1">
            <a:extLst>
              <a:ext uri="{FF2B5EF4-FFF2-40B4-BE49-F238E27FC236}">
                <a16:creationId xmlns:a16="http://schemas.microsoft.com/office/drawing/2014/main" id="{16921940-DBA2-4379-9203-B6B0155D53B0}"/>
              </a:ext>
            </a:extLst>
          </p:cNvPr>
          <p:cNvSpPr>
            <a:spLocks noGrp="1"/>
          </p:cNvSpPr>
          <p:nvPr/>
        </p:nvSpPr>
        <p:spPr>
          <a:xfrm>
            <a:off x="1900073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7" name="anim_o6730_1">
            <a:extLst>
              <a:ext uri="{FF2B5EF4-FFF2-40B4-BE49-F238E27FC236}">
                <a16:creationId xmlns:a16="http://schemas.microsoft.com/office/drawing/2014/main" id="{AB4D0BE3-9C04-4D11-AE8B-75A615EADC9E}"/>
              </a:ext>
            </a:extLst>
          </p:cNvPr>
          <p:cNvSpPr>
            <a:spLocks noGrp="1"/>
          </p:cNvSpPr>
          <p:nvPr/>
        </p:nvSpPr>
        <p:spPr>
          <a:xfrm>
            <a:off x="2179254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8" name="anim_o6731_1">
            <a:extLst>
              <a:ext uri="{FF2B5EF4-FFF2-40B4-BE49-F238E27FC236}">
                <a16:creationId xmlns:a16="http://schemas.microsoft.com/office/drawing/2014/main" id="{291E7A98-FF12-42C7-84D6-A42AF7E125C8}"/>
              </a:ext>
            </a:extLst>
          </p:cNvPr>
          <p:cNvSpPr>
            <a:spLocks noGrp="1"/>
          </p:cNvSpPr>
          <p:nvPr/>
        </p:nvSpPr>
        <p:spPr>
          <a:xfrm>
            <a:off x="2458435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9" name="anim_o6732_1">
            <a:extLst>
              <a:ext uri="{FF2B5EF4-FFF2-40B4-BE49-F238E27FC236}">
                <a16:creationId xmlns:a16="http://schemas.microsoft.com/office/drawing/2014/main" id="{F892FCB3-96C6-4724-97DE-2B4C4D1F844F}"/>
              </a:ext>
            </a:extLst>
          </p:cNvPr>
          <p:cNvSpPr>
            <a:spLocks noGrp="1"/>
          </p:cNvSpPr>
          <p:nvPr/>
        </p:nvSpPr>
        <p:spPr>
          <a:xfrm>
            <a:off x="2737616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0" name="anim_o6733_1">
            <a:extLst>
              <a:ext uri="{FF2B5EF4-FFF2-40B4-BE49-F238E27FC236}">
                <a16:creationId xmlns:a16="http://schemas.microsoft.com/office/drawing/2014/main" id="{662823BB-4143-4B5F-AF06-F103D5F87853}"/>
              </a:ext>
            </a:extLst>
          </p:cNvPr>
          <p:cNvSpPr>
            <a:spLocks noGrp="1"/>
          </p:cNvSpPr>
          <p:nvPr/>
        </p:nvSpPr>
        <p:spPr>
          <a:xfrm>
            <a:off x="3016797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1" name="anim_o6734_1">
            <a:extLst>
              <a:ext uri="{FF2B5EF4-FFF2-40B4-BE49-F238E27FC236}">
                <a16:creationId xmlns:a16="http://schemas.microsoft.com/office/drawing/2014/main" id="{3FC24420-8C13-4875-A8F7-0FA6455A94A2}"/>
              </a:ext>
            </a:extLst>
          </p:cNvPr>
          <p:cNvSpPr>
            <a:spLocks noGrp="1"/>
          </p:cNvSpPr>
          <p:nvPr/>
        </p:nvSpPr>
        <p:spPr>
          <a:xfrm>
            <a:off x="3295978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2" name="anim_o6864_1">
            <a:extLst>
              <a:ext uri="{FF2B5EF4-FFF2-40B4-BE49-F238E27FC236}">
                <a16:creationId xmlns:a16="http://schemas.microsoft.com/office/drawing/2014/main" id="{A8744FC7-4174-4875-907C-FCA37F96CCF1}"/>
              </a:ext>
            </a:extLst>
          </p:cNvPr>
          <p:cNvSpPr>
            <a:spLocks noGrp="1"/>
          </p:cNvSpPr>
          <p:nvPr/>
        </p:nvSpPr>
        <p:spPr>
          <a:xfrm>
            <a:off x="3739384" y="4098706"/>
            <a:ext cx="1625819" cy="171450"/>
          </a:xfrm>
          <a:custGeom>
            <a:avLst/>
            <a:gdLst/>
            <a:ahLst/>
            <a:cxnLst/>
            <a:rect l="0" t="0" r="0" b="0"/>
            <a:pathLst>
              <a:path w="1625819" h="171450">
                <a:moveTo>
                  <a:pt x="0" y="104775"/>
                </a:moveTo>
                <a:lnTo>
                  <a:pt x="1454369" y="104775"/>
                </a:lnTo>
                <a:lnTo>
                  <a:pt x="1454369" y="171450"/>
                </a:lnTo>
                <a:lnTo>
                  <a:pt x="1625819" y="85725"/>
                </a:lnTo>
                <a:lnTo>
                  <a:pt x="1454369" y="0"/>
                </a:lnTo>
                <a:lnTo>
                  <a:pt x="1454369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1270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83" name="anim_o6753_1">
            <a:extLst>
              <a:ext uri="{FF2B5EF4-FFF2-40B4-BE49-F238E27FC236}">
                <a16:creationId xmlns:a16="http://schemas.microsoft.com/office/drawing/2014/main" id="{8F33ABE9-C3BD-4E12-ABE2-66208059106D}"/>
              </a:ext>
            </a:extLst>
          </p:cNvPr>
          <p:cNvSpPr>
            <a:spLocks noGrp="1"/>
          </p:cNvSpPr>
          <p:nvPr/>
        </p:nvSpPr>
        <p:spPr>
          <a:xfrm>
            <a:off x="5529427" y="3207297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4" name="anim_o6754_1">
            <a:extLst>
              <a:ext uri="{FF2B5EF4-FFF2-40B4-BE49-F238E27FC236}">
                <a16:creationId xmlns:a16="http://schemas.microsoft.com/office/drawing/2014/main" id="{78C016F8-681D-4152-A831-AA664C505E48}"/>
              </a:ext>
            </a:extLst>
          </p:cNvPr>
          <p:cNvSpPr>
            <a:spLocks noGrp="1"/>
          </p:cNvSpPr>
          <p:nvPr/>
        </p:nvSpPr>
        <p:spPr>
          <a:xfrm>
            <a:off x="5808608" y="3207297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5" name="anim_o6755_1">
            <a:extLst>
              <a:ext uri="{FF2B5EF4-FFF2-40B4-BE49-F238E27FC236}">
                <a16:creationId xmlns:a16="http://schemas.microsoft.com/office/drawing/2014/main" id="{DBD9CCAE-E8A5-4E4F-82B9-32796C479CF0}"/>
              </a:ext>
            </a:extLst>
          </p:cNvPr>
          <p:cNvSpPr>
            <a:spLocks noGrp="1"/>
          </p:cNvSpPr>
          <p:nvPr/>
        </p:nvSpPr>
        <p:spPr>
          <a:xfrm>
            <a:off x="6087789" y="3207297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6" name="anim_o6756_1">
            <a:extLst>
              <a:ext uri="{FF2B5EF4-FFF2-40B4-BE49-F238E27FC236}">
                <a16:creationId xmlns:a16="http://schemas.microsoft.com/office/drawing/2014/main" id="{11AFB290-65B0-45E7-AA8F-CFF519ED6ECA}"/>
              </a:ext>
            </a:extLst>
          </p:cNvPr>
          <p:cNvSpPr>
            <a:spLocks noGrp="1"/>
          </p:cNvSpPr>
          <p:nvPr/>
        </p:nvSpPr>
        <p:spPr>
          <a:xfrm>
            <a:off x="6366970" y="3207297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7" name="anim_o6757_1">
            <a:extLst>
              <a:ext uri="{FF2B5EF4-FFF2-40B4-BE49-F238E27FC236}">
                <a16:creationId xmlns:a16="http://schemas.microsoft.com/office/drawing/2014/main" id="{B04151AF-6F9A-48F2-81C7-99C88B3F51E6}"/>
              </a:ext>
            </a:extLst>
          </p:cNvPr>
          <p:cNvSpPr>
            <a:spLocks noGrp="1"/>
          </p:cNvSpPr>
          <p:nvPr/>
        </p:nvSpPr>
        <p:spPr>
          <a:xfrm>
            <a:off x="6646151" y="3207297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8" name="anim_o6758_1">
            <a:extLst>
              <a:ext uri="{FF2B5EF4-FFF2-40B4-BE49-F238E27FC236}">
                <a16:creationId xmlns:a16="http://schemas.microsoft.com/office/drawing/2014/main" id="{2A643866-A0BD-40FD-93B3-5E47D7F7850C}"/>
              </a:ext>
            </a:extLst>
          </p:cNvPr>
          <p:cNvSpPr>
            <a:spLocks noGrp="1"/>
          </p:cNvSpPr>
          <p:nvPr/>
        </p:nvSpPr>
        <p:spPr>
          <a:xfrm>
            <a:off x="6925332" y="3207297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9" name="anim_o6759_1">
            <a:extLst>
              <a:ext uri="{FF2B5EF4-FFF2-40B4-BE49-F238E27FC236}">
                <a16:creationId xmlns:a16="http://schemas.microsoft.com/office/drawing/2014/main" id="{D74B9309-FEAF-433B-8AEE-8A75C90FA079}"/>
              </a:ext>
            </a:extLst>
          </p:cNvPr>
          <p:cNvSpPr>
            <a:spLocks noGrp="1"/>
          </p:cNvSpPr>
          <p:nvPr/>
        </p:nvSpPr>
        <p:spPr>
          <a:xfrm>
            <a:off x="7204513" y="3207297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0" name="anim_o6760_1">
            <a:extLst>
              <a:ext uri="{FF2B5EF4-FFF2-40B4-BE49-F238E27FC236}">
                <a16:creationId xmlns:a16="http://schemas.microsoft.com/office/drawing/2014/main" id="{E276F318-D9C3-4EF8-804E-72A38A2E4CFB}"/>
              </a:ext>
            </a:extLst>
          </p:cNvPr>
          <p:cNvSpPr>
            <a:spLocks noGrp="1"/>
          </p:cNvSpPr>
          <p:nvPr/>
        </p:nvSpPr>
        <p:spPr>
          <a:xfrm>
            <a:off x="5529427" y="3486478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1" name="anim_o6761_1">
            <a:extLst>
              <a:ext uri="{FF2B5EF4-FFF2-40B4-BE49-F238E27FC236}">
                <a16:creationId xmlns:a16="http://schemas.microsoft.com/office/drawing/2014/main" id="{0A4EDE8F-6500-4890-818D-37650F420BB2}"/>
              </a:ext>
            </a:extLst>
          </p:cNvPr>
          <p:cNvSpPr>
            <a:spLocks noGrp="1"/>
          </p:cNvSpPr>
          <p:nvPr/>
        </p:nvSpPr>
        <p:spPr>
          <a:xfrm>
            <a:off x="5808608" y="3486478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2" name="anim_o6762_1">
            <a:extLst>
              <a:ext uri="{FF2B5EF4-FFF2-40B4-BE49-F238E27FC236}">
                <a16:creationId xmlns:a16="http://schemas.microsoft.com/office/drawing/2014/main" id="{A8DEBE2E-7443-42BB-8612-03E5036500BC}"/>
              </a:ext>
            </a:extLst>
          </p:cNvPr>
          <p:cNvSpPr>
            <a:spLocks noGrp="1"/>
          </p:cNvSpPr>
          <p:nvPr/>
        </p:nvSpPr>
        <p:spPr>
          <a:xfrm>
            <a:off x="6087789" y="3486478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3" name="anim_o6763_1">
            <a:extLst>
              <a:ext uri="{FF2B5EF4-FFF2-40B4-BE49-F238E27FC236}">
                <a16:creationId xmlns:a16="http://schemas.microsoft.com/office/drawing/2014/main" id="{AC241917-2A02-4DF7-9425-9ABD2ED41313}"/>
              </a:ext>
            </a:extLst>
          </p:cNvPr>
          <p:cNvSpPr>
            <a:spLocks noGrp="1"/>
          </p:cNvSpPr>
          <p:nvPr/>
        </p:nvSpPr>
        <p:spPr>
          <a:xfrm>
            <a:off x="6366970" y="3486478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4" name="anim_o6764_1">
            <a:extLst>
              <a:ext uri="{FF2B5EF4-FFF2-40B4-BE49-F238E27FC236}">
                <a16:creationId xmlns:a16="http://schemas.microsoft.com/office/drawing/2014/main" id="{5D09A183-A721-4C5C-AEE2-DDEAC2AB2C38}"/>
              </a:ext>
            </a:extLst>
          </p:cNvPr>
          <p:cNvSpPr>
            <a:spLocks noGrp="1"/>
          </p:cNvSpPr>
          <p:nvPr/>
        </p:nvSpPr>
        <p:spPr>
          <a:xfrm>
            <a:off x="6646151" y="3486478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5" name="anim_o6765_1">
            <a:extLst>
              <a:ext uri="{FF2B5EF4-FFF2-40B4-BE49-F238E27FC236}">
                <a16:creationId xmlns:a16="http://schemas.microsoft.com/office/drawing/2014/main" id="{228EAF22-7EAA-4824-93BC-893680C206BB}"/>
              </a:ext>
            </a:extLst>
          </p:cNvPr>
          <p:cNvSpPr>
            <a:spLocks noGrp="1"/>
          </p:cNvSpPr>
          <p:nvPr/>
        </p:nvSpPr>
        <p:spPr>
          <a:xfrm>
            <a:off x="6925332" y="3486478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6" name="anim_o6766_1">
            <a:extLst>
              <a:ext uri="{FF2B5EF4-FFF2-40B4-BE49-F238E27FC236}">
                <a16:creationId xmlns:a16="http://schemas.microsoft.com/office/drawing/2014/main" id="{E75538F5-6D74-40DC-A01C-C377D5C6A9DB}"/>
              </a:ext>
            </a:extLst>
          </p:cNvPr>
          <p:cNvSpPr>
            <a:spLocks noGrp="1"/>
          </p:cNvSpPr>
          <p:nvPr/>
        </p:nvSpPr>
        <p:spPr>
          <a:xfrm>
            <a:off x="7204513" y="3486478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7" name="anim_o6767_1">
            <a:extLst>
              <a:ext uri="{FF2B5EF4-FFF2-40B4-BE49-F238E27FC236}">
                <a16:creationId xmlns:a16="http://schemas.microsoft.com/office/drawing/2014/main" id="{431DBEDA-914B-4B57-A1FF-52F74305C801}"/>
              </a:ext>
            </a:extLst>
          </p:cNvPr>
          <p:cNvSpPr>
            <a:spLocks noGrp="1"/>
          </p:cNvSpPr>
          <p:nvPr/>
        </p:nvSpPr>
        <p:spPr>
          <a:xfrm>
            <a:off x="5529427" y="3765659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8" name="anim_o6768_1">
            <a:extLst>
              <a:ext uri="{FF2B5EF4-FFF2-40B4-BE49-F238E27FC236}">
                <a16:creationId xmlns:a16="http://schemas.microsoft.com/office/drawing/2014/main" id="{E6F4D0B8-D5DB-46E7-B784-471416EB8C86}"/>
              </a:ext>
            </a:extLst>
          </p:cNvPr>
          <p:cNvSpPr>
            <a:spLocks noGrp="1"/>
          </p:cNvSpPr>
          <p:nvPr/>
        </p:nvSpPr>
        <p:spPr>
          <a:xfrm>
            <a:off x="5808608" y="3765659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9" name="anim_o6769_1">
            <a:extLst>
              <a:ext uri="{FF2B5EF4-FFF2-40B4-BE49-F238E27FC236}">
                <a16:creationId xmlns:a16="http://schemas.microsoft.com/office/drawing/2014/main" id="{9C83B92B-4B4E-405D-912A-18B812AD0AAF}"/>
              </a:ext>
            </a:extLst>
          </p:cNvPr>
          <p:cNvSpPr>
            <a:spLocks noGrp="1"/>
          </p:cNvSpPr>
          <p:nvPr/>
        </p:nvSpPr>
        <p:spPr>
          <a:xfrm>
            <a:off x="6087789" y="3765659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0" name="anim_o6770_1">
            <a:extLst>
              <a:ext uri="{FF2B5EF4-FFF2-40B4-BE49-F238E27FC236}">
                <a16:creationId xmlns:a16="http://schemas.microsoft.com/office/drawing/2014/main" id="{9DFBA450-28EB-4BEB-8BA6-DCFDB51B9426}"/>
              </a:ext>
            </a:extLst>
          </p:cNvPr>
          <p:cNvSpPr>
            <a:spLocks noGrp="1"/>
          </p:cNvSpPr>
          <p:nvPr/>
        </p:nvSpPr>
        <p:spPr>
          <a:xfrm>
            <a:off x="6366970" y="3765659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1" name="anim_o6771_1">
            <a:extLst>
              <a:ext uri="{FF2B5EF4-FFF2-40B4-BE49-F238E27FC236}">
                <a16:creationId xmlns:a16="http://schemas.microsoft.com/office/drawing/2014/main" id="{F141A606-AEF5-418C-A8B2-656237F827D2}"/>
              </a:ext>
            </a:extLst>
          </p:cNvPr>
          <p:cNvSpPr>
            <a:spLocks noGrp="1"/>
          </p:cNvSpPr>
          <p:nvPr/>
        </p:nvSpPr>
        <p:spPr>
          <a:xfrm>
            <a:off x="6646151" y="3765659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2" name="anim_o6772_1">
            <a:extLst>
              <a:ext uri="{FF2B5EF4-FFF2-40B4-BE49-F238E27FC236}">
                <a16:creationId xmlns:a16="http://schemas.microsoft.com/office/drawing/2014/main" id="{419CF7D8-3138-499B-9790-290165352521}"/>
              </a:ext>
            </a:extLst>
          </p:cNvPr>
          <p:cNvSpPr>
            <a:spLocks noGrp="1"/>
          </p:cNvSpPr>
          <p:nvPr/>
        </p:nvSpPr>
        <p:spPr>
          <a:xfrm>
            <a:off x="6925332" y="3765659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3" name="anim_o6773_1">
            <a:extLst>
              <a:ext uri="{FF2B5EF4-FFF2-40B4-BE49-F238E27FC236}">
                <a16:creationId xmlns:a16="http://schemas.microsoft.com/office/drawing/2014/main" id="{91DFF5DF-E353-4E75-94B3-0A87E2F769C1}"/>
              </a:ext>
            </a:extLst>
          </p:cNvPr>
          <p:cNvSpPr>
            <a:spLocks noGrp="1"/>
          </p:cNvSpPr>
          <p:nvPr/>
        </p:nvSpPr>
        <p:spPr>
          <a:xfrm>
            <a:off x="7204513" y="3765659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4" name="anim_o6774_1">
            <a:extLst>
              <a:ext uri="{FF2B5EF4-FFF2-40B4-BE49-F238E27FC236}">
                <a16:creationId xmlns:a16="http://schemas.microsoft.com/office/drawing/2014/main" id="{2D7C23FA-B693-4A12-AC12-44C3466E1A7D}"/>
              </a:ext>
            </a:extLst>
          </p:cNvPr>
          <p:cNvSpPr>
            <a:spLocks noGrp="1"/>
          </p:cNvSpPr>
          <p:nvPr/>
        </p:nvSpPr>
        <p:spPr>
          <a:xfrm>
            <a:off x="5529427" y="4044841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5" name="anim_o6775_1">
            <a:extLst>
              <a:ext uri="{FF2B5EF4-FFF2-40B4-BE49-F238E27FC236}">
                <a16:creationId xmlns:a16="http://schemas.microsoft.com/office/drawing/2014/main" id="{B5E79F58-4D68-4427-BB4B-F290A120BFCB}"/>
              </a:ext>
            </a:extLst>
          </p:cNvPr>
          <p:cNvSpPr>
            <a:spLocks noGrp="1"/>
          </p:cNvSpPr>
          <p:nvPr/>
        </p:nvSpPr>
        <p:spPr>
          <a:xfrm>
            <a:off x="5808608" y="4044841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6" name="anim_o6776_1">
            <a:extLst>
              <a:ext uri="{FF2B5EF4-FFF2-40B4-BE49-F238E27FC236}">
                <a16:creationId xmlns:a16="http://schemas.microsoft.com/office/drawing/2014/main" id="{523FF8ED-FCA7-42F9-B94C-AB47DD50BF55}"/>
              </a:ext>
            </a:extLst>
          </p:cNvPr>
          <p:cNvSpPr>
            <a:spLocks noGrp="1"/>
          </p:cNvSpPr>
          <p:nvPr/>
        </p:nvSpPr>
        <p:spPr>
          <a:xfrm>
            <a:off x="6087789" y="4044841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7" name="anim_o6777_1">
            <a:extLst>
              <a:ext uri="{FF2B5EF4-FFF2-40B4-BE49-F238E27FC236}">
                <a16:creationId xmlns:a16="http://schemas.microsoft.com/office/drawing/2014/main" id="{C8177493-CE2A-41D4-BEC3-F233A9176FC4}"/>
              </a:ext>
            </a:extLst>
          </p:cNvPr>
          <p:cNvSpPr>
            <a:spLocks noGrp="1"/>
          </p:cNvSpPr>
          <p:nvPr/>
        </p:nvSpPr>
        <p:spPr>
          <a:xfrm>
            <a:off x="6366970" y="4044841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8" name="anim_o6778_1">
            <a:extLst>
              <a:ext uri="{FF2B5EF4-FFF2-40B4-BE49-F238E27FC236}">
                <a16:creationId xmlns:a16="http://schemas.microsoft.com/office/drawing/2014/main" id="{8BA4C6BB-B3A3-416C-824E-46D78C98800D}"/>
              </a:ext>
            </a:extLst>
          </p:cNvPr>
          <p:cNvSpPr>
            <a:spLocks noGrp="1"/>
          </p:cNvSpPr>
          <p:nvPr/>
        </p:nvSpPr>
        <p:spPr>
          <a:xfrm>
            <a:off x="6646151" y="4044841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9" name="anim_o6779_1">
            <a:extLst>
              <a:ext uri="{FF2B5EF4-FFF2-40B4-BE49-F238E27FC236}">
                <a16:creationId xmlns:a16="http://schemas.microsoft.com/office/drawing/2014/main" id="{4539495B-0061-4AC4-8E1A-9F2B7C239F6C}"/>
              </a:ext>
            </a:extLst>
          </p:cNvPr>
          <p:cNvSpPr>
            <a:spLocks noGrp="1"/>
          </p:cNvSpPr>
          <p:nvPr/>
        </p:nvSpPr>
        <p:spPr>
          <a:xfrm>
            <a:off x="6925332" y="4044841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0" name="anim_o6780_1">
            <a:extLst>
              <a:ext uri="{FF2B5EF4-FFF2-40B4-BE49-F238E27FC236}">
                <a16:creationId xmlns:a16="http://schemas.microsoft.com/office/drawing/2014/main" id="{3FBB2984-2356-4342-99EC-B9746AFC3766}"/>
              </a:ext>
            </a:extLst>
          </p:cNvPr>
          <p:cNvSpPr>
            <a:spLocks noGrp="1"/>
          </p:cNvSpPr>
          <p:nvPr/>
        </p:nvSpPr>
        <p:spPr>
          <a:xfrm>
            <a:off x="7204513" y="4044841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1" name="anim_o6781_1">
            <a:extLst>
              <a:ext uri="{FF2B5EF4-FFF2-40B4-BE49-F238E27FC236}">
                <a16:creationId xmlns:a16="http://schemas.microsoft.com/office/drawing/2014/main" id="{557C7B9B-4B2D-427C-BB16-9B82C3053509}"/>
              </a:ext>
            </a:extLst>
          </p:cNvPr>
          <p:cNvSpPr>
            <a:spLocks noGrp="1"/>
          </p:cNvSpPr>
          <p:nvPr/>
        </p:nvSpPr>
        <p:spPr>
          <a:xfrm>
            <a:off x="5529427" y="4324022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2" name="anim_o6782_1">
            <a:extLst>
              <a:ext uri="{FF2B5EF4-FFF2-40B4-BE49-F238E27FC236}">
                <a16:creationId xmlns:a16="http://schemas.microsoft.com/office/drawing/2014/main" id="{182CD894-8800-464B-B533-813F91D0DA6A}"/>
              </a:ext>
            </a:extLst>
          </p:cNvPr>
          <p:cNvSpPr>
            <a:spLocks noGrp="1"/>
          </p:cNvSpPr>
          <p:nvPr/>
        </p:nvSpPr>
        <p:spPr>
          <a:xfrm>
            <a:off x="5808608" y="4324022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3" name="anim_o6783_1">
            <a:extLst>
              <a:ext uri="{FF2B5EF4-FFF2-40B4-BE49-F238E27FC236}">
                <a16:creationId xmlns:a16="http://schemas.microsoft.com/office/drawing/2014/main" id="{BF46968B-5DAD-4E4E-9311-2A2EDF053F13}"/>
              </a:ext>
            </a:extLst>
          </p:cNvPr>
          <p:cNvSpPr>
            <a:spLocks noGrp="1"/>
          </p:cNvSpPr>
          <p:nvPr/>
        </p:nvSpPr>
        <p:spPr>
          <a:xfrm>
            <a:off x="6087789" y="4324022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4" name="anim_o6784_1">
            <a:extLst>
              <a:ext uri="{FF2B5EF4-FFF2-40B4-BE49-F238E27FC236}">
                <a16:creationId xmlns:a16="http://schemas.microsoft.com/office/drawing/2014/main" id="{F6C1F24F-2053-4321-900D-74933BCCE15F}"/>
              </a:ext>
            </a:extLst>
          </p:cNvPr>
          <p:cNvSpPr>
            <a:spLocks noGrp="1"/>
          </p:cNvSpPr>
          <p:nvPr/>
        </p:nvSpPr>
        <p:spPr>
          <a:xfrm>
            <a:off x="6366970" y="4324022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5" name="anim_o6785_1">
            <a:extLst>
              <a:ext uri="{FF2B5EF4-FFF2-40B4-BE49-F238E27FC236}">
                <a16:creationId xmlns:a16="http://schemas.microsoft.com/office/drawing/2014/main" id="{692D0725-42EF-4550-9AE9-69BBBD752C4F}"/>
              </a:ext>
            </a:extLst>
          </p:cNvPr>
          <p:cNvSpPr>
            <a:spLocks noGrp="1"/>
          </p:cNvSpPr>
          <p:nvPr/>
        </p:nvSpPr>
        <p:spPr>
          <a:xfrm>
            <a:off x="6646151" y="4324022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6" name="anim_o6786_1">
            <a:extLst>
              <a:ext uri="{FF2B5EF4-FFF2-40B4-BE49-F238E27FC236}">
                <a16:creationId xmlns:a16="http://schemas.microsoft.com/office/drawing/2014/main" id="{A84C68E8-C293-4C23-9221-97691DB165D2}"/>
              </a:ext>
            </a:extLst>
          </p:cNvPr>
          <p:cNvSpPr>
            <a:spLocks noGrp="1"/>
          </p:cNvSpPr>
          <p:nvPr/>
        </p:nvSpPr>
        <p:spPr>
          <a:xfrm>
            <a:off x="6925332" y="4324022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7" name="anim_o6787_1">
            <a:extLst>
              <a:ext uri="{FF2B5EF4-FFF2-40B4-BE49-F238E27FC236}">
                <a16:creationId xmlns:a16="http://schemas.microsoft.com/office/drawing/2014/main" id="{6E4282B7-E944-4DC8-B3F0-0A317A6B4916}"/>
              </a:ext>
            </a:extLst>
          </p:cNvPr>
          <p:cNvSpPr>
            <a:spLocks noGrp="1"/>
          </p:cNvSpPr>
          <p:nvPr/>
        </p:nvSpPr>
        <p:spPr>
          <a:xfrm>
            <a:off x="7204513" y="4324022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8" name="anim_o6788_1">
            <a:extLst>
              <a:ext uri="{FF2B5EF4-FFF2-40B4-BE49-F238E27FC236}">
                <a16:creationId xmlns:a16="http://schemas.microsoft.com/office/drawing/2014/main" id="{D00F888F-3E80-4F70-814F-0830CCEE77F4}"/>
              </a:ext>
            </a:extLst>
          </p:cNvPr>
          <p:cNvSpPr>
            <a:spLocks noGrp="1"/>
          </p:cNvSpPr>
          <p:nvPr/>
        </p:nvSpPr>
        <p:spPr>
          <a:xfrm>
            <a:off x="5529427" y="4603203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9" name="anim_o6789_1">
            <a:extLst>
              <a:ext uri="{FF2B5EF4-FFF2-40B4-BE49-F238E27FC236}">
                <a16:creationId xmlns:a16="http://schemas.microsoft.com/office/drawing/2014/main" id="{A0589AB4-5165-4B05-ACC3-D09C01F7D2D1}"/>
              </a:ext>
            </a:extLst>
          </p:cNvPr>
          <p:cNvSpPr>
            <a:spLocks noGrp="1"/>
          </p:cNvSpPr>
          <p:nvPr/>
        </p:nvSpPr>
        <p:spPr>
          <a:xfrm>
            <a:off x="5808608" y="4603203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0" name="anim_o6790_1">
            <a:extLst>
              <a:ext uri="{FF2B5EF4-FFF2-40B4-BE49-F238E27FC236}">
                <a16:creationId xmlns:a16="http://schemas.microsoft.com/office/drawing/2014/main" id="{8D42F25F-4A52-4C21-B086-C8672AB4AEE4}"/>
              </a:ext>
            </a:extLst>
          </p:cNvPr>
          <p:cNvSpPr>
            <a:spLocks noGrp="1"/>
          </p:cNvSpPr>
          <p:nvPr/>
        </p:nvSpPr>
        <p:spPr>
          <a:xfrm>
            <a:off x="6087789" y="4603203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1" name="anim_o6791_1">
            <a:extLst>
              <a:ext uri="{FF2B5EF4-FFF2-40B4-BE49-F238E27FC236}">
                <a16:creationId xmlns:a16="http://schemas.microsoft.com/office/drawing/2014/main" id="{328404D3-A88E-441B-94D8-137C8FDF5209}"/>
              </a:ext>
            </a:extLst>
          </p:cNvPr>
          <p:cNvSpPr>
            <a:spLocks noGrp="1"/>
          </p:cNvSpPr>
          <p:nvPr/>
        </p:nvSpPr>
        <p:spPr>
          <a:xfrm>
            <a:off x="6366970" y="4603203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2" name="anim_o6792_1">
            <a:extLst>
              <a:ext uri="{FF2B5EF4-FFF2-40B4-BE49-F238E27FC236}">
                <a16:creationId xmlns:a16="http://schemas.microsoft.com/office/drawing/2014/main" id="{41F0FC6F-99E7-4E5C-9C3A-23F4A6FBB4E9}"/>
              </a:ext>
            </a:extLst>
          </p:cNvPr>
          <p:cNvSpPr>
            <a:spLocks noGrp="1"/>
          </p:cNvSpPr>
          <p:nvPr/>
        </p:nvSpPr>
        <p:spPr>
          <a:xfrm>
            <a:off x="6646151" y="4603203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3" name="anim_o6793_1">
            <a:extLst>
              <a:ext uri="{FF2B5EF4-FFF2-40B4-BE49-F238E27FC236}">
                <a16:creationId xmlns:a16="http://schemas.microsoft.com/office/drawing/2014/main" id="{207B7C12-0EAE-4DC8-B23E-E7867E6BD487}"/>
              </a:ext>
            </a:extLst>
          </p:cNvPr>
          <p:cNvSpPr>
            <a:spLocks noGrp="1"/>
          </p:cNvSpPr>
          <p:nvPr/>
        </p:nvSpPr>
        <p:spPr>
          <a:xfrm>
            <a:off x="6925332" y="4603203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4" name="anim_o6794_1">
            <a:extLst>
              <a:ext uri="{FF2B5EF4-FFF2-40B4-BE49-F238E27FC236}">
                <a16:creationId xmlns:a16="http://schemas.microsoft.com/office/drawing/2014/main" id="{B89CC353-5A3F-46C5-BA93-F3A6A768B071}"/>
              </a:ext>
            </a:extLst>
          </p:cNvPr>
          <p:cNvSpPr>
            <a:spLocks noGrp="1"/>
          </p:cNvSpPr>
          <p:nvPr/>
        </p:nvSpPr>
        <p:spPr>
          <a:xfrm>
            <a:off x="7204513" y="4603203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5" name="anim_o6795_1">
            <a:extLst>
              <a:ext uri="{FF2B5EF4-FFF2-40B4-BE49-F238E27FC236}">
                <a16:creationId xmlns:a16="http://schemas.microsoft.com/office/drawing/2014/main" id="{78991F67-DA2E-4759-BFB6-44A3E9724B39}"/>
              </a:ext>
            </a:extLst>
          </p:cNvPr>
          <p:cNvSpPr>
            <a:spLocks noGrp="1"/>
          </p:cNvSpPr>
          <p:nvPr/>
        </p:nvSpPr>
        <p:spPr>
          <a:xfrm>
            <a:off x="5529427" y="4882384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6" name="anim_o6796_1">
            <a:extLst>
              <a:ext uri="{FF2B5EF4-FFF2-40B4-BE49-F238E27FC236}">
                <a16:creationId xmlns:a16="http://schemas.microsoft.com/office/drawing/2014/main" id="{77B8C51F-A323-480D-82D4-2C944766CDA6}"/>
              </a:ext>
            </a:extLst>
          </p:cNvPr>
          <p:cNvSpPr>
            <a:spLocks noGrp="1"/>
          </p:cNvSpPr>
          <p:nvPr/>
        </p:nvSpPr>
        <p:spPr>
          <a:xfrm>
            <a:off x="5808608" y="4882384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7" name="anim_o6797_1">
            <a:extLst>
              <a:ext uri="{FF2B5EF4-FFF2-40B4-BE49-F238E27FC236}">
                <a16:creationId xmlns:a16="http://schemas.microsoft.com/office/drawing/2014/main" id="{9B8BFE73-2632-4AF6-B7F3-FCE34CE99E28}"/>
              </a:ext>
            </a:extLst>
          </p:cNvPr>
          <p:cNvSpPr>
            <a:spLocks noGrp="1"/>
          </p:cNvSpPr>
          <p:nvPr/>
        </p:nvSpPr>
        <p:spPr>
          <a:xfrm>
            <a:off x="6087789" y="4882384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8" name="anim_o6798_1">
            <a:extLst>
              <a:ext uri="{FF2B5EF4-FFF2-40B4-BE49-F238E27FC236}">
                <a16:creationId xmlns:a16="http://schemas.microsoft.com/office/drawing/2014/main" id="{B04D9481-ECC1-433A-B7F2-99DB0867146B}"/>
              </a:ext>
            </a:extLst>
          </p:cNvPr>
          <p:cNvSpPr>
            <a:spLocks noGrp="1"/>
          </p:cNvSpPr>
          <p:nvPr/>
        </p:nvSpPr>
        <p:spPr>
          <a:xfrm>
            <a:off x="6366970" y="4882384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9" name="anim_o6799_1">
            <a:extLst>
              <a:ext uri="{FF2B5EF4-FFF2-40B4-BE49-F238E27FC236}">
                <a16:creationId xmlns:a16="http://schemas.microsoft.com/office/drawing/2014/main" id="{7EA86E4C-5508-4C5F-9801-4A13AE90B39D}"/>
              </a:ext>
            </a:extLst>
          </p:cNvPr>
          <p:cNvSpPr>
            <a:spLocks noGrp="1"/>
          </p:cNvSpPr>
          <p:nvPr/>
        </p:nvSpPr>
        <p:spPr>
          <a:xfrm>
            <a:off x="6646151" y="4882384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0" name="anim_o6800_1">
            <a:extLst>
              <a:ext uri="{FF2B5EF4-FFF2-40B4-BE49-F238E27FC236}">
                <a16:creationId xmlns:a16="http://schemas.microsoft.com/office/drawing/2014/main" id="{430D8D4C-139A-45FB-ACA1-D13451742CED}"/>
              </a:ext>
            </a:extLst>
          </p:cNvPr>
          <p:cNvSpPr>
            <a:spLocks noGrp="1"/>
          </p:cNvSpPr>
          <p:nvPr/>
        </p:nvSpPr>
        <p:spPr>
          <a:xfrm>
            <a:off x="6925332" y="4882384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1" name="anim_o6801_1">
            <a:extLst>
              <a:ext uri="{FF2B5EF4-FFF2-40B4-BE49-F238E27FC236}">
                <a16:creationId xmlns:a16="http://schemas.microsoft.com/office/drawing/2014/main" id="{F76D97E8-9C3E-4C3D-8AAC-4FED4AF56ACB}"/>
              </a:ext>
            </a:extLst>
          </p:cNvPr>
          <p:cNvSpPr>
            <a:spLocks noGrp="1"/>
          </p:cNvSpPr>
          <p:nvPr/>
        </p:nvSpPr>
        <p:spPr>
          <a:xfrm>
            <a:off x="7204513" y="4882384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2" name="anim_o6865_1">
            <a:extLst>
              <a:ext uri="{FF2B5EF4-FFF2-40B4-BE49-F238E27FC236}">
                <a16:creationId xmlns:a16="http://schemas.microsoft.com/office/drawing/2014/main" id="{1D328E5C-D646-42F3-9680-2F00491012CF}"/>
              </a:ext>
            </a:extLst>
          </p:cNvPr>
          <p:cNvSpPr>
            <a:spLocks noGrp="1"/>
          </p:cNvSpPr>
          <p:nvPr/>
        </p:nvSpPr>
        <p:spPr>
          <a:xfrm>
            <a:off x="7647918" y="4098706"/>
            <a:ext cx="2102069" cy="171450"/>
          </a:xfrm>
          <a:custGeom>
            <a:avLst/>
            <a:gdLst/>
            <a:ahLst/>
            <a:cxnLst/>
            <a:rect l="0" t="0" r="0" b="0"/>
            <a:pathLst>
              <a:path w="2102069" h="171450">
                <a:moveTo>
                  <a:pt x="0" y="104775"/>
                </a:moveTo>
                <a:lnTo>
                  <a:pt x="1930619" y="104775"/>
                </a:lnTo>
                <a:lnTo>
                  <a:pt x="1930619" y="171450"/>
                </a:lnTo>
                <a:lnTo>
                  <a:pt x="2102069" y="85725"/>
                </a:lnTo>
                <a:lnTo>
                  <a:pt x="1930619" y="0"/>
                </a:lnTo>
                <a:lnTo>
                  <a:pt x="1930619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1270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" name="anim_o6821_1">
            <a:extLst>
              <a:ext uri="{FF2B5EF4-FFF2-40B4-BE49-F238E27FC236}">
                <a16:creationId xmlns:a16="http://schemas.microsoft.com/office/drawing/2014/main" id="{0F45F12C-1165-4809-B48E-3573D2511C3E}"/>
              </a:ext>
            </a:extLst>
          </p:cNvPr>
          <p:cNvSpPr>
            <a:spLocks noGrp="1"/>
          </p:cNvSpPr>
          <p:nvPr/>
        </p:nvSpPr>
        <p:spPr>
          <a:xfrm>
            <a:off x="9914211" y="3486478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4" name="anim_o6822_1">
            <a:extLst>
              <a:ext uri="{FF2B5EF4-FFF2-40B4-BE49-F238E27FC236}">
                <a16:creationId xmlns:a16="http://schemas.microsoft.com/office/drawing/2014/main" id="{524C3093-3E44-4EE9-8E98-9E0B1D1713E4}"/>
              </a:ext>
            </a:extLst>
          </p:cNvPr>
          <p:cNvSpPr>
            <a:spLocks noGrp="1"/>
          </p:cNvSpPr>
          <p:nvPr/>
        </p:nvSpPr>
        <p:spPr>
          <a:xfrm>
            <a:off x="10193392" y="3486478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5" name="anim_o6823_1">
            <a:extLst>
              <a:ext uri="{FF2B5EF4-FFF2-40B4-BE49-F238E27FC236}">
                <a16:creationId xmlns:a16="http://schemas.microsoft.com/office/drawing/2014/main" id="{9852217E-33CA-4319-A30A-6A5D5908CEA4}"/>
              </a:ext>
            </a:extLst>
          </p:cNvPr>
          <p:cNvSpPr>
            <a:spLocks noGrp="1"/>
          </p:cNvSpPr>
          <p:nvPr/>
        </p:nvSpPr>
        <p:spPr>
          <a:xfrm>
            <a:off x="10472573" y="3486478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6" name="anim_o6824_1">
            <a:extLst>
              <a:ext uri="{FF2B5EF4-FFF2-40B4-BE49-F238E27FC236}">
                <a16:creationId xmlns:a16="http://schemas.microsoft.com/office/drawing/2014/main" id="{02C659F5-38D8-4B1B-B586-3D3A9380429C}"/>
              </a:ext>
            </a:extLst>
          </p:cNvPr>
          <p:cNvSpPr>
            <a:spLocks noGrp="1"/>
          </p:cNvSpPr>
          <p:nvPr/>
        </p:nvSpPr>
        <p:spPr>
          <a:xfrm>
            <a:off x="10751754" y="3486478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7" name="anim_o6825_1">
            <a:extLst>
              <a:ext uri="{FF2B5EF4-FFF2-40B4-BE49-F238E27FC236}">
                <a16:creationId xmlns:a16="http://schemas.microsoft.com/office/drawing/2014/main" id="{DC30328E-9420-4C00-9457-A73E88134403}"/>
              </a:ext>
            </a:extLst>
          </p:cNvPr>
          <p:cNvSpPr>
            <a:spLocks noGrp="1"/>
          </p:cNvSpPr>
          <p:nvPr/>
        </p:nvSpPr>
        <p:spPr>
          <a:xfrm>
            <a:off x="11030935" y="3486478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8" name="anim_o6826_1">
            <a:extLst>
              <a:ext uri="{FF2B5EF4-FFF2-40B4-BE49-F238E27FC236}">
                <a16:creationId xmlns:a16="http://schemas.microsoft.com/office/drawing/2014/main" id="{D7462682-6FB0-4A1F-A4C2-25890F230005}"/>
              </a:ext>
            </a:extLst>
          </p:cNvPr>
          <p:cNvSpPr>
            <a:spLocks noGrp="1"/>
          </p:cNvSpPr>
          <p:nvPr/>
        </p:nvSpPr>
        <p:spPr>
          <a:xfrm>
            <a:off x="9914211" y="3765659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9" name="anim_o6827_1">
            <a:extLst>
              <a:ext uri="{FF2B5EF4-FFF2-40B4-BE49-F238E27FC236}">
                <a16:creationId xmlns:a16="http://schemas.microsoft.com/office/drawing/2014/main" id="{6866F76B-3460-4B4C-A736-52D9943D6EA9}"/>
              </a:ext>
            </a:extLst>
          </p:cNvPr>
          <p:cNvSpPr>
            <a:spLocks noGrp="1"/>
          </p:cNvSpPr>
          <p:nvPr/>
        </p:nvSpPr>
        <p:spPr>
          <a:xfrm>
            <a:off x="10193392" y="3765659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0" name="anim_o6828_1">
            <a:extLst>
              <a:ext uri="{FF2B5EF4-FFF2-40B4-BE49-F238E27FC236}">
                <a16:creationId xmlns:a16="http://schemas.microsoft.com/office/drawing/2014/main" id="{019FB73E-0971-4031-9404-53F9F5FA18DA}"/>
              </a:ext>
            </a:extLst>
          </p:cNvPr>
          <p:cNvSpPr>
            <a:spLocks noGrp="1"/>
          </p:cNvSpPr>
          <p:nvPr/>
        </p:nvSpPr>
        <p:spPr>
          <a:xfrm>
            <a:off x="10472573" y="3765659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1" name="anim_o6829_1">
            <a:extLst>
              <a:ext uri="{FF2B5EF4-FFF2-40B4-BE49-F238E27FC236}">
                <a16:creationId xmlns:a16="http://schemas.microsoft.com/office/drawing/2014/main" id="{0F4866BD-FBD5-4484-AF57-B94FE243C3FC}"/>
              </a:ext>
            </a:extLst>
          </p:cNvPr>
          <p:cNvSpPr>
            <a:spLocks noGrp="1"/>
          </p:cNvSpPr>
          <p:nvPr/>
        </p:nvSpPr>
        <p:spPr>
          <a:xfrm>
            <a:off x="10751754" y="3765659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2" name="anim_o6830_1">
            <a:extLst>
              <a:ext uri="{FF2B5EF4-FFF2-40B4-BE49-F238E27FC236}">
                <a16:creationId xmlns:a16="http://schemas.microsoft.com/office/drawing/2014/main" id="{6FB038E5-7D8D-4269-8E7B-C62424426636}"/>
              </a:ext>
            </a:extLst>
          </p:cNvPr>
          <p:cNvSpPr>
            <a:spLocks noGrp="1"/>
          </p:cNvSpPr>
          <p:nvPr/>
        </p:nvSpPr>
        <p:spPr>
          <a:xfrm>
            <a:off x="11030935" y="3765659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3" name="anim_o6831_1">
            <a:extLst>
              <a:ext uri="{FF2B5EF4-FFF2-40B4-BE49-F238E27FC236}">
                <a16:creationId xmlns:a16="http://schemas.microsoft.com/office/drawing/2014/main" id="{65409CD5-3AB1-41C6-A605-E8001A128905}"/>
              </a:ext>
            </a:extLst>
          </p:cNvPr>
          <p:cNvSpPr>
            <a:spLocks noGrp="1"/>
          </p:cNvSpPr>
          <p:nvPr/>
        </p:nvSpPr>
        <p:spPr>
          <a:xfrm>
            <a:off x="9914211" y="4044841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4" name="anim_o6832_1">
            <a:extLst>
              <a:ext uri="{FF2B5EF4-FFF2-40B4-BE49-F238E27FC236}">
                <a16:creationId xmlns:a16="http://schemas.microsoft.com/office/drawing/2014/main" id="{3D2E5426-B033-4386-888B-ABE4B68C9E0A}"/>
              </a:ext>
            </a:extLst>
          </p:cNvPr>
          <p:cNvSpPr>
            <a:spLocks noGrp="1"/>
          </p:cNvSpPr>
          <p:nvPr/>
        </p:nvSpPr>
        <p:spPr>
          <a:xfrm>
            <a:off x="10193392" y="4044841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5" name="anim_o6833_1">
            <a:extLst>
              <a:ext uri="{FF2B5EF4-FFF2-40B4-BE49-F238E27FC236}">
                <a16:creationId xmlns:a16="http://schemas.microsoft.com/office/drawing/2014/main" id="{D40086CE-6145-4903-BBA6-1AD5E2E58416}"/>
              </a:ext>
            </a:extLst>
          </p:cNvPr>
          <p:cNvSpPr>
            <a:spLocks noGrp="1"/>
          </p:cNvSpPr>
          <p:nvPr/>
        </p:nvSpPr>
        <p:spPr>
          <a:xfrm>
            <a:off x="10472573" y="4044841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6" name="anim_o6834_1">
            <a:extLst>
              <a:ext uri="{FF2B5EF4-FFF2-40B4-BE49-F238E27FC236}">
                <a16:creationId xmlns:a16="http://schemas.microsoft.com/office/drawing/2014/main" id="{98FD3C9E-CAB9-4F71-85BE-464415C14C73}"/>
              </a:ext>
            </a:extLst>
          </p:cNvPr>
          <p:cNvSpPr>
            <a:spLocks noGrp="1"/>
          </p:cNvSpPr>
          <p:nvPr/>
        </p:nvSpPr>
        <p:spPr>
          <a:xfrm>
            <a:off x="10751754" y="4044841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7" name="anim_o6835_1">
            <a:extLst>
              <a:ext uri="{FF2B5EF4-FFF2-40B4-BE49-F238E27FC236}">
                <a16:creationId xmlns:a16="http://schemas.microsoft.com/office/drawing/2014/main" id="{0A476D73-ED14-4175-8773-50C52A46575C}"/>
              </a:ext>
            </a:extLst>
          </p:cNvPr>
          <p:cNvSpPr>
            <a:spLocks noGrp="1"/>
          </p:cNvSpPr>
          <p:nvPr/>
        </p:nvSpPr>
        <p:spPr>
          <a:xfrm>
            <a:off x="11030935" y="4044841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8" name="anim_o6836_1">
            <a:extLst>
              <a:ext uri="{FF2B5EF4-FFF2-40B4-BE49-F238E27FC236}">
                <a16:creationId xmlns:a16="http://schemas.microsoft.com/office/drawing/2014/main" id="{8EB99624-6C99-4A50-AA4A-6F130024A453}"/>
              </a:ext>
            </a:extLst>
          </p:cNvPr>
          <p:cNvSpPr>
            <a:spLocks noGrp="1"/>
          </p:cNvSpPr>
          <p:nvPr/>
        </p:nvSpPr>
        <p:spPr>
          <a:xfrm>
            <a:off x="9914211" y="4324022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9" name="anim_o6837_1">
            <a:extLst>
              <a:ext uri="{FF2B5EF4-FFF2-40B4-BE49-F238E27FC236}">
                <a16:creationId xmlns:a16="http://schemas.microsoft.com/office/drawing/2014/main" id="{EFC89509-7100-4891-A723-FABB7B439F0A}"/>
              </a:ext>
            </a:extLst>
          </p:cNvPr>
          <p:cNvSpPr>
            <a:spLocks noGrp="1"/>
          </p:cNvSpPr>
          <p:nvPr/>
        </p:nvSpPr>
        <p:spPr>
          <a:xfrm>
            <a:off x="10193392" y="4324022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0" name="anim_o6838_1">
            <a:extLst>
              <a:ext uri="{FF2B5EF4-FFF2-40B4-BE49-F238E27FC236}">
                <a16:creationId xmlns:a16="http://schemas.microsoft.com/office/drawing/2014/main" id="{8DF16A84-D08D-4D0F-A036-D3C0C45846D2}"/>
              </a:ext>
            </a:extLst>
          </p:cNvPr>
          <p:cNvSpPr>
            <a:spLocks noGrp="1"/>
          </p:cNvSpPr>
          <p:nvPr/>
        </p:nvSpPr>
        <p:spPr>
          <a:xfrm>
            <a:off x="10472573" y="4324022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1" name="anim_o6839_1">
            <a:extLst>
              <a:ext uri="{FF2B5EF4-FFF2-40B4-BE49-F238E27FC236}">
                <a16:creationId xmlns:a16="http://schemas.microsoft.com/office/drawing/2014/main" id="{CE6E9A8B-D6CE-45B5-BB2F-D2A15D1F66C5}"/>
              </a:ext>
            </a:extLst>
          </p:cNvPr>
          <p:cNvSpPr>
            <a:spLocks noGrp="1"/>
          </p:cNvSpPr>
          <p:nvPr/>
        </p:nvSpPr>
        <p:spPr>
          <a:xfrm>
            <a:off x="10751754" y="4324022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2" name="anim_o6840_1">
            <a:extLst>
              <a:ext uri="{FF2B5EF4-FFF2-40B4-BE49-F238E27FC236}">
                <a16:creationId xmlns:a16="http://schemas.microsoft.com/office/drawing/2014/main" id="{6A9B616C-7AA7-4CCA-904B-E5A5B29EAB7D}"/>
              </a:ext>
            </a:extLst>
          </p:cNvPr>
          <p:cNvSpPr>
            <a:spLocks noGrp="1"/>
          </p:cNvSpPr>
          <p:nvPr/>
        </p:nvSpPr>
        <p:spPr>
          <a:xfrm>
            <a:off x="11030935" y="4324022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3" name="anim_o6841_1">
            <a:extLst>
              <a:ext uri="{FF2B5EF4-FFF2-40B4-BE49-F238E27FC236}">
                <a16:creationId xmlns:a16="http://schemas.microsoft.com/office/drawing/2014/main" id="{EBF93551-40EE-4328-A7AB-9E49D47C665A}"/>
              </a:ext>
            </a:extLst>
          </p:cNvPr>
          <p:cNvSpPr>
            <a:spLocks noGrp="1"/>
          </p:cNvSpPr>
          <p:nvPr/>
        </p:nvSpPr>
        <p:spPr>
          <a:xfrm>
            <a:off x="9914211" y="4603203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4" name="anim_o6842_1">
            <a:extLst>
              <a:ext uri="{FF2B5EF4-FFF2-40B4-BE49-F238E27FC236}">
                <a16:creationId xmlns:a16="http://schemas.microsoft.com/office/drawing/2014/main" id="{FAF9356E-C7BE-4D30-9A6D-3C069784ACA4}"/>
              </a:ext>
            </a:extLst>
          </p:cNvPr>
          <p:cNvSpPr>
            <a:spLocks noGrp="1"/>
          </p:cNvSpPr>
          <p:nvPr/>
        </p:nvSpPr>
        <p:spPr>
          <a:xfrm>
            <a:off x="10193392" y="4603203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5" name="anim_o6843_1">
            <a:extLst>
              <a:ext uri="{FF2B5EF4-FFF2-40B4-BE49-F238E27FC236}">
                <a16:creationId xmlns:a16="http://schemas.microsoft.com/office/drawing/2014/main" id="{6BFD8B78-8BAD-4053-845B-A58F7C2490A5}"/>
              </a:ext>
            </a:extLst>
          </p:cNvPr>
          <p:cNvSpPr>
            <a:spLocks noGrp="1"/>
          </p:cNvSpPr>
          <p:nvPr/>
        </p:nvSpPr>
        <p:spPr>
          <a:xfrm>
            <a:off x="10472573" y="4603203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6" name="anim_o6844_1">
            <a:extLst>
              <a:ext uri="{FF2B5EF4-FFF2-40B4-BE49-F238E27FC236}">
                <a16:creationId xmlns:a16="http://schemas.microsoft.com/office/drawing/2014/main" id="{7ECA4016-B031-4B1D-B987-43C7A877C18B}"/>
              </a:ext>
            </a:extLst>
          </p:cNvPr>
          <p:cNvSpPr>
            <a:spLocks noGrp="1"/>
          </p:cNvSpPr>
          <p:nvPr/>
        </p:nvSpPr>
        <p:spPr>
          <a:xfrm>
            <a:off x="10751754" y="4603203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7" name="anim_o6845_1">
            <a:extLst>
              <a:ext uri="{FF2B5EF4-FFF2-40B4-BE49-F238E27FC236}">
                <a16:creationId xmlns:a16="http://schemas.microsoft.com/office/drawing/2014/main" id="{CA389257-1C61-4749-8C28-60F42B0BFC06}"/>
              </a:ext>
            </a:extLst>
          </p:cNvPr>
          <p:cNvSpPr>
            <a:spLocks noGrp="1"/>
          </p:cNvSpPr>
          <p:nvPr/>
        </p:nvSpPr>
        <p:spPr>
          <a:xfrm>
            <a:off x="11030935" y="4603203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8" name="anim_o6874_1">
            <a:extLst>
              <a:ext uri="{FF2B5EF4-FFF2-40B4-BE49-F238E27FC236}">
                <a16:creationId xmlns:a16="http://schemas.microsoft.com/office/drawing/2014/main" id="{F7AE66B7-25C0-4334-9EAC-4DD083C7FDCB}"/>
              </a:ext>
            </a:extLst>
          </p:cNvPr>
          <p:cNvSpPr>
            <a:spLocks noGrp="1"/>
          </p:cNvSpPr>
          <p:nvPr/>
        </p:nvSpPr>
        <p:spPr>
          <a:xfrm>
            <a:off x="9914211" y="3486478"/>
            <a:ext cx="279181" cy="279181"/>
          </a:xfrm>
          <a:prstGeom prst="rect">
            <a:avLst/>
          </a:prstGeom>
          <a:solidFill>
            <a:srgbClr val="FFD700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9" name="anim_o6885_1">
            <a:extLst>
              <a:ext uri="{FF2B5EF4-FFF2-40B4-BE49-F238E27FC236}">
                <a16:creationId xmlns:a16="http://schemas.microsoft.com/office/drawing/2014/main" id="{C905E732-E177-4B78-82F2-31F4CB8A9330}"/>
              </a:ext>
            </a:extLst>
          </p:cNvPr>
          <p:cNvSpPr>
            <a:spLocks noGrp="1"/>
          </p:cNvSpPr>
          <p:nvPr/>
        </p:nvSpPr>
        <p:spPr>
          <a:xfrm>
            <a:off x="5517110" y="3194981"/>
            <a:ext cx="862177" cy="862177"/>
          </a:xfrm>
          <a:prstGeom prst="rect">
            <a:avLst/>
          </a:prstGeom>
          <a:noFill/>
          <a:ln w="12700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0" name="anim_o6912_1">
            <a:extLst>
              <a:ext uri="{FF2B5EF4-FFF2-40B4-BE49-F238E27FC236}">
                <a16:creationId xmlns:a16="http://schemas.microsoft.com/office/drawing/2014/main" id="{0F07549A-6D6C-478C-90B1-95DEE09334E4}"/>
              </a:ext>
            </a:extLst>
          </p:cNvPr>
          <p:cNvSpPr>
            <a:spLocks noGrp="1"/>
          </p:cNvSpPr>
          <p:nvPr/>
        </p:nvSpPr>
        <p:spPr>
          <a:xfrm>
            <a:off x="1050213" y="2915800"/>
            <a:ext cx="1420539" cy="1420539"/>
          </a:xfrm>
          <a:prstGeom prst="rect">
            <a:avLst/>
          </a:prstGeom>
          <a:noFill/>
          <a:ln w="12700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1" name="anim_o6914_1">
            <a:extLst>
              <a:ext uri="{FF2B5EF4-FFF2-40B4-BE49-F238E27FC236}">
                <a16:creationId xmlns:a16="http://schemas.microsoft.com/office/drawing/2014/main" id="{1824BBF8-F006-4FB3-BB04-4B32E6508479}"/>
              </a:ext>
            </a:extLst>
          </p:cNvPr>
          <p:cNvSpPr>
            <a:spLocks noGrp="1"/>
          </p:cNvSpPr>
          <p:nvPr/>
        </p:nvSpPr>
        <p:spPr>
          <a:xfrm>
            <a:off x="5529427" y="3207297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2" name="anim_o6915_1">
            <a:extLst>
              <a:ext uri="{FF2B5EF4-FFF2-40B4-BE49-F238E27FC236}">
                <a16:creationId xmlns:a16="http://schemas.microsoft.com/office/drawing/2014/main" id="{6C265F7D-CEDA-4246-9129-ED0D26D94BB9}"/>
              </a:ext>
            </a:extLst>
          </p:cNvPr>
          <p:cNvSpPr>
            <a:spLocks noGrp="1"/>
          </p:cNvSpPr>
          <p:nvPr/>
        </p:nvSpPr>
        <p:spPr>
          <a:xfrm>
            <a:off x="5808608" y="3207297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3" name="anim_o6916_1">
            <a:extLst>
              <a:ext uri="{FF2B5EF4-FFF2-40B4-BE49-F238E27FC236}">
                <a16:creationId xmlns:a16="http://schemas.microsoft.com/office/drawing/2014/main" id="{6ED0DEC2-DFC3-4B10-9B33-F3C04571BFF6}"/>
              </a:ext>
            </a:extLst>
          </p:cNvPr>
          <p:cNvSpPr>
            <a:spLocks noGrp="1"/>
          </p:cNvSpPr>
          <p:nvPr/>
        </p:nvSpPr>
        <p:spPr>
          <a:xfrm>
            <a:off x="6087789" y="3207297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4" name="anim_o6917_1">
            <a:extLst>
              <a:ext uri="{FF2B5EF4-FFF2-40B4-BE49-F238E27FC236}">
                <a16:creationId xmlns:a16="http://schemas.microsoft.com/office/drawing/2014/main" id="{FF2D2C72-9A3A-47AA-B469-A505D381A49E}"/>
              </a:ext>
            </a:extLst>
          </p:cNvPr>
          <p:cNvSpPr>
            <a:spLocks noGrp="1"/>
          </p:cNvSpPr>
          <p:nvPr/>
        </p:nvSpPr>
        <p:spPr>
          <a:xfrm>
            <a:off x="5529427" y="3486478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5" name="anim_o6918_1">
            <a:extLst>
              <a:ext uri="{FF2B5EF4-FFF2-40B4-BE49-F238E27FC236}">
                <a16:creationId xmlns:a16="http://schemas.microsoft.com/office/drawing/2014/main" id="{FBBF012C-3689-4727-BBC0-3060C0A4061B}"/>
              </a:ext>
            </a:extLst>
          </p:cNvPr>
          <p:cNvSpPr>
            <a:spLocks noGrp="1"/>
          </p:cNvSpPr>
          <p:nvPr/>
        </p:nvSpPr>
        <p:spPr>
          <a:xfrm>
            <a:off x="5808608" y="3486478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6" name="anim_o6919_1">
            <a:extLst>
              <a:ext uri="{FF2B5EF4-FFF2-40B4-BE49-F238E27FC236}">
                <a16:creationId xmlns:a16="http://schemas.microsoft.com/office/drawing/2014/main" id="{C45C99AB-A3EC-4D35-89B4-A95D02DF8955}"/>
              </a:ext>
            </a:extLst>
          </p:cNvPr>
          <p:cNvSpPr>
            <a:spLocks noGrp="1"/>
          </p:cNvSpPr>
          <p:nvPr/>
        </p:nvSpPr>
        <p:spPr>
          <a:xfrm>
            <a:off x="6087789" y="3486478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7" name="anim_o6920_1">
            <a:extLst>
              <a:ext uri="{FF2B5EF4-FFF2-40B4-BE49-F238E27FC236}">
                <a16:creationId xmlns:a16="http://schemas.microsoft.com/office/drawing/2014/main" id="{1FB35110-2EDE-456F-A922-DBAE4E1B2340}"/>
              </a:ext>
            </a:extLst>
          </p:cNvPr>
          <p:cNvSpPr>
            <a:spLocks noGrp="1"/>
          </p:cNvSpPr>
          <p:nvPr/>
        </p:nvSpPr>
        <p:spPr>
          <a:xfrm>
            <a:off x="5529427" y="3765659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8" name="anim_o6921_1">
            <a:extLst>
              <a:ext uri="{FF2B5EF4-FFF2-40B4-BE49-F238E27FC236}">
                <a16:creationId xmlns:a16="http://schemas.microsoft.com/office/drawing/2014/main" id="{5B2C559C-D6BB-4619-BEFB-F3B9835DB6F5}"/>
              </a:ext>
            </a:extLst>
          </p:cNvPr>
          <p:cNvSpPr>
            <a:spLocks noGrp="1"/>
          </p:cNvSpPr>
          <p:nvPr/>
        </p:nvSpPr>
        <p:spPr>
          <a:xfrm>
            <a:off x="5808608" y="3765659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9" name="anim_o6922_1">
            <a:extLst>
              <a:ext uri="{FF2B5EF4-FFF2-40B4-BE49-F238E27FC236}">
                <a16:creationId xmlns:a16="http://schemas.microsoft.com/office/drawing/2014/main" id="{0EB6CEE0-AA7B-46A0-A40F-04FCCBBF7477}"/>
              </a:ext>
            </a:extLst>
          </p:cNvPr>
          <p:cNvSpPr>
            <a:spLocks noGrp="1"/>
          </p:cNvSpPr>
          <p:nvPr/>
        </p:nvSpPr>
        <p:spPr>
          <a:xfrm>
            <a:off x="6087789" y="3765659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0" name="anim_o6924_1">
            <a:extLst>
              <a:ext uri="{FF2B5EF4-FFF2-40B4-BE49-F238E27FC236}">
                <a16:creationId xmlns:a16="http://schemas.microsoft.com/office/drawing/2014/main" id="{ADD29E4F-03D2-43F1-8088-6AD1101CAEAF}"/>
              </a:ext>
            </a:extLst>
          </p:cNvPr>
          <p:cNvSpPr>
            <a:spLocks noGrp="1"/>
          </p:cNvSpPr>
          <p:nvPr/>
        </p:nvSpPr>
        <p:spPr>
          <a:xfrm>
            <a:off x="1062530" y="2928116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1" name="anim_o6925_1">
            <a:extLst>
              <a:ext uri="{FF2B5EF4-FFF2-40B4-BE49-F238E27FC236}">
                <a16:creationId xmlns:a16="http://schemas.microsoft.com/office/drawing/2014/main" id="{7DDF0A15-D1C3-4A0F-B2D4-A40E0BBC0338}"/>
              </a:ext>
            </a:extLst>
          </p:cNvPr>
          <p:cNvSpPr>
            <a:spLocks noGrp="1"/>
          </p:cNvSpPr>
          <p:nvPr/>
        </p:nvSpPr>
        <p:spPr>
          <a:xfrm>
            <a:off x="1341711" y="2928116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2" name="anim_o6926_1">
            <a:extLst>
              <a:ext uri="{FF2B5EF4-FFF2-40B4-BE49-F238E27FC236}">
                <a16:creationId xmlns:a16="http://schemas.microsoft.com/office/drawing/2014/main" id="{A233182D-AA78-4693-8508-3A236FE9790A}"/>
              </a:ext>
            </a:extLst>
          </p:cNvPr>
          <p:cNvSpPr>
            <a:spLocks noGrp="1"/>
          </p:cNvSpPr>
          <p:nvPr/>
        </p:nvSpPr>
        <p:spPr>
          <a:xfrm>
            <a:off x="1620892" y="2928116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3" name="anim_o6927_1">
            <a:extLst>
              <a:ext uri="{FF2B5EF4-FFF2-40B4-BE49-F238E27FC236}">
                <a16:creationId xmlns:a16="http://schemas.microsoft.com/office/drawing/2014/main" id="{D86B40B9-920A-488E-824A-F976F3AC27B7}"/>
              </a:ext>
            </a:extLst>
          </p:cNvPr>
          <p:cNvSpPr>
            <a:spLocks noGrp="1"/>
          </p:cNvSpPr>
          <p:nvPr/>
        </p:nvSpPr>
        <p:spPr>
          <a:xfrm>
            <a:off x="1900073" y="2928116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4" name="anim_o6928_1">
            <a:extLst>
              <a:ext uri="{FF2B5EF4-FFF2-40B4-BE49-F238E27FC236}">
                <a16:creationId xmlns:a16="http://schemas.microsoft.com/office/drawing/2014/main" id="{7B16C117-E1EC-4818-9D8D-F17E2B2FA822}"/>
              </a:ext>
            </a:extLst>
          </p:cNvPr>
          <p:cNvSpPr>
            <a:spLocks noGrp="1"/>
          </p:cNvSpPr>
          <p:nvPr/>
        </p:nvSpPr>
        <p:spPr>
          <a:xfrm>
            <a:off x="2179254" y="2928116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5" name="anim_o6929_1">
            <a:extLst>
              <a:ext uri="{FF2B5EF4-FFF2-40B4-BE49-F238E27FC236}">
                <a16:creationId xmlns:a16="http://schemas.microsoft.com/office/drawing/2014/main" id="{032D1C6E-C10B-4673-9353-F60EA8121269}"/>
              </a:ext>
            </a:extLst>
          </p:cNvPr>
          <p:cNvSpPr>
            <a:spLocks noGrp="1"/>
          </p:cNvSpPr>
          <p:nvPr/>
        </p:nvSpPr>
        <p:spPr>
          <a:xfrm>
            <a:off x="1062530" y="3207297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6" name="anim_o6930_1">
            <a:extLst>
              <a:ext uri="{FF2B5EF4-FFF2-40B4-BE49-F238E27FC236}">
                <a16:creationId xmlns:a16="http://schemas.microsoft.com/office/drawing/2014/main" id="{858B872A-CEB3-4C29-A33F-A4A83ECB97E7}"/>
              </a:ext>
            </a:extLst>
          </p:cNvPr>
          <p:cNvSpPr>
            <a:spLocks noGrp="1"/>
          </p:cNvSpPr>
          <p:nvPr/>
        </p:nvSpPr>
        <p:spPr>
          <a:xfrm>
            <a:off x="1341711" y="3207297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7" name="anim_o6931_1">
            <a:extLst>
              <a:ext uri="{FF2B5EF4-FFF2-40B4-BE49-F238E27FC236}">
                <a16:creationId xmlns:a16="http://schemas.microsoft.com/office/drawing/2014/main" id="{D4D10D8C-530F-4C40-96C6-2BD115E40FE8}"/>
              </a:ext>
            </a:extLst>
          </p:cNvPr>
          <p:cNvSpPr>
            <a:spLocks noGrp="1"/>
          </p:cNvSpPr>
          <p:nvPr/>
        </p:nvSpPr>
        <p:spPr>
          <a:xfrm>
            <a:off x="1620892" y="3207297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8" name="anim_o6932_1">
            <a:extLst>
              <a:ext uri="{FF2B5EF4-FFF2-40B4-BE49-F238E27FC236}">
                <a16:creationId xmlns:a16="http://schemas.microsoft.com/office/drawing/2014/main" id="{056C7B9E-194E-4723-A406-40DE9A20CBD9}"/>
              </a:ext>
            </a:extLst>
          </p:cNvPr>
          <p:cNvSpPr>
            <a:spLocks noGrp="1"/>
          </p:cNvSpPr>
          <p:nvPr/>
        </p:nvSpPr>
        <p:spPr>
          <a:xfrm>
            <a:off x="1900073" y="3207297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9" name="anim_o6933_1">
            <a:extLst>
              <a:ext uri="{FF2B5EF4-FFF2-40B4-BE49-F238E27FC236}">
                <a16:creationId xmlns:a16="http://schemas.microsoft.com/office/drawing/2014/main" id="{3FA32564-C846-4767-B4F8-7BF9CDC1A3A6}"/>
              </a:ext>
            </a:extLst>
          </p:cNvPr>
          <p:cNvSpPr>
            <a:spLocks noGrp="1"/>
          </p:cNvSpPr>
          <p:nvPr/>
        </p:nvSpPr>
        <p:spPr>
          <a:xfrm>
            <a:off x="2179254" y="3207297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0" name="anim_o6934_1">
            <a:extLst>
              <a:ext uri="{FF2B5EF4-FFF2-40B4-BE49-F238E27FC236}">
                <a16:creationId xmlns:a16="http://schemas.microsoft.com/office/drawing/2014/main" id="{13D8FDFD-0A97-4DC2-85CE-82C3804322A9}"/>
              </a:ext>
            </a:extLst>
          </p:cNvPr>
          <p:cNvSpPr>
            <a:spLocks noGrp="1"/>
          </p:cNvSpPr>
          <p:nvPr/>
        </p:nvSpPr>
        <p:spPr>
          <a:xfrm>
            <a:off x="1062530" y="3486478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1" name="anim_o6935_1">
            <a:extLst>
              <a:ext uri="{FF2B5EF4-FFF2-40B4-BE49-F238E27FC236}">
                <a16:creationId xmlns:a16="http://schemas.microsoft.com/office/drawing/2014/main" id="{AC27BDBD-95EA-422B-8A11-7005A12CA382}"/>
              </a:ext>
            </a:extLst>
          </p:cNvPr>
          <p:cNvSpPr>
            <a:spLocks noGrp="1"/>
          </p:cNvSpPr>
          <p:nvPr/>
        </p:nvSpPr>
        <p:spPr>
          <a:xfrm>
            <a:off x="1341711" y="3486478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2" name="anim_o6936_1">
            <a:extLst>
              <a:ext uri="{FF2B5EF4-FFF2-40B4-BE49-F238E27FC236}">
                <a16:creationId xmlns:a16="http://schemas.microsoft.com/office/drawing/2014/main" id="{290AC8DE-83F8-4774-BF57-9571112A43C9}"/>
              </a:ext>
            </a:extLst>
          </p:cNvPr>
          <p:cNvSpPr>
            <a:spLocks noGrp="1"/>
          </p:cNvSpPr>
          <p:nvPr/>
        </p:nvSpPr>
        <p:spPr>
          <a:xfrm>
            <a:off x="1620892" y="3486478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3" name="anim_o6937_1">
            <a:extLst>
              <a:ext uri="{FF2B5EF4-FFF2-40B4-BE49-F238E27FC236}">
                <a16:creationId xmlns:a16="http://schemas.microsoft.com/office/drawing/2014/main" id="{103265A9-D1B0-484E-9E61-D58CFC03D0E5}"/>
              </a:ext>
            </a:extLst>
          </p:cNvPr>
          <p:cNvSpPr>
            <a:spLocks noGrp="1"/>
          </p:cNvSpPr>
          <p:nvPr/>
        </p:nvSpPr>
        <p:spPr>
          <a:xfrm>
            <a:off x="1900073" y="3486478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4" name="anim_o6938_1">
            <a:extLst>
              <a:ext uri="{FF2B5EF4-FFF2-40B4-BE49-F238E27FC236}">
                <a16:creationId xmlns:a16="http://schemas.microsoft.com/office/drawing/2014/main" id="{698B06D9-67D2-4558-AB59-FB9BA69E3C16}"/>
              </a:ext>
            </a:extLst>
          </p:cNvPr>
          <p:cNvSpPr>
            <a:spLocks noGrp="1"/>
          </p:cNvSpPr>
          <p:nvPr/>
        </p:nvSpPr>
        <p:spPr>
          <a:xfrm>
            <a:off x="2179254" y="3486478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5" name="anim_o6939_1">
            <a:extLst>
              <a:ext uri="{FF2B5EF4-FFF2-40B4-BE49-F238E27FC236}">
                <a16:creationId xmlns:a16="http://schemas.microsoft.com/office/drawing/2014/main" id="{7E4A780A-0BF4-4E14-A7D3-5EC896BD95E7}"/>
              </a:ext>
            </a:extLst>
          </p:cNvPr>
          <p:cNvSpPr>
            <a:spLocks noGrp="1"/>
          </p:cNvSpPr>
          <p:nvPr/>
        </p:nvSpPr>
        <p:spPr>
          <a:xfrm>
            <a:off x="1062530" y="3765659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6" name="anim_o6940_1">
            <a:extLst>
              <a:ext uri="{FF2B5EF4-FFF2-40B4-BE49-F238E27FC236}">
                <a16:creationId xmlns:a16="http://schemas.microsoft.com/office/drawing/2014/main" id="{86989BEF-E87A-468E-8D63-6847FAF99B19}"/>
              </a:ext>
            </a:extLst>
          </p:cNvPr>
          <p:cNvSpPr>
            <a:spLocks noGrp="1"/>
          </p:cNvSpPr>
          <p:nvPr/>
        </p:nvSpPr>
        <p:spPr>
          <a:xfrm>
            <a:off x="1341711" y="3765659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7" name="anim_o6941_1">
            <a:extLst>
              <a:ext uri="{FF2B5EF4-FFF2-40B4-BE49-F238E27FC236}">
                <a16:creationId xmlns:a16="http://schemas.microsoft.com/office/drawing/2014/main" id="{A362D5D5-55AA-4254-87A7-B132D3259CE4}"/>
              </a:ext>
            </a:extLst>
          </p:cNvPr>
          <p:cNvSpPr>
            <a:spLocks noGrp="1"/>
          </p:cNvSpPr>
          <p:nvPr/>
        </p:nvSpPr>
        <p:spPr>
          <a:xfrm>
            <a:off x="1620892" y="3765659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8" name="anim_o6942_1">
            <a:extLst>
              <a:ext uri="{FF2B5EF4-FFF2-40B4-BE49-F238E27FC236}">
                <a16:creationId xmlns:a16="http://schemas.microsoft.com/office/drawing/2014/main" id="{913B9E0E-9955-40CF-B81A-1E9BB331B5C7}"/>
              </a:ext>
            </a:extLst>
          </p:cNvPr>
          <p:cNvSpPr>
            <a:spLocks noGrp="1"/>
          </p:cNvSpPr>
          <p:nvPr/>
        </p:nvSpPr>
        <p:spPr>
          <a:xfrm>
            <a:off x="1900073" y="3765659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9" name="anim_o6943_1">
            <a:extLst>
              <a:ext uri="{FF2B5EF4-FFF2-40B4-BE49-F238E27FC236}">
                <a16:creationId xmlns:a16="http://schemas.microsoft.com/office/drawing/2014/main" id="{27406A98-CB3F-4AA6-85A5-408966395E92}"/>
              </a:ext>
            </a:extLst>
          </p:cNvPr>
          <p:cNvSpPr>
            <a:spLocks noGrp="1"/>
          </p:cNvSpPr>
          <p:nvPr/>
        </p:nvSpPr>
        <p:spPr>
          <a:xfrm>
            <a:off x="2179254" y="3765659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0" name="anim_o6944_1">
            <a:extLst>
              <a:ext uri="{FF2B5EF4-FFF2-40B4-BE49-F238E27FC236}">
                <a16:creationId xmlns:a16="http://schemas.microsoft.com/office/drawing/2014/main" id="{F37F0B5C-E93A-41AB-9A2E-EE3BD95F2D4E}"/>
              </a:ext>
            </a:extLst>
          </p:cNvPr>
          <p:cNvSpPr>
            <a:spLocks noGrp="1"/>
          </p:cNvSpPr>
          <p:nvPr/>
        </p:nvSpPr>
        <p:spPr>
          <a:xfrm>
            <a:off x="1062530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1" name="anim_o6945_1">
            <a:extLst>
              <a:ext uri="{FF2B5EF4-FFF2-40B4-BE49-F238E27FC236}">
                <a16:creationId xmlns:a16="http://schemas.microsoft.com/office/drawing/2014/main" id="{23F5B6A9-67FB-453E-A4A1-7B61886BA583}"/>
              </a:ext>
            </a:extLst>
          </p:cNvPr>
          <p:cNvSpPr>
            <a:spLocks noGrp="1"/>
          </p:cNvSpPr>
          <p:nvPr/>
        </p:nvSpPr>
        <p:spPr>
          <a:xfrm>
            <a:off x="1341711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2" name="anim_o6946_1">
            <a:extLst>
              <a:ext uri="{FF2B5EF4-FFF2-40B4-BE49-F238E27FC236}">
                <a16:creationId xmlns:a16="http://schemas.microsoft.com/office/drawing/2014/main" id="{913803AF-C252-4E1D-8575-1155E3E8A137}"/>
              </a:ext>
            </a:extLst>
          </p:cNvPr>
          <p:cNvSpPr>
            <a:spLocks noGrp="1"/>
          </p:cNvSpPr>
          <p:nvPr/>
        </p:nvSpPr>
        <p:spPr>
          <a:xfrm>
            <a:off x="1620892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3" name="anim_o6947_1">
            <a:extLst>
              <a:ext uri="{FF2B5EF4-FFF2-40B4-BE49-F238E27FC236}">
                <a16:creationId xmlns:a16="http://schemas.microsoft.com/office/drawing/2014/main" id="{9158EA37-48D0-4B01-A28E-EE50EB5ED492}"/>
              </a:ext>
            </a:extLst>
          </p:cNvPr>
          <p:cNvSpPr>
            <a:spLocks noGrp="1"/>
          </p:cNvSpPr>
          <p:nvPr/>
        </p:nvSpPr>
        <p:spPr>
          <a:xfrm>
            <a:off x="1900073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4" name="anim_o6948_1">
            <a:extLst>
              <a:ext uri="{FF2B5EF4-FFF2-40B4-BE49-F238E27FC236}">
                <a16:creationId xmlns:a16="http://schemas.microsoft.com/office/drawing/2014/main" id="{297C92C2-0354-404C-900E-F0F76180A923}"/>
              </a:ext>
            </a:extLst>
          </p:cNvPr>
          <p:cNvSpPr>
            <a:spLocks noGrp="1"/>
          </p:cNvSpPr>
          <p:nvPr/>
        </p:nvSpPr>
        <p:spPr>
          <a:xfrm>
            <a:off x="2179254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5" name="anim_to6624_0_1">
            <a:extLst>
              <a:ext uri="{FF2B5EF4-FFF2-40B4-BE49-F238E27FC236}">
                <a16:creationId xmlns:a16="http://schemas.microsoft.com/office/drawing/2014/main" id="{577490CB-7563-4B6B-8E19-486141275227}"/>
              </a:ext>
            </a:extLst>
          </p:cNvPr>
          <p:cNvSpPr>
            <a:spLocks noGrp="1"/>
          </p:cNvSpPr>
          <p:nvPr/>
        </p:nvSpPr>
        <p:spPr>
          <a:xfrm>
            <a:off x="2323005" y="589389"/>
            <a:ext cx="7565040" cy="61095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84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84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84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Two Stacked 3x3 Convolutions</a:t>
            </a:r>
          </a:p>
        </p:txBody>
      </p:sp>
      <p:sp>
        <p:nvSpPr>
          <p:cNvPr id="196" name="anim_to6735_0_1">
            <a:extLst>
              <a:ext uri="{FF2B5EF4-FFF2-40B4-BE49-F238E27FC236}">
                <a16:creationId xmlns:a16="http://schemas.microsoft.com/office/drawing/2014/main" id="{BED4F161-C393-4344-985C-F83F2673CAEB}"/>
              </a:ext>
            </a:extLst>
          </p:cNvPr>
          <p:cNvSpPr>
            <a:spLocks noGrp="1"/>
          </p:cNvSpPr>
          <p:nvPr/>
        </p:nvSpPr>
        <p:spPr>
          <a:xfrm>
            <a:off x="1672643" y="1824928"/>
            <a:ext cx="1311454" cy="57879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646" b="1">
                <a:solidFill>
                  <a:srgbClr val="6699CC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646" b="1">
                <a:solidFill>
                  <a:srgbClr val="6699CC"/>
                </a:solidFill>
                <a:latin typeface="Consolas"/>
                <a:ea typeface="Consolas"/>
                <a:cs typeface="Consolas"/>
              </a:defRPr>
            </a:pPr>
            <a:r>
              <a:rPr sz="3646" b="1">
                <a:solidFill>
                  <a:srgbClr val="6699CC"/>
                </a:solidFill>
                <a:latin typeface="Consolas"/>
                <a:ea typeface="Consolas"/>
                <a:cs typeface="Consolas"/>
              </a:rPr>
              <a:t>Input</a:t>
            </a:r>
          </a:p>
        </p:txBody>
      </p:sp>
      <p:sp>
        <p:nvSpPr>
          <p:cNvPr id="197" name="anim_to6741_0_1">
            <a:extLst>
              <a:ext uri="{FF2B5EF4-FFF2-40B4-BE49-F238E27FC236}">
                <a16:creationId xmlns:a16="http://schemas.microsoft.com/office/drawing/2014/main" id="{70D4CFE9-20F9-455A-BA43-4E14C47C6454}"/>
              </a:ext>
            </a:extLst>
          </p:cNvPr>
          <p:cNvSpPr>
            <a:spLocks noGrp="1"/>
          </p:cNvSpPr>
          <p:nvPr/>
        </p:nvSpPr>
        <p:spPr>
          <a:xfrm>
            <a:off x="1935111" y="2299368"/>
            <a:ext cx="786517" cy="5669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72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572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pPr>
            <a:r>
              <a:rPr sz="3572" b="0">
                <a:solidFill>
                  <a:srgbClr val="BBBBBB"/>
                </a:solidFill>
                <a:latin typeface="Consolas"/>
                <a:ea typeface="Consolas"/>
                <a:cs typeface="Consolas"/>
              </a:rPr>
              <a:t>9x9</a:t>
            </a:r>
          </a:p>
        </p:txBody>
      </p:sp>
      <p:sp>
        <p:nvSpPr>
          <p:cNvPr id="198" name="anim_to6745_0_1">
            <a:extLst>
              <a:ext uri="{FF2B5EF4-FFF2-40B4-BE49-F238E27FC236}">
                <a16:creationId xmlns:a16="http://schemas.microsoft.com/office/drawing/2014/main" id="{68319043-D73F-4267-8928-F6956C515C3E}"/>
              </a:ext>
            </a:extLst>
          </p:cNvPr>
          <p:cNvSpPr>
            <a:spLocks noGrp="1"/>
          </p:cNvSpPr>
          <p:nvPr/>
        </p:nvSpPr>
        <p:spPr>
          <a:xfrm>
            <a:off x="1566530" y="5591960"/>
            <a:ext cx="1523680" cy="5627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45" b="1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545" b="1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pPr>
            <a:r>
              <a:rPr sz="3545" b="1">
                <a:solidFill>
                  <a:srgbClr val="DDDDDD"/>
                </a:solidFill>
                <a:latin typeface="Consolas"/>
                <a:ea typeface="Consolas"/>
                <a:cs typeface="Consolas"/>
              </a:rPr>
              <a:t>RF = 1</a:t>
            </a:r>
          </a:p>
        </p:txBody>
      </p:sp>
      <p:sp>
        <p:nvSpPr>
          <p:cNvPr id="199" name="anim_to6866_0_1">
            <a:extLst>
              <a:ext uri="{FF2B5EF4-FFF2-40B4-BE49-F238E27FC236}">
                <a16:creationId xmlns:a16="http://schemas.microsoft.com/office/drawing/2014/main" id="{2F59E83B-24A4-404A-8288-11F3A2A049D1}"/>
              </a:ext>
            </a:extLst>
          </p:cNvPr>
          <p:cNvSpPr>
            <a:spLocks noGrp="1"/>
          </p:cNvSpPr>
          <p:nvPr/>
        </p:nvSpPr>
        <p:spPr>
          <a:xfrm>
            <a:off x="4277486" y="3778008"/>
            <a:ext cx="568664" cy="4019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2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2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2532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3x3</a:t>
            </a:r>
          </a:p>
        </p:txBody>
      </p:sp>
      <p:sp>
        <p:nvSpPr>
          <p:cNvPr id="200" name="anim_to6802_0_1">
            <a:extLst>
              <a:ext uri="{FF2B5EF4-FFF2-40B4-BE49-F238E27FC236}">
                <a16:creationId xmlns:a16="http://schemas.microsoft.com/office/drawing/2014/main" id="{503F22D7-277F-4291-8850-C6799F98BD15}"/>
              </a:ext>
            </a:extLst>
          </p:cNvPr>
          <p:cNvSpPr>
            <a:spLocks noGrp="1"/>
          </p:cNvSpPr>
          <p:nvPr/>
        </p:nvSpPr>
        <p:spPr>
          <a:xfrm>
            <a:off x="5733023" y="2134207"/>
            <a:ext cx="1566125" cy="57879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646" b="1">
                <a:solidFill>
                  <a:srgbClr val="90EE9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646" b="1">
                <a:solidFill>
                  <a:srgbClr val="90EE90"/>
                </a:solidFill>
                <a:latin typeface="Consolas"/>
                <a:ea typeface="Consolas"/>
                <a:cs typeface="Consolas"/>
              </a:defRPr>
            </a:pPr>
            <a:r>
              <a:rPr sz="3646" b="1">
                <a:solidFill>
                  <a:srgbClr val="90EE90"/>
                </a:solidFill>
                <a:latin typeface="Consolas"/>
                <a:ea typeface="Consolas"/>
                <a:cs typeface="Consolas"/>
              </a:rPr>
              <a:t>Hidden</a:t>
            </a:r>
          </a:p>
        </p:txBody>
      </p:sp>
      <p:sp>
        <p:nvSpPr>
          <p:cNvPr id="201" name="anim_to6809_0_1">
            <a:extLst>
              <a:ext uri="{FF2B5EF4-FFF2-40B4-BE49-F238E27FC236}">
                <a16:creationId xmlns:a16="http://schemas.microsoft.com/office/drawing/2014/main" id="{EF3F022B-0289-4C6E-9DA7-3EB8C50E89A6}"/>
              </a:ext>
            </a:extLst>
          </p:cNvPr>
          <p:cNvSpPr>
            <a:spLocks noGrp="1"/>
          </p:cNvSpPr>
          <p:nvPr/>
        </p:nvSpPr>
        <p:spPr>
          <a:xfrm>
            <a:off x="6122827" y="2576281"/>
            <a:ext cx="786517" cy="5669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72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572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pPr>
            <a:r>
              <a:rPr sz="3572" b="0">
                <a:solidFill>
                  <a:srgbClr val="BBBBBB"/>
                </a:solidFill>
                <a:latin typeface="Consolas"/>
                <a:ea typeface="Consolas"/>
                <a:cs typeface="Consolas"/>
              </a:rPr>
              <a:t>7x7</a:t>
            </a:r>
          </a:p>
        </p:txBody>
      </p:sp>
      <p:sp>
        <p:nvSpPr>
          <p:cNvPr id="202" name="anim_to6813_0_1">
            <a:extLst>
              <a:ext uri="{FF2B5EF4-FFF2-40B4-BE49-F238E27FC236}">
                <a16:creationId xmlns:a16="http://schemas.microsoft.com/office/drawing/2014/main" id="{A20EEF7F-52EB-4EE9-98EE-CC994D07848B}"/>
              </a:ext>
            </a:extLst>
          </p:cNvPr>
          <p:cNvSpPr>
            <a:spLocks noGrp="1"/>
          </p:cNvSpPr>
          <p:nvPr/>
        </p:nvSpPr>
        <p:spPr>
          <a:xfrm>
            <a:off x="5754245" y="5374759"/>
            <a:ext cx="1523680" cy="5627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45" b="1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545" b="1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pPr>
            <a:r>
              <a:rPr sz="3545" b="1">
                <a:solidFill>
                  <a:srgbClr val="DDDDDD"/>
                </a:solidFill>
                <a:latin typeface="Consolas"/>
                <a:ea typeface="Consolas"/>
                <a:cs typeface="Consolas"/>
              </a:rPr>
              <a:t>RF = 3</a:t>
            </a:r>
          </a:p>
        </p:txBody>
      </p:sp>
      <p:sp>
        <p:nvSpPr>
          <p:cNvPr id="203" name="anim_to6870_0_1">
            <a:extLst>
              <a:ext uri="{FF2B5EF4-FFF2-40B4-BE49-F238E27FC236}">
                <a16:creationId xmlns:a16="http://schemas.microsoft.com/office/drawing/2014/main" id="{A534B205-BB8E-421C-A40F-B2A0BFDC50D0}"/>
              </a:ext>
            </a:extLst>
          </p:cNvPr>
          <p:cNvSpPr>
            <a:spLocks noGrp="1"/>
          </p:cNvSpPr>
          <p:nvPr/>
        </p:nvSpPr>
        <p:spPr>
          <a:xfrm>
            <a:off x="8424145" y="3778008"/>
            <a:ext cx="568664" cy="4019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2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2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2532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3x3</a:t>
            </a:r>
          </a:p>
        </p:txBody>
      </p:sp>
      <p:sp>
        <p:nvSpPr>
          <p:cNvPr id="204" name="anim_to6846_0_1">
            <a:extLst>
              <a:ext uri="{FF2B5EF4-FFF2-40B4-BE49-F238E27FC236}">
                <a16:creationId xmlns:a16="http://schemas.microsoft.com/office/drawing/2014/main" id="{1D53BD7E-23AD-4AAA-9826-024FB8E6F69A}"/>
              </a:ext>
            </a:extLst>
          </p:cNvPr>
          <p:cNvSpPr>
            <a:spLocks noGrp="1"/>
          </p:cNvSpPr>
          <p:nvPr/>
        </p:nvSpPr>
        <p:spPr>
          <a:xfrm>
            <a:off x="9838626" y="2383290"/>
            <a:ext cx="1566125" cy="57879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646" b="1">
                <a:solidFill>
                  <a:srgbClr val="DDA0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646" b="1">
                <a:solidFill>
                  <a:srgbClr val="DDA0DD"/>
                </a:solidFill>
                <a:latin typeface="Consolas"/>
                <a:ea typeface="Consolas"/>
                <a:cs typeface="Consolas"/>
              </a:defRPr>
            </a:pPr>
            <a:r>
              <a:rPr sz="3646" b="1">
                <a:solidFill>
                  <a:srgbClr val="DDA0DD"/>
                </a:solidFill>
                <a:latin typeface="Consolas"/>
                <a:ea typeface="Consolas"/>
                <a:cs typeface="Consolas"/>
              </a:rPr>
              <a:t>Output</a:t>
            </a:r>
          </a:p>
        </p:txBody>
      </p:sp>
      <p:sp>
        <p:nvSpPr>
          <p:cNvPr id="205" name="anim_to6853_0_1">
            <a:extLst>
              <a:ext uri="{FF2B5EF4-FFF2-40B4-BE49-F238E27FC236}">
                <a16:creationId xmlns:a16="http://schemas.microsoft.com/office/drawing/2014/main" id="{3516C0A4-79EA-4C5F-9D68-9E1210E7854D}"/>
              </a:ext>
            </a:extLst>
          </p:cNvPr>
          <p:cNvSpPr>
            <a:spLocks noGrp="1"/>
          </p:cNvSpPr>
          <p:nvPr/>
        </p:nvSpPr>
        <p:spPr>
          <a:xfrm>
            <a:off x="10228430" y="2857730"/>
            <a:ext cx="786517" cy="5669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72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572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pPr>
            <a:r>
              <a:rPr sz="3572" b="0">
                <a:solidFill>
                  <a:srgbClr val="BBBBBB"/>
                </a:solidFill>
                <a:latin typeface="Consolas"/>
                <a:ea typeface="Consolas"/>
                <a:cs typeface="Consolas"/>
              </a:rPr>
              <a:t>5x5</a:t>
            </a:r>
          </a:p>
        </p:txBody>
      </p:sp>
      <p:sp>
        <p:nvSpPr>
          <p:cNvPr id="206" name="anim_to6857_0_1">
            <a:extLst>
              <a:ext uri="{FF2B5EF4-FFF2-40B4-BE49-F238E27FC236}">
                <a16:creationId xmlns:a16="http://schemas.microsoft.com/office/drawing/2014/main" id="{BA2FB8BE-EE8E-4CAC-90DD-4456FDA78FC0}"/>
              </a:ext>
            </a:extLst>
          </p:cNvPr>
          <p:cNvSpPr>
            <a:spLocks noGrp="1"/>
          </p:cNvSpPr>
          <p:nvPr/>
        </p:nvSpPr>
        <p:spPr>
          <a:xfrm>
            <a:off x="9859849" y="5093327"/>
            <a:ext cx="1523680" cy="5627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4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54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54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RF = 5</a:t>
            </a:r>
          </a:p>
        </p:txBody>
      </p:sp>
      <p:sp>
        <p:nvSpPr>
          <p:cNvPr id="207" name="anim_o6950_1">
            <a:extLst>
              <a:ext uri="{FF2B5EF4-FFF2-40B4-BE49-F238E27FC236}">
                <a16:creationId xmlns:a16="http://schemas.microsoft.com/office/drawing/2014/main" id="{E38B6E78-416D-43D5-9B71-6967E8E30E43}"/>
              </a:ext>
            </a:extLst>
          </p:cNvPr>
          <p:cNvSpPr>
            <a:spLocks noGrp="1"/>
          </p:cNvSpPr>
          <p:nvPr/>
        </p:nvSpPr>
        <p:spPr>
          <a:xfrm>
            <a:off x="6646151" y="3207297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8" name="anim_o6951_1">
            <a:extLst>
              <a:ext uri="{FF2B5EF4-FFF2-40B4-BE49-F238E27FC236}">
                <a16:creationId xmlns:a16="http://schemas.microsoft.com/office/drawing/2014/main" id="{8B4D652D-A7D7-4215-BCE3-910CAFEA4A75}"/>
              </a:ext>
            </a:extLst>
          </p:cNvPr>
          <p:cNvSpPr>
            <a:spLocks noGrp="1"/>
          </p:cNvSpPr>
          <p:nvPr/>
        </p:nvSpPr>
        <p:spPr>
          <a:xfrm>
            <a:off x="6925332" y="3207297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9" name="anim_o6952_1">
            <a:extLst>
              <a:ext uri="{FF2B5EF4-FFF2-40B4-BE49-F238E27FC236}">
                <a16:creationId xmlns:a16="http://schemas.microsoft.com/office/drawing/2014/main" id="{7142CE41-6B4B-4EC8-B5D0-BE99292D56DC}"/>
              </a:ext>
            </a:extLst>
          </p:cNvPr>
          <p:cNvSpPr>
            <a:spLocks noGrp="1"/>
          </p:cNvSpPr>
          <p:nvPr/>
        </p:nvSpPr>
        <p:spPr>
          <a:xfrm>
            <a:off x="7204513" y="3207297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0" name="anim_o6953_1">
            <a:extLst>
              <a:ext uri="{FF2B5EF4-FFF2-40B4-BE49-F238E27FC236}">
                <a16:creationId xmlns:a16="http://schemas.microsoft.com/office/drawing/2014/main" id="{62E4E937-9A96-415F-821F-3AA5B13304CD}"/>
              </a:ext>
            </a:extLst>
          </p:cNvPr>
          <p:cNvSpPr>
            <a:spLocks noGrp="1"/>
          </p:cNvSpPr>
          <p:nvPr/>
        </p:nvSpPr>
        <p:spPr>
          <a:xfrm>
            <a:off x="6646151" y="3486478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1" name="anim_o6954_1">
            <a:extLst>
              <a:ext uri="{FF2B5EF4-FFF2-40B4-BE49-F238E27FC236}">
                <a16:creationId xmlns:a16="http://schemas.microsoft.com/office/drawing/2014/main" id="{D38F0350-78A5-4D2D-B0A7-9C38983C32DD}"/>
              </a:ext>
            </a:extLst>
          </p:cNvPr>
          <p:cNvSpPr>
            <a:spLocks noGrp="1"/>
          </p:cNvSpPr>
          <p:nvPr/>
        </p:nvSpPr>
        <p:spPr>
          <a:xfrm>
            <a:off x="6925332" y="3486478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2" name="anim_o6955_1">
            <a:extLst>
              <a:ext uri="{FF2B5EF4-FFF2-40B4-BE49-F238E27FC236}">
                <a16:creationId xmlns:a16="http://schemas.microsoft.com/office/drawing/2014/main" id="{E92DA2F6-D2F1-48BC-8BC5-057E6159CA6E}"/>
              </a:ext>
            </a:extLst>
          </p:cNvPr>
          <p:cNvSpPr>
            <a:spLocks noGrp="1"/>
          </p:cNvSpPr>
          <p:nvPr/>
        </p:nvSpPr>
        <p:spPr>
          <a:xfrm>
            <a:off x="7204513" y="3486478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3" name="anim_o6956_1">
            <a:extLst>
              <a:ext uri="{FF2B5EF4-FFF2-40B4-BE49-F238E27FC236}">
                <a16:creationId xmlns:a16="http://schemas.microsoft.com/office/drawing/2014/main" id="{8B1808DB-8B2A-468F-B156-5D0D98127BD2}"/>
              </a:ext>
            </a:extLst>
          </p:cNvPr>
          <p:cNvSpPr>
            <a:spLocks noGrp="1"/>
          </p:cNvSpPr>
          <p:nvPr/>
        </p:nvSpPr>
        <p:spPr>
          <a:xfrm>
            <a:off x="6646151" y="3765659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4" name="anim_o6957_1">
            <a:extLst>
              <a:ext uri="{FF2B5EF4-FFF2-40B4-BE49-F238E27FC236}">
                <a16:creationId xmlns:a16="http://schemas.microsoft.com/office/drawing/2014/main" id="{197D3BB3-431D-4885-BB5A-78A58C256FC6}"/>
              </a:ext>
            </a:extLst>
          </p:cNvPr>
          <p:cNvSpPr>
            <a:spLocks noGrp="1"/>
          </p:cNvSpPr>
          <p:nvPr/>
        </p:nvSpPr>
        <p:spPr>
          <a:xfrm>
            <a:off x="6925332" y="3765659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5" name="anim_o6958_1">
            <a:extLst>
              <a:ext uri="{FF2B5EF4-FFF2-40B4-BE49-F238E27FC236}">
                <a16:creationId xmlns:a16="http://schemas.microsoft.com/office/drawing/2014/main" id="{BCEBD86E-45DB-40DF-9F26-2541649849B6}"/>
              </a:ext>
            </a:extLst>
          </p:cNvPr>
          <p:cNvSpPr>
            <a:spLocks noGrp="1"/>
          </p:cNvSpPr>
          <p:nvPr/>
        </p:nvSpPr>
        <p:spPr>
          <a:xfrm>
            <a:off x="7204513" y="3765659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6" name="anim_o6960_1">
            <a:extLst>
              <a:ext uri="{FF2B5EF4-FFF2-40B4-BE49-F238E27FC236}">
                <a16:creationId xmlns:a16="http://schemas.microsoft.com/office/drawing/2014/main" id="{ED20C21B-CD14-4DCE-962C-76F4703C4ACF}"/>
              </a:ext>
            </a:extLst>
          </p:cNvPr>
          <p:cNvSpPr>
            <a:spLocks noGrp="1"/>
          </p:cNvSpPr>
          <p:nvPr/>
        </p:nvSpPr>
        <p:spPr>
          <a:xfrm>
            <a:off x="2179254" y="2928116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7" name="anim_o6961_1">
            <a:extLst>
              <a:ext uri="{FF2B5EF4-FFF2-40B4-BE49-F238E27FC236}">
                <a16:creationId xmlns:a16="http://schemas.microsoft.com/office/drawing/2014/main" id="{2C119D81-930C-4B5F-B485-0C6C8A27E81C}"/>
              </a:ext>
            </a:extLst>
          </p:cNvPr>
          <p:cNvSpPr>
            <a:spLocks noGrp="1"/>
          </p:cNvSpPr>
          <p:nvPr/>
        </p:nvSpPr>
        <p:spPr>
          <a:xfrm>
            <a:off x="2458435" y="2928116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8" name="anim_o6962_1">
            <a:extLst>
              <a:ext uri="{FF2B5EF4-FFF2-40B4-BE49-F238E27FC236}">
                <a16:creationId xmlns:a16="http://schemas.microsoft.com/office/drawing/2014/main" id="{33B96052-A395-44C2-BCB3-2D91295C8449}"/>
              </a:ext>
            </a:extLst>
          </p:cNvPr>
          <p:cNvSpPr>
            <a:spLocks noGrp="1"/>
          </p:cNvSpPr>
          <p:nvPr/>
        </p:nvSpPr>
        <p:spPr>
          <a:xfrm>
            <a:off x="2737616" y="2928116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9" name="anim_o6963_1">
            <a:extLst>
              <a:ext uri="{FF2B5EF4-FFF2-40B4-BE49-F238E27FC236}">
                <a16:creationId xmlns:a16="http://schemas.microsoft.com/office/drawing/2014/main" id="{D8D505FF-4568-48A6-87E2-5A4DA76B03C9}"/>
              </a:ext>
            </a:extLst>
          </p:cNvPr>
          <p:cNvSpPr>
            <a:spLocks noGrp="1"/>
          </p:cNvSpPr>
          <p:nvPr/>
        </p:nvSpPr>
        <p:spPr>
          <a:xfrm>
            <a:off x="3016797" y="2928116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0" name="anim_o6964_1">
            <a:extLst>
              <a:ext uri="{FF2B5EF4-FFF2-40B4-BE49-F238E27FC236}">
                <a16:creationId xmlns:a16="http://schemas.microsoft.com/office/drawing/2014/main" id="{D3069E17-4506-4C73-9D61-0E19721ED4EA}"/>
              </a:ext>
            </a:extLst>
          </p:cNvPr>
          <p:cNvSpPr>
            <a:spLocks noGrp="1"/>
          </p:cNvSpPr>
          <p:nvPr/>
        </p:nvSpPr>
        <p:spPr>
          <a:xfrm>
            <a:off x="3295978" y="2928116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1" name="anim_o6965_1">
            <a:extLst>
              <a:ext uri="{FF2B5EF4-FFF2-40B4-BE49-F238E27FC236}">
                <a16:creationId xmlns:a16="http://schemas.microsoft.com/office/drawing/2014/main" id="{4148B695-BDB0-4324-A973-646B9FF21604}"/>
              </a:ext>
            </a:extLst>
          </p:cNvPr>
          <p:cNvSpPr>
            <a:spLocks noGrp="1"/>
          </p:cNvSpPr>
          <p:nvPr/>
        </p:nvSpPr>
        <p:spPr>
          <a:xfrm>
            <a:off x="2179254" y="3207297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2" name="anim_o6966_1">
            <a:extLst>
              <a:ext uri="{FF2B5EF4-FFF2-40B4-BE49-F238E27FC236}">
                <a16:creationId xmlns:a16="http://schemas.microsoft.com/office/drawing/2014/main" id="{614E63B1-A5A3-43B8-A30F-6E5105199B15}"/>
              </a:ext>
            </a:extLst>
          </p:cNvPr>
          <p:cNvSpPr>
            <a:spLocks noGrp="1"/>
          </p:cNvSpPr>
          <p:nvPr/>
        </p:nvSpPr>
        <p:spPr>
          <a:xfrm>
            <a:off x="2458435" y="3207297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3" name="anim_o6967_1">
            <a:extLst>
              <a:ext uri="{FF2B5EF4-FFF2-40B4-BE49-F238E27FC236}">
                <a16:creationId xmlns:a16="http://schemas.microsoft.com/office/drawing/2014/main" id="{8A3292F3-0A53-4DF3-8C66-DD0184B3816D}"/>
              </a:ext>
            </a:extLst>
          </p:cNvPr>
          <p:cNvSpPr>
            <a:spLocks noGrp="1"/>
          </p:cNvSpPr>
          <p:nvPr/>
        </p:nvSpPr>
        <p:spPr>
          <a:xfrm>
            <a:off x="2737616" y="3207297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4" name="anim_o6968_1">
            <a:extLst>
              <a:ext uri="{FF2B5EF4-FFF2-40B4-BE49-F238E27FC236}">
                <a16:creationId xmlns:a16="http://schemas.microsoft.com/office/drawing/2014/main" id="{7B21E5FE-E6E8-49CE-8EC5-6A29E1AD8A0B}"/>
              </a:ext>
            </a:extLst>
          </p:cNvPr>
          <p:cNvSpPr>
            <a:spLocks noGrp="1"/>
          </p:cNvSpPr>
          <p:nvPr/>
        </p:nvSpPr>
        <p:spPr>
          <a:xfrm>
            <a:off x="3016797" y="3207297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5" name="anim_o6969_1">
            <a:extLst>
              <a:ext uri="{FF2B5EF4-FFF2-40B4-BE49-F238E27FC236}">
                <a16:creationId xmlns:a16="http://schemas.microsoft.com/office/drawing/2014/main" id="{DBC74D67-AA0D-4A52-A802-EA5283561DC0}"/>
              </a:ext>
            </a:extLst>
          </p:cNvPr>
          <p:cNvSpPr>
            <a:spLocks noGrp="1"/>
          </p:cNvSpPr>
          <p:nvPr/>
        </p:nvSpPr>
        <p:spPr>
          <a:xfrm>
            <a:off x="3295978" y="3207297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6" name="anim_o6970_1">
            <a:extLst>
              <a:ext uri="{FF2B5EF4-FFF2-40B4-BE49-F238E27FC236}">
                <a16:creationId xmlns:a16="http://schemas.microsoft.com/office/drawing/2014/main" id="{D71E358A-1F6A-4BDC-A131-DE5801DC96EF}"/>
              </a:ext>
            </a:extLst>
          </p:cNvPr>
          <p:cNvSpPr>
            <a:spLocks noGrp="1"/>
          </p:cNvSpPr>
          <p:nvPr/>
        </p:nvSpPr>
        <p:spPr>
          <a:xfrm>
            <a:off x="2179254" y="3486478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7" name="anim_o6971_1">
            <a:extLst>
              <a:ext uri="{FF2B5EF4-FFF2-40B4-BE49-F238E27FC236}">
                <a16:creationId xmlns:a16="http://schemas.microsoft.com/office/drawing/2014/main" id="{DEE47B05-8D74-4EB5-80F3-1384207C335A}"/>
              </a:ext>
            </a:extLst>
          </p:cNvPr>
          <p:cNvSpPr>
            <a:spLocks noGrp="1"/>
          </p:cNvSpPr>
          <p:nvPr/>
        </p:nvSpPr>
        <p:spPr>
          <a:xfrm>
            <a:off x="2458435" y="3486478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8" name="anim_o6972_1">
            <a:extLst>
              <a:ext uri="{FF2B5EF4-FFF2-40B4-BE49-F238E27FC236}">
                <a16:creationId xmlns:a16="http://schemas.microsoft.com/office/drawing/2014/main" id="{0586F5BA-0E22-4854-B616-2A6D3A139D8D}"/>
              </a:ext>
            </a:extLst>
          </p:cNvPr>
          <p:cNvSpPr>
            <a:spLocks noGrp="1"/>
          </p:cNvSpPr>
          <p:nvPr/>
        </p:nvSpPr>
        <p:spPr>
          <a:xfrm>
            <a:off x="2737616" y="3486478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9" name="anim_o6973_1">
            <a:extLst>
              <a:ext uri="{FF2B5EF4-FFF2-40B4-BE49-F238E27FC236}">
                <a16:creationId xmlns:a16="http://schemas.microsoft.com/office/drawing/2014/main" id="{7139F1FF-22C7-4575-9B49-D4C27345F9DE}"/>
              </a:ext>
            </a:extLst>
          </p:cNvPr>
          <p:cNvSpPr>
            <a:spLocks noGrp="1"/>
          </p:cNvSpPr>
          <p:nvPr/>
        </p:nvSpPr>
        <p:spPr>
          <a:xfrm>
            <a:off x="3016797" y="3486478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0" name="anim_o6974_1">
            <a:extLst>
              <a:ext uri="{FF2B5EF4-FFF2-40B4-BE49-F238E27FC236}">
                <a16:creationId xmlns:a16="http://schemas.microsoft.com/office/drawing/2014/main" id="{8F7094E2-0290-4C62-B881-BDAE8565D2C4}"/>
              </a:ext>
            </a:extLst>
          </p:cNvPr>
          <p:cNvSpPr>
            <a:spLocks noGrp="1"/>
          </p:cNvSpPr>
          <p:nvPr/>
        </p:nvSpPr>
        <p:spPr>
          <a:xfrm>
            <a:off x="3295978" y="3486478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1" name="anim_o6975_1">
            <a:extLst>
              <a:ext uri="{FF2B5EF4-FFF2-40B4-BE49-F238E27FC236}">
                <a16:creationId xmlns:a16="http://schemas.microsoft.com/office/drawing/2014/main" id="{B9EAC1F1-303D-4860-89A9-4917F83AF059}"/>
              </a:ext>
            </a:extLst>
          </p:cNvPr>
          <p:cNvSpPr>
            <a:spLocks noGrp="1"/>
          </p:cNvSpPr>
          <p:nvPr/>
        </p:nvSpPr>
        <p:spPr>
          <a:xfrm>
            <a:off x="2179254" y="3765659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2" name="anim_o6976_1">
            <a:extLst>
              <a:ext uri="{FF2B5EF4-FFF2-40B4-BE49-F238E27FC236}">
                <a16:creationId xmlns:a16="http://schemas.microsoft.com/office/drawing/2014/main" id="{F6C1D506-4C2A-449D-A60F-6256D3EF48DA}"/>
              </a:ext>
            </a:extLst>
          </p:cNvPr>
          <p:cNvSpPr>
            <a:spLocks noGrp="1"/>
          </p:cNvSpPr>
          <p:nvPr/>
        </p:nvSpPr>
        <p:spPr>
          <a:xfrm>
            <a:off x="2458435" y="3765659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3" name="anim_o6977_1">
            <a:extLst>
              <a:ext uri="{FF2B5EF4-FFF2-40B4-BE49-F238E27FC236}">
                <a16:creationId xmlns:a16="http://schemas.microsoft.com/office/drawing/2014/main" id="{D8F39AFC-A3AC-43F7-B32F-0971D6891A8F}"/>
              </a:ext>
            </a:extLst>
          </p:cNvPr>
          <p:cNvSpPr>
            <a:spLocks noGrp="1"/>
          </p:cNvSpPr>
          <p:nvPr/>
        </p:nvSpPr>
        <p:spPr>
          <a:xfrm>
            <a:off x="2737616" y="3765659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4" name="anim_o6978_1">
            <a:extLst>
              <a:ext uri="{FF2B5EF4-FFF2-40B4-BE49-F238E27FC236}">
                <a16:creationId xmlns:a16="http://schemas.microsoft.com/office/drawing/2014/main" id="{4C8668ED-412F-4D79-8728-6235B5B3DBF3}"/>
              </a:ext>
            </a:extLst>
          </p:cNvPr>
          <p:cNvSpPr>
            <a:spLocks noGrp="1"/>
          </p:cNvSpPr>
          <p:nvPr/>
        </p:nvSpPr>
        <p:spPr>
          <a:xfrm>
            <a:off x="3016797" y="3765659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5" name="anim_o6979_1">
            <a:extLst>
              <a:ext uri="{FF2B5EF4-FFF2-40B4-BE49-F238E27FC236}">
                <a16:creationId xmlns:a16="http://schemas.microsoft.com/office/drawing/2014/main" id="{186E033F-A5C7-45CD-8F37-265C6D4A2CD6}"/>
              </a:ext>
            </a:extLst>
          </p:cNvPr>
          <p:cNvSpPr>
            <a:spLocks noGrp="1"/>
          </p:cNvSpPr>
          <p:nvPr/>
        </p:nvSpPr>
        <p:spPr>
          <a:xfrm>
            <a:off x="3295978" y="3765659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6" name="anim_o6980_1">
            <a:extLst>
              <a:ext uri="{FF2B5EF4-FFF2-40B4-BE49-F238E27FC236}">
                <a16:creationId xmlns:a16="http://schemas.microsoft.com/office/drawing/2014/main" id="{64E30D40-B371-4EF4-9718-5A0C83C502E8}"/>
              </a:ext>
            </a:extLst>
          </p:cNvPr>
          <p:cNvSpPr>
            <a:spLocks noGrp="1"/>
          </p:cNvSpPr>
          <p:nvPr/>
        </p:nvSpPr>
        <p:spPr>
          <a:xfrm>
            <a:off x="2179254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7" name="anim_o6981_1">
            <a:extLst>
              <a:ext uri="{FF2B5EF4-FFF2-40B4-BE49-F238E27FC236}">
                <a16:creationId xmlns:a16="http://schemas.microsoft.com/office/drawing/2014/main" id="{D471948D-F768-4FD4-B286-0FC46F85ABCB}"/>
              </a:ext>
            </a:extLst>
          </p:cNvPr>
          <p:cNvSpPr>
            <a:spLocks noGrp="1"/>
          </p:cNvSpPr>
          <p:nvPr/>
        </p:nvSpPr>
        <p:spPr>
          <a:xfrm>
            <a:off x="2458435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8" name="anim_o6982_1">
            <a:extLst>
              <a:ext uri="{FF2B5EF4-FFF2-40B4-BE49-F238E27FC236}">
                <a16:creationId xmlns:a16="http://schemas.microsoft.com/office/drawing/2014/main" id="{C80589B9-B7EA-4753-9808-BB5ACD8D885E}"/>
              </a:ext>
            </a:extLst>
          </p:cNvPr>
          <p:cNvSpPr>
            <a:spLocks noGrp="1"/>
          </p:cNvSpPr>
          <p:nvPr/>
        </p:nvSpPr>
        <p:spPr>
          <a:xfrm>
            <a:off x="2737616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9" name="anim_o6983_1">
            <a:extLst>
              <a:ext uri="{FF2B5EF4-FFF2-40B4-BE49-F238E27FC236}">
                <a16:creationId xmlns:a16="http://schemas.microsoft.com/office/drawing/2014/main" id="{2FAEA7D6-4763-498E-A64B-88E6546AABBB}"/>
              </a:ext>
            </a:extLst>
          </p:cNvPr>
          <p:cNvSpPr>
            <a:spLocks noGrp="1"/>
          </p:cNvSpPr>
          <p:nvPr/>
        </p:nvSpPr>
        <p:spPr>
          <a:xfrm>
            <a:off x="3016797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0" name="anim_o6984_1">
            <a:extLst>
              <a:ext uri="{FF2B5EF4-FFF2-40B4-BE49-F238E27FC236}">
                <a16:creationId xmlns:a16="http://schemas.microsoft.com/office/drawing/2014/main" id="{0C43E599-299A-4D29-A3D7-AE292946BC08}"/>
              </a:ext>
            </a:extLst>
          </p:cNvPr>
          <p:cNvSpPr>
            <a:spLocks noGrp="1"/>
          </p:cNvSpPr>
          <p:nvPr/>
        </p:nvSpPr>
        <p:spPr>
          <a:xfrm>
            <a:off x="3295978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1" name="anim_o6986_1">
            <a:extLst>
              <a:ext uri="{FF2B5EF4-FFF2-40B4-BE49-F238E27FC236}">
                <a16:creationId xmlns:a16="http://schemas.microsoft.com/office/drawing/2014/main" id="{401D611D-A96D-4753-9C84-0F69D24D5412}"/>
              </a:ext>
            </a:extLst>
          </p:cNvPr>
          <p:cNvSpPr>
            <a:spLocks noGrp="1"/>
          </p:cNvSpPr>
          <p:nvPr/>
        </p:nvSpPr>
        <p:spPr>
          <a:xfrm>
            <a:off x="5529427" y="4324022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2" name="anim_o6987_1">
            <a:extLst>
              <a:ext uri="{FF2B5EF4-FFF2-40B4-BE49-F238E27FC236}">
                <a16:creationId xmlns:a16="http://schemas.microsoft.com/office/drawing/2014/main" id="{90B1677C-5735-4F42-B7E8-997A4E6AF230}"/>
              </a:ext>
            </a:extLst>
          </p:cNvPr>
          <p:cNvSpPr>
            <a:spLocks noGrp="1"/>
          </p:cNvSpPr>
          <p:nvPr/>
        </p:nvSpPr>
        <p:spPr>
          <a:xfrm>
            <a:off x="5808608" y="4324022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3" name="anim_o6988_1">
            <a:extLst>
              <a:ext uri="{FF2B5EF4-FFF2-40B4-BE49-F238E27FC236}">
                <a16:creationId xmlns:a16="http://schemas.microsoft.com/office/drawing/2014/main" id="{47CC144D-138F-4CD9-87DF-7D5A86B38606}"/>
              </a:ext>
            </a:extLst>
          </p:cNvPr>
          <p:cNvSpPr>
            <a:spLocks noGrp="1"/>
          </p:cNvSpPr>
          <p:nvPr/>
        </p:nvSpPr>
        <p:spPr>
          <a:xfrm>
            <a:off x="6087789" y="4324022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4" name="anim_o6989_1">
            <a:extLst>
              <a:ext uri="{FF2B5EF4-FFF2-40B4-BE49-F238E27FC236}">
                <a16:creationId xmlns:a16="http://schemas.microsoft.com/office/drawing/2014/main" id="{D3E39DA9-BFD5-4897-931A-0360A1001F26}"/>
              </a:ext>
            </a:extLst>
          </p:cNvPr>
          <p:cNvSpPr>
            <a:spLocks noGrp="1"/>
          </p:cNvSpPr>
          <p:nvPr/>
        </p:nvSpPr>
        <p:spPr>
          <a:xfrm>
            <a:off x="5529427" y="4603203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5" name="anim_o6990_1">
            <a:extLst>
              <a:ext uri="{FF2B5EF4-FFF2-40B4-BE49-F238E27FC236}">
                <a16:creationId xmlns:a16="http://schemas.microsoft.com/office/drawing/2014/main" id="{4D962B5D-A9B7-4382-9814-F6137C35A669}"/>
              </a:ext>
            </a:extLst>
          </p:cNvPr>
          <p:cNvSpPr>
            <a:spLocks noGrp="1"/>
          </p:cNvSpPr>
          <p:nvPr/>
        </p:nvSpPr>
        <p:spPr>
          <a:xfrm>
            <a:off x="5808608" y="4603203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6" name="anim_o6991_1">
            <a:extLst>
              <a:ext uri="{FF2B5EF4-FFF2-40B4-BE49-F238E27FC236}">
                <a16:creationId xmlns:a16="http://schemas.microsoft.com/office/drawing/2014/main" id="{DB264BDC-2804-45FA-9CCE-1D1ED0CC090F}"/>
              </a:ext>
            </a:extLst>
          </p:cNvPr>
          <p:cNvSpPr>
            <a:spLocks noGrp="1"/>
          </p:cNvSpPr>
          <p:nvPr/>
        </p:nvSpPr>
        <p:spPr>
          <a:xfrm>
            <a:off x="6087789" y="4603203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7" name="anim_o6992_1">
            <a:extLst>
              <a:ext uri="{FF2B5EF4-FFF2-40B4-BE49-F238E27FC236}">
                <a16:creationId xmlns:a16="http://schemas.microsoft.com/office/drawing/2014/main" id="{3EC2204E-ED19-44A9-8CB7-43632A5442C0}"/>
              </a:ext>
            </a:extLst>
          </p:cNvPr>
          <p:cNvSpPr>
            <a:spLocks noGrp="1"/>
          </p:cNvSpPr>
          <p:nvPr/>
        </p:nvSpPr>
        <p:spPr>
          <a:xfrm>
            <a:off x="5529427" y="4882384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8" name="anim_o6993_1">
            <a:extLst>
              <a:ext uri="{FF2B5EF4-FFF2-40B4-BE49-F238E27FC236}">
                <a16:creationId xmlns:a16="http://schemas.microsoft.com/office/drawing/2014/main" id="{296CE205-5DAF-40C4-B674-DCBA8C8E75D9}"/>
              </a:ext>
            </a:extLst>
          </p:cNvPr>
          <p:cNvSpPr>
            <a:spLocks noGrp="1"/>
          </p:cNvSpPr>
          <p:nvPr/>
        </p:nvSpPr>
        <p:spPr>
          <a:xfrm>
            <a:off x="5808608" y="4882384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9" name="anim_o6994_1">
            <a:extLst>
              <a:ext uri="{FF2B5EF4-FFF2-40B4-BE49-F238E27FC236}">
                <a16:creationId xmlns:a16="http://schemas.microsoft.com/office/drawing/2014/main" id="{B4F86184-2FD3-406B-B46E-B80B29234465}"/>
              </a:ext>
            </a:extLst>
          </p:cNvPr>
          <p:cNvSpPr>
            <a:spLocks noGrp="1"/>
          </p:cNvSpPr>
          <p:nvPr/>
        </p:nvSpPr>
        <p:spPr>
          <a:xfrm>
            <a:off x="6087789" y="4882384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0" name="anim_o6996_1">
            <a:extLst>
              <a:ext uri="{FF2B5EF4-FFF2-40B4-BE49-F238E27FC236}">
                <a16:creationId xmlns:a16="http://schemas.microsoft.com/office/drawing/2014/main" id="{29EC8BF4-C45E-4205-99DE-5D4C232FF066}"/>
              </a:ext>
            </a:extLst>
          </p:cNvPr>
          <p:cNvSpPr>
            <a:spLocks noGrp="1"/>
          </p:cNvSpPr>
          <p:nvPr/>
        </p:nvSpPr>
        <p:spPr>
          <a:xfrm>
            <a:off x="1062530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1" name="anim_o6997_1">
            <a:extLst>
              <a:ext uri="{FF2B5EF4-FFF2-40B4-BE49-F238E27FC236}">
                <a16:creationId xmlns:a16="http://schemas.microsoft.com/office/drawing/2014/main" id="{2CC454C7-8036-47E4-ADA7-59ED5C4A7FA3}"/>
              </a:ext>
            </a:extLst>
          </p:cNvPr>
          <p:cNvSpPr>
            <a:spLocks noGrp="1"/>
          </p:cNvSpPr>
          <p:nvPr/>
        </p:nvSpPr>
        <p:spPr>
          <a:xfrm>
            <a:off x="1341711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2" name="anim_o6998_1">
            <a:extLst>
              <a:ext uri="{FF2B5EF4-FFF2-40B4-BE49-F238E27FC236}">
                <a16:creationId xmlns:a16="http://schemas.microsoft.com/office/drawing/2014/main" id="{F6DA8324-B864-49C0-B673-3ADF3B630AFC}"/>
              </a:ext>
            </a:extLst>
          </p:cNvPr>
          <p:cNvSpPr>
            <a:spLocks noGrp="1"/>
          </p:cNvSpPr>
          <p:nvPr/>
        </p:nvSpPr>
        <p:spPr>
          <a:xfrm>
            <a:off x="1620892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3" name="anim_o6999_1">
            <a:extLst>
              <a:ext uri="{FF2B5EF4-FFF2-40B4-BE49-F238E27FC236}">
                <a16:creationId xmlns:a16="http://schemas.microsoft.com/office/drawing/2014/main" id="{8F80005B-0202-4057-9150-124A326C8831}"/>
              </a:ext>
            </a:extLst>
          </p:cNvPr>
          <p:cNvSpPr>
            <a:spLocks noGrp="1"/>
          </p:cNvSpPr>
          <p:nvPr/>
        </p:nvSpPr>
        <p:spPr>
          <a:xfrm>
            <a:off x="1900073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4" name="anim_o7000_1">
            <a:extLst>
              <a:ext uri="{FF2B5EF4-FFF2-40B4-BE49-F238E27FC236}">
                <a16:creationId xmlns:a16="http://schemas.microsoft.com/office/drawing/2014/main" id="{22B51D50-9930-4A96-AF41-1EEFC0E62D8E}"/>
              </a:ext>
            </a:extLst>
          </p:cNvPr>
          <p:cNvSpPr>
            <a:spLocks noGrp="1"/>
          </p:cNvSpPr>
          <p:nvPr/>
        </p:nvSpPr>
        <p:spPr>
          <a:xfrm>
            <a:off x="2179254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5" name="anim_o7001_1">
            <a:extLst>
              <a:ext uri="{FF2B5EF4-FFF2-40B4-BE49-F238E27FC236}">
                <a16:creationId xmlns:a16="http://schemas.microsoft.com/office/drawing/2014/main" id="{474862A8-A930-4229-A4FD-F96EF970518D}"/>
              </a:ext>
            </a:extLst>
          </p:cNvPr>
          <p:cNvSpPr>
            <a:spLocks noGrp="1"/>
          </p:cNvSpPr>
          <p:nvPr/>
        </p:nvSpPr>
        <p:spPr>
          <a:xfrm>
            <a:off x="1062530" y="4324022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6" name="anim_o7002_1">
            <a:extLst>
              <a:ext uri="{FF2B5EF4-FFF2-40B4-BE49-F238E27FC236}">
                <a16:creationId xmlns:a16="http://schemas.microsoft.com/office/drawing/2014/main" id="{BADD5B4E-B992-489D-9345-89953952CCE4}"/>
              </a:ext>
            </a:extLst>
          </p:cNvPr>
          <p:cNvSpPr>
            <a:spLocks noGrp="1"/>
          </p:cNvSpPr>
          <p:nvPr/>
        </p:nvSpPr>
        <p:spPr>
          <a:xfrm>
            <a:off x="1341711" y="4324022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7" name="anim_o7003_1">
            <a:extLst>
              <a:ext uri="{FF2B5EF4-FFF2-40B4-BE49-F238E27FC236}">
                <a16:creationId xmlns:a16="http://schemas.microsoft.com/office/drawing/2014/main" id="{942D7EB2-41AA-4193-8E92-2EA6924701DA}"/>
              </a:ext>
            </a:extLst>
          </p:cNvPr>
          <p:cNvSpPr>
            <a:spLocks noGrp="1"/>
          </p:cNvSpPr>
          <p:nvPr/>
        </p:nvSpPr>
        <p:spPr>
          <a:xfrm>
            <a:off x="1620892" y="4324022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8" name="anim_o7004_1">
            <a:extLst>
              <a:ext uri="{FF2B5EF4-FFF2-40B4-BE49-F238E27FC236}">
                <a16:creationId xmlns:a16="http://schemas.microsoft.com/office/drawing/2014/main" id="{AF53DC1A-E8B3-4248-A1F8-A3AE6C778A5F}"/>
              </a:ext>
            </a:extLst>
          </p:cNvPr>
          <p:cNvSpPr>
            <a:spLocks noGrp="1"/>
          </p:cNvSpPr>
          <p:nvPr/>
        </p:nvSpPr>
        <p:spPr>
          <a:xfrm>
            <a:off x="1900073" y="4324022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9" name="anim_o7005_1">
            <a:extLst>
              <a:ext uri="{FF2B5EF4-FFF2-40B4-BE49-F238E27FC236}">
                <a16:creationId xmlns:a16="http://schemas.microsoft.com/office/drawing/2014/main" id="{0BE58813-D08B-43E8-B300-B914F73D8985}"/>
              </a:ext>
            </a:extLst>
          </p:cNvPr>
          <p:cNvSpPr>
            <a:spLocks noGrp="1"/>
          </p:cNvSpPr>
          <p:nvPr/>
        </p:nvSpPr>
        <p:spPr>
          <a:xfrm>
            <a:off x="2179254" y="4324022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0" name="anim_o7006_1">
            <a:extLst>
              <a:ext uri="{FF2B5EF4-FFF2-40B4-BE49-F238E27FC236}">
                <a16:creationId xmlns:a16="http://schemas.microsoft.com/office/drawing/2014/main" id="{09736B58-3960-4E77-A862-BA0A97B188AC}"/>
              </a:ext>
            </a:extLst>
          </p:cNvPr>
          <p:cNvSpPr>
            <a:spLocks noGrp="1"/>
          </p:cNvSpPr>
          <p:nvPr/>
        </p:nvSpPr>
        <p:spPr>
          <a:xfrm>
            <a:off x="1062530" y="4603203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1" name="anim_o7007_1">
            <a:extLst>
              <a:ext uri="{FF2B5EF4-FFF2-40B4-BE49-F238E27FC236}">
                <a16:creationId xmlns:a16="http://schemas.microsoft.com/office/drawing/2014/main" id="{B1EA48A0-143B-460A-AD3C-A130089C2E91}"/>
              </a:ext>
            </a:extLst>
          </p:cNvPr>
          <p:cNvSpPr>
            <a:spLocks noGrp="1"/>
          </p:cNvSpPr>
          <p:nvPr/>
        </p:nvSpPr>
        <p:spPr>
          <a:xfrm>
            <a:off x="1341711" y="4603203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2" name="anim_o7008_1">
            <a:extLst>
              <a:ext uri="{FF2B5EF4-FFF2-40B4-BE49-F238E27FC236}">
                <a16:creationId xmlns:a16="http://schemas.microsoft.com/office/drawing/2014/main" id="{FDEE566C-A077-41CE-A89B-227A232FC448}"/>
              </a:ext>
            </a:extLst>
          </p:cNvPr>
          <p:cNvSpPr>
            <a:spLocks noGrp="1"/>
          </p:cNvSpPr>
          <p:nvPr/>
        </p:nvSpPr>
        <p:spPr>
          <a:xfrm>
            <a:off x="1620892" y="4603203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3" name="anim_o7009_1">
            <a:extLst>
              <a:ext uri="{FF2B5EF4-FFF2-40B4-BE49-F238E27FC236}">
                <a16:creationId xmlns:a16="http://schemas.microsoft.com/office/drawing/2014/main" id="{112C1DEA-68AB-4987-AD0F-83DA4BAA636E}"/>
              </a:ext>
            </a:extLst>
          </p:cNvPr>
          <p:cNvSpPr>
            <a:spLocks noGrp="1"/>
          </p:cNvSpPr>
          <p:nvPr/>
        </p:nvSpPr>
        <p:spPr>
          <a:xfrm>
            <a:off x="1900073" y="4603203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4" name="anim_o7010_1">
            <a:extLst>
              <a:ext uri="{FF2B5EF4-FFF2-40B4-BE49-F238E27FC236}">
                <a16:creationId xmlns:a16="http://schemas.microsoft.com/office/drawing/2014/main" id="{1060DD52-95C7-4FF7-B02E-237FCE1080CE}"/>
              </a:ext>
            </a:extLst>
          </p:cNvPr>
          <p:cNvSpPr>
            <a:spLocks noGrp="1"/>
          </p:cNvSpPr>
          <p:nvPr/>
        </p:nvSpPr>
        <p:spPr>
          <a:xfrm>
            <a:off x="2179254" y="4603203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5" name="anim_o7011_1">
            <a:extLst>
              <a:ext uri="{FF2B5EF4-FFF2-40B4-BE49-F238E27FC236}">
                <a16:creationId xmlns:a16="http://schemas.microsoft.com/office/drawing/2014/main" id="{1B5CB372-957A-4024-B944-8623BA3F33B1}"/>
              </a:ext>
            </a:extLst>
          </p:cNvPr>
          <p:cNvSpPr>
            <a:spLocks noGrp="1"/>
          </p:cNvSpPr>
          <p:nvPr/>
        </p:nvSpPr>
        <p:spPr>
          <a:xfrm>
            <a:off x="1062530" y="4882384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6" name="anim_o7012_1">
            <a:extLst>
              <a:ext uri="{FF2B5EF4-FFF2-40B4-BE49-F238E27FC236}">
                <a16:creationId xmlns:a16="http://schemas.microsoft.com/office/drawing/2014/main" id="{CD2D4FC9-09E2-4B4F-84A1-9E3E2F1F0FD2}"/>
              </a:ext>
            </a:extLst>
          </p:cNvPr>
          <p:cNvSpPr>
            <a:spLocks noGrp="1"/>
          </p:cNvSpPr>
          <p:nvPr/>
        </p:nvSpPr>
        <p:spPr>
          <a:xfrm>
            <a:off x="1341711" y="4882384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7" name="anim_o7013_1">
            <a:extLst>
              <a:ext uri="{FF2B5EF4-FFF2-40B4-BE49-F238E27FC236}">
                <a16:creationId xmlns:a16="http://schemas.microsoft.com/office/drawing/2014/main" id="{BAD585BE-16B8-4029-82EB-1F4F5F05EA8E}"/>
              </a:ext>
            </a:extLst>
          </p:cNvPr>
          <p:cNvSpPr>
            <a:spLocks noGrp="1"/>
          </p:cNvSpPr>
          <p:nvPr/>
        </p:nvSpPr>
        <p:spPr>
          <a:xfrm>
            <a:off x="1620892" y="4882384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8" name="anim_o7014_1">
            <a:extLst>
              <a:ext uri="{FF2B5EF4-FFF2-40B4-BE49-F238E27FC236}">
                <a16:creationId xmlns:a16="http://schemas.microsoft.com/office/drawing/2014/main" id="{BFA30B3F-AA72-455C-BAC8-34B1551EA029}"/>
              </a:ext>
            </a:extLst>
          </p:cNvPr>
          <p:cNvSpPr>
            <a:spLocks noGrp="1"/>
          </p:cNvSpPr>
          <p:nvPr/>
        </p:nvSpPr>
        <p:spPr>
          <a:xfrm>
            <a:off x="1900073" y="4882384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9" name="anim_o7015_1">
            <a:extLst>
              <a:ext uri="{FF2B5EF4-FFF2-40B4-BE49-F238E27FC236}">
                <a16:creationId xmlns:a16="http://schemas.microsoft.com/office/drawing/2014/main" id="{3ACB219E-1183-4D61-A66B-C7B2B6A52730}"/>
              </a:ext>
            </a:extLst>
          </p:cNvPr>
          <p:cNvSpPr>
            <a:spLocks noGrp="1"/>
          </p:cNvSpPr>
          <p:nvPr/>
        </p:nvSpPr>
        <p:spPr>
          <a:xfrm>
            <a:off x="2179254" y="4882384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0" name="anim_o7016_1">
            <a:extLst>
              <a:ext uri="{FF2B5EF4-FFF2-40B4-BE49-F238E27FC236}">
                <a16:creationId xmlns:a16="http://schemas.microsoft.com/office/drawing/2014/main" id="{979D062E-1B93-4612-8A31-225E258988FB}"/>
              </a:ext>
            </a:extLst>
          </p:cNvPr>
          <p:cNvSpPr>
            <a:spLocks noGrp="1"/>
          </p:cNvSpPr>
          <p:nvPr/>
        </p:nvSpPr>
        <p:spPr>
          <a:xfrm>
            <a:off x="1062530" y="5161565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1" name="anim_o7017_1">
            <a:extLst>
              <a:ext uri="{FF2B5EF4-FFF2-40B4-BE49-F238E27FC236}">
                <a16:creationId xmlns:a16="http://schemas.microsoft.com/office/drawing/2014/main" id="{35F5F284-0153-4426-B09C-B9FEB963D813}"/>
              </a:ext>
            </a:extLst>
          </p:cNvPr>
          <p:cNvSpPr>
            <a:spLocks noGrp="1"/>
          </p:cNvSpPr>
          <p:nvPr/>
        </p:nvSpPr>
        <p:spPr>
          <a:xfrm>
            <a:off x="1341711" y="5161565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2" name="anim_o7018_1">
            <a:extLst>
              <a:ext uri="{FF2B5EF4-FFF2-40B4-BE49-F238E27FC236}">
                <a16:creationId xmlns:a16="http://schemas.microsoft.com/office/drawing/2014/main" id="{9E3D668A-1FD7-4D09-BC37-04104BFF96EA}"/>
              </a:ext>
            </a:extLst>
          </p:cNvPr>
          <p:cNvSpPr>
            <a:spLocks noGrp="1"/>
          </p:cNvSpPr>
          <p:nvPr/>
        </p:nvSpPr>
        <p:spPr>
          <a:xfrm>
            <a:off x="1620892" y="5161565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3" name="anim_o7019_1">
            <a:extLst>
              <a:ext uri="{FF2B5EF4-FFF2-40B4-BE49-F238E27FC236}">
                <a16:creationId xmlns:a16="http://schemas.microsoft.com/office/drawing/2014/main" id="{39AA218B-7C2C-4E88-B554-40F2A3CB8B13}"/>
              </a:ext>
            </a:extLst>
          </p:cNvPr>
          <p:cNvSpPr>
            <a:spLocks noGrp="1"/>
          </p:cNvSpPr>
          <p:nvPr/>
        </p:nvSpPr>
        <p:spPr>
          <a:xfrm>
            <a:off x="1900073" y="5161565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4" name="anim_o7020_1">
            <a:extLst>
              <a:ext uri="{FF2B5EF4-FFF2-40B4-BE49-F238E27FC236}">
                <a16:creationId xmlns:a16="http://schemas.microsoft.com/office/drawing/2014/main" id="{4EB543A4-61A8-4E99-8A48-D0D4A21B06F2}"/>
              </a:ext>
            </a:extLst>
          </p:cNvPr>
          <p:cNvSpPr>
            <a:spLocks noGrp="1"/>
          </p:cNvSpPr>
          <p:nvPr/>
        </p:nvSpPr>
        <p:spPr>
          <a:xfrm>
            <a:off x="2179254" y="5161565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5" name="anim_o7022_1">
            <a:extLst>
              <a:ext uri="{FF2B5EF4-FFF2-40B4-BE49-F238E27FC236}">
                <a16:creationId xmlns:a16="http://schemas.microsoft.com/office/drawing/2014/main" id="{0D277A51-7C48-4522-B9C9-CD8D2B8C19BC}"/>
              </a:ext>
            </a:extLst>
          </p:cNvPr>
          <p:cNvSpPr>
            <a:spLocks noGrp="1"/>
          </p:cNvSpPr>
          <p:nvPr/>
        </p:nvSpPr>
        <p:spPr>
          <a:xfrm>
            <a:off x="6646151" y="4324022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6" name="anim_o7023_1">
            <a:extLst>
              <a:ext uri="{FF2B5EF4-FFF2-40B4-BE49-F238E27FC236}">
                <a16:creationId xmlns:a16="http://schemas.microsoft.com/office/drawing/2014/main" id="{750A3631-5EAC-4723-88E0-858523D09EAB}"/>
              </a:ext>
            </a:extLst>
          </p:cNvPr>
          <p:cNvSpPr>
            <a:spLocks noGrp="1"/>
          </p:cNvSpPr>
          <p:nvPr/>
        </p:nvSpPr>
        <p:spPr>
          <a:xfrm>
            <a:off x="6925332" y="4324022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7" name="anim_o7024_1">
            <a:extLst>
              <a:ext uri="{FF2B5EF4-FFF2-40B4-BE49-F238E27FC236}">
                <a16:creationId xmlns:a16="http://schemas.microsoft.com/office/drawing/2014/main" id="{746A90B9-CC58-4469-B483-856DAC928D11}"/>
              </a:ext>
            </a:extLst>
          </p:cNvPr>
          <p:cNvSpPr>
            <a:spLocks noGrp="1"/>
          </p:cNvSpPr>
          <p:nvPr/>
        </p:nvSpPr>
        <p:spPr>
          <a:xfrm>
            <a:off x="7204513" y="4324022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8" name="anim_o7025_1">
            <a:extLst>
              <a:ext uri="{FF2B5EF4-FFF2-40B4-BE49-F238E27FC236}">
                <a16:creationId xmlns:a16="http://schemas.microsoft.com/office/drawing/2014/main" id="{9E236B1C-E088-4841-9416-3271A91A9821}"/>
              </a:ext>
            </a:extLst>
          </p:cNvPr>
          <p:cNvSpPr>
            <a:spLocks noGrp="1"/>
          </p:cNvSpPr>
          <p:nvPr/>
        </p:nvSpPr>
        <p:spPr>
          <a:xfrm>
            <a:off x="6646151" y="4603203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9" name="anim_o7026_1">
            <a:extLst>
              <a:ext uri="{FF2B5EF4-FFF2-40B4-BE49-F238E27FC236}">
                <a16:creationId xmlns:a16="http://schemas.microsoft.com/office/drawing/2014/main" id="{AB434BEF-2853-49F9-9D88-BEABA9F2C636}"/>
              </a:ext>
            </a:extLst>
          </p:cNvPr>
          <p:cNvSpPr>
            <a:spLocks noGrp="1"/>
          </p:cNvSpPr>
          <p:nvPr/>
        </p:nvSpPr>
        <p:spPr>
          <a:xfrm>
            <a:off x="6925332" y="4603203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0" name="anim_o7027_1">
            <a:extLst>
              <a:ext uri="{FF2B5EF4-FFF2-40B4-BE49-F238E27FC236}">
                <a16:creationId xmlns:a16="http://schemas.microsoft.com/office/drawing/2014/main" id="{FE6B22EA-A0ED-4F07-911C-454495253557}"/>
              </a:ext>
            </a:extLst>
          </p:cNvPr>
          <p:cNvSpPr>
            <a:spLocks noGrp="1"/>
          </p:cNvSpPr>
          <p:nvPr/>
        </p:nvSpPr>
        <p:spPr>
          <a:xfrm>
            <a:off x="7204513" y="4603203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1" name="anim_o7028_1">
            <a:extLst>
              <a:ext uri="{FF2B5EF4-FFF2-40B4-BE49-F238E27FC236}">
                <a16:creationId xmlns:a16="http://schemas.microsoft.com/office/drawing/2014/main" id="{434DE5AD-46A7-46D2-BF5B-34620DC979CB}"/>
              </a:ext>
            </a:extLst>
          </p:cNvPr>
          <p:cNvSpPr>
            <a:spLocks noGrp="1"/>
          </p:cNvSpPr>
          <p:nvPr/>
        </p:nvSpPr>
        <p:spPr>
          <a:xfrm>
            <a:off x="6646151" y="4882384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2" name="anim_o7029_1">
            <a:extLst>
              <a:ext uri="{FF2B5EF4-FFF2-40B4-BE49-F238E27FC236}">
                <a16:creationId xmlns:a16="http://schemas.microsoft.com/office/drawing/2014/main" id="{C69E595F-E091-4868-B2F1-556AD07660DE}"/>
              </a:ext>
            </a:extLst>
          </p:cNvPr>
          <p:cNvSpPr>
            <a:spLocks noGrp="1"/>
          </p:cNvSpPr>
          <p:nvPr/>
        </p:nvSpPr>
        <p:spPr>
          <a:xfrm>
            <a:off x="6925332" y="4882384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3" name="anim_o7030_1">
            <a:extLst>
              <a:ext uri="{FF2B5EF4-FFF2-40B4-BE49-F238E27FC236}">
                <a16:creationId xmlns:a16="http://schemas.microsoft.com/office/drawing/2014/main" id="{8FB06017-5DFC-469D-90A5-3AD76273D206}"/>
              </a:ext>
            </a:extLst>
          </p:cNvPr>
          <p:cNvSpPr>
            <a:spLocks noGrp="1"/>
          </p:cNvSpPr>
          <p:nvPr/>
        </p:nvSpPr>
        <p:spPr>
          <a:xfrm>
            <a:off x="7204513" y="4882384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4" name="anim_o7032_1">
            <a:extLst>
              <a:ext uri="{FF2B5EF4-FFF2-40B4-BE49-F238E27FC236}">
                <a16:creationId xmlns:a16="http://schemas.microsoft.com/office/drawing/2014/main" id="{6B6DE213-8CF0-4D64-95B4-9245C194933D}"/>
              </a:ext>
            </a:extLst>
          </p:cNvPr>
          <p:cNvSpPr>
            <a:spLocks noGrp="1"/>
          </p:cNvSpPr>
          <p:nvPr/>
        </p:nvSpPr>
        <p:spPr>
          <a:xfrm>
            <a:off x="2179254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5" name="anim_o7033_1">
            <a:extLst>
              <a:ext uri="{FF2B5EF4-FFF2-40B4-BE49-F238E27FC236}">
                <a16:creationId xmlns:a16="http://schemas.microsoft.com/office/drawing/2014/main" id="{D74DE7BF-75D4-4E1E-9248-60ADA876DCC2}"/>
              </a:ext>
            </a:extLst>
          </p:cNvPr>
          <p:cNvSpPr>
            <a:spLocks noGrp="1"/>
          </p:cNvSpPr>
          <p:nvPr/>
        </p:nvSpPr>
        <p:spPr>
          <a:xfrm>
            <a:off x="2458435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6" name="anim_o7034_1">
            <a:extLst>
              <a:ext uri="{FF2B5EF4-FFF2-40B4-BE49-F238E27FC236}">
                <a16:creationId xmlns:a16="http://schemas.microsoft.com/office/drawing/2014/main" id="{46D26391-E96D-43DE-83F2-CF2EDBD1C7BE}"/>
              </a:ext>
            </a:extLst>
          </p:cNvPr>
          <p:cNvSpPr>
            <a:spLocks noGrp="1"/>
          </p:cNvSpPr>
          <p:nvPr/>
        </p:nvSpPr>
        <p:spPr>
          <a:xfrm>
            <a:off x="2737616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7" name="anim_o7035_1">
            <a:extLst>
              <a:ext uri="{FF2B5EF4-FFF2-40B4-BE49-F238E27FC236}">
                <a16:creationId xmlns:a16="http://schemas.microsoft.com/office/drawing/2014/main" id="{E821B27D-CEB7-48B5-93BF-D7092B45B132}"/>
              </a:ext>
            </a:extLst>
          </p:cNvPr>
          <p:cNvSpPr>
            <a:spLocks noGrp="1"/>
          </p:cNvSpPr>
          <p:nvPr/>
        </p:nvSpPr>
        <p:spPr>
          <a:xfrm>
            <a:off x="3016797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8" name="anim_o7036_1">
            <a:extLst>
              <a:ext uri="{FF2B5EF4-FFF2-40B4-BE49-F238E27FC236}">
                <a16:creationId xmlns:a16="http://schemas.microsoft.com/office/drawing/2014/main" id="{D86A6633-E72E-4701-B59D-D8777E6E78EB}"/>
              </a:ext>
            </a:extLst>
          </p:cNvPr>
          <p:cNvSpPr>
            <a:spLocks noGrp="1"/>
          </p:cNvSpPr>
          <p:nvPr/>
        </p:nvSpPr>
        <p:spPr>
          <a:xfrm>
            <a:off x="3295978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9" name="anim_o7037_1">
            <a:extLst>
              <a:ext uri="{FF2B5EF4-FFF2-40B4-BE49-F238E27FC236}">
                <a16:creationId xmlns:a16="http://schemas.microsoft.com/office/drawing/2014/main" id="{C950D7F5-53FD-472A-8F30-A8AABE5E3F65}"/>
              </a:ext>
            </a:extLst>
          </p:cNvPr>
          <p:cNvSpPr>
            <a:spLocks noGrp="1"/>
          </p:cNvSpPr>
          <p:nvPr/>
        </p:nvSpPr>
        <p:spPr>
          <a:xfrm>
            <a:off x="2179254" y="4324022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0" name="anim_o7038_1">
            <a:extLst>
              <a:ext uri="{FF2B5EF4-FFF2-40B4-BE49-F238E27FC236}">
                <a16:creationId xmlns:a16="http://schemas.microsoft.com/office/drawing/2014/main" id="{72C1325C-A36C-4619-B10D-84A739DAA569}"/>
              </a:ext>
            </a:extLst>
          </p:cNvPr>
          <p:cNvSpPr>
            <a:spLocks noGrp="1"/>
          </p:cNvSpPr>
          <p:nvPr/>
        </p:nvSpPr>
        <p:spPr>
          <a:xfrm>
            <a:off x="2458435" y="4324022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1" name="anim_o7039_1">
            <a:extLst>
              <a:ext uri="{FF2B5EF4-FFF2-40B4-BE49-F238E27FC236}">
                <a16:creationId xmlns:a16="http://schemas.microsoft.com/office/drawing/2014/main" id="{EBD8B519-0D91-40B3-B2AF-8A3F5BDA5E71}"/>
              </a:ext>
            </a:extLst>
          </p:cNvPr>
          <p:cNvSpPr>
            <a:spLocks noGrp="1"/>
          </p:cNvSpPr>
          <p:nvPr/>
        </p:nvSpPr>
        <p:spPr>
          <a:xfrm>
            <a:off x="2737616" y="4324022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2" name="anim_o7040_1">
            <a:extLst>
              <a:ext uri="{FF2B5EF4-FFF2-40B4-BE49-F238E27FC236}">
                <a16:creationId xmlns:a16="http://schemas.microsoft.com/office/drawing/2014/main" id="{590DAD74-A4D1-4DBD-A53E-7C6A8EB50F77}"/>
              </a:ext>
            </a:extLst>
          </p:cNvPr>
          <p:cNvSpPr>
            <a:spLocks noGrp="1"/>
          </p:cNvSpPr>
          <p:nvPr/>
        </p:nvSpPr>
        <p:spPr>
          <a:xfrm>
            <a:off x="3016797" y="4324022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3" name="anim_o7041_1">
            <a:extLst>
              <a:ext uri="{FF2B5EF4-FFF2-40B4-BE49-F238E27FC236}">
                <a16:creationId xmlns:a16="http://schemas.microsoft.com/office/drawing/2014/main" id="{1C39E8D5-0B7D-44AC-80F2-F0F6247BA364}"/>
              </a:ext>
            </a:extLst>
          </p:cNvPr>
          <p:cNvSpPr>
            <a:spLocks noGrp="1"/>
          </p:cNvSpPr>
          <p:nvPr/>
        </p:nvSpPr>
        <p:spPr>
          <a:xfrm>
            <a:off x="3295978" y="4324022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4" name="anim_o7042_1">
            <a:extLst>
              <a:ext uri="{FF2B5EF4-FFF2-40B4-BE49-F238E27FC236}">
                <a16:creationId xmlns:a16="http://schemas.microsoft.com/office/drawing/2014/main" id="{24B9E6BA-10FB-410F-908B-180069CC3679}"/>
              </a:ext>
            </a:extLst>
          </p:cNvPr>
          <p:cNvSpPr>
            <a:spLocks noGrp="1"/>
          </p:cNvSpPr>
          <p:nvPr/>
        </p:nvSpPr>
        <p:spPr>
          <a:xfrm>
            <a:off x="2179254" y="4603203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5" name="anim_o7043_1">
            <a:extLst>
              <a:ext uri="{FF2B5EF4-FFF2-40B4-BE49-F238E27FC236}">
                <a16:creationId xmlns:a16="http://schemas.microsoft.com/office/drawing/2014/main" id="{51D0E01A-CFD6-4019-86BD-A69807B23159}"/>
              </a:ext>
            </a:extLst>
          </p:cNvPr>
          <p:cNvSpPr>
            <a:spLocks noGrp="1"/>
          </p:cNvSpPr>
          <p:nvPr/>
        </p:nvSpPr>
        <p:spPr>
          <a:xfrm>
            <a:off x="2458435" y="4603203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6" name="anim_o7044_1">
            <a:extLst>
              <a:ext uri="{FF2B5EF4-FFF2-40B4-BE49-F238E27FC236}">
                <a16:creationId xmlns:a16="http://schemas.microsoft.com/office/drawing/2014/main" id="{8271B487-702D-4A27-8CF1-FC664F5362B9}"/>
              </a:ext>
            </a:extLst>
          </p:cNvPr>
          <p:cNvSpPr>
            <a:spLocks noGrp="1"/>
          </p:cNvSpPr>
          <p:nvPr/>
        </p:nvSpPr>
        <p:spPr>
          <a:xfrm>
            <a:off x="2737616" y="4603203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7" name="anim_o7045_1">
            <a:extLst>
              <a:ext uri="{FF2B5EF4-FFF2-40B4-BE49-F238E27FC236}">
                <a16:creationId xmlns:a16="http://schemas.microsoft.com/office/drawing/2014/main" id="{06BACF88-50BE-48B7-BA71-EDAF9B8E4BCD}"/>
              </a:ext>
            </a:extLst>
          </p:cNvPr>
          <p:cNvSpPr>
            <a:spLocks noGrp="1"/>
          </p:cNvSpPr>
          <p:nvPr/>
        </p:nvSpPr>
        <p:spPr>
          <a:xfrm>
            <a:off x="3016797" y="4603203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8" name="anim_o7046_1">
            <a:extLst>
              <a:ext uri="{FF2B5EF4-FFF2-40B4-BE49-F238E27FC236}">
                <a16:creationId xmlns:a16="http://schemas.microsoft.com/office/drawing/2014/main" id="{CB2F04C0-8838-4A56-BCED-0612B9BF7DA1}"/>
              </a:ext>
            </a:extLst>
          </p:cNvPr>
          <p:cNvSpPr>
            <a:spLocks noGrp="1"/>
          </p:cNvSpPr>
          <p:nvPr/>
        </p:nvSpPr>
        <p:spPr>
          <a:xfrm>
            <a:off x="3295978" y="4603203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9" name="anim_o7047_1">
            <a:extLst>
              <a:ext uri="{FF2B5EF4-FFF2-40B4-BE49-F238E27FC236}">
                <a16:creationId xmlns:a16="http://schemas.microsoft.com/office/drawing/2014/main" id="{40EC5207-F731-4AE7-8178-AB459E2826A3}"/>
              </a:ext>
            </a:extLst>
          </p:cNvPr>
          <p:cNvSpPr>
            <a:spLocks noGrp="1"/>
          </p:cNvSpPr>
          <p:nvPr/>
        </p:nvSpPr>
        <p:spPr>
          <a:xfrm>
            <a:off x="2179254" y="4882384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0" name="anim_o7048_1">
            <a:extLst>
              <a:ext uri="{FF2B5EF4-FFF2-40B4-BE49-F238E27FC236}">
                <a16:creationId xmlns:a16="http://schemas.microsoft.com/office/drawing/2014/main" id="{C3B20013-94C7-40FC-B003-5038E366E8B6}"/>
              </a:ext>
            </a:extLst>
          </p:cNvPr>
          <p:cNvSpPr>
            <a:spLocks noGrp="1"/>
          </p:cNvSpPr>
          <p:nvPr/>
        </p:nvSpPr>
        <p:spPr>
          <a:xfrm>
            <a:off x="2458435" y="4882384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1" name="anim_o7049_1">
            <a:extLst>
              <a:ext uri="{FF2B5EF4-FFF2-40B4-BE49-F238E27FC236}">
                <a16:creationId xmlns:a16="http://schemas.microsoft.com/office/drawing/2014/main" id="{217D7A68-AA2E-4B7E-BB96-32692A92D082}"/>
              </a:ext>
            </a:extLst>
          </p:cNvPr>
          <p:cNvSpPr>
            <a:spLocks noGrp="1"/>
          </p:cNvSpPr>
          <p:nvPr/>
        </p:nvSpPr>
        <p:spPr>
          <a:xfrm>
            <a:off x="2737616" y="4882384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2" name="anim_o7050_1">
            <a:extLst>
              <a:ext uri="{FF2B5EF4-FFF2-40B4-BE49-F238E27FC236}">
                <a16:creationId xmlns:a16="http://schemas.microsoft.com/office/drawing/2014/main" id="{AD1E9B5B-3490-407D-AE8D-C867871F4723}"/>
              </a:ext>
            </a:extLst>
          </p:cNvPr>
          <p:cNvSpPr>
            <a:spLocks noGrp="1"/>
          </p:cNvSpPr>
          <p:nvPr/>
        </p:nvSpPr>
        <p:spPr>
          <a:xfrm>
            <a:off x="3016797" y="4882384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3" name="anim_o7051_1">
            <a:extLst>
              <a:ext uri="{FF2B5EF4-FFF2-40B4-BE49-F238E27FC236}">
                <a16:creationId xmlns:a16="http://schemas.microsoft.com/office/drawing/2014/main" id="{ECEA69F2-C806-4936-A51C-F1AFE8E780F3}"/>
              </a:ext>
            </a:extLst>
          </p:cNvPr>
          <p:cNvSpPr>
            <a:spLocks noGrp="1"/>
          </p:cNvSpPr>
          <p:nvPr/>
        </p:nvSpPr>
        <p:spPr>
          <a:xfrm>
            <a:off x="3295978" y="4882384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4" name="anim_o7052_1">
            <a:extLst>
              <a:ext uri="{FF2B5EF4-FFF2-40B4-BE49-F238E27FC236}">
                <a16:creationId xmlns:a16="http://schemas.microsoft.com/office/drawing/2014/main" id="{63FE1411-82AC-4DEA-871A-79426038B57F}"/>
              </a:ext>
            </a:extLst>
          </p:cNvPr>
          <p:cNvSpPr>
            <a:spLocks noGrp="1"/>
          </p:cNvSpPr>
          <p:nvPr/>
        </p:nvSpPr>
        <p:spPr>
          <a:xfrm>
            <a:off x="2179254" y="5161565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5" name="anim_o7053_1">
            <a:extLst>
              <a:ext uri="{FF2B5EF4-FFF2-40B4-BE49-F238E27FC236}">
                <a16:creationId xmlns:a16="http://schemas.microsoft.com/office/drawing/2014/main" id="{F8891FAA-A48A-4F9C-B422-0DDF1D0B2D84}"/>
              </a:ext>
            </a:extLst>
          </p:cNvPr>
          <p:cNvSpPr>
            <a:spLocks noGrp="1"/>
          </p:cNvSpPr>
          <p:nvPr/>
        </p:nvSpPr>
        <p:spPr>
          <a:xfrm>
            <a:off x="2458435" y="5161565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6" name="anim_o7054_1">
            <a:extLst>
              <a:ext uri="{FF2B5EF4-FFF2-40B4-BE49-F238E27FC236}">
                <a16:creationId xmlns:a16="http://schemas.microsoft.com/office/drawing/2014/main" id="{2C2BA108-81A5-47C7-A644-404DCF9EDD7B}"/>
              </a:ext>
            </a:extLst>
          </p:cNvPr>
          <p:cNvSpPr>
            <a:spLocks noGrp="1"/>
          </p:cNvSpPr>
          <p:nvPr/>
        </p:nvSpPr>
        <p:spPr>
          <a:xfrm>
            <a:off x="2737616" y="5161565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7" name="anim_o7055_1">
            <a:extLst>
              <a:ext uri="{FF2B5EF4-FFF2-40B4-BE49-F238E27FC236}">
                <a16:creationId xmlns:a16="http://schemas.microsoft.com/office/drawing/2014/main" id="{CF38ED0B-CC3D-4E5D-90CC-791DBE7413E4}"/>
              </a:ext>
            </a:extLst>
          </p:cNvPr>
          <p:cNvSpPr>
            <a:spLocks noGrp="1"/>
          </p:cNvSpPr>
          <p:nvPr/>
        </p:nvSpPr>
        <p:spPr>
          <a:xfrm>
            <a:off x="3016797" y="5161565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8" name="anim_o7056_1">
            <a:extLst>
              <a:ext uri="{FF2B5EF4-FFF2-40B4-BE49-F238E27FC236}">
                <a16:creationId xmlns:a16="http://schemas.microsoft.com/office/drawing/2014/main" id="{34F09D7C-C8A3-402C-9893-074DA3023782}"/>
              </a:ext>
            </a:extLst>
          </p:cNvPr>
          <p:cNvSpPr>
            <a:spLocks noGrp="1"/>
          </p:cNvSpPr>
          <p:nvPr/>
        </p:nvSpPr>
        <p:spPr>
          <a:xfrm>
            <a:off x="3295978" y="5161565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9" name="anim_o7058_1">
            <a:extLst>
              <a:ext uri="{FF2B5EF4-FFF2-40B4-BE49-F238E27FC236}">
                <a16:creationId xmlns:a16="http://schemas.microsoft.com/office/drawing/2014/main" id="{68A7B840-B2F0-4878-ABF8-BBD03FA53B93}"/>
              </a:ext>
            </a:extLst>
          </p:cNvPr>
          <p:cNvSpPr>
            <a:spLocks noGrp="1"/>
          </p:cNvSpPr>
          <p:nvPr/>
        </p:nvSpPr>
        <p:spPr>
          <a:xfrm>
            <a:off x="6087789" y="3765659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0" name="anim_o7059_1">
            <a:extLst>
              <a:ext uri="{FF2B5EF4-FFF2-40B4-BE49-F238E27FC236}">
                <a16:creationId xmlns:a16="http://schemas.microsoft.com/office/drawing/2014/main" id="{0D1CCA9D-B2F4-4CC0-95E5-FEC6F054CD71}"/>
              </a:ext>
            </a:extLst>
          </p:cNvPr>
          <p:cNvSpPr>
            <a:spLocks noGrp="1"/>
          </p:cNvSpPr>
          <p:nvPr/>
        </p:nvSpPr>
        <p:spPr>
          <a:xfrm>
            <a:off x="6366970" y="3765659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1" name="anim_o7060_1">
            <a:extLst>
              <a:ext uri="{FF2B5EF4-FFF2-40B4-BE49-F238E27FC236}">
                <a16:creationId xmlns:a16="http://schemas.microsoft.com/office/drawing/2014/main" id="{0E4B4E89-1C89-4E44-92EA-D04CAD8BA074}"/>
              </a:ext>
            </a:extLst>
          </p:cNvPr>
          <p:cNvSpPr>
            <a:spLocks noGrp="1"/>
          </p:cNvSpPr>
          <p:nvPr/>
        </p:nvSpPr>
        <p:spPr>
          <a:xfrm>
            <a:off x="6646151" y="3765659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2" name="anim_o7061_1">
            <a:extLst>
              <a:ext uri="{FF2B5EF4-FFF2-40B4-BE49-F238E27FC236}">
                <a16:creationId xmlns:a16="http://schemas.microsoft.com/office/drawing/2014/main" id="{23AA291C-EE14-49EC-9752-50440C53C59A}"/>
              </a:ext>
            </a:extLst>
          </p:cNvPr>
          <p:cNvSpPr>
            <a:spLocks noGrp="1"/>
          </p:cNvSpPr>
          <p:nvPr/>
        </p:nvSpPr>
        <p:spPr>
          <a:xfrm>
            <a:off x="6087789" y="4044841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3" name="anim_o7062_1">
            <a:extLst>
              <a:ext uri="{FF2B5EF4-FFF2-40B4-BE49-F238E27FC236}">
                <a16:creationId xmlns:a16="http://schemas.microsoft.com/office/drawing/2014/main" id="{1581AA27-1257-4A90-BE35-323E82E7D358}"/>
              </a:ext>
            </a:extLst>
          </p:cNvPr>
          <p:cNvSpPr>
            <a:spLocks noGrp="1"/>
          </p:cNvSpPr>
          <p:nvPr/>
        </p:nvSpPr>
        <p:spPr>
          <a:xfrm>
            <a:off x="6366970" y="4044841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4" name="anim_o7063_1">
            <a:extLst>
              <a:ext uri="{FF2B5EF4-FFF2-40B4-BE49-F238E27FC236}">
                <a16:creationId xmlns:a16="http://schemas.microsoft.com/office/drawing/2014/main" id="{9F564848-9051-4408-973A-EEAAAEA0DD8E}"/>
              </a:ext>
            </a:extLst>
          </p:cNvPr>
          <p:cNvSpPr>
            <a:spLocks noGrp="1"/>
          </p:cNvSpPr>
          <p:nvPr/>
        </p:nvSpPr>
        <p:spPr>
          <a:xfrm>
            <a:off x="6646151" y="4044841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5" name="anim_o7064_1">
            <a:extLst>
              <a:ext uri="{FF2B5EF4-FFF2-40B4-BE49-F238E27FC236}">
                <a16:creationId xmlns:a16="http://schemas.microsoft.com/office/drawing/2014/main" id="{908D6412-41D1-4A18-9409-3BD2E4E47DA7}"/>
              </a:ext>
            </a:extLst>
          </p:cNvPr>
          <p:cNvSpPr>
            <a:spLocks noGrp="1"/>
          </p:cNvSpPr>
          <p:nvPr/>
        </p:nvSpPr>
        <p:spPr>
          <a:xfrm>
            <a:off x="6087789" y="4324022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6" name="anim_o7065_1">
            <a:extLst>
              <a:ext uri="{FF2B5EF4-FFF2-40B4-BE49-F238E27FC236}">
                <a16:creationId xmlns:a16="http://schemas.microsoft.com/office/drawing/2014/main" id="{88221212-CD61-479B-B456-937562CAB7DD}"/>
              </a:ext>
            </a:extLst>
          </p:cNvPr>
          <p:cNvSpPr>
            <a:spLocks noGrp="1"/>
          </p:cNvSpPr>
          <p:nvPr/>
        </p:nvSpPr>
        <p:spPr>
          <a:xfrm>
            <a:off x="6366970" y="4324022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7" name="anim_o7066_1">
            <a:extLst>
              <a:ext uri="{FF2B5EF4-FFF2-40B4-BE49-F238E27FC236}">
                <a16:creationId xmlns:a16="http://schemas.microsoft.com/office/drawing/2014/main" id="{33F1001B-44B8-486C-92AC-D0D80A4423F6}"/>
              </a:ext>
            </a:extLst>
          </p:cNvPr>
          <p:cNvSpPr>
            <a:spLocks noGrp="1"/>
          </p:cNvSpPr>
          <p:nvPr/>
        </p:nvSpPr>
        <p:spPr>
          <a:xfrm>
            <a:off x="6646151" y="4324022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8" name="anim_o7068_1">
            <a:extLst>
              <a:ext uri="{FF2B5EF4-FFF2-40B4-BE49-F238E27FC236}">
                <a16:creationId xmlns:a16="http://schemas.microsoft.com/office/drawing/2014/main" id="{CC2CF740-F2A4-44D7-A140-B0BEA292AB5E}"/>
              </a:ext>
            </a:extLst>
          </p:cNvPr>
          <p:cNvSpPr>
            <a:spLocks noGrp="1"/>
          </p:cNvSpPr>
          <p:nvPr/>
        </p:nvSpPr>
        <p:spPr>
          <a:xfrm>
            <a:off x="1620892" y="3486478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9" name="anim_o7069_1">
            <a:extLst>
              <a:ext uri="{FF2B5EF4-FFF2-40B4-BE49-F238E27FC236}">
                <a16:creationId xmlns:a16="http://schemas.microsoft.com/office/drawing/2014/main" id="{BB773C62-45D9-438F-B8A9-F3D96606D9C1}"/>
              </a:ext>
            </a:extLst>
          </p:cNvPr>
          <p:cNvSpPr>
            <a:spLocks noGrp="1"/>
          </p:cNvSpPr>
          <p:nvPr/>
        </p:nvSpPr>
        <p:spPr>
          <a:xfrm>
            <a:off x="1900073" y="3486478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0" name="anim_o7070_1">
            <a:extLst>
              <a:ext uri="{FF2B5EF4-FFF2-40B4-BE49-F238E27FC236}">
                <a16:creationId xmlns:a16="http://schemas.microsoft.com/office/drawing/2014/main" id="{BEE94CA6-D724-4315-9C47-A7D3B42271AC}"/>
              </a:ext>
            </a:extLst>
          </p:cNvPr>
          <p:cNvSpPr>
            <a:spLocks noGrp="1"/>
          </p:cNvSpPr>
          <p:nvPr/>
        </p:nvSpPr>
        <p:spPr>
          <a:xfrm>
            <a:off x="2179254" y="3486478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1" name="anim_o7071_1">
            <a:extLst>
              <a:ext uri="{FF2B5EF4-FFF2-40B4-BE49-F238E27FC236}">
                <a16:creationId xmlns:a16="http://schemas.microsoft.com/office/drawing/2014/main" id="{E4E36E5A-C267-47E3-843A-C4D420ABF6E0}"/>
              </a:ext>
            </a:extLst>
          </p:cNvPr>
          <p:cNvSpPr>
            <a:spLocks noGrp="1"/>
          </p:cNvSpPr>
          <p:nvPr/>
        </p:nvSpPr>
        <p:spPr>
          <a:xfrm>
            <a:off x="2458435" y="3486478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2" name="anim_o7072_1">
            <a:extLst>
              <a:ext uri="{FF2B5EF4-FFF2-40B4-BE49-F238E27FC236}">
                <a16:creationId xmlns:a16="http://schemas.microsoft.com/office/drawing/2014/main" id="{791FF2DD-FB32-4D80-8F88-E3C23D2B8E7F}"/>
              </a:ext>
            </a:extLst>
          </p:cNvPr>
          <p:cNvSpPr>
            <a:spLocks noGrp="1"/>
          </p:cNvSpPr>
          <p:nvPr/>
        </p:nvSpPr>
        <p:spPr>
          <a:xfrm>
            <a:off x="2737616" y="3486478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3" name="anim_o7073_1">
            <a:extLst>
              <a:ext uri="{FF2B5EF4-FFF2-40B4-BE49-F238E27FC236}">
                <a16:creationId xmlns:a16="http://schemas.microsoft.com/office/drawing/2014/main" id="{F6759845-86E3-4D06-B02B-02E0F2838818}"/>
              </a:ext>
            </a:extLst>
          </p:cNvPr>
          <p:cNvSpPr>
            <a:spLocks noGrp="1"/>
          </p:cNvSpPr>
          <p:nvPr/>
        </p:nvSpPr>
        <p:spPr>
          <a:xfrm>
            <a:off x="1620892" y="3765659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4" name="anim_o7074_1">
            <a:extLst>
              <a:ext uri="{FF2B5EF4-FFF2-40B4-BE49-F238E27FC236}">
                <a16:creationId xmlns:a16="http://schemas.microsoft.com/office/drawing/2014/main" id="{F3727668-F41C-441D-8188-FDAD721D3235}"/>
              </a:ext>
            </a:extLst>
          </p:cNvPr>
          <p:cNvSpPr>
            <a:spLocks noGrp="1"/>
          </p:cNvSpPr>
          <p:nvPr/>
        </p:nvSpPr>
        <p:spPr>
          <a:xfrm>
            <a:off x="1900073" y="3765659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5" name="anim_o7075_1">
            <a:extLst>
              <a:ext uri="{FF2B5EF4-FFF2-40B4-BE49-F238E27FC236}">
                <a16:creationId xmlns:a16="http://schemas.microsoft.com/office/drawing/2014/main" id="{B3ADC616-5394-403E-9723-4EC638BBE730}"/>
              </a:ext>
            </a:extLst>
          </p:cNvPr>
          <p:cNvSpPr>
            <a:spLocks noGrp="1"/>
          </p:cNvSpPr>
          <p:nvPr/>
        </p:nvSpPr>
        <p:spPr>
          <a:xfrm>
            <a:off x="2179254" y="3765659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6" name="anim_o7076_1">
            <a:extLst>
              <a:ext uri="{FF2B5EF4-FFF2-40B4-BE49-F238E27FC236}">
                <a16:creationId xmlns:a16="http://schemas.microsoft.com/office/drawing/2014/main" id="{B301C91A-696E-4EE2-A2A5-C60AF3388752}"/>
              </a:ext>
            </a:extLst>
          </p:cNvPr>
          <p:cNvSpPr>
            <a:spLocks noGrp="1"/>
          </p:cNvSpPr>
          <p:nvPr/>
        </p:nvSpPr>
        <p:spPr>
          <a:xfrm>
            <a:off x="2458435" y="3765659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7" name="anim_o7077_1">
            <a:extLst>
              <a:ext uri="{FF2B5EF4-FFF2-40B4-BE49-F238E27FC236}">
                <a16:creationId xmlns:a16="http://schemas.microsoft.com/office/drawing/2014/main" id="{E9E838B8-2EEA-427B-B7E1-F30D2DFB2867}"/>
              </a:ext>
            </a:extLst>
          </p:cNvPr>
          <p:cNvSpPr>
            <a:spLocks noGrp="1"/>
          </p:cNvSpPr>
          <p:nvPr/>
        </p:nvSpPr>
        <p:spPr>
          <a:xfrm>
            <a:off x="2737616" y="3765659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8" name="anim_o7078_1">
            <a:extLst>
              <a:ext uri="{FF2B5EF4-FFF2-40B4-BE49-F238E27FC236}">
                <a16:creationId xmlns:a16="http://schemas.microsoft.com/office/drawing/2014/main" id="{12AD4008-9C07-4968-A238-701BD85914E6}"/>
              </a:ext>
            </a:extLst>
          </p:cNvPr>
          <p:cNvSpPr>
            <a:spLocks noGrp="1"/>
          </p:cNvSpPr>
          <p:nvPr/>
        </p:nvSpPr>
        <p:spPr>
          <a:xfrm>
            <a:off x="1620892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9" name="anim_o7079_1">
            <a:extLst>
              <a:ext uri="{FF2B5EF4-FFF2-40B4-BE49-F238E27FC236}">
                <a16:creationId xmlns:a16="http://schemas.microsoft.com/office/drawing/2014/main" id="{05B1E362-E53B-4680-A0EB-3A1C3ABE5D0A}"/>
              </a:ext>
            </a:extLst>
          </p:cNvPr>
          <p:cNvSpPr>
            <a:spLocks noGrp="1"/>
          </p:cNvSpPr>
          <p:nvPr/>
        </p:nvSpPr>
        <p:spPr>
          <a:xfrm>
            <a:off x="1900073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0" name="anim_o7080_1">
            <a:extLst>
              <a:ext uri="{FF2B5EF4-FFF2-40B4-BE49-F238E27FC236}">
                <a16:creationId xmlns:a16="http://schemas.microsoft.com/office/drawing/2014/main" id="{FF17283D-8093-4290-8EA0-C0B34B8B539B}"/>
              </a:ext>
            </a:extLst>
          </p:cNvPr>
          <p:cNvSpPr>
            <a:spLocks noGrp="1"/>
          </p:cNvSpPr>
          <p:nvPr/>
        </p:nvSpPr>
        <p:spPr>
          <a:xfrm>
            <a:off x="2179254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1" name="anim_o7081_1">
            <a:extLst>
              <a:ext uri="{FF2B5EF4-FFF2-40B4-BE49-F238E27FC236}">
                <a16:creationId xmlns:a16="http://schemas.microsoft.com/office/drawing/2014/main" id="{479CE927-68F8-4105-ABC8-C3DD88696044}"/>
              </a:ext>
            </a:extLst>
          </p:cNvPr>
          <p:cNvSpPr>
            <a:spLocks noGrp="1"/>
          </p:cNvSpPr>
          <p:nvPr/>
        </p:nvSpPr>
        <p:spPr>
          <a:xfrm>
            <a:off x="2458435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2" name="anim_o7082_1">
            <a:extLst>
              <a:ext uri="{FF2B5EF4-FFF2-40B4-BE49-F238E27FC236}">
                <a16:creationId xmlns:a16="http://schemas.microsoft.com/office/drawing/2014/main" id="{9B1280F0-2742-4877-8321-784F0CBBA56A}"/>
              </a:ext>
            </a:extLst>
          </p:cNvPr>
          <p:cNvSpPr>
            <a:spLocks noGrp="1"/>
          </p:cNvSpPr>
          <p:nvPr/>
        </p:nvSpPr>
        <p:spPr>
          <a:xfrm>
            <a:off x="2737616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3" name="anim_o7083_1">
            <a:extLst>
              <a:ext uri="{FF2B5EF4-FFF2-40B4-BE49-F238E27FC236}">
                <a16:creationId xmlns:a16="http://schemas.microsoft.com/office/drawing/2014/main" id="{38646D92-99FF-402E-B083-BC630535069C}"/>
              </a:ext>
            </a:extLst>
          </p:cNvPr>
          <p:cNvSpPr>
            <a:spLocks noGrp="1"/>
          </p:cNvSpPr>
          <p:nvPr/>
        </p:nvSpPr>
        <p:spPr>
          <a:xfrm>
            <a:off x="1620892" y="4324022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4" name="anim_o7084_1">
            <a:extLst>
              <a:ext uri="{FF2B5EF4-FFF2-40B4-BE49-F238E27FC236}">
                <a16:creationId xmlns:a16="http://schemas.microsoft.com/office/drawing/2014/main" id="{63B95460-C6EE-439B-864F-E9579F4C22C2}"/>
              </a:ext>
            </a:extLst>
          </p:cNvPr>
          <p:cNvSpPr>
            <a:spLocks noGrp="1"/>
          </p:cNvSpPr>
          <p:nvPr/>
        </p:nvSpPr>
        <p:spPr>
          <a:xfrm>
            <a:off x="1900073" y="4324022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5" name="anim_o7085_1">
            <a:extLst>
              <a:ext uri="{FF2B5EF4-FFF2-40B4-BE49-F238E27FC236}">
                <a16:creationId xmlns:a16="http://schemas.microsoft.com/office/drawing/2014/main" id="{40210556-7C12-4BC1-A62F-3173AB95CA9D}"/>
              </a:ext>
            </a:extLst>
          </p:cNvPr>
          <p:cNvSpPr>
            <a:spLocks noGrp="1"/>
          </p:cNvSpPr>
          <p:nvPr/>
        </p:nvSpPr>
        <p:spPr>
          <a:xfrm>
            <a:off x="2179254" y="4324022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6" name="anim_o7086_1">
            <a:extLst>
              <a:ext uri="{FF2B5EF4-FFF2-40B4-BE49-F238E27FC236}">
                <a16:creationId xmlns:a16="http://schemas.microsoft.com/office/drawing/2014/main" id="{F70B7ACD-983F-460C-9285-35E1544F9DA2}"/>
              </a:ext>
            </a:extLst>
          </p:cNvPr>
          <p:cNvSpPr>
            <a:spLocks noGrp="1"/>
          </p:cNvSpPr>
          <p:nvPr/>
        </p:nvSpPr>
        <p:spPr>
          <a:xfrm>
            <a:off x="2458435" y="4324022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7" name="anim_o7087_1">
            <a:extLst>
              <a:ext uri="{FF2B5EF4-FFF2-40B4-BE49-F238E27FC236}">
                <a16:creationId xmlns:a16="http://schemas.microsoft.com/office/drawing/2014/main" id="{7534F9A6-395F-4E35-9591-164223343C7C}"/>
              </a:ext>
            </a:extLst>
          </p:cNvPr>
          <p:cNvSpPr>
            <a:spLocks noGrp="1"/>
          </p:cNvSpPr>
          <p:nvPr/>
        </p:nvSpPr>
        <p:spPr>
          <a:xfrm>
            <a:off x="2737616" y="4324022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8" name="anim_o7088_1">
            <a:extLst>
              <a:ext uri="{FF2B5EF4-FFF2-40B4-BE49-F238E27FC236}">
                <a16:creationId xmlns:a16="http://schemas.microsoft.com/office/drawing/2014/main" id="{C33D25AA-BEBA-412A-AB41-D1E754E50F1B}"/>
              </a:ext>
            </a:extLst>
          </p:cNvPr>
          <p:cNvSpPr>
            <a:spLocks noGrp="1"/>
          </p:cNvSpPr>
          <p:nvPr/>
        </p:nvSpPr>
        <p:spPr>
          <a:xfrm>
            <a:off x="1620892" y="4603203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9" name="anim_o7089_1">
            <a:extLst>
              <a:ext uri="{FF2B5EF4-FFF2-40B4-BE49-F238E27FC236}">
                <a16:creationId xmlns:a16="http://schemas.microsoft.com/office/drawing/2014/main" id="{F6C3ECFC-57DE-4A56-A6B5-24DC63087AF7}"/>
              </a:ext>
            </a:extLst>
          </p:cNvPr>
          <p:cNvSpPr>
            <a:spLocks noGrp="1"/>
          </p:cNvSpPr>
          <p:nvPr/>
        </p:nvSpPr>
        <p:spPr>
          <a:xfrm>
            <a:off x="1900073" y="4603203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0" name="anim_o7090_1">
            <a:extLst>
              <a:ext uri="{FF2B5EF4-FFF2-40B4-BE49-F238E27FC236}">
                <a16:creationId xmlns:a16="http://schemas.microsoft.com/office/drawing/2014/main" id="{E5628FA1-966D-4A62-B87D-2BAA70FB7E73}"/>
              </a:ext>
            </a:extLst>
          </p:cNvPr>
          <p:cNvSpPr>
            <a:spLocks noGrp="1"/>
          </p:cNvSpPr>
          <p:nvPr/>
        </p:nvSpPr>
        <p:spPr>
          <a:xfrm>
            <a:off x="2179254" y="4603203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1" name="anim_o7091_1">
            <a:extLst>
              <a:ext uri="{FF2B5EF4-FFF2-40B4-BE49-F238E27FC236}">
                <a16:creationId xmlns:a16="http://schemas.microsoft.com/office/drawing/2014/main" id="{A9A87883-45E3-4080-8DD8-EB30B89AA79E}"/>
              </a:ext>
            </a:extLst>
          </p:cNvPr>
          <p:cNvSpPr>
            <a:spLocks noGrp="1"/>
          </p:cNvSpPr>
          <p:nvPr/>
        </p:nvSpPr>
        <p:spPr>
          <a:xfrm>
            <a:off x="2458435" y="4603203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2" name="anim_o7092_1">
            <a:extLst>
              <a:ext uri="{FF2B5EF4-FFF2-40B4-BE49-F238E27FC236}">
                <a16:creationId xmlns:a16="http://schemas.microsoft.com/office/drawing/2014/main" id="{C5129E1A-D175-4EBF-8231-AC9E13F12C04}"/>
              </a:ext>
            </a:extLst>
          </p:cNvPr>
          <p:cNvSpPr>
            <a:spLocks noGrp="1"/>
          </p:cNvSpPr>
          <p:nvPr/>
        </p:nvSpPr>
        <p:spPr>
          <a:xfrm>
            <a:off x="2737616" y="4603203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983261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915948 0 E" pathEditMode="relative" ptsTypes="">
                                      <p:cBhvr>
                                        <p:cTn id="108" dur="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915948 0 E" pathEditMode="relative" ptsTypes="">
                                      <p:cBhvr>
                                        <p:cTn id="110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915948 0 E" pathEditMode="relative" ptsTypes="">
                                      <p:cBhvr>
                                        <p:cTn id="112" dur="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5" fill="hold">
                      <p:stCondLst>
                        <p:cond delay="indefinite"/>
                      </p:stCondLst>
                      <p:childTnLst>
                        <p:par>
                          <p:cTn id="216" fill="hold">
                            <p:stCondLst>
                              <p:cond delay="0"/>
                            </p:stCondLst>
                            <p:childTnLst>
                              <p:par>
                                <p:cTn id="21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8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1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4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7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0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3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6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9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2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5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8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1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4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7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0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3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6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2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5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8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1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4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7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0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3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6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9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2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5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8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1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4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7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5948 0 L 0 0.1628352 E" pathEditMode="relative" ptsTypes="">
                                      <p:cBhvr>
                                        <p:cTn id="320" dur="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5948 0 L 0 0.1628352 E" pathEditMode="relative" ptsTypes="">
                                      <p:cBhvr>
                                        <p:cTn id="322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5948 0 L 0 0.1628352 E" pathEditMode="relative" ptsTypes="">
                                      <p:cBhvr>
                                        <p:cTn id="324" dur="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7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6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9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2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5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8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1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4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7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0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3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6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9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2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5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8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1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4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7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0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3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6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9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2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5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8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1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4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7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0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3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6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7" fill="hold">
                      <p:stCondLst>
                        <p:cond delay="indefinite"/>
                      </p:stCondLst>
                      <p:childTnLst>
                        <p:par>
                          <p:cTn id="428" fill="hold">
                            <p:stCondLst>
                              <p:cond delay="0"/>
                            </p:stCondLst>
                            <p:childTnLst>
                              <p:par>
                                <p:cTn id="42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0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3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6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9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2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5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8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1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4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7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0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3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6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9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2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5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8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1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4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7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0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3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6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9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2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5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8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1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4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7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0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3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6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9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28352 L 0.0915948 0.1628352 E" pathEditMode="relative" ptsTypes="">
                                      <p:cBhvr>
                                        <p:cTn id="532" dur="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28352 L 0.0915948 0.1628352 E" pathEditMode="relative" ptsTypes="">
                                      <p:cBhvr>
                                        <p:cTn id="534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628352 L 0.0915948 0.1628352 E" pathEditMode="relative" ptsTypes="">
                                      <p:cBhvr>
                                        <p:cTn id="536" dur="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9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2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5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8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1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4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0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3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6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9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2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5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8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1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4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7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0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3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6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9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2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5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8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1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4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7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0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3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6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9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2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5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8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9" fill="hold">
                      <p:stCondLst>
                        <p:cond delay="indefinite"/>
                      </p:stCondLst>
                      <p:childTnLst>
                        <p:par>
                          <p:cTn id="640" fill="hold">
                            <p:stCondLst>
                              <p:cond delay="0"/>
                            </p:stCondLst>
                            <p:childTnLst>
                              <p:par>
                                <p:cTn id="64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2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5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8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1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4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7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0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3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6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9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2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5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8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1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4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7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0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3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6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9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2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5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8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1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4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7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0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3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6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9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2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5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8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1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3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5948 0.1628352 L 0.0457974 0.0814176 E" pathEditMode="relative" ptsTypes="">
                                      <p:cBhvr>
                                        <p:cTn id="744" dur="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5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5948 0.1628352 L 0.0457974 0.0814176 E" pathEditMode="relative" ptsTypes="">
                                      <p:cBhvr>
                                        <p:cTn id="746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7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15948 0.1628352 L 0.0457974 0.0814176 E" pathEditMode="relative" ptsTypes="">
                                      <p:cBhvr>
                                        <p:cTn id="748" dur="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1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4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7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0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3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6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9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2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5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8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1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4" dur="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7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0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3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6" dur="5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9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2" dur="5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5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8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1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4" dur="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7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0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3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6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9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2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5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8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1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4" dur="5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7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0" dur="5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8" grpId="0" animBg="1"/>
      <p:bldP spid="158" grpId="1" animBg="1"/>
      <p:bldP spid="158" grpId="2" animBg="1"/>
      <p:bldP spid="158" grpId="3" animBg="1"/>
      <p:bldP spid="159" grpId="0" animBg="1"/>
      <p:bldP spid="159" grpId="1" animBg="1"/>
      <p:bldP spid="159" grpId="2" animBg="1"/>
      <p:bldP spid="159" grpId="3" animBg="1"/>
      <p:bldP spid="160" grpId="0" animBg="1"/>
      <p:bldP spid="160" grpId="1" animBg="1"/>
      <p:bldP spid="160" grpId="2" animBg="1"/>
      <p:bldP spid="160" grpId="3" animBg="1"/>
      <p:bldP spid="161" grpId="0" animBg="1"/>
      <p:bldP spid="162" grpId="0" animBg="1"/>
      <p:bldP spid="163" grpId="0" animBg="1"/>
      <p:bldP spid="164" grpId="0" animBg="1"/>
      <p:bldP spid="165" grpId="0" animBg="1"/>
      <p:bldP spid="166" grpId="0" animBg="1"/>
      <p:bldP spid="167" grpId="0" animBg="1"/>
      <p:bldP spid="168" grpId="0" animBg="1"/>
      <p:bldP spid="169" grpId="0" animBg="1"/>
      <p:bldP spid="170" grpId="0" animBg="1"/>
      <p:bldP spid="171" grpId="0" animBg="1"/>
      <p:bldP spid="172" grpId="0" animBg="1"/>
      <p:bldP spid="173" grpId="0" animBg="1"/>
      <p:bldP spid="174" grpId="0" animBg="1"/>
      <p:bldP spid="175" grpId="0" animBg="1"/>
      <p:bldP spid="176" grpId="0" animBg="1"/>
      <p:bldP spid="177" grpId="0" animBg="1"/>
      <p:bldP spid="178" grpId="0" animBg="1"/>
      <p:bldP spid="179" grpId="0" animBg="1"/>
      <p:bldP spid="180" grpId="0" animBg="1"/>
      <p:bldP spid="181" grpId="0" animBg="1"/>
      <p:bldP spid="182" grpId="0" animBg="1"/>
      <p:bldP spid="183" grpId="0" animBg="1"/>
      <p:bldP spid="184" grpId="0" animBg="1"/>
      <p:bldP spid="185" grpId="0" animBg="1"/>
      <p:bldP spid="186" grpId="0" animBg="1"/>
      <p:bldP spid="187" grpId="0" animBg="1"/>
      <p:bldP spid="188" grpId="0" animBg="1"/>
      <p:bldP spid="189" grpId="0" animBg="1"/>
      <p:bldP spid="190" grpId="0" animBg="1"/>
      <p:bldP spid="191" grpId="0" animBg="1"/>
      <p:bldP spid="192" grpId="0" animBg="1"/>
      <p:bldP spid="193" grpId="0" animBg="1"/>
      <p:bldP spid="194" grpId="0" animBg="1"/>
      <p:bldP spid="207" grpId="0" animBg="1"/>
      <p:bldP spid="207" grpId="1" animBg="1"/>
      <p:bldP spid="208" grpId="0" animBg="1"/>
      <p:bldP spid="208" grpId="1" animBg="1"/>
      <p:bldP spid="209" grpId="0" animBg="1"/>
      <p:bldP spid="209" grpId="1" animBg="1"/>
      <p:bldP spid="210" grpId="0" animBg="1"/>
      <p:bldP spid="210" grpId="1" animBg="1"/>
      <p:bldP spid="211" grpId="0" animBg="1"/>
      <p:bldP spid="211" grpId="1" animBg="1"/>
      <p:bldP spid="212" grpId="0" animBg="1"/>
      <p:bldP spid="212" grpId="1" animBg="1"/>
      <p:bldP spid="213" grpId="0" animBg="1"/>
      <p:bldP spid="213" grpId="1" animBg="1"/>
      <p:bldP spid="214" grpId="0" animBg="1"/>
      <p:bldP spid="214" grpId="1" animBg="1"/>
      <p:bldP spid="215" grpId="0" animBg="1"/>
      <p:bldP spid="215" grpId="1" animBg="1"/>
      <p:bldP spid="216" grpId="0" animBg="1"/>
      <p:bldP spid="216" grpId="1" animBg="1"/>
      <p:bldP spid="217" grpId="0" animBg="1"/>
      <p:bldP spid="217" grpId="1" animBg="1"/>
      <p:bldP spid="218" grpId="0" animBg="1"/>
      <p:bldP spid="218" grpId="1" animBg="1"/>
      <p:bldP spid="219" grpId="0" animBg="1"/>
      <p:bldP spid="219" grpId="1" animBg="1"/>
      <p:bldP spid="220" grpId="0" animBg="1"/>
      <p:bldP spid="220" grpId="1" animBg="1"/>
      <p:bldP spid="221" grpId="0" animBg="1"/>
      <p:bldP spid="221" grpId="1" animBg="1"/>
      <p:bldP spid="222" grpId="0" animBg="1"/>
      <p:bldP spid="222" grpId="1" animBg="1"/>
      <p:bldP spid="223" grpId="0" animBg="1"/>
      <p:bldP spid="223" grpId="1" animBg="1"/>
      <p:bldP spid="224" grpId="0" animBg="1"/>
      <p:bldP spid="224" grpId="1" animBg="1"/>
      <p:bldP spid="225" grpId="0" animBg="1"/>
      <p:bldP spid="225" grpId="1" animBg="1"/>
      <p:bldP spid="226" grpId="0" animBg="1"/>
      <p:bldP spid="226" grpId="1" animBg="1"/>
      <p:bldP spid="227" grpId="0" animBg="1"/>
      <p:bldP spid="227" grpId="1" animBg="1"/>
      <p:bldP spid="228" grpId="0" animBg="1"/>
      <p:bldP spid="228" grpId="1" animBg="1"/>
      <p:bldP spid="229" grpId="0" animBg="1"/>
      <p:bldP spid="229" grpId="1" animBg="1"/>
      <p:bldP spid="230" grpId="0" animBg="1"/>
      <p:bldP spid="230" grpId="1" animBg="1"/>
      <p:bldP spid="231" grpId="0" animBg="1"/>
      <p:bldP spid="231" grpId="1" animBg="1"/>
      <p:bldP spid="232" grpId="0" animBg="1"/>
      <p:bldP spid="232" grpId="1" animBg="1"/>
      <p:bldP spid="233" grpId="0" animBg="1"/>
      <p:bldP spid="233" grpId="1" animBg="1"/>
      <p:bldP spid="234" grpId="0" animBg="1"/>
      <p:bldP spid="234" grpId="1" animBg="1"/>
      <p:bldP spid="235" grpId="0" animBg="1"/>
      <p:bldP spid="235" grpId="1" animBg="1"/>
      <p:bldP spid="236" grpId="0" animBg="1"/>
      <p:bldP spid="236" grpId="1" animBg="1"/>
      <p:bldP spid="237" grpId="0" animBg="1"/>
      <p:bldP spid="237" grpId="1" animBg="1"/>
      <p:bldP spid="238" grpId="0" animBg="1"/>
      <p:bldP spid="238" grpId="1" animBg="1"/>
      <p:bldP spid="239" grpId="0" animBg="1"/>
      <p:bldP spid="239" grpId="1" animBg="1"/>
      <p:bldP spid="240" grpId="0" animBg="1"/>
      <p:bldP spid="240" grpId="1" animBg="1"/>
      <p:bldP spid="241" grpId="0" animBg="1"/>
      <p:bldP spid="241" grpId="1" animBg="1"/>
      <p:bldP spid="242" grpId="0" animBg="1"/>
      <p:bldP spid="242" grpId="1" animBg="1"/>
      <p:bldP spid="243" grpId="0" animBg="1"/>
      <p:bldP spid="243" grpId="1" animBg="1"/>
      <p:bldP spid="244" grpId="0" animBg="1"/>
      <p:bldP spid="244" grpId="1" animBg="1"/>
      <p:bldP spid="245" grpId="0" animBg="1"/>
      <p:bldP spid="245" grpId="1" animBg="1"/>
      <p:bldP spid="246" grpId="0" animBg="1"/>
      <p:bldP spid="246" grpId="1" animBg="1"/>
      <p:bldP spid="247" grpId="0" animBg="1"/>
      <p:bldP spid="247" grpId="1" animBg="1"/>
      <p:bldP spid="248" grpId="0" animBg="1"/>
      <p:bldP spid="248" grpId="1" animBg="1"/>
      <p:bldP spid="249" grpId="0" animBg="1"/>
      <p:bldP spid="249" grpId="1" animBg="1"/>
      <p:bldP spid="250" grpId="0" animBg="1"/>
      <p:bldP spid="250" grpId="1" animBg="1"/>
      <p:bldP spid="251" grpId="0" animBg="1"/>
      <p:bldP spid="251" grpId="1" animBg="1"/>
      <p:bldP spid="252" grpId="0" animBg="1"/>
      <p:bldP spid="252" grpId="1" animBg="1"/>
      <p:bldP spid="253" grpId="0" animBg="1"/>
      <p:bldP spid="253" grpId="1" animBg="1"/>
      <p:bldP spid="254" grpId="0" animBg="1"/>
      <p:bldP spid="254" grpId="1" animBg="1"/>
      <p:bldP spid="255" grpId="0" animBg="1"/>
      <p:bldP spid="255" grpId="1" animBg="1"/>
      <p:bldP spid="256" grpId="0" animBg="1"/>
      <p:bldP spid="256" grpId="1" animBg="1"/>
      <p:bldP spid="257" grpId="0" animBg="1"/>
      <p:bldP spid="257" grpId="1" animBg="1"/>
      <p:bldP spid="258" grpId="0" animBg="1"/>
      <p:bldP spid="258" grpId="1" animBg="1"/>
      <p:bldP spid="259" grpId="0" animBg="1"/>
      <p:bldP spid="259" grpId="1" animBg="1"/>
      <p:bldP spid="260" grpId="0" animBg="1"/>
      <p:bldP spid="260" grpId="1" animBg="1"/>
      <p:bldP spid="261" grpId="0" animBg="1"/>
      <p:bldP spid="261" grpId="1" animBg="1"/>
      <p:bldP spid="262" grpId="0" animBg="1"/>
      <p:bldP spid="262" grpId="1" animBg="1"/>
      <p:bldP spid="263" grpId="0" animBg="1"/>
      <p:bldP spid="263" grpId="1" animBg="1"/>
      <p:bldP spid="264" grpId="0" animBg="1"/>
      <p:bldP spid="264" grpId="1" animBg="1"/>
      <p:bldP spid="265" grpId="0" animBg="1"/>
      <p:bldP spid="265" grpId="1" animBg="1"/>
      <p:bldP spid="266" grpId="0" animBg="1"/>
      <p:bldP spid="266" grpId="1" animBg="1"/>
      <p:bldP spid="267" grpId="0" animBg="1"/>
      <p:bldP spid="267" grpId="1" animBg="1"/>
      <p:bldP spid="268" grpId="0" animBg="1"/>
      <p:bldP spid="268" grpId="1" animBg="1"/>
      <p:bldP spid="269" grpId="0" animBg="1"/>
      <p:bldP spid="269" grpId="1" animBg="1"/>
      <p:bldP spid="270" grpId="0" animBg="1"/>
      <p:bldP spid="270" grpId="1" animBg="1"/>
      <p:bldP spid="271" grpId="0" animBg="1"/>
      <p:bldP spid="271" grpId="1" animBg="1"/>
      <p:bldP spid="272" grpId="0" animBg="1"/>
      <p:bldP spid="272" grpId="1" animBg="1"/>
      <p:bldP spid="273" grpId="0" animBg="1"/>
      <p:bldP spid="273" grpId="1" animBg="1"/>
      <p:bldP spid="274" grpId="0" animBg="1"/>
      <p:bldP spid="274" grpId="1" animBg="1"/>
      <p:bldP spid="275" grpId="0" animBg="1"/>
      <p:bldP spid="275" grpId="1" animBg="1"/>
      <p:bldP spid="276" grpId="0" animBg="1"/>
      <p:bldP spid="276" grpId="1" animBg="1"/>
      <p:bldP spid="277" grpId="0" animBg="1"/>
      <p:bldP spid="277" grpId="1" animBg="1"/>
      <p:bldP spid="278" grpId="0" animBg="1"/>
      <p:bldP spid="278" grpId="1" animBg="1"/>
      <p:bldP spid="279" grpId="0" animBg="1"/>
      <p:bldP spid="279" grpId="1" animBg="1"/>
      <p:bldP spid="280" grpId="0" animBg="1"/>
      <p:bldP spid="280" grpId="1" animBg="1"/>
      <p:bldP spid="281" grpId="0" animBg="1"/>
      <p:bldP spid="281" grpId="1" animBg="1"/>
      <p:bldP spid="282" grpId="0" animBg="1"/>
      <p:bldP spid="282" grpId="1" animBg="1"/>
      <p:bldP spid="283" grpId="0" animBg="1"/>
      <p:bldP spid="283" grpId="1" animBg="1"/>
      <p:bldP spid="284" grpId="0" animBg="1"/>
      <p:bldP spid="284" grpId="1" animBg="1"/>
      <p:bldP spid="285" grpId="0" animBg="1"/>
      <p:bldP spid="285" grpId="1" animBg="1"/>
      <p:bldP spid="286" grpId="0" animBg="1"/>
      <p:bldP spid="286" grpId="1" animBg="1"/>
      <p:bldP spid="287" grpId="0" animBg="1"/>
      <p:bldP spid="287" grpId="1" animBg="1"/>
      <p:bldP spid="288" grpId="0" animBg="1"/>
      <p:bldP spid="288" grpId="1" animBg="1"/>
      <p:bldP spid="289" grpId="0" animBg="1"/>
      <p:bldP spid="289" grpId="1" animBg="1"/>
      <p:bldP spid="290" grpId="0" animBg="1"/>
      <p:bldP spid="290" grpId="1" animBg="1"/>
      <p:bldP spid="291" grpId="0" animBg="1"/>
      <p:bldP spid="291" grpId="1" animBg="1"/>
      <p:bldP spid="292" grpId="0" animBg="1"/>
      <p:bldP spid="292" grpId="1" animBg="1"/>
      <p:bldP spid="293" grpId="0" animBg="1"/>
      <p:bldP spid="293" grpId="1" animBg="1"/>
      <p:bldP spid="294" grpId="0" animBg="1"/>
      <p:bldP spid="294" grpId="1" animBg="1"/>
      <p:bldP spid="295" grpId="0" animBg="1"/>
      <p:bldP spid="295" grpId="1" animBg="1"/>
      <p:bldP spid="296" grpId="0" animBg="1"/>
      <p:bldP spid="296" grpId="1" animBg="1"/>
      <p:bldP spid="297" grpId="0" animBg="1"/>
      <p:bldP spid="297" grpId="1" animBg="1"/>
      <p:bldP spid="298" grpId="0" animBg="1"/>
      <p:bldP spid="298" grpId="1" animBg="1"/>
      <p:bldP spid="299" grpId="0" animBg="1"/>
      <p:bldP spid="299" grpId="1" animBg="1"/>
      <p:bldP spid="300" grpId="0" animBg="1"/>
      <p:bldP spid="300" grpId="1" animBg="1"/>
      <p:bldP spid="301" grpId="0" animBg="1"/>
      <p:bldP spid="301" grpId="1" animBg="1"/>
      <p:bldP spid="302" grpId="0" animBg="1"/>
      <p:bldP spid="302" grpId="1" animBg="1"/>
      <p:bldP spid="303" grpId="0" animBg="1"/>
      <p:bldP spid="303" grpId="1" animBg="1"/>
      <p:bldP spid="304" grpId="0" animBg="1"/>
      <p:bldP spid="304" grpId="1" animBg="1"/>
      <p:bldP spid="305" grpId="0" animBg="1"/>
      <p:bldP spid="305" grpId="1" animBg="1"/>
      <p:bldP spid="306" grpId="0" animBg="1"/>
      <p:bldP spid="306" grpId="1" animBg="1"/>
      <p:bldP spid="307" grpId="0" animBg="1"/>
      <p:bldP spid="307" grpId="1" animBg="1"/>
      <p:bldP spid="308" grpId="0" animBg="1"/>
      <p:bldP spid="308" grpId="1" animBg="1"/>
      <p:bldP spid="309" grpId="0" animBg="1"/>
      <p:bldP spid="310" grpId="0" animBg="1"/>
      <p:bldP spid="311" grpId="0" animBg="1"/>
      <p:bldP spid="312" grpId="0" animBg="1"/>
      <p:bldP spid="313" grpId="0" animBg="1"/>
      <p:bldP spid="314" grpId="0" animBg="1"/>
      <p:bldP spid="315" grpId="0" animBg="1"/>
      <p:bldP spid="316" grpId="0" animBg="1"/>
      <p:bldP spid="317" grpId="0" animBg="1"/>
      <p:bldP spid="318" grpId="0" animBg="1"/>
      <p:bldP spid="319" grpId="0" animBg="1"/>
      <p:bldP spid="320" grpId="0" animBg="1"/>
      <p:bldP spid="321" grpId="0" animBg="1"/>
      <p:bldP spid="322" grpId="0" animBg="1"/>
      <p:bldP spid="323" grpId="0" animBg="1"/>
      <p:bldP spid="324" grpId="0" animBg="1"/>
      <p:bldP spid="325" grpId="0" animBg="1"/>
      <p:bldP spid="326" grpId="0" animBg="1"/>
      <p:bldP spid="327" grpId="0" animBg="1"/>
      <p:bldP spid="328" grpId="0" animBg="1"/>
      <p:bldP spid="329" grpId="0" animBg="1"/>
      <p:bldP spid="330" grpId="0" animBg="1"/>
      <p:bldP spid="331" grpId="0" animBg="1"/>
      <p:bldP spid="332" grpId="0" animBg="1"/>
      <p:bldP spid="333" grpId="0" animBg="1"/>
      <p:bldP spid="334" grpId="0" animBg="1"/>
      <p:bldP spid="335" grpId="0" animBg="1"/>
      <p:bldP spid="336" grpId="0" animBg="1"/>
      <p:bldP spid="337" grpId="0" animBg="1"/>
      <p:bldP spid="338" grpId="0" animBg="1"/>
      <p:bldP spid="339" grpId="0" animBg="1"/>
      <p:bldP spid="340" grpId="0" animBg="1"/>
      <p:bldP spid="341" grpId="0" animBg="1"/>
      <p:bldP spid="342" grpId="0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7" name="anim_o6654_1">
            <a:extLst>
              <a:ext uri="{FF2B5EF4-FFF2-40B4-BE49-F238E27FC236}">
                <a16:creationId xmlns:a16="http://schemas.microsoft.com/office/drawing/2014/main" id="{0EB02D91-5EB2-4141-BF1A-26E410746EAF}"/>
              </a:ext>
            </a:extLst>
          </p:cNvPr>
          <p:cNvSpPr>
            <a:spLocks noGrp="1"/>
          </p:cNvSpPr>
          <p:nvPr/>
        </p:nvSpPr>
        <p:spPr>
          <a:xfrm>
            <a:off x="1062530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6655_1">
            <a:extLst>
              <a:ext uri="{FF2B5EF4-FFF2-40B4-BE49-F238E27FC236}">
                <a16:creationId xmlns:a16="http://schemas.microsoft.com/office/drawing/2014/main" id="{52F5045F-C81E-4EDB-BE3A-DCAB3D17E213}"/>
              </a:ext>
            </a:extLst>
          </p:cNvPr>
          <p:cNvSpPr>
            <a:spLocks noGrp="1"/>
          </p:cNvSpPr>
          <p:nvPr/>
        </p:nvSpPr>
        <p:spPr>
          <a:xfrm>
            <a:off x="1341711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6656_1">
            <a:extLst>
              <a:ext uri="{FF2B5EF4-FFF2-40B4-BE49-F238E27FC236}">
                <a16:creationId xmlns:a16="http://schemas.microsoft.com/office/drawing/2014/main" id="{A05EEBFC-85DA-47C0-A387-EF4AABF88988}"/>
              </a:ext>
            </a:extLst>
          </p:cNvPr>
          <p:cNvSpPr>
            <a:spLocks noGrp="1"/>
          </p:cNvSpPr>
          <p:nvPr/>
        </p:nvSpPr>
        <p:spPr>
          <a:xfrm>
            <a:off x="1620892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6657_1">
            <a:extLst>
              <a:ext uri="{FF2B5EF4-FFF2-40B4-BE49-F238E27FC236}">
                <a16:creationId xmlns:a16="http://schemas.microsoft.com/office/drawing/2014/main" id="{D6C5AB62-06B2-4B49-B0F7-0B48A2A834E1}"/>
              </a:ext>
            </a:extLst>
          </p:cNvPr>
          <p:cNvSpPr>
            <a:spLocks noGrp="1"/>
          </p:cNvSpPr>
          <p:nvPr/>
        </p:nvSpPr>
        <p:spPr>
          <a:xfrm>
            <a:off x="1900073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6658_1">
            <a:extLst>
              <a:ext uri="{FF2B5EF4-FFF2-40B4-BE49-F238E27FC236}">
                <a16:creationId xmlns:a16="http://schemas.microsoft.com/office/drawing/2014/main" id="{1973EAFD-2955-4408-9AEF-4B0960F5B4FF}"/>
              </a:ext>
            </a:extLst>
          </p:cNvPr>
          <p:cNvSpPr>
            <a:spLocks noGrp="1"/>
          </p:cNvSpPr>
          <p:nvPr/>
        </p:nvSpPr>
        <p:spPr>
          <a:xfrm>
            <a:off x="2179254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6659_1">
            <a:extLst>
              <a:ext uri="{FF2B5EF4-FFF2-40B4-BE49-F238E27FC236}">
                <a16:creationId xmlns:a16="http://schemas.microsoft.com/office/drawing/2014/main" id="{0D67357E-31EB-4A47-8CBD-F5EB81BE7586}"/>
              </a:ext>
            </a:extLst>
          </p:cNvPr>
          <p:cNvSpPr>
            <a:spLocks noGrp="1"/>
          </p:cNvSpPr>
          <p:nvPr/>
        </p:nvSpPr>
        <p:spPr>
          <a:xfrm>
            <a:off x="2458435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6660_1">
            <a:extLst>
              <a:ext uri="{FF2B5EF4-FFF2-40B4-BE49-F238E27FC236}">
                <a16:creationId xmlns:a16="http://schemas.microsoft.com/office/drawing/2014/main" id="{3A992C17-193D-471C-8399-9DF1A3C5AA61}"/>
              </a:ext>
            </a:extLst>
          </p:cNvPr>
          <p:cNvSpPr>
            <a:spLocks noGrp="1"/>
          </p:cNvSpPr>
          <p:nvPr/>
        </p:nvSpPr>
        <p:spPr>
          <a:xfrm>
            <a:off x="2737616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6661_1">
            <a:extLst>
              <a:ext uri="{FF2B5EF4-FFF2-40B4-BE49-F238E27FC236}">
                <a16:creationId xmlns:a16="http://schemas.microsoft.com/office/drawing/2014/main" id="{CD7BA609-1BE0-4E91-91B3-3267D85EE4C4}"/>
              </a:ext>
            </a:extLst>
          </p:cNvPr>
          <p:cNvSpPr>
            <a:spLocks noGrp="1"/>
          </p:cNvSpPr>
          <p:nvPr/>
        </p:nvSpPr>
        <p:spPr>
          <a:xfrm>
            <a:off x="3016797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6662_1">
            <a:extLst>
              <a:ext uri="{FF2B5EF4-FFF2-40B4-BE49-F238E27FC236}">
                <a16:creationId xmlns:a16="http://schemas.microsoft.com/office/drawing/2014/main" id="{2CCC2937-FD5C-4DE0-8601-CFB31E754138}"/>
              </a:ext>
            </a:extLst>
          </p:cNvPr>
          <p:cNvSpPr>
            <a:spLocks noGrp="1"/>
          </p:cNvSpPr>
          <p:nvPr/>
        </p:nvSpPr>
        <p:spPr>
          <a:xfrm>
            <a:off x="3295978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6663_1">
            <a:extLst>
              <a:ext uri="{FF2B5EF4-FFF2-40B4-BE49-F238E27FC236}">
                <a16:creationId xmlns:a16="http://schemas.microsoft.com/office/drawing/2014/main" id="{4D11D091-A0F2-4068-AF84-01C207A9FD55}"/>
              </a:ext>
            </a:extLst>
          </p:cNvPr>
          <p:cNvSpPr>
            <a:spLocks noGrp="1"/>
          </p:cNvSpPr>
          <p:nvPr/>
        </p:nvSpPr>
        <p:spPr>
          <a:xfrm>
            <a:off x="1062530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6664_1">
            <a:extLst>
              <a:ext uri="{FF2B5EF4-FFF2-40B4-BE49-F238E27FC236}">
                <a16:creationId xmlns:a16="http://schemas.microsoft.com/office/drawing/2014/main" id="{D80A74E7-B159-4327-96F3-B29929086464}"/>
              </a:ext>
            </a:extLst>
          </p:cNvPr>
          <p:cNvSpPr>
            <a:spLocks noGrp="1"/>
          </p:cNvSpPr>
          <p:nvPr/>
        </p:nvSpPr>
        <p:spPr>
          <a:xfrm>
            <a:off x="1341711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6665_1">
            <a:extLst>
              <a:ext uri="{FF2B5EF4-FFF2-40B4-BE49-F238E27FC236}">
                <a16:creationId xmlns:a16="http://schemas.microsoft.com/office/drawing/2014/main" id="{66E36E81-4471-4105-8FB1-6C82826694B0}"/>
              </a:ext>
            </a:extLst>
          </p:cNvPr>
          <p:cNvSpPr>
            <a:spLocks noGrp="1"/>
          </p:cNvSpPr>
          <p:nvPr/>
        </p:nvSpPr>
        <p:spPr>
          <a:xfrm>
            <a:off x="1620892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6666_1">
            <a:extLst>
              <a:ext uri="{FF2B5EF4-FFF2-40B4-BE49-F238E27FC236}">
                <a16:creationId xmlns:a16="http://schemas.microsoft.com/office/drawing/2014/main" id="{12A5FF61-CC0F-4C73-88E5-049A48A12B52}"/>
              </a:ext>
            </a:extLst>
          </p:cNvPr>
          <p:cNvSpPr>
            <a:spLocks noGrp="1"/>
          </p:cNvSpPr>
          <p:nvPr/>
        </p:nvSpPr>
        <p:spPr>
          <a:xfrm>
            <a:off x="1900073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6667_1">
            <a:extLst>
              <a:ext uri="{FF2B5EF4-FFF2-40B4-BE49-F238E27FC236}">
                <a16:creationId xmlns:a16="http://schemas.microsoft.com/office/drawing/2014/main" id="{4EEF0A6E-9B55-463B-8F51-784486A02996}"/>
              </a:ext>
            </a:extLst>
          </p:cNvPr>
          <p:cNvSpPr>
            <a:spLocks noGrp="1"/>
          </p:cNvSpPr>
          <p:nvPr/>
        </p:nvSpPr>
        <p:spPr>
          <a:xfrm>
            <a:off x="2179254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6668_1">
            <a:extLst>
              <a:ext uri="{FF2B5EF4-FFF2-40B4-BE49-F238E27FC236}">
                <a16:creationId xmlns:a16="http://schemas.microsoft.com/office/drawing/2014/main" id="{3283D793-290A-42D3-AF44-D81A365A9465}"/>
              </a:ext>
            </a:extLst>
          </p:cNvPr>
          <p:cNvSpPr>
            <a:spLocks noGrp="1"/>
          </p:cNvSpPr>
          <p:nvPr/>
        </p:nvSpPr>
        <p:spPr>
          <a:xfrm>
            <a:off x="2458435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6669_1">
            <a:extLst>
              <a:ext uri="{FF2B5EF4-FFF2-40B4-BE49-F238E27FC236}">
                <a16:creationId xmlns:a16="http://schemas.microsoft.com/office/drawing/2014/main" id="{826F9C33-6083-4B25-A563-450E49E80F78}"/>
              </a:ext>
            </a:extLst>
          </p:cNvPr>
          <p:cNvSpPr>
            <a:spLocks noGrp="1"/>
          </p:cNvSpPr>
          <p:nvPr/>
        </p:nvSpPr>
        <p:spPr>
          <a:xfrm>
            <a:off x="2737616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6670_1">
            <a:extLst>
              <a:ext uri="{FF2B5EF4-FFF2-40B4-BE49-F238E27FC236}">
                <a16:creationId xmlns:a16="http://schemas.microsoft.com/office/drawing/2014/main" id="{C5C06B2D-2FE6-48F1-8838-F7202921755B}"/>
              </a:ext>
            </a:extLst>
          </p:cNvPr>
          <p:cNvSpPr>
            <a:spLocks noGrp="1"/>
          </p:cNvSpPr>
          <p:nvPr/>
        </p:nvSpPr>
        <p:spPr>
          <a:xfrm>
            <a:off x="3016797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6671_1">
            <a:extLst>
              <a:ext uri="{FF2B5EF4-FFF2-40B4-BE49-F238E27FC236}">
                <a16:creationId xmlns:a16="http://schemas.microsoft.com/office/drawing/2014/main" id="{896AE657-C332-45F1-8C5B-5713E944F557}"/>
              </a:ext>
            </a:extLst>
          </p:cNvPr>
          <p:cNvSpPr>
            <a:spLocks noGrp="1"/>
          </p:cNvSpPr>
          <p:nvPr/>
        </p:nvSpPr>
        <p:spPr>
          <a:xfrm>
            <a:off x="3295978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6672_1">
            <a:extLst>
              <a:ext uri="{FF2B5EF4-FFF2-40B4-BE49-F238E27FC236}">
                <a16:creationId xmlns:a16="http://schemas.microsoft.com/office/drawing/2014/main" id="{B73E2B64-95BD-40BF-B290-323D0C1F2639}"/>
              </a:ext>
            </a:extLst>
          </p:cNvPr>
          <p:cNvSpPr>
            <a:spLocks noGrp="1"/>
          </p:cNvSpPr>
          <p:nvPr/>
        </p:nvSpPr>
        <p:spPr>
          <a:xfrm>
            <a:off x="1062530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6673_1">
            <a:extLst>
              <a:ext uri="{FF2B5EF4-FFF2-40B4-BE49-F238E27FC236}">
                <a16:creationId xmlns:a16="http://schemas.microsoft.com/office/drawing/2014/main" id="{BC34E50D-5A93-4722-AC8A-87C65D9112B4}"/>
              </a:ext>
            </a:extLst>
          </p:cNvPr>
          <p:cNvSpPr>
            <a:spLocks noGrp="1"/>
          </p:cNvSpPr>
          <p:nvPr/>
        </p:nvSpPr>
        <p:spPr>
          <a:xfrm>
            <a:off x="1341711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6674_1">
            <a:extLst>
              <a:ext uri="{FF2B5EF4-FFF2-40B4-BE49-F238E27FC236}">
                <a16:creationId xmlns:a16="http://schemas.microsoft.com/office/drawing/2014/main" id="{9BC496F7-6205-4F88-88BC-243866725D29}"/>
              </a:ext>
            </a:extLst>
          </p:cNvPr>
          <p:cNvSpPr>
            <a:spLocks noGrp="1"/>
          </p:cNvSpPr>
          <p:nvPr/>
        </p:nvSpPr>
        <p:spPr>
          <a:xfrm>
            <a:off x="1620892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6675_1">
            <a:extLst>
              <a:ext uri="{FF2B5EF4-FFF2-40B4-BE49-F238E27FC236}">
                <a16:creationId xmlns:a16="http://schemas.microsoft.com/office/drawing/2014/main" id="{BF31081B-2C45-42FB-819B-5CD9C80B674C}"/>
              </a:ext>
            </a:extLst>
          </p:cNvPr>
          <p:cNvSpPr>
            <a:spLocks noGrp="1"/>
          </p:cNvSpPr>
          <p:nvPr/>
        </p:nvSpPr>
        <p:spPr>
          <a:xfrm>
            <a:off x="1900073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6676_1">
            <a:extLst>
              <a:ext uri="{FF2B5EF4-FFF2-40B4-BE49-F238E27FC236}">
                <a16:creationId xmlns:a16="http://schemas.microsoft.com/office/drawing/2014/main" id="{0E106143-1339-458F-8530-7E3F92CA803B}"/>
              </a:ext>
            </a:extLst>
          </p:cNvPr>
          <p:cNvSpPr>
            <a:spLocks noGrp="1"/>
          </p:cNvSpPr>
          <p:nvPr/>
        </p:nvSpPr>
        <p:spPr>
          <a:xfrm>
            <a:off x="2179254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6677_1">
            <a:extLst>
              <a:ext uri="{FF2B5EF4-FFF2-40B4-BE49-F238E27FC236}">
                <a16:creationId xmlns:a16="http://schemas.microsoft.com/office/drawing/2014/main" id="{13CA2D13-CFE9-46EB-AB48-FCA06174AC1A}"/>
              </a:ext>
            </a:extLst>
          </p:cNvPr>
          <p:cNvSpPr>
            <a:spLocks noGrp="1"/>
          </p:cNvSpPr>
          <p:nvPr/>
        </p:nvSpPr>
        <p:spPr>
          <a:xfrm>
            <a:off x="2458435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6678_1">
            <a:extLst>
              <a:ext uri="{FF2B5EF4-FFF2-40B4-BE49-F238E27FC236}">
                <a16:creationId xmlns:a16="http://schemas.microsoft.com/office/drawing/2014/main" id="{D6124F04-144C-44AD-83B1-4FE3F99A20BD}"/>
              </a:ext>
            </a:extLst>
          </p:cNvPr>
          <p:cNvSpPr>
            <a:spLocks noGrp="1"/>
          </p:cNvSpPr>
          <p:nvPr/>
        </p:nvSpPr>
        <p:spPr>
          <a:xfrm>
            <a:off x="2737616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6679_1">
            <a:extLst>
              <a:ext uri="{FF2B5EF4-FFF2-40B4-BE49-F238E27FC236}">
                <a16:creationId xmlns:a16="http://schemas.microsoft.com/office/drawing/2014/main" id="{A5757DF5-E305-479B-9639-D9219EDE9C0F}"/>
              </a:ext>
            </a:extLst>
          </p:cNvPr>
          <p:cNvSpPr>
            <a:spLocks noGrp="1"/>
          </p:cNvSpPr>
          <p:nvPr/>
        </p:nvSpPr>
        <p:spPr>
          <a:xfrm>
            <a:off x="3016797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6680_1">
            <a:extLst>
              <a:ext uri="{FF2B5EF4-FFF2-40B4-BE49-F238E27FC236}">
                <a16:creationId xmlns:a16="http://schemas.microsoft.com/office/drawing/2014/main" id="{83343F02-BEEA-47D7-94D8-4CE2BB9B3D56}"/>
              </a:ext>
            </a:extLst>
          </p:cNvPr>
          <p:cNvSpPr>
            <a:spLocks noGrp="1"/>
          </p:cNvSpPr>
          <p:nvPr/>
        </p:nvSpPr>
        <p:spPr>
          <a:xfrm>
            <a:off x="3295978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6681_1">
            <a:extLst>
              <a:ext uri="{FF2B5EF4-FFF2-40B4-BE49-F238E27FC236}">
                <a16:creationId xmlns:a16="http://schemas.microsoft.com/office/drawing/2014/main" id="{F1EE91B9-DF36-41EC-B04E-B91739C97532}"/>
              </a:ext>
            </a:extLst>
          </p:cNvPr>
          <p:cNvSpPr>
            <a:spLocks noGrp="1"/>
          </p:cNvSpPr>
          <p:nvPr/>
        </p:nvSpPr>
        <p:spPr>
          <a:xfrm>
            <a:off x="1062530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6682_1">
            <a:extLst>
              <a:ext uri="{FF2B5EF4-FFF2-40B4-BE49-F238E27FC236}">
                <a16:creationId xmlns:a16="http://schemas.microsoft.com/office/drawing/2014/main" id="{1ED44A2C-0DD2-4C66-8653-EA310CD5BB6E}"/>
              </a:ext>
            </a:extLst>
          </p:cNvPr>
          <p:cNvSpPr>
            <a:spLocks noGrp="1"/>
          </p:cNvSpPr>
          <p:nvPr/>
        </p:nvSpPr>
        <p:spPr>
          <a:xfrm>
            <a:off x="1341711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6683_1">
            <a:extLst>
              <a:ext uri="{FF2B5EF4-FFF2-40B4-BE49-F238E27FC236}">
                <a16:creationId xmlns:a16="http://schemas.microsoft.com/office/drawing/2014/main" id="{D30C12DD-5B24-4F0E-85CA-DDE5FAAD936A}"/>
              </a:ext>
            </a:extLst>
          </p:cNvPr>
          <p:cNvSpPr>
            <a:spLocks noGrp="1"/>
          </p:cNvSpPr>
          <p:nvPr/>
        </p:nvSpPr>
        <p:spPr>
          <a:xfrm>
            <a:off x="1620892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6684_1">
            <a:extLst>
              <a:ext uri="{FF2B5EF4-FFF2-40B4-BE49-F238E27FC236}">
                <a16:creationId xmlns:a16="http://schemas.microsoft.com/office/drawing/2014/main" id="{4905195D-A51A-44A8-8DBE-0AF13BD18027}"/>
              </a:ext>
            </a:extLst>
          </p:cNvPr>
          <p:cNvSpPr>
            <a:spLocks noGrp="1"/>
          </p:cNvSpPr>
          <p:nvPr/>
        </p:nvSpPr>
        <p:spPr>
          <a:xfrm>
            <a:off x="1900073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6685_1">
            <a:extLst>
              <a:ext uri="{FF2B5EF4-FFF2-40B4-BE49-F238E27FC236}">
                <a16:creationId xmlns:a16="http://schemas.microsoft.com/office/drawing/2014/main" id="{7FFF56A3-8FB3-4875-B729-C6C4EB6AB003}"/>
              </a:ext>
            </a:extLst>
          </p:cNvPr>
          <p:cNvSpPr>
            <a:spLocks noGrp="1"/>
          </p:cNvSpPr>
          <p:nvPr/>
        </p:nvSpPr>
        <p:spPr>
          <a:xfrm>
            <a:off x="2179254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6686_1">
            <a:extLst>
              <a:ext uri="{FF2B5EF4-FFF2-40B4-BE49-F238E27FC236}">
                <a16:creationId xmlns:a16="http://schemas.microsoft.com/office/drawing/2014/main" id="{A5DA4C2B-6953-4D4C-9C2B-1FF879BE228D}"/>
              </a:ext>
            </a:extLst>
          </p:cNvPr>
          <p:cNvSpPr>
            <a:spLocks noGrp="1"/>
          </p:cNvSpPr>
          <p:nvPr/>
        </p:nvSpPr>
        <p:spPr>
          <a:xfrm>
            <a:off x="2458435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6687_1">
            <a:extLst>
              <a:ext uri="{FF2B5EF4-FFF2-40B4-BE49-F238E27FC236}">
                <a16:creationId xmlns:a16="http://schemas.microsoft.com/office/drawing/2014/main" id="{1A5E5E6A-8EA0-4188-9BE3-D6FA36C51BE5}"/>
              </a:ext>
            </a:extLst>
          </p:cNvPr>
          <p:cNvSpPr>
            <a:spLocks noGrp="1"/>
          </p:cNvSpPr>
          <p:nvPr/>
        </p:nvSpPr>
        <p:spPr>
          <a:xfrm>
            <a:off x="2737616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6688_1">
            <a:extLst>
              <a:ext uri="{FF2B5EF4-FFF2-40B4-BE49-F238E27FC236}">
                <a16:creationId xmlns:a16="http://schemas.microsoft.com/office/drawing/2014/main" id="{69C9E876-8995-43BB-A01E-FE7F60E3A2F2}"/>
              </a:ext>
            </a:extLst>
          </p:cNvPr>
          <p:cNvSpPr>
            <a:spLocks noGrp="1"/>
          </p:cNvSpPr>
          <p:nvPr/>
        </p:nvSpPr>
        <p:spPr>
          <a:xfrm>
            <a:off x="3016797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6689_1">
            <a:extLst>
              <a:ext uri="{FF2B5EF4-FFF2-40B4-BE49-F238E27FC236}">
                <a16:creationId xmlns:a16="http://schemas.microsoft.com/office/drawing/2014/main" id="{6BA55308-9EA7-4C5A-8250-C77DF7120805}"/>
              </a:ext>
            </a:extLst>
          </p:cNvPr>
          <p:cNvSpPr>
            <a:spLocks noGrp="1"/>
          </p:cNvSpPr>
          <p:nvPr/>
        </p:nvSpPr>
        <p:spPr>
          <a:xfrm>
            <a:off x="3295978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6690_1">
            <a:extLst>
              <a:ext uri="{FF2B5EF4-FFF2-40B4-BE49-F238E27FC236}">
                <a16:creationId xmlns:a16="http://schemas.microsoft.com/office/drawing/2014/main" id="{5C8B85B1-7E3A-4268-A840-519A49357E9A}"/>
              </a:ext>
            </a:extLst>
          </p:cNvPr>
          <p:cNvSpPr>
            <a:spLocks noGrp="1"/>
          </p:cNvSpPr>
          <p:nvPr/>
        </p:nvSpPr>
        <p:spPr>
          <a:xfrm>
            <a:off x="1062530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6691_1">
            <a:extLst>
              <a:ext uri="{FF2B5EF4-FFF2-40B4-BE49-F238E27FC236}">
                <a16:creationId xmlns:a16="http://schemas.microsoft.com/office/drawing/2014/main" id="{3934A54E-C53F-4725-9C44-89CD8BAD9AC8}"/>
              </a:ext>
            </a:extLst>
          </p:cNvPr>
          <p:cNvSpPr>
            <a:spLocks noGrp="1"/>
          </p:cNvSpPr>
          <p:nvPr/>
        </p:nvSpPr>
        <p:spPr>
          <a:xfrm>
            <a:off x="1341711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6692_1">
            <a:extLst>
              <a:ext uri="{FF2B5EF4-FFF2-40B4-BE49-F238E27FC236}">
                <a16:creationId xmlns:a16="http://schemas.microsoft.com/office/drawing/2014/main" id="{E05EBA6B-C223-4FA3-8855-90F95E386186}"/>
              </a:ext>
            </a:extLst>
          </p:cNvPr>
          <p:cNvSpPr>
            <a:spLocks noGrp="1"/>
          </p:cNvSpPr>
          <p:nvPr/>
        </p:nvSpPr>
        <p:spPr>
          <a:xfrm>
            <a:off x="1620892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6693_1">
            <a:extLst>
              <a:ext uri="{FF2B5EF4-FFF2-40B4-BE49-F238E27FC236}">
                <a16:creationId xmlns:a16="http://schemas.microsoft.com/office/drawing/2014/main" id="{AA7BC98B-B49F-49D9-B991-8ECC2A193A9D}"/>
              </a:ext>
            </a:extLst>
          </p:cNvPr>
          <p:cNvSpPr>
            <a:spLocks noGrp="1"/>
          </p:cNvSpPr>
          <p:nvPr/>
        </p:nvSpPr>
        <p:spPr>
          <a:xfrm>
            <a:off x="1900073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6694_1">
            <a:extLst>
              <a:ext uri="{FF2B5EF4-FFF2-40B4-BE49-F238E27FC236}">
                <a16:creationId xmlns:a16="http://schemas.microsoft.com/office/drawing/2014/main" id="{B2D9A543-C3D3-44DD-98DC-A4E171BE2A9B}"/>
              </a:ext>
            </a:extLst>
          </p:cNvPr>
          <p:cNvSpPr>
            <a:spLocks noGrp="1"/>
          </p:cNvSpPr>
          <p:nvPr/>
        </p:nvSpPr>
        <p:spPr>
          <a:xfrm>
            <a:off x="2179254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6695_1">
            <a:extLst>
              <a:ext uri="{FF2B5EF4-FFF2-40B4-BE49-F238E27FC236}">
                <a16:creationId xmlns:a16="http://schemas.microsoft.com/office/drawing/2014/main" id="{2FEECCAF-4B5A-4BAC-A957-41408DA82B85}"/>
              </a:ext>
            </a:extLst>
          </p:cNvPr>
          <p:cNvSpPr>
            <a:spLocks noGrp="1"/>
          </p:cNvSpPr>
          <p:nvPr/>
        </p:nvSpPr>
        <p:spPr>
          <a:xfrm>
            <a:off x="2458435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6696_1">
            <a:extLst>
              <a:ext uri="{FF2B5EF4-FFF2-40B4-BE49-F238E27FC236}">
                <a16:creationId xmlns:a16="http://schemas.microsoft.com/office/drawing/2014/main" id="{3DA0C303-629D-4D0A-984E-5CDFD7C8CA3E}"/>
              </a:ext>
            </a:extLst>
          </p:cNvPr>
          <p:cNvSpPr>
            <a:spLocks noGrp="1"/>
          </p:cNvSpPr>
          <p:nvPr/>
        </p:nvSpPr>
        <p:spPr>
          <a:xfrm>
            <a:off x="2737616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6697_1">
            <a:extLst>
              <a:ext uri="{FF2B5EF4-FFF2-40B4-BE49-F238E27FC236}">
                <a16:creationId xmlns:a16="http://schemas.microsoft.com/office/drawing/2014/main" id="{7010A723-B089-494D-B995-13E77AB04975}"/>
              </a:ext>
            </a:extLst>
          </p:cNvPr>
          <p:cNvSpPr>
            <a:spLocks noGrp="1"/>
          </p:cNvSpPr>
          <p:nvPr/>
        </p:nvSpPr>
        <p:spPr>
          <a:xfrm>
            <a:off x="3016797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6698_1">
            <a:extLst>
              <a:ext uri="{FF2B5EF4-FFF2-40B4-BE49-F238E27FC236}">
                <a16:creationId xmlns:a16="http://schemas.microsoft.com/office/drawing/2014/main" id="{21233AE3-802C-4884-8828-9258A50698C5}"/>
              </a:ext>
            </a:extLst>
          </p:cNvPr>
          <p:cNvSpPr>
            <a:spLocks noGrp="1"/>
          </p:cNvSpPr>
          <p:nvPr/>
        </p:nvSpPr>
        <p:spPr>
          <a:xfrm>
            <a:off x="3295978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6699_1">
            <a:extLst>
              <a:ext uri="{FF2B5EF4-FFF2-40B4-BE49-F238E27FC236}">
                <a16:creationId xmlns:a16="http://schemas.microsoft.com/office/drawing/2014/main" id="{8EA87949-52AE-4ECE-B795-7BAABD4D3142}"/>
              </a:ext>
            </a:extLst>
          </p:cNvPr>
          <p:cNvSpPr>
            <a:spLocks noGrp="1"/>
          </p:cNvSpPr>
          <p:nvPr/>
        </p:nvSpPr>
        <p:spPr>
          <a:xfrm>
            <a:off x="1062530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6700_1">
            <a:extLst>
              <a:ext uri="{FF2B5EF4-FFF2-40B4-BE49-F238E27FC236}">
                <a16:creationId xmlns:a16="http://schemas.microsoft.com/office/drawing/2014/main" id="{A2E83C84-7306-423D-8242-75DF2AF31A8F}"/>
              </a:ext>
            </a:extLst>
          </p:cNvPr>
          <p:cNvSpPr>
            <a:spLocks noGrp="1"/>
          </p:cNvSpPr>
          <p:nvPr/>
        </p:nvSpPr>
        <p:spPr>
          <a:xfrm>
            <a:off x="1341711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6701_1">
            <a:extLst>
              <a:ext uri="{FF2B5EF4-FFF2-40B4-BE49-F238E27FC236}">
                <a16:creationId xmlns:a16="http://schemas.microsoft.com/office/drawing/2014/main" id="{5DCA94F3-B660-4FD5-AB17-CFAE6E2885A1}"/>
              </a:ext>
            </a:extLst>
          </p:cNvPr>
          <p:cNvSpPr>
            <a:spLocks noGrp="1"/>
          </p:cNvSpPr>
          <p:nvPr/>
        </p:nvSpPr>
        <p:spPr>
          <a:xfrm>
            <a:off x="1620892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6702_1">
            <a:extLst>
              <a:ext uri="{FF2B5EF4-FFF2-40B4-BE49-F238E27FC236}">
                <a16:creationId xmlns:a16="http://schemas.microsoft.com/office/drawing/2014/main" id="{71067507-BACA-417C-A37D-CC5F07C6EEC6}"/>
              </a:ext>
            </a:extLst>
          </p:cNvPr>
          <p:cNvSpPr>
            <a:spLocks noGrp="1"/>
          </p:cNvSpPr>
          <p:nvPr/>
        </p:nvSpPr>
        <p:spPr>
          <a:xfrm>
            <a:off x="1900073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6703_1">
            <a:extLst>
              <a:ext uri="{FF2B5EF4-FFF2-40B4-BE49-F238E27FC236}">
                <a16:creationId xmlns:a16="http://schemas.microsoft.com/office/drawing/2014/main" id="{91187A9D-8927-49AD-A3D8-B663E0ABF28D}"/>
              </a:ext>
            </a:extLst>
          </p:cNvPr>
          <p:cNvSpPr>
            <a:spLocks noGrp="1"/>
          </p:cNvSpPr>
          <p:nvPr/>
        </p:nvSpPr>
        <p:spPr>
          <a:xfrm>
            <a:off x="2179254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6704_1">
            <a:extLst>
              <a:ext uri="{FF2B5EF4-FFF2-40B4-BE49-F238E27FC236}">
                <a16:creationId xmlns:a16="http://schemas.microsoft.com/office/drawing/2014/main" id="{01596FA9-5F5B-4A6C-BA1A-6D497FE9C6CA}"/>
              </a:ext>
            </a:extLst>
          </p:cNvPr>
          <p:cNvSpPr>
            <a:spLocks noGrp="1"/>
          </p:cNvSpPr>
          <p:nvPr/>
        </p:nvSpPr>
        <p:spPr>
          <a:xfrm>
            <a:off x="2458435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6705_1">
            <a:extLst>
              <a:ext uri="{FF2B5EF4-FFF2-40B4-BE49-F238E27FC236}">
                <a16:creationId xmlns:a16="http://schemas.microsoft.com/office/drawing/2014/main" id="{3D8F4342-42F2-4539-91F0-7A81BCCDBA91}"/>
              </a:ext>
            </a:extLst>
          </p:cNvPr>
          <p:cNvSpPr>
            <a:spLocks noGrp="1"/>
          </p:cNvSpPr>
          <p:nvPr/>
        </p:nvSpPr>
        <p:spPr>
          <a:xfrm>
            <a:off x="2737616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o6706_1">
            <a:extLst>
              <a:ext uri="{FF2B5EF4-FFF2-40B4-BE49-F238E27FC236}">
                <a16:creationId xmlns:a16="http://schemas.microsoft.com/office/drawing/2014/main" id="{AF102BAB-8317-406C-9F51-260ABC1752E2}"/>
              </a:ext>
            </a:extLst>
          </p:cNvPr>
          <p:cNvSpPr>
            <a:spLocks noGrp="1"/>
          </p:cNvSpPr>
          <p:nvPr/>
        </p:nvSpPr>
        <p:spPr>
          <a:xfrm>
            <a:off x="3016797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4" name="anim_o6707_1">
            <a:extLst>
              <a:ext uri="{FF2B5EF4-FFF2-40B4-BE49-F238E27FC236}">
                <a16:creationId xmlns:a16="http://schemas.microsoft.com/office/drawing/2014/main" id="{626990C3-FBA1-475C-A29C-2F22AEE7F4B9}"/>
              </a:ext>
            </a:extLst>
          </p:cNvPr>
          <p:cNvSpPr>
            <a:spLocks noGrp="1"/>
          </p:cNvSpPr>
          <p:nvPr/>
        </p:nvSpPr>
        <p:spPr>
          <a:xfrm>
            <a:off x="3295978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5" name="anim_o6708_1">
            <a:extLst>
              <a:ext uri="{FF2B5EF4-FFF2-40B4-BE49-F238E27FC236}">
                <a16:creationId xmlns:a16="http://schemas.microsoft.com/office/drawing/2014/main" id="{B75F6B16-117C-4980-BD35-2F55882E900E}"/>
              </a:ext>
            </a:extLst>
          </p:cNvPr>
          <p:cNvSpPr>
            <a:spLocks noGrp="1"/>
          </p:cNvSpPr>
          <p:nvPr/>
        </p:nvSpPr>
        <p:spPr>
          <a:xfrm>
            <a:off x="1062530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6" name="anim_o6709_1">
            <a:extLst>
              <a:ext uri="{FF2B5EF4-FFF2-40B4-BE49-F238E27FC236}">
                <a16:creationId xmlns:a16="http://schemas.microsoft.com/office/drawing/2014/main" id="{79717FCF-C33F-4F6B-A101-125A99C304E2}"/>
              </a:ext>
            </a:extLst>
          </p:cNvPr>
          <p:cNvSpPr>
            <a:spLocks noGrp="1"/>
          </p:cNvSpPr>
          <p:nvPr/>
        </p:nvSpPr>
        <p:spPr>
          <a:xfrm>
            <a:off x="1341711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7" name="anim_o6710_1">
            <a:extLst>
              <a:ext uri="{FF2B5EF4-FFF2-40B4-BE49-F238E27FC236}">
                <a16:creationId xmlns:a16="http://schemas.microsoft.com/office/drawing/2014/main" id="{BFAEC758-ABC1-4A21-B773-77AD87AF395B}"/>
              </a:ext>
            </a:extLst>
          </p:cNvPr>
          <p:cNvSpPr>
            <a:spLocks noGrp="1"/>
          </p:cNvSpPr>
          <p:nvPr/>
        </p:nvSpPr>
        <p:spPr>
          <a:xfrm>
            <a:off x="1620892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" name="anim_o6711_1">
            <a:extLst>
              <a:ext uri="{FF2B5EF4-FFF2-40B4-BE49-F238E27FC236}">
                <a16:creationId xmlns:a16="http://schemas.microsoft.com/office/drawing/2014/main" id="{553C69EB-5568-489D-BAF0-B6AB6473E40C}"/>
              </a:ext>
            </a:extLst>
          </p:cNvPr>
          <p:cNvSpPr>
            <a:spLocks noGrp="1"/>
          </p:cNvSpPr>
          <p:nvPr/>
        </p:nvSpPr>
        <p:spPr>
          <a:xfrm>
            <a:off x="1900073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o6712_1">
            <a:extLst>
              <a:ext uri="{FF2B5EF4-FFF2-40B4-BE49-F238E27FC236}">
                <a16:creationId xmlns:a16="http://schemas.microsoft.com/office/drawing/2014/main" id="{CF98C2DE-89E8-4711-A0CC-2CCDCF5F494C}"/>
              </a:ext>
            </a:extLst>
          </p:cNvPr>
          <p:cNvSpPr>
            <a:spLocks noGrp="1"/>
          </p:cNvSpPr>
          <p:nvPr/>
        </p:nvSpPr>
        <p:spPr>
          <a:xfrm>
            <a:off x="2179254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0" name="anim_o6713_1">
            <a:extLst>
              <a:ext uri="{FF2B5EF4-FFF2-40B4-BE49-F238E27FC236}">
                <a16:creationId xmlns:a16="http://schemas.microsoft.com/office/drawing/2014/main" id="{B6DBC2C0-CE30-4658-B172-EB9578E9BCBE}"/>
              </a:ext>
            </a:extLst>
          </p:cNvPr>
          <p:cNvSpPr>
            <a:spLocks noGrp="1"/>
          </p:cNvSpPr>
          <p:nvPr/>
        </p:nvSpPr>
        <p:spPr>
          <a:xfrm>
            <a:off x="2458435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" name="anim_o6714_1">
            <a:extLst>
              <a:ext uri="{FF2B5EF4-FFF2-40B4-BE49-F238E27FC236}">
                <a16:creationId xmlns:a16="http://schemas.microsoft.com/office/drawing/2014/main" id="{7812B381-851D-42D6-A4C5-5DBF357C3771}"/>
              </a:ext>
            </a:extLst>
          </p:cNvPr>
          <p:cNvSpPr>
            <a:spLocks noGrp="1"/>
          </p:cNvSpPr>
          <p:nvPr/>
        </p:nvSpPr>
        <p:spPr>
          <a:xfrm>
            <a:off x="2737616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2" name="anim_o6715_1">
            <a:extLst>
              <a:ext uri="{FF2B5EF4-FFF2-40B4-BE49-F238E27FC236}">
                <a16:creationId xmlns:a16="http://schemas.microsoft.com/office/drawing/2014/main" id="{28111CF2-74A7-4048-949E-646493EA17D2}"/>
              </a:ext>
            </a:extLst>
          </p:cNvPr>
          <p:cNvSpPr>
            <a:spLocks noGrp="1"/>
          </p:cNvSpPr>
          <p:nvPr/>
        </p:nvSpPr>
        <p:spPr>
          <a:xfrm>
            <a:off x="3016797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3" name="anim_o6716_1">
            <a:extLst>
              <a:ext uri="{FF2B5EF4-FFF2-40B4-BE49-F238E27FC236}">
                <a16:creationId xmlns:a16="http://schemas.microsoft.com/office/drawing/2014/main" id="{FFADAC18-4736-4C23-B340-F8C39049AE1A}"/>
              </a:ext>
            </a:extLst>
          </p:cNvPr>
          <p:cNvSpPr>
            <a:spLocks noGrp="1"/>
          </p:cNvSpPr>
          <p:nvPr/>
        </p:nvSpPr>
        <p:spPr>
          <a:xfrm>
            <a:off x="3295978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4" name="anim_o6717_1">
            <a:extLst>
              <a:ext uri="{FF2B5EF4-FFF2-40B4-BE49-F238E27FC236}">
                <a16:creationId xmlns:a16="http://schemas.microsoft.com/office/drawing/2014/main" id="{184680A1-2FFD-45D0-9ECC-421B790FA5DB}"/>
              </a:ext>
            </a:extLst>
          </p:cNvPr>
          <p:cNvSpPr>
            <a:spLocks noGrp="1"/>
          </p:cNvSpPr>
          <p:nvPr/>
        </p:nvSpPr>
        <p:spPr>
          <a:xfrm>
            <a:off x="1062530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5" name="anim_o6718_1">
            <a:extLst>
              <a:ext uri="{FF2B5EF4-FFF2-40B4-BE49-F238E27FC236}">
                <a16:creationId xmlns:a16="http://schemas.microsoft.com/office/drawing/2014/main" id="{20372B40-8391-4787-A50E-3F29DC4FB977}"/>
              </a:ext>
            </a:extLst>
          </p:cNvPr>
          <p:cNvSpPr>
            <a:spLocks noGrp="1"/>
          </p:cNvSpPr>
          <p:nvPr/>
        </p:nvSpPr>
        <p:spPr>
          <a:xfrm>
            <a:off x="1341711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6" name="anim_o6719_1">
            <a:extLst>
              <a:ext uri="{FF2B5EF4-FFF2-40B4-BE49-F238E27FC236}">
                <a16:creationId xmlns:a16="http://schemas.microsoft.com/office/drawing/2014/main" id="{309A44CF-2B26-4C7A-A545-DC048CC2378A}"/>
              </a:ext>
            </a:extLst>
          </p:cNvPr>
          <p:cNvSpPr>
            <a:spLocks noGrp="1"/>
          </p:cNvSpPr>
          <p:nvPr/>
        </p:nvSpPr>
        <p:spPr>
          <a:xfrm>
            <a:off x="1620892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7" name="anim_o6720_1">
            <a:extLst>
              <a:ext uri="{FF2B5EF4-FFF2-40B4-BE49-F238E27FC236}">
                <a16:creationId xmlns:a16="http://schemas.microsoft.com/office/drawing/2014/main" id="{AD4209FA-1C33-48A2-9247-19961DC850E4}"/>
              </a:ext>
            </a:extLst>
          </p:cNvPr>
          <p:cNvSpPr>
            <a:spLocks noGrp="1"/>
          </p:cNvSpPr>
          <p:nvPr/>
        </p:nvSpPr>
        <p:spPr>
          <a:xfrm>
            <a:off x="1900073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8" name="anim_o6721_1">
            <a:extLst>
              <a:ext uri="{FF2B5EF4-FFF2-40B4-BE49-F238E27FC236}">
                <a16:creationId xmlns:a16="http://schemas.microsoft.com/office/drawing/2014/main" id="{C83989E3-F183-41DB-BD5E-79281CBF39A0}"/>
              </a:ext>
            </a:extLst>
          </p:cNvPr>
          <p:cNvSpPr>
            <a:spLocks noGrp="1"/>
          </p:cNvSpPr>
          <p:nvPr/>
        </p:nvSpPr>
        <p:spPr>
          <a:xfrm>
            <a:off x="2179254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9" name="anim_o6722_1">
            <a:extLst>
              <a:ext uri="{FF2B5EF4-FFF2-40B4-BE49-F238E27FC236}">
                <a16:creationId xmlns:a16="http://schemas.microsoft.com/office/drawing/2014/main" id="{5F06DA6F-52D5-4A86-B35E-07A83E5FDFDE}"/>
              </a:ext>
            </a:extLst>
          </p:cNvPr>
          <p:cNvSpPr>
            <a:spLocks noGrp="1"/>
          </p:cNvSpPr>
          <p:nvPr/>
        </p:nvSpPr>
        <p:spPr>
          <a:xfrm>
            <a:off x="2458435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0" name="anim_o6723_1">
            <a:extLst>
              <a:ext uri="{FF2B5EF4-FFF2-40B4-BE49-F238E27FC236}">
                <a16:creationId xmlns:a16="http://schemas.microsoft.com/office/drawing/2014/main" id="{28708FF5-0908-428E-9220-CEF5434A737A}"/>
              </a:ext>
            </a:extLst>
          </p:cNvPr>
          <p:cNvSpPr>
            <a:spLocks noGrp="1"/>
          </p:cNvSpPr>
          <p:nvPr/>
        </p:nvSpPr>
        <p:spPr>
          <a:xfrm>
            <a:off x="2737616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1" name="anim_o6724_1">
            <a:extLst>
              <a:ext uri="{FF2B5EF4-FFF2-40B4-BE49-F238E27FC236}">
                <a16:creationId xmlns:a16="http://schemas.microsoft.com/office/drawing/2014/main" id="{4C77B56F-CBC8-406A-A382-9A11515EB461}"/>
              </a:ext>
            </a:extLst>
          </p:cNvPr>
          <p:cNvSpPr>
            <a:spLocks noGrp="1"/>
          </p:cNvSpPr>
          <p:nvPr/>
        </p:nvSpPr>
        <p:spPr>
          <a:xfrm>
            <a:off x="3016797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2" name="anim_o6725_1">
            <a:extLst>
              <a:ext uri="{FF2B5EF4-FFF2-40B4-BE49-F238E27FC236}">
                <a16:creationId xmlns:a16="http://schemas.microsoft.com/office/drawing/2014/main" id="{D761DCA9-CB21-49B8-8A2D-D180D97B88B9}"/>
              </a:ext>
            </a:extLst>
          </p:cNvPr>
          <p:cNvSpPr>
            <a:spLocks noGrp="1"/>
          </p:cNvSpPr>
          <p:nvPr/>
        </p:nvSpPr>
        <p:spPr>
          <a:xfrm>
            <a:off x="3295978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3" name="anim_o6726_1">
            <a:extLst>
              <a:ext uri="{FF2B5EF4-FFF2-40B4-BE49-F238E27FC236}">
                <a16:creationId xmlns:a16="http://schemas.microsoft.com/office/drawing/2014/main" id="{43F9E307-9E3C-471E-A237-F0C2B626632F}"/>
              </a:ext>
            </a:extLst>
          </p:cNvPr>
          <p:cNvSpPr>
            <a:spLocks noGrp="1"/>
          </p:cNvSpPr>
          <p:nvPr/>
        </p:nvSpPr>
        <p:spPr>
          <a:xfrm>
            <a:off x="1062530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4" name="anim_o6727_1">
            <a:extLst>
              <a:ext uri="{FF2B5EF4-FFF2-40B4-BE49-F238E27FC236}">
                <a16:creationId xmlns:a16="http://schemas.microsoft.com/office/drawing/2014/main" id="{D45B0A10-413B-4827-AD09-AB764D9A70D1}"/>
              </a:ext>
            </a:extLst>
          </p:cNvPr>
          <p:cNvSpPr>
            <a:spLocks noGrp="1"/>
          </p:cNvSpPr>
          <p:nvPr/>
        </p:nvSpPr>
        <p:spPr>
          <a:xfrm>
            <a:off x="1341711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5" name="anim_o6728_1">
            <a:extLst>
              <a:ext uri="{FF2B5EF4-FFF2-40B4-BE49-F238E27FC236}">
                <a16:creationId xmlns:a16="http://schemas.microsoft.com/office/drawing/2014/main" id="{F90E9467-6BBA-40DC-8F7D-8AC5A4506412}"/>
              </a:ext>
            </a:extLst>
          </p:cNvPr>
          <p:cNvSpPr>
            <a:spLocks noGrp="1"/>
          </p:cNvSpPr>
          <p:nvPr/>
        </p:nvSpPr>
        <p:spPr>
          <a:xfrm>
            <a:off x="1620892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6" name="anim_o6729_1">
            <a:extLst>
              <a:ext uri="{FF2B5EF4-FFF2-40B4-BE49-F238E27FC236}">
                <a16:creationId xmlns:a16="http://schemas.microsoft.com/office/drawing/2014/main" id="{9D25E0F1-2956-4070-BF18-47A8E40F1A09}"/>
              </a:ext>
            </a:extLst>
          </p:cNvPr>
          <p:cNvSpPr>
            <a:spLocks noGrp="1"/>
          </p:cNvSpPr>
          <p:nvPr/>
        </p:nvSpPr>
        <p:spPr>
          <a:xfrm>
            <a:off x="1900073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7" name="anim_o6730_1">
            <a:extLst>
              <a:ext uri="{FF2B5EF4-FFF2-40B4-BE49-F238E27FC236}">
                <a16:creationId xmlns:a16="http://schemas.microsoft.com/office/drawing/2014/main" id="{C57374C6-80D9-49AD-B67E-A11FCEFBC9EF}"/>
              </a:ext>
            </a:extLst>
          </p:cNvPr>
          <p:cNvSpPr>
            <a:spLocks noGrp="1"/>
          </p:cNvSpPr>
          <p:nvPr/>
        </p:nvSpPr>
        <p:spPr>
          <a:xfrm>
            <a:off x="2179254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8" name="anim_o6731_1">
            <a:extLst>
              <a:ext uri="{FF2B5EF4-FFF2-40B4-BE49-F238E27FC236}">
                <a16:creationId xmlns:a16="http://schemas.microsoft.com/office/drawing/2014/main" id="{4CFA3E47-2419-4772-B9F6-61F9F5F9B6C0}"/>
              </a:ext>
            </a:extLst>
          </p:cNvPr>
          <p:cNvSpPr>
            <a:spLocks noGrp="1"/>
          </p:cNvSpPr>
          <p:nvPr/>
        </p:nvSpPr>
        <p:spPr>
          <a:xfrm>
            <a:off x="2458435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9" name="anim_o6732_1">
            <a:extLst>
              <a:ext uri="{FF2B5EF4-FFF2-40B4-BE49-F238E27FC236}">
                <a16:creationId xmlns:a16="http://schemas.microsoft.com/office/drawing/2014/main" id="{C1A6E45A-6636-4C64-AB07-7704656A88CA}"/>
              </a:ext>
            </a:extLst>
          </p:cNvPr>
          <p:cNvSpPr>
            <a:spLocks noGrp="1"/>
          </p:cNvSpPr>
          <p:nvPr/>
        </p:nvSpPr>
        <p:spPr>
          <a:xfrm>
            <a:off x="2737616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0" name="anim_o6733_1">
            <a:extLst>
              <a:ext uri="{FF2B5EF4-FFF2-40B4-BE49-F238E27FC236}">
                <a16:creationId xmlns:a16="http://schemas.microsoft.com/office/drawing/2014/main" id="{C9E95925-92AD-4C8B-863D-D43EAFDB2830}"/>
              </a:ext>
            </a:extLst>
          </p:cNvPr>
          <p:cNvSpPr>
            <a:spLocks noGrp="1"/>
          </p:cNvSpPr>
          <p:nvPr/>
        </p:nvSpPr>
        <p:spPr>
          <a:xfrm>
            <a:off x="3016797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1" name="anim_o6734_1">
            <a:extLst>
              <a:ext uri="{FF2B5EF4-FFF2-40B4-BE49-F238E27FC236}">
                <a16:creationId xmlns:a16="http://schemas.microsoft.com/office/drawing/2014/main" id="{62C7F0D8-C2FD-42F4-9A1B-EC8EB78BAE94}"/>
              </a:ext>
            </a:extLst>
          </p:cNvPr>
          <p:cNvSpPr>
            <a:spLocks noGrp="1"/>
          </p:cNvSpPr>
          <p:nvPr/>
        </p:nvSpPr>
        <p:spPr>
          <a:xfrm>
            <a:off x="3295978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2" name="anim_o6864_1">
            <a:extLst>
              <a:ext uri="{FF2B5EF4-FFF2-40B4-BE49-F238E27FC236}">
                <a16:creationId xmlns:a16="http://schemas.microsoft.com/office/drawing/2014/main" id="{81A4AFCD-B3CD-4F15-A9EA-E77B11BA3F87}"/>
              </a:ext>
            </a:extLst>
          </p:cNvPr>
          <p:cNvSpPr>
            <a:spLocks noGrp="1"/>
          </p:cNvSpPr>
          <p:nvPr/>
        </p:nvSpPr>
        <p:spPr>
          <a:xfrm>
            <a:off x="3739384" y="4098706"/>
            <a:ext cx="1625819" cy="171450"/>
          </a:xfrm>
          <a:custGeom>
            <a:avLst/>
            <a:gdLst/>
            <a:ahLst/>
            <a:cxnLst/>
            <a:rect l="0" t="0" r="0" b="0"/>
            <a:pathLst>
              <a:path w="1625819" h="171450">
                <a:moveTo>
                  <a:pt x="0" y="104775"/>
                </a:moveTo>
                <a:lnTo>
                  <a:pt x="1454369" y="104775"/>
                </a:lnTo>
                <a:lnTo>
                  <a:pt x="1454369" y="171450"/>
                </a:lnTo>
                <a:lnTo>
                  <a:pt x="1625819" y="85725"/>
                </a:lnTo>
                <a:lnTo>
                  <a:pt x="1454369" y="0"/>
                </a:lnTo>
                <a:lnTo>
                  <a:pt x="1454369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1270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83" name="anim_o6753_1">
            <a:extLst>
              <a:ext uri="{FF2B5EF4-FFF2-40B4-BE49-F238E27FC236}">
                <a16:creationId xmlns:a16="http://schemas.microsoft.com/office/drawing/2014/main" id="{171FF852-219E-4EDF-AFF6-B1AE34521B09}"/>
              </a:ext>
            </a:extLst>
          </p:cNvPr>
          <p:cNvSpPr>
            <a:spLocks noGrp="1"/>
          </p:cNvSpPr>
          <p:nvPr/>
        </p:nvSpPr>
        <p:spPr>
          <a:xfrm>
            <a:off x="5529427" y="3207297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4" name="anim_o6754_1">
            <a:extLst>
              <a:ext uri="{FF2B5EF4-FFF2-40B4-BE49-F238E27FC236}">
                <a16:creationId xmlns:a16="http://schemas.microsoft.com/office/drawing/2014/main" id="{DFB91AB6-C52E-4706-9975-EE977D86B741}"/>
              </a:ext>
            </a:extLst>
          </p:cNvPr>
          <p:cNvSpPr>
            <a:spLocks noGrp="1"/>
          </p:cNvSpPr>
          <p:nvPr/>
        </p:nvSpPr>
        <p:spPr>
          <a:xfrm>
            <a:off x="5808608" y="3207297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5" name="anim_o6755_1">
            <a:extLst>
              <a:ext uri="{FF2B5EF4-FFF2-40B4-BE49-F238E27FC236}">
                <a16:creationId xmlns:a16="http://schemas.microsoft.com/office/drawing/2014/main" id="{D9745409-FFAD-43C9-AC92-21A3D0E054D4}"/>
              </a:ext>
            </a:extLst>
          </p:cNvPr>
          <p:cNvSpPr>
            <a:spLocks noGrp="1"/>
          </p:cNvSpPr>
          <p:nvPr/>
        </p:nvSpPr>
        <p:spPr>
          <a:xfrm>
            <a:off x="6087789" y="3207297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6" name="anim_o6756_1">
            <a:extLst>
              <a:ext uri="{FF2B5EF4-FFF2-40B4-BE49-F238E27FC236}">
                <a16:creationId xmlns:a16="http://schemas.microsoft.com/office/drawing/2014/main" id="{69790022-7A2D-4138-AA5A-D3A8C89F8283}"/>
              </a:ext>
            </a:extLst>
          </p:cNvPr>
          <p:cNvSpPr>
            <a:spLocks noGrp="1"/>
          </p:cNvSpPr>
          <p:nvPr/>
        </p:nvSpPr>
        <p:spPr>
          <a:xfrm>
            <a:off x="6366970" y="3207297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7" name="anim_o6757_1">
            <a:extLst>
              <a:ext uri="{FF2B5EF4-FFF2-40B4-BE49-F238E27FC236}">
                <a16:creationId xmlns:a16="http://schemas.microsoft.com/office/drawing/2014/main" id="{CF3F77FB-440A-4AF1-B357-053B71BF173A}"/>
              </a:ext>
            </a:extLst>
          </p:cNvPr>
          <p:cNvSpPr>
            <a:spLocks noGrp="1"/>
          </p:cNvSpPr>
          <p:nvPr/>
        </p:nvSpPr>
        <p:spPr>
          <a:xfrm>
            <a:off x="6646151" y="3207297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8" name="anim_o6758_1">
            <a:extLst>
              <a:ext uri="{FF2B5EF4-FFF2-40B4-BE49-F238E27FC236}">
                <a16:creationId xmlns:a16="http://schemas.microsoft.com/office/drawing/2014/main" id="{5BBB2F43-256A-42DF-90CA-2F1A555F0379}"/>
              </a:ext>
            </a:extLst>
          </p:cNvPr>
          <p:cNvSpPr>
            <a:spLocks noGrp="1"/>
          </p:cNvSpPr>
          <p:nvPr/>
        </p:nvSpPr>
        <p:spPr>
          <a:xfrm>
            <a:off x="6925332" y="3207297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9" name="anim_o6759_1">
            <a:extLst>
              <a:ext uri="{FF2B5EF4-FFF2-40B4-BE49-F238E27FC236}">
                <a16:creationId xmlns:a16="http://schemas.microsoft.com/office/drawing/2014/main" id="{57AEAD46-9909-4B96-9E92-36F537F773A7}"/>
              </a:ext>
            </a:extLst>
          </p:cNvPr>
          <p:cNvSpPr>
            <a:spLocks noGrp="1"/>
          </p:cNvSpPr>
          <p:nvPr/>
        </p:nvSpPr>
        <p:spPr>
          <a:xfrm>
            <a:off x="7204513" y="3207297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0" name="anim_o6760_1">
            <a:extLst>
              <a:ext uri="{FF2B5EF4-FFF2-40B4-BE49-F238E27FC236}">
                <a16:creationId xmlns:a16="http://schemas.microsoft.com/office/drawing/2014/main" id="{15964FF8-6676-4D81-BA28-73D21D5AFF47}"/>
              </a:ext>
            </a:extLst>
          </p:cNvPr>
          <p:cNvSpPr>
            <a:spLocks noGrp="1"/>
          </p:cNvSpPr>
          <p:nvPr/>
        </p:nvSpPr>
        <p:spPr>
          <a:xfrm>
            <a:off x="5529427" y="3486478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1" name="anim_o6761_1">
            <a:extLst>
              <a:ext uri="{FF2B5EF4-FFF2-40B4-BE49-F238E27FC236}">
                <a16:creationId xmlns:a16="http://schemas.microsoft.com/office/drawing/2014/main" id="{A5FECDEF-04CC-4DC4-96EC-8A5CB7DEA3C1}"/>
              </a:ext>
            </a:extLst>
          </p:cNvPr>
          <p:cNvSpPr>
            <a:spLocks noGrp="1"/>
          </p:cNvSpPr>
          <p:nvPr/>
        </p:nvSpPr>
        <p:spPr>
          <a:xfrm>
            <a:off x="5808608" y="3486478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2" name="anim_o6762_1">
            <a:extLst>
              <a:ext uri="{FF2B5EF4-FFF2-40B4-BE49-F238E27FC236}">
                <a16:creationId xmlns:a16="http://schemas.microsoft.com/office/drawing/2014/main" id="{DCD8E5AC-2632-460F-B575-4A8A5B08C5E1}"/>
              </a:ext>
            </a:extLst>
          </p:cNvPr>
          <p:cNvSpPr>
            <a:spLocks noGrp="1"/>
          </p:cNvSpPr>
          <p:nvPr/>
        </p:nvSpPr>
        <p:spPr>
          <a:xfrm>
            <a:off x="6087789" y="3486478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3" name="anim_o6763_1">
            <a:extLst>
              <a:ext uri="{FF2B5EF4-FFF2-40B4-BE49-F238E27FC236}">
                <a16:creationId xmlns:a16="http://schemas.microsoft.com/office/drawing/2014/main" id="{07274555-C532-4775-8137-6E1F1369B514}"/>
              </a:ext>
            </a:extLst>
          </p:cNvPr>
          <p:cNvSpPr>
            <a:spLocks noGrp="1"/>
          </p:cNvSpPr>
          <p:nvPr/>
        </p:nvSpPr>
        <p:spPr>
          <a:xfrm>
            <a:off x="6366970" y="3486478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4" name="anim_o6764_1">
            <a:extLst>
              <a:ext uri="{FF2B5EF4-FFF2-40B4-BE49-F238E27FC236}">
                <a16:creationId xmlns:a16="http://schemas.microsoft.com/office/drawing/2014/main" id="{815DDC8C-3464-4BDC-B4A9-169EFCC11EE5}"/>
              </a:ext>
            </a:extLst>
          </p:cNvPr>
          <p:cNvSpPr>
            <a:spLocks noGrp="1"/>
          </p:cNvSpPr>
          <p:nvPr/>
        </p:nvSpPr>
        <p:spPr>
          <a:xfrm>
            <a:off x="6646151" y="3486478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5" name="anim_o6765_1">
            <a:extLst>
              <a:ext uri="{FF2B5EF4-FFF2-40B4-BE49-F238E27FC236}">
                <a16:creationId xmlns:a16="http://schemas.microsoft.com/office/drawing/2014/main" id="{C4625D79-D679-4A3A-8B42-33BD50CFFEC7}"/>
              </a:ext>
            </a:extLst>
          </p:cNvPr>
          <p:cNvSpPr>
            <a:spLocks noGrp="1"/>
          </p:cNvSpPr>
          <p:nvPr/>
        </p:nvSpPr>
        <p:spPr>
          <a:xfrm>
            <a:off x="6925332" y="3486478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6" name="anim_o6766_1">
            <a:extLst>
              <a:ext uri="{FF2B5EF4-FFF2-40B4-BE49-F238E27FC236}">
                <a16:creationId xmlns:a16="http://schemas.microsoft.com/office/drawing/2014/main" id="{71E19A02-5163-4781-9BD6-F23B9202D478}"/>
              </a:ext>
            </a:extLst>
          </p:cNvPr>
          <p:cNvSpPr>
            <a:spLocks noGrp="1"/>
          </p:cNvSpPr>
          <p:nvPr/>
        </p:nvSpPr>
        <p:spPr>
          <a:xfrm>
            <a:off x="7204513" y="3486478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7" name="anim_o6767_1">
            <a:extLst>
              <a:ext uri="{FF2B5EF4-FFF2-40B4-BE49-F238E27FC236}">
                <a16:creationId xmlns:a16="http://schemas.microsoft.com/office/drawing/2014/main" id="{7CE8093C-FD85-411D-9C1D-ED17756F0042}"/>
              </a:ext>
            </a:extLst>
          </p:cNvPr>
          <p:cNvSpPr>
            <a:spLocks noGrp="1"/>
          </p:cNvSpPr>
          <p:nvPr/>
        </p:nvSpPr>
        <p:spPr>
          <a:xfrm>
            <a:off x="5529427" y="3765659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8" name="anim_o6768_1">
            <a:extLst>
              <a:ext uri="{FF2B5EF4-FFF2-40B4-BE49-F238E27FC236}">
                <a16:creationId xmlns:a16="http://schemas.microsoft.com/office/drawing/2014/main" id="{464B7BA0-C3F8-4543-AE63-9A98A19327B7}"/>
              </a:ext>
            </a:extLst>
          </p:cNvPr>
          <p:cNvSpPr>
            <a:spLocks noGrp="1"/>
          </p:cNvSpPr>
          <p:nvPr/>
        </p:nvSpPr>
        <p:spPr>
          <a:xfrm>
            <a:off x="5808608" y="3765659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9" name="anim_o6769_1">
            <a:extLst>
              <a:ext uri="{FF2B5EF4-FFF2-40B4-BE49-F238E27FC236}">
                <a16:creationId xmlns:a16="http://schemas.microsoft.com/office/drawing/2014/main" id="{44449DF9-CF21-492F-B178-FC7DF13BD7E8}"/>
              </a:ext>
            </a:extLst>
          </p:cNvPr>
          <p:cNvSpPr>
            <a:spLocks noGrp="1"/>
          </p:cNvSpPr>
          <p:nvPr/>
        </p:nvSpPr>
        <p:spPr>
          <a:xfrm>
            <a:off x="6087789" y="3765659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0" name="anim_o6770_1">
            <a:extLst>
              <a:ext uri="{FF2B5EF4-FFF2-40B4-BE49-F238E27FC236}">
                <a16:creationId xmlns:a16="http://schemas.microsoft.com/office/drawing/2014/main" id="{D76CC5E9-5144-4184-8C25-244A16607795}"/>
              </a:ext>
            </a:extLst>
          </p:cNvPr>
          <p:cNvSpPr>
            <a:spLocks noGrp="1"/>
          </p:cNvSpPr>
          <p:nvPr/>
        </p:nvSpPr>
        <p:spPr>
          <a:xfrm>
            <a:off x="6366970" y="3765659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1" name="anim_o6771_1">
            <a:extLst>
              <a:ext uri="{FF2B5EF4-FFF2-40B4-BE49-F238E27FC236}">
                <a16:creationId xmlns:a16="http://schemas.microsoft.com/office/drawing/2014/main" id="{FD6C5970-0FC3-46ED-A726-DABCB566A947}"/>
              </a:ext>
            </a:extLst>
          </p:cNvPr>
          <p:cNvSpPr>
            <a:spLocks noGrp="1"/>
          </p:cNvSpPr>
          <p:nvPr/>
        </p:nvSpPr>
        <p:spPr>
          <a:xfrm>
            <a:off x="6646151" y="3765659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2" name="anim_o6772_1">
            <a:extLst>
              <a:ext uri="{FF2B5EF4-FFF2-40B4-BE49-F238E27FC236}">
                <a16:creationId xmlns:a16="http://schemas.microsoft.com/office/drawing/2014/main" id="{D4ACAA53-ABD8-4383-87FB-511439E22037}"/>
              </a:ext>
            </a:extLst>
          </p:cNvPr>
          <p:cNvSpPr>
            <a:spLocks noGrp="1"/>
          </p:cNvSpPr>
          <p:nvPr/>
        </p:nvSpPr>
        <p:spPr>
          <a:xfrm>
            <a:off x="6925332" y="3765659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3" name="anim_o6773_1">
            <a:extLst>
              <a:ext uri="{FF2B5EF4-FFF2-40B4-BE49-F238E27FC236}">
                <a16:creationId xmlns:a16="http://schemas.microsoft.com/office/drawing/2014/main" id="{597875E5-3D55-4604-BFFD-89AB78294AB1}"/>
              </a:ext>
            </a:extLst>
          </p:cNvPr>
          <p:cNvSpPr>
            <a:spLocks noGrp="1"/>
          </p:cNvSpPr>
          <p:nvPr/>
        </p:nvSpPr>
        <p:spPr>
          <a:xfrm>
            <a:off x="7204513" y="3765659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4" name="anim_o6774_1">
            <a:extLst>
              <a:ext uri="{FF2B5EF4-FFF2-40B4-BE49-F238E27FC236}">
                <a16:creationId xmlns:a16="http://schemas.microsoft.com/office/drawing/2014/main" id="{0AAEC945-2618-43C4-B3EA-872B4638F164}"/>
              </a:ext>
            </a:extLst>
          </p:cNvPr>
          <p:cNvSpPr>
            <a:spLocks noGrp="1"/>
          </p:cNvSpPr>
          <p:nvPr/>
        </p:nvSpPr>
        <p:spPr>
          <a:xfrm>
            <a:off x="5529427" y="4044841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5" name="anim_o6775_1">
            <a:extLst>
              <a:ext uri="{FF2B5EF4-FFF2-40B4-BE49-F238E27FC236}">
                <a16:creationId xmlns:a16="http://schemas.microsoft.com/office/drawing/2014/main" id="{F7AD3E02-1DF1-435A-83C0-66B127BFE1E9}"/>
              </a:ext>
            </a:extLst>
          </p:cNvPr>
          <p:cNvSpPr>
            <a:spLocks noGrp="1"/>
          </p:cNvSpPr>
          <p:nvPr/>
        </p:nvSpPr>
        <p:spPr>
          <a:xfrm>
            <a:off x="5808608" y="4044841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6" name="anim_o6776_1">
            <a:extLst>
              <a:ext uri="{FF2B5EF4-FFF2-40B4-BE49-F238E27FC236}">
                <a16:creationId xmlns:a16="http://schemas.microsoft.com/office/drawing/2014/main" id="{FEF0F684-DC53-4FF7-8C4D-20A6CD293BA0}"/>
              </a:ext>
            </a:extLst>
          </p:cNvPr>
          <p:cNvSpPr>
            <a:spLocks noGrp="1"/>
          </p:cNvSpPr>
          <p:nvPr/>
        </p:nvSpPr>
        <p:spPr>
          <a:xfrm>
            <a:off x="6087789" y="4044841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7" name="anim_o6777_1">
            <a:extLst>
              <a:ext uri="{FF2B5EF4-FFF2-40B4-BE49-F238E27FC236}">
                <a16:creationId xmlns:a16="http://schemas.microsoft.com/office/drawing/2014/main" id="{4DB57675-998E-4BA6-8262-D21EA8758A08}"/>
              </a:ext>
            </a:extLst>
          </p:cNvPr>
          <p:cNvSpPr>
            <a:spLocks noGrp="1"/>
          </p:cNvSpPr>
          <p:nvPr/>
        </p:nvSpPr>
        <p:spPr>
          <a:xfrm>
            <a:off x="6366970" y="4044841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8" name="anim_o6778_1">
            <a:extLst>
              <a:ext uri="{FF2B5EF4-FFF2-40B4-BE49-F238E27FC236}">
                <a16:creationId xmlns:a16="http://schemas.microsoft.com/office/drawing/2014/main" id="{F7525C42-F98E-4257-B57E-42DB2E0A7913}"/>
              </a:ext>
            </a:extLst>
          </p:cNvPr>
          <p:cNvSpPr>
            <a:spLocks noGrp="1"/>
          </p:cNvSpPr>
          <p:nvPr/>
        </p:nvSpPr>
        <p:spPr>
          <a:xfrm>
            <a:off x="6646151" y="4044841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9" name="anim_o6779_1">
            <a:extLst>
              <a:ext uri="{FF2B5EF4-FFF2-40B4-BE49-F238E27FC236}">
                <a16:creationId xmlns:a16="http://schemas.microsoft.com/office/drawing/2014/main" id="{9C8BE745-13EA-49C9-9CA6-4E8BFA6A71C2}"/>
              </a:ext>
            </a:extLst>
          </p:cNvPr>
          <p:cNvSpPr>
            <a:spLocks noGrp="1"/>
          </p:cNvSpPr>
          <p:nvPr/>
        </p:nvSpPr>
        <p:spPr>
          <a:xfrm>
            <a:off x="6925332" y="4044841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0" name="anim_o6780_1">
            <a:extLst>
              <a:ext uri="{FF2B5EF4-FFF2-40B4-BE49-F238E27FC236}">
                <a16:creationId xmlns:a16="http://schemas.microsoft.com/office/drawing/2014/main" id="{66240633-10B1-4E7B-9426-E73CD2249A37}"/>
              </a:ext>
            </a:extLst>
          </p:cNvPr>
          <p:cNvSpPr>
            <a:spLocks noGrp="1"/>
          </p:cNvSpPr>
          <p:nvPr/>
        </p:nvSpPr>
        <p:spPr>
          <a:xfrm>
            <a:off x="7204513" y="4044841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1" name="anim_o6781_1">
            <a:extLst>
              <a:ext uri="{FF2B5EF4-FFF2-40B4-BE49-F238E27FC236}">
                <a16:creationId xmlns:a16="http://schemas.microsoft.com/office/drawing/2014/main" id="{81408D2B-351B-429B-9D5A-541D8CABC6CF}"/>
              </a:ext>
            </a:extLst>
          </p:cNvPr>
          <p:cNvSpPr>
            <a:spLocks noGrp="1"/>
          </p:cNvSpPr>
          <p:nvPr/>
        </p:nvSpPr>
        <p:spPr>
          <a:xfrm>
            <a:off x="5529427" y="4324022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2" name="anim_o6782_1">
            <a:extLst>
              <a:ext uri="{FF2B5EF4-FFF2-40B4-BE49-F238E27FC236}">
                <a16:creationId xmlns:a16="http://schemas.microsoft.com/office/drawing/2014/main" id="{B97CC311-6372-4244-8AAF-C3DE5BC44000}"/>
              </a:ext>
            </a:extLst>
          </p:cNvPr>
          <p:cNvSpPr>
            <a:spLocks noGrp="1"/>
          </p:cNvSpPr>
          <p:nvPr/>
        </p:nvSpPr>
        <p:spPr>
          <a:xfrm>
            <a:off x="5808608" y="4324022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3" name="anim_o6783_1">
            <a:extLst>
              <a:ext uri="{FF2B5EF4-FFF2-40B4-BE49-F238E27FC236}">
                <a16:creationId xmlns:a16="http://schemas.microsoft.com/office/drawing/2014/main" id="{D37A6F12-88DD-4782-BFA8-9780505A9346}"/>
              </a:ext>
            </a:extLst>
          </p:cNvPr>
          <p:cNvSpPr>
            <a:spLocks noGrp="1"/>
          </p:cNvSpPr>
          <p:nvPr/>
        </p:nvSpPr>
        <p:spPr>
          <a:xfrm>
            <a:off x="6087789" y="4324022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4" name="anim_o6784_1">
            <a:extLst>
              <a:ext uri="{FF2B5EF4-FFF2-40B4-BE49-F238E27FC236}">
                <a16:creationId xmlns:a16="http://schemas.microsoft.com/office/drawing/2014/main" id="{50B2ACC2-90E6-4823-AD8D-7D6DB2956B85}"/>
              </a:ext>
            </a:extLst>
          </p:cNvPr>
          <p:cNvSpPr>
            <a:spLocks noGrp="1"/>
          </p:cNvSpPr>
          <p:nvPr/>
        </p:nvSpPr>
        <p:spPr>
          <a:xfrm>
            <a:off x="6366970" y="4324022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5" name="anim_o6785_1">
            <a:extLst>
              <a:ext uri="{FF2B5EF4-FFF2-40B4-BE49-F238E27FC236}">
                <a16:creationId xmlns:a16="http://schemas.microsoft.com/office/drawing/2014/main" id="{D19193BC-26CA-433C-A870-F3D653BC5D17}"/>
              </a:ext>
            </a:extLst>
          </p:cNvPr>
          <p:cNvSpPr>
            <a:spLocks noGrp="1"/>
          </p:cNvSpPr>
          <p:nvPr/>
        </p:nvSpPr>
        <p:spPr>
          <a:xfrm>
            <a:off x="6646151" y="4324022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6" name="anim_o6786_1">
            <a:extLst>
              <a:ext uri="{FF2B5EF4-FFF2-40B4-BE49-F238E27FC236}">
                <a16:creationId xmlns:a16="http://schemas.microsoft.com/office/drawing/2014/main" id="{8609EFE3-C0ED-4599-A833-767ABCE381BA}"/>
              </a:ext>
            </a:extLst>
          </p:cNvPr>
          <p:cNvSpPr>
            <a:spLocks noGrp="1"/>
          </p:cNvSpPr>
          <p:nvPr/>
        </p:nvSpPr>
        <p:spPr>
          <a:xfrm>
            <a:off x="6925332" y="4324022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7" name="anim_o6787_1">
            <a:extLst>
              <a:ext uri="{FF2B5EF4-FFF2-40B4-BE49-F238E27FC236}">
                <a16:creationId xmlns:a16="http://schemas.microsoft.com/office/drawing/2014/main" id="{CCCF00E5-4F4A-45A1-8095-3A2FC42B2383}"/>
              </a:ext>
            </a:extLst>
          </p:cNvPr>
          <p:cNvSpPr>
            <a:spLocks noGrp="1"/>
          </p:cNvSpPr>
          <p:nvPr/>
        </p:nvSpPr>
        <p:spPr>
          <a:xfrm>
            <a:off x="7204513" y="4324022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8" name="anim_o6788_1">
            <a:extLst>
              <a:ext uri="{FF2B5EF4-FFF2-40B4-BE49-F238E27FC236}">
                <a16:creationId xmlns:a16="http://schemas.microsoft.com/office/drawing/2014/main" id="{1F950F8D-E38D-4003-9FB7-E1AF60B6C560}"/>
              </a:ext>
            </a:extLst>
          </p:cNvPr>
          <p:cNvSpPr>
            <a:spLocks noGrp="1"/>
          </p:cNvSpPr>
          <p:nvPr/>
        </p:nvSpPr>
        <p:spPr>
          <a:xfrm>
            <a:off x="5529427" y="4603203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9" name="anim_o6789_1">
            <a:extLst>
              <a:ext uri="{FF2B5EF4-FFF2-40B4-BE49-F238E27FC236}">
                <a16:creationId xmlns:a16="http://schemas.microsoft.com/office/drawing/2014/main" id="{05FC38F7-E11D-4E42-B8AA-451123DCF5E9}"/>
              </a:ext>
            </a:extLst>
          </p:cNvPr>
          <p:cNvSpPr>
            <a:spLocks noGrp="1"/>
          </p:cNvSpPr>
          <p:nvPr/>
        </p:nvSpPr>
        <p:spPr>
          <a:xfrm>
            <a:off x="5808608" y="4603203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0" name="anim_o6790_1">
            <a:extLst>
              <a:ext uri="{FF2B5EF4-FFF2-40B4-BE49-F238E27FC236}">
                <a16:creationId xmlns:a16="http://schemas.microsoft.com/office/drawing/2014/main" id="{8655711A-1077-4370-81F9-32EE8BA2CD32}"/>
              </a:ext>
            </a:extLst>
          </p:cNvPr>
          <p:cNvSpPr>
            <a:spLocks noGrp="1"/>
          </p:cNvSpPr>
          <p:nvPr/>
        </p:nvSpPr>
        <p:spPr>
          <a:xfrm>
            <a:off x="6087789" y="4603203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1" name="anim_o6791_1">
            <a:extLst>
              <a:ext uri="{FF2B5EF4-FFF2-40B4-BE49-F238E27FC236}">
                <a16:creationId xmlns:a16="http://schemas.microsoft.com/office/drawing/2014/main" id="{15E2AF9F-FD23-4A37-9818-94CE57B76AE0}"/>
              </a:ext>
            </a:extLst>
          </p:cNvPr>
          <p:cNvSpPr>
            <a:spLocks noGrp="1"/>
          </p:cNvSpPr>
          <p:nvPr/>
        </p:nvSpPr>
        <p:spPr>
          <a:xfrm>
            <a:off x="6366970" y="4603203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2" name="anim_o6792_1">
            <a:extLst>
              <a:ext uri="{FF2B5EF4-FFF2-40B4-BE49-F238E27FC236}">
                <a16:creationId xmlns:a16="http://schemas.microsoft.com/office/drawing/2014/main" id="{58134ADD-9D23-4293-9BE4-E720902EB97A}"/>
              </a:ext>
            </a:extLst>
          </p:cNvPr>
          <p:cNvSpPr>
            <a:spLocks noGrp="1"/>
          </p:cNvSpPr>
          <p:nvPr/>
        </p:nvSpPr>
        <p:spPr>
          <a:xfrm>
            <a:off x="6646151" y="4603203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3" name="anim_o6793_1">
            <a:extLst>
              <a:ext uri="{FF2B5EF4-FFF2-40B4-BE49-F238E27FC236}">
                <a16:creationId xmlns:a16="http://schemas.microsoft.com/office/drawing/2014/main" id="{AF78E7EF-301D-4E96-9813-159F37750DA7}"/>
              </a:ext>
            </a:extLst>
          </p:cNvPr>
          <p:cNvSpPr>
            <a:spLocks noGrp="1"/>
          </p:cNvSpPr>
          <p:nvPr/>
        </p:nvSpPr>
        <p:spPr>
          <a:xfrm>
            <a:off x="6925332" y="4603203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4" name="anim_o6794_1">
            <a:extLst>
              <a:ext uri="{FF2B5EF4-FFF2-40B4-BE49-F238E27FC236}">
                <a16:creationId xmlns:a16="http://schemas.microsoft.com/office/drawing/2014/main" id="{31A6514F-D10A-4123-A15A-02B215E23528}"/>
              </a:ext>
            </a:extLst>
          </p:cNvPr>
          <p:cNvSpPr>
            <a:spLocks noGrp="1"/>
          </p:cNvSpPr>
          <p:nvPr/>
        </p:nvSpPr>
        <p:spPr>
          <a:xfrm>
            <a:off x="7204513" y="4603203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5" name="anim_o6795_1">
            <a:extLst>
              <a:ext uri="{FF2B5EF4-FFF2-40B4-BE49-F238E27FC236}">
                <a16:creationId xmlns:a16="http://schemas.microsoft.com/office/drawing/2014/main" id="{8B98612F-FCAC-475A-8CFB-21BC0D65D79D}"/>
              </a:ext>
            </a:extLst>
          </p:cNvPr>
          <p:cNvSpPr>
            <a:spLocks noGrp="1"/>
          </p:cNvSpPr>
          <p:nvPr/>
        </p:nvSpPr>
        <p:spPr>
          <a:xfrm>
            <a:off x="5529427" y="4882384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6" name="anim_o6796_1">
            <a:extLst>
              <a:ext uri="{FF2B5EF4-FFF2-40B4-BE49-F238E27FC236}">
                <a16:creationId xmlns:a16="http://schemas.microsoft.com/office/drawing/2014/main" id="{C94AD907-41B9-4ACD-95EF-F0563785D395}"/>
              </a:ext>
            </a:extLst>
          </p:cNvPr>
          <p:cNvSpPr>
            <a:spLocks noGrp="1"/>
          </p:cNvSpPr>
          <p:nvPr/>
        </p:nvSpPr>
        <p:spPr>
          <a:xfrm>
            <a:off x="5808608" y="4882384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7" name="anim_o6797_1">
            <a:extLst>
              <a:ext uri="{FF2B5EF4-FFF2-40B4-BE49-F238E27FC236}">
                <a16:creationId xmlns:a16="http://schemas.microsoft.com/office/drawing/2014/main" id="{9EE5ADAF-3FE4-415C-8AE1-0310ECC587AE}"/>
              </a:ext>
            </a:extLst>
          </p:cNvPr>
          <p:cNvSpPr>
            <a:spLocks noGrp="1"/>
          </p:cNvSpPr>
          <p:nvPr/>
        </p:nvSpPr>
        <p:spPr>
          <a:xfrm>
            <a:off x="6087789" y="4882384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8" name="anim_o6798_1">
            <a:extLst>
              <a:ext uri="{FF2B5EF4-FFF2-40B4-BE49-F238E27FC236}">
                <a16:creationId xmlns:a16="http://schemas.microsoft.com/office/drawing/2014/main" id="{D17324BF-5366-4BBF-A7D1-260856FE318F}"/>
              </a:ext>
            </a:extLst>
          </p:cNvPr>
          <p:cNvSpPr>
            <a:spLocks noGrp="1"/>
          </p:cNvSpPr>
          <p:nvPr/>
        </p:nvSpPr>
        <p:spPr>
          <a:xfrm>
            <a:off x="6366970" y="4882384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9" name="anim_o6799_1">
            <a:extLst>
              <a:ext uri="{FF2B5EF4-FFF2-40B4-BE49-F238E27FC236}">
                <a16:creationId xmlns:a16="http://schemas.microsoft.com/office/drawing/2014/main" id="{5357A963-4068-4968-88BE-3518576A346E}"/>
              </a:ext>
            </a:extLst>
          </p:cNvPr>
          <p:cNvSpPr>
            <a:spLocks noGrp="1"/>
          </p:cNvSpPr>
          <p:nvPr/>
        </p:nvSpPr>
        <p:spPr>
          <a:xfrm>
            <a:off x="6646151" y="4882384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0" name="anim_o6800_1">
            <a:extLst>
              <a:ext uri="{FF2B5EF4-FFF2-40B4-BE49-F238E27FC236}">
                <a16:creationId xmlns:a16="http://schemas.microsoft.com/office/drawing/2014/main" id="{70C2B3F5-058D-4512-BAE9-ED673DA61799}"/>
              </a:ext>
            </a:extLst>
          </p:cNvPr>
          <p:cNvSpPr>
            <a:spLocks noGrp="1"/>
          </p:cNvSpPr>
          <p:nvPr/>
        </p:nvSpPr>
        <p:spPr>
          <a:xfrm>
            <a:off x="6925332" y="4882384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1" name="anim_o6801_1">
            <a:extLst>
              <a:ext uri="{FF2B5EF4-FFF2-40B4-BE49-F238E27FC236}">
                <a16:creationId xmlns:a16="http://schemas.microsoft.com/office/drawing/2014/main" id="{BBBAEA34-2B54-413F-91CD-79724C2C45FB}"/>
              </a:ext>
            </a:extLst>
          </p:cNvPr>
          <p:cNvSpPr>
            <a:spLocks noGrp="1"/>
          </p:cNvSpPr>
          <p:nvPr/>
        </p:nvSpPr>
        <p:spPr>
          <a:xfrm>
            <a:off x="7204513" y="4882384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2" name="anim_o6865_1">
            <a:extLst>
              <a:ext uri="{FF2B5EF4-FFF2-40B4-BE49-F238E27FC236}">
                <a16:creationId xmlns:a16="http://schemas.microsoft.com/office/drawing/2014/main" id="{FD4AB81F-3ACF-45B0-8435-A7E47E9A6D32}"/>
              </a:ext>
            </a:extLst>
          </p:cNvPr>
          <p:cNvSpPr>
            <a:spLocks noGrp="1"/>
          </p:cNvSpPr>
          <p:nvPr/>
        </p:nvSpPr>
        <p:spPr>
          <a:xfrm>
            <a:off x="7647918" y="4098706"/>
            <a:ext cx="2102069" cy="171450"/>
          </a:xfrm>
          <a:custGeom>
            <a:avLst/>
            <a:gdLst/>
            <a:ahLst/>
            <a:cxnLst/>
            <a:rect l="0" t="0" r="0" b="0"/>
            <a:pathLst>
              <a:path w="2102069" h="171450">
                <a:moveTo>
                  <a:pt x="0" y="104775"/>
                </a:moveTo>
                <a:lnTo>
                  <a:pt x="1930619" y="104775"/>
                </a:lnTo>
                <a:lnTo>
                  <a:pt x="1930619" y="171450"/>
                </a:lnTo>
                <a:lnTo>
                  <a:pt x="2102069" y="85725"/>
                </a:lnTo>
                <a:lnTo>
                  <a:pt x="1930619" y="0"/>
                </a:lnTo>
                <a:lnTo>
                  <a:pt x="1930619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1270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" name="anim_o6821_1">
            <a:extLst>
              <a:ext uri="{FF2B5EF4-FFF2-40B4-BE49-F238E27FC236}">
                <a16:creationId xmlns:a16="http://schemas.microsoft.com/office/drawing/2014/main" id="{2172EB9B-8BC4-40CA-95E3-63B1FBECDAC5}"/>
              </a:ext>
            </a:extLst>
          </p:cNvPr>
          <p:cNvSpPr>
            <a:spLocks noGrp="1"/>
          </p:cNvSpPr>
          <p:nvPr/>
        </p:nvSpPr>
        <p:spPr>
          <a:xfrm>
            <a:off x="9914211" y="3486478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4" name="anim_o6822_1">
            <a:extLst>
              <a:ext uri="{FF2B5EF4-FFF2-40B4-BE49-F238E27FC236}">
                <a16:creationId xmlns:a16="http://schemas.microsoft.com/office/drawing/2014/main" id="{4F509851-AE48-49D4-936E-AA7C0BE7FAAD}"/>
              </a:ext>
            </a:extLst>
          </p:cNvPr>
          <p:cNvSpPr>
            <a:spLocks noGrp="1"/>
          </p:cNvSpPr>
          <p:nvPr/>
        </p:nvSpPr>
        <p:spPr>
          <a:xfrm>
            <a:off x="10193392" y="3486478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5" name="anim_o6823_1">
            <a:extLst>
              <a:ext uri="{FF2B5EF4-FFF2-40B4-BE49-F238E27FC236}">
                <a16:creationId xmlns:a16="http://schemas.microsoft.com/office/drawing/2014/main" id="{B57BD7D8-0831-484A-809A-09F650281C97}"/>
              </a:ext>
            </a:extLst>
          </p:cNvPr>
          <p:cNvSpPr>
            <a:spLocks noGrp="1"/>
          </p:cNvSpPr>
          <p:nvPr/>
        </p:nvSpPr>
        <p:spPr>
          <a:xfrm>
            <a:off x="10472573" y="3486478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6" name="anim_o6824_1">
            <a:extLst>
              <a:ext uri="{FF2B5EF4-FFF2-40B4-BE49-F238E27FC236}">
                <a16:creationId xmlns:a16="http://schemas.microsoft.com/office/drawing/2014/main" id="{F3FAD9AB-ADA5-47B2-96D0-3DCABFB91B1A}"/>
              </a:ext>
            </a:extLst>
          </p:cNvPr>
          <p:cNvSpPr>
            <a:spLocks noGrp="1"/>
          </p:cNvSpPr>
          <p:nvPr/>
        </p:nvSpPr>
        <p:spPr>
          <a:xfrm>
            <a:off x="10751754" y="3486478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7" name="anim_o6825_1">
            <a:extLst>
              <a:ext uri="{FF2B5EF4-FFF2-40B4-BE49-F238E27FC236}">
                <a16:creationId xmlns:a16="http://schemas.microsoft.com/office/drawing/2014/main" id="{DA3A8A0E-70FC-4F34-A859-9F4F15D30EFC}"/>
              </a:ext>
            </a:extLst>
          </p:cNvPr>
          <p:cNvSpPr>
            <a:spLocks noGrp="1"/>
          </p:cNvSpPr>
          <p:nvPr/>
        </p:nvSpPr>
        <p:spPr>
          <a:xfrm>
            <a:off x="11030935" y="3486478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8" name="anim_o6826_1">
            <a:extLst>
              <a:ext uri="{FF2B5EF4-FFF2-40B4-BE49-F238E27FC236}">
                <a16:creationId xmlns:a16="http://schemas.microsoft.com/office/drawing/2014/main" id="{1F4232E1-BCB8-45C3-87F4-D9163F2D5948}"/>
              </a:ext>
            </a:extLst>
          </p:cNvPr>
          <p:cNvSpPr>
            <a:spLocks noGrp="1"/>
          </p:cNvSpPr>
          <p:nvPr/>
        </p:nvSpPr>
        <p:spPr>
          <a:xfrm>
            <a:off x="9914211" y="3765659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9" name="anim_o6827_1">
            <a:extLst>
              <a:ext uri="{FF2B5EF4-FFF2-40B4-BE49-F238E27FC236}">
                <a16:creationId xmlns:a16="http://schemas.microsoft.com/office/drawing/2014/main" id="{A1D90D36-ADDF-44E3-97E5-C3DF6BDBF187}"/>
              </a:ext>
            </a:extLst>
          </p:cNvPr>
          <p:cNvSpPr>
            <a:spLocks noGrp="1"/>
          </p:cNvSpPr>
          <p:nvPr/>
        </p:nvSpPr>
        <p:spPr>
          <a:xfrm>
            <a:off x="10193392" y="3765659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0" name="anim_o6828_1">
            <a:extLst>
              <a:ext uri="{FF2B5EF4-FFF2-40B4-BE49-F238E27FC236}">
                <a16:creationId xmlns:a16="http://schemas.microsoft.com/office/drawing/2014/main" id="{64BFCA1E-F87C-41EC-AB2A-98574ECB6ED6}"/>
              </a:ext>
            </a:extLst>
          </p:cNvPr>
          <p:cNvSpPr>
            <a:spLocks noGrp="1"/>
          </p:cNvSpPr>
          <p:nvPr/>
        </p:nvSpPr>
        <p:spPr>
          <a:xfrm>
            <a:off x="10472573" y="3765659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1" name="anim_o6829_1">
            <a:extLst>
              <a:ext uri="{FF2B5EF4-FFF2-40B4-BE49-F238E27FC236}">
                <a16:creationId xmlns:a16="http://schemas.microsoft.com/office/drawing/2014/main" id="{F8477278-2924-4144-BDCE-C1DDBC588277}"/>
              </a:ext>
            </a:extLst>
          </p:cNvPr>
          <p:cNvSpPr>
            <a:spLocks noGrp="1"/>
          </p:cNvSpPr>
          <p:nvPr/>
        </p:nvSpPr>
        <p:spPr>
          <a:xfrm>
            <a:off x="10751754" y="3765659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2" name="anim_o6830_1">
            <a:extLst>
              <a:ext uri="{FF2B5EF4-FFF2-40B4-BE49-F238E27FC236}">
                <a16:creationId xmlns:a16="http://schemas.microsoft.com/office/drawing/2014/main" id="{73A24A49-3B20-446F-BE6C-74CDF70A2365}"/>
              </a:ext>
            </a:extLst>
          </p:cNvPr>
          <p:cNvSpPr>
            <a:spLocks noGrp="1"/>
          </p:cNvSpPr>
          <p:nvPr/>
        </p:nvSpPr>
        <p:spPr>
          <a:xfrm>
            <a:off x="11030935" y="3765659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3" name="anim_o6831_1">
            <a:extLst>
              <a:ext uri="{FF2B5EF4-FFF2-40B4-BE49-F238E27FC236}">
                <a16:creationId xmlns:a16="http://schemas.microsoft.com/office/drawing/2014/main" id="{7B8AB54F-F1B9-4B09-A9B7-BC2B0FBF1EE1}"/>
              </a:ext>
            </a:extLst>
          </p:cNvPr>
          <p:cNvSpPr>
            <a:spLocks noGrp="1"/>
          </p:cNvSpPr>
          <p:nvPr/>
        </p:nvSpPr>
        <p:spPr>
          <a:xfrm>
            <a:off x="9914211" y="4044841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4" name="anim_o6832_1">
            <a:extLst>
              <a:ext uri="{FF2B5EF4-FFF2-40B4-BE49-F238E27FC236}">
                <a16:creationId xmlns:a16="http://schemas.microsoft.com/office/drawing/2014/main" id="{2CAA2140-1B61-4C77-93FB-553E5F706AFE}"/>
              </a:ext>
            </a:extLst>
          </p:cNvPr>
          <p:cNvSpPr>
            <a:spLocks noGrp="1"/>
          </p:cNvSpPr>
          <p:nvPr/>
        </p:nvSpPr>
        <p:spPr>
          <a:xfrm>
            <a:off x="10193392" y="4044841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5" name="anim_o6833_1">
            <a:extLst>
              <a:ext uri="{FF2B5EF4-FFF2-40B4-BE49-F238E27FC236}">
                <a16:creationId xmlns:a16="http://schemas.microsoft.com/office/drawing/2014/main" id="{D8FAA21F-B920-4994-9F65-91B66B6C9253}"/>
              </a:ext>
            </a:extLst>
          </p:cNvPr>
          <p:cNvSpPr>
            <a:spLocks noGrp="1"/>
          </p:cNvSpPr>
          <p:nvPr/>
        </p:nvSpPr>
        <p:spPr>
          <a:xfrm>
            <a:off x="10472573" y="4044841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6" name="anim_o6834_1">
            <a:extLst>
              <a:ext uri="{FF2B5EF4-FFF2-40B4-BE49-F238E27FC236}">
                <a16:creationId xmlns:a16="http://schemas.microsoft.com/office/drawing/2014/main" id="{91F74A96-C4A0-4AA3-80C0-428ABACE9F97}"/>
              </a:ext>
            </a:extLst>
          </p:cNvPr>
          <p:cNvSpPr>
            <a:spLocks noGrp="1"/>
          </p:cNvSpPr>
          <p:nvPr/>
        </p:nvSpPr>
        <p:spPr>
          <a:xfrm>
            <a:off x="10751754" y="4044841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7" name="anim_o6835_1">
            <a:extLst>
              <a:ext uri="{FF2B5EF4-FFF2-40B4-BE49-F238E27FC236}">
                <a16:creationId xmlns:a16="http://schemas.microsoft.com/office/drawing/2014/main" id="{FE4A5D9C-993B-4405-8FD1-F8A577EBF279}"/>
              </a:ext>
            </a:extLst>
          </p:cNvPr>
          <p:cNvSpPr>
            <a:spLocks noGrp="1"/>
          </p:cNvSpPr>
          <p:nvPr/>
        </p:nvSpPr>
        <p:spPr>
          <a:xfrm>
            <a:off x="11030935" y="4044841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8" name="anim_o6836_1">
            <a:extLst>
              <a:ext uri="{FF2B5EF4-FFF2-40B4-BE49-F238E27FC236}">
                <a16:creationId xmlns:a16="http://schemas.microsoft.com/office/drawing/2014/main" id="{4EAC90AF-F73B-4B1F-984E-1CCF0FE40589}"/>
              </a:ext>
            </a:extLst>
          </p:cNvPr>
          <p:cNvSpPr>
            <a:spLocks noGrp="1"/>
          </p:cNvSpPr>
          <p:nvPr/>
        </p:nvSpPr>
        <p:spPr>
          <a:xfrm>
            <a:off x="9914211" y="4324022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9" name="anim_o6837_1">
            <a:extLst>
              <a:ext uri="{FF2B5EF4-FFF2-40B4-BE49-F238E27FC236}">
                <a16:creationId xmlns:a16="http://schemas.microsoft.com/office/drawing/2014/main" id="{64F7B392-EDAD-4D61-B740-337FF1D1C218}"/>
              </a:ext>
            </a:extLst>
          </p:cNvPr>
          <p:cNvSpPr>
            <a:spLocks noGrp="1"/>
          </p:cNvSpPr>
          <p:nvPr/>
        </p:nvSpPr>
        <p:spPr>
          <a:xfrm>
            <a:off x="10193392" y="4324022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0" name="anim_o6838_1">
            <a:extLst>
              <a:ext uri="{FF2B5EF4-FFF2-40B4-BE49-F238E27FC236}">
                <a16:creationId xmlns:a16="http://schemas.microsoft.com/office/drawing/2014/main" id="{C7E93644-45E7-4DD2-AA25-8B9DFD15EFF5}"/>
              </a:ext>
            </a:extLst>
          </p:cNvPr>
          <p:cNvSpPr>
            <a:spLocks noGrp="1"/>
          </p:cNvSpPr>
          <p:nvPr/>
        </p:nvSpPr>
        <p:spPr>
          <a:xfrm>
            <a:off x="10472573" y="4324022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1" name="anim_o6839_1">
            <a:extLst>
              <a:ext uri="{FF2B5EF4-FFF2-40B4-BE49-F238E27FC236}">
                <a16:creationId xmlns:a16="http://schemas.microsoft.com/office/drawing/2014/main" id="{B5866F35-2FB4-46EC-A865-784246EB1295}"/>
              </a:ext>
            </a:extLst>
          </p:cNvPr>
          <p:cNvSpPr>
            <a:spLocks noGrp="1"/>
          </p:cNvSpPr>
          <p:nvPr/>
        </p:nvSpPr>
        <p:spPr>
          <a:xfrm>
            <a:off x="10751754" y="4324022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2" name="anim_o6840_1">
            <a:extLst>
              <a:ext uri="{FF2B5EF4-FFF2-40B4-BE49-F238E27FC236}">
                <a16:creationId xmlns:a16="http://schemas.microsoft.com/office/drawing/2014/main" id="{DD13A583-D45F-4BE1-B689-F4D66FF48CB8}"/>
              </a:ext>
            </a:extLst>
          </p:cNvPr>
          <p:cNvSpPr>
            <a:spLocks noGrp="1"/>
          </p:cNvSpPr>
          <p:nvPr/>
        </p:nvSpPr>
        <p:spPr>
          <a:xfrm>
            <a:off x="11030935" y="4324022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3" name="anim_o6841_1">
            <a:extLst>
              <a:ext uri="{FF2B5EF4-FFF2-40B4-BE49-F238E27FC236}">
                <a16:creationId xmlns:a16="http://schemas.microsoft.com/office/drawing/2014/main" id="{EDA57365-5677-4C89-9B51-45F0FF6C7665}"/>
              </a:ext>
            </a:extLst>
          </p:cNvPr>
          <p:cNvSpPr>
            <a:spLocks noGrp="1"/>
          </p:cNvSpPr>
          <p:nvPr/>
        </p:nvSpPr>
        <p:spPr>
          <a:xfrm>
            <a:off x="9914211" y="4603203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4" name="anim_o6842_1">
            <a:extLst>
              <a:ext uri="{FF2B5EF4-FFF2-40B4-BE49-F238E27FC236}">
                <a16:creationId xmlns:a16="http://schemas.microsoft.com/office/drawing/2014/main" id="{BF7064F0-56BD-4496-B1FB-BC93D6D41B17}"/>
              </a:ext>
            </a:extLst>
          </p:cNvPr>
          <p:cNvSpPr>
            <a:spLocks noGrp="1"/>
          </p:cNvSpPr>
          <p:nvPr/>
        </p:nvSpPr>
        <p:spPr>
          <a:xfrm>
            <a:off x="10193392" y="4603203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5" name="anim_o6843_1">
            <a:extLst>
              <a:ext uri="{FF2B5EF4-FFF2-40B4-BE49-F238E27FC236}">
                <a16:creationId xmlns:a16="http://schemas.microsoft.com/office/drawing/2014/main" id="{F38B86C1-5966-4AE5-83AD-EA9AD19A866A}"/>
              </a:ext>
            </a:extLst>
          </p:cNvPr>
          <p:cNvSpPr>
            <a:spLocks noGrp="1"/>
          </p:cNvSpPr>
          <p:nvPr/>
        </p:nvSpPr>
        <p:spPr>
          <a:xfrm>
            <a:off x="10472573" y="4603203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6" name="anim_o6844_1">
            <a:extLst>
              <a:ext uri="{FF2B5EF4-FFF2-40B4-BE49-F238E27FC236}">
                <a16:creationId xmlns:a16="http://schemas.microsoft.com/office/drawing/2014/main" id="{7A358C9C-E082-424B-8DC2-2F74C3944EDD}"/>
              </a:ext>
            </a:extLst>
          </p:cNvPr>
          <p:cNvSpPr>
            <a:spLocks noGrp="1"/>
          </p:cNvSpPr>
          <p:nvPr/>
        </p:nvSpPr>
        <p:spPr>
          <a:xfrm>
            <a:off x="10751754" y="4603203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7" name="anim_o6845_1">
            <a:extLst>
              <a:ext uri="{FF2B5EF4-FFF2-40B4-BE49-F238E27FC236}">
                <a16:creationId xmlns:a16="http://schemas.microsoft.com/office/drawing/2014/main" id="{F5DDCAB6-8D9B-49B8-B8EA-8EB7D9D6A399}"/>
              </a:ext>
            </a:extLst>
          </p:cNvPr>
          <p:cNvSpPr>
            <a:spLocks noGrp="1"/>
          </p:cNvSpPr>
          <p:nvPr/>
        </p:nvSpPr>
        <p:spPr>
          <a:xfrm>
            <a:off x="11030935" y="4603203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8" name="anim_o6874_1">
            <a:extLst>
              <a:ext uri="{FF2B5EF4-FFF2-40B4-BE49-F238E27FC236}">
                <a16:creationId xmlns:a16="http://schemas.microsoft.com/office/drawing/2014/main" id="{0AE07DE3-77C6-45C0-B67A-86515BC1C80F}"/>
              </a:ext>
            </a:extLst>
          </p:cNvPr>
          <p:cNvSpPr>
            <a:spLocks noGrp="1"/>
          </p:cNvSpPr>
          <p:nvPr/>
        </p:nvSpPr>
        <p:spPr>
          <a:xfrm>
            <a:off x="10472573" y="4044841"/>
            <a:ext cx="279181" cy="279181"/>
          </a:xfrm>
          <a:prstGeom prst="rect">
            <a:avLst/>
          </a:prstGeom>
          <a:solidFill>
            <a:srgbClr val="FFD700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9" name="anim_o6885_1">
            <a:extLst>
              <a:ext uri="{FF2B5EF4-FFF2-40B4-BE49-F238E27FC236}">
                <a16:creationId xmlns:a16="http://schemas.microsoft.com/office/drawing/2014/main" id="{FCC66F4C-B978-493A-A7D5-3D8200787B69}"/>
              </a:ext>
            </a:extLst>
          </p:cNvPr>
          <p:cNvSpPr>
            <a:spLocks noGrp="1"/>
          </p:cNvSpPr>
          <p:nvPr/>
        </p:nvSpPr>
        <p:spPr>
          <a:xfrm>
            <a:off x="6075472" y="3753343"/>
            <a:ext cx="862177" cy="862177"/>
          </a:xfrm>
          <a:prstGeom prst="rect">
            <a:avLst/>
          </a:prstGeom>
          <a:noFill/>
          <a:ln w="12700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0" name="anim_o6912_1">
            <a:extLst>
              <a:ext uri="{FF2B5EF4-FFF2-40B4-BE49-F238E27FC236}">
                <a16:creationId xmlns:a16="http://schemas.microsoft.com/office/drawing/2014/main" id="{487057FD-3859-4588-A860-DD1AE308A779}"/>
              </a:ext>
            </a:extLst>
          </p:cNvPr>
          <p:cNvSpPr>
            <a:spLocks noGrp="1"/>
          </p:cNvSpPr>
          <p:nvPr/>
        </p:nvSpPr>
        <p:spPr>
          <a:xfrm>
            <a:off x="1608575" y="3474162"/>
            <a:ext cx="1420539" cy="1420539"/>
          </a:xfrm>
          <a:prstGeom prst="rect">
            <a:avLst/>
          </a:prstGeom>
          <a:noFill/>
          <a:ln w="12700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1" name="anim_o7058_1">
            <a:extLst>
              <a:ext uri="{FF2B5EF4-FFF2-40B4-BE49-F238E27FC236}">
                <a16:creationId xmlns:a16="http://schemas.microsoft.com/office/drawing/2014/main" id="{B8BB43A1-0A4C-4D99-831C-7C152182C5B8}"/>
              </a:ext>
            </a:extLst>
          </p:cNvPr>
          <p:cNvSpPr>
            <a:spLocks noGrp="1"/>
          </p:cNvSpPr>
          <p:nvPr/>
        </p:nvSpPr>
        <p:spPr>
          <a:xfrm>
            <a:off x="6087789" y="3765659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2" name="anim_o7059_1">
            <a:extLst>
              <a:ext uri="{FF2B5EF4-FFF2-40B4-BE49-F238E27FC236}">
                <a16:creationId xmlns:a16="http://schemas.microsoft.com/office/drawing/2014/main" id="{ECB88921-A976-4BC0-894A-9CFB16D7EFC8}"/>
              </a:ext>
            </a:extLst>
          </p:cNvPr>
          <p:cNvSpPr>
            <a:spLocks noGrp="1"/>
          </p:cNvSpPr>
          <p:nvPr/>
        </p:nvSpPr>
        <p:spPr>
          <a:xfrm>
            <a:off x="6366970" y="3765659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3" name="anim_o7060_1">
            <a:extLst>
              <a:ext uri="{FF2B5EF4-FFF2-40B4-BE49-F238E27FC236}">
                <a16:creationId xmlns:a16="http://schemas.microsoft.com/office/drawing/2014/main" id="{B4BE2B1C-70F9-488C-ACE9-08C86AB30757}"/>
              </a:ext>
            </a:extLst>
          </p:cNvPr>
          <p:cNvSpPr>
            <a:spLocks noGrp="1"/>
          </p:cNvSpPr>
          <p:nvPr/>
        </p:nvSpPr>
        <p:spPr>
          <a:xfrm>
            <a:off x="6646151" y="3765659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4" name="anim_o7061_1">
            <a:extLst>
              <a:ext uri="{FF2B5EF4-FFF2-40B4-BE49-F238E27FC236}">
                <a16:creationId xmlns:a16="http://schemas.microsoft.com/office/drawing/2014/main" id="{859CB7B7-60DE-4D04-9015-FBD1E6AC8170}"/>
              </a:ext>
            </a:extLst>
          </p:cNvPr>
          <p:cNvSpPr>
            <a:spLocks noGrp="1"/>
          </p:cNvSpPr>
          <p:nvPr/>
        </p:nvSpPr>
        <p:spPr>
          <a:xfrm>
            <a:off x="6087789" y="4044841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5" name="anim_o7062_1">
            <a:extLst>
              <a:ext uri="{FF2B5EF4-FFF2-40B4-BE49-F238E27FC236}">
                <a16:creationId xmlns:a16="http://schemas.microsoft.com/office/drawing/2014/main" id="{B5AC028A-53D9-4F76-A136-1BB3174BF551}"/>
              </a:ext>
            </a:extLst>
          </p:cNvPr>
          <p:cNvSpPr>
            <a:spLocks noGrp="1"/>
          </p:cNvSpPr>
          <p:nvPr/>
        </p:nvSpPr>
        <p:spPr>
          <a:xfrm>
            <a:off x="6366970" y="4044841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6" name="anim_o7063_1">
            <a:extLst>
              <a:ext uri="{FF2B5EF4-FFF2-40B4-BE49-F238E27FC236}">
                <a16:creationId xmlns:a16="http://schemas.microsoft.com/office/drawing/2014/main" id="{E9132C00-C619-4B92-AAC6-7BCDE1291CE9}"/>
              </a:ext>
            </a:extLst>
          </p:cNvPr>
          <p:cNvSpPr>
            <a:spLocks noGrp="1"/>
          </p:cNvSpPr>
          <p:nvPr/>
        </p:nvSpPr>
        <p:spPr>
          <a:xfrm>
            <a:off x="6646151" y="4044841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7" name="anim_o7064_1">
            <a:extLst>
              <a:ext uri="{FF2B5EF4-FFF2-40B4-BE49-F238E27FC236}">
                <a16:creationId xmlns:a16="http://schemas.microsoft.com/office/drawing/2014/main" id="{D35F53D2-F40C-49C2-A25C-3A63BB9E2D97}"/>
              </a:ext>
            </a:extLst>
          </p:cNvPr>
          <p:cNvSpPr>
            <a:spLocks noGrp="1"/>
          </p:cNvSpPr>
          <p:nvPr/>
        </p:nvSpPr>
        <p:spPr>
          <a:xfrm>
            <a:off x="6087789" y="4324022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8" name="anim_o7065_1">
            <a:extLst>
              <a:ext uri="{FF2B5EF4-FFF2-40B4-BE49-F238E27FC236}">
                <a16:creationId xmlns:a16="http://schemas.microsoft.com/office/drawing/2014/main" id="{1BB8AD1C-5D26-4EAB-B5B3-ADB15AE305D1}"/>
              </a:ext>
            </a:extLst>
          </p:cNvPr>
          <p:cNvSpPr>
            <a:spLocks noGrp="1"/>
          </p:cNvSpPr>
          <p:nvPr/>
        </p:nvSpPr>
        <p:spPr>
          <a:xfrm>
            <a:off x="6366970" y="4324022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9" name="anim_o7066_1">
            <a:extLst>
              <a:ext uri="{FF2B5EF4-FFF2-40B4-BE49-F238E27FC236}">
                <a16:creationId xmlns:a16="http://schemas.microsoft.com/office/drawing/2014/main" id="{83B8E675-DC27-4533-A7AB-71A992E9B52C}"/>
              </a:ext>
            </a:extLst>
          </p:cNvPr>
          <p:cNvSpPr>
            <a:spLocks noGrp="1"/>
          </p:cNvSpPr>
          <p:nvPr/>
        </p:nvSpPr>
        <p:spPr>
          <a:xfrm>
            <a:off x="6646151" y="4324022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0" name="anim_o7068_1">
            <a:extLst>
              <a:ext uri="{FF2B5EF4-FFF2-40B4-BE49-F238E27FC236}">
                <a16:creationId xmlns:a16="http://schemas.microsoft.com/office/drawing/2014/main" id="{7E68BD25-A622-404B-9567-08F07235DBD0}"/>
              </a:ext>
            </a:extLst>
          </p:cNvPr>
          <p:cNvSpPr>
            <a:spLocks noGrp="1"/>
          </p:cNvSpPr>
          <p:nvPr/>
        </p:nvSpPr>
        <p:spPr>
          <a:xfrm>
            <a:off x="1620892" y="3486478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1" name="anim_o7069_1">
            <a:extLst>
              <a:ext uri="{FF2B5EF4-FFF2-40B4-BE49-F238E27FC236}">
                <a16:creationId xmlns:a16="http://schemas.microsoft.com/office/drawing/2014/main" id="{F7A23E27-8E02-4F85-B1C0-CBCC4C186618}"/>
              </a:ext>
            </a:extLst>
          </p:cNvPr>
          <p:cNvSpPr>
            <a:spLocks noGrp="1"/>
          </p:cNvSpPr>
          <p:nvPr/>
        </p:nvSpPr>
        <p:spPr>
          <a:xfrm>
            <a:off x="1900073" y="3486478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2" name="anim_o7070_1">
            <a:extLst>
              <a:ext uri="{FF2B5EF4-FFF2-40B4-BE49-F238E27FC236}">
                <a16:creationId xmlns:a16="http://schemas.microsoft.com/office/drawing/2014/main" id="{812AC2D2-1D35-419D-AB54-07BE3AED3113}"/>
              </a:ext>
            </a:extLst>
          </p:cNvPr>
          <p:cNvSpPr>
            <a:spLocks noGrp="1"/>
          </p:cNvSpPr>
          <p:nvPr/>
        </p:nvSpPr>
        <p:spPr>
          <a:xfrm>
            <a:off x="2179254" y="3486478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3" name="anim_o7071_1">
            <a:extLst>
              <a:ext uri="{FF2B5EF4-FFF2-40B4-BE49-F238E27FC236}">
                <a16:creationId xmlns:a16="http://schemas.microsoft.com/office/drawing/2014/main" id="{AD75F65A-CC77-41F2-90CB-BB137AEC4DA5}"/>
              </a:ext>
            </a:extLst>
          </p:cNvPr>
          <p:cNvSpPr>
            <a:spLocks noGrp="1"/>
          </p:cNvSpPr>
          <p:nvPr/>
        </p:nvSpPr>
        <p:spPr>
          <a:xfrm>
            <a:off x="2458435" y="3486478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4" name="anim_o7072_1">
            <a:extLst>
              <a:ext uri="{FF2B5EF4-FFF2-40B4-BE49-F238E27FC236}">
                <a16:creationId xmlns:a16="http://schemas.microsoft.com/office/drawing/2014/main" id="{0AED62E4-9EDE-433D-BD77-7353D6401330}"/>
              </a:ext>
            </a:extLst>
          </p:cNvPr>
          <p:cNvSpPr>
            <a:spLocks noGrp="1"/>
          </p:cNvSpPr>
          <p:nvPr/>
        </p:nvSpPr>
        <p:spPr>
          <a:xfrm>
            <a:off x="2737616" y="3486478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5" name="anim_o7073_1">
            <a:extLst>
              <a:ext uri="{FF2B5EF4-FFF2-40B4-BE49-F238E27FC236}">
                <a16:creationId xmlns:a16="http://schemas.microsoft.com/office/drawing/2014/main" id="{8A92D3A0-7F85-42CE-926A-50EB606D7F23}"/>
              </a:ext>
            </a:extLst>
          </p:cNvPr>
          <p:cNvSpPr>
            <a:spLocks noGrp="1"/>
          </p:cNvSpPr>
          <p:nvPr/>
        </p:nvSpPr>
        <p:spPr>
          <a:xfrm>
            <a:off x="1620892" y="3765659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6" name="anim_o7074_1">
            <a:extLst>
              <a:ext uri="{FF2B5EF4-FFF2-40B4-BE49-F238E27FC236}">
                <a16:creationId xmlns:a16="http://schemas.microsoft.com/office/drawing/2014/main" id="{39A5802B-2677-485F-B5E0-83C306E014AA}"/>
              </a:ext>
            </a:extLst>
          </p:cNvPr>
          <p:cNvSpPr>
            <a:spLocks noGrp="1"/>
          </p:cNvSpPr>
          <p:nvPr/>
        </p:nvSpPr>
        <p:spPr>
          <a:xfrm>
            <a:off x="1900073" y="3765659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7" name="anim_o7075_1">
            <a:extLst>
              <a:ext uri="{FF2B5EF4-FFF2-40B4-BE49-F238E27FC236}">
                <a16:creationId xmlns:a16="http://schemas.microsoft.com/office/drawing/2014/main" id="{058ED075-052D-4059-81B5-BC8AAA5F4CCE}"/>
              </a:ext>
            </a:extLst>
          </p:cNvPr>
          <p:cNvSpPr>
            <a:spLocks noGrp="1"/>
          </p:cNvSpPr>
          <p:nvPr/>
        </p:nvSpPr>
        <p:spPr>
          <a:xfrm>
            <a:off x="2179254" y="3765659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8" name="anim_o7076_1">
            <a:extLst>
              <a:ext uri="{FF2B5EF4-FFF2-40B4-BE49-F238E27FC236}">
                <a16:creationId xmlns:a16="http://schemas.microsoft.com/office/drawing/2014/main" id="{61FFFF35-2357-44F9-A914-E34B8EE6ADBF}"/>
              </a:ext>
            </a:extLst>
          </p:cNvPr>
          <p:cNvSpPr>
            <a:spLocks noGrp="1"/>
          </p:cNvSpPr>
          <p:nvPr/>
        </p:nvSpPr>
        <p:spPr>
          <a:xfrm>
            <a:off x="2458435" y="3765659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9" name="anim_o7077_1">
            <a:extLst>
              <a:ext uri="{FF2B5EF4-FFF2-40B4-BE49-F238E27FC236}">
                <a16:creationId xmlns:a16="http://schemas.microsoft.com/office/drawing/2014/main" id="{A9DE280D-8447-4694-A347-1062BAD52FA0}"/>
              </a:ext>
            </a:extLst>
          </p:cNvPr>
          <p:cNvSpPr>
            <a:spLocks noGrp="1"/>
          </p:cNvSpPr>
          <p:nvPr/>
        </p:nvSpPr>
        <p:spPr>
          <a:xfrm>
            <a:off x="2737616" y="3765659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0" name="anim_o7078_1">
            <a:extLst>
              <a:ext uri="{FF2B5EF4-FFF2-40B4-BE49-F238E27FC236}">
                <a16:creationId xmlns:a16="http://schemas.microsoft.com/office/drawing/2014/main" id="{A00F2B8B-EAED-401B-818D-5F9C7171CB4B}"/>
              </a:ext>
            </a:extLst>
          </p:cNvPr>
          <p:cNvSpPr>
            <a:spLocks noGrp="1"/>
          </p:cNvSpPr>
          <p:nvPr/>
        </p:nvSpPr>
        <p:spPr>
          <a:xfrm>
            <a:off x="1620892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1" name="anim_o7079_1">
            <a:extLst>
              <a:ext uri="{FF2B5EF4-FFF2-40B4-BE49-F238E27FC236}">
                <a16:creationId xmlns:a16="http://schemas.microsoft.com/office/drawing/2014/main" id="{A4F79430-A466-43C9-A688-DE700398BECE}"/>
              </a:ext>
            </a:extLst>
          </p:cNvPr>
          <p:cNvSpPr>
            <a:spLocks noGrp="1"/>
          </p:cNvSpPr>
          <p:nvPr/>
        </p:nvSpPr>
        <p:spPr>
          <a:xfrm>
            <a:off x="1900073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2" name="anim_o7080_1">
            <a:extLst>
              <a:ext uri="{FF2B5EF4-FFF2-40B4-BE49-F238E27FC236}">
                <a16:creationId xmlns:a16="http://schemas.microsoft.com/office/drawing/2014/main" id="{58CA7542-8AD1-4277-9D74-D154E5DCCE54}"/>
              </a:ext>
            </a:extLst>
          </p:cNvPr>
          <p:cNvSpPr>
            <a:spLocks noGrp="1"/>
          </p:cNvSpPr>
          <p:nvPr/>
        </p:nvSpPr>
        <p:spPr>
          <a:xfrm>
            <a:off x="2179254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3" name="anim_o7081_1">
            <a:extLst>
              <a:ext uri="{FF2B5EF4-FFF2-40B4-BE49-F238E27FC236}">
                <a16:creationId xmlns:a16="http://schemas.microsoft.com/office/drawing/2014/main" id="{8EE94287-A539-4A66-862B-77F95F3E4A11}"/>
              </a:ext>
            </a:extLst>
          </p:cNvPr>
          <p:cNvSpPr>
            <a:spLocks noGrp="1"/>
          </p:cNvSpPr>
          <p:nvPr/>
        </p:nvSpPr>
        <p:spPr>
          <a:xfrm>
            <a:off x="2458435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4" name="anim_o7082_1">
            <a:extLst>
              <a:ext uri="{FF2B5EF4-FFF2-40B4-BE49-F238E27FC236}">
                <a16:creationId xmlns:a16="http://schemas.microsoft.com/office/drawing/2014/main" id="{7023DE6D-19A2-462E-A6A5-27E44A68F042}"/>
              </a:ext>
            </a:extLst>
          </p:cNvPr>
          <p:cNvSpPr>
            <a:spLocks noGrp="1"/>
          </p:cNvSpPr>
          <p:nvPr/>
        </p:nvSpPr>
        <p:spPr>
          <a:xfrm>
            <a:off x="2737616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5" name="anim_o7083_1">
            <a:extLst>
              <a:ext uri="{FF2B5EF4-FFF2-40B4-BE49-F238E27FC236}">
                <a16:creationId xmlns:a16="http://schemas.microsoft.com/office/drawing/2014/main" id="{ACDFE3A2-0E83-4BDF-A708-F59786FA18D3}"/>
              </a:ext>
            </a:extLst>
          </p:cNvPr>
          <p:cNvSpPr>
            <a:spLocks noGrp="1"/>
          </p:cNvSpPr>
          <p:nvPr/>
        </p:nvSpPr>
        <p:spPr>
          <a:xfrm>
            <a:off x="1620892" y="4324022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6" name="anim_o7084_1">
            <a:extLst>
              <a:ext uri="{FF2B5EF4-FFF2-40B4-BE49-F238E27FC236}">
                <a16:creationId xmlns:a16="http://schemas.microsoft.com/office/drawing/2014/main" id="{2CFC14CB-8199-498F-9684-E64A5AD75968}"/>
              </a:ext>
            </a:extLst>
          </p:cNvPr>
          <p:cNvSpPr>
            <a:spLocks noGrp="1"/>
          </p:cNvSpPr>
          <p:nvPr/>
        </p:nvSpPr>
        <p:spPr>
          <a:xfrm>
            <a:off x="1900073" y="4324022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7" name="anim_o7085_1">
            <a:extLst>
              <a:ext uri="{FF2B5EF4-FFF2-40B4-BE49-F238E27FC236}">
                <a16:creationId xmlns:a16="http://schemas.microsoft.com/office/drawing/2014/main" id="{E432FABB-3918-4DFE-9C87-90D98906D3A4}"/>
              </a:ext>
            </a:extLst>
          </p:cNvPr>
          <p:cNvSpPr>
            <a:spLocks noGrp="1"/>
          </p:cNvSpPr>
          <p:nvPr/>
        </p:nvSpPr>
        <p:spPr>
          <a:xfrm>
            <a:off x="2179254" y="4324022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8" name="anim_o7086_1">
            <a:extLst>
              <a:ext uri="{FF2B5EF4-FFF2-40B4-BE49-F238E27FC236}">
                <a16:creationId xmlns:a16="http://schemas.microsoft.com/office/drawing/2014/main" id="{D25DE5EF-8963-45FC-BA89-4F2784375B83}"/>
              </a:ext>
            </a:extLst>
          </p:cNvPr>
          <p:cNvSpPr>
            <a:spLocks noGrp="1"/>
          </p:cNvSpPr>
          <p:nvPr/>
        </p:nvSpPr>
        <p:spPr>
          <a:xfrm>
            <a:off x="2458435" y="4324022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9" name="anim_o7087_1">
            <a:extLst>
              <a:ext uri="{FF2B5EF4-FFF2-40B4-BE49-F238E27FC236}">
                <a16:creationId xmlns:a16="http://schemas.microsoft.com/office/drawing/2014/main" id="{E42B5F1B-B9AE-4BD3-A6A8-E6BBC1E379F4}"/>
              </a:ext>
            </a:extLst>
          </p:cNvPr>
          <p:cNvSpPr>
            <a:spLocks noGrp="1"/>
          </p:cNvSpPr>
          <p:nvPr/>
        </p:nvSpPr>
        <p:spPr>
          <a:xfrm>
            <a:off x="2737616" y="4324022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0" name="anim_o7088_1">
            <a:extLst>
              <a:ext uri="{FF2B5EF4-FFF2-40B4-BE49-F238E27FC236}">
                <a16:creationId xmlns:a16="http://schemas.microsoft.com/office/drawing/2014/main" id="{D0E02D9E-DD0B-43B3-9740-4902936C4D27}"/>
              </a:ext>
            </a:extLst>
          </p:cNvPr>
          <p:cNvSpPr>
            <a:spLocks noGrp="1"/>
          </p:cNvSpPr>
          <p:nvPr/>
        </p:nvSpPr>
        <p:spPr>
          <a:xfrm>
            <a:off x="1620892" y="4603203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1" name="anim_o7089_1">
            <a:extLst>
              <a:ext uri="{FF2B5EF4-FFF2-40B4-BE49-F238E27FC236}">
                <a16:creationId xmlns:a16="http://schemas.microsoft.com/office/drawing/2014/main" id="{E49BC2D3-D43E-4F30-A45D-F798C6849D4A}"/>
              </a:ext>
            </a:extLst>
          </p:cNvPr>
          <p:cNvSpPr>
            <a:spLocks noGrp="1"/>
          </p:cNvSpPr>
          <p:nvPr/>
        </p:nvSpPr>
        <p:spPr>
          <a:xfrm>
            <a:off x="1900073" y="4603203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2" name="anim_o7090_1">
            <a:extLst>
              <a:ext uri="{FF2B5EF4-FFF2-40B4-BE49-F238E27FC236}">
                <a16:creationId xmlns:a16="http://schemas.microsoft.com/office/drawing/2014/main" id="{D7994EA1-D927-4B74-AF06-436A0B448072}"/>
              </a:ext>
            </a:extLst>
          </p:cNvPr>
          <p:cNvSpPr>
            <a:spLocks noGrp="1"/>
          </p:cNvSpPr>
          <p:nvPr/>
        </p:nvSpPr>
        <p:spPr>
          <a:xfrm>
            <a:off x="2179254" y="4603203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3" name="anim_o7091_1">
            <a:extLst>
              <a:ext uri="{FF2B5EF4-FFF2-40B4-BE49-F238E27FC236}">
                <a16:creationId xmlns:a16="http://schemas.microsoft.com/office/drawing/2014/main" id="{4833302E-C528-49F0-AB25-086CB46D911E}"/>
              </a:ext>
            </a:extLst>
          </p:cNvPr>
          <p:cNvSpPr>
            <a:spLocks noGrp="1"/>
          </p:cNvSpPr>
          <p:nvPr/>
        </p:nvSpPr>
        <p:spPr>
          <a:xfrm>
            <a:off x="2458435" y="4603203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4" name="anim_o7092_1">
            <a:extLst>
              <a:ext uri="{FF2B5EF4-FFF2-40B4-BE49-F238E27FC236}">
                <a16:creationId xmlns:a16="http://schemas.microsoft.com/office/drawing/2014/main" id="{E7F4EED3-FE40-4A56-A122-01F9ED65D3DB}"/>
              </a:ext>
            </a:extLst>
          </p:cNvPr>
          <p:cNvSpPr>
            <a:spLocks noGrp="1"/>
          </p:cNvSpPr>
          <p:nvPr/>
        </p:nvSpPr>
        <p:spPr>
          <a:xfrm>
            <a:off x="2737616" y="4603203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5" name="anim_to6624_0_1">
            <a:extLst>
              <a:ext uri="{FF2B5EF4-FFF2-40B4-BE49-F238E27FC236}">
                <a16:creationId xmlns:a16="http://schemas.microsoft.com/office/drawing/2014/main" id="{FC5BD480-56F0-49AF-B308-FC6CAB80622D}"/>
              </a:ext>
            </a:extLst>
          </p:cNvPr>
          <p:cNvSpPr>
            <a:spLocks noGrp="1"/>
          </p:cNvSpPr>
          <p:nvPr/>
        </p:nvSpPr>
        <p:spPr>
          <a:xfrm>
            <a:off x="2323005" y="589389"/>
            <a:ext cx="7565040" cy="61095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84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84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84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Two Stacked 3x3 Convolutions</a:t>
            </a:r>
          </a:p>
        </p:txBody>
      </p:sp>
      <p:sp>
        <p:nvSpPr>
          <p:cNvPr id="196" name="anim_to6735_0_1">
            <a:extLst>
              <a:ext uri="{FF2B5EF4-FFF2-40B4-BE49-F238E27FC236}">
                <a16:creationId xmlns:a16="http://schemas.microsoft.com/office/drawing/2014/main" id="{EAEA157C-9127-4984-B664-41C6C3E5F32B}"/>
              </a:ext>
            </a:extLst>
          </p:cNvPr>
          <p:cNvSpPr>
            <a:spLocks noGrp="1"/>
          </p:cNvSpPr>
          <p:nvPr/>
        </p:nvSpPr>
        <p:spPr>
          <a:xfrm>
            <a:off x="1672643" y="1824928"/>
            <a:ext cx="1311454" cy="57879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646" b="1">
                <a:solidFill>
                  <a:srgbClr val="6699CC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646" b="1">
                <a:solidFill>
                  <a:srgbClr val="6699CC"/>
                </a:solidFill>
                <a:latin typeface="Consolas"/>
                <a:ea typeface="Consolas"/>
                <a:cs typeface="Consolas"/>
              </a:defRPr>
            </a:pPr>
            <a:r>
              <a:rPr sz="3646" b="1">
                <a:solidFill>
                  <a:srgbClr val="6699CC"/>
                </a:solidFill>
                <a:latin typeface="Consolas"/>
                <a:ea typeface="Consolas"/>
                <a:cs typeface="Consolas"/>
              </a:rPr>
              <a:t>Input</a:t>
            </a:r>
          </a:p>
        </p:txBody>
      </p:sp>
      <p:sp>
        <p:nvSpPr>
          <p:cNvPr id="197" name="anim_to6741_0_1">
            <a:extLst>
              <a:ext uri="{FF2B5EF4-FFF2-40B4-BE49-F238E27FC236}">
                <a16:creationId xmlns:a16="http://schemas.microsoft.com/office/drawing/2014/main" id="{26027FC2-EF70-4929-A4C2-77BC6F707707}"/>
              </a:ext>
            </a:extLst>
          </p:cNvPr>
          <p:cNvSpPr>
            <a:spLocks noGrp="1"/>
          </p:cNvSpPr>
          <p:nvPr/>
        </p:nvSpPr>
        <p:spPr>
          <a:xfrm>
            <a:off x="1935111" y="2299368"/>
            <a:ext cx="786517" cy="5669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72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572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pPr>
            <a:r>
              <a:rPr sz="3572" b="0">
                <a:solidFill>
                  <a:srgbClr val="BBBBBB"/>
                </a:solidFill>
                <a:latin typeface="Consolas"/>
                <a:ea typeface="Consolas"/>
                <a:cs typeface="Consolas"/>
              </a:rPr>
              <a:t>9x9</a:t>
            </a:r>
          </a:p>
        </p:txBody>
      </p:sp>
      <p:sp>
        <p:nvSpPr>
          <p:cNvPr id="198" name="anim_to6745_0_1">
            <a:extLst>
              <a:ext uri="{FF2B5EF4-FFF2-40B4-BE49-F238E27FC236}">
                <a16:creationId xmlns:a16="http://schemas.microsoft.com/office/drawing/2014/main" id="{9A235E3B-9AFE-4EC3-A908-0B822BFD4478}"/>
              </a:ext>
            </a:extLst>
          </p:cNvPr>
          <p:cNvSpPr>
            <a:spLocks noGrp="1"/>
          </p:cNvSpPr>
          <p:nvPr/>
        </p:nvSpPr>
        <p:spPr>
          <a:xfrm>
            <a:off x="1566530" y="5591960"/>
            <a:ext cx="1523680" cy="5627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45" b="1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545" b="1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pPr>
            <a:r>
              <a:rPr sz="3545" b="1">
                <a:solidFill>
                  <a:srgbClr val="DDDDDD"/>
                </a:solidFill>
                <a:latin typeface="Consolas"/>
                <a:ea typeface="Consolas"/>
                <a:cs typeface="Consolas"/>
              </a:rPr>
              <a:t>RF = 1</a:t>
            </a:r>
          </a:p>
        </p:txBody>
      </p:sp>
      <p:sp>
        <p:nvSpPr>
          <p:cNvPr id="199" name="anim_to6866_0_1">
            <a:extLst>
              <a:ext uri="{FF2B5EF4-FFF2-40B4-BE49-F238E27FC236}">
                <a16:creationId xmlns:a16="http://schemas.microsoft.com/office/drawing/2014/main" id="{8616FA55-EC69-4B81-ABF5-F755B8CF7B77}"/>
              </a:ext>
            </a:extLst>
          </p:cNvPr>
          <p:cNvSpPr>
            <a:spLocks noGrp="1"/>
          </p:cNvSpPr>
          <p:nvPr/>
        </p:nvSpPr>
        <p:spPr>
          <a:xfrm>
            <a:off x="4277486" y="3778008"/>
            <a:ext cx="568664" cy="4019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2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2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2532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3x3</a:t>
            </a:r>
          </a:p>
        </p:txBody>
      </p:sp>
      <p:sp>
        <p:nvSpPr>
          <p:cNvPr id="200" name="anim_to6802_0_1">
            <a:extLst>
              <a:ext uri="{FF2B5EF4-FFF2-40B4-BE49-F238E27FC236}">
                <a16:creationId xmlns:a16="http://schemas.microsoft.com/office/drawing/2014/main" id="{E60F0CC1-E11E-44A5-9EB4-AF2B86981421}"/>
              </a:ext>
            </a:extLst>
          </p:cNvPr>
          <p:cNvSpPr>
            <a:spLocks noGrp="1"/>
          </p:cNvSpPr>
          <p:nvPr/>
        </p:nvSpPr>
        <p:spPr>
          <a:xfrm>
            <a:off x="5733023" y="2134207"/>
            <a:ext cx="1566125" cy="57879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646" b="1">
                <a:solidFill>
                  <a:srgbClr val="90EE9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646" b="1">
                <a:solidFill>
                  <a:srgbClr val="90EE90"/>
                </a:solidFill>
                <a:latin typeface="Consolas"/>
                <a:ea typeface="Consolas"/>
                <a:cs typeface="Consolas"/>
              </a:defRPr>
            </a:pPr>
            <a:r>
              <a:rPr sz="3646" b="1">
                <a:solidFill>
                  <a:srgbClr val="90EE90"/>
                </a:solidFill>
                <a:latin typeface="Consolas"/>
                <a:ea typeface="Consolas"/>
                <a:cs typeface="Consolas"/>
              </a:rPr>
              <a:t>Hidden</a:t>
            </a:r>
          </a:p>
        </p:txBody>
      </p:sp>
      <p:sp>
        <p:nvSpPr>
          <p:cNvPr id="201" name="anim_to6809_0_1">
            <a:extLst>
              <a:ext uri="{FF2B5EF4-FFF2-40B4-BE49-F238E27FC236}">
                <a16:creationId xmlns:a16="http://schemas.microsoft.com/office/drawing/2014/main" id="{260E28B5-F038-4FF7-91DE-B1AB507819EE}"/>
              </a:ext>
            </a:extLst>
          </p:cNvPr>
          <p:cNvSpPr>
            <a:spLocks noGrp="1"/>
          </p:cNvSpPr>
          <p:nvPr/>
        </p:nvSpPr>
        <p:spPr>
          <a:xfrm>
            <a:off x="6122827" y="2576281"/>
            <a:ext cx="786517" cy="5669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72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572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pPr>
            <a:r>
              <a:rPr sz="3572" b="0">
                <a:solidFill>
                  <a:srgbClr val="BBBBBB"/>
                </a:solidFill>
                <a:latin typeface="Consolas"/>
                <a:ea typeface="Consolas"/>
                <a:cs typeface="Consolas"/>
              </a:rPr>
              <a:t>7x7</a:t>
            </a:r>
          </a:p>
        </p:txBody>
      </p:sp>
      <p:sp>
        <p:nvSpPr>
          <p:cNvPr id="202" name="anim_to6813_0_1">
            <a:extLst>
              <a:ext uri="{FF2B5EF4-FFF2-40B4-BE49-F238E27FC236}">
                <a16:creationId xmlns:a16="http://schemas.microsoft.com/office/drawing/2014/main" id="{30C9EF17-8809-4987-B657-960F46364257}"/>
              </a:ext>
            </a:extLst>
          </p:cNvPr>
          <p:cNvSpPr>
            <a:spLocks noGrp="1"/>
          </p:cNvSpPr>
          <p:nvPr/>
        </p:nvSpPr>
        <p:spPr>
          <a:xfrm>
            <a:off x="5754245" y="5374759"/>
            <a:ext cx="1523680" cy="5627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45" b="1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545" b="1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pPr>
            <a:r>
              <a:rPr sz="3545" b="1">
                <a:solidFill>
                  <a:srgbClr val="DDDDDD"/>
                </a:solidFill>
                <a:latin typeface="Consolas"/>
                <a:ea typeface="Consolas"/>
                <a:cs typeface="Consolas"/>
              </a:rPr>
              <a:t>RF = 3</a:t>
            </a:r>
          </a:p>
        </p:txBody>
      </p:sp>
      <p:sp>
        <p:nvSpPr>
          <p:cNvPr id="203" name="anim_to6870_0_1">
            <a:extLst>
              <a:ext uri="{FF2B5EF4-FFF2-40B4-BE49-F238E27FC236}">
                <a16:creationId xmlns:a16="http://schemas.microsoft.com/office/drawing/2014/main" id="{5FB39947-1E67-4F82-B0EA-E0088D2D0F5F}"/>
              </a:ext>
            </a:extLst>
          </p:cNvPr>
          <p:cNvSpPr>
            <a:spLocks noGrp="1"/>
          </p:cNvSpPr>
          <p:nvPr/>
        </p:nvSpPr>
        <p:spPr>
          <a:xfrm>
            <a:off x="8424145" y="3778008"/>
            <a:ext cx="568664" cy="4019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2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2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2532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3x3</a:t>
            </a:r>
          </a:p>
        </p:txBody>
      </p:sp>
      <p:sp>
        <p:nvSpPr>
          <p:cNvPr id="204" name="anim_to6846_0_1">
            <a:extLst>
              <a:ext uri="{FF2B5EF4-FFF2-40B4-BE49-F238E27FC236}">
                <a16:creationId xmlns:a16="http://schemas.microsoft.com/office/drawing/2014/main" id="{AF798F20-80EE-482E-8DDD-30C831336CAD}"/>
              </a:ext>
            </a:extLst>
          </p:cNvPr>
          <p:cNvSpPr>
            <a:spLocks noGrp="1"/>
          </p:cNvSpPr>
          <p:nvPr/>
        </p:nvSpPr>
        <p:spPr>
          <a:xfrm>
            <a:off x="9838626" y="2383290"/>
            <a:ext cx="1566125" cy="57879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646" b="1">
                <a:solidFill>
                  <a:srgbClr val="DDA0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646" b="1">
                <a:solidFill>
                  <a:srgbClr val="DDA0DD"/>
                </a:solidFill>
                <a:latin typeface="Consolas"/>
                <a:ea typeface="Consolas"/>
                <a:cs typeface="Consolas"/>
              </a:defRPr>
            </a:pPr>
            <a:r>
              <a:rPr sz="3646" b="1">
                <a:solidFill>
                  <a:srgbClr val="DDA0DD"/>
                </a:solidFill>
                <a:latin typeface="Consolas"/>
                <a:ea typeface="Consolas"/>
                <a:cs typeface="Consolas"/>
              </a:rPr>
              <a:t>Output</a:t>
            </a:r>
          </a:p>
        </p:txBody>
      </p:sp>
      <p:sp>
        <p:nvSpPr>
          <p:cNvPr id="205" name="anim_to6853_0_1">
            <a:extLst>
              <a:ext uri="{FF2B5EF4-FFF2-40B4-BE49-F238E27FC236}">
                <a16:creationId xmlns:a16="http://schemas.microsoft.com/office/drawing/2014/main" id="{7353C400-B004-4376-9329-C52F68937393}"/>
              </a:ext>
            </a:extLst>
          </p:cNvPr>
          <p:cNvSpPr>
            <a:spLocks noGrp="1"/>
          </p:cNvSpPr>
          <p:nvPr/>
        </p:nvSpPr>
        <p:spPr>
          <a:xfrm>
            <a:off x="10228430" y="2857730"/>
            <a:ext cx="786517" cy="5669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72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572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pPr>
            <a:r>
              <a:rPr sz="3572" b="0">
                <a:solidFill>
                  <a:srgbClr val="BBBBBB"/>
                </a:solidFill>
                <a:latin typeface="Consolas"/>
                <a:ea typeface="Consolas"/>
                <a:cs typeface="Consolas"/>
              </a:rPr>
              <a:t>5x5</a:t>
            </a:r>
          </a:p>
        </p:txBody>
      </p:sp>
      <p:sp>
        <p:nvSpPr>
          <p:cNvPr id="206" name="anim_to6857_0_1">
            <a:extLst>
              <a:ext uri="{FF2B5EF4-FFF2-40B4-BE49-F238E27FC236}">
                <a16:creationId xmlns:a16="http://schemas.microsoft.com/office/drawing/2014/main" id="{FAE5F47D-0E10-4218-8F72-5B1890D6DB81}"/>
              </a:ext>
            </a:extLst>
          </p:cNvPr>
          <p:cNvSpPr>
            <a:spLocks noGrp="1"/>
          </p:cNvSpPr>
          <p:nvPr/>
        </p:nvSpPr>
        <p:spPr>
          <a:xfrm>
            <a:off x="9859849" y="5093327"/>
            <a:ext cx="1523680" cy="5627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4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54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54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RF = 5</a:t>
            </a:r>
          </a:p>
        </p:txBody>
      </p:sp>
      <p:sp>
        <p:nvSpPr>
          <p:cNvPr id="207" name="anim_to7093_0_1">
            <a:extLst>
              <a:ext uri="{FF2B5EF4-FFF2-40B4-BE49-F238E27FC236}">
                <a16:creationId xmlns:a16="http://schemas.microsoft.com/office/drawing/2014/main" id="{2C17398E-54A2-4974-A804-0A8E6AD85F49}"/>
              </a:ext>
            </a:extLst>
          </p:cNvPr>
          <p:cNvSpPr>
            <a:spLocks noGrp="1"/>
          </p:cNvSpPr>
          <p:nvPr/>
        </p:nvSpPr>
        <p:spPr>
          <a:xfrm>
            <a:off x="4600895" y="729643"/>
            <a:ext cx="3009260" cy="96466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6077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6077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6077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Formula</a:t>
            </a:r>
          </a:p>
        </p:txBody>
      </p:sp>
      <p:sp>
        <p:nvSpPr>
          <p:cNvPr id="208" name="anim_to7102_0_1">
            <a:extLst>
              <a:ext uri="{FF2B5EF4-FFF2-40B4-BE49-F238E27FC236}">
                <a16:creationId xmlns:a16="http://schemas.microsoft.com/office/drawing/2014/main" id="{48D65C5B-83A2-4284-83A8-C7C50FB0CE79}"/>
              </a:ext>
            </a:extLst>
          </p:cNvPr>
          <p:cNvSpPr>
            <a:spLocks noGrp="1"/>
          </p:cNvSpPr>
          <p:nvPr/>
        </p:nvSpPr>
        <p:spPr>
          <a:xfrm>
            <a:off x="2319399" y="3192953"/>
            <a:ext cx="457381" cy="83856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R</a:t>
            </a:r>
          </a:p>
        </p:txBody>
      </p:sp>
      <p:sp>
        <p:nvSpPr>
          <p:cNvPr id="209" name="anim_to7104_0_1">
            <a:extLst>
              <a:ext uri="{FF2B5EF4-FFF2-40B4-BE49-F238E27FC236}">
                <a16:creationId xmlns:a16="http://schemas.microsoft.com/office/drawing/2014/main" id="{3D7AC5A3-2022-4DF2-872E-B0BAE7863DAC}"/>
              </a:ext>
            </a:extLst>
          </p:cNvPr>
          <p:cNvSpPr>
            <a:spLocks noGrp="1"/>
          </p:cNvSpPr>
          <p:nvPr/>
        </p:nvSpPr>
        <p:spPr>
          <a:xfrm>
            <a:off x="2738681" y="3192953"/>
            <a:ext cx="397005" cy="83856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210" name="anim_to7107_0_1">
            <a:extLst>
              <a:ext uri="{FF2B5EF4-FFF2-40B4-BE49-F238E27FC236}">
                <a16:creationId xmlns:a16="http://schemas.microsoft.com/office/drawing/2014/main" id="{266AE922-E3FC-4CE4-9789-F702758E85D4}"/>
              </a:ext>
            </a:extLst>
          </p:cNvPr>
          <p:cNvSpPr>
            <a:spLocks noGrp="1"/>
          </p:cNvSpPr>
          <p:nvPr/>
        </p:nvSpPr>
        <p:spPr>
          <a:xfrm>
            <a:off x="3097586" y="3476555"/>
            <a:ext cx="158014" cy="54506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211" name="anim_to7111_0_1">
            <a:extLst>
              <a:ext uri="{FF2B5EF4-FFF2-40B4-BE49-F238E27FC236}">
                <a16:creationId xmlns:a16="http://schemas.microsoft.com/office/drawing/2014/main" id="{B5319AAC-913A-49E2-9C91-A64109310188}"/>
              </a:ext>
            </a:extLst>
          </p:cNvPr>
          <p:cNvSpPr>
            <a:spLocks noGrp="1"/>
          </p:cNvSpPr>
          <p:nvPr/>
        </p:nvSpPr>
        <p:spPr>
          <a:xfrm>
            <a:off x="3365087" y="3192953"/>
            <a:ext cx="541238" cy="83856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212" name="anim_to7115_0_1">
            <a:extLst>
              <a:ext uri="{FF2B5EF4-FFF2-40B4-BE49-F238E27FC236}">
                <a16:creationId xmlns:a16="http://schemas.microsoft.com/office/drawing/2014/main" id="{14F82D24-73AA-4A88-B5F1-CD3C03768455}"/>
              </a:ext>
            </a:extLst>
          </p:cNvPr>
          <p:cNvSpPr>
            <a:spLocks noGrp="1"/>
          </p:cNvSpPr>
          <p:nvPr/>
        </p:nvSpPr>
        <p:spPr>
          <a:xfrm>
            <a:off x="4015812" y="3192953"/>
            <a:ext cx="410422" cy="83856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213" name="anim_to7119_0_1">
            <a:extLst>
              <a:ext uri="{FF2B5EF4-FFF2-40B4-BE49-F238E27FC236}">
                <a16:creationId xmlns:a16="http://schemas.microsoft.com/office/drawing/2014/main" id="{7DDD9405-D8E8-4CF2-BBA3-265AE35EB159}"/>
              </a:ext>
            </a:extLst>
          </p:cNvPr>
          <p:cNvSpPr>
            <a:spLocks noGrp="1"/>
          </p:cNvSpPr>
          <p:nvPr/>
        </p:nvSpPr>
        <p:spPr>
          <a:xfrm>
            <a:off x="4535721" y="3192953"/>
            <a:ext cx="541238" cy="83856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214" name="anim_to7123_0_1">
            <a:extLst>
              <a:ext uri="{FF2B5EF4-FFF2-40B4-BE49-F238E27FC236}">
                <a16:creationId xmlns:a16="http://schemas.microsoft.com/office/drawing/2014/main" id="{55327776-5C8E-45F0-A89F-6BEA14852D66}"/>
              </a:ext>
            </a:extLst>
          </p:cNvPr>
          <p:cNvSpPr>
            <a:spLocks noGrp="1"/>
          </p:cNvSpPr>
          <p:nvPr/>
        </p:nvSpPr>
        <p:spPr>
          <a:xfrm>
            <a:off x="5186446" y="3192953"/>
            <a:ext cx="403713" cy="83856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Σ</a:t>
            </a:r>
          </a:p>
        </p:txBody>
      </p:sp>
      <p:sp>
        <p:nvSpPr>
          <p:cNvPr id="215" name="anim_to7126_0_1">
            <a:extLst>
              <a:ext uri="{FF2B5EF4-FFF2-40B4-BE49-F238E27FC236}">
                <a16:creationId xmlns:a16="http://schemas.microsoft.com/office/drawing/2014/main" id="{0C453D7C-2595-4931-93F7-FB8DE0108E04}"/>
              </a:ext>
            </a:extLst>
          </p:cNvPr>
          <p:cNvSpPr>
            <a:spLocks noGrp="1"/>
          </p:cNvSpPr>
          <p:nvPr/>
        </p:nvSpPr>
        <p:spPr>
          <a:xfrm>
            <a:off x="5023681" y="3764668"/>
            <a:ext cx="160195" cy="54506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i</a:t>
            </a:r>
          </a:p>
        </p:txBody>
      </p:sp>
      <p:sp>
        <p:nvSpPr>
          <p:cNvPr id="216" name="anim_to7128_0_1">
            <a:extLst>
              <a:ext uri="{FF2B5EF4-FFF2-40B4-BE49-F238E27FC236}">
                <a16:creationId xmlns:a16="http://schemas.microsoft.com/office/drawing/2014/main" id="{3C3A4937-52FC-4901-A792-A0E711BB099B}"/>
              </a:ext>
            </a:extLst>
          </p:cNvPr>
          <p:cNvSpPr>
            <a:spLocks noGrp="1"/>
          </p:cNvSpPr>
          <p:nvPr/>
        </p:nvSpPr>
        <p:spPr>
          <a:xfrm>
            <a:off x="5145775" y="3764668"/>
            <a:ext cx="365139" cy="54506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217" name="anim_to7130_0_1">
            <a:extLst>
              <a:ext uri="{FF2B5EF4-FFF2-40B4-BE49-F238E27FC236}">
                <a16:creationId xmlns:a16="http://schemas.microsoft.com/office/drawing/2014/main" id="{702379D8-8D5F-4AA5-BD58-2D5AF5D0842E}"/>
              </a:ext>
            </a:extLst>
          </p:cNvPr>
          <p:cNvSpPr>
            <a:spLocks noGrp="1"/>
          </p:cNvSpPr>
          <p:nvPr/>
        </p:nvSpPr>
        <p:spPr>
          <a:xfrm>
            <a:off x="5472815" y="3764668"/>
            <a:ext cx="280109" cy="54506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218" name="anim_to7133_0_1">
            <a:extLst>
              <a:ext uri="{FF2B5EF4-FFF2-40B4-BE49-F238E27FC236}">
                <a16:creationId xmlns:a16="http://schemas.microsoft.com/office/drawing/2014/main" id="{42A217A0-4D21-4D0C-B080-499E21CBD04C}"/>
              </a:ext>
            </a:extLst>
          </p:cNvPr>
          <p:cNvSpPr>
            <a:spLocks noGrp="1"/>
          </p:cNvSpPr>
          <p:nvPr/>
        </p:nvSpPr>
        <p:spPr>
          <a:xfrm>
            <a:off x="5309295" y="2909284"/>
            <a:ext cx="158014" cy="54506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219" name="anim_to7137_0_1">
            <a:extLst>
              <a:ext uri="{FF2B5EF4-FFF2-40B4-BE49-F238E27FC236}">
                <a16:creationId xmlns:a16="http://schemas.microsoft.com/office/drawing/2014/main" id="{2F075D6F-4914-4F0D-A5AB-F68F313DE62B}"/>
              </a:ext>
            </a:extLst>
          </p:cNvPr>
          <p:cNvSpPr>
            <a:spLocks noGrp="1"/>
          </p:cNvSpPr>
          <p:nvPr/>
        </p:nvSpPr>
        <p:spPr>
          <a:xfrm>
            <a:off x="5862411" y="3192953"/>
            <a:ext cx="319857" cy="83856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220" name="anim_to7139_0_1">
            <a:extLst>
              <a:ext uri="{FF2B5EF4-FFF2-40B4-BE49-F238E27FC236}">
                <a16:creationId xmlns:a16="http://schemas.microsoft.com/office/drawing/2014/main" id="{B439B6F4-B570-4718-A856-42531892B5B3}"/>
              </a:ext>
            </a:extLst>
          </p:cNvPr>
          <p:cNvSpPr>
            <a:spLocks noGrp="1"/>
          </p:cNvSpPr>
          <p:nvPr/>
        </p:nvSpPr>
        <p:spPr>
          <a:xfrm>
            <a:off x="6144168" y="3192953"/>
            <a:ext cx="460736" cy="83856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K</a:t>
            </a:r>
          </a:p>
        </p:txBody>
      </p:sp>
      <p:sp>
        <p:nvSpPr>
          <p:cNvPr id="221" name="anim_to7142_0_1">
            <a:extLst>
              <a:ext uri="{FF2B5EF4-FFF2-40B4-BE49-F238E27FC236}">
                <a16:creationId xmlns:a16="http://schemas.microsoft.com/office/drawing/2014/main" id="{F8CF1E46-60E1-4F01-9D1B-9D3461486DDA}"/>
              </a:ext>
            </a:extLst>
          </p:cNvPr>
          <p:cNvSpPr>
            <a:spLocks noGrp="1"/>
          </p:cNvSpPr>
          <p:nvPr/>
        </p:nvSpPr>
        <p:spPr>
          <a:xfrm>
            <a:off x="6566804" y="3476555"/>
            <a:ext cx="160195" cy="54506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i</a:t>
            </a:r>
          </a:p>
        </p:txBody>
      </p:sp>
      <p:sp>
        <p:nvSpPr>
          <p:cNvPr id="222" name="anim_to7146_0_1">
            <a:extLst>
              <a:ext uri="{FF2B5EF4-FFF2-40B4-BE49-F238E27FC236}">
                <a16:creationId xmlns:a16="http://schemas.microsoft.com/office/drawing/2014/main" id="{989A722E-0D13-46E0-B2AB-60C89C69FD5F}"/>
              </a:ext>
            </a:extLst>
          </p:cNvPr>
          <p:cNvSpPr>
            <a:spLocks noGrp="1"/>
          </p:cNvSpPr>
          <p:nvPr/>
        </p:nvSpPr>
        <p:spPr>
          <a:xfrm>
            <a:off x="6836486" y="3192953"/>
            <a:ext cx="262835" cy="83856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-</a:t>
            </a:r>
          </a:p>
        </p:txBody>
      </p:sp>
      <p:sp>
        <p:nvSpPr>
          <p:cNvPr id="223" name="anim_to7150_0_1">
            <a:extLst>
              <a:ext uri="{FF2B5EF4-FFF2-40B4-BE49-F238E27FC236}">
                <a16:creationId xmlns:a16="http://schemas.microsoft.com/office/drawing/2014/main" id="{FE63F2FE-196A-4919-8587-A9839FB7AABD}"/>
              </a:ext>
            </a:extLst>
          </p:cNvPr>
          <p:cNvSpPr>
            <a:spLocks noGrp="1"/>
          </p:cNvSpPr>
          <p:nvPr/>
        </p:nvSpPr>
        <p:spPr>
          <a:xfrm>
            <a:off x="7208807" y="3192953"/>
            <a:ext cx="410422" cy="83856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224" name="anim_to7152_0_1">
            <a:extLst>
              <a:ext uri="{FF2B5EF4-FFF2-40B4-BE49-F238E27FC236}">
                <a16:creationId xmlns:a16="http://schemas.microsoft.com/office/drawing/2014/main" id="{E1C83342-FC1D-4F75-A9E0-E834D62F5FB5}"/>
              </a:ext>
            </a:extLst>
          </p:cNvPr>
          <p:cNvSpPr>
            <a:spLocks noGrp="1"/>
          </p:cNvSpPr>
          <p:nvPr/>
        </p:nvSpPr>
        <p:spPr>
          <a:xfrm>
            <a:off x="7581129" y="3192953"/>
            <a:ext cx="319857" cy="83856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225" name="anim_to7156_0_1">
            <a:extLst>
              <a:ext uri="{FF2B5EF4-FFF2-40B4-BE49-F238E27FC236}">
                <a16:creationId xmlns:a16="http://schemas.microsoft.com/office/drawing/2014/main" id="{43D09C56-A31B-49AF-95CC-006833BF65EE}"/>
              </a:ext>
            </a:extLst>
          </p:cNvPr>
          <p:cNvSpPr>
            <a:spLocks noGrp="1"/>
          </p:cNvSpPr>
          <p:nvPr/>
        </p:nvSpPr>
        <p:spPr>
          <a:xfrm>
            <a:off x="8010473" y="3192953"/>
            <a:ext cx="517758" cy="83856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226" name="anim_to7160_0_1">
            <a:extLst>
              <a:ext uri="{FF2B5EF4-FFF2-40B4-BE49-F238E27FC236}">
                <a16:creationId xmlns:a16="http://schemas.microsoft.com/office/drawing/2014/main" id="{2C7DDEEA-F8B4-4347-BCB2-552237459DA1}"/>
              </a:ext>
            </a:extLst>
          </p:cNvPr>
          <p:cNvSpPr>
            <a:spLocks noGrp="1"/>
          </p:cNvSpPr>
          <p:nvPr/>
        </p:nvSpPr>
        <p:spPr>
          <a:xfrm>
            <a:off x="8637718" y="3192953"/>
            <a:ext cx="581489" cy="83856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∏</a:t>
            </a:r>
          </a:p>
        </p:txBody>
      </p:sp>
      <p:sp>
        <p:nvSpPr>
          <p:cNvPr id="227" name="anim_to7163_0_1">
            <a:extLst>
              <a:ext uri="{FF2B5EF4-FFF2-40B4-BE49-F238E27FC236}">
                <a16:creationId xmlns:a16="http://schemas.microsoft.com/office/drawing/2014/main" id="{23FFE544-6538-4C17-A2F1-3203B5F436AC}"/>
              </a:ext>
            </a:extLst>
          </p:cNvPr>
          <p:cNvSpPr>
            <a:spLocks noGrp="1"/>
          </p:cNvSpPr>
          <p:nvPr/>
        </p:nvSpPr>
        <p:spPr>
          <a:xfrm>
            <a:off x="8566021" y="3890453"/>
            <a:ext cx="155834" cy="54506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j</a:t>
            </a:r>
          </a:p>
        </p:txBody>
      </p:sp>
      <p:sp>
        <p:nvSpPr>
          <p:cNvPr id="228" name="anim_to7165_0_1">
            <a:extLst>
              <a:ext uri="{FF2B5EF4-FFF2-40B4-BE49-F238E27FC236}">
                <a16:creationId xmlns:a16="http://schemas.microsoft.com/office/drawing/2014/main" id="{37E2F125-E1DD-416E-80F0-C8BA1C23A518}"/>
              </a:ext>
            </a:extLst>
          </p:cNvPr>
          <p:cNvSpPr>
            <a:spLocks noGrp="1"/>
          </p:cNvSpPr>
          <p:nvPr/>
        </p:nvSpPr>
        <p:spPr>
          <a:xfrm>
            <a:off x="8683756" y="3890453"/>
            <a:ext cx="365139" cy="54506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229" name="anim_to7167_0_1">
            <a:extLst>
              <a:ext uri="{FF2B5EF4-FFF2-40B4-BE49-F238E27FC236}">
                <a16:creationId xmlns:a16="http://schemas.microsoft.com/office/drawing/2014/main" id="{5A71F9E1-FEF7-4972-924C-6370A966A6A1}"/>
              </a:ext>
            </a:extLst>
          </p:cNvPr>
          <p:cNvSpPr>
            <a:spLocks noGrp="1"/>
          </p:cNvSpPr>
          <p:nvPr/>
        </p:nvSpPr>
        <p:spPr>
          <a:xfrm>
            <a:off x="9010795" y="3890453"/>
            <a:ext cx="280109" cy="54506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230" name="anim_to7170_0_1">
            <a:extLst>
              <a:ext uri="{FF2B5EF4-FFF2-40B4-BE49-F238E27FC236}">
                <a16:creationId xmlns:a16="http://schemas.microsoft.com/office/drawing/2014/main" id="{D5A86278-3594-42AD-BBCA-977CE14D7984}"/>
              </a:ext>
            </a:extLst>
          </p:cNvPr>
          <p:cNvSpPr>
            <a:spLocks noGrp="1"/>
          </p:cNvSpPr>
          <p:nvPr/>
        </p:nvSpPr>
        <p:spPr>
          <a:xfrm>
            <a:off x="8654322" y="2832555"/>
            <a:ext cx="160195" cy="54506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i</a:t>
            </a:r>
          </a:p>
        </p:txBody>
      </p:sp>
      <p:sp>
        <p:nvSpPr>
          <p:cNvPr id="231" name="anim_to7172_0_1">
            <a:extLst>
              <a:ext uri="{FF2B5EF4-FFF2-40B4-BE49-F238E27FC236}">
                <a16:creationId xmlns:a16="http://schemas.microsoft.com/office/drawing/2014/main" id="{FED566C1-5DB5-4F18-A62F-E371055A9988}"/>
              </a:ext>
            </a:extLst>
          </p:cNvPr>
          <p:cNvSpPr>
            <a:spLocks noGrp="1"/>
          </p:cNvSpPr>
          <p:nvPr/>
        </p:nvSpPr>
        <p:spPr>
          <a:xfrm>
            <a:off x="8776417" y="2832555"/>
            <a:ext cx="184178" cy="54506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-</a:t>
            </a:r>
          </a:p>
        </p:txBody>
      </p:sp>
      <p:sp>
        <p:nvSpPr>
          <p:cNvPr id="232" name="anim_to7174_0_1">
            <a:extLst>
              <a:ext uri="{FF2B5EF4-FFF2-40B4-BE49-F238E27FC236}">
                <a16:creationId xmlns:a16="http://schemas.microsoft.com/office/drawing/2014/main" id="{0C711284-EC43-49B7-85F6-9F5FAA9E2A34}"/>
              </a:ext>
            </a:extLst>
          </p:cNvPr>
          <p:cNvSpPr>
            <a:spLocks noGrp="1"/>
          </p:cNvSpPr>
          <p:nvPr/>
        </p:nvSpPr>
        <p:spPr>
          <a:xfrm>
            <a:off x="8922494" y="2832555"/>
            <a:ext cx="280109" cy="54506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233" name="anim_to7178_0_1">
            <a:extLst>
              <a:ext uri="{FF2B5EF4-FFF2-40B4-BE49-F238E27FC236}">
                <a16:creationId xmlns:a16="http://schemas.microsoft.com/office/drawing/2014/main" id="{F43C09E6-C82B-4DAE-8A07-5FD2034D907D}"/>
              </a:ext>
            </a:extLst>
          </p:cNvPr>
          <p:cNvSpPr>
            <a:spLocks noGrp="1"/>
          </p:cNvSpPr>
          <p:nvPr/>
        </p:nvSpPr>
        <p:spPr>
          <a:xfrm>
            <a:off x="9400391" y="3192953"/>
            <a:ext cx="373525" cy="83856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28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S</a:t>
            </a:r>
          </a:p>
        </p:txBody>
      </p:sp>
      <p:sp>
        <p:nvSpPr>
          <p:cNvPr id="234" name="anim_to7181_0_1">
            <a:extLst>
              <a:ext uri="{FF2B5EF4-FFF2-40B4-BE49-F238E27FC236}">
                <a16:creationId xmlns:a16="http://schemas.microsoft.com/office/drawing/2014/main" id="{A94AEBAA-AC8C-4E1D-BB95-5AEB27C7B5B7}"/>
              </a:ext>
            </a:extLst>
          </p:cNvPr>
          <p:cNvSpPr>
            <a:spLocks noGrp="1"/>
          </p:cNvSpPr>
          <p:nvPr/>
        </p:nvSpPr>
        <p:spPr>
          <a:xfrm>
            <a:off x="9735816" y="3476555"/>
            <a:ext cx="155834" cy="54506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433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j</a:t>
            </a:r>
          </a:p>
        </p:txBody>
      </p:sp>
      <p:sp>
        <p:nvSpPr>
          <p:cNvPr id="235" name="anim_o7184_1">
            <a:extLst>
              <a:ext uri="{FF2B5EF4-FFF2-40B4-BE49-F238E27FC236}">
                <a16:creationId xmlns:a16="http://schemas.microsoft.com/office/drawing/2014/main" id="{88E8CAA6-4F67-48A5-84DF-7446F7C89252}"/>
              </a:ext>
            </a:extLst>
          </p:cNvPr>
          <p:cNvSpPr>
            <a:spLocks noGrp="1"/>
          </p:cNvSpPr>
          <p:nvPr/>
        </p:nvSpPr>
        <p:spPr>
          <a:xfrm>
            <a:off x="1861894" y="2797805"/>
            <a:ext cx="8468213" cy="1716068"/>
          </a:xfrm>
          <a:prstGeom prst="rect">
            <a:avLst/>
          </a:prstGeom>
          <a:noFill/>
          <a:ln w="38100">
            <a:solidFill>
              <a:srgbClr val="FC6255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6" name="anim_o6654_2">
            <a:extLst>
              <a:ext uri="{FF2B5EF4-FFF2-40B4-BE49-F238E27FC236}">
                <a16:creationId xmlns:a16="http://schemas.microsoft.com/office/drawing/2014/main" id="{5E3750DC-69E8-4B37-88E8-FFED85B5E6C2}"/>
              </a:ext>
            </a:extLst>
          </p:cNvPr>
          <p:cNvSpPr>
            <a:spLocks noGrp="1"/>
          </p:cNvSpPr>
          <p:nvPr/>
        </p:nvSpPr>
        <p:spPr>
          <a:xfrm>
            <a:off x="1062530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7" name="anim_o6655_2">
            <a:extLst>
              <a:ext uri="{FF2B5EF4-FFF2-40B4-BE49-F238E27FC236}">
                <a16:creationId xmlns:a16="http://schemas.microsoft.com/office/drawing/2014/main" id="{986B4F3C-8A81-4C99-803B-FCDA2543AB86}"/>
              </a:ext>
            </a:extLst>
          </p:cNvPr>
          <p:cNvSpPr>
            <a:spLocks noGrp="1"/>
          </p:cNvSpPr>
          <p:nvPr/>
        </p:nvSpPr>
        <p:spPr>
          <a:xfrm>
            <a:off x="1341711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8" name="anim_o6656_2">
            <a:extLst>
              <a:ext uri="{FF2B5EF4-FFF2-40B4-BE49-F238E27FC236}">
                <a16:creationId xmlns:a16="http://schemas.microsoft.com/office/drawing/2014/main" id="{04AEA332-5F3F-4B33-B007-1E644BF6D855}"/>
              </a:ext>
            </a:extLst>
          </p:cNvPr>
          <p:cNvSpPr>
            <a:spLocks noGrp="1"/>
          </p:cNvSpPr>
          <p:nvPr/>
        </p:nvSpPr>
        <p:spPr>
          <a:xfrm>
            <a:off x="1620892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9" name="anim_o6657_2">
            <a:extLst>
              <a:ext uri="{FF2B5EF4-FFF2-40B4-BE49-F238E27FC236}">
                <a16:creationId xmlns:a16="http://schemas.microsoft.com/office/drawing/2014/main" id="{C738A8D9-516D-491B-A00D-EE4DA949C80E}"/>
              </a:ext>
            </a:extLst>
          </p:cNvPr>
          <p:cNvSpPr>
            <a:spLocks noGrp="1"/>
          </p:cNvSpPr>
          <p:nvPr/>
        </p:nvSpPr>
        <p:spPr>
          <a:xfrm>
            <a:off x="1900073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0" name="anim_o6658_2">
            <a:extLst>
              <a:ext uri="{FF2B5EF4-FFF2-40B4-BE49-F238E27FC236}">
                <a16:creationId xmlns:a16="http://schemas.microsoft.com/office/drawing/2014/main" id="{B99739F9-28F3-432F-B704-128EF31B012A}"/>
              </a:ext>
            </a:extLst>
          </p:cNvPr>
          <p:cNvSpPr>
            <a:spLocks noGrp="1"/>
          </p:cNvSpPr>
          <p:nvPr/>
        </p:nvSpPr>
        <p:spPr>
          <a:xfrm>
            <a:off x="2179254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1" name="anim_o6659_2">
            <a:extLst>
              <a:ext uri="{FF2B5EF4-FFF2-40B4-BE49-F238E27FC236}">
                <a16:creationId xmlns:a16="http://schemas.microsoft.com/office/drawing/2014/main" id="{D0C41CE5-00E2-43DE-A69A-4D44BA5110D4}"/>
              </a:ext>
            </a:extLst>
          </p:cNvPr>
          <p:cNvSpPr>
            <a:spLocks noGrp="1"/>
          </p:cNvSpPr>
          <p:nvPr/>
        </p:nvSpPr>
        <p:spPr>
          <a:xfrm>
            <a:off x="2458435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2" name="anim_o6660_2">
            <a:extLst>
              <a:ext uri="{FF2B5EF4-FFF2-40B4-BE49-F238E27FC236}">
                <a16:creationId xmlns:a16="http://schemas.microsoft.com/office/drawing/2014/main" id="{6FC386D0-7682-407E-897C-6BB27651E5DE}"/>
              </a:ext>
            </a:extLst>
          </p:cNvPr>
          <p:cNvSpPr>
            <a:spLocks noGrp="1"/>
          </p:cNvSpPr>
          <p:nvPr/>
        </p:nvSpPr>
        <p:spPr>
          <a:xfrm>
            <a:off x="2737616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3" name="anim_o6661_2">
            <a:extLst>
              <a:ext uri="{FF2B5EF4-FFF2-40B4-BE49-F238E27FC236}">
                <a16:creationId xmlns:a16="http://schemas.microsoft.com/office/drawing/2014/main" id="{E37F94E3-8ED6-4503-BEAC-917E6286BB21}"/>
              </a:ext>
            </a:extLst>
          </p:cNvPr>
          <p:cNvSpPr>
            <a:spLocks noGrp="1"/>
          </p:cNvSpPr>
          <p:nvPr/>
        </p:nvSpPr>
        <p:spPr>
          <a:xfrm>
            <a:off x="3016797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4" name="anim_o6662_2">
            <a:extLst>
              <a:ext uri="{FF2B5EF4-FFF2-40B4-BE49-F238E27FC236}">
                <a16:creationId xmlns:a16="http://schemas.microsoft.com/office/drawing/2014/main" id="{F73125A4-C5A7-43B9-8A9D-8A37594F674C}"/>
              </a:ext>
            </a:extLst>
          </p:cNvPr>
          <p:cNvSpPr>
            <a:spLocks noGrp="1"/>
          </p:cNvSpPr>
          <p:nvPr/>
        </p:nvSpPr>
        <p:spPr>
          <a:xfrm>
            <a:off x="3295978" y="2928116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5" name="anim_o6663_2">
            <a:extLst>
              <a:ext uri="{FF2B5EF4-FFF2-40B4-BE49-F238E27FC236}">
                <a16:creationId xmlns:a16="http://schemas.microsoft.com/office/drawing/2014/main" id="{C549B7A1-4664-4B57-B2BA-159C351556A9}"/>
              </a:ext>
            </a:extLst>
          </p:cNvPr>
          <p:cNvSpPr>
            <a:spLocks noGrp="1"/>
          </p:cNvSpPr>
          <p:nvPr/>
        </p:nvSpPr>
        <p:spPr>
          <a:xfrm>
            <a:off x="1062530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6" name="anim_o6664_2">
            <a:extLst>
              <a:ext uri="{FF2B5EF4-FFF2-40B4-BE49-F238E27FC236}">
                <a16:creationId xmlns:a16="http://schemas.microsoft.com/office/drawing/2014/main" id="{60BC75E9-38C3-4A3F-BD48-CE1477910CEB}"/>
              </a:ext>
            </a:extLst>
          </p:cNvPr>
          <p:cNvSpPr>
            <a:spLocks noGrp="1"/>
          </p:cNvSpPr>
          <p:nvPr/>
        </p:nvSpPr>
        <p:spPr>
          <a:xfrm>
            <a:off x="1341711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7" name="anim_o6665_2">
            <a:extLst>
              <a:ext uri="{FF2B5EF4-FFF2-40B4-BE49-F238E27FC236}">
                <a16:creationId xmlns:a16="http://schemas.microsoft.com/office/drawing/2014/main" id="{1926E85E-2996-4C35-A403-726AA16B5F4F}"/>
              </a:ext>
            </a:extLst>
          </p:cNvPr>
          <p:cNvSpPr>
            <a:spLocks noGrp="1"/>
          </p:cNvSpPr>
          <p:nvPr/>
        </p:nvSpPr>
        <p:spPr>
          <a:xfrm>
            <a:off x="1620892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8" name="anim_o6666_2">
            <a:extLst>
              <a:ext uri="{FF2B5EF4-FFF2-40B4-BE49-F238E27FC236}">
                <a16:creationId xmlns:a16="http://schemas.microsoft.com/office/drawing/2014/main" id="{A80C9E6A-EB6D-4183-BC01-049E4418390F}"/>
              </a:ext>
            </a:extLst>
          </p:cNvPr>
          <p:cNvSpPr>
            <a:spLocks noGrp="1"/>
          </p:cNvSpPr>
          <p:nvPr/>
        </p:nvSpPr>
        <p:spPr>
          <a:xfrm>
            <a:off x="1900073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9" name="anim_o6667_2">
            <a:extLst>
              <a:ext uri="{FF2B5EF4-FFF2-40B4-BE49-F238E27FC236}">
                <a16:creationId xmlns:a16="http://schemas.microsoft.com/office/drawing/2014/main" id="{E394E58F-141D-47B1-98FE-A0A2E9DFF1D2}"/>
              </a:ext>
            </a:extLst>
          </p:cNvPr>
          <p:cNvSpPr>
            <a:spLocks noGrp="1"/>
          </p:cNvSpPr>
          <p:nvPr/>
        </p:nvSpPr>
        <p:spPr>
          <a:xfrm>
            <a:off x="2179254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0" name="anim_o6668_2">
            <a:extLst>
              <a:ext uri="{FF2B5EF4-FFF2-40B4-BE49-F238E27FC236}">
                <a16:creationId xmlns:a16="http://schemas.microsoft.com/office/drawing/2014/main" id="{0A93E45E-1F1F-4C4B-BAA2-B56088DB6640}"/>
              </a:ext>
            </a:extLst>
          </p:cNvPr>
          <p:cNvSpPr>
            <a:spLocks noGrp="1"/>
          </p:cNvSpPr>
          <p:nvPr/>
        </p:nvSpPr>
        <p:spPr>
          <a:xfrm>
            <a:off x="2458435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1" name="anim_o6669_2">
            <a:extLst>
              <a:ext uri="{FF2B5EF4-FFF2-40B4-BE49-F238E27FC236}">
                <a16:creationId xmlns:a16="http://schemas.microsoft.com/office/drawing/2014/main" id="{DD657A2E-29EF-4DBC-B5C4-3BA116C6831F}"/>
              </a:ext>
            </a:extLst>
          </p:cNvPr>
          <p:cNvSpPr>
            <a:spLocks noGrp="1"/>
          </p:cNvSpPr>
          <p:nvPr/>
        </p:nvSpPr>
        <p:spPr>
          <a:xfrm>
            <a:off x="2737616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2" name="anim_o6670_2">
            <a:extLst>
              <a:ext uri="{FF2B5EF4-FFF2-40B4-BE49-F238E27FC236}">
                <a16:creationId xmlns:a16="http://schemas.microsoft.com/office/drawing/2014/main" id="{B3266766-CE49-4695-B285-02466A5E75E7}"/>
              </a:ext>
            </a:extLst>
          </p:cNvPr>
          <p:cNvSpPr>
            <a:spLocks noGrp="1"/>
          </p:cNvSpPr>
          <p:nvPr/>
        </p:nvSpPr>
        <p:spPr>
          <a:xfrm>
            <a:off x="3016797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3" name="anim_o6671_2">
            <a:extLst>
              <a:ext uri="{FF2B5EF4-FFF2-40B4-BE49-F238E27FC236}">
                <a16:creationId xmlns:a16="http://schemas.microsoft.com/office/drawing/2014/main" id="{BD33F45D-34B5-4493-A544-B4684B8F9A98}"/>
              </a:ext>
            </a:extLst>
          </p:cNvPr>
          <p:cNvSpPr>
            <a:spLocks noGrp="1"/>
          </p:cNvSpPr>
          <p:nvPr/>
        </p:nvSpPr>
        <p:spPr>
          <a:xfrm>
            <a:off x="3295978" y="3207297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4" name="anim_o6672_2">
            <a:extLst>
              <a:ext uri="{FF2B5EF4-FFF2-40B4-BE49-F238E27FC236}">
                <a16:creationId xmlns:a16="http://schemas.microsoft.com/office/drawing/2014/main" id="{93D39336-E737-4ADD-BE58-D3168B985003}"/>
              </a:ext>
            </a:extLst>
          </p:cNvPr>
          <p:cNvSpPr>
            <a:spLocks noGrp="1"/>
          </p:cNvSpPr>
          <p:nvPr/>
        </p:nvSpPr>
        <p:spPr>
          <a:xfrm>
            <a:off x="1062530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5" name="anim_o6673_2">
            <a:extLst>
              <a:ext uri="{FF2B5EF4-FFF2-40B4-BE49-F238E27FC236}">
                <a16:creationId xmlns:a16="http://schemas.microsoft.com/office/drawing/2014/main" id="{6C78D6C1-BA26-46D6-91E9-3BF5BD433136}"/>
              </a:ext>
            </a:extLst>
          </p:cNvPr>
          <p:cNvSpPr>
            <a:spLocks noGrp="1"/>
          </p:cNvSpPr>
          <p:nvPr/>
        </p:nvSpPr>
        <p:spPr>
          <a:xfrm>
            <a:off x="1341711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6" name="anim_o6674_2">
            <a:extLst>
              <a:ext uri="{FF2B5EF4-FFF2-40B4-BE49-F238E27FC236}">
                <a16:creationId xmlns:a16="http://schemas.microsoft.com/office/drawing/2014/main" id="{1595ABDC-D717-4AB9-B77C-90E46476F5CE}"/>
              </a:ext>
            </a:extLst>
          </p:cNvPr>
          <p:cNvSpPr>
            <a:spLocks noGrp="1"/>
          </p:cNvSpPr>
          <p:nvPr/>
        </p:nvSpPr>
        <p:spPr>
          <a:xfrm>
            <a:off x="1620892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7" name="anim_o6675_2">
            <a:extLst>
              <a:ext uri="{FF2B5EF4-FFF2-40B4-BE49-F238E27FC236}">
                <a16:creationId xmlns:a16="http://schemas.microsoft.com/office/drawing/2014/main" id="{2ACF66B5-F9B4-4A4D-9A14-704A2079782A}"/>
              </a:ext>
            </a:extLst>
          </p:cNvPr>
          <p:cNvSpPr>
            <a:spLocks noGrp="1"/>
          </p:cNvSpPr>
          <p:nvPr/>
        </p:nvSpPr>
        <p:spPr>
          <a:xfrm>
            <a:off x="1900073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8" name="anim_o6676_2">
            <a:extLst>
              <a:ext uri="{FF2B5EF4-FFF2-40B4-BE49-F238E27FC236}">
                <a16:creationId xmlns:a16="http://schemas.microsoft.com/office/drawing/2014/main" id="{A200B138-9F4F-4F8E-8633-C74EC6760335}"/>
              </a:ext>
            </a:extLst>
          </p:cNvPr>
          <p:cNvSpPr>
            <a:spLocks noGrp="1"/>
          </p:cNvSpPr>
          <p:nvPr/>
        </p:nvSpPr>
        <p:spPr>
          <a:xfrm>
            <a:off x="2179254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9" name="anim_o6677_2">
            <a:extLst>
              <a:ext uri="{FF2B5EF4-FFF2-40B4-BE49-F238E27FC236}">
                <a16:creationId xmlns:a16="http://schemas.microsoft.com/office/drawing/2014/main" id="{72A5F7CE-CD0C-44F4-8A54-A3136162B9A6}"/>
              </a:ext>
            </a:extLst>
          </p:cNvPr>
          <p:cNvSpPr>
            <a:spLocks noGrp="1"/>
          </p:cNvSpPr>
          <p:nvPr/>
        </p:nvSpPr>
        <p:spPr>
          <a:xfrm>
            <a:off x="2458435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0" name="anim_o6678_2">
            <a:extLst>
              <a:ext uri="{FF2B5EF4-FFF2-40B4-BE49-F238E27FC236}">
                <a16:creationId xmlns:a16="http://schemas.microsoft.com/office/drawing/2014/main" id="{5833F26E-D07A-4AF2-BCEE-63B968AA5C77}"/>
              </a:ext>
            </a:extLst>
          </p:cNvPr>
          <p:cNvSpPr>
            <a:spLocks noGrp="1"/>
          </p:cNvSpPr>
          <p:nvPr/>
        </p:nvSpPr>
        <p:spPr>
          <a:xfrm>
            <a:off x="2737616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1" name="anim_o6679_2">
            <a:extLst>
              <a:ext uri="{FF2B5EF4-FFF2-40B4-BE49-F238E27FC236}">
                <a16:creationId xmlns:a16="http://schemas.microsoft.com/office/drawing/2014/main" id="{A7C9C3FF-AEC7-46E8-AA5A-7FD1566A817E}"/>
              </a:ext>
            </a:extLst>
          </p:cNvPr>
          <p:cNvSpPr>
            <a:spLocks noGrp="1"/>
          </p:cNvSpPr>
          <p:nvPr/>
        </p:nvSpPr>
        <p:spPr>
          <a:xfrm>
            <a:off x="3016797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2" name="anim_o6680_2">
            <a:extLst>
              <a:ext uri="{FF2B5EF4-FFF2-40B4-BE49-F238E27FC236}">
                <a16:creationId xmlns:a16="http://schemas.microsoft.com/office/drawing/2014/main" id="{2A1D487D-061C-4988-BF65-0CB369B81F02}"/>
              </a:ext>
            </a:extLst>
          </p:cNvPr>
          <p:cNvSpPr>
            <a:spLocks noGrp="1"/>
          </p:cNvSpPr>
          <p:nvPr/>
        </p:nvSpPr>
        <p:spPr>
          <a:xfrm>
            <a:off x="3295978" y="3486478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3" name="anim_o6681_2">
            <a:extLst>
              <a:ext uri="{FF2B5EF4-FFF2-40B4-BE49-F238E27FC236}">
                <a16:creationId xmlns:a16="http://schemas.microsoft.com/office/drawing/2014/main" id="{60B84E59-41A3-4CBD-BC97-57AC6C110B47}"/>
              </a:ext>
            </a:extLst>
          </p:cNvPr>
          <p:cNvSpPr>
            <a:spLocks noGrp="1"/>
          </p:cNvSpPr>
          <p:nvPr/>
        </p:nvSpPr>
        <p:spPr>
          <a:xfrm>
            <a:off x="1062530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4" name="anim_o6682_2">
            <a:extLst>
              <a:ext uri="{FF2B5EF4-FFF2-40B4-BE49-F238E27FC236}">
                <a16:creationId xmlns:a16="http://schemas.microsoft.com/office/drawing/2014/main" id="{6314C2A0-C9A4-4B6A-9CE9-98F6CABB7013}"/>
              </a:ext>
            </a:extLst>
          </p:cNvPr>
          <p:cNvSpPr>
            <a:spLocks noGrp="1"/>
          </p:cNvSpPr>
          <p:nvPr/>
        </p:nvSpPr>
        <p:spPr>
          <a:xfrm>
            <a:off x="1341711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5" name="anim_o6683_2">
            <a:extLst>
              <a:ext uri="{FF2B5EF4-FFF2-40B4-BE49-F238E27FC236}">
                <a16:creationId xmlns:a16="http://schemas.microsoft.com/office/drawing/2014/main" id="{7211DC88-C343-435E-BC88-382890B8BA6A}"/>
              </a:ext>
            </a:extLst>
          </p:cNvPr>
          <p:cNvSpPr>
            <a:spLocks noGrp="1"/>
          </p:cNvSpPr>
          <p:nvPr/>
        </p:nvSpPr>
        <p:spPr>
          <a:xfrm>
            <a:off x="1620892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6" name="anim_o6684_2">
            <a:extLst>
              <a:ext uri="{FF2B5EF4-FFF2-40B4-BE49-F238E27FC236}">
                <a16:creationId xmlns:a16="http://schemas.microsoft.com/office/drawing/2014/main" id="{D54AC198-5E94-41EF-9CC6-1537623035E5}"/>
              </a:ext>
            </a:extLst>
          </p:cNvPr>
          <p:cNvSpPr>
            <a:spLocks noGrp="1"/>
          </p:cNvSpPr>
          <p:nvPr/>
        </p:nvSpPr>
        <p:spPr>
          <a:xfrm>
            <a:off x="1900073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7" name="anim_o6685_2">
            <a:extLst>
              <a:ext uri="{FF2B5EF4-FFF2-40B4-BE49-F238E27FC236}">
                <a16:creationId xmlns:a16="http://schemas.microsoft.com/office/drawing/2014/main" id="{EBF75AF0-3367-4D0B-8FF9-A0DBC3CCFFDC}"/>
              </a:ext>
            </a:extLst>
          </p:cNvPr>
          <p:cNvSpPr>
            <a:spLocks noGrp="1"/>
          </p:cNvSpPr>
          <p:nvPr/>
        </p:nvSpPr>
        <p:spPr>
          <a:xfrm>
            <a:off x="2179254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8" name="anim_o6686_2">
            <a:extLst>
              <a:ext uri="{FF2B5EF4-FFF2-40B4-BE49-F238E27FC236}">
                <a16:creationId xmlns:a16="http://schemas.microsoft.com/office/drawing/2014/main" id="{E7951B07-5E09-4BB4-9B44-4356C1133157}"/>
              </a:ext>
            </a:extLst>
          </p:cNvPr>
          <p:cNvSpPr>
            <a:spLocks noGrp="1"/>
          </p:cNvSpPr>
          <p:nvPr/>
        </p:nvSpPr>
        <p:spPr>
          <a:xfrm>
            <a:off x="2458435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9" name="anim_o6687_2">
            <a:extLst>
              <a:ext uri="{FF2B5EF4-FFF2-40B4-BE49-F238E27FC236}">
                <a16:creationId xmlns:a16="http://schemas.microsoft.com/office/drawing/2014/main" id="{ADE406C6-D781-452B-A918-5C0DD2D061E1}"/>
              </a:ext>
            </a:extLst>
          </p:cNvPr>
          <p:cNvSpPr>
            <a:spLocks noGrp="1"/>
          </p:cNvSpPr>
          <p:nvPr/>
        </p:nvSpPr>
        <p:spPr>
          <a:xfrm>
            <a:off x="2737616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0" name="anim_o6688_2">
            <a:extLst>
              <a:ext uri="{FF2B5EF4-FFF2-40B4-BE49-F238E27FC236}">
                <a16:creationId xmlns:a16="http://schemas.microsoft.com/office/drawing/2014/main" id="{1FFB338B-B408-496E-80E3-36A182BB558F}"/>
              </a:ext>
            </a:extLst>
          </p:cNvPr>
          <p:cNvSpPr>
            <a:spLocks noGrp="1"/>
          </p:cNvSpPr>
          <p:nvPr/>
        </p:nvSpPr>
        <p:spPr>
          <a:xfrm>
            <a:off x="3016797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1" name="anim_o6689_2">
            <a:extLst>
              <a:ext uri="{FF2B5EF4-FFF2-40B4-BE49-F238E27FC236}">
                <a16:creationId xmlns:a16="http://schemas.microsoft.com/office/drawing/2014/main" id="{F6248965-7111-4967-9022-9F82050A9870}"/>
              </a:ext>
            </a:extLst>
          </p:cNvPr>
          <p:cNvSpPr>
            <a:spLocks noGrp="1"/>
          </p:cNvSpPr>
          <p:nvPr/>
        </p:nvSpPr>
        <p:spPr>
          <a:xfrm>
            <a:off x="3295978" y="3765659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2" name="anim_o6690_2">
            <a:extLst>
              <a:ext uri="{FF2B5EF4-FFF2-40B4-BE49-F238E27FC236}">
                <a16:creationId xmlns:a16="http://schemas.microsoft.com/office/drawing/2014/main" id="{FD566C00-89F4-49A1-BAC1-8BB7E523907E}"/>
              </a:ext>
            </a:extLst>
          </p:cNvPr>
          <p:cNvSpPr>
            <a:spLocks noGrp="1"/>
          </p:cNvSpPr>
          <p:nvPr/>
        </p:nvSpPr>
        <p:spPr>
          <a:xfrm>
            <a:off x="1062530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3" name="anim_o6691_2">
            <a:extLst>
              <a:ext uri="{FF2B5EF4-FFF2-40B4-BE49-F238E27FC236}">
                <a16:creationId xmlns:a16="http://schemas.microsoft.com/office/drawing/2014/main" id="{027AF371-8810-45CA-BE76-78B74D100A66}"/>
              </a:ext>
            </a:extLst>
          </p:cNvPr>
          <p:cNvSpPr>
            <a:spLocks noGrp="1"/>
          </p:cNvSpPr>
          <p:nvPr/>
        </p:nvSpPr>
        <p:spPr>
          <a:xfrm>
            <a:off x="1341711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4" name="anim_o6692_2">
            <a:extLst>
              <a:ext uri="{FF2B5EF4-FFF2-40B4-BE49-F238E27FC236}">
                <a16:creationId xmlns:a16="http://schemas.microsoft.com/office/drawing/2014/main" id="{16BD0E16-69BE-4277-A82E-0A314C9139A9}"/>
              </a:ext>
            </a:extLst>
          </p:cNvPr>
          <p:cNvSpPr>
            <a:spLocks noGrp="1"/>
          </p:cNvSpPr>
          <p:nvPr/>
        </p:nvSpPr>
        <p:spPr>
          <a:xfrm>
            <a:off x="1620892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5" name="anim_o6693_2">
            <a:extLst>
              <a:ext uri="{FF2B5EF4-FFF2-40B4-BE49-F238E27FC236}">
                <a16:creationId xmlns:a16="http://schemas.microsoft.com/office/drawing/2014/main" id="{3F3C66B3-52D7-4C78-A70E-AB2783CACE76}"/>
              </a:ext>
            </a:extLst>
          </p:cNvPr>
          <p:cNvSpPr>
            <a:spLocks noGrp="1"/>
          </p:cNvSpPr>
          <p:nvPr/>
        </p:nvSpPr>
        <p:spPr>
          <a:xfrm>
            <a:off x="1900073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6" name="anim_o6694_2">
            <a:extLst>
              <a:ext uri="{FF2B5EF4-FFF2-40B4-BE49-F238E27FC236}">
                <a16:creationId xmlns:a16="http://schemas.microsoft.com/office/drawing/2014/main" id="{1ECC3933-9497-4507-B09F-212594E07412}"/>
              </a:ext>
            </a:extLst>
          </p:cNvPr>
          <p:cNvSpPr>
            <a:spLocks noGrp="1"/>
          </p:cNvSpPr>
          <p:nvPr/>
        </p:nvSpPr>
        <p:spPr>
          <a:xfrm>
            <a:off x="2179254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7" name="anim_o6695_2">
            <a:extLst>
              <a:ext uri="{FF2B5EF4-FFF2-40B4-BE49-F238E27FC236}">
                <a16:creationId xmlns:a16="http://schemas.microsoft.com/office/drawing/2014/main" id="{F3937EF3-6A7A-42F1-B5E9-2B0E0F0CF9DC}"/>
              </a:ext>
            </a:extLst>
          </p:cNvPr>
          <p:cNvSpPr>
            <a:spLocks noGrp="1"/>
          </p:cNvSpPr>
          <p:nvPr/>
        </p:nvSpPr>
        <p:spPr>
          <a:xfrm>
            <a:off x="2458435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8" name="anim_o6696_2">
            <a:extLst>
              <a:ext uri="{FF2B5EF4-FFF2-40B4-BE49-F238E27FC236}">
                <a16:creationId xmlns:a16="http://schemas.microsoft.com/office/drawing/2014/main" id="{9DDE1DCB-35B1-4899-AADE-280ED2E7C382}"/>
              </a:ext>
            </a:extLst>
          </p:cNvPr>
          <p:cNvSpPr>
            <a:spLocks noGrp="1"/>
          </p:cNvSpPr>
          <p:nvPr/>
        </p:nvSpPr>
        <p:spPr>
          <a:xfrm>
            <a:off x="2737616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9" name="anim_o6697_2">
            <a:extLst>
              <a:ext uri="{FF2B5EF4-FFF2-40B4-BE49-F238E27FC236}">
                <a16:creationId xmlns:a16="http://schemas.microsoft.com/office/drawing/2014/main" id="{D8BFACE7-EE0C-418D-92C0-7C2CEDCAF34C}"/>
              </a:ext>
            </a:extLst>
          </p:cNvPr>
          <p:cNvSpPr>
            <a:spLocks noGrp="1"/>
          </p:cNvSpPr>
          <p:nvPr/>
        </p:nvSpPr>
        <p:spPr>
          <a:xfrm>
            <a:off x="3016797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0" name="anim_o6698_2">
            <a:extLst>
              <a:ext uri="{FF2B5EF4-FFF2-40B4-BE49-F238E27FC236}">
                <a16:creationId xmlns:a16="http://schemas.microsoft.com/office/drawing/2014/main" id="{D824178D-0DE1-4F3A-A46E-FC39A065253B}"/>
              </a:ext>
            </a:extLst>
          </p:cNvPr>
          <p:cNvSpPr>
            <a:spLocks noGrp="1"/>
          </p:cNvSpPr>
          <p:nvPr/>
        </p:nvSpPr>
        <p:spPr>
          <a:xfrm>
            <a:off x="3295978" y="4044841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1" name="anim_o6699_2">
            <a:extLst>
              <a:ext uri="{FF2B5EF4-FFF2-40B4-BE49-F238E27FC236}">
                <a16:creationId xmlns:a16="http://schemas.microsoft.com/office/drawing/2014/main" id="{5B485401-FC7E-44A4-B55E-EBD57E346500}"/>
              </a:ext>
            </a:extLst>
          </p:cNvPr>
          <p:cNvSpPr>
            <a:spLocks noGrp="1"/>
          </p:cNvSpPr>
          <p:nvPr/>
        </p:nvSpPr>
        <p:spPr>
          <a:xfrm>
            <a:off x="1062530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2" name="anim_o6700_2">
            <a:extLst>
              <a:ext uri="{FF2B5EF4-FFF2-40B4-BE49-F238E27FC236}">
                <a16:creationId xmlns:a16="http://schemas.microsoft.com/office/drawing/2014/main" id="{8B015807-32F6-4717-884D-630C5AD30EDD}"/>
              </a:ext>
            </a:extLst>
          </p:cNvPr>
          <p:cNvSpPr>
            <a:spLocks noGrp="1"/>
          </p:cNvSpPr>
          <p:nvPr/>
        </p:nvSpPr>
        <p:spPr>
          <a:xfrm>
            <a:off x="1341711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3" name="anim_o6701_2">
            <a:extLst>
              <a:ext uri="{FF2B5EF4-FFF2-40B4-BE49-F238E27FC236}">
                <a16:creationId xmlns:a16="http://schemas.microsoft.com/office/drawing/2014/main" id="{9076B4F8-ED01-4977-AC6B-2D06A58F3AF2}"/>
              </a:ext>
            </a:extLst>
          </p:cNvPr>
          <p:cNvSpPr>
            <a:spLocks noGrp="1"/>
          </p:cNvSpPr>
          <p:nvPr/>
        </p:nvSpPr>
        <p:spPr>
          <a:xfrm>
            <a:off x="1620892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4" name="anim_o6702_2">
            <a:extLst>
              <a:ext uri="{FF2B5EF4-FFF2-40B4-BE49-F238E27FC236}">
                <a16:creationId xmlns:a16="http://schemas.microsoft.com/office/drawing/2014/main" id="{8791474F-3F66-4609-9AA7-190FCCEA7037}"/>
              </a:ext>
            </a:extLst>
          </p:cNvPr>
          <p:cNvSpPr>
            <a:spLocks noGrp="1"/>
          </p:cNvSpPr>
          <p:nvPr/>
        </p:nvSpPr>
        <p:spPr>
          <a:xfrm>
            <a:off x="1900073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5" name="anim_o6703_2">
            <a:extLst>
              <a:ext uri="{FF2B5EF4-FFF2-40B4-BE49-F238E27FC236}">
                <a16:creationId xmlns:a16="http://schemas.microsoft.com/office/drawing/2014/main" id="{DA25F518-825D-49A3-B92D-4C2BFAAAFBD6}"/>
              </a:ext>
            </a:extLst>
          </p:cNvPr>
          <p:cNvSpPr>
            <a:spLocks noGrp="1"/>
          </p:cNvSpPr>
          <p:nvPr/>
        </p:nvSpPr>
        <p:spPr>
          <a:xfrm>
            <a:off x="2179254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6" name="anim_o6704_2">
            <a:extLst>
              <a:ext uri="{FF2B5EF4-FFF2-40B4-BE49-F238E27FC236}">
                <a16:creationId xmlns:a16="http://schemas.microsoft.com/office/drawing/2014/main" id="{2C4530F9-EE8E-462E-8DCD-ED9E0AA96438}"/>
              </a:ext>
            </a:extLst>
          </p:cNvPr>
          <p:cNvSpPr>
            <a:spLocks noGrp="1"/>
          </p:cNvSpPr>
          <p:nvPr/>
        </p:nvSpPr>
        <p:spPr>
          <a:xfrm>
            <a:off x="2458435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7" name="anim_o6705_2">
            <a:extLst>
              <a:ext uri="{FF2B5EF4-FFF2-40B4-BE49-F238E27FC236}">
                <a16:creationId xmlns:a16="http://schemas.microsoft.com/office/drawing/2014/main" id="{F3049B11-CD10-4D27-8D1A-2E46E7A3DD6A}"/>
              </a:ext>
            </a:extLst>
          </p:cNvPr>
          <p:cNvSpPr>
            <a:spLocks noGrp="1"/>
          </p:cNvSpPr>
          <p:nvPr/>
        </p:nvSpPr>
        <p:spPr>
          <a:xfrm>
            <a:off x="2737616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8" name="anim_o6706_2">
            <a:extLst>
              <a:ext uri="{FF2B5EF4-FFF2-40B4-BE49-F238E27FC236}">
                <a16:creationId xmlns:a16="http://schemas.microsoft.com/office/drawing/2014/main" id="{48B586FF-09B5-4301-80E2-CD219E663299}"/>
              </a:ext>
            </a:extLst>
          </p:cNvPr>
          <p:cNvSpPr>
            <a:spLocks noGrp="1"/>
          </p:cNvSpPr>
          <p:nvPr/>
        </p:nvSpPr>
        <p:spPr>
          <a:xfrm>
            <a:off x="3016797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9" name="anim_o6707_2">
            <a:extLst>
              <a:ext uri="{FF2B5EF4-FFF2-40B4-BE49-F238E27FC236}">
                <a16:creationId xmlns:a16="http://schemas.microsoft.com/office/drawing/2014/main" id="{36686F70-5D37-4F88-BECD-030E5C8524B0}"/>
              </a:ext>
            </a:extLst>
          </p:cNvPr>
          <p:cNvSpPr>
            <a:spLocks noGrp="1"/>
          </p:cNvSpPr>
          <p:nvPr/>
        </p:nvSpPr>
        <p:spPr>
          <a:xfrm>
            <a:off x="3295978" y="4324022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0" name="anim_o6708_2">
            <a:extLst>
              <a:ext uri="{FF2B5EF4-FFF2-40B4-BE49-F238E27FC236}">
                <a16:creationId xmlns:a16="http://schemas.microsoft.com/office/drawing/2014/main" id="{AAB22E77-62FC-4907-A394-27BE7EDB54EF}"/>
              </a:ext>
            </a:extLst>
          </p:cNvPr>
          <p:cNvSpPr>
            <a:spLocks noGrp="1"/>
          </p:cNvSpPr>
          <p:nvPr/>
        </p:nvSpPr>
        <p:spPr>
          <a:xfrm>
            <a:off x="1062530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1" name="anim_o6709_2">
            <a:extLst>
              <a:ext uri="{FF2B5EF4-FFF2-40B4-BE49-F238E27FC236}">
                <a16:creationId xmlns:a16="http://schemas.microsoft.com/office/drawing/2014/main" id="{5B4E380E-EFDD-445E-9F3B-B8B503BBAE43}"/>
              </a:ext>
            </a:extLst>
          </p:cNvPr>
          <p:cNvSpPr>
            <a:spLocks noGrp="1"/>
          </p:cNvSpPr>
          <p:nvPr/>
        </p:nvSpPr>
        <p:spPr>
          <a:xfrm>
            <a:off x="1341711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2" name="anim_o6710_2">
            <a:extLst>
              <a:ext uri="{FF2B5EF4-FFF2-40B4-BE49-F238E27FC236}">
                <a16:creationId xmlns:a16="http://schemas.microsoft.com/office/drawing/2014/main" id="{1293FB6A-23F7-474E-9964-CEAF84FF0B81}"/>
              </a:ext>
            </a:extLst>
          </p:cNvPr>
          <p:cNvSpPr>
            <a:spLocks noGrp="1"/>
          </p:cNvSpPr>
          <p:nvPr/>
        </p:nvSpPr>
        <p:spPr>
          <a:xfrm>
            <a:off x="1620892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3" name="anim_o6711_2">
            <a:extLst>
              <a:ext uri="{FF2B5EF4-FFF2-40B4-BE49-F238E27FC236}">
                <a16:creationId xmlns:a16="http://schemas.microsoft.com/office/drawing/2014/main" id="{0F183408-1E6D-48DF-9A20-8FF09275DF8D}"/>
              </a:ext>
            </a:extLst>
          </p:cNvPr>
          <p:cNvSpPr>
            <a:spLocks noGrp="1"/>
          </p:cNvSpPr>
          <p:nvPr/>
        </p:nvSpPr>
        <p:spPr>
          <a:xfrm>
            <a:off x="1900073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4" name="anim_o6712_2">
            <a:extLst>
              <a:ext uri="{FF2B5EF4-FFF2-40B4-BE49-F238E27FC236}">
                <a16:creationId xmlns:a16="http://schemas.microsoft.com/office/drawing/2014/main" id="{4FA54424-76A3-4E1D-AB35-DC45D1996FAF}"/>
              </a:ext>
            </a:extLst>
          </p:cNvPr>
          <p:cNvSpPr>
            <a:spLocks noGrp="1"/>
          </p:cNvSpPr>
          <p:nvPr/>
        </p:nvSpPr>
        <p:spPr>
          <a:xfrm>
            <a:off x="2179254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5" name="anim_o6713_2">
            <a:extLst>
              <a:ext uri="{FF2B5EF4-FFF2-40B4-BE49-F238E27FC236}">
                <a16:creationId xmlns:a16="http://schemas.microsoft.com/office/drawing/2014/main" id="{3E3C120C-07D3-4AB7-93A3-420427DFA2A8}"/>
              </a:ext>
            </a:extLst>
          </p:cNvPr>
          <p:cNvSpPr>
            <a:spLocks noGrp="1"/>
          </p:cNvSpPr>
          <p:nvPr/>
        </p:nvSpPr>
        <p:spPr>
          <a:xfrm>
            <a:off x="2458435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6" name="anim_o6714_2">
            <a:extLst>
              <a:ext uri="{FF2B5EF4-FFF2-40B4-BE49-F238E27FC236}">
                <a16:creationId xmlns:a16="http://schemas.microsoft.com/office/drawing/2014/main" id="{1D7C1451-FBF5-4BCC-BAFF-3C2DF8226300}"/>
              </a:ext>
            </a:extLst>
          </p:cNvPr>
          <p:cNvSpPr>
            <a:spLocks noGrp="1"/>
          </p:cNvSpPr>
          <p:nvPr/>
        </p:nvSpPr>
        <p:spPr>
          <a:xfrm>
            <a:off x="2737616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7" name="anim_o6715_2">
            <a:extLst>
              <a:ext uri="{FF2B5EF4-FFF2-40B4-BE49-F238E27FC236}">
                <a16:creationId xmlns:a16="http://schemas.microsoft.com/office/drawing/2014/main" id="{FB67B73A-1424-471C-8C83-08174317C796}"/>
              </a:ext>
            </a:extLst>
          </p:cNvPr>
          <p:cNvSpPr>
            <a:spLocks noGrp="1"/>
          </p:cNvSpPr>
          <p:nvPr/>
        </p:nvSpPr>
        <p:spPr>
          <a:xfrm>
            <a:off x="3016797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8" name="anim_o6716_2">
            <a:extLst>
              <a:ext uri="{FF2B5EF4-FFF2-40B4-BE49-F238E27FC236}">
                <a16:creationId xmlns:a16="http://schemas.microsoft.com/office/drawing/2014/main" id="{9D7E3DBD-4A53-41E2-A36A-412ACC4C3171}"/>
              </a:ext>
            </a:extLst>
          </p:cNvPr>
          <p:cNvSpPr>
            <a:spLocks noGrp="1"/>
          </p:cNvSpPr>
          <p:nvPr/>
        </p:nvSpPr>
        <p:spPr>
          <a:xfrm>
            <a:off x="3295978" y="4603203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9" name="anim_o6717_2">
            <a:extLst>
              <a:ext uri="{FF2B5EF4-FFF2-40B4-BE49-F238E27FC236}">
                <a16:creationId xmlns:a16="http://schemas.microsoft.com/office/drawing/2014/main" id="{4BCE32A0-704C-4F46-B3D2-FAF0A0AF7CE7}"/>
              </a:ext>
            </a:extLst>
          </p:cNvPr>
          <p:cNvSpPr>
            <a:spLocks noGrp="1"/>
          </p:cNvSpPr>
          <p:nvPr/>
        </p:nvSpPr>
        <p:spPr>
          <a:xfrm>
            <a:off x="1062530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0" name="anim_o6718_2">
            <a:extLst>
              <a:ext uri="{FF2B5EF4-FFF2-40B4-BE49-F238E27FC236}">
                <a16:creationId xmlns:a16="http://schemas.microsoft.com/office/drawing/2014/main" id="{6EB1D92B-FA54-458A-B3C8-40818B23DC17}"/>
              </a:ext>
            </a:extLst>
          </p:cNvPr>
          <p:cNvSpPr>
            <a:spLocks noGrp="1"/>
          </p:cNvSpPr>
          <p:nvPr/>
        </p:nvSpPr>
        <p:spPr>
          <a:xfrm>
            <a:off x="1341711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1" name="anim_o6719_2">
            <a:extLst>
              <a:ext uri="{FF2B5EF4-FFF2-40B4-BE49-F238E27FC236}">
                <a16:creationId xmlns:a16="http://schemas.microsoft.com/office/drawing/2014/main" id="{34B85858-A4ED-4C46-BC3B-12DEFC09179A}"/>
              </a:ext>
            </a:extLst>
          </p:cNvPr>
          <p:cNvSpPr>
            <a:spLocks noGrp="1"/>
          </p:cNvSpPr>
          <p:nvPr/>
        </p:nvSpPr>
        <p:spPr>
          <a:xfrm>
            <a:off x="1620892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2" name="anim_o6720_2">
            <a:extLst>
              <a:ext uri="{FF2B5EF4-FFF2-40B4-BE49-F238E27FC236}">
                <a16:creationId xmlns:a16="http://schemas.microsoft.com/office/drawing/2014/main" id="{BC90051D-B8E1-482B-9FCD-79E455937D88}"/>
              </a:ext>
            </a:extLst>
          </p:cNvPr>
          <p:cNvSpPr>
            <a:spLocks noGrp="1"/>
          </p:cNvSpPr>
          <p:nvPr/>
        </p:nvSpPr>
        <p:spPr>
          <a:xfrm>
            <a:off x="1900073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3" name="anim_o6721_2">
            <a:extLst>
              <a:ext uri="{FF2B5EF4-FFF2-40B4-BE49-F238E27FC236}">
                <a16:creationId xmlns:a16="http://schemas.microsoft.com/office/drawing/2014/main" id="{81363AFE-12E6-48E6-90D4-AEDDF333906D}"/>
              </a:ext>
            </a:extLst>
          </p:cNvPr>
          <p:cNvSpPr>
            <a:spLocks noGrp="1"/>
          </p:cNvSpPr>
          <p:nvPr/>
        </p:nvSpPr>
        <p:spPr>
          <a:xfrm>
            <a:off x="2179254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4" name="anim_o6722_2">
            <a:extLst>
              <a:ext uri="{FF2B5EF4-FFF2-40B4-BE49-F238E27FC236}">
                <a16:creationId xmlns:a16="http://schemas.microsoft.com/office/drawing/2014/main" id="{6CF17488-82E0-4066-93A8-AF3C8E5C10A8}"/>
              </a:ext>
            </a:extLst>
          </p:cNvPr>
          <p:cNvSpPr>
            <a:spLocks noGrp="1"/>
          </p:cNvSpPr>
          <p:nvPr/>
        </p:nvSpPr>
        <p:spPr>
          <a:xfrm>
            <a:off x="2458435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5" name="anim_o6723_2">
            <a:extLst>
              <a:ext uri="{FF2B5EF4-FFF2-40B4-BE49-F238E27FC236}">
                <a16:creationId xmlns:a16="http://schemas.microsoft.com/office/drawing/2014/main" id="{9A034642-8116-4075-961F-75ED4D1A520D}"/>
              </a:ext>
            </a:extLst>
          </p:cNvPr>
          <p:cNvSpPr>
            <a:spLocks noGrp="1"/>
          </p:cNvSpPr>
          <p:nvPr/>
        </p:nvSpPr>
        <p:spPr>
          <a:xfrm>
            <a:off x="2737616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6" name="anim_o6724_2">
            <a:extLst>
              <a:ext uri="{FF2B5EF4-FFF2-40B4-BE49-F238E27FC236}">
                <a16:creationId xmlns:a16="http://schemas.microsoft.com/office/drawing/2014/main" id="{6E3D8A20-9AD9-40BE-8644-6A805FAF281A}"/>
              </a:ext>
            </a:extLst>
          </p:cNvPr>
          <p:cNvSpPr>
            <a:spLocks noGrp="1"/>
          </p:cNvSpPr>
          <p:nvPr/>
        </p:nvSpPr>
        <p:spPr>
          <a:xfrm>
            <a:off x="3016797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7" name="anim_o6725_2">
            <a:extLst>
              <a:ext uri="{FF2B5EF4-FFF2-40B4-BE49-F238E27FC236}">
                <a16:creationId xmlns:a16="http://schemas.microsoft.com/office/drawing/2014/main" id="{717B7B85-B455-4E26-A459-75932F5DDF29}"/>
              </a:ext>
            </a:extLst>
          </p:cNvPr>
          <p:cNvSpPr>
            <a:spLocks noGrp="1"/>
          </p:cNvSpPr>
          <p:nvPr/>
        </p:nvSpPr>
        <p:spPr>
          <a:xfrm>
            <a:off x="3295978" y="4882384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8" name="anim_o6726_2">
            <a:extLst>
              <a:ext uri="{FF2B5EF4-FFF2-40B4-BE49-F238E27FC236}">
                <a16:creationId xmlns:a16="http://schemas.microsoft.com/office/drawing/2014/main" id="{8DD7F75B-A32F-459C-BDEB-E256035D8EFE}"/>
              </a:ext>
            </a:extLst>
          </p:cNvPr>
          <p:cNvSpPr>
            <a:spLocks noGrp="1"/>
          </p:cNvSpPr>
          <p:nvPr/>
        </p:nvSpPr>
        <p:spPr>
          <a:xfrm>
            <a:off x="1062530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9" name="anim_o6727_2">
            <a:extLst>
              <a:ext uri="{FF2B5EF4-FFF2-40B4-BE49-F238E27FC236}">
                <a16:creationId xmlns:a16="http://schemas.microsoft.com/office/drawing/2014/main" id="{22DEE74C-C782-434E-8E95-F6442F55BCE7}"/>
              </a:ext>
            </a:extLst>
          </p:cNvPr>
          <p:cNvSpPr>
            <a:spLocks noGrp="1"/>
          </p:cNvSpPr>
          <p:nvPr/>
        </p:nvSpPr>
        <p:spPr>
          <a:xfrm>
            <a:off x="1341711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0" name="anim_o6728_2">
            <a:extLst>
              <a:ext uri="{FF2B5EF4-FFF2-40B4-BE49-F238E27FC236}">
                <a16:creationId xmlns:a16="http://schemas.microsoft.com/office/drawing/2014/main" id="{DCB7FB72-3900-4409-9D8E-68BA565B8537}"/>
              </a:ext>
            </a:extLst>
          </p:cNvPr>
          <p:cNvSpPr>
            <a:spLocks noGrp="1"/>
          </p:cNvSpPr>
          <p:nvPr/>
        </p:nvSpPr>
        <p:spPr>
          <a:xfrm>
            <a:off x="1620892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1" name="anim_o6729_2">
            <a:extLst>
              <a:ext uri="{FF2B5EF4-FFF2-40B4-BE49-F238E27FC236}">
                <a16:creationId xmlns:a16="http://schemas.microsoft.com/office/drawing/2014/main" id="{1F0F9BF8-A511-4942-AD04-85B625DCFB9B}"/>
              </a:ext>
            </a:extLst>
          </p:cNvPr>
          <p:cNvSpPr>
            <a:spLocks noGrp="1"/>
          </p:cNvSpPr>
          <p:nvPr/>
        </p:nvSpPr>
        <p:spPr>
          <a:xfrm>
            <a:off x="1900073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2" name="anim_o6730_2">
            <a:extLst>
              <a:ext uri="{FF2B5EF4-FFF2-40B4-BE49-F238E27FC236}">
                <a16:creationId xmlns:a16="http://schemas.microsoft.com/office/drawing/2014/main" id="{6F901F94-A5A2-4465-ADE6-4C1D11B2F320}"/>
              </a:ext>
            </a:extLst>
          </p:cNvPr>
          <p:cNvSpPr>
            <a:spLocks noGrp="1"/>
          </p:cNvSpPr>
          <p:nvPr/>
        </p:nvSpPr>
        <p:spPr>
          <a:xfrm>
            <a:off x="2179254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3" name="anim_o6731_2">
            <a:extLst>
              <a:ext uri="{FF2B5EF4-FFF2-40B4-BE49-F238E27FC236}">
                <a16:creationId xmlns:a16="http://schemas.microsoft.com/office/drawing/2014/main" id="{5E35B1FB-D5DA-43F0-A344-89D082C6F967}"/>
              </a:ext>
            </a:extLst>
          </p:cNvPr>
          <p:cNvSpPr>
            <a:spLocks noGrp="1"/>
          </p:cNvSpPr>
          <p:nvPr/>
        </p:nvSpPr>
        <p:spPr>
          <a:xfrm>
            <a:off x="2458435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4" name="anim_o6732_2">
            <a:extLst>
              <a:ext uri="{FF2B5EF4-FFF2-40B4-BE49-F238E27FC236}">
                <a16:creationId xmlns:a16="http://schemas.microsoft.com/office/drawing/2014/main" id="{1B587962-146C-429F-A309-49A37DF0D755}"/>
              </a:ext>
            </a:extLst>
          </p:cNvPr>
          <p:cNvSpPr>
            <a:spLocks noGrp="1"/>
          </p:cNvSpPr>
          <p:nvPr/>
        </p:nvSpPr>
        <p:spPr>
          <a:xfrm>
            <a:off x="2737616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5" name="anim_o6733_2">
            <a:extLst>
              <a:ext uri="{FF2B5EF4-FFF2-40B4-BE49-F238E27FC236}">
                <a16:creationId xmlns:a16="http://schemas.microsoft.com/office/drawing/2014/main" id="{CE8A0488-290E-48BD-A153-E3D241DBD1B1}"/>
              </a:ext>
            </a:extLst>
          </p:cNvPr>
          <p:cNvSpPr>
            <a:spLocks noGrp="1"/>
          </p:cNvSpPr>
          <p:nvPr/>
        </p:nvSpPr>
        <p:spPr>
          <a:xfrm>
            <a:off x="3016797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6" name="anim_o6734_2">
            <a:extLst>
              <a:ext uri="{FF2B5EF4-FFF2-40B4-BE49-F238E27FC236}">
                <a16:creationId xmlns:a16="http://schemas.microsoft.com/office/drawing/2014/main" id="{DD1399FA-A5CC-4EE6-8B8D-3B215C3594DE}"/>
              </a:ext>
            </a:extLst>
          </p:cNvPr>
          <p:cNvSpPr>
            <a:spLocks noGrp="1"/>
          </p:cNvSpPr>
          <p:nvPr/>
        </p:nvSpPr>
        <p:spPr>
          <a:xfrm>
            <a:off x="3295978" y="5161565"/>
            <a:ext cx="279181" cy="279181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7" name="anim_o6864_2">
            <a:extLst>
              <a:ext uri="{FF2B5EF4-FFF2-40B4-BE49-F238E27FC236}">
                <a16:creationId xmlns:a16="http://schemas.microsoft.com/office/drawing/2014/main" id="{5F691092-7104-42BA-8174-CBEDD7AA28D2}"/>
              </a:ext>
            </a:extLst>
          </p:cNvPr>
          <p:cNvSpPr>
            <a:spLocks noGrp="1"/>
          </p:cNvSpPr>
          <p:nvPr/>
        </p:nvSpPr>
        <p:spPr>
          <a:xfrm>
            <a:off x="3739384" y="4098706"/>
            <a:ext cx="1625819" cy="171450"/>
          </a:xfrm>
          <a:custGeom>
            <a:avLst/>
            <a:gdLst/>
            <a:ahLst/>
            <a:cxnLst/>
            <a:rect l="0" t="0" r="0" b="0"/>
            <a:pathLst>
              <a:path w="1625819" h="171450">
                <a:moveTo>
                  <a:pt x="0" y="104775"/>
                </a:moveTo>
                <a:lnTo>
                  <a:pt x="1454369" y="104775"/>
                </a:lnTo>
                <a:lnTo>
                  <a:pt x="1454369" y="171450"/>
                </a:lnTo>
                <a:lnTo>
                  <a:pt x="1625819" y="85725"/>
                </a:lnTo>
                <a:lnTo>
                  <a:pt x="1454369" y="0"/>
                </a:lnTo>
                <a:lnTo>
                  <a:pt x="1454369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1270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18" name="anim_o6753_2">
            <a:extLst>
              <a:ext uri="{FF2B5EF4-FFF2-40B4-BE49-F238E27FC236}">
                <a16:creationId xmlns:a16="http://schemas.microsoft.com/office/drawing/2014/main" id="{1E354B15-977A-469F-BBAB-D670483629C9}"/>
              </a:ext>
            </a:extLst>
          </p:cNvPr>
          <p:cNvSpPr>
            <a:spLocks noGrp="1"/>
          </p:cNvSpPr>
          <p:nvPr/>
        </p:nvSpPr>
        <p:spPr>
          <a:xfrm>
            <a:off x="5529427" y="3207297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9" name="anim_o6754_2">
            <a:extLst>
              <a:ext uri="{FF2B5EF4-FFF2-40B4-BE49-F238E27FC236}">
                <a16:creationId xmlns:a16="http://schemas.microsoft.com/office/drawing/2014/main" id="{9BC16363-99F0-440D-9726-3FFE1BC421F0}"/>
              </a:ext>
            </a:extLst>
          </p:cNvPr>
          <p:cNvSpPr>
            <a:spLocks noGrp="1"/>
          </p:cNvSpPr>
          <p:nvPr/>
        </p:nvSpPr>
        <p:spPr>
          <a:xfrm>
            <a:off x="5808608" y="3207297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0" name="anim_o6755_2">
            <a:extLst>
              <a:ext uri="{FF2B5EF4-FFF2-40B4-BE49-F238E27FC236}">
                <a16:creationId xmlns:a16="http://schemas.microsoft.com/office/drawing/2014/main" id="{B22E537F-8175-440C-8A39-76A0A0163C98}"/>
              </a:ext>
            </a:extLst>
          </p:cNvPr>
          <p:cNvSpPr>
            <a:spLocks noGrp="1"/>
          </p:cNvSpPr>
          <p:nvPr/>
        </p:nvSpPr>
        <p:spPr>
          <a:xfrm>
            <a:off x="6087789" y="3207297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1" name="anim_o6756_2">
            <a:extLst>
              <a:ext uri="{FF2B5EF4-FFF2-40B4-BE49-F238E27FC236}">
                <a16:creationId xmlns:a16="http://schemas.microsoft.com/office/drawing/2014/main" id="{86E0AC45-5CBD-483F-BA74-0140FD40C429}"/>
              </a:ext>
            </a:extLst>
          </p:cNvPr>
          <p:cNvSpPr>
            <a:spLocks noGrp="1"/>
          </p:cNvSpPr>
          <p:nvPr/>
        </p:nvSpPr>
        <p:spPr>
          <a:xfrm>
            <a:off x="6366970" y="3207297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2" name="anim_o6757_2">
            <a:extLst>
              <a:ext uri="{FF2B5EF4-FFF2-40B4-BE49-F238E27FC236}">
                <a16:creationId xmlns:a16="http://schemas.microsoft.com/office/drawing/2014/main" id="{3F9BAAA7-BE75-4BB1-81B7-5043B4FC13D3}"/>
              </a:ext>
            </a:extLst>
          </p:cNvPr>
          <p:cNvSpPr>
            <a:spLocks noGrp="1"/>
          </p:cNvSpPr>
          <p:nvPr/>
        </p:nvSpPr>
        <p:spPr>
          <a:xfrm>
            <a:off x="6646151" y="3207297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3" name="anim_o6758_2">
            <a:extLst>
              <a:ext uri="{FF2B5EF4-FFF2-40B4-BE49-F238E27FC236}">
                <a16:creationId xmlns:a16="http://schemas.microsoft.com/office/drawing/2014/main" id="{D90981FF-F339-495B-83E9-0425CF49EDDC}"/>
              </a:ext>
            </a:extLst>
          </p:cNvPr>
          <p:cNvSpPr>
            <a:spLocks noGrp="1"/>
          </p:cNvSpPr>
          <p:nvPr/>
        </p:nvSpPr>
        <p:spPr>
          <a:xfrm>
            <a:off x="6925332" y="3207297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4" name="anim_o6759_2">
            <a:extLst>
              <a:ext uri="{FF2B5EF4-FFF2-40B4-BE49-F238E27FC236}">
                <a16:creationId xmlns:a16="http://schemas.microsoft.com/office/drawing/2014/main" id="{50FAD011-31CB-4D1E-93D8-E40C6A94E689}"/>
              </a:ext>
            </a:extLst>
          </p:cNvPr>
          <p:cNvSpPr>
            <a:spLocks noGrp="1"/>
          </p:cNvSpPr>
          <p:nvPr/>
        </p:nvSpPr>
        <p:spPr>
          <a:xfrm>
            <a:off x="7204513" y="3207297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5" name="anim_o6760_2">
            <a:extLst>
              <a:ext uri="{FF2B5EF4-FFF2-40B4-BE49-F238E27FC236}">
                <a16:creationId xmlns:a16="http://schemas.microsoft.com/office/drawing/2014/main" id="{18DD11C8-21EA-4255-98C9-5F458CE7A29E}"/>
              </a:ext>
            </a:extLst>
          </p:cNvPr>
          <p:cNvSpPr>
            <a:spLocks noGrp="1"/>
          </p:cNvSpPr>
          <p:nvPr/>
        </p:nvSpPr>
        <p:spPr>
          <a:xfrm>
            <a:off x="5529427" y="3486478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6" name="anim_o6761_2">
            <a:extLst>
              <a:ext uri="{FF2B5EF4-FFF2-40B4-BE49-F238E27FC236}">
                <a16:creationId xmlns:a16="http://schemas.microsoft.com/office/drawing/2014/main" id="{08709691-A869-4ACA-811A-F2634BF1348C}"/>
              </a:ext>
            </a:extLst>
          </p:cNvPr>
          <p:cNvSpPr>
            <a:spLocks noGrp="1"/>
          </p:cNvSpPr>
          <p:nvPr/>
        </p:nvSpPr>
        <p:spPr>
          <a:xfrm>
            <a:off x="5808608" y="3486478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7" name="anim_o6762_2">
            <a:extLst>
              <a:ext uri="{FF2B5EF4-FFF2-40B4-BE49-F238E27FC236}">
                <a16:creationId xmlns:a16="http://schemas.microsoft.com/office/drawing/2014/main" id="{F8CF3AA1-4F95-4B20-8948-31829FC35D82}"/>
              </a:ext>
            </a:extLst>
          </p:cNvPr>
          <p:cNvSpPr>
            <a:spLocks noGrp="1"/>
          </p:cNvSpPr>
          <p:nvPr/>
        </p:nvSpPr>
        <p:spPr>
          <a:xfrm>
            <a:off x="6087789" y="3486478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8" name="anim_o6763_2">
            <a:extLst>
              <a:ext uri="{FF2B5EF4-FFF2-40B4-BE49-F238E27FC236}">
                <a16:creationId xmlns:a16="http://schemas.microsoft.com/office/drawing/2014/main" id="{520C3FBF-FFCC-48CF-9DFC-EAB62832B1B1}"/>
              </a:ext>
            </a:extLst>
          </p:cNvPr>
          <p:cNvSpPr>
            <a:spLocks noGrp="1"/>
          </p:cNvSpPr>
          <p:nvPr/>
        </p:nvSpPr>
        <p:spPr>
          <a:xfrm>
            <a:off x="6366970" y="3486478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9" name="anim_o6764_2">
            <a:extLst>
              <a:ext uri="{FF2B5EF4-FFF2-40B4-BE49-F238E27FC236}">
                <a16:creationId xmlns:a16="http://schemas.microsoft.com/office/drawing/2014/main" id="{335C05A8-8A1D-46B4-9A35-B6775C17731D}"/>
              </a:ext>
            </a:extLst>
          </p:cNvPr>
          <p:cNvSpPr>
            <a:spLocks noGrp="1"/>
          </p:cNvSpPr>
          <p:nvPr/>
        </p:nvSpPr>
        <p:spPr>
          <a:xfrm>
            <a:off x="6646151" y="3486478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0" name="anim_o6765_2">
            <a:extLst>
              <a:ext uri="{FF2B5EF4-FFF2-40B4-BE49-F238E27FC236}">
                <a16:creationId xmlns:a16="http://schemas.microsoft.com/office/drawing/2014/main" id="{9C1DFF56-CB0D-4F65-AD40-609F68E2B162}"/>
              </a:ext>
            </a:extLst>
          </p:cNvPr>
          <p:cNvSpPr>
            <a:spLocks noGrp="1"/>
          </p:cNvSpPr>
          <p:nvPr/>
        </p:nvSpPr>
        <p:spPr>
          <a:xfrm>
            <a:off x="6925332" y="3486478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1" name="anim_o6766_2">
            <a:extLst>
              <a:ext uri="{FF2B5EF4-FFF2-40B4-BE49-F238E27FC236}">
                <a16:creationId xmlns:a16="http://schemas.microsoft.com/office/drawing/2014/main" id="{3FC854A7-7A0C-4AC4-83D0-CA91BB77ADD3}"/>
              </a:ext>
            </a:extLst>
          </p:cNvPr>
          <p:cNvSpPr>
            <a:spLocks noGrp="1"/>
          </p:cNvSpPr>
          <p:nvPr/>
        </p:nvSpPr>
        <p:spPr>
          <a:xfrm>
            <a:off x="7204513" y="3486478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2" name="anim_o6767_2">
            <a:extLst>
              <a:ext uri="{FF2B5EF4-FFF2-40B4-BE49-F238E27FC236}">
                <a16:creationId xmlns:a16="http://schemas.microsoft.com/office/drawing/2014/main" id="{7D7F6F8C-4487-447E-80FC-1411D3378788}"/>
              </a:ext>
            </a:extLst>
          </p:cNvPr>
          <p:cNvSpPr>
            <a:spLocks noGrp="1"/>
          </p:cNvSpPr>
          <p:nvPr/>
        </p:nvSpPr>
        <p:spPr>
          <a:xfrm>
            <a:off x="5529427" y="3765659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3" name="anim_o6768_2">
            <a:extLst>
              <a:ext uri="{FF2B5EF4-FFF2-40B4-BE49-F238E27FC236}">
                <a16:creationId xmlns:a16="http://schemas.microsoft.com/office/drawing/2014/main" id="{D397170A-693B-4365-87C7-44ECBFF0F073}"/>
              </a:ext>
            </a:extLst>
          </p:cNvPr>
          <p:cNvSpPr>
            <a:spLocks noGrp="1"/>
          </p:cNvSpPr>
          <p:nvPr/>
        </p:nvSpPr>
        <p:spPr>
          <a:xfrm>
            <a:off x="5808608" y="3765659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4" name="anim_o6769_2">
            <a:extLst>
              <a:ext uri="{FF2B5EF4-FFF2-40B4-BE49-F238E27FC236}">
                <a16:creationId xmlns:a16="http://schemas.microsoft.com/office/drawing/2014/main" id="{C7797182-A74A-4F37-AA61-0924CED1E088}"/>
              </a:ext>
            </a:extLst>
          </p:cNvPr>
          <p:cNvSpPr>
            <a:spLocks noGrp="1"/>
          </p:cNvSpPr>
          <p:nvPr/>
        </p:nvSpPr>
        <p:spPr>
          <a:xfrm>
            <a:off x="6087789" y="3765659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5" name="anim_o6770_2">
            <a:extLst>
              <a:ext uri="{FF2B5EF4-FFF2-40B4-BE49-F238E27FC236}">
                <a16:creationId xmlns:a16="http://schemas.microsoft.com/office/drawing/2014/main" id="{A8014DFF-1283-4059-91E0-A84312231420}"/>
              </a:ext>
            </a:extLst>
          </p:cNvPr>
          <p:cNvSpPr>
            <a:spLocks noGrp="1"/>
          </p:cNvSpPr>
          <p:nvPr/>
        </p:nvSpPr>
        <p:spPr>
          <a:xfrm>
            <a:off x="6366970" y="3765659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6" name="anim_o6771_2">
            <a:extLst>
              <a:ext uri="{FF2B5EF4-FFF2-40B4-BE49-F238E27FC236}">
                <a16:creationId xmlns:a16="http://schemas.microsoft.com/office/drawing/2014/main" id="{6DE4384C-9FA1-4DCC-A7EC-1799C3D96497}"/>
              </a:ext>
            </a:extLst>
          </p:cNvPr>
          <p:cNvSpPr>
            <a:spLocks noGrp="1"/>
          </p:cNvSpPr>
          <p:nvPr/>
        </p:nvSpPr>
        <p:spPr>
          <a:xfrm>
            <a:off x="6646151" y="3765659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7" name="anim_o6772_2">
            <a:extLst>
              <a:ext uri="{FF2B5EF4-FFF2-40B4-BE49-F238E27FC236}">
                <a16:creationId xmlns:a16="http://schemas.microsoft.com/office/drawing/2014/main" id="{5894796D-85D4-49C4-B003-E5F1ACAE148B}"/>
              </a:ext>
            </a:extLst>
          </p:cNvPr>
          <p:cNvSpPr>
            <a:spLocks noGrp="1"/>
          </p:cNvSpPr>
          <p:nvPr/>
        </p:nvSpPr>
        <p:spPr>
          <a:xfrm>
            <a:off x="6925332" y="3765659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8" name="anim_o6773_2">
            <a:extLst>
              <a:ext uri="{FF2B5EF4-FFF2-40B4-BE49-F238E27FC236}">
                <a16:creationId xmlns:a16="http://schemas.microsoft.com/office/drawing/2014/main" id="{22DA9668-CB58-472D-8489-1EBD00CECB9B}"/>
              </a:ext>
            </a:extLst>
          </p:cNvPr>
          <p:cNvSpPr>
            <a:spLocks noGrp="1"/>
          </p:cNvSpPr>
          <p:nvPr/>
        </p:nvSpPr>
        <p:spPr>
          <a:xfrm>
            <a:off x="7204513" y="3765659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9" name="anim_o6774_2">
            <a:extLst>
              <a:ext uri="{FF2B5EF4-FFF2-40B4-BE49-F238E27FC236}">
                <a16:creationId xmlns:a16="http://schemas.microsoft.com/office/drawing/2014/main" id="{E7A0F3F3-0795-4BCE-9C41-61BD6587B790}"/>
              </a:ext>
            </a:extLst>
          </p:cNvPr>
          <p:cNvSpPr>
            <a:spLocks noGrp="1"/>
          </p:cNvSpPr>
          <p:nvPr/>
        </p:nvSpPr>
        <p:spPr>
          <a:xfrm>
            <a:off x="5529427" y="4044841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0" name="anim_o6775_2">
            <a:extLst>
              <a:ext uri="{FF2B5EF4-FFF2-40B4-BE49-F238E27FC236}">
                <a16:creationId xmlns:a16="http://schemas.microsoft.com/office/drawing/2014/main" id="{6DE19193-5BFC-4726-B532-26A3ED9EDAF8}"/>
              </a:ext>
            </a:extLst>
          </p:cNvPr>
          <p:cNvSpPr>
            <a:spLocks noGrp="1"/>
          </p:cNvSpPr>
          <p:nvPr/>
        </p:nvSpPr>
        <p:spPr>
          <a:xfrm>
            <a:off x="5808608" y="4044841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1" name="anim_o6776_2">
            <a:extLst>
              <a:ext uri="{FF2B5EF4-FFF2-40B4-BE49-F238E27FC236}">
                <a16:creationId xmlns:a16="http://schemas.microsoft.com/office/drawing/2014/main" id="{1F9708A0-866F-4D65-BCC2-D00658F33FE0}"/>
              </a:ext>
            </a:extLst>
          </p:cNvPr>
          <p:cNvSpPr>
            <a:spLocks noGrp="1"/>
          </p:cNvSpPr>
          <p:nvPr/>
        </p:nvSpPr>
        <p:spPr>
          <a:xfrm>
            <a:off x="6087789" y="4044841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2" name="anim_o6777_2">
            <a:extLst>
              <a:ext uri="{FF2B5EF4-FFF2-40B4-BE49-F238E27FC236}">
                <a16:creationId xmlns:a16="http://schemas.microsoft.com/office/drawing/2014/main" id="{1F66F600-5D9A-4257-B63F-97C9D906AB3E}"/>
              </a:ext>
            </a:extLst>
          </p:cNvPr>
          <p:cNvSpPr>
            <a:spLocks noGrp="1"/>
          </p:cNvSpPr>
          <p:nvPr/>
        </p:nvSpPr>
        <p:spPr>
          <a:xfrm>
            <a:off x="6366970" y="4044841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3" name="anim_o6778_2">
            <a:extLst>
              <a:ext uri="{FF2B5EF4-FFF2-40B4-BE49-F238E27FC236}">
                <a16:creationId xmlns:a16="http://schemas.microsoft.com/office/drawing/2014/main" id="{F33CF678-527A-4395-BA0E-812886290461}"/>
              </a:ext>
            </a:extLst>
          </p:cNvPr>
          <p:cNvSpPr>
            <a:spLocks noGrp="1"/>
          </p:cNvSpPr>
          <p:nvPr/>
        </p:nvSpPr>
        <p:spPr>
          <a:xfrm>
            <a:off x="6646151" y="4044841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4" name="anim_o6779_2">
            <a:extLst>
              <a:ext uri="{FF2B5EF4-FFF2-40B4-BE49-F238E27FC236}">
                <a16:creationId xmlns:a16="http://schemas.microsoft.com/office/drawing/2014/main" id="{2B833A82-76F7-4C0C-B807-DE130F0AD249}"/>
              </a:ext>
            </a:extLst>
          </p:cNvPr>
          <p:cNvSpPr>
            <a:spLocks noGrp="1"/>
          </p:cNvSpPr>
          <p:nvPr/>
        </p:nvSpPr>
        <p:spPr>
          <a:xfrm>
            <a:off x="6925332" y="4044841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5" name="anim_o6780_2">
            <a:extLst>
              <a:ext uri="{FF2B5EF4-FFF2-40B4-BE49-F238E27FC236}">
                <a16:creationId xmlns:a16="http://schemas.microsoft.com/office/drawing/2014/main" id="{7BACCAFB-8196-48E4-8908-188D64025508}"/>
              </a:ext>
            </a:extLst>
          </p:cNvPr>
          <p:cNvSpPr>
            <a:spLocks noGrp="1"/>
          </p:cNvSpPr>
          <p:nvPr/>
        </p:nvSpPr>
        <p:spPr>
          <a:xfrm>
            <a:off x="7204513" y="4044841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6" name="anim_o6781_2">
            <a:extLst>
              <a:ext uri="{FF2B5EF4-FFF2-40B4-BE49-F238E27FC236}">
                <a16:creationId xmlns:a16="http://schemas.microsoft.com/office/drawing/2014/main" id="{94146F00-30C8-4A37-B7FA-ED28A0A8372B}"/>
              </a:ext>
            </a:extLst>
          </p:cNvPr>
          <p:cNvSpPr>
            <a:spLocks noGrp="1"/>
          </p:cNvSpPr>
          <p:nvPr/>
        </p:nvSpPr>
        <p:spPr>
          <a:xfrm>
            <a:off x="5529427" y="4324022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7" name="anim_o6782_2">
            <a:extLst>
              <a:ext uri="{FF2B5EF4-FFF2-40B4-BE49-F238E27FC236}">
                <a16:creationId xmlns:a16="http://schemas.microsoft.com/office/drawing/2014/main" id="{F137A9DC-190A-46FC-BF35-EC53713950E8}"/>
              </a:ext>
            </a:extLst>
          </p:cNvPr>
          <p:cNvSpPr>
            <a:spLocks noGrp="1"/>
          </p:cNvSpPr>
          <p:nvPr/>
        </p:nvSpPr>
        <p:spPr>
          <a:xfrm>
            <a:off x="5808608" y="4324022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8" name="anim_o6783_2">
            <a:extLst>
              <a:ext uri="{FF2B5EF4-FFF2-40B4-BE49-F238E27FC236}">
                <a16:creationId xmlns:a16="http://schemas.microsoft.com/office/drawing/2014/main" id="{F1728674-CA99-4A39-9F86-CCD1000AABAB}"/>
              </a:ext>
            </a:extLst>
          </p:cNvPr>
          <p:cNvSpPr>
            <a:spLocks noGrp="1"/>
          </p:cNvSpPr>
          <p:nvPr/>
        </p:nvSpPr>
        <p:spPr>
          <a:xfrm>
            <a:off x="6087789" y="4324022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9" name="anim_o6784_2">
            <a:extLst>
              <a:ext uri="{FF2B5EF4-FFF2-40B4-BE49-F238E27FC236}">
                <a16:creationId xmlns:a16="http://schemas.microsoft.com/office/drawing/2014/main" id="{CC41CEF2-8328-4EC3-AE93-52A9054CF898}"/>
              </a:ext>
            </a:extLst>
          </p:cNvPr>
          <p:cNvSpPr>
            <a:spLocks noGrp="1"/>
          </p:cNvSpPr>
          <p:nvPr/>
        </p:nvSpPr>
        <p:spPr>
          <a:xfrm>
            <a:off x="6366970" y="4324022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0" name="anim_o6785_2">
            <a:extLst>
              <a:ext uri="{FF2B5EF4-FFF2-40B4-BE49-F238E27FC236}">
                <a16:creationId xmlns:a16="http://schemas.microsoft.com/office/drawing/2014/main" id="{7214524E-FDDE-4E9C-9197-1DC718A09995}"/>
              </a:ext>
            </a:extLst>
          </p:cNvPr>
          <p:cNvSpPr>
            <a:spLocks noGrp="1"/>
          </p:cNvSpPr>
          <p:nvPr/>
        </p:nvSpPr>
        <p:spPr>
          <a:xfrm>
            <a:off x="6646151" y="4324022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1" name="anim_o6786_2">
            <a:extLst>
              <a:ext uri="{FF2B5EF4-FFF2-40B4-BE49-F238E27FC236}">
                <a16:creationId xmlns:a16="http://schemas.microsoft.com/office/drawing/2014/main" id="{A5980C78-28F2-4777-A8CF-8694187E77FB}"/>
              </a:ext>
            </a:extLst>
          </p:cNvPr>
          <p:cNvSpPr>
            <a:spLocks noGrp="1"/>
          </p:cNvSpPr>
          <p:nvPr/>
        </p:nvSpPr>
        <p:spPr>
          <a:xfrm>
            <a:off x="6925332" y="4324022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2" name="anim_o6787_2">
            <a:extLst>
              <a:ext uri="{FF2B5EF4-FFF2-40B4-BE49-F238E27FC236}">
                <a16:creationId xmlns:a16="http://schemas.microsoft.com/office/drawing/2014/main" id="{8D9A8D00-F591-4244-8925-42DFA7C47EC3}"/>
              </a:ext>
            </a:extLst>
          </p:cNvPr>
          <p:cNvSpPr>
            <a:spLocks noGrp="1"/>
          </p:cNvSpPr>
          <p:nvPr/>
        </p:nvSpPr>
        <p:spPr>
          <a:xfrm>
            <a:off x="7204513" y="4324022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3" name="anim_o6788_2">
            <a:extLst>
              <a:ext uri="{FF2B5EF4-FFF2-40B4-BE49-F238E27FC236}">
                <a16:creationId xmlns:a16="http://schemas.microsoft.com/office/drawing/2014/main" id="{AFE42595-3693-42DA-84A0-9716C32EC533}"/>
              </a:ext>
            </a:extLst>
          </p:cNvPr>
          <p:cNvSpPr>
            <a:spLocks noGrp="1"/>
          </p:cNvSpPr>
          <p:nvPr/>
        </p:nvSpPr>
        <p:spPr>
          <a:xfrm>
            <a:off x="5529427" y="4603203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4" name="anim_o6789_2">
            <a:extLst>
              <a:ext uri="{FF2B5EF4-FFF2-40B4-BE49-F238E27FC236}">
                <a16:creationId xmlns:a16="http://schemas.microsoft.com/office/drawing/2014/main" id="{F2D135EF-A0B9-46A2-B700-15E6643DC1D4}"/>
              </a:ext>
            </a:extLst>
          </p:cNvPr>
          <p:cNvSpPr>
            <a:spLocks noGrp="1"/>
          </p:cNvSpPr>
          <p:nvPr/>
        </p:nvSpPr>
        <p:spPr>
          <a:xfrm>
            <a:off x="5808608" y="4603203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5" name="anim_o6790_2">
            <a:extLst>
              <a:ext uri="{FF2B5EF4-FFF2-40B4-BE49-F238E27FC236}">
                <a16:creationId xmlns:a16="http://schemas.microsoft.com/office/drawing/2014/main" id="{F2B9253F-6EE3-4054-B96C-769FDAEA1091}"/>
              </a:ext>
            </a:extLst>
          </p:cNvPr>
          <p:cNvSpPr>
            <a:spLocks noGrp="1"/>
          </p:cNvSpPr>
          <p:nvPr/>
        </p:nvSpPr>
        <p:spPr>
          <a:xfrm>
            <a:off x="6087789" y="4603203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6" name="anim_o6791_2">
            <a:extLst>
              <a:ext uri="{FF2B5EF4-FFF2-40B4-BE49-F238E27FC236}">
                <a16:creationId xmlns:a16="http://schemas.microsoft.com/office/drawing/2014/main" id="{5E6F4668-77C2-4E81-BF0E-AE3089D7C170}"/>
              </a:ext>
            </a:extLst>
          </p:cNvPr>
          <p:cNvSpPr>
            <a:spLocks noGrp="1"/>
          </p:cNvSpPr>
          <p:nvPr/>
        </p:nvSpPr>
        <p:spPr>
          <a:xfrm>
            <a:off x="6366970" y="4603203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7" name="anim_o6792_2">
            <a:extLst>
              <a:ext uri="{FF2B5EF4-FFF2-40B4-BE49-F238E27FC236}">
                <a16:creationId xmlns:a16="http://schemas.microsoft.com/office/drawing/2014/main" id="{F2CF902E-9521-40A8-B593-8F24BCACE239}"/>
              </a:ext>
            </a:extLst>
          </p:cNvPr>
          <p:cNvSpPr>
            <a:spLocks noGrp="1"/>
          </p:cNvSpPr>
          <p:nvPr/>
        </p:nvSpPr>
        <p:spPr>
          <a:xfrm>
            <a:off x="6646151" y="4603203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8" name="anim_o6793_2">
            <a:extLst>
              <a:ext uri="{FF2B5EF4-FFF2-40B4-BE49-F238E27FC236}">
                <a16:creationId xmlns:a16="http://schemas.microsoft.com/office/drawing/2014/main" id="{54388107-18C5-4367-BE4F-12C0B400881D}"/>
              </a:ext>
            </a:extLst>
          </p:cNvPr>
          <p:cNvSpPr>
            <a:spLocks noGrp="1"/>
          </p:cNvSpPr>
          <p:nvPr/>
        </p:nvSpPr>
        <p:spPr>
          <a:xfrm>
            <a:off x="6925332" y="4603203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9" name="anim_o6794_2">
            <a:extLst>
              <a:ext uri="{FF2B5EF4-FFF2-40B4-BE49-F238E27FC236}">
                <a16:creationId xmlns:a16="http://schemas.microsoft.com/office/drawing/2014/main" id="{B195241A-0DA5-4607-8DC1-45BC7FF806F6}"/>
              </a:ext>
            </a:extLst>
          </p:cNvPr>
          <p:cNvSpPr>
            <a:spLocks noGrp="1"/>
          </p:cNvSpPr>
          <p:nvPr/>
        </p:nvSpPr>
        <p:spPr>
          <a:xfrm>
            <a:off x="7204513" y="4603203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0" name="anim_o6795_2">
            <a:extLst>
              <a:ext uri="{FF2B5EF4-FFF2-40B4-BE49-F238E27FC236}">
                <a16:creationId xmlns:a16="http://schemas.microsoft.com/office/drawing/2014/main" id="{6EB3633A-F572-46EA-A87C-354F0AC5E5C2}"/>
              </a:ext>
            </a:extLst>
          </p:cNvPr>
          <p:cNvSpPr>
            <a:spLocks noGrp="1"/>
          </p:cNvSpPr>
          <p:nvPr/>
        </p:nvSpPr>
        <p:spPr>
          <a:xfrm>
            <a:off x="5529427" y="4882384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1" name="anim_o6796_2">
            <a:extLst>
              <a:ext uri="{FF2B5EF4-FFF2-40B4-BE49-F238E27FC236}">
                <a16:creationId xmlns:a16="http://schemas.microsoft.com/office/drawing/2014/main" id="{CFC9C4E4-1374-4034-9B65-7A41A7D9A1F3}"/>
              </a:ext>
            </a:extLst>
          </p:cNvPr>
          <p:cNvSpPr>
            <a:spLocks noGrp="1"/>
          </p:cNvSpPr>
          <p:nvPr/>
        </p:nvSpPr>
        <p:spPr>
          <a:xfrm>
            <a:off x="5808608" y="4882384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2" name="anim_o6797_2">
            <a:extLst>
              <a:ext uri="{FF2B5EF4-FFF2-40B4-BE49-F238E27FC236}">
                <a16:creationId xmlns:a16="http://schemas.microsoft.com/office/drawing/2014/main" id="{B12BEB2F-7E6A-4B8E-B88A-6AC14674BB66}"/>
              </a:ext>
            </a:extLst>
          </p:cNvPr>
          <p:cNvSpPr>
            <a:spLocks noGrp="1"/>
          </p:cNvSpPr>
          <p:nvPr/>
        </p:nvSpPr>
        <p:spPr>
          <a:xfrm>
            <a:off x="6087789" y="4882384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3" name="anim_o6798_2">
            <a:extLst>
              <a:ext uri="{FF2B5EF4-FFF2-40B4-BE49-F238E27FC236}">
                <a16:creationId xmlns:a16="http://schemas.microsoft.com/office/drawing/2014/main" id="{43DBBCA1-23EB-417D-9C97-44A5436186CB}"/>
              </a:ext>
            </a:extLst>
          </p:cNvPr>
          <p:cNvSpPr>
            <a:spLocks noGrp="1"/>
          </p:cNvSpPr>
          <p:nvPr/>
        </p:nvSpPr>
        <p:spPr>
          <a:xfrm>
            <a:off x="6366970" y="4882384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4" name="anim_o6799_2">
            <a:extLst>
              <a:ext uri="{FF2B5EF4-FFF2-40B4-BE49-F238E27FC236}">
                <a16:creationId xmlns:a16="http://schemas.microsoft.com/office/drawing/2014/main" id="{33FF944F-2BEE-4CD6-BFB2-1BA302D26D19}"/>
              </a:ext>
            </a:extLst>
          </p:cNvPr>
          <p:cNvSpPr>
            <a:spLocks noGrp="1"/>
          </p:cNvSpPr>
          <p:nvPr/>
        </p:nvSpPr>
        <p:spPr>
          <a:xfrm>
            <a:off x="6646151" y="4882384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5" name="anim_o6800_2">
            <a:extLst>
              <a:ext uri="{FF2B5EF4-FFF2-40B4-BE49-F238E27FC236}">
                <a16:creationId xmlns:a16="http://schemas.microsoft.com/office/drawing/2014/main" id="{7B0BE7CD-3D7A-4797-A038-004CB161120B}"/>
              </a:ext>
            </a:extLst>
          </p:cNvPr>
          <p:cNvSpPr>
            <a:spLocks noGrp="1"/>
          </p:cNvSpPr>
          <p:nvPr/>
        </p:nvSpPr>
        <p:spPr>
          <a:xfrm>
            <a:off x="6925332" y="4882384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6" name="anim_o6801_2">
            <a:extLst>
              <a:ext uri="{FF2B5EF4-FFF2-40B4-BE49-F238E27FC236}">
                <a16:creationId xmlns:a16="http://schemas.microsoft.com/office/drawing/2014/main" id="{36096578-CAED-4A0D-B394-60C370B69589}"/>
              </a:ext>
            </a:extLst>
          </p:cNvPr>
          <p:cNvSpPr>
            <a:spLocks noGrp="1"/>
          </p:cNvSpPr>
          <p:nvPr/>
        </p:nvSpPr>
        <p:spPr>
          <a:xfrm>
            <a:off x="7204513" y="4882384"/>
            <a:ext cx="279181" cy="279181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7" name="anim_o6865_2">
            <a:extLst>
              <a:ext uri="{FF2B5EF4-FFF2-40B4-BE49-F238E27FC236}">
                <a16:creationId xmlns:a16="http://schemas.microsoft.com/office/drawing/2014/main" id="{874EF8EB-C803-416C-A9D8-ED2FA91D3851}"/>
              </a:ext>
            </a:extLst>
          </p:cNvPr>
          <p:cNvSpPr>
            <a:spLocks noGrp="1"/>
          </p:cNvSpPr>
          <p:nvPr/>
        </p:nvSpPr>
        <p:spPr>
          <a:xfrm>
            <a:off x="7647918" y="4098706"/>
            <a:ext cx="2102069" cy="171450"/>
          </a:xfrm>
          <a:custGeom>
            <a:avLst/>
            <a:gdLst/>
            <a:ahLst/>
            <a:cxnLst/>
            <a:rect l="0" t="0" r="0" b="0"/>
            <a:pathLst>
              <a:path w="2102069" h="171450">
                <a:moveTo>
                  <a:pt x="0" y="104775"/>
                </a:moveTo>
                <a:lnTo>
                  <a:pt x="1930619" y="104775"/>
                </a:lnTo>
                <a:lnTo>
                  <a:pt x="1930619" y="171450"/>
                </a:lnTo>
                <a:lnTo>
                  <a:pt x="2102069" y="85725"/>
                </a:lnTo>
                <a:lnTo>
                  <a:pt x="1930619" y="0"/>
                </a:lnTo>
                <a:lnTo>
                  <a:pt x="1930619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1270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68" name="anim_o6821_2">
            <a:extLst>
              <a:ext uri="{FF2B5EF4-FFF2-40B4-BE49-F238E27FC236}">
                <a16:creationId xmlns:a16="http://schemas.microsoft.com/office/drawing/2014/main" id="{8078F4E8-9ED6-4AFC-B7F7-6D7500307867}"/>
              </a:ext>
            </a:extLst>
          </p:cNvPr>
          <p:cNvSpPr>
            <a:spLocks noGrp="1"/>
          </p:cNvSpPr>
          <p:nvPr/>
        </p:nvSpPr>
        <p:spPr>
          <a:xfrm>
            <a:off x="9914211" y="3486478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9" name="anim_o6822_2">
            <a:extLst>
              <a:ext uri="{FF2B5EF4-FFF2-40B4-BE49-F238E27FC236}">
                <a16:creationId xmlns:a16="http://schemas.microsoft.com/office/drawing/2014/main" id="{2DC453BD-3F23-4F49-8CE7-92B30F1DEF73}"/>
              </a:ext>
            </a:extLst>
          </p:cNvPr>
          <p:cNvSpPr>
            <a:spLocks noGrp="1"/>
          </p:cNvSpPr>
          <p:nvPr/>
        </p:nvSpPr>
        <p:spPr>
          <a:xfrm>
            <a:off x="10193392" y="3486478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0" name="anim_o6823_2">
            <a:extLst>
              <a:ext uri="{FF2B5EF4-FFF2-40B4-BE49-F238E27FC236}">
                <a16:creationId xmlns:a16="http://schemas.microsoft.com/office/drawing/2014/main" id="{D026C4E6-B107-40A0-B05B-4FEEBCFDE61A}"/>
              </a:ext>
            </a:extLst>
          </p:cNvPr>
          <p:cNvSpPr>
            <a:spLocks noGrp="1"/>
          </p:cNvSpPr>
          <p:nvPr/>
        </p:nvSpPr>
        <p:spPr>
          <a:xfrm>
            <a:off x="10472573" y="3486478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1" name="anim_o6824_2">
            <a:extLst>
              <a:ext uri="{FF2B5EF4-FFF2-40B4-BE49-F238E27FC236}">
                <a16:creationId xmlns:a16="http://schemas.microsoft.com/office/drawing/2014/main" id="{579C9A39-45CF-4E45-A02C-84972510FCE1}"/>
              </a:ext>
            </a:extLst>
          </p:cNvPr>
          <p:cNvSpPr>
            <a:spLocks noGrp="1"/>
          </p:cNvSpPr>
          <p:nvPr/>
        </p:nvSpPr>
        <p:spPr>
          <a:xfrm>
            <a:off x="10751754" y="3486478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2" name="anim_o6825_2">
            <a:extLst>
              <a:ext uri="{FF2B5EF4-FFF2-40B4-BE49-F238E27FC236}">
                <a16:creationId xmlns:a16="http://schemas.microsoft.com/office/drawing/2014/main" id="{824CE398-BF5C-4D38-A54B-C68568DE512B}"/>
              </a:ext>
            </a:extLst>
          </p:cNvPr>
          <p:cNvSpPr>
            <a:spLocks noGrp="1"/>
          </p:cNvSpPr>
          <p:nvPr/>
        </p:nvSpPr>
        <p:spPr>
          <a:xfrm>
            <a:off x="11030935" y="3486478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3" name="anim_o6826_2">
            <a:extLst>
              <a:ext uri="{FF2B5EF4-FFF2-40B4-BE49-F238E27FC236}">
                <a16:creationId xmlns:a16="http://schemas.microsoft.com/office/drawing/2014/main" id="{FC54125A-FBE7-4BBB-A982-F399EC648ECB}"/>
              </a:ext>
            </a:extLst>
          </p:cNvPr>
          <p:cNvSpPr>
            <a:spLocks noGrp="1"/>
          </p:cNvSpPr>
          <p:nvPr/>
        </p:nvSpPr>
        <p:spPr>
          <a:xfrm>
            <a:off x="9914211" y="3765659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4" name="anim_o6827_2">
            <a:extLst>
              <a:ext uri="{FF2B5EF4-FFF2-40B4-BE49-F238E27FC236}">
                <a16:creationId xmlns:a16="http://schemas.microsoft.com/office/drawing/2014/main" id="{7C6911E1-C448-4D66-8FD9-002162D8AF9A}"/>
              </a:ext>
            </a:extLst>
          </p:cNvPr>
          <p:cNvSpPr>
            <a:spLocks noGrp="1"/>
          </p:cNvSpPr>
          <p:nvPr/>
        </p:nvSpPr>
        <p:spPr>
          <a:xfrm>
            <a:off x="10193392" y="3765659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5" name="anim_o6828_2">
            <a:extLst>
              <a:ext uri="{FF2B5EF4-FFF2-40B4-BE49-F238E27FC236}">
                <a16:creationId xmlns:a16="http://schemas.microsoft.com/office/drawing/2014/main" id="{9DF4D18A-82D3-47E8-838D-D338569C6AA5}"/>
              </a:ext>
            </a:extLst>
          </p:cNvPr>
          <p:cNvSpPr>
            <a:spLocks noGrp="1"/>
          </p:cNvSpPr>
          <p:nvPr/>
        </p:nvSpPr>
        <p:spPr>
          <a:xfrm>
            <a:off x="10472573" y="3765659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6" name="anim_o6829_2">
            <a:extLst>
              <a:ext uri="{FF2B5EF4-FFF2-40B4-BE49-F238E27FC236}">
                <a16:creationId xmlns:a16="http://schemas.microsoft.com/office/drawing/2014/main" id="{5D903279-B97B-403B-BBCD-7461F5E790CB}"/>
              </a:ext>
            </a:extLst>
          </p:cNvPr>
          <p:cNvSpPr>
            <a:spLocks noGrp="1"/>
          </p:cNvSpPr>
          <p:nvPr/>
        </p:nvSpPr>
        <p:spPr>
          <a:xfrm>
            <a:off x="10751754" y="3765659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7" name="anim_o6830_2">
            <a:extLst>
              <a:ext uri="{FF2B5EF4-FFF2-40B4-BE49-F238E27FC236}">
                <a16:creationId xmlns:a16="http://schemas.microsoft.com/office/drawing/2014/main" id="{07B74414-8037-4101-A163-B6215AD6D3BA}"/>
              </a:ext>
            </a:extLst>
          </p:cNvPr>
          <p:cNvSpPr>
            <a:spLocks noGrp="1"/>
          </p:cNvSpPr>
          <p:nvPr/>
        </p:nvSpPr>
        <p:spPr>
          <a:xfrm>
            <a:off x="11030935" y="3765659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8" name="anim_o6831_2">
            <a:extLst>
              <a:ext uri="{FF2B5EF4-FFF2-40B4-BE49-F238E27FC236}">
                <a16:creationId xmlns:a16="http://schemas.microsoft.com/office/drawing/2014/main" id="{9CCB422E-0E45-41FD-890E-0B6B11CA23D0}"/>
              </a:ext>
            </a:extLst>
          </p:cNvPr>
          <p:cNvSpPr>
            <a:spLocks noGrp="1"/>
          </p:cNvSpPr>
          <p:nvPr/>
        </p:nvSpPr>
        <p:spPr>
          <a:xfrm>
            <a:off x="9914211" y="4044841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9" name="anim_o6832_2">
            <a:extLst>
              <a:ext uri="{FF2B5EF4-FFF2-40B4-BE49-F238E27FC236}">
                <a16:creationId xmlns:a16="http://schemas.microsoft.com/office/drawing/2014/main" id="{56DF0599-2C04-4031-AABB-82B570F06E7A}"/>
              </a:ext>
            </a:extLst>
          </p:cNvPr>
          <p:cNvSpPr>
            <a:spLocks noGrp="1"/>
          </p:cNvSpPr>
          <p:nvPr/>
        </p:nvSpPr>
        <p:spPr>
          <a:xfrm>
            <a:off x="10193392" y="4044841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0" name="anim_o6833_2">
            <a:extLst>
              <a:ext uri="{FF2B5EF4-FFF2-40B4-BE49-F238E27FC236}">
                <a16:creationId xmlns:a16="http://schemas.microsoft.com/office/drawing/2014/main" id="{C8504329-184B-42B3-BAD8-350C7205AC36}"/>
              </a:ext>
            </a:extLst>
          </p:cNvPr>
          <p:cNvSpPr>
            <a:spLocks noGrp="1"/>
          </p:cNvSpPr>
          <p:nvPr/>
        </p:nvSpPr>
        <p:spPr>
          <a:xfrm>
            <a:off x="10472573" y="4044841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1" name="anim_o6834_2">
            <a:extLst>
              <a:ext uri="{FF2B5EF4-FFF2-40B4-BE49-F238E27FC236}">
                <a16:creationId xmlns:a16="http://schemas.microsoft.com/office/drawing/2014/main" id="{57AF94B7-2268-478A-ADAD-E242CDA89B6E}"/>
              </a:ext>
            </a:extLst>
          </p:cNvPr>
          <p:cNvSpPr>
            <a:spLocks noGrp="1"/>
          </p:cNvSpPr>
          <p:nvPr/>
        </p:nvSpPr>
        <p:spPr>
          <a:xfrm>
            <a:off x="10751754" y="4044841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2" name="anim_o6835_2">
            <a:extLst>
              <a:ext uri="{FF2B5EF4-FFF2-40B4-BE49-F238E27FC236}">
                <a16:creationId xmlns:a16="http://schemas.microsoft.com/office/drawing/2014/main" id="{A60B5D56-32A0-49C7-9882-E0311956BF31}"/>
              </a:ext>
            </a:extLst>
          </p:cNvPr>
          <p:cNvSpPr>
            <a:spLocks noGrp="1"/>
          </p:cNvSpPr>
          <p:nvPr/>
        </p:nvSpPr>
        <p:spPr>
          <a:xfrm>
            <a:off x="11030935" y="4044841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3" name="anim_o6836_2">
            <a:extLst>
              <a:ext uri="{FF2B5EF4-FFF2-40B4-BE49-F238E27FC236}">
                <a16:creationId xmlns:a16="http://schemas.microsoft.com/office/drawing/2014/main" id="{388E6438-8F58-461D-AD60-B58230A77BD8}"/>
              </a:ext>
            </a:extLst>
          </p:cNvPr>
          <p:cNvSpPr>
            <a:spLocks noGrp="1"/>
          </p:cNvSpPr>
          <p:nvPr/>
        </p:nvSpPr>
        <p:spPr>
          <a:xfrm>
            <a:off x="9914211" y="4324022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4" name="anim_o6837_2">
            <a:extLst>
              <a:ext uri="{FF2B5EF4-FFF2-40B4-BE49-F238E27FC236}">
                <a16:creationId xmlns:a16="http://schemas.microsoft.com/office/drawing/2014/main" id="{A698D827-BE0D-4D38-8E38-3D7EF17DCCB7}"/>
              </a:ext>
            </a:extLst>
          </p:cNvPr>
          <p:cNvSpPr>
            <a:spLocks noGrp="1"/>
          </p:cNvSpPr>
          <p:nvPr/>
        </p:nvSpPr>
        <p:spPr>
          <a:xfrm>
            <a:off x="10193392" y="4324022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5" name="anim_o6838_2">
            <a:extLst>
              <a:ext uri="{FF2B5EF4-FFF2-40B4-BE49-F238E27FC236}">
                <a16:creationId xmlns:a16="http://schemas.microsoft.com/office/drawing/2014/main" id="{D6D171B7-3721-47FD-8542-A2E4D72DF720}"/>
              </a:ext>
            </a:extLst>
          </p:cNvPr>
          <p:cNvSpPr>
            <a:spLocks noGrp="1"/>
          </p:cNvSpPr>
          <p:nvPr/>
        </p:nvSpPr>
        <p:spPr>
          <a:xfrm>
            <a:off x="10472573" y="4324022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6" name="anim_o6839_2">
            <a:extLst>
              <a:ext uri="{FF2B5EF4-FFF2-40B4-BE49-F238E27FC236}">
                <a16:creationId xmlns:a16="http://schemas.microsoft.com/office/drawing/2014/main" id="{20DC03C7-8A9C-453D-B996-73C85082F0E3}"/>
              </a:ext>
            </a:extLst>
          </p:cNvPr>
          <p:cNvSpPr>
            <a:spLocks noGrp="1"/>
          </p:cNvSpPr>
          <p:nvPr/>
        </p:nvSpPr>
        <p:spPr>
          <a:xfrm>
            <a:off x="10751754" y="4324022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7" name="anim_o6840_2">
            <a:extLst>
              <a:ext uri="{FF2B5EF4-FFF2-40B4-BE49-F238E27FC236}">
                <a16:creationId xmlns:a16="http://schemas.microsoft.com/office/drawing/2014/main" id="{3FF44C6E-0E89-4C71-AEE3-0B7932130D3B}"/>
              </a:ext>
            </a:extLst>
          </p:cNvPr>
          <p:cNvSpPr>
            <a:spLocks noGrp="1"/>
          </p:cNvSpPr>
          <p:nvPr/>
        </p:nvSpPr>
        <p:spPr>
          <a:xfrm>
            <a:off x="11030935" y="4324022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8" name="anim_o6841_2">
            <a:extLst>
              <a:ext uri="{FF2B5EF4-FFF2-40B4-BE49-F238E27FC236}">
                <a16:creationId xmlns:a16="http://schemas.microsoft.com/office/drawing/2014/main" id="{1E6F9A35-B6AE-40D9-8592-4E57F662986A}"/>
              </a:ext>
            </a:extLst>
          </p:cNvPr>
          <p:cNvSpPr>
            <a:spLocks noGrp="1"/>
          </p:cNvSpPr>
          <p:nvPr/>
        </p:nvSpPr>
        <p:spPr>
          <a:xfrm>
            <a:off x="9914211" y="4603203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9" name="anim_o6842_2">
            <a:extLst>
              <a:ext uri="{FF2B5EF4-FFF2-40B4-BE49-F238E27FC236}">
                <a16:creationId xmlns:a16="http://schemas.microsoft.com/office/drawing/2014/main" id="{3727AA71-CAB0-4A02-9E2B-EE78A8E50239}"/>
              </a:ext>
            </a:extLst>
          </p:cNvPr>
          <p:cNvSpPr>
            <a:spLocks noGrp="1"/>
          </p:cNvSpPr>
          <p:nvPr/>
        </p:nvSpPr>
        <p:spPr>
          <a:xfrm>
            <a:off x="10193392" y="4603203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0" name="anim_o6843_2">
            <a:extLst>
              <a:ext uri="{FF2B5EF4-FFF2-40B4-BE49-F238E27FC236}">
                <a16:creationId xmlns:a16="http://schemas.microsoft.com/office/drawing/2014/main" id="{DC712266-81F8-4A50-8FAF-9AF7BCCD5170}"/>
              </a:ext>
            </a:extLst>
          </p:cNvPr>
          <p:cNvSpPr>
            <a:spLocks noGrp="1"/>
          </p:cNvSpPr>
          <p:nvPr/>
        </p:nvSpPr>
        <p:spPr>
          <a:xfrm>
            <a:off x="10472573" y="4603203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1" name="anim_o6844_2">
            <a:extLst>
              <a:ext uri="{FF2B5EF4-FFF2-40B4-BE49-F238E27FC236}">
                <a16:creationId xmlns:a16="http://schemas.microsoft.com/office/drawing/2014/main" id="{07681450-877F-4FE3-AE87-1257011D83C6}"/>
              </a:ext>
            </a:extLst>
          </p:cNvPr>
          <p:cNvSpPr>
            <a:spLocks noGrp="1"/>
          </p:cNvSpPr>
          <p:nvPr/>
        </p:nvSpPr>
        <p:spPr>
          <a:xfrm>
            <a:off x="10751754" y="4603203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2" name="anim_o6845_2">
            <a:extLst>
              <a:ext uri="{FF2B5EF4-FFF2-40B4-BE49-F238E27FC236}">
                <a16:creationId xmlns:a16="http://schemas.microsoft.com/office/drawing/2014/main" id="{CF8FB6A2-3A36-493C-86EE-55FCF4472D99}"/>
              </a:ext>
            </a:extLst>
          </p:cNvPr>
          <p:cNvSpPr>
            <a:spLocks noGrp="1"/>
          </p:cNvSpPr>
          <p:nvPr/>
        </p:nvSpPr>
        <p:spPr>
          <a:xfrm>
            <a:off x="11030935" y="4603203"/>
            <a:ext cx="279181" cy="27918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3" name="anim_o6874_2">
            <a:extLst>
              <a:ext uri="{FF2B5EF4-FFF2-40B4-BE49-F238E27FC236}">
                <a16:creationId xmlns:a16="http://schemas.microsoft.com/office/drawing/2014/main" id="{75CCD6D7-C1A4-4A68-B17C-395212BBC3D2}"/>
              </a:ext>
            </a:extLst>
          </p:cNvPr>
          <p:cNvSpPr>
            <a:spLocks noGrp="1"/>
          </p:cNvSpPr>
          <p:nvPr/>
        </p:nvSpPr>
        <p:spPr>
          <a:xfrm>
            <a:off x="10472573" y="4044841"/>
            <a:ext cx="279181" cy="279181"/>
          </a:xfrm>
          <a:prstGeom prst="rect">
            <a:avLst/>
          </a:prstGeom>
          <a:solidFill>
            <a:srgbClr val="FFD700">
              <a:alpha val="90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4" name="anim_o6885_2">
            <a:extLst>
              <a:ext uri="{FF2B5EF4-FFF2-40B4-BE49-F238E27FC236}">
                <a16:creationId xmlns:a16="http://schemas.microsoft.com/office/drawing/2014/main" id="{F74997FA-5192-4915-9687-D5547D568A51}"/>
              </a:ext>
            </a:extLst>
          </p:cNvPr>
          <p:cNvSpPr>
            <a:spLocks noGrp="1"/>
          </p:cNvSpPr>
          <p:nvPr/>
        </p:nvSpPr>
        <p:spPr>
          <a:xfrm>
            <a:off x="6075472" y="3753343"/>
            <a:ext cx="862177" cy="862177"/>
          </a:xfrm>
          <a:prstGeom prst="rect">
            <a:avLst/>
          </a:prstGeom>
          <a:noFill/>
          <a:ln w="12700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5" name="anim_o6912_2">
            <a:extLst>
              <a:ext uri="{FF2B5EF4-FFF2-40B4-BE49-F238E27FC236}">
                <a16:creationId xmlns:a16="http://schemas.microsoft.com/office/drawing/2014/main" id="{65AB731F-E91E-407D-96AF-95AC4A9C3A64}"/>
              </a:ext>
            </a:extLst>
          </p:cNvPr>
          <p:cNvSpPr>
            <a:spLocks noGrp="1"/>
          </p:cNvSpPr>
          <p:nvPr/>
        </p:nvSpPr>
        <p:spPr>
          <a:xfrm>
            <a:off x="1608575" y="3474162"/>
            <a:ext cx="1420539" cy="1420539"/>
          </a:xfrm>
          <a:prstGeom prst="rect">
            <a:avLst/>
          </a:prstGeom>
          <a:noFill/>
          <a:ln w="12700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6" name="anim_o7058_2">
            <a:extLst>
              <a:ext uri="{FF2B5EF4-FFF2-40B4-BE49-F238E27FC236}">
                <a16:creationId xmlns:a16="http://schemas.microsoft.com/office/drawing/2014/main" id="{42F33AFF-C92F-4803-A109-557E6E8A09BD}"/>
              </a:ext>
            </a:extLst>
          </p:cNvPr>
          <p:cNvSpPr>
            <a:spLocks noGrp="1"/>
          </p:cNvSpPr>
          <p:nvPr/>
        </p:nvSpPr>
        <p:spPr>
          <a:xfrm>
            <a:off x="6087789" y="3765659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7" name="anim_o7059_2">
            <a:extLst>
              <a:ext uri="{FF2B5EF4-FFF2-40B4-BE49-F238E27FC236}">
                <a16:creationId xmlns:a16="http://schemas.microsoft.com/office/drawing/2014/main" id="{BBD47D91-1589-4BB7-9E06-B1DBE1FE1997}"/>
              </a:ext>
            </a:extLst>
          </p:cNvPr>
          <p:cNvSpPr>
            <a:spLocks noGrp="1"/>
          </p:cNvSpPr>
          <p:nvPr/>
        </p:nvSpPr>
        <p:spPr>
          <a:xfrm>
            <a:off x="6366970" y="3765659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8" name="anim_o7060_2">
            <a:extLst>
              <a:ext uri="{FF2B5EF4-FFF2-40B4-BE49-F238E27FC236}">
                <a16:creationId xmlns:a16="http://schemas.microsoft.com/office/drawing/2014/main" id="{DF9C8EB2-A59E-41AA-A890-94AD4983252E}"/>
              </a:ext>
            </a:extLst>
          </p:cNvPr>
          <p:cNvSpPr>
            <a:spLocks noGrp="1"/>
          </p:cNvSpPr>
          <p:nvPr/>
        </p:nvSpPr>
        <p:spPr>
          <a:xfrm>
            <a:off x="6646151" y="3765659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9" name="anim_o7061_2">
            <a:extLst>
              <a:ext uri="{FF2B5EF4-FFF2-40B4-BE49-F238E27FC236}">
                <a16:creationId xmlns:a16="http://schemas.microsoft.com/office/drawing/2014/main" id="{35ECFDBD-14D4-4C69-9C18-FF278755EF0F}"/>
              </a:ext>
            </a:extLst>
          </p:cNvPr>
          <p:cNvSpPr>
            <a:spLocks noGrp="1"/>
          </p:cNvSpPr>
          <p:nvPr/>
        </p:nvSpPr>
        <p:spPr>
          <a:xfrm>
            <a:off x="6087789" y="4044841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0" name="anim_o7062_2">
            <a:extLst>
              <a:ext uri="{FF2B5EF4-FFF2-40B4-BE49-F238E27FC236}">
                <a16:creationId xmlns:a16="http://schemas.microsoft.com/office/drawing/2014/main" id="{D9FFFAE6-C4CD-4C79-932F-54A9357C8770}"/>
              </a:ext>
            </a:extLst>
          </p:cNvPr>
          <p:cNvSpPr>
            <a:spLocks noGrp="1"/>
          </p:cNvSpPr>
          <p:nvPr/>
        </p:nvSpPr>
        <p:spPr>
          <a:xfrm>
            <a:off x="6366970" y="4044841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1" name="anim_o7063_2">
            <a:extLst>
              <a:ext uri="{FF2B5EF4-FFF2-40B4-BE49-F238E27FC236}">
                <a16:creationId xmlns:a16="http://schemas.microsoft.com/office/drawing/2014/main" id="{0B53EA9A-182C-4C7A-81A4-046DD02E5037}"/>
              </a:ext>
            </a:extLst>
          </p:cNvPr>
          <p:cNvSpPr>
            <a:spLocks noGrp="1"/>
          </p:cNvSpPr>
          <p:nvPr/>
        </p:nvSpPr>
        <p:spPr>
          <a:xfrm>
            <a:off x="6646151" y="4044841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2" name="anim_o7064_2">
            <a:extLst>
              <a:ext uri="{FF2B5EF4-FFF2-40B4-BE49-F238E27FC236}">
                <a16:creationId xmlns:a16="http://schemas.microsoft.com/office/drawing/2014/main" id="{F7E74244-D5BD-4E6F-8678-8ADDD84263C2}"/>
              </a:ext>
            </a:extLst>
          </p:cNvPr>
          <p:cNvSpPr>
            <a:spLocks noGrp="1"/>
          </p:cNvSpPr>
          <p:nvPr/>
        </p:nvSpPr>
        <p:spPr>
          <a:xfrm>
            <a:off x="6087789" y="4324022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3" name="anim_o7065_2">
            <a:extLst>
              <a:ext uri="{FF2B5EF4-FFF2-40B4-BE49-F238E27FC236}">
                <a16:creationId xmlns:a16="http://schemas.microsoft.com/office/drawing/2014/main" id="{D88951A9-7623-4359-A866-A1F20F5F81DB}"/>
              </a:ext>
            </a:extLst>
          </p:cNvPr>
          <p:cNvSpPr>
            <a:spLocks noGrp="1"/>
          </p:cNvSpPr>
          <p:nvPr/>
        </p:nvSpPr>
        <p:spPr>
          <a:xfrm>
            <a:off x="6366970" y="4324022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4" name="anim_o7066_2">
            <a:extLst>
              <a:ext uri="{FF2B5EF4-FFF2-40B4-BE49-F238E27FC236}">
                <a16:creationId xmlns:a16="http://schemas.microsoft.com/office/drawing/2014/main" id="{E8CF7BB5-9A4F-4CC9-B357-0F208549E356}"/>
              </a:ext>
            </a:extLst>
          </p:cNvPr>
          <p:cNvSpPr>
            <a:spLocks noGrp="1"/>
          </p:cNvSpPr>
          <p:nvPr/>
        </p:nvSpPr>
        <p:spPr>
          <a:xfrm>
            <a:off x="6646151" y="4324022"/>
            <a:ext cx="279181" cy="279181"/>
          </a:xfrm>
          <a:prstGeom prst="rect">
            <a:avLst/>
          </a:prstGeom>
          <a:solidFill>
            <a:srgbClr val="FF6B6B">
              <a:alpha val="70000"/>
            </a:srgbClr>
          </a:solidFill>
          <a:ln w="762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5" name="anim_o7068_2">
            <a:extLst>
              <a:ext uri="{FF2B5EF4-FFF2-40B4-BE49-F238E27FC236}">
                <a16:creationId xmlns:a16="http://schemas.microsoft.com/office/drawing/2014/main" id="{19750B5D-1D5A-4BB0-B86C-14B11FDC482B}"/>
              </a:ext>
            </a:extLst>
          </p:cNvPr>
          <p:cNvSpPr>
            <a:spLocks noGrp="1"/>
          </p:cNvSpPr>
          <p:nvPr/>
        </p:nvSpPr>
        <p:spPr>
          <a:xfrm>
            <a:off x="1620892" y="3486478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6" name="anim_o7069_2">
            <a:extLst>
              <a:ext uri="{FF2B5EF4-FFF2-40B4-BE49-F238E27FC236}">
                <a16:creationId xmlns:a16="http://schemas.microsoft.com/office/drawing/2014/main" id="{B85AE0E5-78C5-45B8-B0AC-4D5CBC1A4B63}"/>
              </a:ext>
            </a:extLst>
          </p:cNvPr>
          <p:cNvSpPr>
            <a:spLocks noGrp="1"/>
          </p:cNvSpPr>
          <p:nvPr/>
        </p:nvSpPr>
        <p:spPr>
          <a:xfrm>
            <a:off x="1900073" y="3486478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7" name="anim_o7070_2">
            <a:extLst>
              <a:ext uri="{FF2B5EF4-FFF2-40B4-BE49-F238E27FC236}">
                <a16:creationId xmlns:a16="http://schemas.microsoft.com/office/drawing/2014/main" id="{405807F3-55C1-468B-8867-2DC3E76B0F15}"/>
              </a:ext>
            </a:extLst>
          </p:cNvPr>
          <p:cNvSpPr>
            <a:spLocks noGrp="1"/>
          </p:cNvSpPr>
          <p:nvPr/>
        </p:nvSpPr>
        <p:spPr>
          <a:xfrm>
            <a:off x="2179254" y="3486478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8" name="anim_o7071_2">
            <a:extLst>
              <a:ext uri="{FF2B5EF4-FFF2-40B4-BE49-F238E27FC236}">
                <a16:creationId xmlns:a16="http://schemas.microsoft.com/office/drawing/2014/main" id="{7931F216-B110-4F1E-9572-DA4DE3A9B156}"/>
              </a:ext>
            </a:extLst>
          </p:cNvPr>
          <p:cNvSpPr>
            <a:spLocks noGrp="1"/>
          </p:cNvSpPr>
          <p:nvPr/>
        </p:nvSpPr>
        <p:spPr>
          <a:xfrm>
            <a:off x="2458435" y="3486478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9" name="anim_o7072_2">
            <a:extLst>
              <a:ext uri="{FF2B5EF4-FFF2-40B4-BE49-F238E27FC236}">
                <a16:creationId xmlns:a16="http://schemas.microsoft.com/office/drawing/2014/main" id="{A7B966AB-3AB2-4F8D-980E-FE86234ACFEC}"/>
              </a:ext>
            </a:extLst>
          </p:cNvPr>
          <p:cNvSpPr>
            <a:spLocks noGrp="1"/>
          </p:cNvSpPr>
          <p:nvPr/>
        </p:nvSpPr>
        <p:spPr>
          <a:xfrm>
            <a:off x="2737616" y="3486478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0" name="anim_o7073_2">
            <a:extLst>
              <a:ext uri="{FF2B5EF4-FFF2-40B4-BE49-F238E27FC236}">
                <a16:creationId xmlns:a16="http://schemas.microsoft.com/office/drawing/2014/main" id="{BA91A0E3-1A37-4B23-9015-BF94B6C07F2F}"/>
              </a:ext>
            </a:extLst>
          </p:cNvPr>
          <p:cNvSpPr>
            <a:spLocks noGrp="1"/>
          </p:cNvSpPr>
          <p:nvPr/>
        </p:nvSpPr>
        <p:spPr>
          <a:xfrm>
            <a:off x="1620892" y="3765659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1" name="anim_o7074_2">
            <a:extLst>
              <a:ext uri="{FF2B5EF4-FFF2-40B4-BE49-F238E27FC236}">
                <a16:creationId xmlns:a16="http://schemas.microsoft.com/office/drawing/2014/main" id="{71AFBAC2-C08C-4118-84E7-56D5C32204F0}"/>
              </a:ext>
            </a:extLst>
          </p:cNvPr>
          <p:cNvSpPr>
            <a:spLocks noGrp="1"/>
          </p:cNvSpPr>
          <p:nvPr/>
        </p:nvSpPr>
        <p:spPr>
          <a:xfrm>
            <a:off x="1900073" y="3765659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2" name="anim_o7075_2">
            <a:extLst>
              <a:ext uri="{FF2B5EF4-FFF2-40B4-BE49-F238E27FC236}">
                <a16:creationId xmlns:a16="http://schemas.microsoft.com/office/drawing/2014/main" id="{2912D11F-A290-442A-B53A-FC213BFC7D99}"/>
              </a:ext>
            </a:extLst>
          </p:cNvPr>
          <p:cNvSpPr>
            <a:spLocks noGrp="1"/>
          </p:cNvSpPr>
          <p:nvPr/>
        </p:nvSpPr>
        <p:spPr>
          <a:xfrm>
            <a:off x="2179254" y="3765659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3" name="anim_o7076_2">
            <a:extLst>
              <a:ext uri="{FF2B5EF4-FFF2-40B4-BE49-F238E27FC236}">
                <a16:creationId xmlns:a16="http://schemas.microsoft.com/office/drawing/2014/main" id="{3A9E5B40-114A-4B14-9158-611F9DC7FEB5}"/>
              </a:ext>
            </a:extLst>
          </p:cNvPr>
          <p:cNvSpPr>
            <a:spLocks noGrp="1"/>
          </p:cNvSpPr>
          <p:nvPr/>
        </p:nvSpPr>
        <p:spPr>
          <a:xfrm>
            <a:off x="2458435" y="3765659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4" name="anim_o7077_2">
            <a:extLst>
              <a:ext uri="{FF2B5EF4-FFF2-40B4-BE49-F238E27FC236}">
                <a16:creationId xmlns:a16="http://schemas.microsoft.com/office/drawing/2014/main" id="{64A7E6E3-9204-463C-8080-E789E4B5AB15}"/>
              </a:ext>
            </a:extLst>
          </p:cNvPr>
          <p:cNvSpPr>
            <a:spLocks noGrp="1"/>
          </p:cNvSpPr>
          <p:nvPr/>
        </p:nvSpPr>
        <p:spPr>
          <a:xfrm>
            <a:off x="2737616" y="3765659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5" name="anim_o7078_2">
            <a:extLst>
              <a:ext uri="{FF2B5EF4-FFF2-40B4-BE49-F238E27FC236}">
                <a16:creationId xmlns:a16="http://schemas.microsoft.com/office/drawing/2014/main" id="{D6A89669-1E10-448C-98CB-4EE65ECBED5A}"/>
              </a:ext>
            </a:extLst>
          </p:cNvPr>
          <p:cNvSpPr>
            <a:spLocks noGrp="1"/>
          </p:cNvSpPr>
          <p:nvPr/>
        </p:nvSpPr>
        <p:spPr>
          <a:xfrm>
            <a:off x="1620892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6" name="anim_o7079_2">
            <a:extLst>
              <a:ext uri="{FF2B5EF4-FFF2-40B4-BE49-F238E27FC236}">
                <a16:creationId xmlns:a16="http://schemas.microsoft.com/office/drawing/2014/main" id="{39E623A3-FBA7-43A6-9C55-89C89BE88846}"/>
              </a:ext>
            </a:extLst>
          </p:cNvPr>
          <p:cNvSpPr>
            <a:spLocks noGrp="1"/>
          </p:cNvSpPr>
          <p:nvPr/>
        </p:nvSpPr>
        <p:spPr>
          <a:xfrm>
            <a:off x="1900073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7" name="anim_o7080_2">
            <a:extLst>
              <a:ext uri="{FF2B5EF4-FFF2-40B4-BE49-F238E27FC236}">
                <a16:creationId xmlns:a16="http://schemas.microsoft.com/office/drawing/2014/main" id="{291FD37A-757B-4D47-A7F6-F3D017810C90}"/>
              </a:ext>
            </a:extLst>
          </p:cNvPr>
          <p:cNvSpPr>
            <a:spLocks noGrp="1"/>
          </p:cNvSpPr>
          <p:nvPr/>
        </p:nvSpPr>
        <p:spPr>
          <a:xfrm>
            <a:off x="2179254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8" name="anim_o7081_2">
            <a:extLst>
              <a:ext uri="{FF2B5EF4-FFF2-40B4-BE49-F238E27FC236}">
                <a16:creationId xmlns:a16="http://schemas.microsoft.com/office/drawing/2014/main" id="{00D3D965-43DC-470B-B4A0-E8F87B6848CA}"/>
              </a:ext>
            </a:extLst>
          </p:cNvPr>
          <p:cNvSpPr>
            <a:spLocks noGrp="1"/>
          </p:cNvSpPr>
          <p:nvPr/>
        </p:nvSpPr>
        <p:spPr>
          <a:xfrm>
            <a:off x="2458435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9" name="anim_o7082_2">
            <a:extLst>
              <a:ext uri="{FF2B5EF4-FFF2-40B4-BE49-F238E27FC236}">
                <a16:creationId xmlns:a16="http://schemas.microsoft.com/office/drawing/2014/main" id="{DC26E302-3F20-416C-B97B-C360E6E8B255}"/>
              </a:ext>
            </a:extLst>
          </p:cNvPr>
          <p:cNvSpPr>
            <a:spLocks noGrp="1"/>
          </p:cNvSpPr>
          <p:nvPr/>
        </p:nvSpPr>
        <p:spPr>
          <a:xfrm>
            <a:off x="2737616" y="4044841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0" name="anim_o7083_2">
            <a:extLst>
              <a:ext uri="{FF2B5EF4-FFF2-40B4-BE49-F238E27FC236}">
                <a16:creationId xmlns:a16="http://schemas.microsoft.com/office/drawing/2014/main" id="{735DC5A8-4C81-424E-9749-B0E3FEE911E8}"/>
              </a:ext>
            </a:extLst>
          </p:cNvPr>
          <p:cNvSpPr>
            <a:spLocks noGrp="1"/>
          </p:cNvSpPr>
          <p:nvPr/>
        </p:nvSpPr>
        <p:spPr>
          <a:xfrm>
            <a:off x="1620892" y="4324022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1" name="anim_o7084_2">
            <a:extLst>
              <a:ext uri="{FF2B5EF4-FFF2-40B4-BE49-F238E27FC236}">
                <a16:creationId xmlns:a16="http://schemas.microsoft.com/office/drawing/2014/main" id="{44835BC5-5875-49B1-840E-F4C67A7E5DDC}"/>
              </a:ext>
            </a:extLst>
          </p:cNvPr>
          <p:cNvSpPr>
            <a:spLocks noGrp="1"/>
          </p:cNvSpPr>
          <p:nvPr/>
        </p:nvSpPr>
        <p:spPr>
          <a:xfrm>
            <a:off x="1900073" y="4324022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2" name="anim_o7085_2">
            <a:extLst>
              <a:ext uri="{FF2B5EF4-FFF2-40B4-BE49-F238E27FC236}">
                <a16:creationId xmlns:a16="http://schemas.microsoft.com/office/drawing/2014/main" id="{DE4C5D84-9EE5-4CE2-BBD3-7DE970962835}"/>
              </a:ext>
            </a:extLst>
          </p:cNvPr>
          <p:cNvSpPr>
            <a:spLocks noGrp="1"/>
          </p:cNvSpPr>
          <p:nvPr/>
        </p:nvSpPr>
        <p:spPr>
          <a:xfrm>
            <a:off x="2179254" y="4324022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3" name="anim_o7086_2">
            <a:extLst>
              <a:ext uri="{FF2B5EF4-FFF2-40B4-BE49-F238E27FC236}">
                <a16:creationId xmlns:a16="http://schemas.microsoft.com/office/drawing/2014/main" id="{3EB28971-5304-46AC-80F2-EF4EB58251D0}"/>
              </a:ext>
            </a:extLst>
          </p:cNvPr>
          <p:cNvSpPr>
            <a:spLocks noGrp="1"/>
          </p:cNvSpPr>
          <p:nvPr/>
        </p:nvSpPr>
        <p:spPr>
          <a:xfrm>
            <a:off x="2458435" y="4324022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4" name="anim_o7087_2">
            <a:extLst>
              <a:ext uri="{FF2B5EF4-FFF2-40B4-BE49-F238E27FC236}">
                <a16:creationId xmlns:a16="http://schemas.microsoft.com/office/drawing/2014/main" id="{DC333EBF-02D1-4B31-A917-A911E47E5A89}"/>
              </a:ext>
            </a:extLst>
          </p:cNvPr>
          <p:cNvSpPr>
            <a:spLocks noGrp="1"/>
          </p:cNvSpPr>
          <p:nvPr/>
        </p:nvSpPr>
        <p:spPr>
          <a:xfrm>
            <a:off x="2737616" y="4324022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5" name="anim_o7088_2">
            <a:extLst>
              <a:ext uri="{FF2B5EF4-FFF2-40B4-BE49-F238E27FC236}">
                <a16:creationId xmlns:a16="http://schemas.microsoft.com/office/drawing/2014/main" id="{A644B6C4-6C3F-4AC1-9AEC-148E3DB53C5C}"/>
              </a:ext>
            </a:extLst>
          </p:cNvPr>
          <p:cNvSpPr>
            <a:spLocks noGrp="1"/>
          </p:cNvSpPr>
          <p:nvPr/>
        </p:nvSpPr>
        <p:spPr>
          <a:xfrm>
            <a:off x="1620892" y="4603203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6" name="anim_o7089_2">
            <a:extLst>
              <a:ext uri="{FF2B5EF4-FFF2-40B4-BE49-F238E27FC236}">
                <a16:creationId xmlns:a16="http://schemas.microsoft.com/office/drawing/2014/main" id="{FDF23295-4C2F-4116-8131-2AF6C7E30B5E}"/>
              </a:ext>
            </a:extLst>
          </p:cNvPr>
          <p:cNvSpPr>
            <a:spLocks noGrp="1"/>
          </p:cNvSpPr>
          <p:nvPr/>
        </p:nvSpPr>
        <p:spPr>
          <a:xfrm>
            <a:off x="1900073" y="4603203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7" name="anim_o7090_2">
            <a:extLst>
              <a:ext uri="{FF2B5EF4-FFF2-40B4-BE49-F238E27FC236}">
                <a16:creationId xmlns:a16="http://schemas.microsoft.com/office/drawing/2014/main" id="{6AE18A0E-7579-4F2C-AF19-0F9712AFB4CC}"/>
              </a:ext>
            </a:extLst>
          </p:cNvPr>
          <p:cNvSpPr>
            <a:spLocks noGrp="1"/>
          </p:cNvSpPr>
          <p:nvPr/>
        </p:nvSpPr>
        <p:spPr>
          <a:xfrm>
            <a:off x="2179254" y="4603203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8" name="anim_o7091_2">
            <a:extLst>
              <a:ext uri="{FF2B5EF4-FFF2-40B4-BE49-F238E27FC236}">
                <a16:creationId xmlns:a16="http://schemas.microsoft.com/office/drawing/2014/main" id="{F9E3718D-7018-4806-BC02-C30175149220}"/>
              </a:ext>
            </a:extLst>
          </p:cNvPr>
          <p:cNvSpPr>
            <a:spLocks noGrp="1"/>
          </p:cNvSpPr>
          <p:nvPr/>
        </p:nvSpPr>
        <p:spPr>
          <a:xfrm>
            <a:off x="2458435" y="4603203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9" name="anim_o7092_2">
            <a:extLst>
              <a:ext uri="{FF2B5EF4-FFF2-40B4-BE49-F238E27FC236}">
                <a16:creationId xmlns:a16="http://schemas.microsoft.com/office/drawing/2014/main" id="{E11BD590-5487-497E-8B9E-A929C9313756}"/>
              </a:ext>
            </a:extLst>
          </p:cNvPr>
          <p:cNvSpPr>
            <a:spLocks noGrp="1"/>
          </p:cNvSpPr>
          <p:nvPr/>
        </p:nvSpPr>
        <p:spPr>
          <a:xfrm>
            <a:off x="2737616" y="4603203"/>
            <a:ext cx="279181" cy="279181"/>
          </a:xfrm>
          <a:prstGeom prst="rect">
            <a:avLst/>
          </a:prstGeom>
          <a:solidFill>
            <a:srgbClr val="FF6B6B">
              <a:alpha val="50000"/>
            </a:srgbClr>
          </a:solidFill>
          <a:ln w="508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0" name="anim_to6624_0_2">
            <a:extLst>
              <a:ext uri="{FF2B5EF4-FFF2-40B4-BE49-F238E27FC236}">
                <a16:creationId xmlns:a16="http://schemas.microsoft.com/office/drawing/2014/main" id="{F51A84D2-C218-4BE9-8AD5-C91026D1EC6C}"/>
              </a:ext>
            </a:extLst>
          </p:cNvPr>
          <p:cNvSpPr>
            <a:spLocks noGrp="1"/>
          </p:cNvSpPr>
          <p:nvPr/>
        </p:nvSpPr>
        <p:spPr>
          <a:xfrm>
            <a:off x="2323005" y="589389"/>
            <a:ext cx="7565040" cy="61095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84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84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84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Two Stacked 3x3 Convolutions</a:t>
            </a:r>
          </a:p>
        </p:txBody>
      </p:sp>
      <p:sp>
        <p:nvSpPr>
          <p:cNvPr id="431" name="anim_to6735_0_2">
            <a:extLst>
              <a:ext uri="{FF2B5EF4-FFF2-40B4-BE49-F238E27FC236}">
                <a16:creationId xmlns:a16="http://schemas.microsoft.com/office/drawing/2014/main" id="{21FA62F3-72D9-4167-81C6-FBE82E06DBF4}"/>
              </a:ext>
            </a:extLst>
          </p:cNvPr>
          <p:cNvSpPr>
            <a:spLocks noGrp="1"/>
          </p:cNvSpPr>
          <p:nvPr/>
        </p:nvSpPr>
        <p:spPr>
          <a:xfrm>
            <a:off x="1672643" y="1824928"/>
            <a:ext cx="1311454" cy="57879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646" b="1">
                <a:solidFill>
                  <a:srgbClr val="6699CC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646" b="1">
                <a:solidFill>
                  <a:srgbClr val="6699CC"/>
                </a:solidFill>
                <a:latin typeface="Consolas"/>
                <a:ea typeface="Consolas"/>
                <a:cs typeface="Consolas"/>
              </a:defRPr>
            </a:pPr>
            <a:r>
              <a:rPr sz="3646" b="1">
                <a:solidFill>
                  <a:srgbClr val="6699CC"/>
                </a:solidFill>
                <a:latin typeface="Consolas"/>
                <a:ea typeface="Consolas"/>
                <a:cs typeface="Consolas"/>
              </a:rPr>
              <a:t>Input</a:t>
            </a:r>
          </a:p>
        </p:txBody>
      </p:sp>
      <p:sp>
        <p:nvSpPr>
          <p:cNvPr id="432" name="anim_to6741_0_2">
            <a:extLst>
              <a:ext uri="{FF2B5EF4-FFF2-40B4-BE49-F238E27FC236}">
                <a16:creationId xmlns:a16="http://schemas.microsoft.com/office/drawing/2014/main" id="{0FC40460-A768-4CE7-886F-CB2D06DDFC8B}"/>
              </a:ext>
            </a:extLst>
          </p:cNvPr>
          <p:cNvSpPr>
            <a:spLocks noGrp="1"/>
          </p:cNvSpPr>
          <p:nvPr/>
        </p:nvSpPr>
        <p:spPr>
          <a:xfrm>
            <a:off x="1935111" y="2299368"/>
            <a:ext cx="786517" cy="5669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72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572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pPr>
            <a:r>
              <a:rPr sz="3572" b="0">
                <a:solidFill>
                  <a:srgbClr val="BBBBBB"/>
                </a:solidFill>
                <a:latin typeface="Consolas"/>
                <a:ea typeface="Consolas"/>
                <a:cs typeface="Consolas"/>
              </a:rPr>
              <a:t>9x9</a:t>
            </a:r>
          </a:p>
        </p:txBody>
      </p:sp>
      <p:sp>
        <p:nvSpPr>
          <p:cNvPr id="433" name="anim_to6745_0_2">
            <a:extLst>
              <a:ext uri="{FF2B5EF4-FFF2-40B4-BE49-F238E27FC236}">
                <a16:creationId xmlns:a16="http://schemas.microsoft.com/office/drawing/2014/main" id="{4AF47980-669C-42DB-93AE-29A4F3EC474E}"/>
              </a:ext>
            </a:extLst>
          </p:cNvPr>
          <p:cNvSpPr>
            <a:spLocks noGrp="1"/>
          </p:cNvSpPr>
          <p:nvPr/>
        </p:nvSpPr>
        <p:spPr>
          <a:xfrm>
            <a:off x="1566530" y="5591960"/>
            <a:ext cx="1523680" cy="5627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45" b="1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545" b="1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pPr>
            <a:r>
              <a:rPr sz="3545" b="1">
                <a:solidFill>
                  <a:srgbClr val="DDDDDD"/>
                </a:solidFill>
                <a:latin typeface="Consolas"/>
                <a:ea typeface="Consolas"/>
                <a:cs typeface="Consolas"/>
              </a:rPr>
              <a:t>RF = 1</a:t>
            </a:r>
          </a:p>
        </p:txBody>
      </p:sp>
      <p:sp>
        <p:nvSpPr>
          <p:cNvPr id="434" name="anim_to6866_0_2">
            <a:extLst>
              <a:ext uri="{FF2B5EF4-FFF2-40B4-BE49-F238E27FC236}">
                <a16:creationId xmlns:a16="http://schemas.microsoft.com/office/drawing/2014/main" id="{5DC12E26-EB36-41BB-868A-562AD3D80996}"/>
              </a:ext>
            </a:extLst>
          </p:cNvPr>
          <p:cNvSpPr>
            <a:spLocks noGrp="1"/>
          </p:cNvSpPr>
          <p:nvPr/>
        </p:nvSpPr>
        <p:spPr>
          <a:xfrm>
            <a:off x="4277486" y="3778008"/>
            <a:ext cx="568664" cy="4019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2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2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2532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3x3</a:t>
            </a:r>
          </a:p>
        </p:txBody>
      </p:sp>
      <p:sp>
        <p:nvSpPr>
          <p:cNvPr id="435" name="anim_to6802_0_2">
            <a:extLst>
              <a:ext uri="{FF2B5EF4-FFF2-40B4-BE49-F238E27FC236}">
                <a16:creationId xmlns:a16="http://schemas.microsoft.com/office/drawing/2014/main" id="{E743C37D-57C7-49CB-80A3-B3049114BD19}"/>
              </a:ext>
            </a:extLst>
          </p:cNvPr>
          <p:cNvSpPr>
            <a:spLocks noGrp="1"/>
          </p:cNvSpPr>
          <p:nvPr/>
        </p:nvSpPr>
        <p:spPr>
          <a:xfrm>
            <a:off x="5733023" y="2134207"/>
            <a:ext cx="1566125" cy="57879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646" b="1">
                <a:solidFill>
                  <a:srgbClr val="90EE9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646" b="1">
                <a:solidFill>
                  <a:srgbClr val="90EE90"/>
                </a:solidFill>
                <a:latin typeface="Consolas"/>
                <a:ea typeface="Consolas"/>
                <a:cs typeface="Consolas"/>
              </a:defRPr>
            </a:pPr>
            <a:r>
              <a:rPr sz="3646" b="1">
                <a:solidFill>
                  <a:srgbClr val="90EE90"/>
                </a:solidFill>
                <a:latin typeface="Consolas"/>
                <a:ea typeface="Consolas"/>
                <a:cs typeface="Consolas"/>
              </a:rPr>
              <a:t>Hidden</a:t>
            </a:r>
          </a:p>
        </p:txBody>
      </p:sp>
      <p:sp>
        <p:nvSpPr>
          <p:cNvPr id="436" name="anim_to6809_0_2">
            <a:extLst>
              <a:ext uri="{FF2B5EF4-FFF2-40B4-BE49-F238E27FC236}">
                <a16:creationId xmlns:a16="http://schemas.microsoft.com/office/drawing/2014/main" id="{40C9BAF9-B4DB-4548-A8B4-45AFCBFF08AF}"/>
              </a:ext>
            </a:extLst>
          </p:cNvPr>
          <p:cNvSpPr>
            <a:spLocks noGrp="1"/>
          </p:cNvSpPr>
          <p:nvPr/>
        </p:nvSpPr>
        <p:spPr>
          <a:xfrm>
            <a:off x="6122827" y="2576281"/>
            <a:ext cx="786517" cy="5669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72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572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pPr>
            <a:r>
              <a:rPr sz="3572" b="0">
                <a:solidFill>
                  <a:srgbClr val="BBBBBB"/>
                </a:solidFill>
                <a:latin typeface="Consolas"/>
                <a:ea typeface="Consolas"/>
                <a:cs typeface="Consolas"/>
              </a:rPr>
              <a:t>7x7</a:t>
            </a:r>
          </a:p>
        </p:txBody>
      </p:sp>
      <p:sp>
        <p:nvSpPr>
          <p:cNvPr id="437" name="anim_to6813_0_2">
            <a:extLst>
              <a:ext uri="{FF2B5EF4-FFF2-40B4-BE49-F238E27FC236}">
                <a16:creationId xmlns:a16="http://schemas.microsoft.com/office/drawing/2014/main" id="{C28C0B0F-9177-4676-A560-B5CCDFFB4F04}"/>
              </a:ext>
            </a:extLst>
          </p:cNvPr>
          <p:cNvSpPr>
            <a:spLocks noGrp="1"/>
          </p:cNvSpPr>
          <p:nvPr/>
        </p:nvSpPr>
        <p:spPr>
          <a:xfrm>
            <a:off x="5754245" y="5374759"/>
            <a:ext cx="1523680" cy="5627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45" b="1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545" b="1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pPr>
            <a:r>
              <a:rPr sz="3545" b="1">
                <a:solidFill>
                  <a:srgbClr val="DDDDDD"/>
                </a:solidFill>
                <a:latin typeface="Consolas"/>
                <a:ea typeface="Consolas"/>
                <a:cs typeface="Consolas"/>
              </a:rPr>
              <a:t>RF = 3</a:t>
            </a:r>
          </a:p>
        </p:txBody>
      </p:sp>
      <p:sp>
        <p:nvSpPr>
          <p:cNvPr id="438" name="anim_to6870_0_2">
            <a:extLst>
              <a:ext uri="{FF2B5EF4-FFF2-40B4-BE49-F238E27FC236}">
                <a16:creationId xmlns:a16="http://schemas.microsoft.com/office/drawing/2014/main" id="{A9E24B28-47F1-47E2-A7DB-8276C59F23DB}"/>
              </a:ext>
            </a:extLst>
          </p:cNvPr>
          <p:cNvSpPr>
            <a:spLocks noGrp="1"/>
          </p:cNvSpPr>
          <p:nvPr/>
        </p:nvSpPr>
        <p:spPr>
          <a:xfrm>
            <a:off x="8424145" y="3778008"/>
            <a:ext cx="568664" cy="40194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532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532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2532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3x3</a:t>
            </a:r>
          </a:p>
        </p:txBody>
      </p:sp>
      <p:sp>
        <p:nvSpPr>
          <p:cNvPr id="439" name="anim_to6846_0_2">
            <a:extLst>
              <a:ext uri="{FF2B5EF4-FFF2-40B4-BE49-F238E27FC236}">
                <a16:creationId xmlns:a16="http://schemas.microsoft.com/office/drawing/2014/main" id="{BEEBF9BB-28A1-4040-A148-AF780D1D744C}"/>
              </a:ext>
            </a:extLst>
          </p:cNvPr>
          <p:cNvSpPr>
            <a:spLocks noGrp="1"/>
          </p:cNvSpPr>
          <p:nvPr/>
        </p:nvSpPr>
        <p:spPr>
          <a:xfrm>
            <a:off x="9838626" y="2383290"/>
            <a:ext cx="1566125" cy="57879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646" b="1">
                <a:solidFill>
                  <a:srgbClr val="DDA0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646" b="1">
                <a:solidFill>
                  <a:srgbClr val="DDA0DD"/>
                </a:solidFill>
                <a:latin typeface="Consolas"/>
                <a:ea typeface="Consolas"/>
                <a:cs typeface="Consolas"/>
              </a:defRPr>
            </a:pPr>
            <a:r>
              <a:rPr sz="3646" b="1">
                <a:solidFill>
                  <a:srgbClr val="DDA0DD"/>
                </a:solidFill>
                <a:latin typeface="Consolas"/>
                <a:ea typeface="Consolas"/>
                <a:cs typeface="Consolas"/>
              </a:rPr>
              <a:t>Output</a:t>
            </a:r>
          </a:p>
        </p:txBody>
      </p:sp>
      <p:sp>
        <p:nvSpPr>
          <p:cNvPr id="440" name="anim_to6853_0_2">
            <a:extLst>
              <a:ext uri="{FF2B5EF4-FFF2-40B4-BE49-F238E27FC236}">
                <a16:creationId xmlns:a16="http://schemas.microsoft.com/office/drawing/2014/main" id="{5FA249FF-FEC0-4FA0-AF67-8B2D4F37DA63}"/>
              </a:ext>
            </a:extLst>
          </p:cNvPr>
          <p:cNvSpPr>
            <a:spLocks noGrp="1"/>
          </p:cNvSpPr>
          <p:nvPr/>
        </p:nvSpPr>
        <p:spPr>
          <a:xfrm>
            <a:off x="10228430" y="2857730"/>
            <a:ext cx="786517" cy="5669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72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572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pPr>
            <a:r>
              <a:rPr sz="3572" b="0">
                <a:solidFill>
                  <a:srgbClr val="BBBBBB"/>
                </a:solidFill>
                <a:latin typeface="Consolas"/>
                <a:ea typeface="Consolas"/>
                <a:cs typeface="Consolas"/>
              </a:rPr>
              <a:t>5x5</a:t>
            </a:r>
          </a:p>
        </p:txBody>
      </p:sp>
      <p:sp>
        <p:nvSpPr>
          <p:cNvPr id="441" name="anim_to6857_0_2">
            <a:extLst>
              <a:ext uri="{FF2B5EF4-FFF2-40B4-BE49-F238E27FC236}">
                <a16:creationId xmlns:a16="http://schemas.microsoft.com/office/drawing/2014/main" id="{44CF73EC-B143-4F0C-A0FE-B3BDBDCC9E9C}"/>
              </a:ext>
            </a:extLst>
          </p:cNvPr>
          <p:cNvSpPr>
            <a:spLocks noGrp="1"/>
          </p:cNvSpPr>
          <p:nvPr/>
        </p:nvSpPr>
        <p:spPr>
          <a:xfrm>
            <a:off x="9859849" y="5093327"/>
            <a:ext cx="1523680" cy="5627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4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545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545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RF = 5</a:t>
            </a:r>
          </a:p>
        </p:txBody>
      </p:sp>
      <p:sp>
        <p:nvSpPr>
          <p:cNvPr id="442" name="anim_to7186_0_1">
            <a:extLst>
              <a:ext uri="{FF2B5EF4-FFF2-40B4-BE49-F238E27FC236}">
                <a16:creationId xmlns:a16="http://schemas.microsoft.com/office/drawing/2014/main" id="{25D71E2B-00C1-4963-9E6D-FBD57A22350D}"/>
              </a:ext>
            </a:extLst>
          </p:cNvPr>
          <p:cNvSpPr>
            <a:spLocks noGrp="1"/>
          </p:cNvSpPr>
          <p:nvPr/>
        </p:nvSpPr>
        <p:spPr>
          <a:xfrm>
            <a:off x="1382138" y="586945"/>
            <a:ext cx="9446775" cy="61095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84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84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84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Effect of Stride on Receptive Field</a:t>
            </a:r>
          </a:p>
        </p:txBody>
      </p:sp>
      <p:sp>
        <p:nvSpPr>
          <p:cNvPr id="443" name="anim_to7222_0_1">
            <a:extLst>
              <a:ext uri="{FF2B5EF4-FFF2-40B4-BE49-F238E27FC236}">
                <a16:creationId xmlns:a16="http://schemas.microsoft.com/office/drawing/2014/main" id="{F0C24C14-5212-4B0C-ACB5-DB1824D1378E}"/>
              </a:ext>
            </a:extLst>
          </p:cNvPr>
          <p:cNvSpPr>
            <a:spLocks noGrp="1"/>
          </p:cNvSpPr>
          <p:nvPr/>
        </p:nvSpPr>
        <p:spPr>
          <a:xfrm>
            <a:off x="4600895" y="1449127"/>
            <a:ext cx="3009260" cy="67526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254" b="1">
                <a:solidFill>
                  <a:srgbClr val="90EE9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254" b="1">
                <a:solidFill>
                  <a:srgbClr val="90EE90"/>
                </a:solidFill>
                <a:latin typeface="Consolas"/>
                <a:ea typeface="Consolas"/>
                <a:cs typeface="Consolas"/>
              </a:defRPr>
            </a:pPr>
            <a:r>
              <a:rPr sz="4254" b="1">
                <a:solidFill>
                  <a:srgbClr val="90EE90"/>
                </a:solidFill>
                <a:latin typeface="Consolas"/>
                <a:ea typeface="Consolas"/>
                <a:cs typeface="Consolas"/>
              </a:rPr>
              <a:t>Stride = 1</a:t>
            </a:r>
          </a:p>
        </p:txBody>
      </p:sp>
      <p:sp>
        <p:nvSpPr>
          <p:cNvPr id="444" name="anim_o7234_1">
            <a:extLst>
              <a:ext uri="{FF2B5EF4-FFF2-40B4-BE49-F238E27FC236}">
                <a16:creationId xmlns:a16="http://schemas.microsoft.com/office/drawing/2014/main" id="{7280E1A1-358F-456A-973C-EED227547E3D}"/>
              </a:ext>
            </a:extLst>
          </p:cNvPr>
          <p:cNvSpPr>
            <a:spLocks noGrp="1"/>
          </p:cNvSpPr>
          <p:nvPr/>
        </p:nvSpPr>
        <p:spPr>
          <a:xfrm>
            <a:off x="963996" y="266535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5" name="anim_o7235_1">
            <a:extLst>
              <a:ext uri="{FF2B5EF4-FFF2-40B4-BE49-F238E27FC236}">
                <a16:creationId xmlns:a16="http://schemas.microsoft.com/office/drawing/2014/main" id="{F96A3BA6-5960-4178-A3F5-0F3A09663F44}"/>
              </a:ext>
            </a:extLst>
          </p:cNvPr>
          <p:cNvSpPr>
            <a:spLocks noGrp="1"/>
          </p:cNvSpPr>
          <p:nvPr/>
        </p:nvSpPr>
        <p:spPr>
          <a:xfrm>
            <a:off x="1374556" y="266535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6" name="anim_o7236_1">
            <a:extLst>
              <a:ext uri="{FF2B5EF4-FFF2-40B4-BE49-F238E27FC236}">
                <a16:creationId xmlns:a16="http://schemas.microsoft.com/office/drawing/2014/main" id="{B7220423-A25D-4730-BD4A-99886C4EA327}"/>
              </a:ext>
            </a:extLst>
          </p:cNvPr>
          <p:cNvSpPr>
            <a:spLocks noGrp="1"/>
          </p:cNvSpPr>
          <p:nvPr/>
        </p:nvSpPr>
        <p:spPr>
          <a:xfrm>
            <a:off x="1785116" y="266535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7" name="anim_o7237_1">
            <a:extLst>
              <a:ext uri="{FF2B5EF4-FFF2-40B4-BE49-F238E27FC236}">
                <a16:creationId xmlns:a16="http://schemas.microsoft.com/office/drawing/2014/main" id="{EBE76202-A4A9-4B6E-94B3-F0F2C3C7520B}"/>
              </a:ext>
            </a:extLst>
          </p:cNvPr>
          <p:cNvSpPr>
            <a:spLocks noGrp="1"/>
          </p:cNvSpPr>
          <p:nvPr/>
        </p:nvSpPr>
        <p:spPr>
          <a:xfrm>
            <a:off x="2195677" y="266535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8" name="anim_o7238_1">
            <a:extLst>
              <a:ext uri="{FF2B5EF4-FFF2-40B4-BE49-F238E27FC236}">
                <a16:creationId xmlns:a16="http://schemas.microsoft.com/office/drawing/2014/main" id="{FF3AA3D9-6D89-4699-BBB7-68DFB91EA34F}"/>
              </a:ext>
            </a:extLst>
          </p:cNvPr>
          <p:cNvSpPr>
            <a:spLocks noGrp="1"/>
          </p:cNvSpPr>
          <p:nvPr/>
        </p:nvSpPr>
        <p:spPr>
          <a:xfrm>
            <a:off x="2606237" y="266535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9" name="anim_o7239_1">
            <a:extLst>
              <a:ext uri="{FF2B5EF4-FFF2-40B4-BE49-F238E27FC236}">
                <a16:creationId xmlns:a16="http://schemas.microsoft.com/office/drawing/2014/main" id="{42F7BC21-9B6C-48BD-8CDC-0E8D4BC0E38F}"/>
              </a:ext>
            </a:extLst>
          </p:cNvPr>
          <p:cNvSpPr>
            <a:spLocks noGrp="1"/>
          </p:cNvSpPr>
          <p:nvPr/>
        </p:nvSpPr>
        <p:spPr>
          <a:xfrm>
            <a:off x="3016797" y="266535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0" name="anim_o7240_1">
            <a:extLst>
              <a:ext uri="{FF2B5EF4-FFF2-40B4-BE49-F238E27FC236}">
                <a16:creationId xmlns:a16="http://schemas.microsoft.com/office/drawing/2014/main" id="{82838D6A-EE39-4668-81B5-BCD740BEAE11}"/>
              </a:ext>
            </a:extLst>
          </p:cNvPr>
          <p:cNvSpPr>
            <a:spLocks noGrp="1"/>
          </p:cNvSpPr>
          <p:nvPr/>
        </p:nvSpPr>
        <p:spPr>
          <a:xfrm>
            <a:off x="3427358" y="266535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1" name="anim_o7241_1">
            <a:extLst>
              <a:ext uri="{FF2B5EF4-FFF2-40B4-BE49-F238E27FC236}">
                <a16:creationId xmlns:a16="http://schemas.microsoft.com/office/drawing/2014/main" id="{FB408E18-B9A8-4BA0-9403-9115DBF0FF8F}"/>
              </a:ext>
            </a:extLst>
          </p:cNvPr>
          <p:cNvSpPr>
            <a:spLocks noGrp="1"/>
          </p:cNvSpPr>
          <p:nvPr/>
        </p:nvSpPr>
        <p:spPr>
          <a:xfrm>
            <a:off x="963996" y="307591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2" name="anim_o7242_1">
            <a:extLst>
              <a:ext uri="{FF2B5EF4-FFF2-40B4-BE49-F238E27FC236}">
                <a16:creationId xmlns:a16="http://schemas.microsoft.com/office/drawing/2014/main" id="{44115225-9D84-4D52-BFE2-5EACACF20524}"/>
              </a:ext>
            </a:extLst>
          </p:cNvPr>
          <p:cNvSpPr>
            <a:spLocks noGrp="1"/>
          </p:cNvSpPr>
          <p:nvPr/>
        </p:nvSpPr>
        <p:spPr>
          <a:xfrm>
            <a:off x="1374556" y="307591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3" name="anim_o7243_1">
            <a:extLst>
              <a:ext uri="{FF2B5EF4-FFF2-40B4-BE49-F238E27FC236}">
                <a16:creationId xmlns:a16="http://schemas.microsoft.com/office/drawing/2014/main" id="{B26BDFF3-B2E0-45B3-B868-265966DB1514}"/>
              </a:ext>
            </a:extLst>
          </p:cNvPr>
          <p:cNvSpPr>
            <a:spLocks noGrp="1"/>
          </p:cNvSpPr>
          <p:nvPr/>
        </p:nvSpPr>
        <p:spPr>
          <a:xfrm>
            <a:off x="1785116" y="307591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4" name="anim_o7244_1">
            <a:extLst>
              <a:ext uri="{FF2B5EF4-FFF2-40B4-BE49-F238E27FC236}">
                <a16:creationId xmlns:a16="http://schemas.microsoft.com/office/drawing/2014/main" id="{5D5A5AA3-D901-42BF-98CF-0D9BB0C1EC6C}"/>
              </a:ext>
            </a:extLst>
          </p:cNvPr>
          <p:cNvSpPr>
            <a:spLocks noGrp="1"/>
          </p:cNvSpPr>
          <p:nvPr/>
        </p:nvSpPr>
        <p:spPr>
          <a:xfrm>
            <a:off x="2195677" y="307591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5" name="anim_o7245_1">
            <a:extLst>
              <a:ext uri="{FF2B5EF4-FFF2-40B4-BE49-F238E27FC236}">
                <a16:creationId xmlns:a16="http://schemas.microsoft.com/office/drawing/2014/main" id="{B372B52F-238E-4E04-A0B5-AB5EF8DA7708}"/>
              </a:ext>
            </a:extLst>
          </p:cNvPr>
          <p:cNvSpPr>
            <a:spLocks noGrp="1"/>
          </p:cNvSpPr>
          <p:nvPr/>
        </p:nvSpPr>
        <p:spPr>
          <a:xfrm>
            <a:off x="2606237" y="307591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6" name="anim_o7246_1">
            <a:extLst>
              <a:ext uri="{FF2B5EF4-FFF2-40B4-BE49-F238E27FC236}">
                <a16:creationId xmlns:a16="http://schemas.microsoft.com/office/drawing/2014/main" id="{84AF3DC8-E2E9-4A1E-8F84-CF8D2B41B2E8}"/>
              </a:ext>
            </a:extLst>
          </p:cNvPr>
          <p:cNvSpPr>
            <a:spLocks noGrp="1"/>
          </p:cNvSpPr>
          <p:nvPr/>
        </p:nvSpPr>
        <p:spPr>
          <a:xfrm>
            <a:off x="3016797" y="307591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7" name="anim_o7247_1">
            <a:extLst>
              <a:ext uri="{FF2B5EF4-FFF2-40B4-BE49-F238E27FC236}">
                <a16:creationId xmlns:a16="http://schemas.microsoft.com/office/drawing/2014/main" id="{6F372F66-F5F6-4B66-98AF-A93525BC5CE4}"/>
              </a:ext>
            </a:extLst>
          </p:cNvPr>
          <p:cNvSpPr>
            <a:spLocks noGrp="1"/>
          </p:cNvSpPr>
          <p:nvPr/>
        </p:nvSpPr>
        <p:spPr>
          <a:xfrm>
            <a:off x="3427358" y="307591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8" name="anim_o7248_1">
            <a:extLst>
              <a:ext uri="{FF2B5EF4-FFF2-40B4-BE49-F238E27FC236}">
                <a16:creationId xmlns:a16="http://schemas.microsoft.com/office/drawing/2014/main" id="{97007FF8-B598-4630-B386-5C43035FD8FF}"/>
              </a:ext>
            </a:extLst>
          </p:cNvPr>
          <p:cNvSpPr>
            <a:spLocks noGrp="1"/>
          </p:cNvSpPr>
          <p:nvPr/>
        </p:nvSpPr>
        <p:spPr>
          <a:xfrm>
            <a:off x="963996" y="348647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9" name="anim_o7249_1">
            <a:extLst>
              <a:ext uri="{FF2B5EF4-FFF2-40B4-BE49-F238E27FC236}">
                <a16:creationId xmlns:a16="http://schemas.microsoft.com/office/drawing/2014/main" id="{BDF07417-301F-4483-A563-447E79C214D5}"/>
              </a:ext>
            </a:extLst>
          </p:cNvPr>
          <p:cNvSpPr>
            <a:spLocks noGrp="1"/>
          </p:cNvSpPr>
          <p:nvPr/>
        </p:nvSpPr>
        <p:spPr>
          <a:xfrm>
            <a:off x="1374556" y="348647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0" name="anim_o7250_1">
            <a:extLst>
              <a:ext uri="{FF2B5EF4-FFF2-40B4-BE49-F238E27FC236}">
                <a16:creationId xmlns:a16="http://schemas.microsoft.com/office/drawing/2014/main" id="{1813E367-370E-4BA5-AA84-03796661B92B}"/>
              </a:ext>
            </a:extLst>
          </p:cNvPr>
          <p:cNvSpPr>
            <a:spLocks noGrp="1"/>
          </p:cNvSpPr>
          <p:nvPr/>
        </p:nvSpPr>
        <p:spPr>
          <a:xfrm>
            <a:off x="1785116" y="348647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1" name="anim_o7251_1">
            <a:extLst>
              <a:ext uri="{FF2B5EF4-FFF2-40B4-BE49-F238E27FC236}">
                <a16:creationId xmlns:a16="http://schemas.microsoft.com/office/drawing/2014/main" id="{FFA49A5B-FD09-4E13-8D8D-880C01D24D5E}"/>
              </a:ext>
            </a:extLst>
          </p:cNvPr>
          <p:cNvSpPr>
            <a:spLocks noGrp="1"/>
          </p:cNvSpPr>
          <p:nvPr/>
        </p:nvSpPr>
        <p:spPr>
          <a:xfrm>
            <a:off x="2195677" y="348647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2" name="anim_o7252_1">
            <a:extLst>
              <a:ext uri="{FF2B5EF4-FFF2-40B4-BE49-F238E27FC236}">
                <a16:creationId xmlns:a16="http://schemas.microsoft.com/office/drawing/2014/main" id="{4B438878-16D4-4332-8175-49174F7C03E9}"/>
              </a:ext>
            </a:extLst>
          </p:cNvPr>
          <p:cNvSpPr>
            <a:spLocks noGrp="1"/>
          </p:cNvSpPr>
          <p:nvPr/>
        </p:nvSpPr>
        <p:spPr>
          <a:xfrm>
            <a:off x="2606237" y="348647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3" name="anim_o7253_1">
            <a:extLst>
              <a:ext uri="{FF2B5EF4-FFF2-40B4-BE49-F238E27FC236}">
                <a16:creationId xmlns:a16="http://schemas.microsoft.com/office/drawing/2014/main" id="{9771F904-E44B-40DA-BCCF-CAB0D9C0F9F9}"/>
              </a:ext>
            </a:extLst>
          </p:cNvPr>
          <p:cNvSpPr>
            <a:spLocks noGrp="1"/>
          </p:cNvSpPr>
          <p:nvPr/>
        </p:nvSpPr>
        <p:spPr>
          <a:xfrm>
            <a:off x="3016797" y="348647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4" name="anim_o7254_1">
            <a:extLst>
              <a:ext uri="{FF2B5EF4-FFF2-40B4-BE49-F238E27FC236}">
                <a16:creationId xmlns:a16="http://schemas.microsoft.com/office/drawing/2014/main" id="{53D4D5D1-A31A-4A15-9827-AA08E132A981}"/>
              </a:ext>
            </a:extLst>
          </p:cNvPr>
          <p:cNvSpPr>
            <a:spLocks noGrp="1"/>
          </p:cNvSpPr>
          <p:nvPr/>
        </p:nvSpPr>
        <p:spPr>
          <a:xfrm>
            <a:off x="3427358" y="348647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5" name="anim_o7255_1">
            <a:extLst>
              <a:ext uri="{FF2B5EF4-FFF2-40B4-BE49-F238E27FC236}">
                <a16:creationId xmlns:a16="http://schemas.microsoft.com/office/drawing/2014/main" id="{F280FA93-2DB4-4D8B-8475-47045005EA5E}"/>
              </a:ext>
            </a:extLst>
          </p:cNvPr>
          <p:cNvSpPr>
            <a:spLocks noGrp="1"/>
          </p:cNvSpPr>
          <p:nvPr/>
        </p:nvSpPr>
        <p:spPr>
          <a:xfrm>
            <a:off x="963996" y="389703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6" name="anim_o7256_1">
            <a:extLst>
              <a:ext uri="{FF2B5EF4-FFF2-40B4-BE49-F238E27FC236}">
                <a16:creationId xmlns:a16="http://schemas.microsoft.com/office/drawing/2014/main" id="{E982A5F4-22FF-4807-81B1-ED598EA11CC1}"/>
              </a:ext>
            </a:extLst>
          </p:cNvPr>
          <p:cNvSpPr>
            <a:spLocks noGrp="1"/>
          </p:cNvSpPr>
          <p:nvPr/>
        </p:nvSpPr>
        <p:spPr>
          <a:xfrm>
            <a:off x="1374556" y="389703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7" name="anim_o7257_1">
            <a:extLst>
              <a:ext uri="{FF2B5EF4-FFF2-40B4-BE49-F238E27FC236}">
                <a16:creationId xmlns:a16="http://schemas.microsoft.com/office/drawing/2014/main" id="{B875EEE2-5177-49F6-85FD-C9BC01A33960}"/>
              </a:ext>
            </a:extLst>
          </p:cNvPr>
          <p:cNvSpPr>
            <a:spLocks noGrp="1"/>
          </p:cNvSpPr>
          <p:nvPr/>
        </p:nvSpPr>
        <p:spPr>
          <a:xfrm>
            <a:off x="1785116" y="389703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8" name="anim_o7258_1">
            <a:extLst>
              <a:ext uri="{FF2B5EF4-FFF2-40B4-BE49-F238E27FC236}">
                <a16:creationId xmlns:a16="http://schemas.microsoft.com/office/drawing/2014/main" id="{C7074C0A-646B-4886-9C35-F45B52C7B0EA}"/>
              </a:ext>
            </a:extLst>
          </p:cNvPr>
          <p:cNvSpPr>
            <a:spLocks noGrp="1"/>
          </p:cNvSpPr>
          <p:nvPr/>
        </p:nvSpPr>
        <p:spPr>
          <a:xfrm>
            <a:off x="2195677" y="389703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9" name="anim_o7259_1">
            <a:extLst>
              <a:ext uri="{FF2B5EF4-FFF2-40B4-BE49-F238E27FC236}">
                <a16:creationId xmlns:a16="http://schemas.microsoft.com/office/drawing/2014/main" id="{7204BDDD-6342-4E4B-9750-699A14541B5A}"/>
              </a:ext>
            </a:extLst>
          </p:cNvPr>
          <p:cNvSpPr>
            <a:spLocks noGrp="1"/>
          </p:cNvSpPr>
          <p:nvPr/>
        </p:nvSpPr>
        <p:spPr>
          <a:xfrm>
            <a:off x="2606237" y="389703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0" name="anim_o7260_1">
            <a:extLst>
              <a:ext uri="{FF2B5EF4-FFF2-40B4-BE49-F238E27FC236}">
                <a16:creationId xmlns:a16="http://schemas.microsoft.com/office/drawing/2014/main" id="{D65C4C8B-B6D5-4746-B2B9-5A9DD1A2320B}"/>
              </a:ext>
            </a:extLst>
          </p:cNvPr>
          <p:cNvSpPr>
            <a:spLocks noGrp="1"/>
          </p:cNvSpPr>
          <p:nvPr/>
        </p:nvSpPr>
        <p:spPr>
          <a:xfrm>
            <a:off x="3016797" y="389703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1" name="anim_o7261_1">
            <a:extLst>
              <a:ext uri="{FF2B5EF4-FFF2-40B4-BE49-F238E27FC236}">
                <a16:creationId xmlns:a16="http://schemas.microsoft.com/office/drawing/2014/main" id="{424A9D51-D100-45F5-8C34-62998F5B36EC}"/>
              </a:ext>
            </a:extLst>
          </p:cNvPr>
          <p:cNvSpPr>
            <a:spLocks noGrp="1"/>
          </p:cNvSpPr>
          <p:nvPr/>
        </p:nvSpPr>
        <p:spPr>
          <a:xfrm>
            <a:off x="3427358" y="389703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2" name="anim_o7262_1">
            <a:extLst>
              <a:ext uri="{FF2B5EF4-FFF2-40B4-BE49-F238E27FC236}">
                <a16:creationId xmlns:a16="http://schemas.microsoft.com/office/drawing/2014/main" id="{B926CCE7-28A4-4503-AA0C-09C69416C41A}"/>
              </a:ext>
            </a:extLst>
          </p:cNvPr>
          <p:cNvSpPr>
            <a:spLocks noGrp="1"/>
          </p:cNvSpPr>
          <p:nvPr/>
        </p:nvSpPr>
        <p:spPr>
          <a:xfrm>
            <a:off x="963996" y="430759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3" name="anim_o7263_1">
            <a:extLst>
              <a:ext uri="{FF2B5EF4-FFF2-40B4-BE49-F238E27FC236}">
                <a16:creationId xmlns:a16="http://schemas.microsoft.com/office/drawing/2014/main" id="{B5625F5A-C384-4E8A-B8E2-157B8403F94F}"/>
              </a:ext>
            </a:extLst>
          </p:cNvPr>
          <p:cNvSpPr>
            <a:spLocks noGrp="1"/>
          </p:cNvSpPr>
          <p:nvPr/>
        </p:nvSpPr>
        <p:spPr>
          <a:xfrm>
            <a:off x="1374556" y="430759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4" name="anim_o7264_1">
            <a:extLst>
              <a:ext uri="{FF2B5EF4-FFF2-40B4-BE49-F238E27FC236}">
                <a16:creationId xmlns:a16="http://schemas.microsoft.com/office/drawing/2014/main" id="{15FC39DA-2A85-463A-9CBE-F8B0956BC639}"/>
              </a:ext>
            </a:extLst>
          </p:cNvPr>
          <p:cNvSpPr>
            <a:spLocks noGrp="1"/>
          </p:cNvSpPr>
          <p:nvPr/>
        </p:nvSpPr>
        <p:spPr>
          <a:xfrm>
            <a:off x="1785116" y="430759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5" name="anim_o7265_1">
            <a:extLst>
              <a:ext uri="{FF2B5EF4-FFF2-40B4-BE49-F238E27FC236}">
                <a16:creationId xmlns:a16="http://schemas.microsoft.com/office/drawing/2014/main" id="{0D07AB0C-72B1-4A3F-AE7E-A05BEA931D90}"/>
              </a:ext>
            </a:extLst>
          </p:cNvPr>
          <p:cNvSpPr>
            <a:spLocks noGrp="1"/>
          </p:cNvSpPr>
          <p:nvPr/>
        </p:nvSpPr>
        <p:spPr>
          <a:xfrm>
            <a:off x="2195677" y="430759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6" name="anim_o7266_1">
            <a:extLst>
              <a:ext uri="{FF2B5EF4-FFF2-40B4-BE49-F238E27FC236}">
                <a16:creationId xmlns:a16="http://schemas.microsoft.com/office/drawing/2014/main" id="{F35A9588-D2E3-44C2-AB5B-FECB875A05BB}"/>
              </a:ext>
            </a:extLst>
          </p:cNvPr>
          <p:cNvSpPr>
            <a:spLocks noGrp="1"/>
          </p:cNvSpPr>
          <p:nvPr/>
        </p:nvSpPr>
        <p:spPr>
          <a:xfrm>
            <a:off x="2606237" y="430759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7" name="anim_o7267_1">
            <a:extLst>
              <a:ext uri="{FF2B5EF4-FFF2-40B4-BE49-F238E27FC236}">
                <a16:creationId xmlns:a16="http://schemas.microsoft.com/office/drawing/2014/main" id="{0DA09796-4000-442A-8A9E-10FC3FF655ED}"/>
              </a:ext>
            </a:extLst>
          </p:cNvPr>
          <p:cNvSpPr>
            <a:spLocks noGrp="1"/>
          </p:cNvSpPr>
          <p:nvPr/>
        </p:nvSpPr>
        <p:spPr>
          <a:xfrm>
            <a:off x="3016797" y="430759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8" name="anim_o7268_1">
            <a:extLst>
              <a:ext uri="{FF2B5EF4-FFF2-40B4-BE49-F238E27FC236}">
                <a16:creationId xmlns:a16="http://schemas.microsoft.com/office/drawing/2014/main" id="{3F49635C-D825-4588-A0BA-31210DFA37FE}"/>
              </a:ext>
            </a:extLst>
          </p:cNvPr>
          <p:cNvSpPr>
            <a:spLocks noGrp="1"/>
          </p:cNvSpPr>
          <p:nvPr/>
        </p:nvSpPr>
        <p:spPr>
          <a:xfrm>
            <a:off x="3427358" y="430759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9" name="anim_o7269_1">
            <a:extLst>
              <a:ext uri="{FF2B5EF4-FFF2-40B4-BE49-F238E27FC236}">
                <a16:creationId xmlns:a16="http://schemas.microsoft.com/office/drawing/2014/main" id="{F7BDF152-2AF9-4F34-9B79-FDED2AD63DF7}"/>
              </a:ext>
            </a:extLst>
          </p:cNvPr>
          <p:cNvSpPr>
            <a:spLocks noGrp="1"/>
          </p:cNvSpPr>
          <p:nvPr/>
        </p:nvSpPr>
        <p:spPr>
          <a:xfrm>
            <a:off x="963996" y="471815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0" name="anim_o7270_1">
            <a:extLst>
              <a:ext uri="{FF2B5EF4-FFF2-40B4-BE49-F238E27FC236}">
                <a16:creationId xmlns:a16="http://schemas.microsoft.com/office/drawing/2014/main" id="{61C307B9-B87B-4499-A62F-64B303C97759}"/>
              </a:ext>
            </a:extLst>
          </p:cNvPr>
          <p:cNvSpPr>
            <a:spLocks noGrp="1"/>
          </p:cNvSpPr>
          <p:nvPr/>
        </p:nvSpPr>
        <p:spPr>
          <a:xfrm>
            <a:off x="1374556" y="471815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1" name="anim_o7271_1">
            <a:extLst>
              <a:ext uri="{FF2B5EF4-FFF2-40B4-BE49-F238E27FC236}">
                <a16:creationId xmlns:a16="http://schemas.microsoft.com/office/drawing/2014/main" id="{0C7CA986-6249-4C6E-8012-2C2C9D4E3B37}"/>
              </a:ext>
            </a:extLst>
          </p:cNvPr>
          <p:cNvSpPr>
            <a:spLocks noGrp="1"/>
          </p:cNvSpPr>
          <p:nvPr/>
        </p:nvSpPr>
        <p:spPr>
          <a:xfrm>
            <a:off x="1785116" y="471815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2" name="anim_o7272_1">
            <a:extLst>
              <a:ext uri="{FF2B5EF4-FFF2-40B4-BE49-F238E27FC236}">
                <a16:creationId xmlns:a16="http://schemas.microsoft.com/office/drawing/2014/main" id="{3F230A6F-918E-48BF-8E7A-0DF93153CC3C}"/>
              </a:ext>
            </a:extLst>
          </p:cNvPr>
          <p:cNvSpPr>
            <a:spLocks noGrp="1"/>
          </p:cNvSpPr>
          <p:nvPr/>
        </p:nvSpPr>
        <p:spPr>
          <a:xfrm>
            <a:off x="2195677" y="471815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3" name="anim_o7273_1">
            <a:extLst>
              <a:ext uri="{FF2B5EF4-FFF2-40B4-BE49-F238E27FC236}">
                <a16:creationId xmlns:a16="http://schemas.microsoft.com/office/drawing/2014/main" id="{52044782-838C-48B0-BCBE-792DE7243EAF}"/>
              </a:ext>
            </a:extLst>
          </p:cNvPr>
          <p:cNvSpPr>
            <a:spLocks noGrp="1"/>
          </p:cNvSpPr>
          <p:nvPr/>
        </p:nvSpPr>
        <p:spPr>
          <a:xfrm>
            <a:off x="2606237" y="471815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4" name="anim_o7274_1">
            <a:extLst>
              <a:ext uri="{FF2B5EF4-FFF2-40B4-BE49-F238E27FC236}">
                <a16:creationId xmlns:a16="http://schemas.microsoft.com/office/drawing/2014/main" id="{5FA4E03D-615E-4AD2-9F90-482273EF0AC3}"/>
              </a:ext>
            </a:extLst>
          </p:cNvPr>
          <p:cNvSpPr>
            <a:spLocks noGrp="1"/>
          </p:cNvSpPr>
          <p:nvPr/>
        </p:nvSpPr>
        <p:spPr>
          <a:xfrm>
            <a:off x="3016797" y="471815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5" name="anim_o7275_1">
            <a:extLst>
              <a:ext uri="{FF2B5EF4-FFF2-40B4-BE49-F238E27FC236}">
                <a16:creationId xmlns:a16="http://schemas.microsoft.com/office/drawing/2014/main" id="{EB246A24-D579-474C-87CF-CBBE7407018B}"/>
              </a:ext>
            </a:extLst>
          </p:cNvPr>
          <p:cNvSpPr>
            <a:spLocks noGrp="1"/>
          </p:cNvSpPr>
          <p:nvPr/>
        </p:nvSpPr>
        <p:spPr>
          <a:xfrm>
            <a:off x="3427358" y="471815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6" name="anim_o7276_1">
            <a:extLst>
              <a:ext uri="{FF2B5EF4-FFF2-40B4-BE49-F238E27FC236}">
                <a16:creationId xmlns:a16="http://schemas.microsoft.com/office/drawing/2014/main" id="{573DD44B-960B-415E-A8E2-7769A8DA0D53}"/>
              </a:ext>
            </a:extLst>
          </p:cNvPr>
          <p:cNvSpPr>
            <a:spLocks noGrp="1"/>
          </p:cNvSpPr>
          <p:nvPr/>
        </p:nvSpPr>
        <p:spPr>
          <a:xfrm>
            <a:off x="963996" y="5128720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7" name="anim_o7277_1">
            <a:extLst>
              <a:ext uri="{FF2B5EF4-FFF2-40B4-BE49-F238E27FC236}">
                <a16:creationId xmlns:a16="http://schemas.microsoft.com/office/drawing/2014/main" id="{AEB72DFD-FA91-4378-9567-DE8EA40FD4F2}"/>
              </a:ext>
            </a:extLst>
          </p:cNvPr>
          <p:cNvSpPr>
            <a:spLocks noGrp="1"/>
          </p:cNvSpPr>
          <p:nvPr/>
        </p:nvSpPr>
        <p:spPr>
          <a:xfrm>
            <a:off x="1374556" y="5128720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8" name="anim_o7278_1">
            <a:extLst>
              <a:ext uri="{FF2B5EF4-FFF2-40B4-BE49-F238E27FC236}">
                <a16:creationId xmlns:a16="http://schemas.microsoft.com/office/drawing/2014/main" id="{54E73990-264A-42CA-8303-6B40B2347F57}"/>
              </a:ext>
            </a:extLst>
          </p:cNvPr>
          <p:cNvSpPr>
            <a:spLocks noGrp="1"/>
          </p:cNvSpPr>
          <p:nvPr/>
        </p:nvSpPr>
        <p:spPr>
          <a:xfrm>
            <a:off x="1785116" y="5128720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9" name="anim_o7279_1">
            <a:extLst>
              <a:ext uri="{FF2B5EF4-FFF2-40B4-BE49-F238E27FC236}">
                <a16:creationId xmlns:a16="http://schemas.microsoft.com/office/drawing/2014/main" id="{611480A1-8136-4338-B3D3-D54D841ED185}"/>
              </a:ext>
            </a:extLst>
          </p:cNvPr>
          <p:cNvSpPr>
            <a:spLocks noGrp="1"/>
          </p:cNvSpPr>
          <p:nvPr/>
        </p:nvSpPr>
        <p:spPr>
          <a:xfrm>
            <a:off x="2195677" y="5128720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0" name="anim_o7280_1">
            <a:extLst>
              <a:ext uri="{FF2B5EF4-FFF2-40B4-BE49-F238E27FC236}">
                <a16:creationId xmlns:a16="http://schemas.microsoft.com/office/drawing/2014/main" id="{8A62EB78-5D9E-4FE9-9B07-CBA8F11F90E2}"/>
              </a:ext>
            </a:extLst>
          </p:cNvPr>
          <p:cNvSpPr>
            <a:spLocks noGrp="1"/>
          </p:cNvSpPr>
          <p:nvPr/>
        </p:nvSpPr>
        <p:spPr>
          <a:xfrm>
            <a:off x="2606237" y="5128720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1" name="anim_o7281_1">
            <a:extLst>
              <a:ext uri="{FF2B5EF4-FFF2-40B4-BE49-F238E27FC236}">
                <a16:creationId xmlns:a16="http://schemas.microsoft.com/office/drawing/2014/main" id="{1C15C625-8B13-4AA6-9A94-9B6C399780C7}"/>
              </a:ext>
            </a:extLst>
          </p:cNvPr>
          <p:cNvSpPr>
            <a:spLocks noGrp="1"/>
          </p:cNvSpPr>
          <p:nvPr/>
        </p:nvSpPr>
        <p:spPr>
          <a:xfrm>
            <a:off x="3016797" y="5128720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2" name="anim_o7282_1">
            <a:extLst>
              <a:ext uri="{FF2B5EF4-FFF2-40B4-BE49-F238E27FC236}">
                <a16:creationId xmlns:a16="http://schemas.microsoft.com/office/drawing/2014/main" id="{CFB0211A-B137-496C-93BA-902BDB935659}"/>
              </a:ext>
            </a:extLst>
          </p:cNvPr>
          <p:cNvSpPr>
            <a:spLocks noGrp="1"/>
          </p:cNvSpPr>
          <p:nvPr/>
        </p:nvSpPr>
        <p:spPr>
          <a:xfrm>
            <a:off x="3427358" y="5128720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3" name="anim_to7283_0_1">
            <a:extLst>
              <a:ext uri="{FF2B5EF4-FFF2-40B4-BE49-F238E27FC236}">
                <a16:creationId xmlns:a16="http://schemas.microsoft.com/office/drawing/2014/main" id="{BB062FC1-4A41-49AB-BF15-08194A39BCED}"/>
              </a:ext>
            </a:extLst>
          </p:cNvPr>
          <p:cNvSpPr>
            <a:spLocks noGrp="1"/>
          </p:cNvSpPr>
          <p:nvPr/>
        </p:nvSpPr>
        <p:spPr>
          <a:xfrm>
            <a:off x="976594" y="5757906"/>
            <a:ext cx="2867777" cy="64310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051" b="1">
                <a:solidFill>
                  <a:srgbClr val="6699CC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051" b="1">
                <a:solidFill>
                  <a:srgbClr val="6699CC"/>
                </a:solidFill>
                <a:latin typeface="Consolas"/>
                <a:ea typeface="Consolas"/>
                <a:cs typeface="Consolas"/>
              </a:defRPr>
            </a:pPr>
            <a:r>
              <a:rPr sz="4051" b="1">
                <a:solidFill>
                  <a:srgbClr val="6699CC"/>
                </a:solidFill>
                <a:latin typeface="Consolas"/>
                <a:ea typeface="Consolas"/>
                <a:cs typeface="Consolas"/>
              </a:rPr>
              <a:t>Input: 7x7</a:t>
            </a:r>
          </a:p>
        </p:txBody>
      </p:sp>
      <p:sp>
        <p:nvSpPr>
          <p:cNvPr id="494" name="anim_o7352_1">
            <a:extLst>
              <a:ext uri="{FF2B5EF4-FFF2-40B4-BE49-F238E27FC236}">
                <a16:creationId xmlns:a16="http://schemas.microsoft.com/office/drawing/2014/main" id="{3548CEB8-F693-4CA1-82F3-707A6C07C029}"/>
              </a:ext>
            </a:extLst>
          </p:cNvPr>
          <p:cNvSpPr>
            <a:spLocks noGrp="1"/>
          </p:cNvSpPr>
          <p:nvPr/>
        </p:nvSpPr>
        <p:spPr>
          <a:xfrm>
            <a:off x="4002142" y="4016594"/>
            <a:ext cx="1724353" cy="171450"/>
          </a:xfrm>
          <a:custGeom>
            <a:avLst/>
            <a:gdLst/>
            <a:ahLst/>
            <a:cxnLst/>
            <a:rect l="0" t="0" r="0" b="0"/>
            <a:pathLst>
              <a:path w="1724353" h="171450">
                <a:moveTo>
                  <a:pt x="0" y="104775"/>
                </a:moveTo>
                <a:lnTo>
                  <a:pt x="1552903" y="104775"/>
                </a:lnTo>
                <a:lnTo>
                  <a:pt x="1552903" y="171450"/>
                </a:lnTo>
                <a:lnTo>
                  <a:pt x="1724353" y="85725"/>
                </a:lnTo>
                <a:lnTo>
                  <a:pt x="1552903" y="0"/>
                </a:lnTo>
                <a:lnTo>
                  <a:pt x="1552903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1270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495" name="anim_to7353_0_1">
            <a:extLst>
              <a:ext uri="{FF2B5EF4-FFF2-40B4-BE49-F238E27FC236}">
                <a16:creationId xmlns:a16="http://schemas.microsoft.com/office/drawing/2014/main" id="{B4D7396B-CC9A-4A91-B538-2655EA25D165}"/>
              </a:ext>
            </a:extLst>
          </p:cNvPr>
          <p:cNvSpPr>
            <a:spLocks noGrp="1"/>
          </p:cNvSpPr>
          <p:nvPr/>
        </p:nvSpPr>
        <p:spPr>
          <a:xfrm>
            <a:off x="4005891" y="3618907"/>
            <a:ext cx="1735906" cy="48233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38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38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3038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3x3, s=1</a:t>
            </a:r>
          </a:p>
        </p:txBody>
      </p:sp>
      <p:sp>
        <p:nvSpPr>
          <p:cNvPr id="496" name="anim_o7295_1">
            <a:extLst>
              <a:ext uri="{FF2B5EF4-FFF2-40B4-BE49-F238E27FC236}">
                <a16:creationId xmlns:a16="http://schemas.microsoft.com/office/drawing/2014/main" id="{B08B2CED-B46D-4436-AD76-47F0C31A2C7A}"/>
              </a:ext>
            </a:extLst>
          </p:cNvPr>
          <p:cNvSpPr>
            <a:spLocks noGrp="1"/>
          </p:cNvSpPr>
          <p:nvPr/>
        </p:nvSpPr>
        <p:spPr>
          <a:xfrm>
            <a:off x="5890720" y="3075918"/>
            <a:ext cx="410560" cy="410560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7" name="anim_o7296_1">
            <a:extLst>
              <a:ext uri="{FF2B5EF4-FFF2-40B4-BE49-F238E27FC236}">
                <a16:creationId xmlns:a16="http://schemas.microsoft.com/office/drawing/2014/main" id="{65F114DA-6AA6-4597-A722-F213B8767CAE}"/>
              </a:ext>
            </a:extLst>
          </p:cNvPr>
          <p:cNvSpPr>
            <a:spLocks noGrp="1"/>
          </p:cNvSpPr>
          <p:nvPr/>
        </p:nvSpPr>
        <p:spPr>
          <a:xfrm>
            <a:off x="6301280" y="3075918"/>
            <a:ext cx="410560" cy="410560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8" name="anim_o7297_1">
            <a:extLst>
              <a:ext uri="{FF2B5EF4-FFF2-40B4-BE49-F238E27FC236}">
                <a16:creationId xmlns:a16="http://schemas.microsoft.com/office/drawing/2014/main" id="{2A1C28F9-0C57-4A9F-9E6D-47CD7DA29044}"/>
              </a:ext>
            </a:extLst>
          </p:cNvPr>
          <p:cNvSpPr>
            <a:spLocks noGrp="1"/>
          </p:cNvSpPr>
          <p:nvPr/>
        </p:nvSpPr>
        <p:spPr>
          <a:xfrm>
            <a:off x="6711841" y="3075918"/>
            <a:ext cx="410560" cy="410560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9" name="anim_o7298_1">
            <a:extLst>
              <a:ext uri="{FF2B5EF4-FFF2-40B4-BE49-F238E27FC236}">
                <a16:creationId xmlns:a16="http://schemas.microsoft.com/office/drawing/2014/main" id="{F81E13AC-EEB8-4407-B6EC-EE9F5A7889F8}"/>
              </a:ext>
            </a:extLst>
          </p:cNvPr>
          <p:cNvSpPr>
            <a:spLocks noGrp="1"/>
          </p:cNvSpPr>
          <p:nvPr/>
        </p:nvSpPr>
        <p:spPr>
          <a:xfrm>
            <a:off x="7122401" y="3075918"/>
            <a:ext cx="410560" cy="410560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0" name="anim_o7299_1">
            <a:extLst>
              <a:ext uri="{FF2B5EF4-FFF2-40B4-BE49-F238E27FC236}">
                <a16:creationId xmlns:a16="http://schemas.microsoft.com/office/drawing/2014/main" id="{303DCF13-1169-4359-81B1-63D0537F85B5}"/>
              </a:ext>
            </a:extLst>
          </p:cNvPr>
          <p:cNvSpPr>
            <a:spLocks noGrp="1"/>
          </p:cNvSpPr>
          <p:nvPr/>
        </p:nvSpPr>
        <p:spPr>
          <a:xfrm>
            <a:off x="7532961" y="3075918"/>
            <a:ext cx="410560" cy="410560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1" name="anim_o7300_1">
            <a:extLst>
              <a:ext uri="{FF2B5EF4-FFF2-40B4-BE49-F238E27FC236}">
                <a16:creationId xmlns:a16="http://schemas.microsoft.com/office/drawing/2014/main" id="{3664F548-5A75-4A15-8625-0B9EFFC66496}"/>
              </a:ext>
            </a:extLst>
          </p:cNvPr>
          <p:cNvSpPr>
            <a:spLocks noGrp="1"/>
          </p:cNvSpPr>
          <p:nvPr/>
        </p:nvSpPr>
        <p:spPr>
          <a:xfrm>
            <a:off x="5890720" y="3486478"/>
            <a:ext cx="410560" cy="410560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2" name="anim_o7301_1">
            <a:extLst>
              <a:ext uri="{FF2B5EF4-FFF2-40B4-BE49-F238E27FC236}">
                <a16:creationId xmlns:a16="http://schemas.microsoft.com/office/drawing/2014/main" id="{9EF097E7-32AF-494C-A626-8BE56EE0BE58}"/>
              </a:ext>
            </a:extLst>
          </p:cNvPr>
          <p:cNvSpPr>
            <a:spLocks noGrp="1"/>
          </p:cNvSpPr>
          <p:nvPr/>
        </p:nvSpPr>
        <p:spPr>
          <a:xfrm>
            <a:off x="6301280" y="3486478"/>
            <a:ext cx="410560" cy="410560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3" name="anim_o7302_1">
            <a:extLst>
              <a:ext uri="{FF2B5EF4-FFF2-40B4-BE49-F238E27FC236}">
                <a16:creationId xmlns:a16="http://schemas.microsoft.com/office/drawing/2014/main" id="{BDB5FE1F-7F6A-4E40-B2C8-51163FDB3D1D}"/>
              </a:ext>
            </a:extLst>
          </p:cNvPr>
          <p:cNvSpPr>
            <a:spLocks noGrp="1"/>
          </p:cNvSpPr>
          <p:nvPr/>
        </p:nvSpPr>
        <p:spPr>
          <a:xfrm>
            <a:off x="6711841" y="3486478"/>
            <a:ext cx="410560" cy="410560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4" name="anim_o7303_1">
            <a:extLst>
              <a:ext uri="{FF2B5EF4-FFF2-40B4-BE49-F238E27FC236}">
                <a16:creationId xmlns:a16="http://schemas.microsoft.com/office/drawing/2014/main" id="{2CB2046C-E4AB-4DD2-8D78-B589676CB4E4}"/>
              </a:ext>
            </a:extLst>
          </p:cNvPr>
          <p:cNvSpPr>
            <a:spLocks noGrp="1"/>
          </p:cNvSpPr>
          <p:nvPr/>
        </p:nvSpPr>
        <p:spPr>
          <a:xfrm>
            <a:off x="7122401" y="3486478"/>
            <a:ext cx="410560" cy="410560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5" name="anim_o7304_1">
            <a:extLst>
              <a:ext uri="{FF2B5EF4-FFF2-40B4-BE49-F238E27FC236}">
                <a16:creationId xmlns:a16="http://schemas.microsoft.com/office/drawing/2014/main" id="{FD1A7E7F-D0C0-45E7-9FAB-067B2E133B6C}"/>
              </a:ext>
            </a:extLst>
          </p:cNvPr>
          <p:cNvSpPr>
            <a:spLocks noGrp="1"/>
          </p:cNvSpPr>
          <p:nvPr/>
        </p:nvSpPr>
        <p:spPr>
          <a:xfrm>
            <a:off x="7532961" y="3486478"/>
            <a:ext cx="410560" cy="410560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6" name="anim_o7305_1">
            <a:extLst>
              <a:ext uri="{FF2B5EF4-FFF2-40B4-BE49-F238E27FC236}">
                <a16:creationId xmlns:a16="http://schemas.microsoft.com/office/drawing/2014/main" id="{3F7183E0-CD31-4026-98C1-D736D4DCCFC9}"/>
              </a:ext>
            </a:extLst>
          </p:cNvPr>
          <p:cNvSpPr>
            <a:spLocks noGrp="1"/>
          </p:cNvSpPr>
          <p:nvPr/>
        </p:nvSpPr>
        <p:spPr>
          <a:xfrm>
            <a:off x="5890720" y="3897039"/>
            <a:ext cx="410560" cy="410560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7" name="anim_o7306_1">
            <a:extLst>
              <a:ext uri="{FF2B5EF4-FFF2-40B4-BE49-F238E27FC236}">
                <a16:creationId xmlns:a16="http://schemas.microsoft.com/office/drawing/2014/main" id="{FB1B016B-0262-4D5E-874D-FC661CB19570}"/>
              </a:ext>
            </a:extLst>
          </p:cNvPr>
          <p:cNvSpPr>
            <a:spLocks noGrp="1"/>
          </p:cNvSpPr>
          <p:nvPr/>
        </p:nvSpPr>
        <p:spPr>
          <a:xfrm>
            <a:off x="6301280" y="3897039"/>
            <a:ext cx="410560" cy="410560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8" name="anim_o7307_1">
            <a:extLst>
              <a:ext uri="{FF2B5EF4-FFF2-40B4-BE49-F238E27FC236}">
                <a16:creationId xmlns:a16="http://schemas.microsoft.com/office/drawing/2014/main" id="{132FC98F-7F5B-47E6-95EA-306EF2E54E5E}"/>
              </a:ext>
            </a:extLst>
          </p:cNvPr>
          <p:cNvSpPr>
            <a:spLocks noGrp="1"/>
          </p:cNvSpPr>
          <p:nvPr/>
        </p:nvSpPr>
        <p:spPr>
          <a:xfrm>
            <a:off x="6711841" y="3897039"/>
            <a:ext cx="410560" cy="410560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9" name="anim_o7308_1">
            <a:extLst>
              <a:ext uri="{FF2B5EF4-FFF2-40B4-BE49-F238E27FC236}">
                <a16:creationId xmlns:a16="http://schemas.microsoft.com/office/drawing/2014/main" id="{A159E49A-E000-4473-A122-EC03BCEE702C}"/>
              </a:ext>
            </a:extLst>
          </p:cNvPr>
          <p:cNvSpPr>
            <a:spLocks noGrp="1"/>
          </p:cNvSpPr>
          <p:nvPr/>
        </p:nvSpPr>
        <p:spPr>
          <a:xfrm>
            <a:off x="7122401" y="3897039"/>
            <a:ext cx="410560" cy="410560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0" name="anim_o7309_1">
            <a:extLst>
              <a:ext uri="{FF2B5EF4-FFF2-40B4-BE49-F238E27FC236}">
                <a16:creationId xmlns:a16="http://schemas.microsoft.com/office/drawing/2014/main" id="{E7881FEC-F2C3-4542-9079-BB5D11B5368C}"/>
              </a:ext>
            </a:extLst>
          </p:cNvPr>
          <p:cNvSpPr>
            <a:spLocks noGrp="1"/>
          </p:cNvSpPr>
          <p:nvPr/>
        </p:nvSpPr>
        <p:spPr>
          <a:xfrm>
            <a:off x="7532961" y="3897039"/>
            <a:ext cx="410560" cy="410560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1" name="anim_o7310_1">
            <a:extLst>
              <a:ext uri="{FF2B5EF4-FFF2-40B4-BE49-F238E27FC236}">
                <a16:creationId xmlns:a16="http://schemas.microsoft.com/office/drawing/2014/main" id="{D6435A00-2601-41E8-BB38-AC88E95E10B6}"/>
              </a:ext>
            </a:extLst>
          </p:cNvPr>
          <p:cNvSpPr>
            <a:spLocks noGrp="1"/>
          </p:cNvSpPr>
          <p:nvPr/>
        </p:nvSpPr>
        <p:spPr>
          <a:xfrm>
            <a:off x="5890720" y="4307599"/>
            <a:ext cx="410560" cy="410560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2" name="anim_o7311_1">
            <a:extLst>
              <a:ext uri="{FF2B5EF4-FFF2-40B4-BE49-F238E27FC236}">
                <a16:creationId xmlns:a16="http://schemas.microsoft.com/office/drawing/2014/main" id="{341F9010-3A53-4523-9031-059905A41E05}"/>
              </a:ext>
            </a:extLst>
          </p:cNvPr>
          <p:cNvSpPr>
            <a:spLocks noGrp="1"/>
          </p:cNvSpPr>
          <p:nvPr/>
        </p:nvSpPr>
        <p:spPr>
          <a:xfrm>
            <a:off x="6301280" y="4307599"/>
            <a:ext cx="410560" cy="410560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3" name="anim_o7312_1">
            <a:extLst>
              <a:ext uri="{FF2B5EF4-FFF2-40B4-BE49-F238E27FC236}">
                <a16:creationId xmlns:a16="http://schemas.microsoft.com/office/drawing/2014/main" id="{9640DBF6-0237-49FC-8B77-2CFDC0CF1090}"/>
              </a:ext>
            </a:extLst>
          </p:cNvPr>
          <p:cNvSpPr>
            <a:spLocks noGrp="1"/>
          </p:cNvSpPr>
          <p:nvPr/>
        </p:nvSpPr>
        <p:spPr>
          <a:xfrm>
            <a:off x="6711841" y="4307599"/>
            <a:ext cx="410560" cy="410560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4" name="anim_o7313_1">
            <a:extLst>
              <a:ext uri="{FF2B5EF4-FFF2-40B4-BE49-F238E27FC236}">
                <a16:creationId xmlns:a16="http://schemas.microsoft.com/office/drawing/2014/main" id="{BB1271EE-0517-468C-BC5B-A13076C858AE}"/>
              </a:ext>
            </a:extLst>
          </p:cNvPr>
          <p:cNvSpPr>
            <a:spLocks noGrp="1"/>
          </p:cNvSpPr>
          <p:nvPr/>
        </p:nvSpPr>
        <p:spPr>
          <a:xfrm>
            <a:off x="7122401" y="4307599"/>
            <a:ext cx="410560" cy="410560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5" name="anim_o7314_1">
            <a:extLst>
              <a:ext uri="{FF2B5EF4-FFF2-40B4-BE49-F238E27FC236}">
                <a16:creationId xmlns:a16="http://schemas.microsoft.com/office/drawing/2014/main" id="{7B5358D3-6351-4439-AF14-B956AFEAFD88}"/>
              </a:ext>
            </a:extLst>
          </p:cNvPr>
          <p:cNvSpPr>
            <a:spLocks noGrp="1"/>
          </p:cNvSpPr>
          <p:nvPr/>
        </p:nvSpPr>
        <p:spPr>
          <a:xfrm>
            <a:off x="7532961" y="4307599"/>
            <a:ext cx="410560" cy="410560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6" name="anim_o7315_1">
            <a:extLst>
              <a:ext uri="{FF2B5EF4-FFF2-40B4-BE49-F238E27FC236}">
                <a16:creationId xmlns:a16="http://schemas.microsoft.com/office/drawing/2014/main" id="{DBCE5569-CF28-460F-B9A1-0A3F0839DEA4}"/>
              </a:ext>
            </a:extLst>
          </p:cNvPr>
          <p:cNvSpPr>
            <a:spLocks noGrp="1"/>
          </p:cNvSpPr>
          <p:nvPr/>
        </p:nvSpPr>
        <p:spPr>
          <a:xfrm>
            <a:off x="5890720" y="4718159"/>
            <a:ext cx="410560" cy="410560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7" name="anim_o7316_1">
            <a:extLst>
              <a:ext uri="{FF2B5EF4-FFF2-40B4-BE49-F238E27FC236}">
                <a16:creationId xmlns:a16="http://schemas.microsoft.com/office/drawing/2014/main" id="{3FD8F2A4-4251-4BF9-8CF0-0B08AB0EC41D}"/>
              </a:ext>
            </a:extLst>
          </p:cNvPr>
          <p:cNvSpPr>
            <a:spLocks noGrp="1"/>
          </p:cNvSpPr>
          <p:nvPr/>
        </p:nvSpPr>
        <p:spPr>
          <a:xfrm>
            <a:off x="6301280" y="4718159"/>
            <a:ext cx="410560" cy="410560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8" name="anim_o7317_1">
            <a:extLst>
              <a:ext uri="{FF2B5EF4-FFF2-40B4-BE49-F238E27FC236}">
                <a16:creationId xmlns:a16="http://schemas.microsoft.com/office/drawing/2014/main" id="{9B305CEA-AEB1-421E-BD66-6A80499EF843}"/>
              </a:ext>
            </a:extLst>
          </p:cNvPr>
          <p:cNvSpPr>
            <a:spLocks noGrp="1"/>
          </p:cNvSpPr>
          <p:nvPr/>
        </p:nvSpPr>
        <p:spPr>
          <a:xfrm>
            <a:off x="6711841" y="4718159"/>
            <a:ext cx="410560" cy="410560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9" name="anim_o7318_1">
            <a:extLst>
              <a:ext uri="{FF2B5EF4-FFF2-40B4-BE49-F238E27FC236}">
                <a16:creationId xmlns:a16="http://schemas.microsoft.com/office/drawing/2014/main" id="{064E6484-5E68-44DC-9FF1-25CC8491DEE7}"/>
              </a:ext>
            </a:extLst>
          </p:cNvPr>
          <p:cNvSpPr>
            <a:spLocks noGrp="1"/>
          </p:cNvSpPr>
          <p:nvPr/>
        </p:nvSpPr>
        <p:spPr>
          <a:xfrm>
            <a:off x="7122401" y="4718159"/>
            <a:ext cx="410560" cy="410560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0" name="anim_o7319_1">
            <a:extLst>
              <a:ext uri="{FF2B5EF4-FFF2-40B4-BE49-F238E27FC236}">
                <a16:creationId xmlns:a16="http://schemas.microsoft.com/office/drawing/2014/main" id="{06AEF4E0-DEE5-4C74-B5F3-FC34C9448989}"/>
              </a:ext>
            </a:extLst>
          </p:cNvPr>
          <p:cNvSpPr>
            <a:spLocks noGrp="1"/>
          </p:cNvSpPr>
          <p:nvPr/>
        </p:nvSpPr>
        <p:spPr>
          <a:xfrm>
            <a:off x="7532961" y="4718159"/>
            <a:ext cx="410560" cy="410560"/>
          </a:xfrm>
          <a:prstGeom prst="rect">
            <a:avLst/>
          </a:prstGeom>
          <a:solidFill>
            <a:srgbClr val="90EE90">
              <a:alpha val="12000"/>
            </a:srgbClr>
          </a:solidFill>
          <a:ln w="508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1" name="anim_to7320_0_1">
            <a:extLst>
              <a:ext uri="{FF2B5EF4-FFF2-40B4-BE49-F238E27FC236}">
                <a16:creationId xmlns:a16="http://schemas.microsoft.com/office/drawing/2014/main" id="{8C4F573F-78EC-4FF8-82BC-0FE60C33A3A5}"/>
              </a:ext>
            </a:extLst>
          </p:cNvPr>
          <p:cNvSpPr>
            <a:spLocks noGrp="1"/>
          </p:cNvSpPr>
          <p:nvPr/>
        </p:nvSpPr>
        <p:spPr>
          <a:xfrm>
            <a:off x="6479929" y="5293442"/>
            <a:ext cx="893434" cy="6479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082" b="0">
                <a:solidFill>
                  <a:srgbClr val="90EE9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082" b="0">
                <a:solidFill>
                  <a:srgbClr val="90EE90"/>
                </a:solidFill>
                <a:latin typeface="Consolas"/>
                <a:ea typeface="Consolas"/>
                <a:cs typeface="Consolas"/>
              </a:defRPr>
            </a:pPr>
            <a:r>
              <a:rPr sz="4082" b="0">
                <a:solidFill>
                  <a:srgbClr val="90EE90"/>
                </a:solidFill>
                <a:latin typeface="Consolas"/>
                <a:ea typeface="Consolas"/>
                <a:cs typeface="Consolas"/>
              </a:rPr>
              <a:t>5x5</a:t>
            </a:r>
          </a:p>
        </p:txBody>
      </p:sp>
      <p:sp>
        <p:nvSpPr>
          <p:cNvPr id="522" name="anim_to7324_0_1">
            <a:extLst>
              <a:ext uri="{FF2B5EF4-FFF2-40B4-BE49-F238E27FC236}">
                <a16:creationId xmlns:a16="http://schemas.microsoft.com/office/drawing/2014/main" id="{76C308C4-A57C-4087-9FAE-09E470A18817}"/>
              </a:ext>
            </a:extLst>
          </p:cNvPr>
          <p:cNvSpPr>
            <a:spLocks noGrp="1"/>
          </p:cNvSpPr>
          <p:nvPr/>
        </p:nvSpPr>
        <p:spPr>
          <a:xfrm>
            <a:off x="6355809" y="2508617"/>
            <a:ext cx="1141674" cy="4180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33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33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2633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RF = 3</a:t>
            </a:r>
          </a:p>
        </p:txBody>
      </p:sp>
      <p:sp>
        <p:nvSpPr>
          <p:cNvPr id="523" name="anim_o7362_1">
            <a:extLst>
              <a:ext uri="{FF2B5EF4-FFF2-40B4-BE49-F238E27FC236}">
                <a16:creationId xmlns:a16="http://schemas.microsoft.com/office/drawing/2014/main" id="{EC02D53C-8342-4776-A6EA-1CE51FB2A70D}"/>
              </a:ext>
            </a:extLst>
          </p:cNvPr>
          <p:cNvSpPr>
            <a:spLocks noGrp="1"/>
          </p:cNvSpPr>
          <p:nvPr/>
        </p:nvSpPr>
        <p:spPr>
          <a:xfrm>
            <a:off x="8107746" y="4016594"/>
            <a:ext cx="1592974" cy="171450"/>
          </a:xfrm>
          <a:custGeom>
            <a:avLst/>
            <a:gdLst/>
            <a:ahLst/>
            <a:cxnLst/>
            <a:rect l="0" t="0" r="0" b="0"/>
            <a:pathLst>
              <a:path w="1592974" h="171450">
                <a:moveTo>
                  <a:pt x="0" y="104775"/>
                </a:moveTo>
                <a:lnTo>
                  <a:pt x="1421524" y="104775"/>
                </a:lnTo>
                <a:lnTo>
                  <a:pt x="1421524" y="171450"/>
                </a:lnTo>
                <a:lnTo>
                  <a:pt x="1592974" y="85725"/>
                </a:lnTo>
                <a:lnTo>
                  <a:pt x="1421524" y="0"/>
                </a:lnTo>
                <a:lnTo>
                  <a:pt x="1421524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1270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524" name="anim_to7363_0_1">
            <a:extLst>
              <a:ext uri="{FF2B5EF4-FFF2-40B4-BE49-F238E27FC236}">
                <a16:creationId xmlns:a16="http://schemas.microsoft.com/office/drawing/2014/main" id="{851D7D0B-772C-4F66-BB22-CBAD46370821}"/>
              </a:ext>
            </a:extLst>
          </p:cNvPr>
          <p:cNvSpPr>
            <a:spLocks noGrp="1"/>
          </p:cNvSpPr>
          <p:nvPr/>
        </p:nvSpPr>
        <p:spPr>
          <a:xfrm>
            <a:off x="8045805" y="3618907"/>
            <a:ext cx="1735906" cy="48233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38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38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3038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3x3, s=1</a:t>
            </a:r>
          </a:p>
        </p:txBody>
      </p:sp>
      <p:sp>
        <p:nvSpPr>
          <p:cNvPr id="525" name="anim_o7332_1">
            <a:extLst>
              <a:ext uri="{FF2B5EF4-FFF2-40B4-BE49-F238E27FC236}">
                <a16:creationId xmlns:a16="http://schemas.microsoft.com/office/drawing/2014/main" id="{1AC4B773-D5EC-44B4-B1E8-D86440D7B0ED}"/>
              </a:ext>
            </a:extLst>
          </p:cNvPr>
          <p:cNvSpPr>
            <a:spLocks noGrp="1"/>
          </p:cNvSpPr>
          <p:nvPr/>
        </p:nvSpPr>
        <p:spPr>
          <a:xfrm>
            <a:off x="9864944" y="3486478"/>
            <a:ext cx="410560" cy="410560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6" name="anim_o7333_1">
            <a:extLst>
              <a:ext uri="{FF2B5EF4-FFF2-40B4-BE49-F238E27FC236}">
                <a16:creationId xmlns:a16="http://schemas.microsoft.com/office/drawing/2014/main" id="{0507A002-7927-44B2-9AC9-D373CF7EC4E4}"/>
              </a:ext>
            </a:extLst>
          </p:cNvPr>
          <p:cNvSpPr>
            <a:spLocks noGrp="1"/>
          </p:cNvSpPr>
          <p:nvPr/>
        </p:nvSpPr>
        <p:spPr>
          <a:xfrm>
            <a:off x="10275504" y="3486478"/>
            <a:ext cx="410560" cy="410560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7" name="anim_o7334_1">
            <a:extLst>
              <a:ext uri="{FF2B5EF4-FFF2-40B4-BE49-F238E27FC236}">
                <a16:creationId xmlns:a16="http://schemas.microsoft.com/office/drawing/2014/main" id="{D1C7D23F-836C-479F-8AFD-1F6755A7CCEB}"/>
              </a:ext>
            </a:extLst>
          </p:cNvPr>
          <p:cNvSpPr>
            <a:spLocks noGrp="1"/>
          </p:cNvSpPr>
          <p:nvPr/>
        </p:nvSpPr>
        <p:spPr>
          <a:xfrm>
            <a:off x="10686065" y="3486478"/>
            <a:ext cx="410560" cy="410560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8" name="anim_o7335_1">
            <a:extLst>
              <a:ext uri="{FF2B5EF4-FFF2-40B4-BE49-F238E27FC236}">
                <a16:creationId xmlns:a16="http://schemas.microsoft.com/office/drawing/2014/main" id="{6994B2A1-6BD5-403E-AF2B-C658CD08D985}"/>
              </a:ext>
            </a:extLst>
          </p:cNvPr>
          <p:cNvSpPr>
            <a:spLocks noGrp="1"/>
          </p:cNvSpPr>
          <p:nvPr/>
        </p:nvSpPr>
        <p:spPr>
          <a:xfrm>
            <a:off x="9864944" y="3897039"/>
            <a:ext cx="410560" cy="410560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9" name="anim_o7336_1">
            <a:extLst>
              <a:ext uri="{FF2B5EF4-FFF2-40B4-BE49-F238E27FC236}">
                <a16:creationId xmlns:a16="http://schemas.microsoft.com/office/drawing/2014/main" id="{5931CE14-D0AB-4A50-89FD-4F3AF9697142}"/>
              </a:ext>
            </a:extLst>
          </p:cNvPr>
          <p:cNvSpPr>
            <a:spLocks noGrp="1"/>
          </p:cNvSpPr>
          <p:nvPr/>
        </p:nvSpPr>
        <p:spPr>
          <a:xfrm>
            <a:off x="10275504" y="3897039"/>
            <a:ext cx="410560" cy="410560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0" name="anim_o7337_1">
            <a:extLst>
              <a:ext uri="{FF2B5EF4-FFF2-40B4-BE49-F238E27FC236}">
                <a16:creationId xmlns:a16="http://schemas.microsoft.com/office/drawing/2014/main" id="{FF97D4EE-D973-42F6-A790-637FBCC9D5C9}"/>
              </a:ext>
            </a:extLst>
          </p:cNvPr>
          <p:cNvSpPr>
            <a:spLocks noGrp="1"/>
          </p:cNvSpPr>
          <p:nvPr/>
        </p:nvSpPr>
        <p:spPr>
          <a:xfrm>
            <a:off x="10686065" y="3897039"/>
            <a:ext cx="410560" cy="410560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1" name="anim_o7338_1">
            <a:extLst>
              <a:ext uri="{FF2B5EF4-FFF2-40B4-BE49-F238E27FC236}">
                <a16:creationId xmlns:a16="http://schemas.microsoft.com/office/drawing/2014/main" id="{B446E987-93AB-4B84-82BF-3150BADCEAFE}"/>
              </a:ext>
            </a:extLst>
          </p:cNvPr>
          <p:cNvSpPr>
            <a:spLocks noGrp="1"/>
          </p:cNvSpPr>
          <p:nvPr/>
        </p:nvSpPr>
        <p:spPr>
          <a:xfrm>
            <a:off x="9864944" y="4307599"/>
            <a:ext cx="410560" cy="410560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2" name="anim_o7339_1">
            <a:extLst>
              <a:ext uri="{FF2B5EF4-FFF2-40B4-BE49-F238E27FC236}">
                <a16:creationId xmlns:a16="http://schemas.microsoft.com/office/drawing/2014/main" id="{D80446BF-7393-41E5-A518-FCB2622A636F}"/>
              </a:ext>
            </a:extLst>
          </p:cNvPr>
          <p:cNvSpPr>
            <a:spLocks noGrp="1"/>
          </p:cNvSpPr>
          <p:nvPr/>
        </p:nvSpPr>
        <p:spPr>
          <a:xfrm>
            <a:off x="10275504" y="4307599"/>
            <a:ext cx="410560" cy="410560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3" name="anim_o7340_1">
            <a:extLst>
              <a:ext uri="{FF2B5EF4-FFF2-40B4-BE49-F238E27FC236}">
                <a16:creationId xmlns:a16="http://schemas.microsoft.com/office/drawing/2014/main" id="{B7DE9DC0-4EBC-4733-A35B-BB40FD582951}"/>
              </a:ext>
            </a:extLst>
          </p:cNvPr>
          <p:cNvSpPr>
            <a:spLocks noGrp="1"/>
          </p:cNvSpPr>
          <p:nvPr/>
        </p:nvSpPr>
        <p:spPr>
          <a:xfrm>
            <a:off x="10686065" y="4307599"/>
            <a:ext cx="410560" cy="410560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4" name="anim_to7341_0_1">
            <a:extLst>
              <a:ext uri="{FF2B5EF4-FFF2-40B4-BE49-F238E27FC236}">
                <a16:creationId xmlns:a16="http://schemas.microsoft.com/office/drawing/2014/main" id="{3BEC3D0D-1DCA-4CA9-A33E-50852A5D930F}"/>
              </a:ext>
            </a:extLst>
          </p:cNvPr>
          <p:cNvSpPr>
            <a:spLocks noGrp="1"/>
          </p:cNvSpPr>
          <p:nvPr/>
        </p:nvSpPr>
        <p:spPr>
          <a:xfrm>
            <a:off x="10043592" y="4885473"/>
            <a:ext cx="893434" cy="6479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082" b="0">
                <a:solidFill>
                  <a:srgbClr val="DDA0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082" b="0">
                <a:solidFill>
                  <a:srgbClr val="DDA0DD"/>
                </a:solidFill>
                <a:latin typeface="Consolas"/>
                <a:ea typeface="Consolas"/>
                <a:cs typeface="Consolas"/>
              </a:defRPr>
            </a:pPr>
            <a:r>
              <a:rPr sz="4082" b="0">
                <a:solidFill>
                  <a:srgbClr val="DDA0DD"/>
                </a:solidFill>
                <a:latin typeface="Consolas"/>
                <a:ea typeface="Consolas"/>
                <a:cs typeface="Consolas"/>
              </a:rPr>
              <a:t>3x3</a:t>
            </a:r>
          </a:p>
        </p:txBody>
      </p:sp>
      <p:sp>
        <p:nvSpPr>
          <p:cNvPr id="535" name="anim_to7345_0_1">
            <a:extLst>
              <a:ext uri="{FF2B5EF4-FFF2-40B4-BE49-F238E27FC236}">
                <a16:creationId xmlns:a16="http://schemas.microsoft.com/office/drawing/2014/main" id="{EC1EB063-8947-4B8F-9D62-4C4A1DF89282}"/>
              </a:ext>
            </a:extLst>
          </p:cNvPr>
          <p:cNvSpPr>
            <a:spLocks noGrp="1"/>
          </p:cNvSpPr>
          <p:nvPr/>
        </p:nvSpPr>
        <p:spPr>
          <a:xfrm>
            <a:off x="9919473" y="2920849"/>
            <a:ext cx="1141674" cy="4180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33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33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2633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RF = 5</a:t>
            </a:r>
          </a:p>
        </p:txBody>
      </p:sp>
      <p:sp>
        <p:nvSpPr>
          <p:cNvPr id="536" name="anim_to7373_0_1">
            <a:extLst>
              <a:ext uri="{FF2B5EF4-FFF2-40B4-BE49-F238E27FC236}">
                <a16:creationId xmlns:a16="http://schemas.microsoft.com/office/drawing/2014/main" id="{EDF6D360-0425-44E1-8D03-270ECC87A3DE}"/>
              </a:ext>
            </a:extLst>
          </p:cNvPr>
          <p:cNvSpPr>
            <a:spLocks noGrp="1"/>
          </p:cNvSpPr>
          <p:nvPr/>
        </p:nvSpPr>
        <p:spPr>
          <a:xfrm>
            <a:off x="2709541" y="533936"/>
            <a:ext cx="396586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rPr>
              <a:t>R</a:t>
            </a:r>
          </a:p>
        </p:txBody>
      </p:sp>
      <p:sp>
        <p:nvSpPr>
          <p:cNvPr id="537" name="anim_to7375_0_1">
            <a:extLst>
              <a:ext uri="{FF2B5EF4-FFF2-40B4-BE49-F238E27FC236}">
                <a16:creationId xmlns:a16="http://schemas.microsoft.com/office/drawing/2014/main" id="{BE5D3C7E-3BC6-41DC-9483-7579D9006A0B}"/>
              </a:ext>
            </a:extLst>
          </p:cNvPr>
          <p:cNvSpPr>
            <a:spLocks noGrp="1"/>
          </p:cNvSpPr>
          <p:nvPr/>
        </p:nvSpPr>
        <p:spPr>
          <a:xfrm>
            <a:off x="3068026" y="533936"/>
            <a:ext cx="344964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538" name="anim_to7383_0_1">
            <a:extLst>
              <a:ext uri="{FF2B5EF4-FFF2-40B4-BE49-F238E27FC236}">
                <a16:creationId xmlns:a16="http://schemas.microsoft.com/office/drawing/2014/main" id="{507C9440-816B-4E4D-989E-0961E9DA1F0B}"/>
              </a:ext>
            </a:extLst>
          </p:cNvPr>
          <p:cNvSpPr>
            <a:spLocks noGrp="1"/>
          </p:cNvSpPr>
          <p:nvPr/>
        </p:nvSpPr>
        <p:spPr>
          <a:xfrm>
            <a:off x="3753451" y="533936"/>
            <a:ext cx="322021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rPr>
              <a:t>g</a:t>
            </a:r>
          </a:p>
        </p:txBody>
      </p:sp>
      <p:sp>
        <p:nvSpPr>
          <p:cNvPr id="539" name="anim_to7385_0_1">
            <a:extLst>
              <a:ext uri="{FF2B5EF4-FFF2-40B4-BE49-F238E27FC236}">
                <a16:creationId xmlns:a16="http://schemas.microsoft.com/office/drawing/2014/main" id="{3BA4D47C-042B-428A-A203-83BC74923420}"/>
              </a:ext>
            </a:extLst>
          </p:cNvPr>
          <p:cNvSpPr>
            <a:spLocks noGrp="1"/>
          </p:cNvSpPr>
          <p:nvPr/>
        </p:nvSpPr>
        <p:spPr>
          <a:xfrm>
            <a:off x="4037371" y="533936"/>
            <a:ext cx="276134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rPr>
              <a:t>r</a:t>
            </a:r>
          </a:p>
        </p:txBody>
      </p:sp>
      <p:sp>
        <p:nvSpPr>
          <p:cNvPr id="540" name="anim_to7387_0_1">
            <a:extLst>
              <a:ext uri="{FF2B5EF4-FFF2-40B4-BE49-F238E27FC236}">
                <a16:creationId xmlns:a16="http://schemas.microsoft.com/office/drawing/2014/main" id="{7B9EF17F-3542-449F-BC50-7269EF3418AD}"/>
              </a:ext>
            </a:extLst>
          </p:cNvPr>
          <p:cNvSpPr>
            <a:spLocks noGrp="1"/>
          </p:cNvSpPr>
          <p:nvPr/>
        </p:nvSpPr>
        <p:spPr>
          <a:xfrm>
            <a:off x="4275406" y="533936"/>
            <a:ext cx="342096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rPr>
              <a:t>o</a:t>
            </a:r>
          </a:p>
        </p:txBody>
      </p:sp>
      <p:sp>
        <p:nvSpPr>
          <p:cNvPr id="541" name="anim_to7389_0_1">
            <a:extLst>
              <a:ext uri="{FF2B5EF4-FFF2-40B4-BE49-F238E27FC236}">
                <a16:creationId xmlns:a16="http://schemas.microsoft.com/office/drawing/2014/main" id="{F13DE71F-5788-46E2-A5DA-D8FA2D3E9BD2}"/>
              </a:ext>
            </a:extLst>
          </p:cNvPr>
          <p:cNvSpPr>
            <a:spLocks noGrp="1"/>
          </p:cNvSpPr>
          <p:nvPr/>
        </p:nvSpPr>
        <p:spPr>
          <a:xfrm>
            <a:off x="4579402" y="533936"/>
            <a:ext cx="482622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rPr>
              <a:t>w</a:t>
            </a:r>
          </a:p>
        </p:txBody>
      </p:sp>
      <p:sp>
        <p:nvSpPr>
          <p:cNvPr id="542" name="anim_to7391_0_1">
            <a:extLst>
              <a:ext uri="{FF2B5EF4-FFF2-40B4-BE49-F238E27FC236}">
                <a16:creationId xmlns:a16="http://schemas.microsoft.com/office/drawing/2014/main" id="{F09972A1-1FFC-4F50-8342-95519855632F}"/>
              </a:ext>
            </a:extLst>
          </p:cNvPr>
          <p:cNvSpPr>
            <a:spLocks noGrp="1"/>
          </p:cNvSpPr>
          <p:nvPr/>
        </p:nvSpPr>
        <p:spPr>
          <a:xfrm>
            <a:off x="5023924" y="533936"/>
            <a:ext cx="284738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rPr>
              <a:t>s</a:t>
            </a:r>
          </a:p>
        </p:txBody>
      </p:sp>
      <p:sp>
        <p:nvSpPr>
          <p:cNvPr id="543" name="anim_to7397_0_1">
            <a:extLst>
              <a:ext uri="{FF2B5EF4-FFF2-40B4-BE49-F238E27FC236}">
                <a16:creationId xmlns:a16="http://schemas.microsoft.com/office/drawing/2014/main" id="{89489A5F-E066-455E-944E-7DD681FCAD30}"/>
              </a:ext>
            </a:extLst>
          </p:cNvPr>
          <p:cNvSpPr>
            <a:spLocks noGrp="1"/>
          </p:cNvSpPr>
          <p:nvPr/>
        </p:nvSpPr>
        <p:spPr>
          <a:xfrm>
            <a:off x="5522936" y="533936"/>
            <a:ext cx="284738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rPr>
              <a:t>s</a:t>
            </a:r>
          </a:p>
        </p:txBody>
      </p:sp>
      <p:sp>
        <p:nvSpPr>
          <p:cNvPr id="544" name="anim_to7399_0_1">
            <a:extLst>
              <a:ext uri="{FF2B5EF4-FFF2-40B4-BE49-F238E27FC236}">
                <a16:creationId xmlns:a16="http://schemas.microsoft.com/office/drawing/2014/main" id="{A6029733-3396-466B-8032-79A20384B624}"/>
              </a:ext>
            </a:extLst>
          </p:cNvPr>
          <p:cNvSpPr>
            <a:spLocks noGrp="1"/>
          </p:cNvSpPr>
          <p:nvPr/>
        </p:nvSpPr>
        <p:spPr>
          <a:xfrm>
            <a:off x="5769574" y="533936"/>
            <a:ext cx="195834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545" name="anim_to7401_0_1">
            <a:extLst>
              <a:ext uri="{FF2B5EF4-FFF2-40B4-BE49-F238E27FC236}">
                <a16:creationId xmlns:a16="http://schemas.microsoft.com/office/drawing/2014/main" id="{FD6D9917-5D9C-4D6B-9C52-045C866D43AB}"/>
              </a:ext>
            </a:extLst>
          </p:cNvPr>
          <p:cNvSpPr>
            <a:spLocks noGrp="1"/>
          </p:cNvSpPr>
          <p:nvPr/>
        </p:nvSpPr>
        <p:spPr>
          <a:xfrm>
            <a:off x="5927307" y="533936"/>
            <a:ext cx="342096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rPr>
              <a:t>o</a:t>
            </a:r>
          </a:p>
        </p:txBody>
      </p:sp>
      <p:sp>
        <p:nvSpPr>
          <p:cNvPr id="546" name="anim_to7403_0_1">
            <a:extLst>
              <a:ext uri="{FF2B5EF4-FFF2-40B4-BE49-F238E27FC236}">
                <a16:creationId xmlns:a16="http://schemas.microsoft.com/office/drawing/2014/main" id="{D43B3884-0FD6-4040-B6BE-D63602989E60}"/>
              </a:ext>
            </a:extLst>
          </p:cNvPr>
          <p:cNvSpPr>
            <a:spLocks noGrp="1"/>
          </p:cNvSpPr>
          <p:nvPr/>
        </p:nvSpPr>
        <p:spPr>
          <a:xfrm>
            <a:off x="6231303" y="533936"/>
            <a:ext cx="482622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rPr>
              <a:t>w</a:t>
            </a:r>
          </a:p>
        </p:txBody>
      </p:sp>
      <p:sp>
        <p:nvSpPr>
          <p:cNvPr id="547" name="anim_to7405_0_1">
            <a:extLst>
              <a:ext uri="{FF2B5EF4-FFF2-40B4-BE49-F238E27FC236}">
                <a16:creationId xmlns:a16="http://schemas.microsoft.com/office/drawing/2014/main" id="{FF3E4492-DD85-4DCD-A7C1-F3BA1BF90F83}"/>
              </a:ext>
            </a:extLst>
          </p:cNvPr>
          <p:cNvSpPr>
            <a:spLocks noGrp="1"/>
          </p:cNvSpPr>
          <p:nvPr/>
        </p:nvSpPr>
        <p:spPr>
          <a:xfrm>
            <a:off x="6675825" y="533936"/>
            <a:ext cx="316285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548" name="anim_to7407_0_1">
            <a:extLst>
              <a:ext uri="{FF2B5EF4-FFF2-40B4-BE49-F238E27FC236}">
                <a16:creationId xmlns:a16="http://schemas.microsoft.com/office/drawing/2014/main" id="{8DF23F87-D016-4867-B445-00214E236F4C}"/>
              </a:ext>
            </a:extLst>
          </p:cNvPr>
          <p:cNvSpPr>
            <a:spLocks noGrp="1"/>
          </p:cNvSpPr>
          <p:nvPr/>
        </p:nvSpPr>
        <p:spPr>
          <a:xfrm>
            <a:off x="6954010" y="533936"/>
            <a:ext cx="276134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rPr>
              <a:t>r</a:t>
            </a:r>
          </a:p>
        </p:txBody>
      </p:sp>
      <p:sp>
        <p:nvSpPr>
          <p:cNvPr id="549" name="anim_to7409_0_1">
            <a:extLst>
              <a:ext uri="{FF2B5EF4-FFF2-40B4-BE49-F238E27FC236}">
                <a16:creationId xmlns:a16="http://schemas.microsoft.com/office/drawing/2014/main" id="{9900BFD9-6C93-44F5-ACDE-77919CD0703A}"/>
              </a:ext>
            </a:extLst>
          </p:cNvPr>
          <p:cNvSpPr>
            <a:spLocks noGrp="1"/>
          </p:cNvSpPr>
          <p:nvPr/>
        </p:nvSpPr>
        <p:spPr>
          <a:xfrm>
            <a:off x="7192045" y="533936"/>
            <a:ext cx="204437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rPr>
              <a:t>!</a:t>
            </a:r>
          </a:p>
        </p:txBody>
      </p:sp>
      <p:sp>
        <p:nvSpPr>
          <p:cNvPr id="550" name="anim_to7415_0_1">
            <a:extLst>
              <a:ext uri="{FF2B5EF4-FFF2-40B4-BE49-F238E27FC236}">
                <a16:creationId xmlns:a16="http://schemas.microsoft.com/office/drawing/2014/main" id="{68BC4A21-B1C8-44DC-B30A-676E271D4EEE}"/>
              </a:ext>
            </a:extLst>
          </p:cNvPr>
          <p:cNvSpPr>
            <a:spLocks noGrp="1"/>
          </p:cNvSpPr>
          <p:nvPr/>
        </p:nvSpPr>
        <p:spPr>
          <a:xfrm>
            <a:off x="7610756" y="533936"/>
            <a:ext cx="279002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551" name="anim_to7417_0_1">
            <a:extLst>
              <a:ext uri="{FF2B5EF4-FFF2-40B4-BE49-F238E27FC236}">
                <a16:creationId xmlns:a16="http://schemas.microsoft.com/office/drawing/2014/main" id="{0685CEB2-4EE7-42E2-B55E-C30634C99CC9}"/>
              </a:ext>
            </a:extLst>
          </p:cNvPr>
          <p:cNvSpPr>
            <a:spLocks noGrp="1"/>
          </p:cNvSpPr>
          <p:nvPr/>
        </p:nvSpPr>
        <p:spPr>
          <a:xfrm>
            <a:off x="7851658" y="533936"/>
            <a:ext cx="356435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rPr>
              <a:t>3</a:t>
            </a:r>
          </a:p>
        </p:txBody>
      </p:sp>
      <p:sp>
        <p:nvSpPr>
          <p:cNvPr id="552" name="anim_to7421_0_1">
            <a:extLst>
              <a:ext uri="{FF2B5EF4-FFF2-40B4-BE49-F238E27FC236}">
                <a16:creationId xmlns:a16="http://schemas.microsoft.com/office/drawing/2014/main" id="{23535F6B-F894-4BED-AD33-17F08262B923}"/>
              </a:ext>
            </a:extLst>
          </p:cNvPr>
          <p:cNvSpPr>
            <a:spLocks noGrp="1"/>
          </p:cNvSpPr>
          <p:nvPr/>
        </p:nvSpPr>
        <p:spPr>
          <a:xfrm>
            <a:off x="8296180" y="533936"/>
            <a:ext cx="519905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rPr>
              <a:t>→</a:t>
            </a:r>
          </a:p>
        </p:txBody>
      </p:sp>
      <p:sp>
        <p:nvSpPr>
          <p:cNvPr id="553" name="anim_to7425_0_1">
            <a:extLst>
              <a:ext uri="{FF2B5EF4-FFF2-40B4-BE49-F238E27FC236}">
                <a16:creationId xmlns:a16="http://schemas.microsoft.com/office/drawing/2014/main" id="{965111C8-34D8-480F-9AA5-E8D27A8722E2}"/>
              </a:ext>
            </a:extLst>
          </p:cNvPr>
          <p:cNvSpPr>
            <a:spLocks noGrp="1"/>
          </p:cNvSpPr>
          <p:nvPr/>
        </p:nvSpPr>
        <p:spPr>
          <a:xfrm>
            <a:off x="8904172" y="533936"/>
            <a:ext cx="356435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rPr>
              <a:t>5</a:t>
            </a:r>
          </a:p>
        </p:txBody>
      </p:sp>
      <p:sp>
        <p:nvSpPr>
          <p:cNvPr id="554" name="anim_to7427_0_1">
            <a:extLst>
              <a:ext uri="{FF2B5EF4-FFF2-40B4-BE49-F238E27FC236}">
                <a16:creationId xmlns:a16="http://schemas.microsoft.com/office/drawing/2014/main" id="{4E41C7CB-9BEE-4357-9F9E-73D5594C0DE1}"/>
              </a:ext>
            </a:extLst>
          </p:cNvPr>
          <p:cNvSpPr>
            <a:spLocks noGrp="1"/>
          </p:cNvSpPr>
          <p:nvPr/>
        </p:nvSpPr>
        <p:spPr>
          <a:xfrm>
            <a:off x="9222507" y="533936"/>
            <a:ext cx="279002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FF8080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555" name="anim_to7431_0_1">
            <a:extLst>
              <a:ext uri="{FF2B5EF4-FFF2-40B4-BE49-F238E27FC236}">
                <a16:creationId xmlns:a16="http://schemas.microsoft.com/office/drawing/2014/main" id="{9DBE7D20-09EA-428C-8161-C2F2780FE90A}"/>
              </a:ext>
            </a:extLst>
          </p:cNvPr>
          <p:cNvSpPr>
            <a:spLocks noGrp="1"/>
          </p:cNvSpPr>
          <p:nvPr/>
        </p:nvSpPr>
        <p:spPr>
          <a:xfrm>
            <a:off x="4317927" y="1384816"/>
            <a:ext cx="3575196" cy="8038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064" b="1">
                <a:solidFill>
                  <a:srgbClr val="FF6B6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064" b="1">
                <a:solidFill>
                  <a:srgbClr val="FF6B6B"/>
                </a:solidFill>
                <a:latin typeface="Consolas"/>
                <a:ea typeface="Consolas"/>
                <a:cs typeface="Consolas"/>
              </a:defRPr>
            </a:pPr>
            <a:r>
              <a:rPr sz="5064" b="1">
                <a:solidFill>
                  <a:srgbClr val="FF6B6B"/>
                </a:solidFill>
                <a:latin typeface="Consolas"/>
                <a:ea typeface="Consolas"/>
                <a:cs typeface="Consolas"/>
              </a:rPr>
              <a:t>Stride = 2</a:t>
            </a:r>
          </a:p>
        </p:txBody>
      </p:sp>
      <p:sp>
        <p:nvSpPr>
          <p:cNvPr id="556" name="anim_o7443_1">
            <a:extLst>
              <a:ext uri="{FF2B5EF4-FFF2-40B4-BE49-F238E27FC236}">
                <a16:creationId xmlns:a16="http://schemas.microsoft.com/office/drawing/2014/main" id="{6B35C725-C80F-4FE0-9ADA-A0AE27EA21C3}"/>
              </a:ext>
            </a:extLst>
          </p:cNvPr>
          <p:cNvSpPr>
            <a:spLocks noGrp="1"/>
          </p:cNvSpPr>
          <p:nvPr/>
        </p:nvSpPr>
        <p:spPr>
          <a:xfrm>
            <a:off x="963996" y="266535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57" name="anim_o7444_1">
            <a:extLst>
              <a:ext uri="{FF2B5EF4-FFF2-40B4-BE49-F238E27FC236}">
                <a16:creationId xmlns:a16="http://schemas.microsoft.com/office/drawing/2014/main" id="{E0677DEB-FD26-4F70-8723-2C66C8752713}"/>
              </a:ext>
            </a:extLst>
          </p:cNvPr>
          <p:cNvSpPr>
            <a:spLocks noGrp="1"/>
          </p:cNvSpPr>
          <p:nvPr/>
        </p:nvSpPr>
        <p:spPr>
          <a:xfrm>
            <a:off x="1374556" y="266535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58" name="anim_o7445_1">
            <a:extLst>
              <a:ext uri="{FF2B5EF4-FFF2-40B4-BE49-F238E27FC236}">
                <a16:creationId xmlns:a16="http://schemas.microsoft.com/office/drawing/2014/main" id="{77496901-19F4-49EA-A419-4B73ACE2930C}"/>
              </a:ext>
            </a:extLst>
          </p:cNvPr>
          <p:cNvSpPr>
            <a:spLocks noGrp="1"/>
          </p:cNvSpPr>
          <p:nvPr/>
        </p:nvSpPr>
        <p:spPr>
          <a:xfrm>
            <a:off x="1785116" y="266535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59" name="anim_o7446_1">
            <a:extLst>
              <a:ext uri="{FF2B5EF4-FFF2-40B4-BE49-F238E27FC236}">
                <a16:creationId xmlns:a16="http://schemas.microsoft.com/office/drawing/2014/main" id="{6A85AD3F-E7F8-42EF-B7F1-946AA7069A36}"/>
              </a:ext>
            </a:extLst>
          </p:cNvPr>
          <p:cNvSpPr>
            <a:spLocks noGrp="1"/>
          </p:cNvSpPr>
          <p:nvPr/>
        </p:nvSpPr>
        <p:spPr>
          <a:xfrm>
            <a:off x="2195677" y="266535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60" name="anim_o7447_1">
            <a:extLst>
              <a:ext uri="{FF2B5EF4-FFF2-40B4-BE49-F238E27FC236}">
                <a16:creationId xmlns:a16="http://schemas.microsoft.com/office/drawing/2014/main" id="{CD3335DF-DA51-4D44-9474-C86EC264D063}"/>
              </a:ext>
            </a:extLst>
          </p:cNvPr>
          <p:cNvSpPr>
            <a:spLocks noGrp="1"/>
          </p:cNvSpPr>
          <p:nvPr/>
        </p:nvSpPr>
        <p:spPr>
          <a:xfrm>
            <a:off x="2606237" y="266535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61" name="anim_o7448_1">
            <a:extLst>
              <a:ext uri="{FF2B5EF4-FFF2-40B4-BE49-F238E27FC236}">
                <a16:creationId xmlns:a16="http://schemas.microsoft.com/office/drawing/2014/main" id="{FF47928B-EA3C-4DA0-8298-541DFCBE4433}"/>
              </a:ext>
            </a:extLst>
          </p:cNvPr>
          <p:cNvSpPr>
            <a:spLocks noGrp="1"/>
          </p:cNvSpPr>
          <p:nvPr/>
        </p:nvSpPr>
        <p:spPr>
          <a:xfrm>
            <a:off x="3016797" y="266535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62" name="anim_o7449_1">
            <a:extLst>
              <a:ext uri="{FF2B5EF4-FFF2-40B4-BE49-F238E27FC236}">
                <a16:creationId xmlns:a16="http://schemas.microsoft.com/office/drawing/2014/main" id="{BAC93108-38FF-400F-B117-87581A255D4D}"/>
              </a:ext>
            </a:extLst>
          </p:cNvPr>
          <p:cNvSpPr>
            <a:spLocks noGrp="1"/>
          </p:cNvSpPr>
          <p:nvPr/>
        </p:nvSpPr>
        <p:spPr>
          <a:xfrm>
            <a:off x="3427358" y="266535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63" name="anim_o7450_1">
            <a:extLst>
              <a:ext uri="{FF2B5EF4-FFF2-40B4-BE49-F238E27FC236}">
                <a16:creationId xmlns:a16="http://schemas.microsoft.com/office/drawing/2014/main" id="{9FE0E4B4-3660-4E7F-BBC4-89ED04ECD9D6}"/>
              </a:ext>
            </a:extLst>
          </p:cNvPr>
          <p:cNvSpPr>
            <a:spLocks noGrp="1"/>
          </p:cNvSpPr>
          <p:nvPr/>
        </p:nvSpPr>
        <p:spPr>
          <a:xfrm>
            <a:off x="963996" y="307591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64" name="anim_o7451_1">
            <a:extLst>
              <a:ext uri="{FF2B5EF4-FFF2-40B4-BE49-F238E27FC236}">
                <a16:creationId xmlns:a16="http://schemas.microsoft.com/office/drawing/2014/main" id="{5DFE919C-AEB2-42A0-9F1B-97AAC697FED9}"/>
              </a:ext>
            </a:extLst>
          </p:cNvPr>
          <p:cNvSpPr>
            <a:spLocks noGrp="1"/>
          </p:cNvSpPr>
          <p:nvPr/>
        </p:nvSpPr>
        <p:spPr>
          <a:xfrm>
            <a:off x="1374556" y="307591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65" name="anim_o7452_1">
            <a:extLst>
              <a:ext uri="{FF2B5EF4-FFF2-40B4-BE49-F238E27FC236}">
                <a16:creationId xmlns:a16="http://schemas.microsoft.com/office/drawing/2014/main" id="{AC1093DD-CF87-41E8-88C6-8EBE00A917C7}"/>
              </a:ext>
            </a:extLst>
          </p:cNvPr>
          <p:cNvSpPr>
            <a:spLocks noGrp="1"/>
          </p:cNvSpPr>
          <p:nvPr/>
        </p:nvSpPr>
        <p:spPr>
          <a:xfrm>
            <a:off x="1785116" y="307591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66" name="anim_o7453_1">
            <a:extLst>
              <a:ext uri="{FF2B5EF4-FFF2-40B4-BE49-F238E27FC236}">
                <a16:creationId xmlns:a16="http://schemas.microsoft.com/office/drawing/2014/main" id="{95E7AD2F-BE70-48A9-88EC-93F35EC4F2E8}"/>
              </a:ext>
            </a:extLst>
          </p:cNvPr>
          <p:cNvSpPr>
            <a:spLocks noGrp="1"/>
          </p:cNvSpPr>
          <p:nvPr/>
        </p:nvSpPr>
        <p:spPr>
          <a:xfrm>
            <a:off x="2195677" y="307591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67" name="anim_o7454_1">
            <a:extLst>
              <a:ext uri="{FF2B5EF4-FFF2-40B4-BE49-F238E27FC236}">
                <a16:creationId xmlns:a16="http://schemas.microsoft.com/office/drawing/2014/main" id="{E139A7A9-C7E3-4FF0-83DC-4A942E377DB0}"/>
              </a:ext>
            </a:extLst>
          </p:cNvPr>
          <p:cNvSpPr>
            <a:spLocks noGrp="1"/>
          </p:cNvSpPr>
          <p:nvPr/>
        </p:nvSpPr>
        <p:spPr>
          <a:xfrm>
            <a:off x="2606237" y="307591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68" name="anim_o7455_1">
            <a:extLst>
              <a:ext uri="{FF2B5EF4-FFF2-40B4-BE49-F238E27FC236}">
                <a16:creationId xmlns:a16="http://schemas.microsoft.com/office/drawing/2014/main" id="{14E70F03-6D1C-4247-BB09-0706D3B69079}"/>
              </a:ext>
            </a:extLst>
          </p:cNvPr>
          <p:cNvSpPr>
            <a:spLocks noGrp="1"/>
          </p:cNvSpPr>
          <p:nvPr/>
        </p:nvSpPr>
        <p:spPr>
          <a:xfrm>
            <a:off x="3016797" y="307591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69" name="anim_o7456_1">
            <a:extLst>
              <a:ext uri="{FF2B5EF4-FFF2-40B4-BE49-F238E27FC236}">
                <a16:creationId xmlns:a16="http://schemas.microsoft.com/office/drawing/2014/main" id="{9E373B64-0A9D-4B61-B27A-03D1F37B441D}"/>
              </a:ext>
            </a:extLst>
          </p:cNvPr>
          <p:cNvSpPr>
            <a:spLocks noGrp="1"/>
          </p:cNvSpPr>
          <p:nvPr/>
        </p:nvSpPr>
        <p:spPr>
          <a:xfrm>
            <a:off x="3427358" y="307591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70" name="anim_o7457_1">
            <a:extLst>
              <a:ext uri="{FF2B5EF4-FFF2-40B4-BE49-F238E27FC236}">
                <a16:creationId xmlns:a16="http://schemas.microsoft.com/office/drawing/2014/main" id="{29E57F25-8D2E-40FA-9933-B2A4E9BF69FD}"/>
              </a:ext>
            </a:extLst>
          </p:cNvPr>
          <p:cNvSpPr>
            <a:spLocks noGrp="1"/>
          </p:cNvSpPr>
          <p:nvPr/>
        </p:nvSpPr>
        <p:spPr>
          <a:xfrm>
            <a:off x="963996" y="348647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71" name="anim_o7458_1">
            <a:extLst>
              <a:ext uri="{FF2B5EF4-FFF2-40B4-BE49-F238E27FC236}">
                <a16:creationId xmlns:a16="http://schemas.microsoft.com/office/drawing/2014/main" id="{A187D7FA-3F65-4B38-8903-D32E5212FDE5}"/>
              </a:ext>
            </a:extLst>
          </p:cNvPr>
          <p:cNvSpPr>
            <a:spLocks noGrp="1"/>
          </p:cNvSpPr>
          <p:nvPr/>
        </p:nvSpPr>
        <p:spPr>
          <a:xfrm>
            <a:off x="1374556" y="348647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72" name="anim_o7459_1">
            <a:extLst>
              <a:ext uri="{FF2B5EF4-FFF2-40B4-BE49-F238E27FC236}">
                <a16:creationId xmlns:a16="http://schemas.microsoft.com/office/drawing/2014/main" id="{618CC08C-A649-4490-BD9F-BEEDA5BE8835}"/>
              </a:ext>
            </a:extLst>
          </p:cNvPr>
          <p:cNvSpPr>
            <a:spLocks noGrp="1"/>
          </p:cNvSpPr>
          <p:nvPr/>
        </p:nvSpPr>
        <p:spPr>
          <a:xfrm>
            <a:off x="1785116" y="348647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73" name="anim_o7460_1">
            <a:extLst>
              <a:ext uri="{FF2B5EF4-FFF2-40B4-BE49-F238E27FC236}">
                <a16:creationId xmlns:a16="http://schemas.microsoft.com/office/drawing/2014/main" id="{4A858910-9B77-4ECA-A944-4A844C841B3C}"/>
              </a:ext>
            </a:extLst>
          </p:cNvPr>
          <p:cNvSpPr>
            <a:spLocks noGrp="1"/>
          </p:cNvSpPr>
          <p:nvPr/>
        </p:nvSpPr>
        <p:spPr>
          <a:xfrm>
            <a:off x="2195677" y="348647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74" name="anim_o7461_1">
            <a:extLst>
              <a:ext uri="{FF2B5EF4-FFF2-40B4-BE49-F238E27FC236}">
                <a16:creationId xmlns:a16="http://schemas.microsoft.com/office/drawing/2014/main" id="{FB8612CE-7094-47F9-9EC5-733CF5110B5C}"/>
              </a:ext>
            </a:extLst>
          </p:cNvPr>
          <p:cNvSpPr>
            <a:spLocks noGrp="1"/>
          </p:cNvSpPr>
          <p:nvPr/>
        </p:nvSpPr>
        <p:spPr>
          <a:xfrm>
            <a:off x="2606237" y="348647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75" name="anim_o7462_1">
            <a:extLst>
              <a:ext uri="{FF2B5EF4-FFF2-40B4-BE49-F238E27FC236}">
                <a16:creationId xmlns:a16="http://schemas.microsoft.com/office/drawing/2014/main" id="{E2C0B539-0D45-4333-B6B0-447343AF8949}"/>
              </a:ext>
            </a:extLst>
          </p:cNvPr>
          <p:cNvSpPr>
            <a:spLocks noGrp="1"/>
          </p:cNvSpPr>
          <p:nvPr/>
        </p:nvSpPr>
        <p:spPr>
          <a:xfrm>
            <a:off x="3016797" y="348647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76" name="anim_o7463_1">
            <a:extLst>
              <a:ext uri="{FF2B5EF4-FFF2-40B4-BE49-F238E27FC236}">
                <a16:creationId xmlns:a16="http://schemas.microsoft.com/office/drawing/2014/main" id="{37B65678-D553-4D32-A154-1F51306CCEFB}"/>
              </a:ext>
            </a:extLst>
          </p:cNvPr>
          <p:cNvSpPr>
            <a:spLocks noGrp="1"/>
          </p:cNvSpPr>
          <p:nvPr/>
        </p:nvSpPr>
        <p:spPr>
          <a:xfrm>
            <a:off x="3427358" y="348647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77" name="anim_o7464_1">
            <a:extLst>
              <a:ext uri="{FF2B5EF4-FFF2-40B4-BE49-F238E27FC236}">
                <a16:creationId xmlns:a16="http://schemas.microsoft.com/office/drawing/2014/main" id="{4E356CCF-ED08-46A3-8EFE-137A20286637}"/>
              </a:ext>
            </a:extLst>
          </p:cNvPr>
          <p:cNvSpPr>
            <a:spLocks noGrp="1"/>
          </p:cNvSpPr>
          <p:nvPr/>
        </p:nvSpPr>
        <p:spPr>
          <a:xfrm>
            <a:off x="963996" y="389703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78" name="anim_o7465_1">
            <a:extLst>
              <a:ext uri="{FF2B5EF4-FFF2-40B4-BE49-F238E27FC236}">
                <a16:creationId xmlns:a16="http://schemas.microsoft.com/office/drawing/2014/main" id="{949DD020-D2A0-41A8-8DE9-57CDB121AFCE}"/>
              </a:ext>
            </a:extLst>
          </p:cNvPr>
          <p:cNvSpPr>
            <a:spLocks noGrp="1"/>
          </p:cNvSpPr>
          <p:nvPr/>
        </p:nvSpPr>
        <p:spPr>
          <a:xfrm>
            <a:off x="1374556" y="389703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79" name="anim_o7466_1">
            <a:extLst>
              <a:ext uri="{FF2B5EF4-FFF2-40B4-BE49-F238E27FC236}">
                <a16:creationId xmlns:a16="http://schemas.microsoft.com/office/drawing/2014/main" id="{3183FE75-3506-4916-A263-135AF47D633F}"/>
              </a:ext>
            </a:extLst>
          </p:cNvPr>
          <p:cNvSpPr>
            <a:spLocks noGrp="1"/>
          </p:cNvSpPr>
          <p:nvPr/>
        </p:nvSpPr>
        <p:spPr>
          <a:xfrm>
            <a:off x="1785116" y="389703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0" name="anim_o7467_1">
            <a:extLst>
              <a:ext uri="{FF2B5EF4-FFF2-40B4-BE49-F238E27FC236}">
                <a16:creationId xmlns:a16="http://schemas.microsoft.com/office/drawing/2014/main" id="{84018161-8A97-4597-861F-8EF23AEED960}"/>
              </a:ext>
            </a:extLst>
          </p:cNvPr>
          <p:cNvSpPr>
            <a:spLocks noGrp="1"/>
          </p:cNvSpPr>
          <p:nvPr/>
        </p:nvSpPr>
        <p:spPr>
          <a:xfrm>
            <a:off x="2195677" y="389703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1" name="anim_o7468_1">
            <a:extLst>
              <a:ext uri="{FF2B5EF4-FFF2-40B4-BE49-F238E27FC236}">
                <a16:creationId xmlns:a16="http://schemas.microsoft.com/office/drawing/2014/main" id="{0466F038-DAF6-413B-B1D3-78A64623A2DE}"/>
              </a:ext>
            </a:extLst>
          </p:cNvPr>
          <p:cNvSpPr>
            <a:spLocks noGrp="1"/>
          </p:cNvSpPr>
          <p:nvPr/>
        </p:nvSpPr>
        <p:spPr>
          <a:xfrm>
            <a:off x="2606237" y="389703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2" name="anim_o7469_1">
            <a:extLst>
              <a:ext uri="{FF2B5EF4-FFF2-40B4-BE49-F238E27FC236}">
                <a16:creationId xmlns:a16="http://schemas.microsoft.com/office/drawing/2014/main" id="{E99A7904-CFA5-405F-9E46-60F60613EF4C}"/>
              </a:ext>
            </a:extLst>
          </p:cNvPr>
          <p:cNvSpPr>
            <a:spLocks noGrp="1"/>
          </p:cNvSpPr>
          <p:nvPr/>
        </p:nvSpPr>
        <p:spPr>
          <a:xfrm>
            <a:off x="3016797" y="389703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3" name="anim_o7470_1">
            <a:extLst>
              <a:ext uri="{FF2B5EF4-FFF2-40B4-BE49-F238E27FC236}">
                <a16:creationId xmlns:a16="http://schemas.microsoft.com/office/drawing/2014/main" id="{077F2C9E-75B7-48BF-980B-9693D84C743F}"/>
              </a:ext>
            </a:extLst>
          </p:cNvPr>
          <p:cNvSpPr>
            <a:spLocks noGrp="1"/>
          </p:cNvSpPr>
          <p:nvPr/>
        </p:nvSpPr>
        <p:spPr>
          <a:xfrm>
            <a:off x="3427358" y="389703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4" name="anim_o7471_1">
            <a:extLst>
              <a:ext uri="{FF2B5EF4-FFF2-40B4-BE49-F238E27FC236}">
                <a16:creationId xmlns:a16="http://schemas.microsoft.com/office/drawing/2014/main" id="{BC82DEEC-7C07-4286-B309-5FF83BED2CC5}"/>
              </a:ext>
            </a:extLst>
          </p:cNvPr>
          <p:cNvSpPr>
            <a:spLocks noGrp="1"/>
          </p:cNvSpPr>
          <p:nvPr/>
        </p:nvSpPr>
        <p:spPr>
          <a:xfrm>
            <a:off x="963996" y="430759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5" name="anim_o7472_1">
            <a:extLst>
              <a:ext uri="{FF2B5EF4-FFF2-40B4-BE49-F238E27FC236}">
                <a16:creationId xmlns:a16="http://schemas.microsoft.com/office/drawing/2014/main" id="{59D569DE-F540-4BC7-A2EA-4BA043CD9CD0}"/>
              </a:ext>
            </a:extLst>
          </p:cNvPr>
          <p:cNvSpPr>
            <a:spLocks noGrp="1"/>
          </p:cNvSpPr>
          <p:nvPr/>
        </p:nvSpPr>
        <p:spPr>
          <a:xfrm>
            <a:off x="1374556" y="430759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6" name="anim_o7473_1">
            <a:extLst>
              <a:ext uri="{FF2B5EF4-FFF2-40B4-BE49-F238E27FC236}">
                <a16:creationId xmlns:a16="http://schemas.microsoft.com/office/drawing/2014/main" id="{9300F8EB-9535-4549-802A-D12A232A0D6D}"/>
              </a:ext>
            </a:extLst>
          </p:cNvPr>
          <p:cNvSpPr>
            <a:spLocks noGrp="1"/>
          </p:cNvSpPr>
          <p:nvPr/>
        </p:nvSpPr>
        <p:spPr>
          <a:xfrm>
            <a:off x="1785116" y="430759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7" name="anim_o7474_1">
            <a:extLst>
              <a:ext uri="{FF2B5EF4-FFF2-40B4-BE49-F238E27FC236}">
                <a16:creationId xmlns:a16="http://schemas.microsoft.com/office/drawing/2014/main" id="{870D64EA-F41D-4E34-B1CE-8965253E0408}"/>
              </a:ext>
            </a:extLst>
          </p:cNvPr>
          <p:cNvSpPr>
            <a:spLocks noGrp="1"/>
          </p:cNvSpPr>
          <p:nvPr/>
        </p:nvSpPr>
        <p:spPr>
          <a:xfrm>
            <a:off x="2195677" y="430759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8" name="anim_o7475_1">
            <a:extLst>
              <a:ext uri="{FF2B5EF4-FFF2-40B4-BE49-F238E27FC236}">
                <a16:creationId xmlns:a16="http://schemas.microsoft.com/office/drawing/2014/main" id="{2F2E5B56-FAC9-402D-9B04-1783677ED7C7}"/>
              </a:ext>
            </a:extLst>
          </p:cNvPr>
          <p:cNvSpPr>
            <a:spLocks noGrp="1"/>
          </p:cNvSpPr>
          <p:nvPr/>
        </p:nvSpPr>
        <p:spPr>
          <a:xfrm>
            <a:off x="2606237" y="430759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9" name="anim_o7476_1">
            <a:extLst>
              <a:ext uri="{FF2B5EF4-FFF2-40B4-BE49-F238E27FC236}">
                <a16:creationId xmlns:a16="http://schemas.microsoft.com/office/drawing/2014/main" id="{2046D157-72D4-4483-90A7-DC49D4BBC95E}"/>
              </a:ext>
            </a:extLst>
          </p:cNvPr>
          <p:cNvSpPr>
            <a:spLocks noGrp="1"/>
          </p:cNvSpPr>
          <p:nvPr/>
        </p:nvSpPr>
        <p:spPr>
          <a:xfrm>
            <a:off x="3016797" y="430759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0" name="anim_o7477_1">
            <a:extLst>
              <a:ext uri="{FF2B5EF4-FFF2-40B4-BE49-F238E27FC236}">
                <a16:creationId xmlns:a16="http://schemas.microsoft.com/office/drawing/2014/main" id="{09CF1E32-7AED-47E4-97DF-DA66FD89125F}"/>
              </a:ext>
            </a:extLst>
          </p:cNvPr>
          <p:cNvSpPr>
            <a:spLocks noGrp="1"/>
          </p:cNvSpPr>
          <p:nvPr/>
        </p:nvSpPr>
        <p:spPr>
          <a:xfrm>
            <a:off x="3427358" y="430759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1" name="anim_o7478_1">
            <a:extLst>
              <a:ext uri="{FF2B5EF4-FFF2-40B4-BE49-F238E27FC236}">
                <a16:creationId xmlns:a16="http://schemas.microsoft.com/office/drawing/2014/main" id="{FFF269F0-F2F3-4FE5-BD39-C3C2241E8621}"/>
              </a:ext>
            </a:extLst>
          </p:cNvPr>
          <p:cNvSpPr>
            <a:spLocks noGrp="1"/>
          </p:cNvSpPr>
          <p:nvPr/>
        </p:nvSpPr>
        <p:spPr>
          <a:xfrm>
            <a:off x="963996" y="471815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2" name="anim_o7479_1">
            <a:extLst>
              <a:ext uri="{FF2B5EF4-FFF2-40B4-BE49-F238E27FC236}">
                <a16:creationId xmlns:a16="http://schemas.microsoft.com/office/drawing/2014/main" id="{B5C3B8C3-A7D8-43C1-86D0-D5DDBE11A708}"/>
              </a:ext>
            </a:extLst>
          </p:cNvPr>
          <p:cNvSpPr>
            <a:spLocks noGrp="1"/>
          </p:cNvSpPr>
          <p:nvPr/>
        </p:nvSpPr>
        <p:spPr>
          <a:xfrm>
            <a:off x="1374556" y="471815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3" name="anim_o7480_1">
            <a:extLst>
              <a:ext uri="{FF2B5EF4-FFF2-40B4-BE49-F238E27FC236}">
                <a16:creationId xmlns:a16="http://schemas.microsoft.com/office/drawing/2014/main" id="{D1F5FE60-9472-47C8-AAE7-886F088BFB02}"/>
              </a:ext>
            </a:extLst>
          </p:cNvPr>
          <p:cNvSpPr>
            <a:spLocks noGrp="1"/>
          </p:cNvSpPr>
          <p:nvPr/>
        </p:nvSpPr>
        <p:spPr>
          <a:xfrm>
            <a:off x="1785116" y="471815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4" name="anim_o7481_1">
            <a:extLst>
              <a:ext uri="{FF2B5EF4-FFF2-40B4-BE49-F238E27FC236}">
                <a16:creationId xmlns:a16="http://schemas.microsoft.com/office/drawing/2014/main" id="{82C34EE7-DA08-4147-9079-C3E63FADC36A}"/>
              </a:ext>
            </a:extLst>
          </p:cNvPr>
          <p:cNvSpPr>
            <a:spLocks noGrp="1"/>
          </p:cNvSpPr>
          <p:nvPr/>
        </p:nvSpPr>
        <p:spPr>
          <a:xfrm>
            <a:off x="2195677" y="471815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5" name="anim_o7482_1">
            <a:extLst>
              <a:ext uri="{FF2B5EF4-FFF2-40B4-BE49-F238E27FC236}">
                <a16:creationId xmlns:a16="http://schemas.microsoft.com/office/drawing/2014/main" id="{0F1A3F9D-383E-4811-8DFB-F1D400F4C68A}"/>
              </a:ext>
            </a:extLst>
          </p:cNvPr>
          <p:cNvSpPr>
            <a:spLocks noGrp="1"/>
          </p:cNvSpPr>
          <p:nvPr/>
        </p:nvSpPr>
        <p:spPr>
          <a:xfrm>
            <a:off x="2606237" y="471815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6" name="anim_o7483_1">
            <a:extLst>
              <a:ext uri="{FF2B5EF4-FFF2-40B4-BE49-F238E27FC236}">
                <a16:creationId xmlns:a16="http://schemas.microsoft.com/office/drawing/2014/main" id="{197DC1F9-653A-43B2-8DFB-2484858D3B23}"/>
              </a:ext>
            </a:extLst>
          </p:cNvPr>
          <p:cNvSpPr>
            <a:spLocks noGrp="1"/>
          </p:cNvSpPr>
          <p:nvPr/>
        </p:nvSpPr>
        <p:spPr>
          <a:xfrm>
            <a:off x="3016797" y="471815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7" name="anim_o7484_1">
            <a:extLst>
              <a:ext uri="{FF2B5EF4-FFF2-40B4-BE49-F238E27FC236}">
                <a16:creationId xmlns:a16="http://schemas.microsoft.com/office/drawing/2014/main" id="{B417FD36-F09B-4225-B018-D93816871747}"/>
              </a:ext>
            </a:extLst>
          </p:cNvPr>
          <p:cNvSpPr>
            <a:spLocks noGrp="1"/>
          </p:cNvSpPr>
          <p:nvPr/>
        </p:nvSpPr>
        <p:spPr>
          <a:xfrm>
            <a:off x="3427358" y="471815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8" name="anim_o7485_1">
            <a:extLst>
              <a:ext uri="{FF2B5EF4-FFF2-40B4-BE49-F238E27FC236}">
                <a16:creationId xmlns:a16="http://schemas.microsoft.com/office/drawing/2014/main" id="{3AFD52C5-C379-4906-B243-2F98D99D7365}"/>
              </a:ext>
            </a:extLst>
          </p:cNvPr>
          <p:cNvSpPr>
            <a:spLocks noGrp="1"/>
          </p:cNvSpPr>
          <p:nvPr/>
        </p:nvSpPr>
        <p:spPr>
          <a:xfrm>
            <a:off x="963996" y="5128720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9" name="anim_o7486_1">
            <a:extLst>
              <a:ext uri="{FF2B5EF4-FFF2-40B4-BE49-F238E27FC236}">
                <a16:creationId xmlns:a16="http://schemas.microsoft.com/office/drawing/2014/main" id="{0F09A9CB-40D4-4870-AF6F-AF1C11D2309E}"/>
              </a:ext>
            </a:extLst>
          </p:cNvPr>
          <p:cNvSpPr>
            <a:spLocks noGrp="1"/>
          </p:cNvSpPr>
          <p:nvPr/>
        </p:nvSpPr>
        <p:spPr>
          <a:xfrm>
            <a:off x="1374556" y="5128720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00" name="anim_o7487_1">
            <a:extLst>
              <a:ext uri="{FF2B5EF4-FFF2-40B4-BE49-F238E27FC236}">
                <a16:creationId xmlns:a16="http://schemas.microsoft.com/office/drawing/2014/main" id="{F02EED0B-C474-4502-A60D-0E885E1512AE}"/>
              </a:ext>
            </a:extLst>
          </p:cNvPr>
          <p:cNvSpPr>
            <a:spLocks noGrp="1"/>
          </p:cNvSpPr>
          <p:nvPr/>
        </p:nvSpPr>
        <p:spPr>
          <a:xfrm>
            <a:off x="1785116" y="5128720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01" name="anim_o7488_1">
            <a:extLst>
              <a:ext uri="{FF2B5EF4-FFF2-40B4-BE49-F238E27FC236}">
                <a16:creationId xmlns:a16="http://schemas.microsoft.com/office/drawing/2014/main" id="{15C78C60-CC22-4162-9D28-499A6558FFA3}"/>
              </a:ext>
            </a:extLst>
          </p:cNvPr>
          <p:cNvSpPr>
            <a:spLocks noGrp="1"/>
          </p:cNvSpPr>
          <p:nvPr/>
        </p:nvSpPr>
        <p:spPr>
          <a:xfrm>
            <a:off x="2195677" y="5128720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02" name="anim_o7489_1">
            <a:extLst>
              <a:ext uri="{FF2B5EF4-FFF2-40B4-BE49-F238E27FC236}">
                <a16:creationId xmlns:a16="http://schemas.microsoft.com/office/drawing/2014/main" id="{73DB59AC-E72E-4271-963B-A11DFA7B49CF}"/>
              </a:ext>
            </a:extLst>
          </p:cNvPr>
          <p:cNvSpPr>
            <a:spLocks noGrp="1"/>
          </p:cNvSpPr>
          <p:nvPr/>
        </p:nvSpPr>
        <p:spPr>
          <a:xfrm>
            <a:off x="2606237" y="5128720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03" name="anim_o7490_1">
            <a:extLst>
              <a:ext uri="{FF2B5EF4-FFF2-40B4-BE49-F238E27FC236}">
                <a16:creationId xmlns:a16="http://schemas.microsoft.com/office/drawing/2014/main" id="{36527568-FE4D-4EDB-9EAA-9C7534D4CF87}"/>
              </a:ext>
            </a:extLst>
          </p:cNvPr>
          <p:cNvSpPr>
            <a:spLocks noGrp="1"/>
          </p:cNvSpPr>
          <p:nvPr/>
        </p:nvSpPr>
        <p:spPr>
          <a:xfrm>
            <a:off x="3016797" y="5128720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04" name="anim_o7491_1">
            <a:extLst>
              <a:ext uri="{FF2B5EF4-FFF2-40B4-BE49-F238E27FC236}">
                <a16:creationId xmlns:a16="http://schemas.microsoft.com/office/drawing/2014/main" id="{C4A15324-6DAD-4661-A8D5-2EBCE8BDB476}"/>
              </a:ext>
            </a:extLst>
          </p:cNvPr>
          <p:cNvSpPr>
            <a:spLocks noGrp="1"/>
          </p:cNvSpPr>
          <p:nvPr/>
        </p:nvSpPr>
        <p:spPr>
          <a:xfrm>
            <a:off x="3427358" y="5128720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05" name="anim_to7492_0_1">
            <a:extLst>
              <a:ext uri="{FF2B5EF4-FFF2-40B4-BE49-F238E27FC236}">
                <a16:creationId xmlns:a16="http://schemas.microsoft.com/office/drawing/2014/main" id="{3C116D88-0F8A-47D1-935A-42865F1B03AB}"/>
              </a:ext>
            </a:extLst>
          </p:cNvPr>
          <p:cNvSpPr>
            <a:spLocks noGrp="1"/>
          </p:cNvSpPr>
          <p:nvPr/>
        </p:nvSpPr>
        <p:spPr>
          <a:xfrm>
            <a:off x="976594" y="5757906"/>
            <a:ext cx="2867777" cy="64310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051" b="1">
                <a:solidFill>
                  <a:srgbClr val="6699CC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051" b="1">
                <a:solidFill>
                  <a:srgbClr val="6699CC"/>
                </a:solidFill>
                <a:latin typeface="Consolas"/>
                <a:ea typeface="Consolas"/>
                <a:cs typeface="Consolas"/>
              </a:defRPr>
            </a:pPr>
            <a:r>
              <a:rPr sz="4051" b="1">
                <a:solidFill>
                  <a:srgbClr val="6699CC"/>
                </a:solidFill>
                <a:latin typeface="Consolas"/>
                <a:ea typeface="Consolas"/>
                <a:cs typeface="Consolas"/>
              </a:rPr>
              <a:t>Input: 7x7</a:t>
            </a:r>
          </a:p>
        </p:txBody>
      </p:sp>
      <p:sp>
        <p:nvSpPr>
          <p:cNvPr id="606" name="anim_o7537_1">
            <a:extLst>
              <a:ext uri="{FF2B5EF4-FFF2-40B4-BE49-F238E27FC236}">
                <a16:creationId xmlns:a16="http://schemas.microsoft.com/office/drawing/2014/main" id="{53893291-0058-4A16-9497-A7BC2D657FBD}"/>
              </a:ext>
            </a:extLst>
          </p:cNvPr>
          <p:cNvSpPr>
            <a:spLocks noGrp="1"/>
          </p:cNvSpPr>
          <p:nvPr/>
        </p:nvSpPr>
        <p:spPr>
          <a:xfrm>
            <a:off x="4002142" y="4016594"/>
            <a:ext cx="2134914" cy="171450"/>
          </a:xfrm>
          <a:custGeom>
            <a:avLst/>
            <a:gdLst/>
            <a:ahLst/>
            <a:cxnLst/>
            <a:rect l="0" t="0" r="0" b="0"/>
            <a:pathLst>
              <a:path w="2134914" h="171450">
                <a:moveTo>
                  <a:pt x="0" y="104775"/>
                </a:moveTo>
                <a:lnTo>
                  <a:pt x="1963464" y="104775"/>
                </a:lnTo>
                <a:lnTo>
                  <a:pt x="1963464" y="171450"/>
                </a:lnTo>
                <a:lnTo>
                  <a:pt x="2134914" y="85725"/>
                </a:lnTo>
                <a:lnTo>
                  <a:pt x="1963464" y="0"/>
                </a:lnTo>
                <a:lnTo>
                  <a:pt x="1963464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1270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07" name="anim_to7538_0_1">
            <a:extLst>
              <a:ext uri="{FF2B5EF4-FFF2-40B4-BE49-F238E27FC236}">
                <a16:creationId xmlns:a16="http://schemas.microsoft.com/office/drawing/2014/main" id="{6C336A41-171D-44D4-BF53-8804FDF42141}"/>
              </a:ext>
            </a:extLst>
          </p:cNvPr>
          <p:cNvSpPr>
            <a:spLocks noGrp="1"/>
          </p:cNvSpPr>
          <p:nvPr/>
        </p:nvSpPr>
        <p:spPr>
          <a:xfrm>
            <a:off x="4211171" y="3618907"/>
            <a:ext cx="1735906" cy="48233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38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38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3038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3x3, s=2</a:t>
            </a:r>
          </a:p>
        </p:txBody>
      </p:sp>
      <p:sp>
        <p:nvSpPr>
          <p:cNvPr id="608" name="anim_o7504_1">
            <a:extLst>
              <a:ext uri="{FF2B5EF4-FFF2-40B4-BE49-F238E27FC236}">
                <a16:creationId xmlns:a16="http://schemas.microsoft.com/office/drawing/2014/main" id="{2C376BF9-E86A-48BE-8812-7E63FD6D6E25}"/>
              </a:ext>
            </a:extLst>
          </p:cNvPr>
          <p:cNvSpPr>
            <a:spLocks noGrp="1"/>
          </p:cNvSpPr>
          <p:nvPr/>
        </p:nvSpPr>
        <p:spPr>
          <a:xfrm>
            <a:off x="6301280" y="3486478"/>
            <a:ext cx="410560" cy="410560"/>
          </a:xfrm>
          <a:prstGeom prst="rect">
            <a:avLst/>
          </a:prstGeom>
          <a:solidFill>
            <a:srgbClr val="FF6B6B">
              <a:alpha val="12000"/>
            </a:srgbClr>
          </a:solidFill>
          <a:ln w="5080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09" name="anim_o7505_1">
            <a:extLst>
              <a:ext uri="{FF2B5EF4-FFF2-40B4-BE49-F238E27FC236}">
                <a16:creationId xmlns:a16="http://schemas.microsoft.com/office/drawing/2014/main" id="{68448C47-2C7F-47F3-B38D-6C38E219F181}"/>
              </a:ext>
            </a:extLst>
          </p:cNvPr>
          <p:cNvSpPr>
            <a:spLocks noGrp="1"/>
          </p:cNvSpPr>
          <p:nvPr/>
        </p:nvSpPr>
        <p:spPr>
          <a:xfrm>
            <a:off x="6711841" y="3486478"/>
            <a:ext cx="410560" cy="410560"/>
          </a:xfrm>
          <a:prstGeom prst="rect">
            <a:avLst/>
          </a:prstGeom>
          <a:solidFill>
            <a:srgbClr val="FF6B6B">
              <a:alpha val="12000"/>
            </a:srgbClr>
          </a:solidFill>
          <a:ln w="5080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0" name="anim_o7506_1">
            <a:extLst>
              <a:ext uri="{FF2B5EF4-FFF2-40B4-BE49-F238E27FC236}">
                <a16:creationId xmlns:a16="http://schemas.microsoft.com/office/drawing/2014/main" id="{AD0933A8-2E93-43C1-8DE7-C9FE13A7EB23}"/>
              </a:ext>
            </a:extLst>
          </p:cNvPr>
          <p:cNvSpPr>
            <a:spLocks noGrp="1"/>
          </p:cNvSpPr>
          <p:nvPr/>
        </p:nvSpPr>
        <p:spPr>
          <a:xfrm>
            <a:off x="7122401" y="3486478"/>
            <a:ext cx="410560" cy="410560"/>
          </a:xfrm>
          <a:prstGeom prst="rect">
            <a:avLst/>
          </a:prstGeom>
          <a:solidFill>
            <a:srgbClr val="FF6B6B">
              <a:alpha val="12000"/>
            </a:srgbClr>
          </a:solidFill>
          <a:ln w="5080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1" name="anim_o7507_1">
            <a:extLst>
              <a:ext uri="{FF2B5EF4-FFF2-40B4-BE49-F238E27FC236}">
                <a16:creationId xmlns:a16="http://schemas.microsoft.com/office/drawing/2014/main" id="{BD312E36-198C-4197-90F2-226FA56481A1}"/>
              </a:ext>
            </a:extLst>
          </p:cNvPr>
          <p:cNvSpPr>
            <a:spLocks noGrp="1"/>
          </p:cNvSpPr>
          <p:nvPr/>
        </p:nvSpPr>
        <p:spPr>
          <a:xfrm>
            <a:off x="6301280" y="3897039"/>
            <a:ext cx="410560" cy="410560"/>
          </a:xfrm>
          <a:prstGeom prst="rect">
            <a:avLst/>
          </a:prstGeom>
          <a:solidFill>
            <a:srgbClr val="FF6B6B">
              <a:alpha val="12000"/>
            </a:srgbClr>
          </a:solidFill>
          <a:ln w="5080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2" name="anim_o7508_1">
            <a:extLst>
              <a:ext uri="{FF2B5EF4-FFF2-40B4-BE49-F238E27FC236}">
                <a16:creationId xmlns:a16="http://schemas.microsoft.com/office/drawing/2014/main" id="{351CDE75-0785-4F1E-B430-FCBFA9B5627E}"/>
              </a:ext>
            </a:extLst>
          </p:cNvPr>
          <p:cNvSpPr>
            <a:spLocks noGrp="1"/>
          </p:cNvSpPr>
          <p:nvPr/>
        </p:nvSpPr>
        <p:spPr>
          <a:xfrm>
            <a:off x="6711841" y="3897039"/>
            <a:ext cx="410560" cy="410560"/>
          </a:xfrm>
          <a:prstGeom prst="rect">
            <a:avLst/>
          </a:prstGeom>
          <a:solidFill>
            <a:srgbClr val="FF6B6B">
              <a:alpha val="12000"/>
            </a:srgbClr>
          </a:solidFill>
          <a:ln w="5080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3" name="anim_o7509_1">
            <a:extLst>
              <a:ext uri="{FF2B5EF4-FFF2-40B4-BE49-F238E27FC236}">
                <a16:creationId xmlns:a16="http://schemas.microsoft.com/office/drawing/2014/main" id="{5B77EDA9-7517-457A-B94E-9097BC2CDC04}"/>
              </a:ext>
            </a:extLst>
          </p:cNvPr>
          <p:cNvSpPr>
            <a:spLocks noGrp="1"/>
          </p:cNvSpPr>
          <p:nvPr/>
        </p:nvSpPr>
        <p:spPr>
          <a:xfrm>
            <a:off x="7122401" y="3897039"/>
            <a:ext cx="410560" cy="410560"/>
          </a:xfrm>
          <a:prstGeom prst="rect">
            <a:avLst/>
          </a:prstGeom>
          <a:solidFill>
            <a:srgbClr val="FF6B6B">
              <a:alpha val="12000"/>
            </a:srgbClr>
          </a:solidFill>
          <a:ln w="5080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4" name="anim_o7510_1">
            <a:extLst>
              <a:ext uri="{FF2B5EF4-FFF2-40B4-BE49-F238E27FC236}">
                <a16:creationId xmlns:a16="http://schemas.microsoft.com/office/drawing/2014/main" id="{E5588F01-9374-4DE1-B22C-ADF1B70DD64A}"/>
              </a:ext>
            </a:extLst>
          </p:cNvPr>
          <p:cNvSpPr>
            <a:spLocks noGrp="1"/>
          </p:cNvSpPr>
          <p:nvPr/>
        </p:nvSpPr>
        <p:spPr>
          <a:xfrm>
            <a:off x="6301280" y="4307599"/>
            <a:ext cx="410560" cy="410560"/>
          </a:xfrm>
          <a:prstGeom prst="rect">
            <a:avLst/>
          </a:prstGeom>
          <a:solidFill>
            <a:srgbClr val="FF6B6B">
              <a:alpha val="12000"/>
            </a:srgbClr>
          </a:solidFill>
          <a:ln w="5080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5" name="anim_o7511_1">
            <a:extLst>
              <a:ext uri="{FF2B5EF4-FFF2-40B4-BE49-F238E27FC236}">
                <a16:creationId xmlns:a16="http://schemas.microsoft.com/office/drawing/2014/main" id="{9D4C2216-3192-47D6-BCA9-89DDF40214A1}"/>
              </a:ext>
            </a:extLst>
          </p:cNvPr>
          <p:cNvSpPr>
            <a:spLocks noGrp="1"/>
          </p:cNvSpPr>
          <p:nvPr/>
        </p:nvSpPr>
        <p:spPr>
          <a:xfrm>
            <a:off x="6711841" y="4307599"/>
            <a:ext cx="410560" cy="410560"/>
          </a:xfrm>
          <a:prstGeom prst="rect">
            <a:avLst/>
          </a:prstGeom>
          <a:solidFill>
            <a:srgbClr val="FF6B6B">
              <a:alpha val="12000"/>
            </a:srgbClr>
          </a:solidFill>
          <a:ln w="5080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6" name="anim_o7512_1">
            <a:extLst>
              <a:ext uri="{FF2B5EF4-FFF2-40B4-BE49-F238E27FC236}">
                <a16:creationId xmlns:a16="http://schemas.microsoft.com/office/drawing/2014/main" id="{7C679AC4-D56A-4C76-A85C-B4914F99078A}"/>
              </a:ext>
            </a:extLst>
          </p:cNvPr>
          <p:cNvSpPr>
            <a:spLocks noGrp="1"/>
          </p:cNvSpPr>
          <p:nvPr/>
        </p:nvSpPr>
        <p:spPr>
          <a:xfrm>
            <a:off x="7122401" y="4307599"/>
            <a:ext cx="410560" cy="410560"/>
          </a:xfrm>
          <a:prstGeom prst="rect">
            <a:avLst/>
          </a:prstGeom>
          <a:solidFill>
            <a:srgbClr val="FF6B6B">
              <a:alpha val="12000"/>
            </a:srgbClr>
          </a:solidFill>
          <a:ln w="5080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7" name="anim_to7513_0_1">
            <a:extLst>
              <a:ext uri="{FF2B5EF4-FFF2-40B4-BE49-F238E27FC236}">
                <a16:creationId xmlns:a16="http://schemas.microsoft.com/office/drawing/2014/main" id="{F379EA13-AA98-4EFD-8C01-D1B2BE12BAAF}"/>
              </a:ext>
            </a:extLst>
          </p:cNvPr>
          <p:cNvSpPr>
            <a:spLocks noGrp="1"/>
          </p:cNvSpPr>
          <p:nvPr/>
        </p:nvSpPr>
        <p:spPr>
          <a:xfrm>
            <a:off x="6479929" y="4885473"/>
            <a:ext cx="893434" cy="6479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082" b="0">
                <a:solidFill>
                  <a:srgbClr val="FF6B6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082" b="0">
                <a:solidFill>
                  <a:srgbClr val="FF6B6B"/>
                </a:solidFill>
                <a:latin typeface="Consolas"/>
                <a:ea typeface="Consolas"/>
                <a:cs typeface="Consolas"/>
              </a:defRPr>
            </a:pPr>
            <a:r>
              <a:rPr sz="4082" b="0">
                <a:solidFill>
                  <a:srgbClr val="FF6B6B"/>
                </a:solidFill>
                <a:latin typeface="Consolas"/>
                <a:ea typeface="Consolas"/>
                <a:cs typeface="Consolas"/>
              </a:rPr>
              <a:t>3x3</a:t>
            </a:r>
          </a:p>
        </p:txBody>
      </p:sp>
      <p:sp>
        <p:nvSpPr>
          <p:cNvPr id="618" name="anim_to7517_0_1">
            <a:extLst>
              <a:ext uri="{FF2B5EF4-FFF2-40B4-BE49-F238E27FC236}">
                <a16:creationId xmlns:a16="http://schemas.microsoft.com/office/drawing/2014/main" id="{807C07DF-E8B3-4FB7-A4BA-733A6ED0445B}"/>
              </a:ext>
            </a:extLst>
          </p:cNvPr>
          <p:cNvSpPr>
            <a:spLocks noGrp="1"/>
          </p:cNvSpPr>
          <p:nvPr/>
        </p:nvSpPr>
        <p:spPr>
          <a:xfrm>
            <a:off x="6355809" y="2919177"/>
            <a:ext cx="1141674" cy="4180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33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33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2633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RF = 3</a:t>
            </a:r>
          </a:p>
        </p:txBody>
      </p:sp>
      <p:sp>
        <p:nvSpPr>
          <p:cNvPr id="619" name="anim_o7547_1">
            <a:extLst>
              <a:ext uri="{FF2B5EF4-FFF2-40B4-BE49-F238E27FC236}">
                <a16:creationId xmlns:a16="http://schemas.microsoft.com/office/drawing/2014/main" id="{03213A2A-2E72-4ACB-A0FF-E35F12320C2B}"/>
              </a:ext>
            </a:extLst>
          </p:cNvPr>
          <p:cNvSpPr>
            <a:spLocks noGrp="1"/>
          </p:cNvSpPr>
          <p:nvPr/>
        </p:nvSpPr>
        <p:spPr>
          <a:xfrm>
            <a:off x="7697185" y="4016594"/>
            <a:ext cx="2311455" cy="171450"/>
          </a:xfrm>
          <a:custGeom>
            <a:avLst/>
            <a:gdLst/>
            <a:ahLst/>
            <a:cxnLst/>
            <a:rect l="0" t="0" r="0" b="0"/>
            <a:pathLst>
              <a:path w="2311455" h="171450">
                <a:moveTo>
                  <a:pt x="0" y="104775"/>
                </a:moveTo>
                <a:lnTo>
                  <a:pt x="2140005" y="104775"/>
                </a:lnTo>
                <a:lnTo>
                  <a:pt x="2140005" y="171450"/>
                </a:lnTo>
                <a:lnTo>
                  <a:pt x="2311455" y="85725"/>
                </a:lnTo>
                <a:lnTo>
                  <a:pt x="2140005" y="0"/>
                </a:lnTo>
                <a:lnTo>
                  <a:pt x="2140005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1270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20" name="anim_to7548_0_1">
            <a:extLst>
              <a:ext uri="{FF2B5EF4-FFF2-40B4-BE49-F238E27FC236}">
                <a16:creationId xmlns:a16="http://schemas.microsoft.com/office/drawing/2014/main" id="{4A1097AF-EA7A-4C56-9CB7-D7AC5912F314}"/>
              </a:ext>
            </a:extLst>
          </p:cNvPr>
          <p:cNvSpPr>
            <a:spLocks noGrp="1"/>
          </p:cNvSpPr>
          <p:nvPr/>
        </p:nvSpPr>
        <p:spPr>
          <a:xfrm>
            <a:off x="7994485" y="3618907"/>
            <a:ext cx="1735906" cy="48233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38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38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3038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3x3, s=1</a:t>
            </a:r>
          </a:p>
        </p:txBody>
      </p:sp>
      <p:sp>
        <p:nvSpPr>
          <p:cNvPr id="621" name="anim_o7525_1">
            <a:extLst>
              <a:ext uri="{FF2B5EF4-FFF2-40B4-BE49-F238E27FC236}">
                <a16:creationId xmlns:a16="http://schemas.microsoft.com/office/drawing/2014/main" id="{17EEBF01-10D1-4BA6-AE4A-D868C6223620}"/>
              </a:ext>
            </a:extLst>
          </p:cNvPr>
          <p:cNvSpPr>
            <a:spLocks noGrp="1"/>
          </p:cNvSpPr>
          <p:nvPr/>
        </p:nvSpPr>
        <p:spPr>
          <a:xfrm>
            <a:off x="10172864" y="3794399"/>
            <a:ext cx="615841" cy="61584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22" name="anim_to7526_0_1">
            <a:extLst>
              <a:ext uri="{FF2B5EF4-FFF2-40B4-BE49-F238E27FC236}">
                <a16:creationId xmlns:a16="http://schemas.microsoft.com/office/drawing/2014/main" id="{3AA4D374-BBAD-4BA6-AAA3-BEA0DA62A235}"/>
              </a:ext>
            </a:extLst>
          </p:cNvPr>
          <p:cNvSpPr>
            <a:spLocks noGrp="1"/>
          </p:cNvSpPr>
          <p:nvPr/>
        </p:nvSpPr>
        <p:spPr>
          <a:xfrm>
            <a:off x="10043592" y="4573665"/>
            <a:ext cx="893434" cy="6479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082" b="0">
                <a:solidFill>
                  <a:srgbClr val="DDA0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082" b="0">
                <a:solidFill>
                  <a:srgbClr val="DDA0DD"/>
                </a:solidFill>
                <a:latin typeface="Consolas"/>
                <a:ea typeface="Consolas"/>
                <a:cs typeface="Consolas"/>
              </a:defRPr>
            </a:pPr>
            <a:r>
              <a:rPr sz="4082" b="0">
                <a:solidFill>
                  <a:srgbClr val="DDA0DD"/>
                </a:solidFill>
                <a:latin typeface="Consolas"/>
                <a:ea typeface="Consolas"/>
                <a:cs typeface="Consolas"/>
              </a:rPr>
              <a:t>1x1</a:t>
            </a:r>
          </a:p>
        </p:txBody>
      </p:sp>
      <p:sp>
        <p:nvSpPr>
          <p:cNvPr id="623" name="anim_to7530_0_1">
            <a:extLst>
              <a:ext uri="{FF2B5EF4-FFF2-40B4-BE49-F238E27FC236}">
                <a16:creationId xmlns:a16="http://schemas.microsoft.com/office/drawing/2014/main" id="{FFCE34DF-8122-4C7B-9740-A70591A77008}"/>
              </a:ext>
            </a:extLst>
          </p:cNvPr>
          <p:cNvSpPr>
            <a:spLocks noGrp="1"/>
          </p:cNvSpPr>
          <p:nvPr/>
        </p:nvSpPr>
        <p:spPr>
          <a:xfrm>
            <a:off x="9919473" y="3227097"/>
            <a:ext cx="1141674" cy="4180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33" b="1">
                <a:solidFill>
                  <a:srgbClr val="FF6B6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33" b="1">
                <a:solidFill>
                  <a:srgbClr val="FF6B6B"/>
                </a:solidFill>
                <a:latin typeface="Consolas"/>
                <a:ea typeface="Consolas"/>
                <a:cs typeface="Consolas"/>
              </a:defRPr>
            </a:pPr>
            <a:r>
              <a:rPr sz="2633" b="1">
                <a:solidFill>
                  <a:srgbClr val="FF6B6B"/>
                </a:solidFill>
                <a:latin typeface="Consolas"/>
                <a:ea typeface="Consolas"/>
                <a:cs typeface="Consolas"/>
              </a:rPr>
              <a:t>RF = 7</a:t>
            </a:r>
          </a:p>
        </p:txBody>
      </p:sp>
      <p:sp>
        <p:nvSpPr>
          <p:cNvPr id="624" name="anim_to7558_0_1">
            <a:extLst>
              <a:ext uri="{FF2B5EF4-FFF2-40B4-BE49-F238E27FC236}">
                <a16:creationId xmlns:a16="http://schemas.microsoft.com/office/drawing/2014/main" id="{5D5FA94B-7395-4DFF-91ED-2BB3863832B2}"/>
              </a:ext>
            </a:extLst>
          </p:cNvPr>
          <p:cNvSpPr>
            <a:spLocks noGrp="1"/>
          </p:cNvSpPr>
          <p:nvPr/>
        </p:nvSpPr>
        <p:spPr>
          <a:xfrm>
            <a:off x="2029852" y="533936"/>
            <a:ext cx="396586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R</a:t>
            </a:r>
          </a:p>
        </p:txBody>
      </p:sp>
      <p:sp>
        <p:nvSpPr>
          <p:cNvPr id="625" name="anim_to7560_0_1">
            <a:extLst>
              <a:ext uri="{FF2B5EF4-FFF2-40B4-BE49-F238E27FC236}">
                <a16:creationId xmlns:a16="http://schemas.microsoft.com/office/drawing/2014/main" id="{826B01A1-C7DB-4EF7-9CE9-C66BD5167076}"/>
              </a:ext>
            </a:extLst>
          </p:cNvPr>
          <p:cNvSpPr>
            <a:spLocks noGrp="1"/>
          </p:cNvSpPr>
          <p:nvPr/>
        </p:nvSpPr>
        <p:spPr>
          <a:xfrm>
            <a:off x="2388338" y="533936"/>
            <a:ext cx="344964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626" name="anim_to7568_0_1">
            <a:extLst>
              <a:ext uri="{FF2B5EF4-FFF2-40B4-BE49-F238E27FC236}">
                <a16:creationId xmlns:a16="http://schemas.microsoft.com/office/drawing/2014/main" id="{AA5DF532-EA9A-4E9D-869F-6210294BAADA}"/>
              </a:ext>
            </a:extLst>
          </p:cNvPr>
          <p:cNvSpPr>
            <a:spLocks noGrp="1"/>
          </p:cNvSpPr>
          <p:nvPr/>
        </p:nvSpPr>
        <p:spPr>
          <a:xfrm>
            <a:off x="3073762" y="533936"/>
            <a:ext cx="322021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g</a:t>
            </a:r>
          </a:p>
        </p:txBody>
      </p:sp>
      <p:sp>
        <p:nvSpPr>
          <p:cNvPr id="627" name="anim_to7570_0_1">
            <a:extLst>
              <a:ext uri="{FF2B5EF4-FFF2-40B4-BE49-F238E27FC236}">
                <a16:creationId xmlns:a16="http://schemas.microsoft.com/office/drawing/2014/main" id="{0204419E-8787-455B-950F-4042B0D3866C}"/>
              </a:ext>
            </a:extLst>
          </p:cNvPr>
          <p:cNvSpPr>
            <a:spLocks noGrp="1"/>
          </p:cNvSpPr>
          <p:nvPr/>
        </p:nvSpPr>
        <p:spPr>
          <a:xfrm>
            <a:off x="3357683" y="533936"/>
            <a:ext cx="276134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r</a:t>
            </a:r>
          </a:p>
        </p:txBody>
      </p:sp>
      <p:sp>
        <p:nvSpPr>
          <p:cNvPr id="628" name="anim_to7572_0_1">
            <a:extLst>
              <a:ext uri="{FF2B5EF4-FFF2-40B4-BE49-F238E27FC236}">
                <a16:creationId xmlns:a16="http://schemas.microsoft.com/office/drawing/2014/main" id="{62EDFAE8-3794-406A-AECD-AF701377C15E}"/>
              </a:ext>
            </a:extLst>
          </p:cNvPr>
          <p:cNvSpPr>
            <a:spLocks noGrp="1"/>
          </p:cNvSpPr>
          <p:nvPr/>
        </p:nvSpPr>
        <p:spPr>
          <a:xfrm>
            <a:off x="3595717" y="533936"/>
            <a:ext cx="342096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o</a:t>
            </a:r>
          </a:p>
        </p:txBody>
      </p:sp>
      <p:sp>
        <p:nvSpPr>
          <p:cNvPr id="629" name="anim_to7574_0_1">
            <a:extLst>
              <a:ext uri="{FF2B5EF4-FFF2-40B4-BE49-F238E27FC236}">
                <a16:creationId xmlns:a16="http://schemas.microsoft.com/office/drawing/2014/main" id="{5650F9A8-AA98-4A96-8463-E0DB72C81084}"/>
              </a:ext>
            </a:extLst>
          </p:cNvPr>
          <p:cNvSpPr>
            <a:spLocks noGrp="1"/>
          </p:cNvSpPr>
          <p:nvPr/>
        </p:nvSpPr>
        <p:spPr>
          <a:xfrm>
            <a:off x="3899713" y="533936"/>
            <a:ext cx="482622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w</a:t>
            </a:r>
          </a:p>
        </p:txBody>
      </p:sp>
      <p:sp>
        <p:nvSpPr>
          <p:cNvPr id="630" name="anim_to7576_0_1">
            <a:extLst>
              <a:ext uri="{FF2B5EF4-FFF2-40B4-BE49-F238E27FC236}">
                <a16:creationId xmlns:a16="http://schemas.microsoft.com/office/drawing/2014/main" id="{943557DE-81E5-42AA-8F06-117DA62B7EA9}"/>
              </a:ext>
            </a:extLst>
          </p:cNvPr>
          <p:cNvSpPr>
            <a:spLocks noGrp="1"/>
          </p:cNvSpPr>
          <p:nvPr/>
        </p:nvSpPr>
        <p:spPr>
          <a:xfrm>
            <a:off x="4344235" y="533936"/>
            <a:ext cx="284738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s</a:t>
            </a:r>
          </a:p>
        </p:txBody>
      </p:sp>
      <p:sp>
        <p:nvSpPr>
          <p:cNvPr id="631" name="anim_to7582_0_1">
            <a:extLst>
              <a:ext uri="{FF2B5EF4-FFF2-40B4-BE49-F238E27FC236}">
                <a16:creationId xmlns:a16="http://schemas.microsoft.com/office/drawing/2014/main" id="{7CD293FB-3900-4D18-A4D9-E2A0818EF501}"/>
              </a:ext>
            </a:extLst>
          </p:cNvPr>
          <p:cNvSpPr>
            <a:spLocks noGrp="1"/>
          </p:cNvSpPr>
          <p:nvPr/>
        </p:nvSpPr>
        <p:spPr>
          <a:xfrm>
            <a:off x="4843247" y="533936"/>
            <a:ext cx="514169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m</a:t>
            </a:r>
          </a:p>
        </p:txBody>
      </p:sp>
      <p:sp>
        <p:nvSpPr>
          <p:cNvPr id="632" name="anim_to7584_0_1">
            <a:extLst>
              <a:ext uri="{FF2B5EF4-FFF2-40B4-BE49-F238E27FC236}">
                <a16:creationId xmlns:a16="http://schemas.microsoft.com/office/drawing/2014/main" id="{C6928EEA-3869-4C64-ABBC-87386B878270}"/>
              </a:ext>
            </a:extLst>
          </p:cNvPr>
          <p:cNvSpPr>
            <a:spLocks noGrp="1"/>
          </p:cNvSpPr>
          <p:nvPr/>
        </p:nvSpPr>
        <p:spPr>
          <a:xfrm>
            <a:off x="5319316" y="533936"/>
            <a:ext cx="356435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u</a:t>
            </a:r>
          </a:p>
        </p:txBody>
      </p:sp>
      <p:sp>
        <p:nvSpPr>
          <p:cNvPr id="633" name="anim_to7586_0_1">
            <a:extLst>
              <a:ext uri="{FF2B5EF4-FFF2-40B4-BE49-F238E27FC236}">
                <a16:creationId xmlns:a16="http://schemas.microsoft.com/office/drawing/2014/main" id="{B960690F-F111-4DD5-BEF3-CBD80E35B42E}"/>
              </a:ext>
            </a:extLst>
          </p:cNvPr>
          <p:cNvSpPr>
            <a:spLocks noGrp="1"/>
          </p:cNvSpPr>
          <p:nvPr/>
        </p:nvSpPr>
        <p:spPr>
          <a:xfrm>
            <a:off x="5637651" y="533936"/>
            <a:ext cx="290474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c</a:t>
            </a:r>
          </a:p>
        </p:txBody>
      </p:sp>
      <p:sp>
        <p:nvSpPr>
          <p:cNvPr id="634" name="anim_to7588_0_1">
            <a:extLst>
              <a:ext uri="{FF2B5EF4-FFF2-40B4-BE49-F238E27FC236}">
                <a16:creationId xmlns:a16="http://schemas.microsoft.com/office/drawing/2014/main" id="{BC2F83D5-DF80-4767-B813-7DBE39B72AD8}"/>
              </a:ext>
            </a:extLst>
          </p:cNvPr>
          <p:cNvSpPr>
            <a:spLocks noGrp="1"/>
          </p:cNvSpPr>
          <p:nvPr/>
        </p:nvSpPr>
        <p:spPr>
          <a:xfrm>
            <a:off x="5890025" y="533936"/>
            <a:ext cx="353567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h</a:t>
            </a:r>
          </a:p>
        </p:txBody>
      </p:sp>
      <p:sp>
        <p:nvSpPr>
          <p:cNvPr id="635" name="anim_to7594_0_1">
            <a:extLst>
              <a:ext uri="{FF2B5EF4-FFF2-40B4-BE49-F238E27FC236}">
                <a16:creationId xmlns:a16="http://schemas.microsoft.com/office/drawing/2014/main" id="{9D4F0641-86E3-4870-AB13-092C1E7020EF}"/>
              </a:ext>
            </a:extLst>
          </p:cNvPr>
          <p:cNvSpPr>
            <a:spLocks noGrp="1"/>
          </p:cNvSpPr>
          <p:nvPr/>
        </p:nvSpPr>
        <p:spPr>
          <a:xfrm>
            <a:off x="6457866" y="533936"/>
            <a:ext cx="213041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636" name="anim_to7596_0_1">
            <a:extLst>
              <a:ext uri="{FF2B5EF4-FFF2-40B4-BE49-F238E27FC236}">
                <a16:creationId xmlns:a16="http://schemas.microsoft.com/office/drawing/2014/main" id="{6FE71FFB-CF43-4C8E-B9E0-85205FCBC80B}"/>
              </a:ext>
            </a:extLst>
          </p:cNvPr>
          <p:cNvSpPr>
            <a:spLocks noGrp="1"/>
          </p:cNvSpPr>
          <p:nvPr/>
        </p:nvSpPr>
        <p:spPr>
          <a:xfrm>
            <a:off x="6632807" y="533936"/>
            <a:ext cx="319153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a</a:t>
            </a:r>
          </a:p>
        </p:txBody>
      </p:sp>
      <p:sp>
        <p:nvSpPr>
          <p:cNvPr id="637" name="anim_to7598_0_1">
            <a:extLst>
              <a:ext uri="{FF2B5EF4-FFF2-40B4-BE49-F238E27FC236}">
                <a16:creationId xmlns:a16="http://schemas.microsoft.com/office/drawing/2014/main" id="{4808AF50-036B-4DC8-A169-ECCE9A2AAC62}"/>
              </a:ext>
            </a:extLst>
          </p:cNvPr>
          <p:cNvSpPr>
            <a:spLocks noGrp="1"/>
          </p:cNvSpPr>
          <p:nvPr/>
        </p:nvSpPr>
        <p:spPr>
          <a:xfrm>
            <a:off x="6913860" y="533936"/>
            <a:ext cx="284738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s</a:t>
            </a:r>
          </a:p>
        </p:txBody>
      </p:sp>
      <p:sp>
        <p:nvSpPr>
          <p:cNvPr id="638" name="anim_to7600_0_1">
            <a:extLst>
              <a:ext uri="{FF2B5EF4-FFF2-40B4-BE49-F238E27FC236}">
                <a16:creationId xmlns:a16="http://schemas.microsoft.com/office/drawing/2014/main" id="{CC89F4FD-F62E-4D9A-96CC-4FFF913DA6B5}"/>
              </a:ext>
            </a:extLst>
          </p:cNvPr>
          <p:cNvSpPr>
            <a:spLocks noGrp="1"/>
          </p:cNvSpPr>
          <p:nvPr/>
        </p:nvSpPr>
        <p:spPr>
          <a:xfrm>
            <a:off x="7160498" y="533936"/>
            <a:ext cx="233116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t</a:t>
            </a:r>
          </a:p>
        </p:txBody>
      </p:sp>
      <p:sp>
        <p:nvSpPr>
          <p:cNvPr id="639" name="anim_to7602_0_1">
            <a:extLst>
              <a:ext uri="{FF2B5EF4-FFF2-40B4-BE49-F238E27FC236}">
                <a16:creationId xmlns:a16="http://schemas.microsoft.com/office/drawing/2014/main" id="{5BE2BAF2-193D-4A0B-8AB5-8365988CAB4D}"/>
              </a:ext>
            </a:extLst>
          </p:cNvPr>
          <p:cNvSpPr>
            <a:spLocks noGrp="1"/>
          </p:cNvSpPr>
          <p:nvPr/>
        </p:nvSpPr>
        <p:spPr>
          <a:xfrm>
            <a:off x="7355514" y="533936"/>
            <a:ext cx="316285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640" name="anim_to7604_0_1">
            <a:extLst>
              <a:ext uri="{FF2B5EF4-FFF2-40B4-BE49-F238E27FC236}">
                <a16:creationId xmlns:a16="http://schemas.microsoft.com/office/drawing/2014/main" id="{5CAFBA16-CD9F-4DFD-AA9D-A0BE5DB35062}"/>
              </a:ext>
            </a:extLst>
          </p:cNvPr>
          <p:cNvSpPr>
            <a:spLocks noGrp="1"/>
          </p:cNvSpPr>
          <p:nvPr/>
        </p:nvSpPr>
        <p:spPr>
          <a:xfrm>
            <a:off x="7633699" y="533936"/>
            <a:ext cx="276134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r</a:t>
            </a:r>
          </a:p>
        </p:txBody>
      </p:sp>
      <p:sp>
        <p:nvSpPr>
          <p:cNvPr id="641" name="anim_to7606_0_1">
            <a:extLst>
              <a:ext uri="{FF2B5EF4-FFF2-40B4-BE49-F238E27FC236}">
                <a16:creationId xmlns:a16="http://schemas.microsoft.com/office/drawing/2014/main" id="{0D9F5FFC-3E8F-4B04-B264-C0286F8954D8}"/>
              </a:ext>
            </a:extLst>
          </p:cNvPr>
          <p:cNvSpPr>
            <a:spLocks noGrp="1"/>
          </p:cNvSpPr>
          <p:nvPr/>
        </p:nvSpPr>
        <p:spPr>
          <a:xfrm>
            <a:off x="7871733" y="533936"/>
            <a:ext cx="204437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!</a:t>
            </a:r>
          </a:p>
        </p:txBody>
      </p:sp>
      <p:sp>
        <p:nvSpPr>
          <p:cNvPr id="642" name="anim_to7612_0_1">
            <a:extLst>
              <a:ext uri="{FF2B5EF4-FFF2-40B4-BE49-F238E27FC236}">
                <a16:creationId xmlns:a16="http://schemas.microsoft.com/office/drawing/2014/main" id="{D6A31EDA-45DD-4CA9-BEDA-15F28CD35C2F}"/>
              </a:ext>
            </a:extLst>
          </p:cNvPr>
          <p:cNvSpPr>
            <a:spLocks noGrp="1"/>
          </p:cNvSpPr>
          <p:nvPr/>
        </p:nvSpPr>
        <p:spPr>
          <a:xfrm>
            <a:off x="8290444" y="533936"/>
            <a:ext cx="279002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643" name="anim_to7614_0_1">
            <a:extLst>
              <a:ext uri="{FF2B5EF4-FFF2-40B4-BE49-F238E27FC236}">
                <a16:creationId xmlns:a16="http://schemas.microsoft.com/office/drawing/2014/main" id="{D471EA18-4B33-4B78-B48A-B6939F53E2B9}"/>
              </a:ext>
            </a:extLst>
          </p:cNvPr>
          <p:cNvSpPr>
            <a:spLocks noGrp="1"/>
          </p:cNvSpPr>
          <p:nvPr/>
        </p:nvSpPr>
        <p:spPr>
          <a:xfrm>
            <a:off x="8531347" y="533936"/>
            <a:ext cx="356435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3</a:t>
            </a:r>
          </a:p>
        </p:txBody>
      </p:sp>
      <p:sp>
        <p:nvSpPr>
          <p:cNvPr id="644" name="anim_to7618_0_1">
            <a:extLst>
              <a:ext uri="{FF2B5EF4-FFF2-40B4-BE49-F238E27FC236}">
                <a16:creationId xmlns:a16="http://schemas.microsoft.com/office/drawing/2014/main" id="{E9FE783C-82C4-42AE-B70E-A93CDF058A1E}"/>
              </a:ext>
            </a:extLst>
          </p:cNvPr>
          <p:cNvSpPr>
            <a:spLocks noGrp="1"/>
          </p:cNvSpPr>
          <p:nvPr/>
        </p:nvSpPr>
        <p:spPr>
          <a:xfrm>
            <a:off x="8975869" y="533936"/>
            <a:ext cx="519905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→</a:t>
            </a:r>
          </a:p>
        </p:txBody>
      </p:sp>
      <p:sp>
        <p:nvSpPr>
          <p:cNvPr id="645" name="anim_to7622_0_1">
            <a:extLst>
              <a:ext uri="{FF2B5EF4-FFF2-40B4-BE49-F238E27FC236}">
                <a16:creationId xmlns:a16="http://schemas.microsoft.com/office/drawing/2014/main" id="{A078BDDB-75D7-4981-BC88-AF7854D5E705}"/>
              </a:ext>
            </a:extLst>
          </p:cNvPr>
          <p:cNvSpPr>
            <a:spLocks noGrp="1"/>
          </p:cNvSpPr>
          <p:nvPr/>
        </p:nvSpPr>
        <p:spPr>
          <a:xfrm>
            <a:off x="9583860" y="533936"/>
            <a:ext cx="356435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7</a:t>
            </a:r>
          </a:p>
        </p:txBody>
      </p:sp>
      <p:sp>
        <p:nvSpPr>
          <p:cNvPr id="646" name="anim_to7624_0_1">
            <a:extLst>
              <a:ext uri="{FF2B5EF4-FFF2-40B4-BE49-F238E27FC236}">
                <a16:creationId xmlns:a16="http://schemas.microsoft.com/office/drawing/2014/main" id="{32B1E163-4ADB-49E6-B017-6C5C6E4BDE38}"/>
              </a:ext>
            </a:extLst>
          </p:cNvPr>
          <p:cNvSpPr>
            <a:spLocks noGrp="1"/>
          </p:cNvSpPr>
          <p:nvPr/>
        </p:nvSpPr>
        <p:spPr>
          <a:xfrm>
            <a:off x="9902196" y="533936"/>
            <a:ext cx="279002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19378152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600"/>
                                        <p:tgtEl>
                                          <p:spTgt spid="6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6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6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6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6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6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6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6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6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6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6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6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6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6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6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6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6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6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6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6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6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6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6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6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6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6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6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" dur="6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6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" dur="6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" dur="6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" dur="6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" dur="6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6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" dur="6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" dur="6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" dur="6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7" dur="6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" dur="6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3" dur="6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" dur="6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" dur="6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2" dur="6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5" dur="6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8" dur="6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1" dur="6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4" dur="6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7" dur="6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0" dur="6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3" dur="6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6" dur="6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9" dur="6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2" dur="6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5" dur="6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8" dur="6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1" dur="6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4" dur="6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7" dur="6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0" dur="6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3" dur="6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6" dur="6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9" dur="6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2" dur="6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5" dur="6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8" dur="6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1" dur="6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4" dur="6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7" dur="6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0" dur="6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3" dur="6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6" dur="6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9" dur="6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2" dur="6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5" dur="6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8" dur="6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1" dur="6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4" dur="6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7" dur="6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0" dur="6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3" dur="6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6" dur="6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9" dur="6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2" dur="6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5" dur="6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8" dur="6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1" dur="6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4" dur="6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7" dur="6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0" dur="6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3" dur="6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6" dur="6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9" dur="6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2" dur="6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5" dur="6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8" dur="6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1" dur="6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4" dur="6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7" dur="6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0" dur="6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3" dur="6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6" dur="6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9" dur="6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2" dur="6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5" dur="6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8" dur="6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1" dur="6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4" dur="6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7" dur="6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0" dur="6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3" dur="6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6" dur="6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9" dur="6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2" dur="6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5" dur="6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8" dur="6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1" dur="6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4" dur="6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7" dur="6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0" dur="6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3" dur="6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6" dur="6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9" dur="6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2" dur="6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5" dur="6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8" dur="6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1" dur="6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4" dur="6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7" dur="6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0" dur="6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3" dur="6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6" dur="6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9" dur="6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2" dur="6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3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5" dur="6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8" dur="6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1" dur="6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4" dur="6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5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7" dur="6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0" dur="6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3" dur="6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6" dur="6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7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9" dur="6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2" dur="6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5" dur="6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8" dur="6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9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1" dur="6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4" dur="6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7" dur="6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0" dur="6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1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3" dur="6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6" dur="6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7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9" dur="6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2" dur="6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3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5" dur="6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8" dur="6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9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1" dur="6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4" dur="6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5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7" dur="6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8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0" dur="6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1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3" dur="6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6" dur="6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7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9" dur="6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0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2" dur="6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3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5" dur="6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8" dur="6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9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1" dur="6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2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4" dur="6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5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7" dur="6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0" dur="6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1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3" dur="6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4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6" dur="6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7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9" dur="6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2" dur="6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3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5" dur="6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6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8" dur="6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9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1" dur="6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4" dur="6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5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7" dur="6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8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0" dur="6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1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3" dur="6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6" dur="6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7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9" dur="6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0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2" dur="6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3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5" dur="6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8" dur="6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9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1" dur="6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2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4" dur="6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5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7" dur="6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0" dur="6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1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3" dur="6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4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6" dur="6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7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9" dur="6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2" dur="6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3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5" dur="6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6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8" dur="6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9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1" dur="6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4" dur="6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5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7" dur="6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8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0" dur="6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3" dur="6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6" dur="6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7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9" dur="6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0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2" dur="6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5" dur="6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8" dur="6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9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1" dur="6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2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5" dur="6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8" dur="6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1" dur="6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4" dur="6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7" dur="6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0" dur="6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3" dur="6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6" dur="6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9" dur="6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2" dur="6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5" dur="6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8" dur="6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1" dur="6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4" dur="6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7" dur="6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0" dur="6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3" dur="6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6" dur="6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9" dur="6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2" dur="6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5" dur="6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8" dur="6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1" dur="6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4" dur="6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7" dur="6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0" dur="6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3" dur="6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6" dur="6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7" fill="hold">
                            <p:stCondLst>
                              <p:cond delay="600"/>
                            </p:stCondLst>
                            <p:childTnLst>
                              <p:par>
                                <p:cTn id="70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0" dur="6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1" fill="hold">
                      <p:stCondLst>
                        <p:cond delay="indefinite"/>
                      </p:stCondLst>
                      <p:childTnLst>
                        <p:par>
                          <p:cTn id="712" fill="hold">
                            <p:stCondLst>
                              <p:cond delay="0"/>
                            </p:stCondLst>
                            <p:childTnLst>
                              <p:par>
                                <p:cTn id="71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4" dur="6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5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7" dur="6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8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0" dur="6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3" dur="6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6" dur="6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7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9" dur="6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0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2" dur="6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3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5" dur="6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8" dur="6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9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1" dur="6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2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4" dur="6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7" dur="6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0" dur="6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1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3" dur="6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4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6" dur="6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9" dur="6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2" dur="6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3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5" dur="6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6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8" dur="6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1" dur="6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4" dur="6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5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7" dur="6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8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0" dur="6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3" dur="6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6" dur="6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7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9" dur="6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0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2" dur="6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5" dur="6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8" dur="6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9" dur="1" fill="hold">
                                          <p:stCondLst>
                                            <p:cond delay="599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2" dur="6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5" dur="6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8" dur="6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1" dur="6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4" dur="6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7" dur="6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0" dur="6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3" dur="6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6" dur="6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9" dur="6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2" dur="6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5" dur="6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8" dur="6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1" dur="6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4" dur="6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7" dur="6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0" dur="6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3" dur="6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6" dur="6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9" dur="6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2" dur="6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5" dur="6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8" dur="6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1" dur="6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4" dur="6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7" dur="6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0" dur="6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3" dur="6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6" dur="6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9" dur="6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2" dur="6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5" dur="6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8" dur="6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1" dur="6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4" dur="6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7" dur="6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0" dur="6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3" dur="6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6" dur="6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9" dur="6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2" dur="6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5" dur="6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8" dur="6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1" dur="6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4" dur="6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7" dur="6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0" dur="6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3" dur="6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6" dur="6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9" dur="6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2" dur="6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5" dur="6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8" dur="6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1" dur="6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4" dur="6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7" dur="6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0" dur="6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3" dur="6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6" dur="6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9" dur="6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2" dur="6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5" dur="6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8" dur="6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1" dur="6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4" dur="6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7" dur="6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0" dur="6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3" dur="6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6" dur="6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9" dur="6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2" dur="6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5" dur="6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8" dur="6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1" dur="6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4" dur="6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7" dur="6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0" dur="6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3" dur="6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6" dur="6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9" dur="6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2" dur="6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5" dur="6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8" dur="6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1" dur="6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4" dur="6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7" dur="6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0" dur="6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3" dur="6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6" dur="6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9" dur="6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2" dur="6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5" dur="6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8" dur="6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1" dur="6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4" dur="6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7" dur="6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0" dur="6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3" dur="6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6" dur="6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9" dur="6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2" dur="6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5" dur="6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8" dur="6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1" dur="6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4" dur="6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7" dur="6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0" dur="6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3" dur="6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6" dur="6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9" dur="6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2" dur="6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5" dur="6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8" dur="6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1" dur="6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4" dur="6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7" dur="6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0" dur="6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3" dur="6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6" dur="6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9" dur="6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2" dur="6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5" dur="6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8" dur="6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1" dur="6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4" dur="600"/>
                                        <p:tgtEl>
                                          <p:spTgt spid="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7" dur="6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0" dur="6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3" dur="600"/>
                                        <p:tgtEl>
                                          <p:spTgt spid="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6" dur="6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9" dur="6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2" dur="6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5" dur="6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8" dur="6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1" dur="6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4" dur="6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7" dur="6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0" dur="6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3" dur="6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6" dur="6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9" dur="6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2" dur="6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5" dur="6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8" dur="6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1" dur="6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4" dur="6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7" dur="6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0" dur="6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3" dur="6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6" dur="6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9" dur="6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2" dur="6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5" dur="6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8" dur="6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1" dur="6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4" dur="6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7" dur="6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0" dur="600"/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3" dur="600"/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6" dur="6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9" dur="6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2" dur="6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5" dur="6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8" dur="6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1" dur="6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4" dur="6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7" dur="6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0" dur="6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3" dur="6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6" dur="6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9" dur="600"/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2" dur="600"/>
                                        <p:tgtEl>
                                          <p:spTgt spid="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5" dur="600"/>
                                        <p:tgtEl>
                                          <p:spTgt spid="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8" dur="600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1" dur="6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4" dur="6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7" dur="60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0" dur="600"/>
                                        <p:tgtEl>
                                          <p:spTgt spid="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3" dur="6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6" dur="600"/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9" dur="6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2" dur="6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5" dur="600"/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8" dur="600"/>
                                        <p:tgtEl>
                                          <p:spTgt spid="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1" dur="6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4" dur="6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7" dur="600"/>
                                        <p:tgtEl>
                                          <p:spTgt spid="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0" dur="6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3" dur="600"/>
                                        <p:tgtEl>
                                          <p:spTgt spid="4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6" dur="600"/>
                                        <p:tgtEl>
                                          <p:spTgt spid="4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9" dur="600"/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2" dur="600"/>
                                        <p:tgtEl>
                                          <p:spTgt spid="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5" dur="600"/>
                                        <p:tgtEl>
                                          <p:spTgt spid="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8" dur="6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1" dur="600"/>
                                        <p:tgtEl>
                                          <p:spTgt spid="4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4" dur="600"/>
                                        <p:tgtEl>
                                          <p:spTgt spid="4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7" dur="600"/>
                                        <p:tgtEl>
                                          <p:spTgt spid="4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0" dur="600"/>
                                        <p:tgtEl>
                                          <p:spTgt spid="4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3" dur="600"/>
                                        <p:tgtEl>
                                          <p:spTgt spid="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6" dur="6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9" dur="600"/>
                                        <p:tgtEl>
                                          <p:spTgt spid="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2" dur="600"/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5" dur="6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8" dur="6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1" dur="6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4" dur="6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7" dur="600"/>
                                        <p:tgtEl>
                                          <p:spTgt spid="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8" fill="hold">
                      <p:stCondLst>
                        <p:cond delay="indefinite"/>
                      </p:stCondLst>
                      <p:childTnLst>
                        <p:par>
                          <p:cTn id="1419" fill="hold">
                            <p:stCondLst>
                              <p:cond delay="0"/>
                            </p:stCondLst>
                            <p:childTnLst>
                              <p:par>
                                <p:cTn id="142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21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24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27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0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3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6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9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42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45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48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51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54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57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60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63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66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69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72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75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78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81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84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87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90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93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96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99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0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02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0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05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0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08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11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14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17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20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23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26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29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32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35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38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41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44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47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50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53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56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59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62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65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68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71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74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77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80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83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86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89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92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95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98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01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04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07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10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13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16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19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22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25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28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31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34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37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0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3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6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9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52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55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58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61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64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67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70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73" dur="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76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79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82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85" dur="5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88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91" dur="5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94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97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00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03" dur="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06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09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12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15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18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21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24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27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30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33" dur="5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36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39" dur="5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42" dur="5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45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48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51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54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57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60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63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66" dur="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69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72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75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78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8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81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8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84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8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87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8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90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93" dur="500"/>
                                        <p:tgtEl>
                                          <p:spTgt spid="3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96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99" dur="5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02" dur="500"/>
                                        <p:tgtEl>
                                          <p:spTgt spid="3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05" dur="5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08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11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14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17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20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23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26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29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32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35" dur="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38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4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41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4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44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4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47" dur="5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4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50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53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56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59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6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62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6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65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6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68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71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74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77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80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83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86" dur="5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89" dur="500"/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92" dur="500"/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95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98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0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01" dur="5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0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04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0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07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0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10" dur="5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13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16" dur="5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19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2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22" dur="5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2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25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2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28" dur="500"/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31" dur="500"/>
                                        <p:tgtEl>
                                          <p:spTgt spid="4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34" dur="500"/>
                                        <p:tgtEl>
                                          <p:spTgt spid="4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37" dur="500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40" dur="5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43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4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46" dur="50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4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49" dur="500"/>
                                        <p:tgtEl>
                                          <p:spTgt spid="4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52" dur="5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55" dur="500"/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58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6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61" dur="5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6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64" dur="500"/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6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67" dur="500"/>
                                        <p:tgtEl>
                                          <p:spTgt spid="4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6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70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73" dur="5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76" dur="500"/>
                                        <p:tgtEl>
                                          <p:spTgt spid="4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79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8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82" dur="500"/>
                                        <p:tgtEl>
                                          <p:spTgt spid="4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8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85" dur="500"/>
                                        <p:tgtEl>
                                          <p:spTgt spid="4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8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88" dur="500"/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9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91" dur="500"/>
                                        <p:tgtEl>
                                          <p:spTgt spid="4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9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94" dur="500"/>
                                        <p:tgtEl>
                                          <p:spTgt spid="4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9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97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9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00" dur="500"/>
                                        <p:tgtEl>
                                          <p:spTgt spid="4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03" dur="500"/>
                                        <p:tgtEl>
                                          <p:spTgt spid="4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06" dur="500"/>
                                        <p:tgtEl>
                                          <p:spTgt spid="4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09" dur="500"/>
                                        <p:tgtEl>
                                          <p:spTgt spid="4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12" dur="500"/>
                                        <p:tgtEl>
                                          <p:spTgt spid="4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15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18" dur="500"/>
                                        <p:tgtEl>
                                          <p:spTgt spid="4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2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21" dur="500"/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2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24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2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27" dur="5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2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30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33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36" dur="500"/>
                                        <p:tgtEl>
                                          <p:spTgt spid="4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38" fill="hold">
                            <p:stCondLst>
                              <p:cond delay="500"/>
                            </p:stCondLst>
                            <p:childTnLst>
                              <p:par>
                                <p:cTn id="20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1" dur="4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42" fill="hold">
                            <p:stCondLst>
                              <p:cond delay="900"/>
                            </p:stCondLst>
                            <p:childTnLst>
                              <p:par>
                                <p:cTn id="20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5" dur="3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46" fill="hold">
                            <p:stCondLst>
                              <p:cond delay="1200"/>
                            </p:stCondLst>
                            <p:childTnLst>
                              <p:par>
                                <p:cTn id="20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9" dur="5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2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5" dur="5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8" dur="500"/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1" dur="5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4" dur="500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7" dur="500"/>
                                        <p:tgtEl>
                                          <p:spTgt spid="4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0" dur="500"/>
                                        <p:tgtEl>
                                          <p:spTgt spid="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3" dur="5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6" dur="500"/>
                                        <p:tgtEl>
                                          <p:spTgt spid="4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9" dur="500"/>
                                        <p:tgtEl>
                                          <p:spTgt spid="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2" dur="500"/>
                                        <p:tgtEl>
                                          <p:spTgt spid="4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5" dur="500"/>
                                        <p:tgtEl>
                                          <p:spTgt spid="4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8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91" dur="500"/>
                                        <p:tgtEl>
                                          <p:spTgt spid="4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94" dur="500"/>
                                        <p:tgtEl>
                                          <p:spTgt spid="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97" dur="500"/>
                                        <p:tgtEl>
                                          <p:spTgt spid="4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0" dur="5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3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6" dur="500"/>
                                        <p:tgtEl>
                                          <p:spTgt spid="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9" dur="500"/>
                                        <p:tgtEl>
                                          <p:spTgt spid="4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2" dur="500"/>
                                        <p:tgtEl>
                                          <p:spTgt spid="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5" dur="500"/>
                                        <p:tgtEl>
                                          <p:spTgt spid="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8" dur="500"/>
                                        <p:tgtEl>
                                          <p:spTgt spid="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1" dur="500"/>
                                        <p:tgtEl>
                                          <p:spTgt spid="4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4" dur="500"/>
                                        <p:tgtEl>
                                          <p:spTgt spid="4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7" dur="500"/>
                                        <p:tgtEl>
                                          <p:spTgt spid="4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0" dur="500"/>
                                        <p:tgtEl>
                                          <p:spTgt spid="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3" dur="500"/>
                                        <p:tgtEl>
                                          <p:spTgt spid="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6" dur="500"/>
                                        <p:tgtEl>
                                          <p:spTgt spid="4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9" dur="500"/>
                                        <p:tgtEl>
                                          <p:spTgt spid="4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2" dur="500"/>
                                        <p:tgtEl>
                                          <p:spTgt spid="4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5" dur="5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8" dur="50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1" dur="500"/>
                                        <p:tgtEl>
                                          <p:spTgt spid="4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4" dur="500"/>
                                        <p:tgtEl>
                                          <p:spTgt spid="4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7" dur="500"/>
                                        <p:tgtEl>
                                          <p:spTgt spid="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0" dur="500"/>
                                        <p:tgtEl>
                                          <p:spTgt spid="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3" dur="500"/>
                                        <p:tgtEl>
                                          <p:spTgt spid="4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6" dur="500"/>
                                        <p:tgtEl>
                                          <p:spTgt spid="4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9" dur="500"/>
                                        <p:tgtEl>
                                          <p:spTgt spid="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2" dur="500"/>
                                        <p:tgtEl>
                                          <p:spTgt spid="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5" dur="500"/>
                                        <p:tgtEl>
                                          <p:spTgt spid="4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8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81" dur="500"/>
                                        <p:tgtEl>
                                          <p:spTgt spid="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84" dur="5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87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0" dur="500"/>
                                        <p:tgtEl>
                                          <p:spTgt spid="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3" dur="500"/>
                                        <p:tgtEl>
                                          <p:spTgt spid="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6" dur="500"/>
                                        <p:tgtEl>
                                          <p:spTgt spid="4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97" fill="hold">
                            <p:stCondLst>
                              <p:cond delay="1700"/>
                            </p:stCondLst>
                            <p:childTnLst>
                              <p:par>
                                <p:cTn id="219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0" dur="300"/>
                                        <p:tgtEl>
                                          <p:spTgt spid="4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3" dur="300"/>
                                        <p:tgtEl>
                                          <p:spTgt spid="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04" fill="hold">
                            <p:stCondLst>
                              <p:cond delay="2000"/>
                            </p:stCondLst>
                            <p:childTnLst>
                              <p:par>
                                <p:cTn id="220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7" dur="500"/>
                                        <p:tgtEl>
                                          <p:spTgt spid="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0" dur="500"/>
                                        <p:tgtEl>
                                          <p:spTgt spid="4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3" dur="500"/>
                                        <p:tgtEl>
                                          <p:spTgt spid="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6" dur="500"/>
                                        <p:tgtEl>
                                          <p:spTgt spid="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9" dur="500"/>
                                        <p:tgtEl>
                                          <p:spTgt spid="5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2" dur="500"/>
                                        <p:tgtEl>
                                          <p:spTgt spid="5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5" dur="500"/>
                                        <p:tgtEl>
                                          <p:spTgt spid="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8" dur="500"/>
                                        <p:tgtEl>
                                          <p:spTgt spid="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1" dur="500"/>
                                        <p:tgtEl>
                                          <p:spTgt spid="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4" dur="500"/>
                                        <p:tgtEl>
                                          <p:spTgt spid="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7" dur="500"/>
                                        <p:tgtEl>
                                          <p:spTgt spid="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0" dur="500"/>
                                        <p:tgtEl>
                                          <p:spTgt spid="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3" dur="500"/>
                                        <p:tgtEl>
                                          <p:spTgt spid="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6" dur="500"/>
                                        <p:tgtEl>
                                          <p:spTgt spid="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9" dur="500"/>
                                        <p:tgtEl>
                                          <p:spTgt spid="5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52" dur="500"/>
                                        <p:tgtEl>
                                          <p:spTgt spid="5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55" dur="500"/>
                                        <p:tgtEl>
                                          <p:spTgt spid="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58" dur="500"/>
                                        <p:tgtEl>
                                          <p:spTgt spid="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1" dur="500"/>
                                        <p:tgtEl>
                                          <p:spTgt spid="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4" dur="500"/>
                                        <p:tgtEl>
                                          <p:spTgt spid="5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7" dur="500"/>
                                        <p:tgtEl>
                                          <p:spTgt spid="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0" dur="500"/>
                                        <p:tgtEl>
                                          <p:spTgt spid="5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3" dur="500"/>
                                        <p:tgtEl>
                                          <p:spTgt spid="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6" dur="5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9" dur="500"/>
                                        <p:tgtEl>
                                          <p:spTgt spid="5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82" dur="500"/>
                                        <p:tgtEl>
                                          <p:spTgt spid="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85" dur="500"/>
                                        <p:tgtEl>
                                          <p:spTgt spid="5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86" fill="hold">
                            <p:stCondLst>
                              <p:cond delay="2500"/>
                            </p:stCondLst>
                            <p:childTnLst>
                              <p:par>
                                <p:cTn id="228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89" dur="300"/>
                                        <p:tgtEl>
                                          <p:spTgt spid="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92" dur="300"/>
                                        <p:tgtEl>
                                          <p:spTgt spid="5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93" fill="hold">
                            <p:stCondLst>
                              <p:cond delay="2800"/>
                            </p:stCondLst>
                            <p:childTnLst>
                              <p:par>
                                <p:cTn id="229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96" dur="500"/>
                                        <p:tgtEl>
                                          <p:spTgt spid="5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99" dur="500"/>
                                        <p:tgtEl>
                                          <p:spTgt spid="5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02" dur="500"/>
                                        <p:tgtEl>
                                          <p:spTgt spid="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05" dur="500"/>
                                        <p:tgtEl>
                                          <p:spTgt spid="5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08" dur="500"/>
                                        <p:tgtEl>
                                          <p:spTgt spid="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1" dur="5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4" dur="500"/>
                                        <p:tgtEl>
                                          <p:spTgt spid="5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7" dur="500"/>
                                        <p:tgtEl>
                                          <p:spTgt spid="5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0" dur="5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3" dur="500"/>
                                        <p:tgtEl>
                                          <p:spTgt spid="5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6" dur="500"/>
                                        <p:tgtEl>
                                          <p:spTgt spid="5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27" fill="hold">
                            <p:stCondLst>
                              <p:cond delay="3300"/>
                            </p:stCondLst>
                            <p:childTnLst>
                              <p:par>
                                <p:cTn id="2328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29" dur="4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30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33" dur="400"/>
                                        <p:tgtEl>
                                          <p:spTgt spid="5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36" dur="4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39" dur="400"/>
                                        <p:tgtEl>
                                          <p:spTgt spid="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42" dur="400"/>
                                        <p:tgtEl>
                                          <p:spTgt spid="5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45" dur="400"/>
                                        <p:tgtEl>
                                          <p:spTgt spid="5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48" dur="400"/>
                                        <p:tgtEl>
                                          <p:spTgt spid="5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51" dur="400"/>
                                        <p:tgtEl>
                                          <p:spTgt spid="5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54" dur="400"/>
                                        <p:tgtEl>
                                          <p:spTgt spid="5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57" dur="4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60" dur="400"/>
                                        <p:tgtEl>
                                          <p:spTgt spid="5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63" dur="400"/>
                                        <p:tgtEl>
                                          <p:spTgt spid="5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66" dur="400"/>
                                        <p:tgtEl>
                                          <p:spTgt spid="5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69" dur="400"/>
                                        <p:tgtEl>
                                          <p:spTgt spid="5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2" dur="400"/>
                                        <p:tgtEl>
                                          <p:spTgt spid="5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5" dur="400"/>
                                        <p:tgtEl>
                                          <p:spTgt spid="5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8" dur="400"/>
                                        <p:tgtEl>
                                          <p:spTgt spid="5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1" dur="400"/>
                                        <p:tgtEl>
                                          <p:spTgt spid="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4" dur="400"/>
                                        <p:tgtEl>
                                          <p:spTgt spid="5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7" dur="400"/>
                                        <p:tgtEl>
                                          <p:spTgt spid="5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88" fill="hold">
                      <p:stCondLst>
                        <p:cond delay="indefinite"/>
                      </p:stCondLst>
                      <p:childTnLst>
                        <p:par>
                          <p:cTn id="2389" fill="hold">
                            <p:stCondLst>
                              <p:cond delay="0"/>
                            </p:stCondLst>
                            <p:childTnLst>
                              <p:par>
                                <p:cTn id="239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91" dur="5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94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97" dur="5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00" dur="500"/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0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03" dur="5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0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06" dur="500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0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09" dur="500"/>
                                        <p:tgtEl>
                                          <p:spTgt spid="4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12" dur="500"/>
                                        <p:tgtEl>
                                          <p:spTgt spid="4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15" dur="5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18" dur="500"/>
                                        <p:tgtEl>
                                          <p:spTgt spid="4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2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21" dur="500"/>
                                        <p:tgtEl>
                                          <p:spTgt spid="4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2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24" dur="500"/>
                                        <p:tgtEl>
                                          <p:spTgt spid="4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2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27" dur="500"/>
                                        <p:tgtEl>
                                          <p:spTgt spid="4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2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30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33" dur="500"/>
                                        <p:tgtEl>
                                          <p:spTgt spid="4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36" dur="500"/>
                                        <p:tgtEl>
                                          <p:spTgt spid="4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39" dur="500"/>
                                        <p:tgtEl>
                                          <p:spTgt spid="4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4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42" dur="5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4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45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4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48" dur="500"/>
                                        <p:tgtEl>
                                          <p:spTgt spid="4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51" dur="500"/>
                                        <p:tgtEl>
                                          <p:spTgt spid="4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54" dur="500"/>
                                        <p:tgtEl>
                                          <p:spTgt spid="4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57" dur="500"/>
                                        <p:tgtEl>
                                          <p:spTgt spid="4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60" dur="500"/>
                                        <p:tgtEl>
                                          <p:spTgt spid="4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6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63" dur="500"/>
                                        <p:tgtEl>
                                          <p:spTgt spid="4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6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66" dur="500"/>
                                        <p:tgtEl>
                                          <p:spTgt spid="4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69" dur="500"/>
                                        <p:tgtEl>
                                          <p:spTgt spid="4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72" dur="500"/>
                                        <p:tgtEl>
                                          <p:spTgt spid="4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75" dur="500"/>
                                        <p:tgtEl>
                                          <p:spTgt spid="4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78" dur="500"/>
                                        <p:tgtEl>
                                          <p:spTgt spid="4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8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81" dur="500"/>
                                        <p:tgtEl>
                                          <p:spTgt spid="4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8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84" dur="500"/>
                                        <p:tgtEl>
                                          <p:spTgt spid="4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8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87" dur="5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8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90" dur="50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93" dur="500"/>
                                        <p:tgtEl>
                                          <p:spTgt spid="4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96" dur="500"/>
                                        <p:tgtEl>
                                          <p:spTgt spid="4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99" dur="500"/>
                                        <p:tgtEl>
                                          <p:spTgt spid="4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0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02" dur="500"/>
                                        <p:tgtEl>
                                          <p:spTgt spid="4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0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05" dur="500"/>
                                        <p:tgtEl>
                                          <p:spTgt spid="4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0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08" dur="500"/>
                                        <p:tgtEl>
                                          <p:spTgt spid="4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11" dur="500"/>
                                        <p:tgtEl>
                                          <p:spTgt spid="4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14" dur="500"/>
                                        <p:tgtEl>
                                          <p:spTgt spid="4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17" dur="500"/>
                                        <p:tgtEl>
                                          <p:spTgt spid="4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20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23" dur="500"/>
                                        <p:tgtEl>
                                          <p:spTgt spid="4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2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26" dur="5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2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29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32" dur="500"/>
                                        <p:tgtEl>
                                          <p:spTgt spid="4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35" dur="500"/>
                                        <p:tgtEl>
                                          <p:spTgt spid="4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38" dur="500"/>
                                        <p:tgtEl>
                                          <p:spTgt spid="4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4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41" dur="500"/>
                                        <p:tgtEl>
                                          <p:spTgt spid="4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4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44" dur="500"/>
                                        <p:tgtEl>
                                          <p:spTgt spid="4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4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47" dur="500"/>
                                        <p:tgtEl>
                                          <p:spTgt spid="4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4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50" dur="500"/>
                                        <p:tgtEl>
                                          <p:spTgt spid="4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53" dur="500"/>
                                        <p:tgtEl>
                                          <p:spTgt spid="5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56" dur="500"/>
                                        <p:tgtEl>
                                          <p:spTgt spid="5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59" dur="500"/>
                                        <p:tgtEl>
                                          <p:spTgt spid="5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6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62" dur="500"/>
                                        <p:tgtEl>
                                          <p:spTgt spid="5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6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65" dur="500"/>
                                        <p:tgtEl>
                                          <p:spTgt spid="5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6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68" dur="500"/>
                                        <p:tgtEl>
                                          <p:spTgt spid="5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71" dur="500"/>
                                        <p:tgtEl>
                                          <p:spTgt spid="5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74" dur="500"/>
                                        <p:tgtEl>
                                          <p:spTgt spid="5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77" dur="500"/>
                                        <p:tgtEl>
                                          <p:spTgt spid="5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80" dur="500"/>
                                        <p:tgtEl>
                                          <p:spTgt spid="5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8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83" dur="500"/>
                                        <p:tgtEl>
                                          <p:spTgt spid="5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8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86" dur="500"/>
                                        <p:tgtEl>
                                          <p:spTgt spid="5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8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89" dur="500"/>
                                        <p:tgtEl>
                                          <p:spTgt spid="5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92" dur="500"/>
                                        <p:tgtEl>
                                          <p:spTgt spid="5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95" dur="500"/>
                                        <p:tgtEl>
                                          <p:spTgt spid="5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98" dur="500"/>
                                        <p:tgtEl>
                                          <p:spTgt spid="5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0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01" dur="500"/>
                                        <p:tgtEl>
                                          <p:spTgt spid="5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0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04" dur="500"/>
                                        <p:tgtEl>
                                          <p:spTgt spid="5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0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07" dur="500"/>
                                        <p:tgtEl>
                                          <p:spTgt spid="5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0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10" dur="5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13" dur="500"/>
                                        <p:tgtEl>
                                          <p:spTgt spid="5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16" dur="500"/>
                                        <p:tgtEl>
                                          <p:spTgt spid="5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19" dur="500"/>
                                        <p:tgtEl>
                                          <p:spTgt spid="5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2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22" dur="500"/>
                                        <p:tgtEl>
                                          <p:spTgt spid="5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2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25" dur="500"/>
                                        <p:tgtEl>
                                          <p:spTgt spid="5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2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28" dur="500"/>
                                        <p:tgtEl>
                                          <p:spTgt spid="5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31" dur="500"/>
                                        <p:tgtEl>
                                          <p:spTgt spid="5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34" dur="5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37" dur="500"/>
                                        <p:tgtEl>
                                          <p:spTgt spid="5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40" dur="500"/>
                                        <p:tgtEl>
                                          <p:spTgt spid="5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43" dur="5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4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46" dur="5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4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49" dur="500"/>
                                        <p:tgtEl>
                                          <p:spTgt spid="4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52" dur="500"/>
                                        <p:tgtEl>
                                          <p:spTgt spid="4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55" dur="500"/>
                                        <p:tgtEl>
                                          <p:spTgt spid="5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58" dur="500"/>
                                        <p:tgtEl>
                                          <p:spTgt spid="5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6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61" dur="500"/>
                                        <p:tgtEl>
                                          <p:spTgt spid="5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6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64" dur="500"/>
                                        <p:tgtEl>
                                          <p:spTgt spid="5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6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67" dur="500"/>
                                        <p:tgtEl>
                                          <p:spTgt spid="5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6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70" dur="500"/>
                                        <p:tgtEl>
                                          <p:spTgt spid="5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73" dur="5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76" dur="500"/>
                                        <p:tgtEl>
                                          <p:spTgt spid="5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79" dur="500"/>
                                        <p:tgtEl>
                                          <p:spTgt spid="5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8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82" dur="500"/>
                                        <p:tgtEl>
                                          <p:spTgt spid="5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8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85" dur="500"/>
                                        <p:tgtEl>
                                          <p:spTgt spid="5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8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88" dur="500"/>
                                        <p:tgtEl>
                                          <p:spTgt spid="5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1" dur="500"/>
                                        <p:tgtEl>
                                          <p:spTgt spid="5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4" dur="5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7" dur="500"/>
                                        <p:tgtEl>
                                          <p:spTgt spid="5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00" dur="500"/>
                                        <p:tgtEl>
                                          <p:spTgt spid="5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0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03" dur="500"/>
                                        <p:tgtEl>
                                          <p:spTgt spid="5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0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06" dur="500"/>
                                        <p:tgtEl>
                                          <p:spTgt spid="5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0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09" dur="500"/>
                                        <p:tgtEl>
                                          <p:spTgt spid="5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12" dur="500"/>
                                        <p:tgtEl>
                                          <p:spTgt spid="5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15" dur="500"/>
                                        <p:tgtEl>
                                          <p:spTgt spid="5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18" dur="500"/>
                                        <p:tgtEl>
                                          <p:spTgt spid="5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2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21" dur="500"/>
                                        <p:tgtEl>
                                          <p:spTgt spid="5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2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24" dur="500"/>
                                        <p:tgtEl>
                                          <p:spTgt spid="5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29" dur="300"/>
                                        <p:tgtEl>
                                          <p:spTgt spid="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30" fill="hold">
                            <p:stCondLst>
                              <p:cond delay="800"/>
                            </p:stCondLst>
                            <p:childTnLst>
                              <p:par>
                                <p:cTn id="27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33" dur="500"/>
                                        <p:tgtEl>
                                          <p:spTgt spid="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36" dur="500"/>
                                        <p:tgtEl>
                                          <p:spTgt spid="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39" dur="500"/>
                                        <p:tgtEl>
                                          <p:spTgt spid="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42" dur="500"/>
                                        <p:tgtEl>
                                          <p:spTgt spid="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45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48" dur="500"/>
                                        <p:tgtEl>
                                          <p:spTgt spid="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51" dur="500"/>
                                        <p:tgtEl>
                                          <p:spTgt spid="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54" dur="500"/>
                                        <p:tgtEl>
                                          <p:spTgt spid="5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57" dur="500"/>
                                        <p:tgtEl>
                                          <p:spTgt spid="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60" dur="500"/>
                                        <p:tgtEl>
                                          <p:spTgt spid="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63" dur="500"/>
                                        <p:tgtEl>
                                          <p:spTgt spid="5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66" dur="500"/>
                                        <p:tgtEl>
                                          <p:spTgt spid="5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69" dur="500"/>
                                        <p:tgtEl>
                                          <p:spTgt spid="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72" dur="500"/>
                                        <p:tgtEl>
                                          <p:spTgt spid="5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75" dur="500"/>
                                        <p:tgtEl>
                                          <p:spTgt spid="5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78" dur="500"/>
                                        <p:tgtEl>
                                          <p:spTgt spid="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81" dur="500"/>
                                        <p:tgtEl>
                                          <p:spTgt spid="5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84" dur="500"/>
                                        <p:tgtEl>
                                          <p:spTgt spid="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87" dur="500"/>
                                        <p:tgtEl>
                                          <p:spTgt spid="5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0" dur="500"/>
                                        <p:tgtEl>
                                          <p:spTgt spid="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3" dur="500"/>
                                        <p:tgtEl>
                                          <p:spTgt spid="5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6" dur="500"/>
                                        <p:tgtEl>
                                          <p:spTgt spid="5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9" dur="500"/>
                                        <p:tgtEl>
                                          <p:spTgt spid="5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02" dur="500"/>
                                        <p:tgtEl>
                                          <p:spTgt spid="5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05" dur="500"/>
                                        <p:tgtEl>
                                          <p:spTgt spid="5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08" dur="500"/>
                                        <p:tgtEl>
                                          <p:spTgt spid="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11" dur="500"/>
                                        <p:tgtEl>
                                          <p:spTgt spid="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14" dur="500"/>
                                        <p:tgtEl>
                                          <p:spTgt spid="5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17" dur="500"/>
                                        <p:tgtEl>
                                          <p:spTgt spid="5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20" dur="500"/>
                                        <p:tgtEl>
                                          <p:spTgt spid="5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23" dur="500"/>
                                        <p:tgtEl>
                                          <p:spTgt spid="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26" dur="500"/>
                                        <p:tgtEl>
                                          <p:spTgt spid="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29" dur="500"/>
                                        <p:tgtEl>
                                          <p:spTgt spid="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32" dur="500"/>
                                        <p:tgtEl>
                                          <p:spTgt spid="5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35" dur="500"/>
                                        <p:tgtEl>
                                          <p:spTgt spid="5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38" dur="500"/>
                                        <p:tgtEl>
                                          <p:spTgt spid="5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41" dur="500"/>
                                        <p:tgtEl>
                                          <p:spTgt spid="5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44" dur="500"/>
                                        <p:tgtEl>
                                          <p:spTgt spid="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47" dur="500"/>
                                        <p:tgtEl>
                                          <p:spTgt spid="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50" dur="500"/>
                                        <p:tgtEl>
                                          <p:spTgt spid="5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53" dur="500"/>
                                        <p:tgtEl>
                                          <p:spTgt spid="5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56" dur="500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59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62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65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68" dur="5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71" dur="500"/>
                                        <p:tgtEl>
                                          <p:spTgt spid="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74" dur="500"/>
                                        <p:tgtEl>
                                          <p:spTgt spid="6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77" dur="500"/>
                                        <p:tgtEl>
                                          <p:spTgt spid="6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80" dur="500"/>
                                        <p:tgtEl>
                                          <p:spTgt spid="6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81" fill="hold">
                            <p:stCondLst>
                              <p:cond delay="1300"/>
                            </p:stCondLst>
                            <p:childTnLst>
                              <p:par>
                                <p:cTn id="288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84" dur="300"/>
                                        <p:tgtEl>
                                          <p:spTgt spid="6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87" dur="300"/>
                                        <p:tgtEl>
                                          <p:spTgt spid="6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88" fill="hold">
                            <p:stCondLst>
                              <p:cond delay="1600"/>
                            </p:stCondLst>
                            <p:childTnLst>
                              <p:par>
                                <p:cTn id="288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91" dur="500"/>
                                        <p:tgtEl>
                                          <p:spTgt spid="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94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97" dur="500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00" dur="500"/>
                                        <p:tgtEl>
                                          <p:spTgt spid="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03" dur="500"/>
                                        <p:tgtEl>
                                          <p:spTgt spid="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06" dur="500"/>
                                        <p:tgtEl>
                                          <p:spTgt spid="6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09" dur="500"/>
                                        <p:tgtEl>
                                          <p:spTgt spid="6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12" dur="500"/>
                                        <p:tgtEl>
                                          <p:spTgt spid="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15" dur="500"/>
                                        <p:tgtEl>
                                          <p:spTgt spid="6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18" dur="500"/>
                                        <p:tgtEl>
                                          <p:spTgt spid="6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21" dur="500"/>
                                        <p:tgtEl>
                                          <p:spTgt spid="6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22" fill="hold">
                            <p:stCondLst>
                              <p:cond delay="2100"/>
                            </p:stCondLst>
                            <p:childTnLst>
                              <p:par>
                                <p:cTn id="29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25" dur="300"/>
                                        <p:tgtEl>
                                          <p:spTgt spid="6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28" dur="300"/>
                                        <p:tgtEl>
                                          <p:spTgt spid="6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29" fill="hold">
                            <p:stCondLst>
                              <p:cond delay="2400"/>
                            </p:stCondLst>
                            <p:childTnLst>
                              <p:par>
                                <p:cTn id="29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32" dur="500"/>
                                        <p:tgtEl>
                                          <p:spTgt spid="6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35" dur="500"/>
                                        <p:tgtEl>
                                          <p:spTgt spid="6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38" dur="500"/>
                                        <p:tgtEl>
                                          <p:spTgt spid="6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39" fill="hold">
                            <p:stCondLst>
                              <p:cond delay="2900"/>
                            </p:stCondLst>
                            <p:childTnLst>
                              <p:par>
                                <p:cTn id="294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42" dur="400"/>
                                        <p:tgtEl>
                                          <p:spTgt spid="6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45" dur="400"/>
                                        <p:tgtEl>
                                          <p:spTgt spid="6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48" dur="400"/>
                                        <p:tgtEl>
                                          <p:spTgt spid="6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51" dur="400"/>
                                        <p:tgtEl>
                                          <p:spTgt spid="6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54" dur="400"/>
                                        <p:tgtEl>
                                          <p:spTgt spid="6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57" dur="400"/>
                                        <p:tgtEl>
                                          <p:spTgt spid="6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60" dur="400"/>
                                        <p:tgtEl>
                                          <p:spTgt spid="6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63" dur="400"/>
                                        <p:tgtEl>
                                          <p:spTgt spid="6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66" dur="400"/>
                                        <p:tgtEl>
                                          <p:spTgt spid="6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69" dur="400"/>
                                        <p:tgtEl>
                                          <p:spTgt spid="6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72" dur="400"/>
                                        <p:tgtEl>
                                          <p:spTgt spid="6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75" dur="400"/>
                                        <p:tgtEl>
                                          <p:spTgt spid="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78" dur="400"/>
                                        <p:tgtEl>
                                          <p:spTgt spid="6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81" dur="400"/>
                                        <p:tgtEl>
                                          <p:spTgt spid="6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84" dur="400"/>
                                        <p:tgtEl>
                                          <p:spTgt spid="6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87" dur="400"/>
                                        <p:tgtEl>
                                          <p:spTgt spid="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90" dur="400"/>
                                        <p:tgtEl>
                                          <p:spTgt spid="6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93" dur="400"/>
                                        <p:tgtEl>
                                          <p:spTgt spid="6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96" dur="400"/>
                                        <p:tgtEl>
                                          <p:spTgt spid="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99" dur="4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02" dur="400"/>
                                        <p:tgtEl>
                                          <p:spTgt spid="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05" dur="400"/>
                                        <p:tgtEl>
                                          <p:spTgt spid="6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08" dur="400"/>
                                        <p:tgtEl>
                                          <p:spTgt spid="6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7" grpId="0" animBg="1"/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 animBg="1"/>
      <p:bldP spid="161" grpId="0" animBg="1"/>
      <p:bldP spid="162" grpId="0" animBg="1"/>
      <p:bldP spid="163" grpId="0" animBg="1"/>
      <p:bldP spid="164" grpId="0" animBg="1"/>
      <p:bldP spid="165" grpId="0" animBg="1"/>
      <p:bldP spid="166" grpId="0" animBg="1"/>
      <p:bldP spid="167" grpId="0" animBg="1"/>
      <p:bldP spid="168" grpId="0" animBg="1"/>
      <p:bldP spid="169" grpId="0" animBg="1"/>
      <p:bldP spid="170" grpId="0" animBg="1"/>
      <p:bldP spid="171" grpId="0" animBg="1"/>
      <p:bldP spid="172" grpId="0" animBg="1"/>
      <p:bldP spid="173" grpId="0" animBg="1"/>
      <p:bldP spid="174" grpId="0" animBg="1"/>
      <p:bldP spid="175" grpId="0" animBg="1"/>
      <p:bldP spid="176" grpId="0" animBg="1"/>
      <p:bldP spid="177" grpId="0" animBg="1"/>
      <p:bldP spid="178" grpId="0" animBg="1"/>
      <p:bldP spid="179" grpId="0" animBg="1"/>
      <p:bldP spid="180" grpId="0" animBg="1"/>
      <p:bldP spid="181" grpId="0" animBg="1"/>
      <p:bldP spid="182" grpId="0" animBg="1"/>
      <p:bldP spid="183" grpId="0" animBg="1"/>
      <p:bldP spid="184" grpId="0" animBg="1"/>
      <p:bldP spid="185" grpId="0" animBg="1"/>
      <p:bldP spid="186" grpId="0" animBg="1"/>
      <p:bldP spid="187" grpId="0" animBg="1"/>
      <p:bldP spid="188" grpId="0" animBg="1"/>
      <p:bldP spid="189" grpId="0" animBg="1"/>
      <p:bldP spid="190" grpId="0" animBg="1"/>
      <p:bldP spid="191" grpId="0" animBg="1"/>
      <p:bldP spid="192" grpId="0" animBg="1"/>
      <p:bldP spid="193" grpId="0" animBg="1"/>
      <p:bldP spid="194" grpId="0" animBg="1"/>
      <p:bldP spid="195" grpId="0"/>
      <p:bldP spid="196" grpId="0"/>
      <p:bldP spid="197" grpId="0"/>
      <p:bldP spid="198" grpId="0"/>
      <p:bldP spid="199" grpId="0"/>
      <p:bldP spid="200" grpId="0"/>
      <p:bldP spid="201" grpId="0"/>
      <p:bldP spid="202" grpId="0"/>
      <p:bldP spid="203" grpId="0"/>
      <p:bldP spid="204" grpId="0"/>
      <p:bldP spid="205" grpId="0"/>
      <p:bldP spid="206" grpId="0"/>
      <p:bldP spid="207" grpId="0"/>
      <p:bldP spid="207" grpId="1"/>
      <p:bldP spid="208" grpId="0"/>
      <p:bldP spid="208" grpId="1"/>
      <p:bldP spid="209" grpId="0"/>
      <p:bldP spid="209" grpId="1"/>
      <p:bldP spid="210" grpId="0"/>
      <p:bldP spid="210" grpId="1"/>
      <p:bldP spid="211" grpId="0"/>
      <p:bldP spid="211" grpId="1"/>
      <p:bldP spid="212" grpId="0"/>
      <p:bldP spid="212" grpId="1"/>
      <p:bldP spid="213" grpId="0"/>
      <p:bldP spid="213" grpId="1"/>
      <p:bldP spid="214" grpId="0"/>
      <p:bldP spid="214" grpId="1"/>
      <p:bldP spid="215" grpId="0"/>
      <p:bldP spid="215" grpId="1"/>
      <p:bldP spid="216" grpId="0"/>
      <p:bldP spid="216" grpId="1"/>
      <p:bldP spid="217" grpId="0"/>
      <p:bldP spid="217" grpId="1"/>
      <p:bldP spid="218" grpId="0"/>
      <p:bldP spid="218" grpId="1"/>
      <p:bldP spid="219" grpId="0"/>
      <p:bldP spid="219" grpId="1"/>
      <p:bldP spid="220" grpId="0"/>
      <p:bldP spid="220" grpId="1"/>
      <p:bldP spid="221" grpId="0"/>
      <p:bldP spid="221" grpId="1"/>
      <p:bldP spid="222" grpId="0"/>
      <p:bldP spid="222" grpId="1"/>
      <p:bldP spid="223" grpId="0"/>
      <p:bldP spid="223" grpId="1"/>
      <p:bldP spid="224" grpId="0"/>
      <p:bldP spid="224" grpId="1"/>
      <p:bldP spid="225" grpId="0"/>
      <p:bldP spid="225" grpId="1"/>
      <p:bldP spid="226" grpId="0"/>
      <p:bldP spid="226" grpId="1"/>
      <p:bldP spid="227" grpId="0"/>
      <p:bldP spid="227" grpId="1"/>
      <p:bldP spid="228" grpId="0"/>
      <p:bldP spid="228" grpId="1"/>
      <p:bldP spid="229" grpId="0"/>
      <p:bldP spid="229" grpId="1"/>
      <p:bldP spid="230" grpId="0"/>
      <p:bldP spid="230" grpId="1"/>
      <p:bldP spid="231" grpId="0"/>
      <p:bldP spid="231" grpId="1"/>
      <p:bldP spid="232" grpId="0"/>
      <p:bldP spid="232" grpId="1"/>
      <p:bldP spid="233" grpId="0"/>
      <p:bldP spid="233" grpId="1"/>
      <p:bldP spid="234" grpId="0"/>
      <p:bldP spid="234" grpId="1"/>
      <p:bldP spid="235" grpId="0" animBg="1"/>
      <p:bldP spid="235" grpId="1" animBg="1"/>
      <p:bldP spid="236" grpId="0" animBg="1"/>
      <p:bldP spid="236" grpId="1" animBg="1"/>
      <p:bldP spid="237" grpId="0" animBg="1"/>
      <p:bldP spid="237" grpId="1" animBg="1"/>
      <p:bldP spid="238" grpId="0" animBg="1"/>
      <p:bldP spid="238" grpId="1" animBg="1"/>
      <p:bldP spid="239" grpId="0" animBg="1"/>
      <p:bldP spid="239" grpId="1" animBg="1"/>
      <p:bldP spid="240" grpId="0" animBg="1"/>
      <p:bldP spid="240" grpId="1" animBg="1"/>
      <p:bldP spid="241" grpId="0" animBg="1"/>
      <p:bldP spid="241" grpId="1" animBg="1"/>
      <p:bldP spid="242" grpId="0" animBg="1"/>
      <p:bldP spid="242" grpId="1" animBg="1"/>
      <p:bldP spid="243" grpId="0" animBg="1"/>
      <p:bldP spid="243" grpId="1" animBg="1"/>
      <p:bldP spid="244" grpId="0" animBg="1"/>
      <p:bldP spid="244" grpId="1" animBg="1"/>
      <p:bldP spid="245" grpId="0" animBg="1"/>
      <p:bldP spid="245" grpId="1" animBg="1"/>
      <p:bldP spid="246" grpId="0" animBg="1"/>
      <p:bldP spid="246" grpId="1" animBg="1"/>
      <p:bldP spid="247" grpId="0" animBg="1"/>
      <p:bldP spid="247" grpId="1" animBg="1"/>
      <p:bldP spid="248" grpId="0" animBg="1"/>
      <p:bldP spid="248" grpId="1" animBg="1"/>
      <p:bldP spid="249" grpId="0" animBg="1"/>
      <p:bldP spid="249" grpId="1" animBg="1"/>
      <p:bldP spid="250" grpId="0" animBg="1"/>
      <p:bldP spid="250" grpId="1" animBg="1"/>
      <p:bldP spid="251" grpId="0" animBg="1"/>
      <p:bldP spid="251" grpId="1" animBg="1"/>
      <p:bldP spid="252" grpId="0" animBg="1"/>
      <p:bldP spid="252" grpId="1" animBg="1"/>
      <p:bldP spid="253" grpId="0" animBg="1"/>
      <p:bldP spid="253" grpId="1" animBg="1"/>
      <p:bldP spid="254" grpId="0" animBg="1"/>
      <p:bldP spid="254" grpId="1" animBg="1"/>
      <p:bldP spid="255" grpId="0" animBg="1"/>
      <p:bldP spid="255" grpId="1" animBg="1"/>
      <p:bldP spid="256" grpId="0" animBg="1"/>
      <p:bldP spid="256" grpId="1" animBg="1"/>
      <p:bldP spid="257" grpId="0" animBg="1"/>
      <p:bldP spid="257" grpId="1" animBg="1"/>
      <p:bldP spid="258" grpId="0" animBg="1"/>
      <p:bldP spid="258" grpId="1" animBg="1"/>
      <p:bldP spid="259" grpId="0" animBg="1"/>
      <p:bldP spid="259" grpId="1" animBg="1"/>
      <p:bldP spid="260" grpId="0" animBg="1"/>
      <p:bldP spid="260" grpId="1" animBg="1"/>
      <p:bldP spid="261" grpId="0" animBg="1"/>
      <p:bldP spid="261" grpId="1" animBg="1"/>
      <p:bldP spid="262" grpId="0" animBg="1"/>
      <p:bldP spid="262" grpId="1" animBg="1"/>
      <p:bldP spid="263" grpId="0" animBg="1"/>
      <p:bldP spid="263" grpId="1" animBg="1"/>
      <p:bldP spid="264" grpId="0" animBg="1"/>
      <p:bldP spid="264" grpId="1" animBg="1"/>
      <p:bldP spid="265" grpId="0" animBg="1"/>
      <p:bldP spid="265" grpId="1" animBg="1"/>
      <p:bldP spid="266" grpId="0" animBg="1"/>
      <p:bldP spid="266" grpId="1" animBg="1"/>
      <p:bldP spid="267" grpId="0" animBg="1"/>
      <p:bldP spid="267" grpId="1" animBg="1"/>
      <p:bldP spid="268" grpId="0" animBg="1"/>
      <p:bldP spid="268" grpId="1" animBg="1"/>
      <p:bldP spid="269" grpId="0" animBg="1"/>
      <p:bldP spid="269" grpId="1" animBg="1"/>
      <p:bldP spid="270" grpId="0" animBg="1"/>
      <p:bldP spid="270" grpId="1" animBg="1"/>
      <p:bldP spid="271" grpId="0" animBg="1"/>
      <p:bldP spid="271" grpId="1" animBg="1"/>
      <p:bldP spid="272" grpId="0" animBg="1"/>
      <p:bldP spid="272" grpId="1" animBg="1"/>
      <p:bldP spid="273" grpId="0" animBg="1"/>
      <p:bldP spid="273" grpId="1" animBg="1"/>
      <p:bldP spid="274" grpId="0" animBg="1"/>
      <p:bldP spid="274" grpId="1" animBg="1"/>
      <p:bldP spid="275" grpId="0" animBg="1"/>
      <p:bldP spid="275" grpId="1" animBg="1"/>
      <p:bldP spid="276" grpId="0" animBg="1"/>
      <p:bldP spid="276" grpId="1" animBg="1"/>
      <p:bldP spid="277" grpId="0" animBg="1"/>
      <p:bldP spid="277" grpId="1" animBg="1"/>
      <p:bldP spid="278" grpId="0" animBg="1"/>
      <p:bldP spid="278" grpId="1" animBg="1"/>
      <p:bldP spid="279" grpId="0" animBg="1"/>
      <p:bldP spid="279" grpId="1" animBg="1"/>
      <p:bldP spid="280" grpId="0" animBg="1"/>
      <p:bldP spid="280" grpId="1" animBg="1"/>
      <p:bldP spid="281" grpId="0" animBg="1"/>
      <p:bldP spid="281" grpId="1" animBg="1"/>
      <p:bldP spid="282" grpId="0" animBg="1"/>
      <p:bldP spid="282" grpId="1" animBg="1"/>
      <p:bldP spid="283" grpId="0" animBg="1"/>
      <p:bldP spid="283" grpId="1" animBg="1"/>
      <p:bldP spid="284" grpId="0" animBg="1"/>
      <p:bldP spid="284" grpId="1" animBg="1"/>
      <p:bldP spid="285" grpId="0" animBg="1"/>
      <p:bldP spid="285" grpId="1" animBg="1"/>
      <p:bldP spid="286" grpId="0" animBg="1"/>
      <p:bldP spid="286" grpId="1" animBg="1"/>
      <p:bldP spid="287" grpId="0" animBg="1"/>
      <p:bldP spid="287" grpId="1" animBg="1"/>
      <p:bldP spid="288" grpId="0" animBg="1"/>
      <p:bldP spid="288" grpId="1" animBg="1"/>
      <p:bldP spid="289" grpId="0" animBg="1"/>
      <p:bldP spid="289" grpId="1" animBg="1"/>
      <p:bldP spid="290" grpId="0" animBg="1"/>
      <p:bldP spid="290" grpId="1" animBg="1"/>
      <p:bldP spid="291" grpId="0" animBg="1"/>
      <p:bldP spid="291" grpId="1" animBg="1"/>
      <p:bldP spid="292" grpId="0" animBg="1"/>
      <p:bldP spid="292" grpId="1" animBg="1"/>
      <p:bldP spid="293" grpId="0" animBg="1"/>
      <p:bldP spid="293" grpId="1" animBg="1"/>
      <p:bldP spid="294" grpId="0" animBg="1"/>
      <p:bldP spid="294" grpId="1" animBg="1"/>
      <p:bldP spid="295" grpId="0" animBg="1"/>
      <p:bldP spid="295" grpId="1" animBg="1"/>
      <p:bldP spid="296" grpId="0" animBg="1"/>
      <p:bldP spid="296" grpId="1" animBg="1"/>
      <p:bldP spid="297" grpId="0" animBg="1"/>
      <p:bldP spid="297" grpId="1" animBg="1"/>
      <p:bldP spid="298" grpId="0" animBg="1"/>
      <p:bldP spid="298" grpId="1" animBg="1"/>
      <p:bldP spid="299" grpId="0" animBg="1"/>
      <p:bldP spid="299" grpId="1" animBg="1"/>
      <p:bldP spid="300" grpId="0" animBg="1"/>
      <p:bldP spid="300" grpId="1" animBg="1"/>
      <p:bldP spid="301" grpId="0" animBg="1"/>
      <p:bldP spid="301" grpId="1" animBg="1"/>
      <p:bldP spid="302" grpId="0" animBg="1"/>
      <p:bldP spid="302" grpId="1" animBg="1"/>
      <p:bldP spid="303" grpId="0" animBg="1"/>
      <p:bldP spid="303" grpId="1" animBg="1"/>
      <p:bldP spid="304" grpId="0" animBg="1"/>
      <p:bldP spid="304" grpId="1" animBg="1"/>
      <p:bldP spid="305" grpId="0" animBg="1"/>
      <p:bldP spid="305" grpId="1" animBg="1"/>
      <p:bldP spid="306" grpId="0" animBg="1"/>
      <p:bldP spid="306" grpId="1" animBg="1"/>
      <p:bldP spid="307" grpId="0" animBg="1"/>
      <p:bldP spid="307" grpId="1" animBg="1"/>
      <p:bldP spid="308" grpId="0" animBg="1"/>
      <p:bldP spid="308" grpId="1" animBg="1"/>
      <p:bldP spid="309" grpId="0" animBg="1"/>
      <p:bldP spid="309" grpId="1" animBg="1"/>
      <p:bldP spid="310" grpId="0" animBg="1"/>
      <p:bldP spid="310" grpId="1" animBg="1"/>
      <p:bldP spid="311" grpId="0" animBg="1"/>
      <p:bldP spid="311" grpId="1" animBg="1"/>
      <p:bldP spid="312" grpId="0" animBg="1"/>
      <p:bldP spid="312" grpId="1" animBg="1"/>
      <p:bldP spid="313" grpId="0" animBg="1"/>
      <p:bldP spid="313" grpId="1" animBg="1"/>
      <p:bldP spid="314" grpId="0" animBg="1"/>
      <p:bldP spid="314" grpId="1" animBg="1"/>
      <p:bldP spid="315" grpId="0" animBg="1"/>
      <p:bldP spid="315" grpId="1" animBg="1"/>
      <p:bldP spid="316" grpId="0" animBg="1"/>
      <p:bldP spid="316" grpId="1" animBg="1"/>
      <p:bldP spid="317" grpId="0" animBg="1"/>
      <p:bldP spid="317" grpId="1" animBg="1"/>
      <p:bldP spid="318" grpId="0" animBg="1"/>
      <p:bldP spid="318" grpId="1" animBg="1"/>
      <p:bldP spid="319" grpId="0" animBg="1"/>
      <p:bldP spid="319" grpId="1" animBg="1"/>
      <p:bldP spid="320" grpId="0" animBg="1"/>
      <p:bldP spid="320" grpId="1" animBg="1"/>
      <p:bldP spid="321" grpId="0" animBg="1"/>
      <p:bldP spid="321" grpId="1" animBg="1"/>
      <p:bldP spid="322" grpId="0" animBg="1"/>
      <p:bldP spid="322" grpId="1" animBg="1"/>
      <p:bldP spid="323" grpId="0" animBg="1"/>
      <p:bldP spid="323" grpId="1" animBg="1"/>
      <p:bldP spid="324" grpId="0" animBg="1"/>
      <p:bldP spid="324" grpId="1" animBg="1"/>
      <p:bldP spid="325" grpId="0" animBg="1"/>
      <p:bldP spid="325" grpId="1" animBg="1"/>
      <p:bldP spid="326" grpId="0" animBg="1"/>
      <p:bldP spid="326" grpId="1" animBg="1"/>
      <p:bldP spid="327" grpId="0" animBg="1"/>
      <p:bldP spid="327" grpId="1" animBg="1"/>
      <p:bldP spid="328" grpId="0" animBg="1"/>
      <p:bldP spid="328" grpId="1" animBg="1"/>
      <p:bldP spid="329" grpId="0" animBg="1"/>
      <p:bldP spid="329" grpId="1" animBg="1"/>
      <p:bldP spid="330" grpId="0" animBg="1"/>
      <p:bldP spid="330" grpId="1" animBg="1"/>
      <p:bldP spid="331" grpId="0" animBg="1"/>
      <p:bldP spid="331" grpId="1" animBg="1"/>
      <p:bldP spid="332" grpId="0" animBg="1"/>
      <p:bldP spid="332" grpId="1" animBg="1"/>
      <p:bldP spid="333" grpId="0" animBg="1"/>
      <p:bldP spid="333" grpId="1" animBg="1"/>
      <p:bldP spid="334" grpId="0" animBg="1"/>
      <p:bldP spid="334" grpId="1" animBg="1"/>
      <p:bldP spid="335" grpId="0" animBg="1"/>
      <p:bldP spid="335" grpId="1" animBg="1"/>
      <p:bldP spid="336" grpId="0" animBg="1"/>
      <p:bldP spid="336" grpId="1" animBg="1"/>
      <p:bldP spid="337" grpId="0" animBg="1"/>
      <p:bldP spid="337" grpId="1" animBg="1"/>
      <p:bldP spid="338" grpId="0" animBg="1"/>
      <p:bldP spid="338" grpId="1" animBg="1"/>
      <p:bldP spid="339" grpId="0" animBg="1"/>
      <p:bldP spid="339" grpId="1" animBg="1"/>
      <p:bldP spid="340" grpId="0" animBg="1"/>
      <p:bldP spid="340" grpId="1" animBg="1"/>
      <p:bldP spid="341" grpId="0" animBg="1"/>
      <p:bldP spid="341" grpId="1" animBg="1"/>
      <p:bldP spid="342" grpId="0" animBg="1"/>
      <p:bldP spid="342" grpId="1" animBg="1"/>
      <p:bldP spid="343" grpId="0" animBg="1"/>
      <p:bldP spid="343" grpId="1" animBg="1"/>
      <p:bldP spid="344" grpId="0" animBg="1"/>
      <p:bldP spid="344" grpId="1" animBg="1"/>
      <p:bldP spid="345" grpId="0" animBg="1"/>
      <p:bldP spid="345" grpId="1" animBg="1"/>
      <p:bldP spid="346" grpId="0" animBg="1"/>
      <p:bldP spid="346" grpId="1" animBg="1"/>
      <p:bldP spid="347" grpId="0" animBg="1"/>
      <p:bldP spid="347" grpId="1" animBg="1"/>
      <p:bldP spid="348" grpId="0" animBg="1"/>
      <p:bldP spid="348" grpId="1" animBg="1"/>
      <p:bldP spid="349" grpId="0" animBg="1"/>
      <p:bldP spid="349" grpId="1" animBg="1"/>
      <p:bldP spid="350" grpId="0" animBg="1"/>
      <p:bldP spid="350" grpId="1" animBg="1"/>
      <p:bldP spid="351" grpId="0" animBg="1"/>
      <p:bldP spid="351" grpId="1" animBg="1"/>
      <p:bldP spid="352" grpId="0" animBg="1"/>
      <p:bldP spid="352" grpId="1" animBg="1"/>
      <p:bldP spid="353" grpId="0" animBg="1"/>
      <p:bldP spid="353" grpId="1" animBg="1"/>
      <p:bldP spid="354" grpId="0" animBg="1"/>
      <p:bldP spid="354" grpId="1" animBg="1"/>
      <p:bldP spid="355" grpId="0" animBg="1"/>
      <p:bldP spid="355" grpId="1" animBg="1"/>
      <p:bldP spid="356" grpId="0" animBg="1"/>
      <p:bldP spid="356" grpId="1" animBg="1"/>
      <p:bldP spid="357" grpId="0" animBg="1"/>
      <p:bldP spid="357" grpId="1" animBg="1"/>
      <p:bldP spid="358" grpId="0" animBg="1"/>
      <p:bldP spid="358" grpId="1" animBg="1"/>
      <p:bldP spid="359" grpId="0" animBg="1"/>
      <p:bldP spid="359" grpId="1" animBg="1"/>
      <p:bldP spid="360" grpId="0" animBg="1"/>
      <p:bldP spid="360" grpId="1" animBg="1"/>
      <p:bldP spid="361" grpId="0" animBg="1"/>
      <p:bldP spid="361" grpId="1" animBg="1"/>
      <p:bldP spid="362" grpId="0" animBg="1"/>
      <p:bldP spid="362" grpId="1" animBg="1"/>
      <p:bldP spid="363" grpId="0" animBg="1"/>
      <p:bldP spid="363" grpId="1" animBg="1"/>
      <p:bldP spid="364" grpId="0" animBg="1"/>
      <p:bldP spid="364" grpId="1" animBg="1"/>
      <p:bldP spid="365" grpId="0" animBg="1"/>
      <p:bldP spid="365" grpId="1" animBg="1"/>
      <p:bldP spid="366" grpId="0" animBg="1"/>
      <p:bldP spid="366" grpId="1" animBg="1"/>
      <p:bldP spid="367" grpId="0" animBg="1"/>
      <p:bldP spid="367" grpId="1" animBg="1"/>
      <p:bldP spid="368" grpId="0" animBg="1"/>
      <p:bldP spid="368" grpId="1" animBg="1"/>
      <p:bldP spid="369" grpId="0" animBg="1"/>
      <p:bldP spid="369" grpId="1" animBg="1"/>
      <p:bldP spid="370" grpId="0" animBg="1"/>
      <p:bldP spid="370" grpId="1" animBg="1"/>
      <p:bldP spid="371" grpId="0" animBg="1"/>
      <p:bldP spid="371" grpId="1" animBg="1"/>
      <p:bldP spid="372" grpId="0" animBg="1"/>
      <p:bldP spid="372" grpId="1" animBg="1"/>
      <p:bldP spid="373" grpId="0" animBg="1"/>
      <p:bldP spid="373" grpId="1" animBg="1"/>
      <p:bldP spid="374" grpId="0" animBg="1"/>
      <p:bldP spid="374" grpId="1" animBg="1"/>
      <p:bldP spid="375" grpId="0" animBg="1"/>
      <p:bldP spid="375" grpId="1" animBg="1"/>
      <p:bldP spid="376" grpId="0" animBg="1"/>
      <p:bldP spid="376" grpId="1" animBg="1"/>
      <p:bldP spid="377" grpId="0" animBg="1"/>
      <p:bldP spid="377" grpId="1" animBg="1"/>
      <p:bldP spid="378" grpId="0" animBg="1"/>
      <p:bldP spid="378" grpId="1" animBg="1"/>
      <p:bldP spid="379" grpId="0" animBg="1"/>
      <p:bldP spid="379" grpId="1" animBg="1"/>
      <p:bldP spid="380" grpId="0" animBg="1"/>
      <p:bldP spid="380" grpId="1" animBg="1"/>
      <p:bldP spid="381" grpId="0" animBg="1"/>
      <p:bldP spid="381" grpId="1" animBg="1"/>
      <p:bldP spid="382" grpId="0" animBg="1"/>
      <p:bldP spid="382" grpId="1" animBg="1"/>
      <p:bldP spid="383" grpId="0" animBg="1"/>
      <p:bldP spid="383" grpId="1" animBg="1"/>
      <p:bldP spid="384" grpId="0" animBg="1"/>
      <p:bldP spid="384" grpId="1" animBg="1"/>
      <p:bldP spid="385" grpId="0" animBg="1"/>
      <p:bldP spid="385" grpId="1" animBg="1"/>
      <p:bldP spid="386" grpId="0" animBg="1"/>
      <p:bldP spid="386" grpId="1" animBg="1"/>
      <p:bldP spid="387" grpId="0" animBg="1"/>
      <p:bldP spid="387" grpId="1" animBg="1"/>
      <p:bldP spid="388" grpId="0" animBg="1"/>
      <p:bldP spid="388" grpId="1" animBg="1"/>
      <p:bldP spid="389" grpId="0" animBg="1"/>
      <p:bldP spid="389" grpId="1" animBg="1"/>
      <p:bldP spid="390" grpId="0" animBg="1"/>
      <p:bldP spid="390" grpId="1" animBg="1"/>
      <p:bldP spid="391" grpId="0" animBg="1"/>
      <p:bldP spid="391" grpId="1" animBg="1"/>
      <p:bldP spid="392" grpId="0" animBg="1"/>
      <p:bldP spid="392" grpId="1" animBg="1"/>
      <p:bldP spid="393" grpId="0" animBg="1"/>
      <p:bldP spid="393" grpId="1" animBg="1"/>
      <p:bldP spid="394" grpId="0" animBg="1"/>
      <p:bldP spid="394" grpId="1" animBg="1"/>
      <p:bldP spid="395" grpId="0" animBg="1"/>
      <p:bldP spid="395" grpId="1" animBg="1"/>
      <p:bldP spid="396" grpId="0" animBg="1"/>
      <p:bldP spid="396" grpId="1" animBg="1"/>
      <p:bldP spid="397" grpId="0" animBg="1"/>
      <p:bldP spid="397" grpId="1" animBg="1"/>
      <p:bldP spid="398" grpId="0" animBg="1"/>
      <p:bldP spid="398" grpId="1" animBg="1"/>
      <p:bldP spid="399" grpId="0" animBg="1"/>
      <p:bldP spid="399" grpId="1" animBg="1"/>
      <p:bldP spid="400" grpId="0" animBg="1"/>
      <p:bldP spid="400" grpId="1" animBg="1"/>
      <p:bldP spid="401" grpId="0" animBg="1"/>
      <p:bldP spid="401" grpId="1" animBg="1"/>
      <p:bldP spid="402" grpId="0" animBg="1"/>
      <p:bldP spid="402" grpId="1" animBg="1"/>
      <p:bldP spid="403" grpId="0" animBg="1"/>
      <p:bldP spid="403" grpId="1" animBg="1"/>
      <p:bldP spid="404" grpId="0" animBg="1"/>
      <p:bldP spid="404" grpId="1" animBg="1"/>
      <p:bldP spid="405" grpId="0" animBg="1"/>
      <p:bldP spid="405" grpId="1" animBg="1"/>
      <p:bldP spid="406" grpId="0" animBg="1"/>
      <p:bldP spid="406" grpId="1" animBg="1"/>
      <p:bldP spid="407" grpId="0" animBg="1"/>
      <p:bldP spid="407" grpId="1" animBg="1"/>
      <p:bldP spid="408" grpId="0" animBg="1"/>
      <p:bldP spid="408" grpId="1" animBg="1"/>
      <p:bldP spid="409" grpId="0" animBg="1"/>
      <p:bldP spid="409" grpId="1" animBg="1"/>
      <p:bldP spid="410" grpId="0" animBg="1"/>
      <p:bldP spid="410" grpId="1" animBg="1"/>
      <p:bldP spid="411" grpId="0" animBg="1"/>
      <p:bldP spid="411" grpId="1" animBg="1"/>
      <p:bldP spid="412" grpId="0" animBg="1"/>
      <p:bldP spid="412" grpId="1" animBg="1"/>
      <p:bldP spid="413" grpId="0" animBg="1"/>
      <p:bldP spid="413" grpId="1" animBg="1"/>
      <p:bldP spid="414" grpId="0" animBg="1"/>
      <p:bldP spid="414" grpId="1" animBg="1"/>
      <p:bldP spid="415" grpId="0" animBg="1"/>
      <p:bldP spid="415" grpId="1" animBg="1"/>
      <p:bldP spid="416" grpId="0" animBg="1"/>
      <p:bldP spid="416" grpId="1" animBg="1"/>
      <p:bldP spid="417" grpId="0" animBg="1"/>
      <p:bldP spid="417" grpId="1" animBg="1"/>
      <p:bldP spid="418" grpId="0" animBg="1"/>
      <p:bldP spid="418" grpId="1" animBg="1"/>
      <p:bldP spid="419" grpId="0" animBg="1"/>
      <p:bldP spid="419" grpId="1" animBg="1"/>
      <p:bldP spid="420" grpId="0" animBg="1"/>
      <p:bldP spid="420" grpId="1" animBg="1"/>
      <p:bldP spid="421" grpId="0" animBg="1"/>
      <p:bldP spid="421" grpId="1" animBg="1"/>
      <p:bldP spid="422" grpId="0" animBg="1"/>
      <p:bldP spid="422" grpId="1" animBg="1"/>
      <p:bldP spid="423" grpId="0" animBg="1"/>
      <p:bldP spid="423" grpId="1" animBg="1"/>
      <p:bldP spid="424" grpId="0" animBg="1"/>
      <p:bldP spid="424" grpId="1" animBg="1"/>
      <p:bldP spid="425" grpId="0" animBg="1"/>
      <p:bldP spid="425" grpId="1" animBg="1"/>
      <p:bldP spid="426" grpId="0" animBg="1"/>
      <p:bldP spid="426" grpId="1" animBg="1"/>
      <p:bldP spid="427" grpId="0" animBg="1"/>
      <p:bldP spid="427" grpId="1" animBg="1"/>
      <p:bldP spid="428" grpId="0" animBg="1"/>
      <p:bldP spid="428" grpId="1" animBg="1"/>
      <p:bldP spid="429" grpId="0" animBg="1"/>
      <p:bldP spid="429" grpId="1" animBg="1"/>
      <p:bldP spid="430" grpId="0"/>
      <p:bldP spid="430" grpId="1"/>
      <p:bldP spid="431" grpId="0"/>
      <p:bldP spid="431" grpId="1"/>
      <p:bldP spid="432" grpId="0"/>
      <p:bldP spid="432" grpId="1"/>
      <p:bldP spid="433" grpId="0"/>
      <p:bldP spid="433" grpId="1"/>
      <p:bldP spid="434" grpId="0"/>
      <p:bldP spid="434" grpId="1"/>
      <p:bldP spid="435" grpId="0"/>
      <p:bldP spid="435" grpId="1"/>
      <p:bldP spid="436" grpId="0"/>
      <p:bldP spid="436" grpId="1"/>
      <p:bldP spid="437" grpId="0"/>
      <p:bldP spid="437" grpId="1"/>
      <p:bldP spid="438" grpId="0"/>
      <p:bldP spid="438" grpId="1"/>
      <p:bldP spid="439" grpId="0"/>
      <p:bldP spid="439" grpId="1"/>
      <p:bldP spid="440" grpId="0"/>
      <p:bldP spid="440" grpId="1"/>
      <p:bldP spid="441" grpId="0"/>
      <p:bldP spid="441" grpId="1"/>
      <p:bldP spid="442" grpId="0"/>
      <p:bldP spid="442" grpId="1"/>
      <p:bldP spid="443" grpId="0"/>
      <p:bldP spid="443" grpId="1"/>
      <p:bldP spid="444" grpId="0" animBg="1"/>
      <p:bldP spid="444" grpId="1" animBg="1"/>
      <p:bldP spid="445" grpId="0" animBg="1"/>
      <p:bldP spid="445" grpId="1" animBg="1"/>
      <p:bldP spid="446" grpId="0" animBg="1"/>
      <p:bldP spid="446" grpId="1" animBg="1"/>
      <p:bldP spid="447" grpId="0" animBg="1"/>
      <p:bldP spid="447" grpId="1" animBg="1"/>
      <p:bldP spid="448" grpId="0" animBg="1"/>
      <p:bldP spid="448" grpId="1" animBg="1"/>
      <p:bldP spid="449" grpId="0" animBg="1"/>
      <p:bldP spid="449" grpId="1" animBg="1"/>
      <p:bldP spid="450" grpId="0" animBg="1"/>
      <p:bldP spid="450" grpId="1" animBg="1"/>
      <p:bldP spid="451" grpId="0" animBg="1"/>
      <p:bldP spid="451" grpId="1" animBg="1"/>
      <p:bldP spid="452" grpId="0" animBg="1"/>
      <p:bldP spid="452" grpId="1" animBg="1"/>
      <p:bldP spid="453" grpId="0" animBg="1"/>
      <p:bldP spid="453" grpId="1" animBg="1"/>
      <p:bldP spid="454" grpId="0" animBg="1"/>
      <p:bldP spid="454" grpId="1" animBg="1"/>
      <p:bldP spid="455" grpId="0" animBg="1"/>
      <p:bldP spid="455" grpId="1" animBg="1"/>
      <p:bldP spid="456" grpId="0" animBg="1"/>
      <p:bldP spid="456" grpId="1" animBg="1"/>
      <p:bldP spid="457" grpId="0" animBg="1"/>
      <p:bldP spid="457" grpId="1" animBg="1"/>
      <p:bldP spid="458" grpId="0" animBg="1"/>
      <p:bldP spid="458" grpId="1" animBg="1"/>
      <p:bldP spid="459" grpId="0" animBg="1"/>
      <p:bldP spid="459" grpId="1" animBg="1"/>
      <p:bldP spid="460" grpId="0" animBg="1"/>
      <p:bldP spid="460" grpId="1" animBg="1"/>
      <p:bldP spid="461" grpId="0" animBg="1"/>
      <p:bldP spid="461" grpId="1" animBg="1"/>
      <p:bldP spid="462" grpId="0" animBg="1"/>
      <p:bldP spid="462" grpId="1" animBg="1"/>
      <p:bldP spid="463" grpId="0" animBg="1"/>
      <p:bldP spid="463" grpId="1" animBg="1"/>
      <p:bldP spid="464" grpId="0" animBg="1"/>
      <p:bldP spid="464" grpId="1" animBg="1"/>
      <p:bldP spid="465" grpId="0" animBg="1"/>
      <p:bldP spid="465" grpId="1" animBg="1"/>
      <p:bldP spid="466" grpId="0" animBg="1"/>
      <p:bldP spid="466" grpId="1" animBg="1"/>
      <p:bldP spid="467" grpId="0" animBg="1"/>
      <p:bldP spid="467" grpId="1" animBg="1"/>
      <p:bldP spid="468" grpId="0" animBg="1"/>
      <p:bldP spid="468" grpId="1" animBg="1"/>
      <p:bldP spid="469" grpId="0" animBg="1"/>
      <p:bldP spid="469" grpId="1" animBg="1"/>
      <p:bldP spid="470" grpId="0" animBg="1"/>
      <p:bldP spid="470" grpId="1" animBg="1"/>
      <p:bldP spid="471" grpId="0" animBg="1"/>
      <p:bldP spid="471" grpId="1" animBg="1"/>
      <p:bldP spid="472" grpId="0" animBg="1"/>
      <p:bldP spid="472" grpId="1" animBg="1"/>
      <p:bldP spid="473" grpId="0" animBg="1"/>
      <p:bldP spid="473" grpId="1" animBg="1"/>
      <p:bldP spid="474" grpId="0" animBg="1"/>
      <p:bldP spid="474" grpId="1" animBg="1"/>
      <p:bldP spid="475" grpId="0" animBg="1"/>
      <p:bldP spid="475" grpId="1" animBg="1"/>
      <p:bldP spid="476" grpId="0" animBg="1"/>
      <p:bldP spid="476" grpId="1" animBg="1"/>
      <p:bldP spid="477" grpId="0" animBg="1"/>
      <p:bldP spid="477" grpId="1" animBg="1"/>
      <p:bldP spid="478" grpId="0" animBg="1"/>
      <p:bldP spid="478" grpId="1" animBg="1"/>
      <p:bldP spid="479" grpId="0" animBg="1"/>
      <p:bldP spid="479" grpId="1" animBg="1"/>
      <p:bldP spid="480" grpId="0" animBg="1"/>
      <p:bldP spid="480" grpId="1" animBg="1"/>
      <p:bldP spid="481" grpId="0" animBg="1"/>
      <p:bldP spid="481" grpId="1" animBg="1"/>
      <p:bldP spid="482" grpId="0" animBg="1"/>
      <p:bldP spid="482" grpId="1" animBg="1"/>
      <p:bldP spid="483" grpId="0" animBg="1"/>
      <p:bldP spid="483" grpId="1" animBg="1"/>
      <p:bldP spid="484" grpId="0" animBg="1"/>
      <p:bldP spid="484" grpId="1" animBg="1"/>
      <p:bldP spid="485" grpId="0" animBg="1"/>
      <p:bldP spid="485" grpId="1" animBg="1"/>
      <p:bldP spid="486" grpId="0" animBg="1"/>
      <p:bldP spid="486" grpId="1" animBg="1"/>
      <p:bldP spid="487" grpId="0" animBg="1"/>
      <p:bldP spid="487" grpId="1" animBg="1"/>
      <p:bldP spid="488" grpId="0" animBg="1"/>
      <p:bldP spid="488" grpId="1" animBg="1"/>
      <p:bldP spid="489" grpId="0" animBg="1"/>
      <p:bldP spid="489" grpId="1" animBg="1"/>
      <p:bldP spid="490" grpId="0" animBg="1"/>
      <p:bldP spid="490" grpId="1" animBg="1"/>
      <p:bldP spid="491" grpId="0" animBg="1"/>
      <p:bldP spid="491" grpId="1" animBg="1"/>
      <p:bldP spid="492" grpId="0" animBg="1"/>
      <p:bldP spid="492" grpId="1" animBg="1"/>
      <p:bldP spid="493" grpId="0"/>
      <p:bldP spid="493" grpId="1"/>
      <p:bldP spid="494" grpId="0" animBg="1"/>
      <p:bldP spid="494" grpId="1" animBg="1"/>
      <p:bldP spid="495" grpId="0"/>
      <p:bldP spid="495" grpId="1"/>
      <p:bldP spid="496" grpId="0" animBg="1"/>
      <p:bldP spid="496" grpId="1" animBg="1"/>
      <p:bldP spid="497" grpId="0" animBg="1"/>
      <p:bldP spid="497" grpId="1" animBg="1"/>
      <p:bldP spid="498" grpId="0" animBg="1"/>
      <p:bldP spid="498" grpId="1" animBg="1"/>
      <p:bldP spid="499" grpId="0" animBg="1"/>
      <p:bldP spid="499" grpId="1" animBg="1"/>
      <p:bldP spid="500" grpId="0" animBg="1"/>
      <p:bldP spid="500" grpId="1" animBg="1"/>
      <p:bldP spid="501" grpId="0" animBg="1"/>
      <p:bldP spid="501" grpId="1" animBg="1"/>
      <p:bldP spid="502" grpId="0" animBg="1"/>
      <p:bldP spid="502" grpId="1" animBg="1"/>
      <p:bldP spid="503" grpId="0" animBg="1"/>
      <p:bldP spid="503" grpId="1" animBg="1"/>
      <p:bldP spid="504" grpId="0" animBg="1"/>
      <p:bldP spid="504" grpId="1" animBg="1"/>
      <p:bldP spid="505" grpId="0" animBg="1"/>
      <p:bldP spid="505" grpId="1" animBg="1"/>
      <p:bldP spid="506" grpId="0" animBg="1"/>
      <p:bldP spid="506" grpId="1" animBg="1"/>
      <p:bldP spid="507" grpId="0" animBg="1"/>
      <p:bldP spid="507" grpId="1" animBg="1"/>
      <p:bldP spid="508" grpId="0" animBg="1"/>
      <p:bldP spid="508" grpId="1" animBg="1"/>
      <p:bldP spid="509" grpId="0" animBg="1"/>
      <p:bldP spid="509" grpId="1" animBg="1"/>
      <p:bldP spid="510" grpId="0" animBg="1"/>
      <p:bldP spid="510" grpId="1" animBg="1"/>
      <p:bldP spid="511" grpId="0" animBg="1"/>
      <p:bldP spid="511" grpId="1" animBg="1"/>
      <p:bldP spid="512" grpId="0" animBg="1"/>
      <p:bldP spid="512" grpId="1" animBg="1"/>
      <p:bldP spid="513" grpId="0" animBg="1"/>
      <p:bldP spid="513" grpId="1" animBg="1"/>
      <p:bldP spid="514" grpId="0" animBg="1"/>
      <p:bldP spid="514" grpId="1" animBg="1"/>
      <p:bldP spid="515" grpId="0" animBg="1"/>
      <p:bldP spid="515" grpId="1" animBg="1"/>
      <p:bldP spid="516" grpId="0" animBg="1"/>
      <p:bldP spid="516" grpId="1" animBg="1"/>
      <p:bldP spid="517" grpId="0" animBg="1"/>
      <p:bldP spid="517" grpId="1" animBg="1"/>
      <p:bldP spid="518" grpId="0" animBg="1"/>
      <p:bldP spid="518" grpId="1" animBg="1"/>
      <p:bldP spid="519" grpId="0" animBg="1"/>
      <p:bldP spid="519" grpId="1" animBg="1"/>
      <p:bldP spid="520" grpId="0" animBg="1"/>
      <p:bldP spid="520" grpId="1" animBg="1"/>
      <p:bldP spid="521" grpId="0"/>
      <p:bldP spid="521" grpId="1"/>
      <p:bldP spid="522" grpId="0"/>
      <p:bldP spid="522" grpId="1"/>
      <p:bldP spid="523" grpId="0" animBg="1"/>
      <p:bldP spid="523" grpId="1" animBg="1"/>
      <p:bldP spid="524" grpId="0"/>
      <p:bldP spid="524" grpId="1"/>
      <p:bldP spid="525" grpId="0" animBg="1"/>
      <p:bldP spid="525" grpId="1" animBg="1"/>
      <p:bldP spid="526" grpId="0" animBg="1"/>
      <p:bldP spid="526" grpId="1" animBg="1"/>
      <p:bldP spid="527" grpId="0" animBg="1"/>
      <p:bldP spid="527" grpId="1" animBg="1"/>
      <p:bldP spid="528" grpId="0" animBg="1"/>
      <p:bldP spid="528" grpId="1" animBg="1"/>
      <p:bldP spid="529" grpId="0" animBg="1"/>
      <p:bldP spid="529" grpId="1" animBg="1"/>
      <p:bldP spid="530" grpId="0" animBg="1"/>
      <p:bldP spid="530" grpId="1" animBg="1"/>
      <p:bldP spid="531" grpId="0" animBg="1"/>
      <p:bldP spid="531" grpId="1" animBg="1"/>
      <p:bldP spid="532" grpId="0" animBg="1"/>
      <p:bldP spid="532" grpId="1" animBg="1"/>
      <p:bldP spid="533" grpId="0" animBg="1"/>
      <p:bldP spid="533" grpId="1" animBg="1"/>
      <p:bldP spid="534" grpId="0"/>
      <p:bldP spid="534" grpId="1"/>
      <p:bldP spid="535" grpId="0"/>
      <p:bldP spid="535" grpId="1"/>
      <p:bldP spid="536" grpId="0"/>
      <p:bldP spid="536" grpId="1"/>
      <p:bldP spid="537" grpId="0"/>
      <p:bldP spid="537" grpId="1"/>
      <p:bldP spid="538" grpId="0"/>
      <p:bldP spid="538" grpId="1"/>
      <p:bldP spid="539" grpId="0"/>
      <p:bldP spid="539" grpId="1"/>
      <p:bldP spid="540" grpId="0"/>
      <p:bldP spid="540" grpId="1"/>
      <p:bldP spid="541" grpId="0"/>
      <p:bldP spid="541" grpId="1"/>
      <p:bldP spid="542" grpId="0"/>
      <p:bldP spid="542" grpId="1"/>
      <p:bldP spid="543" grpId="0"/>
      <p:bldP spid="543" grpId="1"/>
      <p:bldP spid="544" grpId="0"/>
      <p:bldP spid="544" grpId="1"/>
      <p:bldP spid="545" grpId="0"/>
      <p:bldP spid="545" grpId="1"/>
      <p:bldP spid="546" grpId="0"/>
      <p:bldP spid="546" grpId="1"/>
      <p:bldP spid="547" grpId="0"/>
      <p:bldP spid="547" grpId="1"/>
      <p:bldP spid="548" grpId="0"/>
      <p:bldP spid="548" grpId="1"/>
      <p:bldP spid="549" grpId="0"/>
      <p:bldP spid="549" grpId="1"/>
      <p:bldP spid="550" grpId="0"/>
      <p:bldP spid="550" grpId="1"/>
      <p:bldP spid="551" grpId="0"/>
      <p:bldP spid="551" grpId="1"/>
      <p:bldP spid="552" grpId="0"/>
      <p:bldP spid="552" grpId="1"/>
      <p:bldP spid="553" grpId="0"/>
      <p:bldP spid="553" grpId="1"/>
      <p:bldP spid="554" grpId="0"/>
      <p:bldP spid="554" grpId="1"/>
      <p:bldP spid="555" grpId="0"/>
      <p:bldP spid="556" grpId="0" animBg="1"/>
      <p:bldP spid="557" grpId="0" animBg="1"/>
      <p:bldP spid="558" grpId="0" animBg="1"/>
      <p:bldP spid="559" grpId="0" animBg="1"/>
      <p:bldP spid="560" grpId="0" animBg="1"/>
      <p:bldP spid="561" grpId="0" animBg="1"/>
      <p:bldP spid="562" grpId="0" animBg="1"/>
      <p:bldP spid="563" grpId="0" animBg="1"/>
      <p:bldP spid="564" grpId="0" animBg="1"/>
      <p:bldP spid="565" grpId="0" animBg="1"/>
      <p:bldP spid="566" grpId="0" animBg="1"/>
      <p:bldP spid="567" grpId="0" animBg="1"/>
      <p:bldP spid="568" grpId="0" animBg="1"/>
      <p:bldP spid="569" grpId="0" animBg="1"/>
      <p:bldP spid="570" grpId="0" animBg="1"/>
      <p:bldP spid="571" grpId="0" animBg="1"/>
      <p:bldP spid="572" grpId="0" animBg="1"/>
      <p:bldP spid="573" grpId="0" animBg="1"/>
      <p:bldP spid="574" grpId="0" animBg="1"/>
      <p:bldP spid="575" grpId="0" animBg="1"/>
      <p:bldP spid="576" grpId="0" animBg="1"/>
      <p:bldP spid="577" grpId="0" animBg="1"/>
      <p:bldP spid="578" grpId="0" animBg="1"/>
      <p:bldP spid="579" grpId="0" animBg="1"/>
      <p:bldP spid="580" grpId="0" animBg="1"/>
      <p:bldP spid="581" grpId="0" animBg="1"/>
      <p:bldP spid="582" grpId="0" animBg="1"/>
      <p:bldP spid="583" grpId="0" animBg="1"/>
      <p:bldP spid="584" grpId="0" animBg="1"/>
      <p:bldP spid="585" grpId="0" animBg="1"/>
      <p:bldP spid="586" grpId="0" animBg="1"/>
      <p:bldP spid="587" grpId="0" animBg="1"/>
      <p:bldP spid="588" grpId="0" animBg="1"/>
      <p:bldP spid="589" grpId="0" animBg="1"/>
      <p:bldP spid="590" grpId="0" animBg="1"/>
      <p:bldP spid="591" grpId="0" animBg="1"/>
      <p:bldP spid="592" grpId="0" animBg="1"/>
      <p:bldP spid="593" grpId="0" animBg="1"/>
      <p:bldP spid="594" grpId="0" animBg="1"/>
      <p:bldP spid="595" grpId="0" animBg="1"/>
      <p:bldP spid="596" grpId="0" animBg="1"/>
      <p:bldP spid="597" grpId="0" animBg="1"/>
      <p:bldP spid="598" grpId="0" animBg="1"/>
      <p:bldP spid="599" grpId="0" animBg="1"/>
      <p:bldP spid="600" grpId="0" animBg="1"/>
      <p:bldP spid="601" grpId="0" animBg="1"/>
      <p:bldP spid="602" grpId="0" animBg="1"/>
      <p:bldP spid="603" grpId="0" animBg="1"/>
      <p:bldP spid="604" grpId="0" animBg="1"/>
      <p:bldP spid="605" grpId="0"/>
      <p:bldP spid="606" grpId="0" animBg="1"/>
      <p:bldP spid="607" grpId="0"/>
      <p:bldP spid="608" grpId="0" animBg="1"/>
      <p:bldP spid="609" grpId="0" animBg="1"/>
      <p:bldP spid="610" grpId="0" animBg="1"/>
      <p:bldP spid="611" grpId="0" animBg="1"/>
      <p:bldP spid="612" grpId="0" animBg="1"/>
      <p:bldP spid="613" grpId="0" animBg="1"/>
      <p:bldP spid="614" grpId="0" animBg="1"/>
      <p:bldP spid="615" grpId="0" animBg="1"/>
      <p:bldP spid="616" grpId="0" animBg="1"/>
      <p:bldP spid="617" grpId="0"/>
      <p:bldP spid="618" grpId="0"/>
      <p:bldP spid="619" grpId="0" animBg="1"/>
      <p:bldP spid="620" grpId="0"/>
      <p:bldP spid="621" grpId="0" animBg="1"/>
      <p:bldP spid="622" grpId="0"/>
      <p:bldP spid="623" grpId="0"/>
      <p:bldP spid="624" grpId="0"/>
      <p:bldP spid="625" grpId="0"/>
      <p:bldP spid="626" grpId="0"/>
      <p:bldP spid="627" grpId="0"/>
      <p:bldP spid="628" grpId="0"/>
      <p:bldP spid="629" grpId="0"/>
      <p:bldP spid="630" grpId="0"/>
      <p:bldP spid="631" grpId="0"/>
      <p:bldP spid="632" grpId="0"/>
      <p:bldP spid="633" grpId="0"/>
      <p:bldP spid="634" grpId="0"/>
      <p:bldP spid="635" grpId="0"/>
      <p:bldP spid="636" grpId="0"/>
      <p:bldP spid="637" grpId="0"/>
      <p:bldP spid="638" grpId="0"/>
      <p:bldP spid="639" grpId="0"/>
      <p:bldP spid="640" grpId="0"/>
      <p:bldP spid="641" grpId="0"/>
      <p:bldP spid="642" grpId="0"/>
      <p:bldP spid="643" grpId="0"/>
      <p:bldP spid="644" grpId="0"/>
      <p:bldP spid="645" grpId="0"/>
      <p:bldP spid="646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" name="anim_o7443_1">
            <a:extLst>
              <a:ext uri="{FF2B5EF4-FFF2-40B4-BE49-F238E27FC236}">
                <a16:creationId xmlns:a16="http://schemas.microsoft.com/office/drawing/2014/main" id="{E9FBB5CF-3302-4EBB-8B4D-890AAF9537CF}"/>
              </a:ext>
            </a:extLst>
          </p:cNvPr>
          <p:cNvSpPr>
            <a:spLocks noGrp="1"/>
          </p:cNvSpPr>
          <p:nvPr/>
        </p:nvSpPr>
        <p:spPr>
          <a:xfrm>
            <a:off x="963996" y="266535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7444_1">
            <a:extLst>
              <a:ext uri="{FF2B5EF4-FFF2-40B4-BE49-F238E27FC236}">
                <a16:creationId xmlns:a16="http://schemas.microsoft.com/office/drawing/2014/main" id="{BDDC8BAD-4273-4A88-8CDD-62AF549272F8}"/>
              </a:ext>
            </a:extLst>
          </p:cNvPr>
          <p:cNvSpPr>
            <a:spLocks noGrp="1"/>
          </p:cNvSpPr>
          <p:nvPr/>
        </p:nvSpPr>
        <p:spPr>
          <a:xfrm>
            <a:off x="1374556" y="266535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7445_1">
            <a:extLst>
              <a:ext uri="{FF2B5EF4-FFF2-40B4-BE49-F238E27FC236}">
                <a16:creationId xmlns:a16="http://schemas.microsoft.com/office/drawing/2014/main" id="{559CFDCE-71B3-4AA4-942E-4F5633CD5405}"/>
              </a:ext>
            </a:extLst>
          </p:cNvPr>
          <p:cNvSpPr>
            <a:spLocks noGrp="1"/>
          </p:cNvSpPr>
          <p:nvPr/>
        </p:nvSpPr>
        <p:spPr>
          <a:xfrm>
            <a:off x="1785116" y="266535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7446_1">
            <a:extLst>
              <a:ext uri="{FF2B5EF4-FFF2-40B4-BE49-F238E27FC236}">
                <a16:creationId xmlns:a16="http://schemas.microsoft.com/office/drawing/2014/main" id="{DD1416A9-AB26-40F7-BDD8-300FF7451BCC}"/>
              </a:ext>
            </a:extLst>
          </p:cNvPr>
          <p:cNvSpPr>
            <a:spLocks noGrp="1"/>
          </p:cNvSpPr>
          <p:nvPr/>
        </p:nvSpPr>
        <p:spPr>
          <a:xfrm>
            <a:off x="2195677" y="266535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7447_1">
            <a:extLst>
              <a:ext uri="{FF2B5EF4-FFF2-40B4-BE49-F238E27FC236}">
                <a16:creationId xmlns:a16="http://schemas.microsoft.com/office/drawing/2014/main" id="{A73D0C8B-7ADB-4FFD-A9D2-CA2E75836D5A}"/>
              </a:ext>
            </a:extLst>
          </p:cNvPr>
          <p:cNvSpPr>
            <a:spLocks noGrp="1"/>
          </p:cNvSpPr>
          <p:nvPr/>
        </p:nvSpPr>
        <p:spPr>
          <a:xfrm>
            <a:off x="2606237" y="266535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7448_1">
            <a:extLst>
              <a:ext uri="{FF2B5EF4-FFF2-40B4-BE49-F238E27FC236}">
                <a16:creationId xmlns:a16="http://schemas.microsoft.com/office/drawing/2014/main" id="{2B40766F-2578-4B6A-A636-092A63530599}"/>
              </a:ext>
            </a:extLst>
          </p:cNvPr>
          <p:cNvSpPr>
            <a:spLocks noGrp="1"/>
          </p:cNvSpPr>
          <p:nvPr/>
        </p:nvSpPr>
        <p:spPr>
          <a:xfrm>
            <a:off x="3016797" y="266535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7449_1">
            <a:extLst>
              <a:ext uri="{FF2B5EF4-FFF2-40B4-BE49-F238E27FC236}">
                <a16:creationId xmlns:a16="http://schemas.microsoft.com/office/drawing/2014/main" id="{B90212AB-C00C-41F5-A9F2-3E085B52DB35}"/>
              </a:ext>
            </a:extLst>
          </p:cNvPr>
          <p:cNvSpPr>
            <a:spLocks noGrp="1"/>
          </p:cNvSpPr>
          <p:nvPr/>
        </p:nvSpPr>
        <p:spPr>
          <a:xfrm>
            <a:off x="3427358" y="266535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7450_1">
            <a:extLst>
              <a:ext uri="{FF2B5EF4-FFF2-40B4-BE49-F238E27FC236}">
                <a16:creationId xmlns:a16="http://schemas.microsoft.com/office/drawing/2014/main" id="{88858726-5F1E-4791-910E-2ED7B62CDFA2}"/>
              </a:ext>
            </a:extLst>
          </p:cNvPr>
          <p:cNvSpPr>
            <a:spLocks noGrp="1"/>
          </p:cNvSpPr>
          <p:nvPr/>
        </p:nvSpPr>
        <p:spPr>
          <a:xfrm>
            <a:off x="963996" y="307591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7451_1">
            <a:extLst>
              <a:ext uri="{FF2B5EF4-FFF2-40B4-BE49-F238E27FC236}">
                <a16:creationId xmlns:a16="http://schemas.microsoft.com/office/drawing/2014/main" id="{AC5E02B5-B3A8-4DCD-A1E7-BF5B5A489ED2}"/>
              </a:ext>
            </a:extLst>
          </p:cNvPr>
          <p:cNvSpPr>
            <a:spLocks noGrp="1"/>
          </p:cNvSpPr>
          <p:nvPr/>
        </p:nvSpPr>
        <p:spPr>
          <a:xfrm>
            <a:off x="1374556" y="307591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7452_1">
            <a:extLst>
              <a:ext uri="{FF2B5EF4-FFF2-40B4-BE49-F238E27FC236}">
                <a16:creationId xmlns:a16="http://schemas.microsoft.com/office/drawing/2014/main" id="{1874EC2B-63D4-4813-9351-880197681B97}"/>
              </a:ext>
            </a:extLst>
          </p:cNvPr>
          <p:cNvSpPr>
            <a:spLocks noGrp="1"/>
          </p:cNvSpPr>
          <p:nvPr/>
        </p:nvSpPr>
        <p:spPr>
          <a:xfrm>
            <a:off x="1785116" y="307591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7453_1">
            <a:extLst>
              <a:ext uri="{FF2B5EF4-FFF2-40B4-BE49-F238E27FC236}">
                <a16:creationId xmlns:a16="http://schemas.microsoft.com/office/drawing/2014/main" id="{543194D9-4436-4300-8211-D1DB43A04C9A}"/>
              </a:ext>
            </a:extLst>
          </p:cNvPr>
          <p:cNvSpPr>
            <a:spLocks noGrp="1"/>
          </p:cNvSpPr>
          <p:nvPr/>
        </p:nvSpPr>
        <p:spPr>
          <a:xfrm>
            <a:off x="2195677" y="307591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7454_1">
            <a:extLst>
              <a:ext uri="{FF2B5EF4-FFF2-40B4-BE49-F238E27FC236}">
                <a16:creationId xmlns:a16="http://schemas.microsoft.com/office/drawing/2014/main" id="{03F9932C-E3F5-4E1B-8A58-AE079CB53AC4}"/>
              </a:ext>
            </a:extLst>
          </p:cNvPr>
          <p:cNvSpPr>
            <a:spLocks noGrp="1"/>
          </p:cNvSpPr>
          <p:nvPr/>
        </p:nvSpPr>
        <p:spPr>
          <a:xfrm>
            <a:off x="2606237" y="307591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7455_1">
            <a:extLst>
              <a:ext uri="{FF2B5EF4-FFF2-40B4-BE49-F238E27FC236}">
                <a16:creationId xmlns:a16="http://schemas.microsoft.com/office/drawing/2014/main" id="{289ADD0A-D447-4C2C-883B-A401E62E86DD}"/>
              </a:ext>
            </a:extLst>
          </p:cNvPr>
          <p:cNvSpPr>
            <a:spLocks noGrp="1"/>
          </p:cNvSpPr>
          <p:nvPr/>
        </p:nvSpPr>
        <p:spPr>
          <a:xfrm>
            <a:off x="3016797" y="307591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7456_1">
            <a:extLst>
              <a:ext uri="{FF2B5EF4-FFF2-40B4-BE49-F238E27FC236}">
                <a16:creationId xmlns:a16="http://schemas.microsoft.com/office/drawing/2014/main" id="{9D6D3BC4-4F26-436E-B548-FD972D3297DD}"/>
              </a:ext>
            </a:extLst>
          </p:cNvPr>
          <p:cNvSpPr>
            <a:spLocks noGrp="1"/>
          </p:cNvSpPr>
          <p:nvPr/>
        </p:nvSpPr>
        <p:spPr>
          <a:xfrm>
            <a:off x="3427358" y="307591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7457_1">
            <a:extLst>
              <a:ext uri="{FF2B5EF4-FFF2-40B4-BE49-F238E27FC236}">
                <a16:creationId xmlns:a16="http://schemas.microsoft.com/office/drawing/2014/main" id="{71EBFF3E-D528-4F15-B88B-CB1F0B9AD03D}"/>
              </a:ext>
            </a:extLst>
          </p:cNvPr>
          <p:cNvSpPr>
            <a:spLocks noGrp="1"/>
          </p:cNvSpPr>
          <p:nvPr/>
        </p:nvSpPr>
        <p:spPr>
          <a:xfrm>
            <a:off x="963996" y="348647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7458_1">
            <a:extLst>
              <a:ext uri="{FF2B5EF4-FFF2-40B4-BE49-F238E27FC236}">
                <a16:creationId xmlns:a16="http://schemas.microsoft.com/office/drawing/2014/main" id="{946DD0FE-71C5-414C-9FFC-0A5C9F9F536E}"/>
              </a:ext>
            </a:extLst>
          </p:cNvPr>
          <p:cNvSpPr>
            <a:spLocks noGrp="1"/>
          </p:cNvSpPr>
          <p:nvPr/>
        </p:nvSpPr>
        <p:spPr>
          <a:xfrm>
            <a:off x="1374556" y="348647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7459_1">
            <a:extLst>
              <a:ext uri="{FF2B5EF4-FFF2-40B4-BE49-F238E27FC236}">
                <a16:creationId xmlns:a16="http://schemas.microsoft.com/office/drawing/2014/main" id="{33561B15-8D14-4655-AEF5-C9B090412EB2}"/>
              </a:ext>
            </a:extLst>
          </p:cNvPr>
          <p:cNvSpPr>
            <a:spLocks noGrp="1"/>
          </p:cNvSpPr>
          <p:nvPr/>
        </p:nvSpPr>
        <p:spPr>
          <a:xfrm>
            <a:off x="1785116" y="348647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7460_1">
            <a:extLst>
              <a:ext uri="{FF2B5EF4-FFF2-40B4-BE49-F238E27FC236}">
                <a16:creationId xmlns:a16="http://schemas.microsoft.com/office/drawing/2014/main" id="{F3E747E9-F274-4DEF-871C-B50A10EA53EA}"/>
              </a:ext>
            </a:extLst>
          </p:cNvPr>
          <p:cNvSpPr>
            <a:spLocks noGrp="1"/>
          </p:cNvSpPr>
          <p:nvPr/>
        </p:nvSpPr>
        <p:spPr>
          <a:xfrm>
            <a:off x="2195677" y="348647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7461_1">
            <a:extLst>
              <a:ext uri="{FF2B5EF4-FFF2-40B4-BE49-F238E27FC236}">
                <a16:creationId xmlns:a16="http://schemas.microsoft.com/office/drawing/2014/main" id="{B7B6452A-41D2-42C8-A6E0-419D3AAE6BFD}"/>
              </a:ext>
            </a:extLst>
          </p:cNvPr>
          <p:cNvSpPr>
            <a:spLocks noGrp="1"/>
          </p:cNvSpPr>
          <p:nvPr/>
        </p:nvSpPr>
        <p:spPr>
          <a:xfrm>
            <a:off x="2606237" y="348647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7462_1">
            <a:extLst>
              <a:ext uri="{FF2B5EF4-FFF2-40B4-BE49-F238E27FC236}">
                <a16:creationId xmlns:a16="http://schemas.microsoft.com/office/drawing/2014/main" id="{43595AAD-5BAF-4AF1-8D3E-D8A1B0287E21}"/>
              </a:ext>
            </a:extLst>
          </p:cNvPr>
          <p:cNvSpPr>
            <a:spLocks noGrp="1"/>
          </p:cNvSpPr>
          <p:nvPr/>
        </p:nvSpPr>
        <p:spPr>
          <a:xfrm>
            <a:off x="3016797" y="348647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7463_1">
            <a:extLst>
              <a:ext uri="{FF2B5EF4-FFF2-40B4-BE49-F238E27FC236}">
                <a16:creationId xmlns:a16="http://schemas.microsoft.com/office/drawing/2014/main" id="{566E16AB-9562-44B6-95BB-0B051A04EEA0}"/>
              </a:ext>
            </a:extLst>
          </p:cNvPr>
          <p:cNvSpPr>
            <a:spLocks noGrp="1"/>
          </p:cNvSpPr>
          <p:nvPr/>
        </p:nvSpPr>
        <p:spPr>
          <a:xfrm>
            <a:off x="3427358" y="3486478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7464_1">
            <a:extLst>
              <a:ext uri="{FF2B5EF4-FFF2-40B4-BE49-F238E27FC236}">
                <a16:creationId xmlns:a16="http://schemas.microsoft.com/office/drawing/2014/main" id="{0E720299-4BEE-4554-99CB-52EFE9D918D6}"/>
              </a:ext>
            </a:extLst>
          </p:cNvPr>
          <p:cNvSpPr>
            <a:spLocks noGrp="1"/>
          </p:cNvSpPr>
          <p:nvPr/>
        </p:nvSpPr>
        <p:spPr>
          <a:xfrm>
            <a:off x="963996" y="389703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7465_1">
            <a:extLst>
              <a:ext uri="{FF2B5EF4-FFF2-40B4-BE49-F238E27FC236}">
                <a16:creationId xmlns:a16="http://schemas.microsoft.com/office/drawing/2014/main" id="{4E575504-569B-4097-8E44-B1204B62EB76}"/>
              </a:ext>
            </a:extLst>
          </p:cNvPr>
          <p:cNvSpPr>
            <a:spLocks noGrp="1"/>
          </p:cNvSpPr>
          <p:nvPr/>
        </p:nvSpPr>
        <p:spPr>
          <a:xfrm>
            <a:off x="1374556" y="389703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7466_1">
            <a:extLst>
              <a:ext uri="{FF2B5EF4-FFF2-40B4-BE49-F238E27FC236}">
                <a16:creationId xmlns:a16="http://schemas.microsoft.com/office/drawing/2014/main" id="{9D247BF7-B44C-45CC-85AE-502C5DE939B5}"/>
              </a:ext>
            </a:extLst>
          </p:cNvPr>
          <p:cNvSpPr>
            <a:spLocks noGrp="1"/>
          </p:cNvSpPr>
          <p:nvPr/>
        </p:nvSpPr>
        <p:spPr>
          <a:xfrm>
            <a:off x="1785116" y="389703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7467_1">
            <a:extLst>
              <a:ext uri="{FF2B5EF4-FFF2-40B4-BE49-F238E27FC236}">
                <a16:creationId xmlns:a16="http://schemas.microsoft.com/office/drawing/2014/main" id="{C8D58F55-D881-400B-B1DC-2A939BA0C3FC}"/>
              </a:ext>
            </a:extLst>
          </p:cNvPr>
          <p:cNvSpPr>
            <a:spLocks noGrp="1"/>
          </p:cNvSpPr>
          <p:nvPr/>
        </p:nvSpPr>
        <p:spPr>
          <a:xfrm>
            <a:off x="2195677" y="389703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7468_1">
            <a:extLst>
              <a:ext uri="{FF2B5EF4-FFF2-40B4-BE49-F238E27FC236}">
                <a16:creationId xmlns:a16="http://schemas.microsoft.com/office/drawing/2014/main" id="{71557D27-5E3A-41BF-8635-255BE9B9F83F}"/>
              </a:ext>
            </a:extLst>
          </p:cNvPr>
          <p:cNvSpPr>
            <a:spLocks noGrp="1"/>
          </p:cNvSpPr>
          <p:nvPr/>
        </p:nvSpPr>
        <p:spPr>
          <a:xfrm>
            <a:off x="2606237" y="389703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7469_1">
            <a:extLst>
              <a:ext uri="{FF2B5EF4-FFF2-40B4-BE49-F238E27FC236}">
                <a16:creationId xmlns:a16="http://schemas.microsoft.com/office/drawing/2014/main" id="{2BD31E1F-B3A0-407B-9393-E8612F392EC8}"/>
              </a:ext>
            </a:extLst>
          </p:cNvPr>
          <p:cNvSpPr>
            <a:spLocks noGrp="1"/>
          </p:cNvSpPr>
          <p:nvPr/>
        </p:nvSpPr>
        <p:spPr>
          <a:xfrm>
            <a:off x="3016797" y="389703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7470_1">
            <a:extLst>
              <a:ext uri="{FF2B5EF4-FFF2-40B4-BE49-F238E27FC236}">
                <a16:creationId xmlns:a16="http://schemas.microsoft.com/office/drawing/2014/main" id="{C0AB406A-AC2B-4633-B24F-91D3C00518B1}"/>
              </a:ext>
            </a:extLst>
          </p:cNvPr>
          <p:cNvSpPr>
            <a:spLocks noGrp="1"/>
          </p:cNvSpPr>
          <p:nvPr/>
        </p:nvSpPr>
        <p:spPr>
          <a:xfrm>
            <a:off x="3427358" y="389703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7471_1">
            <a:extLst>
              <a:ext uri="{FF2B5EF4-FFF2-40B4-BE49-F238E27FC236}">
                <a16:creationId xmlns:a16="http://schemas.microsoft.com/office/drawing/2014/main" id="{851E6BCA-6C00-42BD-B160-C9980FEC1797}"/>
              </a:ext>
            </a:extLst>
          </p:cNvPr>
          <p:cNvSpPr>
            <a:spLocks noGrp="1"/>
          </p:cNvSpPr>
          <p:nvPr/>
        </p:nvSpPr>
        <p:spPr>
          <a:xfrm>
            <a:off x="963996" y="430759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7472_1">
            <a:extLst>
              <a:ext uri="{FF2B5EF4-FFF2-40B4-BE49-F238E27FC236}">
                <a16:creationId xmlns:a16="http://schemas.microsoft.com/office/drawing/2014/main" id="{FECE7DF0-A9D2-4F6A-9692-209094675C74}"/>
              </a:ext>
            </a:extLst>
          </p:cNvPr>
          <p:cNvSpPr>
            <a:spLocks noGrp="1"/>
          </p:cNvSpPr>
          <p:nvPr/>
        </p:nvSpPr>
        <p:spPr>
          <a:xfrm>
            <a:off x="1374556" y="430759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7473_1">
            <a:extLst>
              <a:ext uri="{FF2B5EF4-FFF2-40B4-BE49-F238E27FC236}">
                <a16:creationId xmlns:a16="http://schemas.microsoft.com/office/drawing/2014/main" id="{3B9FEC2A-BBFA-4802-8EB1-FACE40685BAC}"/>
              </a:ext>
            </a:extLst>
          </p:cNvPr>
          <p:cNvSpPr>
            <a:spLocks noGrp="1"/>
          </p:cNvSpPr>
          <p:nvPr/>
        </p:nvSpPr>
        <p:spPr>
          <a:xfrm>
            <a:off x="1785116" y="430759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7474_1">
            <a:extLst>
              <a:ext uri="{FF2B5EF4-FFF2-40B4-BE49-F238E27FC236}">
                <a16:creationId xmlns:a16="http://schemas.microsoft.com/office/drawing/2014/main" id="{C16A72EA-66C6-4274-80D5-67C4FB7E3F9F}"/>
              </a:ext>
            </a:extLst>
          </p:cNvPr>
          <p:cNvSpPr>
            <a:spLocks noGrp="1"/>
          </p:cNvSpPr>
          <p:nvPr/>
        </p:nvSpPr>
        <p:spPr>
          <a:xfrm>
            <a:off x="2195677" y="430759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7475_1">
            <a:extLst>
              <a:ext uri="{FF2B5EF4-FFF2-40B4-BE49-F238E27FC236}">
                <a16:creationId xmlns:a16="http://schemas.microsoft.com/office/drawing/2014/main" id="{44BE5155-73B8-4217-8C91-DF151DD58BF7}"/>
              </a:ext>
            </a:extLst>
          </p:cNvPr>
          <p:cNvSpPr>
            <a:spLocks noGrp="1"/>
          </p:cNvSpPr>
          <p:nvPr/>
        </p:nvSpPr>
        <p:spPr>
          <a:xfrm>
            <a:off x="2606237" y="430759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7476_1">
            <a:extLst>
              <a:ext uri="{FF2B5EF4-FFF2-40B4-BE49-F238E27FC236}">
                <a16:creationId xmlns:a16="http://schemas.microsoft.com/office/drawing/2014/main" id="{9DEFA206-3A72-4792-9746-77E9E6E17799}"/>
              </a:ext>
            </a:extLst>
          </p:cNvPr>
          <p:cNvSpPr>
            <a:spLocks noGrp="1"/>
          </p:cNvSpPr>
          <p:nvPr/>
        </p:nvSpPr>
        <p:spPr>
          <a:xfrm>
            <a:off x="3016797" y="430759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7477_1">
            <a:extLst>
              <a:ext uri="{FF2B5EF4-FFF2-40B4-BE49-F238E27FC236}">
                <a16:creationId xmlns:a16="http://schemas.microsoft.com/office/drawing/2014/main" id="{3B4643ED-8EC5-4040-B75B-83F1717C0E80}"/>
              </a:ext>
            </a:extLst>
          </p:cNvPr>
          <p:cNvSpPr>
            <a:spLocks noGrp="1"/>
          </p:cNvSpPr>
          <p:nvPr/>
        </p:nvSpPr>
        <p:spPr>
          <a:xfrm>
            <a:off x="3427358" y="430759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7478_1">
            <a:extLst>
              <a:ext uri="{FF2B5EF4-FFF2-40B4-BE49-F238E27FC236}">
                <a16:creationId xmlns:a16="http://schemas.microsoft.com/office/drawing/2014/main" id="{83E22905-364E-47D3-98F0-75C66C681E3D}"/>
              </a:ext>
            </a:extLst>
          </p:cNvPr>
          <p:cNvSpPr>
            <a:spLocks noGrp="1"/>
          </p:cNvSpPr>
          <p:nvPr/>
        </p:nvSpPr>
        <p:spPr>
          <a:xfrm>
            <a:off x="963996" y="471815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7479_1">
            <a:extLst>
              <a:ext uri="{FF2B5EF4-FFF2-40B4-BE49-F238E27FC236}">
                <a16:creationId xmlns:a16="http://schemas.microsoft.com/office/drawing/2014/main" id="{9024CD56-A5FC-4B84-920B-09F48CBBCFE4}"/>
              </a:ext>
            </a:extLst>
          </p:cNvPr>
          <p:cNvSpPr>
            <a:spLocks noGrp="1"/>
          </p:cNvSpPr>
          <p:nvPr/>
        </p:nvSpPr>
        <p:spPr>
          <a:xfrm>
            <a:off x="1374556" y="471815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7480_1">
            <a:extLst>
              <a:ext uri="{FF2B5EF4-FFF2-40B4-BE49-F238E27FC236}">
                <a16:creationId xmlns:a16="http://schemas.microsoft.com/office/drawing/2014/main" id="{5281DD7F-0F51-4FCD-A33B-2C44664F5583}"/>
              </a:ext>
            </a:extLst>
          </p:cNvPr>
          <p:cNvSpPr>
            <a:spLocks noGrp="1"/>
          </p:cNvSpPr>
          <p:nvPr/>
        </p:nvSpPr>
        <p:spPr>
          <a:xfrm>
            <a:off x="1785116" y="471815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7481_1">
            <a:extLst>
              <a:ext uri="{FF2B5EF4-FFF2-40B4-BE49-F238E27FC236}">
                <a16:creationId xmlns:a16="http://schemas.microsoft.com/office/drawing/2014/main" id="{C7FB7F35-7114-4D10-B357-A618EC1286E4}"/>
              </a:ext>
            </a:extLst>
          </p:cNvPr>
          <p:cNvSpPr>
            <a:spLocks noGrp="1"/>
          </p:cNvSpPr>
          <p:nvPr/>
        </p:nvSpPr>
        <p:spPr>
          <a:xfrm>
            <a:off x="2195677" y="471815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7482_1">
            <a:extLst>
              <a:ext uri="{FF2B5EF4-FFF2-40B4-BE49-F238E27FC236}">
                <a16:creationId xmlns:a16="http://schemas.microsoft.com/office/drawing/2014/main" id="{5BB2137C-3D45-4548-A863-859728D47303}"/>
              </a:ext>
            </a:extLst>
          </p:cNvPr>
          <p:cNvSpPr>
            <a:spLocks noGrp="1"/>
          </p:cNvSpPr>
          <p:nvPr/>
        </p:nvSpPr>
        <p:spPr>
          <a:xfrm>
            <a:off x="2606237" y="471815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7483_1">
            <a:extLst>
              <a:ext uri="{FF2B5EF4-FFF2-40B4-BE49-F238E27FC236}">
                <a16:creationId xmlns:a16="http://schemas.microsoft.com/office/drawing/2014/main" id="{6A5E291D-04B2-470F-9F53-55FE0A569D39}"/>
              </a:ext>
            </a:extLst>
          </p:cNvPr>
          <p:cNvSpPr>
            <a:spLocks noGrp="1"/>
          </p:cNvSpPr>
          <p:nvPr/>
        </p:nvSpPr>
        <p:spPr>
          <a:xfrm>
            <a:off x="3016797" y="471815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7484_1">
            <a:extLst>
              <a:ext uri="{FF2B5EF4-FFF2-40B4-BE49-F238E27FC236}">
                <a16:creationId xmlns:a16="http://schemas.microsoft.com/office/drawing/2014/main" id="{80474AC8-6723-48F1-B883-B68685746042}"/>
              </a:ext>
            </a:extLst>
          </p:cNvPr>
          <p:cNvSpPr>
            <a:spLocks noGrp="1"/>
          </p:cNvSpPr>
          <p:nvPr/>
        </p:nvSpPr>
        <p:spPr>
          <a:xfrm>
            <a:off x="3427358" y="4718159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7485_1">
            <a:extLst>
              <a:ext uri="{FF2B5EF4-FFF2-40B4-BE49-F238E27FC236}">
                <a16:creationId xmlns:a16="http://schemas.microsoft.com/office/drawing/2014/main" id="{736CD6AF-97CC-4B7E-B3F4-F4A7A52E80D8}"/>
              </a:ext>
            </a:extLst>
          </p:cNvPr>
          <p:cNvSpPr>
            <a:spLocks noGrp="1"/>
          </p:cNvSpPr>
          <p:nvPr/>
        </p:nvSpPr>
        <p:spPr>
          <a:xfrm>
            <a:off x="963996" y="5128720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7486_1">
            <a:extLst>
              <a:ext uri="{FF2B5EF4-FFF2-40B4-BE49-F238E27FC236}">
                <a16:creationId xmlns:a16="http://schemas.microsoft.com/office/drawing/2014/main" id="{41F4DA1A-A146-4E75-B15A-DA47078EC4CF}"/>
              </a:ext>
            </a:extLst>
          </p:cNvPr>
          <p:cNvSpPr>
            <a:spLocks noGrp="1"/>
          </p:cNvSpPr>
          <p:nvPr/>
        </p:nvSpPr>
        <p:spPr>
          <a:xfrm>
            <a:off x="1374556" y="5128720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7487_1">
            <a:extLst>
              <a:ext uri="{FF2B5EF4-FFF2-40B4-BE49-F238E27FC236}">
                <a16:creationId xmlns:a16="http://schemas.microsoft.com/office/drawing/2014/main" id="{2AD4D1F3-DF61-41DD-94FB-D498BC10AC88}"/>
              </a:ext>
            </a:extLst>
          </p:cNvPr>
          <p:cNvSpPr>
            <a:spLocks noGrp="1"/>
          </p:cNvSpPr>
          <p:nvPr/>
        </p:nvSpPr>
        <p:spPr>
          <a:xfrm>
            <a:off x="1785116" y="5128720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7488_1">
            <a:extLst>
              <a:ext uri="{FF2B5EF4-FFF2-40B4-BE49-F238E27FC236}">
                <a16:creationId xmlns:a16="http://schemas.microsoft.com/office/drawing/2014/main" id="{DC3D98EF-B6B4-4094-8CFE-86FE758164A3}"/>
              </a:ext>
            </a:extLst>
          </p:cNvPr>
          <p:cNvSpPr>
            <a:spLocks noGrp="1"/>
          </p:cNvSpPr>
          <p:nvPr/>
        </p:nvSpPr>
        <p:spPr>
          <a:xfrm>
            <a:off x="2195677" y="5128720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7489_1">
            <a:extLst>
              <a:ext uri="{FF2B5EF4-FFF2-40B4-BE49-F238E27FC236}">
                <a16:creationId xmlns:a16="http://schemas.microsoft.com/office/drawing/2014/main" id="{0EBC8614-F551-4829-A75A-A2022F09FAFF}"/>
              </a:ext>
            </a:extLst>
          </p:cNvPr>
          <p:cNvSpPr>
            <a:spLocks noGrp="1"/>
          </p:cNvSpPr>
          <p:nvPr/>
        </p:nvSpPr>
        <p:spPr>
          <a:xfrm>
            <a:off x="2606237" y="5128720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7490_1">
            <a:extLst>
              <a:ext uri="{FF2B5EF4-FFF2-40B4-BE49-F238E27FC236}">
                <a16:creationId xmlns:a16="http://schemas.microsoft.com/office/drawing/2014/main" id="{69D76B73-3451-4BA7-B7FA-BD28E299AC67}"/>
              </a:ext>
            </a:extLst>
          </p:cNvPr>
          <p:cNvSpPr>
            <a:spLocks noGrp="1"/>
          </p:cNvSpPr>
          <p:nvPr/>
        </p:nvSpPr>
        <p:spPr>
          <a:xfrm>
            <a:off x="3016797" y="5128720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7491_1">
            <a:extLst>
              <a:ext uri="{FF2B5EF4-FFF2-40B4-BE49-F238E27FC236}">
                <a16:creationId xmlns:a16="http://schemas.microsoft.com/office/drawing/2014/main" id="{1C6B86DA-2CF0-419F-B3C0-01F106FC34DF}"/>
              </a:ext>
            </a:extLst>
          </p:cNvPr>
          <p:cNvSpPr>
            <a:spLocks noGrp="1"/>
          </p:cNvSpPr>
          <p:nvPr/>
        </p:nvSpPr>
        <p:spPr>
          <a:xfrm>
            <a:off x="3427358" y="5128720"/>
            <a:ext cx="410560" cy="410560"/>
          </a:xfrm>
          <a:prstGeom prst="rect">
            <a:avLst/>
          </a:prstGeom>
          <a:solidFill>
            <a:srgbClr val="6699CC">
              <a:alpha val="12000"/>
            </a:srgbClr>
          </a:solidFill>
          <a:ln w="508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7537_1">
            <a:extLst>
              <a:ext uri="{FF2B5EF4-FFF2-40B4-BE49-F238E27FC236}">
                <a16:creationId xmlns:a16="http://schemas.microsoft.com/office/drawing/2014/main" id="{B52401B2-E228-4579-80EA-E8DFB4956C79}"/>
              </a:ext>
            </a:extLst>
          </p:cNvPr>
          <p:cNvSpPr>
            <a:spLocks noGrp="1"/>
          </p:cNvSpPr>
          <p:nvPr/>
        </p:nvSpPr>
        <p:spPr>
          <a:xfrm>
            <a:off x="4002142" y="4016594"/>
            <a:ext cx="2134914" cy="171450"/>
          </a:xfrm>
          <a:custGeom>
            <a:avLst/>
            <a:gdLst/>
            <a:ahLst/>
            <a:cxnLst/>
            <a:rect l="0" t="0" r="0" b="0"/>
            <a:pathLst>
              <a:path w="2134914" h="171450">
                <a:moveTo>
                  <a:pt x="0" y="104775"/>
                </a:moveTo>
                <a:lnTo>
                  <a:pt x="1963464" y="104775"/>
                </a:lnTo>
                <a:lnTo>
                  <a:pt x="1963464" y="171450"/>
                </a:lnTo>
                <a:lnTo>
                  <a:pt x="2134914" y="85725"/>
                </a:lnTo>
                <a:lnTo>
                  <a:pt x="1963464" y="0"/>
                </a:lnTo>
                <a:lnTo>
                  <a:pt x="1963464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1270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7504_1">
            <a:extLst>
              <a:ext uri="{FF2B5EF4-FFF2-40B4-BE49-F238E27FC236}">
                <a16:creationId xmlns:a16="http://schemas.microsoft.com/office/drawing/2014/main" id="{9D4E1E0B-B69C-49D1-82B4-9164C84B368E}"/>
              </a:ext>
            </a:extLst>
          </p:cNvPr>
          <p:cNvSpPr>
            <a:spLocks noGrp="1"/>
          </p:cNvSpPr>
          <p:nvPr/>
        </p:nvSpPr>
        <p:spPr>
          <a:xfrm>
            <a:off x="6301280" y="3486478"/>
            <a:ext cx="410560" cy="410560"/>
          </a:xfrm>
          <a:prstGeom prst="rect">
            <a:avLst/>
          </a:prstGeom>
          <a:solidFill>
            <a:srgbClr val="FF6B6B">
              <a:alpha val="12000"/>
            </a:srgbClr>
          </a:solidFill>
          <a:ln w="5080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7505_1">
            <a:extLst>
              <a:ext uri="{FF2B5EF4-FFF2-40B4-BE49-F238E27FC236}">
                <a16:creationId xmlns:a16="http://schemas.microsoft.com/office/drawing/2014/main" id="{A8A0C1B0-D171-4F3E-A6DC-FB82E6B9C54E}"/>
              </a:ext>
            </a:extLst>
          </p:cNvPr>
          <p:cNvSpPr>
            <a:spLocks noGrp="1"/>
          </p:cNvSpPr>
          <p:nvPr/>
        </p:nvSpPr>
        <p:spPr>
          <a:xfrm>
            <a:off x="6711841" y="3486478"/>
            <a:ext cx="410560" cy="410560"/>
          </a:xfrm>
          <a:prstGeom prst="rect">
            <a:avLst/>
          </a:prstGeom>
          <a:solidFill>
            <a:srgbClr val="FF6B6B">
              <a:alpha val="12000"/>
            </a:srgbClr>
          </a:solidFill>
          <a:ln w="5080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o7506_1">
            <a:extLst>
              <a:ext uri="{FF2B5EF4-FFF2-40B4-BE49-F238E27FC236}">
                <a16:creationId xmlns:a16="http://schemas.microsoft.com/office/drawing/2014/main" id="{EB78572F-F275-400A-9AA1-F443F49C4F6D}"/>
              </a:ext>
            </a:extLst>
          </p:cNvPr>
          <p:cNvSpPr>
            <a:spLocks noGrp="1"/>
          </p:cNvSpPr>
          <p:nvPr/>
        </p:nvSpPr>
        <p:spPr>
          <a:xfrm>
            <a:off x="7122401" y="3486478"/>
            <a:ext cx="410560" cy="410560"/>
          </a:xfrm>
          <a:prstGeom prst="rect">
            <a:avLst/>
          </a:prstGeom>
          <a:solidFill>
            <a:srgbClr val="FF6B6B">
              <a:alpha val="12000"/>
            </a:srgbClr>
          </a:solidFill>
          <a:ln w="5080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4" name="anim_o7507_1">
            <a:extLst>
              <a:ext uri="{FF2B5EF4-FFF2-40B4-BE49-F238E27FC236}">
                <a16:creationId xmlns:a16="http://schemas.microsoft.com/office/drawing/2014/main" id="{3B1294D3-6826-44EB-A3EA-429002DA3D98}"/>
              </a:ext>
            </a:extLst>
          </p:cNvPr>
          <p:cNvSpPr>
            <a:spLocks noGrp="1"/>
          </p:cNvSpPr>
          <p:nvPr/>
        </p:nvSpPr>
        <p:spPr>
          <a:xfrm>
            <a:off x="6301280" y="3897039"/>
            <a:ext cx="410560" cy="410560"/>
          </a:xfrm>
          <a:prstGeom prst="rect">
            <a:avLst/>
          </a:prstGeom>
          <a:solidFill>
            <a:srgbClr val="FF6B6B">
              <a:alpha val="12000"/>
            </a:srgbClr>
          </a:solidFill>
          <a:ln w="5080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5" name="anim_o7508_1">
            <a:extLst>
              <a:ext uri="{FF2B5EF4-FFF2-40B4-BE49-F238E27FC236}">
                <a16:creationId xmlns:a16="http://schemas.microsoft.com/office/drawing/2014/main" id="{02A0F260-922E-4A1F-9C1F-9B606DF14770}"/>
              </a:ext>
            </a:extLst>
          </p:cNvPr>
          <p:cNvSpPr>
            <a:spLocks noGrp="1"/>
          </p:cNvSpPr>
          <p:nvPr/>
        </p:nvSpPr>
        <p:spPr>
          <a:xfrm>
            <a:off x="6711841" y="3897039"/>
            <a:ext cx="410560" cy="410560"/>
          </a:xfrm>
          <a:prstGeom prst="rect">
            <a:avLst/>
          </a:prstGeom>
          <a:solidFill>
            <a:srgbClr val="FF6B6B">
              <a:alpha val="12000"/>
            </a:srgbClr>
          </a:solidFill>
          <a:ln w="5080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6" name="anim_o7509_1">
            <a:extLst>
              <a:ext uri="{FF2B5EF4-FFF2-40B4-BE49-F238E27FC236}">
                <a16:creationId xmlns:a16="http://schemas.microsoft.com/office/drawing/2014/main" id="{B295E348-9EE0-4EEE-BCCE-9DF247BE59E7}"/>
              </a:ext>
            </a:extLst>
          </p:cNvPr>
          <p:cNvSpPr>
            <a:spLocks noGrp="1"/>
          </p:cNvSpPr>
          <p:nvPr/>
        </p:nvSpPr>
        <p:spPr>
          <a:xfrm>
            <a:off x="7122401" y="3897039"/>
            <a:ext cx="410560" cy="410560"/>
          </a:xfrm>
          <a:prstGeom prst="rect">
            <a:avLst/>
          </a:prstGeom>
          <a:solidFill>
            <a:srgbClr val="FF6B6B">
              <a:alpha val="12000"/>
            </a:srgbClr>
          </a:solidFill>
          <a:ln w="5080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7" name="anim_o7510_1">
            <a:extLst>
              <a:ext uri="{FF2B5EF4-FFF2-40B4-BE49-F238E27FC236}">
                <a16:creationId xmlns:a16="http://schemas.microsoft.com/office/drawing/2014/main" id="{12B1F9EB-54EC-4E74-AAA2-41410E6B7C8A}"/>
              </a:ext>
            </a:extLst>
          </p:cNvPr>
          <p:cNvSpPr>
            <a:spLocks noGrp="1"/>
          </p:cNvSpPr>
          <p:nvPr/>
        </p:nvSpPr>
        <p:spPr>
          <a:xfrm>
            <a:off x="6301280" y="4307599"/>
            <a:ext cx="410560" cy="410560"/>
          </a:xfrm>
          <a:prstGeom prst="rect">
            <a:avLst/>
          </a:prstGeom>
          <a:solidFill>
            <a:srgbClr val="FF6B6B">
              <a:alpha val="12000"/>
            </a:srgbClr>
          </a:solidFill>
          <a:ln w="5080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" name="anim_o7511_1">
            <a:extLst>
              <a:ext uri="{FF2B5EF4-FFF2-40B4-BE49-F238E27FC236}">
                <a16:creationId xmlns:a16="http://schemas.microsoft.com/office/drawing/2014/main" id="{382F7DC9-8260-430A-BA58-690E48ACE182}"/>
              </a:ext>
            </a:extLst>
          </p:cNvPr>
          <p:cNvSpPr>
            <a:spLocks noGrp="1"/>
          </p:cNvSpPr>
          <p:nvPr/>
        </p:nvSpPr>
        <p:spPr>
          <a:xfrm>
            <a:off x="6711841" y="4307599"/>
            <a:ext cx="410560" cy="410560"/>
          </a:xfrm>
          <a:prstGeom prst="rect">
            <a:avLst/>
          </a:prstGeom>
          <a:solidFill>
            <a:srgbClr val="FF6B6B">
              <a:alpha val="12000"/>
            </a:srgbClr>
          </a:solidFill>
          <a:ln w="5080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o7512_1">
            <a:extLst>
              <a:ext uri="{FF2B5EF4-FFF2-40B4-BE49-F238E27FC236}">
                <a16:creationId xmlns:a16="http://schemas.microsoft.com/office/drawing/2014/main" id="{1515741F-A880-4698-99D1-80162EB92F2B}"/>
              </a:ext>
            </a:extLst>
          </p:cNvPr>
          <p:cNvSpPr>
            <a:spLocks noGrp="1"/>
          </p:cNvSpPr>
          <p:nvPr/>
        </p:nvSpPr>
        <p:spPr>
          <a:xfrm>
            <a:off x="7122401" y="4307599"/>
            <a:ext cx="410560" cy="410560"/>
          </a:xfrm>
          <a:prstGeom prst="rect">
            <a:avLst/>
          </a:prstGeom>
          <a:solidFill>
            <a:srgbClr val="FF6B6B">
              <a:alpha val="12000"/>
            </a:srgbClr>
          </a:solidFill>
          <a:ln w="5080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0" name="anim_o7547_1">
            <a:extLst>
              <a:ext uri="{FF2B5EF4-FFF2-40B4-BE49-F238E27FC236}">
                <a16:creationId xmlns:a16="http://schemas.microsoft.com/office/drawing/2014/main" id="{4FFDABF2-AE1B-4375-B5D5-DA984A03A6AA}"/>
              </a:ext>
            </a:extLst>
          </p:cNvPr>
          <p:cNvSpPr>
            <a:spLocks noGrp="1"/>
          </p:cNvSpPr>
          <p:nvPr/>
        </p:nvSpPr>
        <p:spPr>
          <a:xfrm>
            <a:off x="7697185" y="4016594"/>
            <a:ext cx="2311455" cy="171450"/>
          </a:xfrm>
          <a:custGeom>
            <a:avLst/>
            <a:gdLst/>
            <a:ahLst/>
            <a:cxnLst/>
            <a:rect l="0" t="0" r="0" b="0"/>
            <a:pathLst>
              <a:path w="2311455" h="171450">
                <a:moveTo>
                  <a:pt x="0" y="104775"/>
                </a:moveTo>
                <a:lnTo>
                  <a:pt x="2140005" y="104775"/>
                </a:lnTo>
                <a:lnTo>
                  <a:pt x="2140005" y="171450"/>
                </a:lnTo>
                <a:lnTo>
                  <a:pt x="2311455" y="85725"/>
                </a:lnTo>
                <a:lnTo>
                  <a:pt x="2140005" y="0"/>
                </a:lnTo>
                <a:lnTo>
                  <a:pt x="2140005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1270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1" name="anim_o7525_1">
            <a:extLst>
              <a:ext uri="{FF2B5EF4-FFF2-40B4-BE49-F238E27FC236}">
                <a16:creationId xmlns:a16="http://schemas.microsoft.com/office/drawing/2014/main" id="{EB9898F9-7B47-4589-86FC-5630B975FF42}"/>
              </a:ext>
            </a:extLst>
          </p:cNvPr>
          <p:cNvSpPr>
            <a:spLocks noGrp="1"/>
          </p:cNvSpPr>
          <p:nvPr/>
        </p:nvSpPr>
        <p:spPr>
          <a:xfrm>
            <a:off x="10172864" y="3794399"/>
            <a:ext cx="615841" cy="615841"/>
          </a:xfrm>
          <a:prstGeom prst="rect">
            <a:avLst/>
          </a:prstGeom>
          <a:solidFill>
            <a:srgbClr val="DDA0DD">
              <a:alpha val="12000"/>
            </a:srgbClr>
          </a:solidFill>
          <a:ln w="508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2" name="anim_to7431_0_1">
            <a:extLst>
              <a:ext uri="{FF2B5EF4-FFF2-40B4-BE49-F238E27FC236}">
                <a16:creationId xmlns:a16="http://schemas.microsoft.com/office/drawing/2014/main" id="{8F724D87-3288-4CE6-98CA-AC5FFC8FF8BB}"/>
              </a:ext>
            </a:extLst>
          </p:cNvPr>
          <p:cNvSpPr>
            <a:spLocks noGrp="1"/>
          </p:cNvSpPr>
          <p:nvPr/>
        </p:nvSpPr>
        <p:spPr>
          <a:xfrm>
            <a:off x="4317927" y="1384816"/>
            <a:ext cx="3575196" cy="8038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064" b="1">
                <a:solidFill>
                  <a:srgbClr val="FF6B6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064" b="1">
                <a:solidFill>
                  <a:srgbClr val="FF6B6B"/>
                </a:solidFill>
                <a:latin typeface="Consolas"/>
                <a:ea typeface="Consolas"/>
                <a:cs typeface="Consolas"/>
              </a:defRPr>
            </a:pPr>
            <a:r>
              <a:rPr sz="5064" b="1">
                <a:solidFill>
                  <a:srgbClr val="FF6B6B"/>
                </a:solidFill>
                <a:latin typeface="Consolas"/>
                <a:ea typeface="Consolas"/>
                <a:cs typeface="Consolas"/>
              </a:rPr>
              <a:t>Stride = 2</a:t>
            </a:r>
          </a:p>
        </p:txBody>
      </p:sp>
      <p:sp>
        <p:nvSpPr>
          <p:cNvPr id="63" name="anim_to7492_0_1">
            <a:extLst>
              <a:ext uri="{FF2B5EF4-FFF2-40B4-BE49-F238E27FC236}">
                <a16:creationId xmlns:a16="http://schemas.microsoft.com/office/drawing/2014/main" id="{128D82D3-B30C-4F8F-8474-B494AFA6A9D3}"/>
              </a:ext>
            </a:extLst>
          </p:cNvPr>
          <p:cNvSpPr>
            <a:spLocks noGrp="1"/>
          </p:cNvSpPr>
          <p:nvPr/>
        </p:nvSpPr>
        <p:spPr>
          <a:xfrm>
            <a:off x="976594" y="5757906"/>
            <a:ext cx="2867777" cy="64310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051" b="1">
                <a:solidFill>
                  <a:srgbClr val="6699CC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051" b="1">
                <a:solidFill>
                  <a:srgbClr val="6699CC"/>
                </a:solidFill>
                <a:latin typeface="Consolas"/>
                <a:ea typeface="Consolas"/>
                <a:cs typeface="Consolas"/>
              </a:defRPr>
            </a:pPr>
            <a:r>
              <a:rPr sz="4051" b="1">
                <a:solidFill>
                  <a:srgbClr val="6699CC"/>
                </a:solidFill>
                <a:latin typeface="Consolas"/>
                <a:ea typeface="Consolas"/>
                <a:cs typeface="Consolas"/>
              </a:rPr>
              <a:t>Input: 7x7</a:t>
            </a:r>
          </a:p>
        </p:txBody>
      </p:sp>
      <p:sp>
        <p:nvSpPr>
          <p:cNvPr id="64" name="anim_to7538_0_1">
            <a:extLst>
              <a:ext uri="{FF2B5EF4-FFF2-40B4-BE49-F238E27FC236}">
                <a16:creationId xmlns:a16="http://schemas.microsoft.com/office/drawing/2014/main" id="{97C4A435-F6EF-498D-9864-AE390E48A5F1}"/>
              </a:ext>
            </a:extLst>
          </p:cNvPr>
          <p:cNvSpPr>
            <a:spLocks noGrp="1"/>
          </p:cNvSpPr>
          <p:nvPr/>
        </p:nvSpPr>
        <p:spPr>
          <a:xfrm>
            <a:off x="4211171" y="3618907"/>
            <a:ext cx="1735906" cy="48233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38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38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3038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3x3, s=2</a:t>
            </a:r>
          </a:p>
        </p:txBody>
      </p:sp>
      <p:sp>
        <p:nvSpPr>
          <p:cNvPr id="65" name="anim_to7513_0_1">
            <a:extLst>
              <a:ext uri="{FF2B5EF4-FFF2-40B4-BE49-F238E27FC236}">
                <a16:creationId xmlns:a16="http://schemas.microsoft.com/office/drawing/2014/main" id="{82D7FB11-F2AB-4611-BE6F-D5796E528DFD}"/>
              </a:ext>
            </a:extLst>
          </p:cNvPr>
          <p:cNvSpPr>
            <a:spLocks noGrp="1"/>
          </p:cNvSpPr>
          <p:nvPr/>
        </p:nvSpPr>
        <p:spPr>
          <a:xfrm>
            <a:off x="6479929" y="4885473"/>
            <a:ext cx="893434" cy="6479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082" b="0">
                <a:solidFill>
                  <a:srgbClr val="FF6B6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082" b="0">
                <a:solidFill>
                  <a:srgbClr val="FF6B6B"/>
                </a:solidFill>
                <a:latin typeface="Consolas"/>
                <a:ea typeface="Consolas"/>
                <a:cs typeface="Consolas"/>
              </a:defRPr>
            </a:pPr>
            <a:r>
              <a:rPr sz="4082" b="0">
                <a:solidFill>
                  <a:srgbClr val="FF6B6B"/>
                </a:solidFill>
                <a:latin typeface="Consolas"/>
                <a:ea typeface="Consolas"/>
                <a:cs typeface="Consolas"/>
              </a:rPr>
              <a:t>3x3</a:t>
            </a:r>
          </a:p>
        </p:txBody>
      </p:sp>
      <p:sp>
        <p:nvSpPr>
          <p:cNvPr id="66" name="anim_to7517_0_1">
            <a:extLst>
              <a:ext uri="{FF2B5EF4-FFF2-40B4-BE49-F238E27FC236}">
                <a16:creationId xmlns:a16="http://schemas.microsoft.com/office/drawing/2014/main" id="{F60F7D54-6622-4EC4-AF1B-371D4425D37E}"/>
              </a:ext>
            </a:extLst>
          </p:cNvPr>
          <p:cNvSpPr>
            <a:spLocks noGrp="1"/>
          </p:cNvSpPr>
          <p:nvPr/>
        </p:nvSpPr>
        <p:spPr>
          <a:xfrm>
            <a:off x="6355809" y="2919177"/>
            <a:ext cx="1141674" cy="4180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33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33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2633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RF = 3</a:t>
            </a:r>
          </a:p>
        </p:txBody>
      </p:sp>
      <p:sp>
        <p:nvSpPr>
          <p:cNvPr id="67" name="anim_to7548_0_1">
            <a:extLst>
              <a:ext uri="{FF2B5EF4-FFF2-40B4-BE49-F238E27FC236}">
                <a16:creationId xmlns:a16="http://schemas.microsoft.com/office/drawing/2014/main" id="{914DC058-A2C3-450F-A29B-CAA78B4C2B93}"/>
              </a:ext>
            </a:extLst>
          </p:cNvPr>
          <p:cNvSpPr>
            <a:spLocks noGrp="1"/>
          </p:cNvSpPr>
          <p:nvPr/>
        </p:nvSpPr>
        <p:spPr>
          <a:xfrm>
            <a:off x="7994485" y="3618907"/>
            <a:ext cx="1735906" cy="48233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38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38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3038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3x3, s=1</a:t>
            </a:r>
          </a:p>
        </p:txBody>
      </p:sp>
      <p:sp>
        <p:nvSpPr>
          <p:cNvPr id="68" name="anim_to7526_0_1">
            <a:extLst>
              <a:ext uri="{FF2B5EF4-FFF2-40B4-BE49-F238E27FC236}">
                <a16:creationId xmlns:a16="http://schemas.microsoft.com/office/drawing/2014/main" id="{23DCC919-8785-46AD-B5A9-15B73DD89C70}"/>
              </a:ext>
            </a:extLst>
          </p:cNvPr>
          <p:cNvSpPr>
            <a:spLocks noGrp="1"/>
          </p:cNvSpPr>
          <p:nvPr/>
        </p:nvSpPr>
        <p:spPr>
          <a:xfrm>
            <a:off x="10043592" y="4573665"/>
            <a:ext cx="893434" cy="6479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082" b="0">
                <a:solidFill>
                  <a:srgbClr val="DDA0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082" b="0">
                <a:solidFill>
                  <a:srgbClr val="DDA0DD"/>
                </a:solidFill>
                <a:latin typeface="Consolas"/>
                <a:ea typeface="Consolas"/>
                <a:cs typeface="Consolas"/>
              </a:defRPr>
            </a:pPr>
            <a:r>
              <a:rPr sz="4082" b="0">
                <a:solidFill>
                  <a:srgbClr val="DDA0DD"/>
                </a:solidFill>
                <a:latin typeface="Consolas"/>
                <a:ea typeface="Consolas"/>
                <a:cs typeface="Consolas"/>
              </a:rPr>
              <a:t>1x1</a:t>
            </a:r>
          </a:p>
        </p:txBody>
      </p:sp>
      <p:sp>
        <p:nvSpPr>
          <p:cNvPr id="69" name="anim_to7530_0_1">
            <a:extLst>
              <a:ext uri="{FF2B5EF4-FFF2-40B4-BE49-F238E27FC236}">
                <a16:creationId xmlns:a16="http://schemas.microsoft.com/office/drawing/2014/main" id="{7410C6EF-FC63-4733-AACF-8F32E6167628}"/>
              </a:ext>
            </a:extLst>
          </p:cNvPr>
          <p:cNvSpPr>
            <a:spLocks noGrp="1"/>
          </p:cNvSpPr>
          <p:nvPr/>
        </p:nvSpPr>
        <p:spPr>
          <a:xfrm>
            <a:off x="9919473" y="3227097"/>
            <a:ext cx="1141674" cy="4180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633" b="1">
                <a:solidFill>
                  <a:srgbClr val="FF6B6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633" b="1">
                <a:solidFill>
                  <a:srgbClr val="FF6B6B"/>
                </a:solidFill>
                <a:latin typeface="Consolas"/>
                <a:ea typeface="Consolas"/>
                <a:cs typeface="Consolas"/>
              </a:defRPr>
            </a:pPr>
            <a:r>
              <a:rPr sz="2633" b="1">
                <a:solidFill>
                  <a:srgbClr val="FF6B6B"/>
                </a:solidFill>
                <a:latin typeface="Consolas"/>
                <a:ea typeface="Consolas"/>
                <a:cs typeface="Consolas"/>
              </a:rPr>
              <a:t>RF = 7</a:t>
            </a:r>
          </a:p>
        </p:txBody>
      </p:sp>
      <p:sp>
        <p:nvSpPr>
          <p:cNvPr id="70" name="anim_to7558_0_1">
            <a:extLst>
              <a:ext uri="{FF2B5EF4-FFF2-40B4-BE49-F238E27FC236}">
                <a16:creationId xmlns:a16="http://schemas.microsoft.com/office/drawing/2014/main" id="{241668E8-3633-4890-82D0-1FC23E623BB7}"/>
              </a:ext>
            </a:extLst>
          </p:cNvPr>
          <p:cNvSpPr>
            <a:spLocks noGrp="1"/>
          </p:cNvSpPr>
          <p:nvPr/>
        </p:nvSpPr>
        <p:spPr>
          <a:xfrm>
            <a:off x="2029852" y="533936"/>
            <a:ext cx="396586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R</a:t>
            </a:r>
          </a:p>
        </p:txBody>
      </p:sp>
      <p:sp>
        <p:nvSpPr>
          <p:cNvPr id="71" name="anim_to7560_0_1">
            <a:extLst>
              <a:ext uri="{FF2B5EF4-FFF2-40B4-BE49-F238E27FC236}">
                <a16:creationId xmlns:a16="http://schemas.microsoft.com/office/drawing/2014/main" id="{DFCC3D3B-10AB-44E7-B93A-90A12524A875}"/>
              </a:ext>
            </a:extLst>
          </p:cNvPr>
          <p:cNvSpPr>
            <a:spLocks noGrp="1"/>
          </p:cNvSpPr>
          <p:nvPr/>
        </p:nvSpPr>
        <p:spPr>
          <a:xfrm>
            <a:off x="2388338" y="533936"/>
            <a:ext cx="344964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72" name="anim_to7568_0_1">
            <a:extLst>
              <a:ext uri="{FF2B5EF4-FFF2-40B4-BE49-F238E27FC236}">
                <a16:creationId xmlns:a16="http://schemas.microsoft.com/office/drawing/2014/main" id="{6D3A174E-1BCE-4460-AE1C-FFC244720B81}"/>
              </a:ext>
            </a:extLst>
          </p:cNvPr>
          <p:cNvSpPr>
            <a:spLocks noGrp="1"/>
          </p:cNvSpPr>
          <p:nvPr/>
        </p:nvSpPr>
        <p:spPr>
          <a:xfrm>
            <a:off x="3073762" y="533936"/>
            <a:ext cx="322021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g</a:t>
            </a:r>
          </a:p>
        </p:txBody>
      </p:sp>
      <p:sp>
        <p:nvSpPr>
          <p:cNvPr id="73" name="anim_to7570_0_1">
            <a:extLst>
              <a:ext uri="{FF2B5EF4-FFF2-40B4-BE49-F238E27FC236}">
                <a16:creationId xmlns:a16="http://schemas.microsoft.com/office/drawing/2014/main" id="{D5768C10-2091-4600-B5F9-1D0A98DAFD3F}"/>
              </a:ext>
            </a:extLst>
          </p:cNvPr>
          <p:cNvSpPr>
            <a:spLocks noGrp="1"/>
          </p:cNvSpPr>
          <p:nvPr/>
        </p:nvSpPr>
        <p:spPr>
          <a:xfrm>
            <a:off x="3357683" y="533936"/>
            <a:ext cx="276134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r</a:t>
            </a:r>
          </a:p>
        </p:txBody>
      </p:sp>
      <p:sp>
        <p:nvSpPr>
          <p:cNvPr id="74" name="anim_to7572_0_1">
            <a:extLst>
              <a:ext uri="{FF2B5EF4-FFF2-40B4-BE49-F238E27FC236}">
                <a16:creationId xmlns:a16="http://schemas.microsoft.com/office/drawing/2014/main" id="{97B326EA-A91E-421F-939E-F7F61833EECF}"/>
              </a:ext>
            </a:extLst>
          </p:cNvPr>
          <p:cNvSpPr>
            <a:spLocks noGrp="1"/>
          </p:cNvSpPr>
          <p:nvPr/>
        </p:nvSpPr>
        <p:spPr>
          <a:xfrm>
            <a:off x="3595717" y="533936"/>
            <a:ext cx="342096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o</a:t>
            </a:r>
          </a:p>
        </p:txBody>
      </p:sp>
      <p:sp>
        <p:nvSpPr>
          <p:cNvPr id="75" name="anim_to7574_0_1">
            <a:extLst>
              <a:ext uri="{FF2B5EF4-FFF2-40B4-BE49-F238E27FC236}">
                <a16:creationId xmlns:a16="http://schemas.microsoft.com/office/drawing/2014/main" id="{370E9639-F552-4EE5-9A0E-E08D22D6AA24}"/>
              </a:ext>
            </a:extLst>
          </p:cNvPr>
          <p:cNvSpPr>
            <a:spLocks noGrp="1"/>
          </p:cNvSpPr>
          <p:nvPr/>
        </p:nvSpPr>
        <p:spPr>
          <a:xfrm>
            <a:off x="3899713" y="533936"/>
            <a:ext cx="482622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w</a:t>
            </a:r>
          </a:p>
        </p:txBody>
      </p:sp>
      <p:sp>
        <p:nvSpPr>
          <p:cNvPr id="76" name="anim_to7576_0_1">
            <a:extLst>
              <a:ext uri="{FF2B5EF4-FFF2-40B4-BE49-F238E27FC236}">
                <a16:creationId xmlns:a16="http://schemas.microsoft.com/office/drawing/2014/main" id="{BD30223D-EDB0-49B5-AF57-E211A8CDA92A}"/>
              </a:ext>
            </a:extLst>
          </p:cNvPr>
          <p:cNvSpPr>
            <a:spLocks noGrp="1"/>
          </p:cNvSpPr>
          <p:nvPr/>
        </p:nvSpPr>
        <p:spPr>
          <a:xfrm>
            <a:off x="4344235" y="533936"/>
            <a:ext cx="284738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s</a:t>
            </a:r>
          </a:p>
        </p:txBody>
      </p:sp>
      <p:sp>
        <p:nvSpPr>
          <p:cNvPr id="77" name="anim_to7582_0_1">
            <a:extLst>
              <a:ext uri="{FF2B5EF4-FFF2-40B4-BE49-F238E27FC236}">
                <a16:creationId xmlns:a16="http://schemas.microsoft.com/office/drawing/2014/main" id="{233A1BB3-5933-4FD2-A06F-19D0E6E5E9E4}"/>
              </a:ext>
            </a:extLst>
          </p:cNvPr>
          <p:cNvSpPr>
            <a:spLocks noGrp="1"/>
          </p:cNvSpPr>
          <p:nvPr/>
        </p:nvSpPr>
        <p:spPr>
          <a:xfrm>
            <a:off x="4843247" y="533936"/>
            <a:ext cx="514169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m</a:t>
            </a:r>
          </a:p>
        </p:txBody>
      </p:sp>
      <p:sp>
        <p:nvSpPr>
          <p:cNvPr id="78" name="anim_to7584_0_1">
            <a:extLst>
              <a:ext uri="{FF2B5EF4-FFF2-40B4-BE49-F238E27FC236}">
                <a16:creationId xmlns:a16="http://schemas.microsoft.com/office/drawing/2014/main" id="{EC9407E7-076B-4AE1-A3DE-E06A9C141CC1}"/>
              </a:ext>
            </a:extLst>
          </p:cNvPr>
          <p:cNvSpPr>
            <a:spLocks noGrp="1"/>
          </p:cNvSpPr>
          <p:nvPr/>
        </p:nvSpPr>
        <p:spPr>
          <a:xfrm>
            <a:off x="5319316" y="533936"/>
            <a:ext cx="356435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u</a:t>
            </a:r>
          </a:p>
        </p:txBody>
      </p:sp>
      <p:sp>
        <p:nvSpPr>
          <p:cNvPr id="79" name="anim_to7586_0_1">
            <a:extLst>
              <a:ext uri="{FF2B5EF4-FFF2-40B4-BE49-F238E27FC236}">
                <a16:creationId xmlns:a16="http://schemas.microsoft.com/office/drawing/2014/main" id="{B11F0EB4-F0BE-4C28-BF28-A9B1E774E490}"/>
              </a:ext>
            </a:extLst>
          </p:cNvPr>
          <p:cNvSpPr>
            <a:spLocks noGrp="1"/>
          </p:cNvSpPr>
          <p:nvPr/>
        </p:nvSpPr>
        <p:spPr>
          <a:xfrm>
            <a:off x="5637651" y="533936"/>
            <a:ext cx="290474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c</a:t>
            </a:r>
          </a:p>
        </p:txBody>
      </p:sp>
      <p:sp>
        <p:nvSpPr>
          <p:cNvPr id="80" name="anim_to7588_0_1">
            <a:extLst>
              <a:ext uri="{FF2B5EF4-FFF2-40B4-BE49-F238E27FC236}">
                <a16:creationId xmlns:a16="http://schemas.microsoft.com/office/drawing/2014/main" id="{94E18D1F-96B3-4771-A07D-E001573B8A96}"/>
              </a:ext>
            </a:extLst>
          </p:cNvPr>
          <p:cNvSpPr>
            <a:spLocks noGrp="1"/>
          </p:cNvSpPr>
          <p:nvPr/>
        </p:nvSpPr>
        <p:spPr>
          <a:xfrm>
            <a:off x="5890025" y="533936"/>
            <a:ext cx="353567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h</a:t>
            </a:r>
          </a:p>
        </p:txBody>
      </p:sp>
      <p:sp>
        <p:nvSpPr>
          <p:cNvPr id="81" name="anim_to7594_0_1">
            <a:extLst>
              <a:ext uri="{FF2B5EF4-FFF2-40B4-BE49-F238E27FC236}">
                <a16:creationId xmlns:a16="http://schemas.microsoft.com/office/drawing/2014/main" id="{1C257FD3-F4CC-4AE4-9127-5F0FCD649102}"/>
              </a:ext>
            </a:extLst>
          </p:cNvPr>
          <p:cNvSpPr>
            <a:spLocks noGrp="1"/>
          </p:cNvSpPr>
          <p:nvPr/>
        </p:nvSpPr>
        <p:spPr>
          <a:xfrm>
            <a:off x="6457866" y="533936"/>
            <a:ext cx="213041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82" name="anim_to7596_0_1">
            <a:extLst>
              <a:ext uri="{FF2B5EF4-FFF2-40B4-BE49-F238E27FC236}">
                <a16:creationId xmlns:a16="http://schemas.microsoft.com/office/drawing/2014/main" id="{409098B0-DCCA-4D32-9157-EA59032B83D1}"/>
              </a:ext>
            </a:extLst>
          </p:cNvPr>
          <p:cNvSpPr>
            <a:spLocks noGrp="1"/>
          </p:cNvSpPr>
          <p:nvPr/>
        </p:nvSpPr>
        <p:spPr>
          <a:xfrm>
            <a:off x="6632807" y="533936"/>
            <a:ext cx="319153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a</a:t>
            </a:r>
          </a:p>
        </p:txBody>
      </p:sp>
      <p:sp>
        <p:nvSpPr>
          <p:cNvPr id="83" name="anim_to7598_0_1">
            <a:extLst>
              <a:ext uri="{FF2B5EF4-FFF2-40B4-BE49-F238E27FC236}">
                <a16:creationId xmlns:a16="http://schemas.microsoft.com/office/drawing/2014/main" id="{411A9BA3-5F6E-438A-9A9A-DD77BCEEC312}"/>
              </a:ext>
            </a:extLst>
          </p:cNvPr>
          <p:cNvSpPr>
            <a:spLocks noGrp="1"/>
          </p:cNvSpPr>
          <p:nvPr/>
        </p:nvSpPr>
        <p:spPr>
          <a:xfrm>
            <a:off x="6913860" y="533936"/>
            <a:ext cx="284738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s</a:t>
            </a:r>
          </a:p>
        </p:txBody>
      </p:sp>
      <p:sp>
        <p:nvSpPr>
          <p:cNvPr id="84" name="anim_to7600_0_1">
            <a:extLst>
              <a:ext uri="{FF2B5EF4-FFF2-40B4-BE49-F238E27FC236}">
                <a16:creationId xmlns:a16="http://schemas.microsoft.com/office/drawing/2014/main" id="{73F8D653-35AD-477D-B069-BD6831BC690A}"/>
              </a:ext>
            </a:extLst>
          </p:cNvPr>
          <p:cNvSpPr>
            <a:spLocks noGrp="1"/>
          </p:cNvSpPr>
          <p:nvPr/>
        </p:nvSpPr>
        <p:spPr>
          <a:xfrm>
            <a:off x="7160498" y="533936"/>
            <a:ext cx="233116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t</a:t>
            </a:r>
          </a:p>
        </p:txBody>
      </p:sp>
      <p:sp>
        <p:nvSpPr>
          <p:cNvPr id="85" name="anim_to7602_0_1">
            <a:extLst>
              <a:ext uri="{FF2B5EF4-FFF2-40B4-BE49-F238E27FC236}">
                <a16:creationId xmlns:a16="http://schemas.microsoft.com/office/drawing/2014/main" id="{E9D2C6C0-6A82-466E-BC2A-BE73F8BC47DF}"/>
              </a:ext>
            </a:extLst>
          </p:cNvPr>
          <p:cNvSpPr>
            <a:spLocks noGrp="1"/>
          </p:cNvSpPr>
          <p:nvPr/>
        </p:nvSpPr>
        <p:spPr>
          <a:xfrm>
            <a:off x="7355514" y="533936"/>
            <a:ext cx="316285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86" name="anim_to7604_0_1">
            <a:extLst>
              <a:ext uri="{FF2B5EF4-FFF2-40B4-BE49-F238E27FC236}">
                <a16:creationId xmlns:a16="http://schemas.microsoft.com/office/drawing/2014/main" id="{2AADFFCE-B09C-48B3-AEA4-1D3C3AFB440B}"/>
              </a:ext>
            </a:extLst>
          </p:cNvPr>
          <p:cNvSpPr>
            <a:spLocks noGrp="1"/>
          </p:cNvSpPr>
          <p:nvPr/>
        </p:nvSpPr>
        <p:spPr>
          <a:xfrm>
            <a:off x="7633699" y="533936"/>
            <a:ext cx="276134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r</a:t>
            </a:r>
          </a:p>
        </p:txBody>
      </p:sp>
      <p:sp>
        <p:nvSpPr>
          <p:cNvPr id="87" name="anim_to7606_0_1">
            <a:extLst>
              <a:ext uri="{FF2B5EF4-FFF2-40B4-BE49-F238E27FC236}">
                <a16:creationId xmlns:a16="http://schemas.microsoft.com/office/drawing/2014/main" id="{577505D3-DFE5-4199-9795-DEEF599FD22C}"/>
              </a:ext>
            </a:extLst>
          </p:cNvPr>
          <p:cNvSpPr>
            <a:spLocks noGrp="1"/>
          </p:cNvSpPr>
          <p:nvPr/>
        </p:nvSpPr>
        <p:spPr>
          <a:xfrm>
            <a:off x="7871733" y="533936"/>
            <a:ext cx="204437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!</a:t>
            </a:r>
          </a:p>
        </p:txBody>
      </p:sp>
      <p:sp>
        <p:nvSpPr>
          <p:cNvPr id="88" name="anim_to7612_0_1">
            <a:extLst>
              <a:ext uri="{FF2B5EF4-FFF2-40B4-BE49-F238E27FC236}">
                <a16:creationId xmlns:a16="http://schemas.microsoft.com/office/drawing/2014/main" id="{55862CA5-D2C8-4A68-ADDA-442396C75D73}"/>
              </a:ext>
            </a:extLst>
          </p:cNvPr>
          <p:cNvSpPr>
            <a:spLocks noGrp="1"/>
          </p:cNvSpPr>
          <p:nvPr/>
        </p:nvSpPr>
        <p:spPr>
          <a:xfrm>
            <a:off x="8290444" y="533936"/>
            <a:ext cx="279002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89" name="anim_to7614_0_1">
            <a:extLst>
              <a:ext uri="{FF2B5EF4-FFF2-40B4-BE49-F238E27FC236}">
                <a16:creationId xmlns:a16="http://schemas.microsoft.com/office/drawing/2014/main" id="{1BEB3D3A-285E-4C45-B6D5-A776E879C826}"/>
              </a:ext>
            </a:extLst>
          </p:cNvPr>
          <p:cNvSpPr>
            <a:spLocks noGrp="1"/>
          </p:cNvSpPr>
          <p:nvPr/>
        </p:nvSpPr>
        <p:spPr>
          <a:xfrm>
            <a:off x="8531347" y="533936"/>
            <a:ext cx="356435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3</a:t>
            </a:r>
          </a:p>
        </p:txBody>
      </p:sp>
      <p:sp>
        <p:nvSpPr>
          <p:cNvPr id="90" name="anim_to7618_0_1">
            <a:extLst>
              <a:ext uri="{FF2B5EF4-FFF2-40B4-BE49-F238E27FC236}">
                <a16:creationId xmlns:a16="http://schemas.microsoft.com/office/drawing/2014/main" id="{64EAA988-CA0D-4C43-8AD5-5413C769734D}"/>
              </a:ext>
            </a:extLst>
          </p:cNvPr>
          <p:cNvSpPr>
            <a:spLocks noGrp="1"/>
          </p:cNvSpPr>
          <p:nvPr/>
        </p:nvSpPr>
        <p:spPr>
          <a:xfrm>
            <a:off x="8975869" y="533936"/>
            <a:ext cx="519905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→</a:t>
            </a:r>
          </a:p>
        </p:txBody>
      </p:sp>
      <p:sp>
        <p:nvSpPr>
          <p:cNvPr id="91" name="anim_to7622_0_1">
            <a:extLst>
              <a:ext uri="{FF2B5EF4-FFF2-40B4-BE49-F238E27FC236}">
                <a16:creationId xmlns:a16="http://schemas.microsoft.com/office/drawing/2014/main" id="{3ACB1B9F-6D70-484E-94A3-FFF6F57610FC}"/>
              </a:ext>
            </a:extLst>
          </p:cNvPr>
          <p:cNvSpPr>
            <a:spLocks noGrp="1"/>
          </p:cNvSpPr>
          <p:nvPr/>
        </p:nvSpPr>
        <p:spPr>
          <a:xfrm>
            <a:off x="9583860" y="533936"/>
            <a:ext cx="356435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7</a:t>
            </a:r>
          </a:p>
        </p:txBody>
      </p:sp>
      <p:sp>
        <p:nvSpPr>
          <p:cNvPr id="92" name="anim_to7624_0_1">
            <a:extLst>
              <a:ext uri="{FF2B5EF4-FFF2-40B4-BE49-F238E27FC236}">
                <a16:creationId xmlns:a16="http://schemas.microsoft.com/office/drawing/2014/main" id="{A907CA9B-D11B-4808-AC04-433B8A1655F3}"/>
              </a:ext>
            </a:extLst>
          </p:cNvPr>
          <p:cNvSpPr>
            <a:spLocks noGrp="1"/>
          </p:cNvSpPr>
          <p:nvPr/>
        </p:nvSpPr>
        <p:spPr>
          <a:xfrm>
            <a:off x="9902196" y="533936"/>
            <a:ext cx="279002" cy="71697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4516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93" name="anim_o7627_1">
            <a:extLst>
              <a:ext uri="{FF2B5EF4-FFF2-40B4-BE49-F238E27FC236}">
                <a16:creationId xmlns:a16="http://schemas.microsoft.com/office/drawing/2014/main" id="{6E596B12-FFEA-402E-AFC9-E76F656F7EF0}"/>
              </a:ext>
            </a:extLst>
          </p:cNvPr>
          <p:cNvSpPr>
            <a:spLocks noGrp="1"/>
          </p:cNvSpPr>
          <p:nvPr/>
        </p:nvSpPr>
        <p:spPr>
          <a:xfrm>
            <a:off x="758716" y="544367"/>
            <a:ext cx="10674569" cy="1601185"/>
          </a:xfrm>
          <a:prstGeom prst="roundRect">
            <a:avLst>
              <a:gd name="adj" fmla="val 4759"/>
            </a:avLst>
          </a:prstGeom>
          <a:solidFill>
            <a:srgbClr val="000000">
              <a:alpha val="96000"/>
            </a:srgbClr>
          </a:solidFill>
          <a:ln w="12700">
            <a:solidFill>
              <a:srgbClr val="FFD7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4" name="anim_to7628_0_1">
            <a:extLst>
              <a:ext uri="{FF2B5EF4-FFF2-40B4-BE49-F238E27FC236}">
                <a16:creationId xmlns:a16="http://schemas.microsoft.com/office/drawing/2014/main" id="{C26CA965-E641-4BBE-AE64-AAEA3015BE3D}"/>
              </a:ext>
            </a:extLst>
          </p:cNvPr>
          <p:cNvSpPr>
            <a:spLocks noGrp="1"/>
          </p:cNvSpPr>
          <p:nvPr/>
        </p:nvSpPr>
        <p:spPr>
          <a:xfrm>
            <a:off x="2260752" y="825471"/>
            <a:ext cx="7689545" cy="54342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23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23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3423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Stride &gt; 1 accelerates RF growth</a:t>
            </a:r>
          </a:p>
        </p:txBody>
      </p:sp>
      <p:sp>
        <p:nvSpPr>
          <p:cNvPr id="95" name="anim_to7661_0_1">
            <a:extLst>
              <a:ext uri="{FF2B5EF4-FFF2-40B4-BE49-F238E27FC236}">
                <a16:creationId xmlns:a16="http://schemas.microsoft.com/office/drawing/2014/main" id="{58909508-C266-441E-92C4-CEDCB7409094}"/>
              </a:ext>
            </a:extLst>
          </p:cNvPr>
          <p:cNvSpPr>
            <a:spLocks noGrp="1"/>
          </p:cNvSpPr>
          <p:nvPr/>
        </p:nvSpPr>
        <p:spPr>
          <a:xfrm>
            <a:off x="1805528" y="1393347"/>
            <a:ext cx="8599994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918" b="0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pPr>
            <a:r>
              <a:rPr sz="2918" b="0">
                <a:solidFill>
                  <a:srgbClr val="DDDDDD"/>
                </a:solidFill>
                <a:latin typeface="Consolas"/>
                <a:ea typeface="Consolas"/>
                <a:cs typeface="Consolas"/>
              </a:rPr>
              <a:t>because each layer covers more input space</a:t>
            </a:r>
          </a:p>
        </p:txBody>
      </p:sp>
      <p:sp>
        <p:nvSpPr>
          <p:cNvPr id="96" name="anim_to7708_0_1">
            <a:extLst>
              <a:ext uri="{FF2B5EF4-FFF2-40B4-BE49-F238E27FC236}">
                <a16:creationId xmlns:a16="http://schemas.microsoft.com/office/drawing/2014/main" id="{17993A7D-CF47-4E83-98B8-0BB57D2E2777}"/>
              </a:ext>
            </a:extLst>
          </p:cNvPr>
          <p:cNvSpPr>
            <a:spLocks noGrp="1"/>
          </p:cNvSpPr>
          <p:nvPr/>
        </p:nvSpPr>
        <p:spPr>
          <a:xfrm>
            <a:off x="2075408" y="835447"/>
            <a:ext cx="8060233" cy="67526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254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254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4254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Why Receptive Field Matters</a:t>
            </a:r>
          </a:p>
        </p:txBody>
      </p:sp>
      <p:sp>
        <p:nvSpPr>
          <p:cNvPr id="97" name="anim_o7736_1">
            <a:extLst>
              <a:ext uri="{FF2B5EF4-FFF2-40B4-BE49-F238E27FC236}">
                <a16:creationId xmlns:a16="http://schemas.microsoft.com/office/drawing/2014/main" id="{46BF4CE9-8C3A-4F3A-A322-606A75A7EA9F}"/>
              </a:ext>
            </a:extLst>
          </p:cNvPr>
          <p:cNvSpPr>
            <a:spLocks noGrp="1"/>
          </p:cNvSpPr>
          <p:nvPr/>
        </p:nvSpPr>
        <p:spPr>
          <a:xfrm>
            <a:off x="840828" y="3223720"/>
            <a:ext cx="2627586" cy="1560129"/>
          </a:xfrm>
          <a:prstGeom prst="roundRect">
            <a:avLst>
              <a:gd name="adj" fmla="val 4884"/>
            </a:avLst>
          </a:prstGeom>
          <a:solidFill>
            <a:srgbClr val="6699CC">
              <a:alpha val="20000"/>
            </a:srgbClr>
          </a:solidFill>
          <a:ln w="12700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8" name="anim_to7737_0_1">
            <a:extLst>
              <a:ext uri="{FF2B5EF4-FFF2-40B4-BE49-F238E27FC236}">
                <a16:creationId xmlns:a16="http://schemas.microsoft.com/office/drawing/2014/main" id="{76BF81A4-E362-4219-83ED-C7FB2C127FE5}"/>
              </a:ext>
            </a:extLst>
          </p:cNvPr>
          <p:cNvSpPr>
            <a:spLocks noGrp="1"/>
          </p:cNvSpPr>
          <p:nvPr/>
        </p:nvSpPr>
        <p:spPr>
          <a:xfrm>
            <a:off x="871741" y="2562579"/>
            <a:ext cx="2584809" cy="48233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38" b="1">
                <a:solidFill>
                  <a:srgbClr val="6699CC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38" b="1">
                <a:solidFill>
                  <a:srgbClr val="6699CC"/>
                </a:solidFill>
                <a:latin typeface="Consolas"/>
                <a:ea typeface="Consolas"/>
                <a:cs typeface="Consolas"/>
              </a:defRPr>
            </a:pPr>
            <a:r>
              <a:rPr sz="3038" b="1">
                <a:solidFill>
                  <a:srgbClr val="6699CC"/>
                </a:solidFill>
                <a:latin typeface="Consolas"/>
                <a:ea typeface="Consolas"/>
                <a:cs typeface="Consolas"/>
              </a:rPr>
              <a:t>Early Layers</a:t>
            </a:r>
          </a:p>
        </p:txBody>
      </p:sp>
      <p:sp>
        <p:nvSpPr>
          <p:cNvPr id="99" name="anim_to7750_0_1">
            <a:extLst>
              <a:ext uri="{FF2B5EF4-FFF2-40B4-BE49-F238E27FC236}">
                <a16:creationId xmlns:a16="http://schemas.microsoft.com/office/drawing/2014/main" id="{62989585-354C-4160-B051-E650B3B4D96E}"/>
              </a:ext>
            </a:extLst>
          </p:cNvPr>
          <p:cNvSpPr>
            <a:spLocks noGrp="1"/>
          </p:cNvSpPr>
          <p:nvPr/>
        </p:nvSpPr>
        <p:spPr>
          <a:xfrm>
            <a:off x="1574873" y="3372994"/>
            <a:ext cx="1178545" cy="32399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41" b="0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041" b="0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pPr>
            <a:r>
              <a:rPr sz="2041" b="0">
                <a:solidFill>
                  <a:srgbClr val="DDDDDD"/>
                </a:solidFill>
                <a:latin typeface="Consolas"/>
                <a:ea typeface="Consolas"/>
                <a:cs typeface="Consolas"/>
              </a:rPr>
              <a:t>Small RF</a:t>
            </a:r>
          </a:p>
        </p:txBody>
      </p:sp>
      <p:sp>
        <p:nvSpPr>
          <p:cNvPr id="100" name="anim_to7759_0_1">
            <a:extLst>
              <a:ext uri="{FF2B5EF4-FFF2-40B4-BE49-F238E27FC236}">
                <a16:creationId xmlns:a16="http://schemas.microsoft.com/office/drawing/2014/main" id="{2ADD7B67-2A88-41EC-A0DA-B622E3AAD6ED}"/>
              </a:ext>
            </a:extLst>
          </p:cNvPr>
          <p:cNvSpPr>
            <a:spLocks noGrp="1"/>
          </p:cNvSpPr>
          <p:nvPr/>
        </p:nvSpPr>
        <p:spPr>
          <a:xfrm>
            <a:off x="933372" y="3729663"/>
            <a:ext cx="1035990" cy="32399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41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041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pPr>
            <a:r>
              <a:rPr sz="2041" b="0">
                <a:solidFill>
                  <a:srgbClr val="BBBBBB"/>
                </a:solidFill>
                <a:latin typeface="Consolas"/>
                <a:ea typeface="Consolas"/>
                <a:cs typeface="Consolas"/>
              </a:rPr>
              <a:t>• Edges</a:t>
            </a:r>
          </a:p>
        </p:txBody>
      </p:sp>
      <p:sp>
        <p:nvSpPr>
          <p:cNvPr id="101" name="anim_to7767_0_1">
            <a:extLst>
              <a:ext uri="{FF2B5EF4-FFF2-40B4-BE49-F238E27FC236}">
                <a16:creationId xmlns:a16="http://schemas.microsoft.com/office/drawing/2014/main" id="{06999F24-6169-4107-9CCA-2607B7ED27E2}"/>
              </a:ext>
            </a:extLst>
          </p:cNvPr>
          <p:cNvSpPr>
            <a:spLocks noGrp="1"/>
          </p:cNvSpPr>
          <p:nvPr/>
        </p:nvSpPr>
        <p:spPr>
          <a:xfrm>
            <a:off x="933372" y="4012649"/>
            <a:ext cx="1321101" cy="32399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41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041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pPr>
            <a:r>
              <a:rPr sz="2041" b="0">
                <a:solidFill>
                  <a:srgbClr val="BBBBBB"/>
                </a:solidFill>
                <a:latin typeface="Consolas"/>
                <a:ea typeface="Consolas"/>
                <a:cs typeface="Consolas"/>
              </a:rPr>
              <a:t>• Corners</a:t>
            </a:r>
          </a:p>
        </p:txBody>
      </p:sp>
      <p:sp>
        <p:nvSpPr>
          <p:cNvPr id="102" name="anim_to7777_0_1">
            <a:extLst>
              <a:ext uri="{FF2B5EF4-FFF2-40B4-BE49-F238E27FC236}">
                <a16:creationId xmlns:a16="http://schemas.microsoft.com/office/drawing/2014/main" id="{948CEF84-D570-4A02-A6D8-2D68C15D4474}"/>
              </a:ext>
            </a:extLst>
          </p:cNvPr>
          <p:cNvSpPr>
            <a:spLocks noGrp="1"/>
          </p:cNvSpPr>
          <p:nvPr/>
        </p:nvSpPr>
        <p:spPr>
          <a:xfrm>
            <a:off x="933372" y="4297796"/>
            <a:ext cx="2461546" cy="32399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41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041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pPr>
            <a:r>
              <a:rPr sz="2041" b="0">
                <a:solidFill>
                  <a:srgbClr val="BBBBBB"/>
                </a:solidFill>
                <a:latin typeface="Consolas"/>
                <a:ea typeface="Consolas"/>
                <a:cs typeface="Consolas"/>
              </a:rPr>
              <a:t>• Simple textures</a:t>
            </a:r>
          </a:p>
        </p:txBody>
      </p:sp>
      <p:sp>
        <p:nvSpPr>
          <p:cNvPr id="103" name="anim_o7922_1">
            <a:extLst>
              <a:ext uri="{FF2B5EF4-FFF2-40B4-BE49-F238E27FC236}">
                <a16:creationId xmlns:a16="http://schemas.microsoft.com/office/drawing/2014/main" id="{BB7CD011-DC68-4B85-BE9D-ED69265EC736}"/>
              </a:ext>
            </a:extLst>
          </p:cNvPr>
          <p:cNvSpPr>
            <a:spLocks noGrp="1"/>
          </p:cNvSpPr>
          <p:nvPr/>
        </p:nvSpPr>
        <p:spPr>
          <a:xfrm>
            <a:off x="3616216" y="3918059"/>
            <a:ext cx="1018190" cy="171450"/>
          </a:xfrm>
          <a:custGeom>
            <a:avLst/>
            <a:gdLst/>
            <a:ahLst/>
            <a:cxnLst/>
            <a:rect l="0" t="0" r="0" b="0"/>
            <a:pathLst>
              <a:path w="1018190" h="171450">
                <a:moveTo>
                  <a:pt x="0" y="104775"/>
                </a:moveTo>
                <a:lnTo>
                  <a:pt x="846740" y="104775"/>
                </a:lnTo>
                <a:lnTo>
                  <a:pt x="846740" y="171450"/>
                </a:lnTo>
                <a:lnTo>
                  <a:pt x="1018190" y="85725"/>
                </a:lnTo>
                <a:lnTo>
                  <a:pt x="846740" y="0"/>
                </a:lnTo>
                <a:lnTo>
                  <a:pt x="846740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1270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4" name="anim_o7796_1">
            <a:extLst>
              <a:ext uri="{FF2B5EF4-FFF2-40B4-BE49-F238E27FC236}">
                <a16:creationId xmlns:a16="http://schemas.microsoft.com/office/drawing/2014/main" id="{3A291CCF-8FA0-4569-B54B-96531233EA3B}"/>
              </a:ext>
            </a:extLst>
          </p:cNvPr>
          <p:cNvSpPr>
            <a:spLocks noGrp="1"/>
          </p:cNvSpPr>
          <p:nvPr/>
        </p:nvSpPr>
        <p:spPr>
          <a:xfrm>
            <a:off x="4782207" y="3223720"/>
            <a:ext cx="2627586" cy="1560129"/>
          </a:xfrm>
          <a:prstGeom prst="roundRect">
            <a:avLst>
              <a:gd name="adj" fmla="val 4884"/>
            </a:avLst>
          </a:prstGeom>
          <a:solidFill>
            <a:srgbClr val="90EE90">
              <a:alpha val="20000"/>
            </a:srgbClr>
          </a:solidFill>
          <a:ln w="12700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5" name="anim_to7797_0_1">
            <a:extLst>
              <a:ext uri="{FF2B5EF4-FFF2-40B4-BE49-F238E27FC236}">
                <a16:creationId xmlns:a16="http://schemas.microsoft.com/office/drawing/2014/main" id="{AA512215-AAB0-4154-B8E6-224029CD4F69}"/>
              </a:ext>
            </a:extLst>
          </p:cNvPr>
          <p:cNvSpPr>
            <a:spLocks noGrp="1"/>
          </p:cNvSpPr>
          <p:nvPr/>
        </p:nvSpPr>
        <p:spPr>
          <a:xfrm>
            <a:off x="4707008" y="2558720"/>
            <a:ext cx="2797035" cy="48233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38" b="1">
                <a:solidFill>
                  <a:srgbClr val="90EE9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38" b="1">
                <a:solidFill>
                  <a:srgbClr val="90EE90"/>
                </a:solidFill>
                <a:latin typeface="Consolas"/>
                <a:ea typeface="Consolas"/>
                <a:cs typeface="Consolas"/>
              </a:defRPr>
            </a:pPr>
            <a:r>
              <a:rPr sz="3038" b="1">
                <a:solidFill>
                  <a:srgbClr val="90EE90"/>
                </a:solidFill>
                <a:latin typeface="Consolas"/>
                <a:ea typeface="Consolas"/>
                <a:cs typeface="Consolas"/>
              </a:rPr>
              <a:t>Middle Layers</a:t>
            </a:r>
          </a:p>
        </p:txBody>
      </p:sp>
      <p:sp>
        <p:nvSpPr>
          <p:cNvPr id="106" name="anim_to7811_0_1">
            <a:extLst>
              <a:ext uri="{FF2B5EF4-FFF2-40B4-BE49-F238E27FC236}">
                <a16:creationId xmlns:a16="http://schemas.microsoft.com/office/drawing/2014/main" id="{7F483ABE-70CA-4542-B136-9D7CE5EEADB1}"/>
              </a:ext>
            </a:extLst>
          </p:cNvPr>
          <p:cNvSpPr>
            <a:spLocks noGrp="1"/>
          </p:cNvSpPr>
          <p:nvPr/>
        </p:nvSpPr>
        <p:spPr>
          <a:xfrm>
            <a:off x="5444974" y="3372994"/>
            <a:ext cx="1321101" cy="32399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41" b="0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041" b="0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pPr>
            <a:r>
              <a:rPr sz="2041" b="0">
                <a:solidFill>
                  <a:srgbClr val="DDDDDD"/>
                </a:solidFill>
                <a:latin typeface="Consolas"/>
                <a:ea typeface="Consolas"/>
                <a:cs typeface="Consolas"/>
              </a:rPr>
              <a:t>Medium RF</a:t>
            </a:r>
          </a:p>
        </p:txBody>
      </p:sp>
      <p:sp>
        <p:nvSpPr>
          <p:cNvPr id="107" name="anim_to7821_0_1">
            <a:extLst>
              <a:ext uri="{FF2B5EF4-FFF2-40B4-BE49-F238E27FC236}">
                <a16:creationId xmlns:a16="http://schemas.microsoft.com/office/drawing/2014/main" id="{924C862A-D9D8-4803-AA33-7B227A27CB83}"/>
              </a:ext>
            </a:extLst>
          </p:cNvPr>
          <p:cNvSpPr>
            <a:spLocks noGrp="1"/>
          </p:cNvSpPr>
          <p:nvPr/>
        </p:nvSpPr>
        <p:spPr>
          <a:xfrm>
            <a:off x="5088585" y="3729663"/>
            <a:ext cx="1178545" cy="32399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41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041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pPr>
            <a:r>
              <a:rPr sz="2041" b="0">
                <a:solidFill>
                  <a:srgbClr val="BBBBBB"/>
                </a:solidFill>
                <a:latin typeface="Consolas"/>
                <a:ea typeface="Consolas"/>
                <a:cs typeface="Consolas"/>
              </a:rPr>
              <a:t>• Shapes</a:t>
            </a:r>
          </a:p>
        </p:txBody>
      </p:sp>
      <p:sp>
        <p:nvSpPr>
          <p:cNvPr id="108" name="anim_to7830_0_1">
            <a:extLst>
              <a:ext uri="{FF2B5EF4-FFF2-40B4-BE49-F238E27FC236}">
                <a16:creationId xmlns:a16="http://schemas.microsoft.com/office/drawing/2014/main" id="{401C6D87-5577-4BBA-91D6-62C39AAE6A13}"/>
              </a:ext>
            </a:extLst>
          </p:cNvPr>
          <p:cNvSpPr>
            <a:spLocks noGrp="1"/>
          </p:cNvSpPr>
          <p:nvPr/>
        </p:nvSpPr>
        <p:spPr>
          <a:xfrm>
            <a:off x="5088585" y="4012649"/>
            <a:ext cx="1463657" cy="32399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41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041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pPr>
            <a:r>
              <a:rPr sz="2041" b="0">
                <a:solidFill>
                  <a:srgbClr val="BBBBBB"/>
                </a:solidFill>
                <a:latin typeface="Consolas"/>
                <a:ea typeface="Consolas"/>
                <a:cs typeface="Consolas"/>
              </a:rPr>
              <a:t>• Patterns</a:t>
            </a:r>
          </a:p>
        </p:txBody>
      </p:sp>
      <p:sp>
        <p:nvSpPr>
          <p:cNvPr id="109" name="anim_to7841_0_1">
            <a:extLst>
              <a:ext uri="{FF2B5EF4-FFF2-40B4-BE49-F238E27FC236}">
                <a16:creationId xmlns:a16="http://schemas.microsoft.com/office/drawing/2014/main" id="{ED333166-2032-4200-8F93-1F75BDBF361E}"/>
              </a:ext>
            </a:extLst>
          </p:cNvPr>
          <p:cNvSpPr>
            <a:spLocks noGrp="1"/>
          </p:cNvSpPr>
          <p:nvPr/>
        </p:nvSpPr>
        <p:spPr>
          <a:xfrm>
            <a:off x="5088585" y="4299092"/>
            <a:ext cx="2033879" cy="32399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41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041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pPr>
            <a:r>
              <a:rPr sz="2041" b="0">
                <a:solidFill>
                  <a:srgbClr val="BBBBBB"/>
                </a:solidFill>
                <a:latin typeface="Consolas"/>
                <a:ea typeface="Consolas"/>
                <a:cs typeface="Consolas"/>
              </a:rPr>
              <a:t>• Object parts</a:t>
            </a:r>
          </a:p>
        </p:txBody>
      </p:sp>
      <p:sp>
        <p:nvSpPr>
          <p:cNvPr id="110" name="anim_o7923_1">
            <a:extLst>
              <a:ext uri="{FF2B5EF4-FFF2-40B4-BE49-F238E27FC236}">
                <a16:creationId xmlns:a16="http://schemas.microsoft.com/office/drawing/2014/main" id="{5E794221-2231-4C9C-B9AA-F3F3C57AEE51}"/>
              </a:ext>
            </a:extLst>
          </p:cNvPr>
          <p:cNvSpPr>
            <a:spLocks noGrp="1"/>
          </p:cNvSpPr>
          <p:nvPr/>
        </p:nvSpPr>
        <p:spPr>
          <a:xfrm>
            <a:off x="7557595" y="3918059"/>
            <a:ext cx="1018190" cy="171450"/>
          </a:xfrm>
          <a:custGeom>
            <a:avLst/>
            <a:gdLst/>
            <a:ahLst/>
            <a:cxnLst/>
            <a:rect l="0" t="0" r="0" b="0"/>
            <a:pathLst>
              <a:path w="1018190" h="171450">
                <a:moveTo>
                  <a:pt x="0" y="104775"/>
                </a:moveTo>
                <a:lnTo>
                  <a:pt x="846740" y="104775"/>
                </a:lnTo>
                <a:lnTo>
                  <a:pt x="846740" y="171450"/>
                </a:lnTo>
                <a:lnTo>
                  <a:pt x="1018190" y="85725"/>
                </a:lnTo>
                <a:lnTo>
                  <a:pt x="846740" y="0"/>
                </a:lnTo>
                <a:lnTo>
                  <a:pt x="846740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1270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1" name="anim_o7857_1">
            <a:extLst>
              <a:ext uri="{FF2B5EF4-FFF2-40B4-BE49-F238E27FC236}">
                <a16:creationId xmlns:a16="http://schemas.microsoft.com/office/drawing/2014/main" id="{7D3840FE-D3E3-4D96-BAC8-7062BDCF89A3}"/>
              </a:ext>
            </a:extLst>
          </p:cNvPr>
          <p:cNvSpPr>
            <a:spLocks noGrp="1"/>
          </p:cNvSpPr>
          <p:nvPr/>
        </p:nvSpPr>
        <p:spPr>
          <a:xfrm>
            <a:off x="8723586" y="3223720"/>
            <a:ext cx="2627586" cy="1560129"/>
          </a:xfrm>
          <a:prstGeom prst="roundRect">
            <a:avLst>
              <a:gd name="adj" fmla="val 4884"/>
            </a:avLst>
          </a:prstGeom>
          <a:solidFill>
            <a:srgbClr val="DDA0DD">
              <a:alpha val="20000"/>
            </a:srgbClr>
          </a:solidFill>
          <a:ln w="12700">
            <a:solidFill>
              <a:srgbClr val="DDA0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2" name="anim_to7858_0_1">
            <a:extLst>
              <a:ext uri="{FF2B5EF4-FFF2-40B4-BE49-F238E27FC236}">
                <a16:creationId xmlns:a16="http://schemas.microsoft.com/office/drawing/2014/main" id="{E5E1BE02-762A-45C2-A07B-39E93F25A395}"/>
              </a:ext>
            </a:extLst>
          </p:cNvPr>
          <p:cNvSpPr>
            <a:spLocks noGrp="1"/>
          </p:cNvSpPr>
          <p:nvPr/>
        </p:nvSpPr>
        <p:spPr>
          <a:xfrm>
            <a:off x="8860613" y="2572225"/>
            <a:ext cx="2372583" cy="48233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38" b="1">
                <a:solidFill>
                  <a:srgbClr val="DDA0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38" b="1">
                <a:solidFill>
                  <a:srgbClr val="DDA0DD"/>
                </a:solidFill>
                <a:latin typeface="Consolas"/>
                <a:ea typeface="Consolas"/>
                <a:cs typeface="Consolas"/>
              </a:defRPr>
            </a:pPr>
            <a:r>
              <a:rPr sz="3038" b="1">
                <a:solidFill>
                  <a:srgbClr val="DDA0DD"/>
                </a:solidFill>
                <a:latin typeface="Consolas"/>
                <a:ea typeface="Consolas"/>
                <a:cs typeface="Consolas"/>
              </a:rPr>
              <a:t>Deep Layers</a:t>
            </a:r>
          </a:p>
        </p:txBody>
      </p:sp>
      <p:sp>
        <p:nvSpPr>
          <p:cNvPr id="113" name="anim_to7870_0_1">
            <a:extLst>
              <a:ext uri="{FF2B5EF4-FFF2-40B4-BE49-F238E27FC236}">
                <a16:creationId xmlns:a16="http://schemas.microsoft.com/office/drawing/2014/main" id="{19CAD4E5-D34C-4CFF-8CA6-5AC11EFA8B57}"/>
              </a:ext>
            </a:extLst>
          </p:cNvPr>
          <p:cNvSpPr>
            <a:spLocks noGrp="1"/>
          </p:cNvSpPr>
          <p:nvPr/>
        </p:nvSpPr>
        <p:spPr>
          <a:xfrm>
            <a:off x="9457632" y="3373751"/>
            <a:ext cx="1178545" cy="32399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41" b="0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041" b="0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pPr>
            <a:r>
              <a:rPr sz="2041" b="0">
                <a:solidFill>
                  <a:srgbClr val="DDDDDD"/>
                </a:solidFill>
                <a:latin typeface="Consolas"/>
                <a:ea typeface="Consolas"/>
                <a:cs typeface="Consolas"/>
              </a:rPr>
              <a:t>Large RF</a:t>
            </a:r>
          </a:p>
        </p:txBody>
      </p:sp>
      <p:sp>
        <p:nvSpPr>
          <p:cNvPr id="114" name="anim_to7879_0_1">
            <a:extLst>
              <a:ext uri="{FF2B5EF4-FFF2-40B4-BE49-F238E27FC236}">
                <a16:creationId xmlns:a16="http://schemas.microsoft.com/office/drawing/2014/main" id="{5E997411-6A80-427D-93B4-5EFCAB237EA7}"/>
              </a:ext>
            </a:extLst>
          </p:cNvPr>
          <p:cNvSpPr>
            <a:spLocks noGrp="1"/>
          </p:cNvSpPr>
          <p:nvPr/>
        </p:nvSpPr>
        <p:spPr>
          <a:xfrm>
            <a:off x="8744853" y="3748345"/>
            <a:ext cx="2033879" cy="32399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41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041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pPr>
            <a:r>
              <a:rPr sz="2041" b="0">
                <a:solidFill>
                  <a:srgbClr val="BBBBBB"/>
                </a:solidFill>
                <a:latin typeface="Consolas"/>
                <a:ea typeface="Consolas"/>
                <a:cs typeface="Consolas"/>
              </a:rPr>
              <a:t>• Full objects</a:t>
            </a:r>
          </a:p>
        </p:txBody>
      </p:sp>
      <p:sp>
        <p:nvSpPr>
          <p:cNvPr id="115" name="anim_to7894_0_1">
            <a:extLst>
              <a:ext uri="{FF2B5EF4-FFF2-40B4-BE49-F238E27FC236}">
                <a16:creationId xmlns:a16="http://schemas.microsoft.com/office/drawing/2014/main" id="{DBF81E2E-BAD7-4C3D-8968-FDAB7555CDC8}"/>
              </a:ext>
            </a:extLst>
          </p:cNvPr>
          <p:cNvSpPr>
            <a:spLocks noGrp="1"/>
          </p:cNvSpPr>
          <p:nvPr/>
        </p:nvSpPr>
        <p:spPr>
          <a:xfrm>
            <a:off x="8744853" y="4031979"/>
            <a:ext cx="1035990" cy="32399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41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041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pPr>
            <a:r>
              <a:rPr sz="2041" b="0">
                <a:solidFill>
                  <a:srgbClr val="BBBBBB"/>
                </a:solidFill>
                <a:latin typeface="Consolas"/>
                <a:ea typeface="Consolas"/>
                <a:cs typeface="Consolas"/>
              </a:rPr>
              <a:t>• Faces</a:t>
            </a:r>
          </a:p>
        </p:txBody>
      </p:sp>
      <p:sp>
        <p:nvSpPr>
          <p:cNvPr id="116" name="anim_to7902_0_1">
            <a:extLst>
              <a:ext uri="{FF2B5EF4-FFF2-40B4-BE49-F238E27FC236}">
                <a16:creationId xmlns:a16="http://schemas.microsoft.com/office/drawing/2014/main" id="{80B13BDC-B05A-4FDC-BCF8-7A4906611DD7}"/>
              </a:ext>
            </a:extLst>
          </p:cNvPr>
          <p:cNvSpPr>
            <a:spLocks noGrp="1"/>
          </p:cNvSpPr>
          <p:nvPr/>
        </p:nvSpPr>
        <p:spPr>
          <a:xfrm>
            <a:off x="8744853" y="4291856"/>
            <a:ext cx="2604102" cy="32399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041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041" b="0">
                <a:solidFill>
                  <a:srgbClr val="BBBBBB"/>
                </a:solidFill>
                <a:latin typeface="Consolas"/>
                <a:ea typeface="Consolas"/>
                <a:cs typeface="Consolas"/>
              </a:defRPr>
            </a:pPr>
            <a:r>
              <a:rPr sz="2041" b="0">
                <a:solidFill>
                  <a:srgbClr val="BBBBBB"/>
                </a:solidFill>
                <a:latin typeface="Consolas"/>
                <a:ea typeface="Consolas"/>
                <a:cs typeface="Consolas"/>
              </a:rPr>
              <a:t>• Semantic content</a:t>
            </a:r>
          </a:p>
        </p:txBody>
      </p:sp>
      <p:sp>
        <p:nvSpPr>
          <p:cNvPr id="117" name="anim_to7925_0_1">
            <a:extLst>
              <a:ext uri="{FF2B5EF4-FFF2-40B4-BE49-F238E27FC236}">
                <a16:creationId xmlns:a16="http://schemas.microsoft.com/office/drawing/2014/main" id="{25A15720-3C46-4665-AE47-ECE75923242D}"/>
              </a:ext>
            </a:extLst>
          </p:cNvPr>
          <p:cNvSpPr>
            <a:spLocks noGrp="1"/>
          </p:cNvSpPr>
          <p:nvPr/>
        </p:nvSpPr>
        <p:spPr>
          <a:xfrm>
            <a:off x="724621" y="5646639"/>
            <a:ext cx="231011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118" name="anim_to7927_0_1">
            <a:extLst>
              <a:ext uri="{FF2B5EF4-FFF2-40B4-BE49-F238E27FC236}">
                <a16:creationId xmlns:a16="http://schemas.microsoft.com/office/drawing/2014/main" id="{DCEB827F-8157-4C31-80BA-F4CF217F6C27}"/>
              </a:ext>
            </a:extLst>
          </p:cNvPr>
          <p:cNvSpPr>
            <a:spLocks noGrp="1"/>
          </p:cNvSpPr>
          <p:nvPr/>
        </p:nvSpPr>
        <p:spPr>
          <a:xfrm>
            <a:off x="917532" y="5646639"/>
            <a:ext cx="214785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a</a:t>
            </a:r>
          </a:p>
        </p:txBody>
      </p:sp>
      <p:sp>
        <p:nvSpPr>
          <p:cNvPr id="119" name="anim_to7929_0_1">
            <a:extLst>
              <a:ext uri="{FF2B5EF4-FFF2-40B4-BE49-F238E27FC236}">
                <a16:creationId xmlns:a16="http://schemas.microsoft.com/office/drawing/2014/main" id="{B19FFCDF-B4CC-4A71-A642-330F14A82DA6}"/>
              </a:ext>
            </a:extLst>
          </p:cNvPr>
          <p:cNvSpPr>
            <a:spLocks noGrp="1"/>
          </p:cNvSpPr>
          <p:nvPr/>
        </p:nvSpPr>
        <p:spPr>
          <a:xfrm>
            <a:off x="1094217" y="5646639"/>
            <a:ext cx="187742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r</a:t>
            </a:r>
          </a:p>
        </p:txBody>
      </p:sp>
      <p:sp>
        <p:nvSpPr>
          <p:cNvPr id="120" name="anim_to7931_0_1">
            <a:extLst>
              <a:ext uri="{FF2B5EF4-FFF2-40B4-BE49-F238E27FC236}">
                <a16:creationId xmlns:a16="http://schemas.microsoft.com/office/drawing/2014/main" id="{39C76F4C-A727-45E3-9ED0-ACD8E9EA006E}"/>
              </a:ext>
            </a:extLst>
          </p:cNvPr>
          <p:cNvSpPr>
            <a:spLocks noGrp="1"/>
          </p:cNvSpPr>
          <p:nvPr/>
        </p:nvSpPr>
        <p:spPr>
          <a:xfrm>
            <a:off x="1243859" y="5646639"/>
            <a:ext cx="216588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g</a:t>
            </a:r>
          </a:p>
        </p:txBody>
      </p:sp>
      <p:sp>
        <p:nvSpPr>
          <p:cNvPr id="121" name="anim_to7933_0_1">
            <a:extLst>
              <a:ext uri="{FF2B5EF4-FFF2-40B4-BE49-F238E27FC236}">
                <a16:creationId xmlns:a16="http://schemas.microsoft.com/office/drawing/2014/main" id="{DCD8736F-66A1-4B80-8578-81529F8C4156}"/>
              </a:ext>
            </a:extLst>
          </p:cNvPr>
          <p:cNvSpPr>
            <a:spLocks noGrp="1"/>
          </p:cNvSpPr>
          <p:nvPr/>
        </p:nvSpPr>
        <p:spPr>
          <a:xfrm>
            <a:off x="1422347" y="5646639"/>
            <a:ext cx="212982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122" name="anim_to7935_0_1">
            <a:extLst>
              <a:ext uri="{FF2B5EF4-FFF2-40B4-BE49-F238E27FC236}">
                <a16:creationId xmlns:a16="http://schemas.microsoft.com/office/drawing/2014/main" id="{D268F5EC-7D9E-47C4-949E-BF3CB9FD6295}"/>
              </a:ext>
            </a:extLst>
          </p:cNvPr>
          <p:cNvSpPr>
            <a:spLocks noGrp="1"/>
          </p:cNvSpPr>
          <p:nvPr/>
        </p:nvSpPr>
        <p:spPr>
          <a:xfrm>
            <a:off x="1597229" y="5646639"/>
            <a:ext cx="187742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r</a:t>
            </a:r>
          </a:p>
        </p:txBody>
      </p:sp>
      <p:sp>
        <p:nvSpPr>
          <p:cNvPr id="123" name="anim_to7941_0_1">
            <a:extLst>
              <a:ext uri="{FF2B5EF4-FFF2-40B4-BE49-F238E27FC236}">
                <a16:creationId xmlns:a16="http://schemas.microsoft.com/office/drawing/2014/main" id="{6DC30705-6B83-4B0B-B889-41E4F1AE140B}"/>
              </a:ext>
            </a:extLst>
          </p:cNvPr>
          <p:cNvSpPr>
            <a:spLocks noGrp="1"/>
          </p:cNvSpPr>
          <p:nvPr/>
        </p:nvSpPr>
        <p:spPr>
          <a:xfrm>
            <a:off x="1905527" y="5646639"/>
            <a:ext cx="187742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r</a:t>
            </a:r>
          </a:p>
        </p:txBody>
      </p:sp>
      <p:sp>
        <p:nvSpPr>
          <p:cNvPr id="124" name="anim_to7943_0_1">
            <a:extLst>
              <a:ext uri="{FF2B5EF4-FFF2-40B4-BE49-F238E27FC236}">
                <a16:creationId xmlns:a16="http://schemas.microsoft.com/office/drawing/2014/main" id="{0E9A1C83-0429-4560-A7B4-FF5600D96AF6}"/>
              </a:ext>
            </a:extLst>
          </p:cNvPr>
          <p:cNvSpPr>
            <a:spLocks noGrp="1"/>
          </p:cNvSpPr>
          <p:nvPr/>
        </p:nvSpPr>
        <p:spPr>
          <a:xfrm>
            <a:off x="2055168" y="5646639"/>
            <a:ext cx="212982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125" name="anim_to7945_0_1">
            <a:extLst>
              <a:ext uri="{FF2B5EF4-FFF2-40B4-BE49-F238E27FC236}">
                <a16:creationId xmlns:a16="http://schemas.microsoft.com/office/drawing/2014/main" id="{318FA721-53A3-4BEA-8384-268E895CA704}"/>
              </a:ext>
            </a:extLst>
          </p:cNvPr>
          <p:cNvSpPr>
            <a:spLocks noGrp="1"/>
          </p:cNvSpPr>
          <p:nvPr/>
        </p:nvSpPr>
        <p:spPr>
          <a:xfrm>
            <a:off x="2230050" y="5646639"/>
            <a:ext cx="196756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c</a:t>
            </a:r>
          </a:p>
        </p:txBody>
      </p:sp>
      <p:sp>
        <p:nvSpPr>
          <p:cNvPr id="126" name="anim_to7947_0_1">
            <a:extLst>
              <a:ext uri="{FF2B5EF4-FFF2-40B4-BE49-F238E27FC236}">
                <a16:creationId xmlns:a16="http://schemas.microsoft.com/office/drawing/2014/main" id="{E1D96897-11E5-441B-B67B-2820FC87469B}"/>
              </a:ext>
            </a:extLst>
          </p:cNvPr>
          <p:cNvSpPr>
            <a:spLocks noGrp="1"/>
          </p:cNvSpPr>
          <p:nvPr/>
        </p:nvSpPr>
        <p:spPr>
          <a:xfrm>
            <a:off x="2388707" y="5646639"/>
            <a:ext cx="212982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127" name="anim_to7949_0_1">
            <a:extLst>
              <a:ext uri="{FF2B5EF4-FFF2-40B4-BE49-F238E27FC236}">
                <a16:creationId xmlns:a16="http://schemas.microsoft.com/office/drawing/2014/main" id="{DC52AD8A-2FF1-4ACA-AC77-AD53EED30A40}"/>
              </a:ext>
            </a:extLst>
          </p:cNvPr>
          <p:cNvSpPr>
            <a:spLocks noGrp="1"/>
          </p:cNvSpPr>
          <p:nvPr/>
        </p:nvSpPr>
        <p:spPr>
          <a:xfrm>
            <a:off x="2563589" y="5646639"/>
            <a:ext cx="238223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p</a:t>
            </a:r>
          </a:p>
        </p:txBody>
      </p:sp>
      <p:sp>
        <p:nvSpPr>
          <p:cNvPr id="128" name="anim_to7951_0_1">
            <a:extLst>
              <a:ext uri="{FF2B5EF4-FFF2-40B4-BE49-F238E27FC236}">
                <a16:creationId xmlns:a16="http://schemas.microsoft.com/office/drawing/2014/main" id="{244C740F-2848-472A-A139-CF703E14C6D0}"/>
              </a:ext>
            </a:extLst>
          </p:cNvPr>
          <p:cNvSpPr>
            <a:spLocks noGrp="1"/>
          </p:cNvSpPr>
          <p:nvPr/>
        </p:nvSpPr>
        <p:spPr>
          <a:xfrm>
            <a:off x="2763712" y="5646639"/>
            <a:ext cx="160698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t</a:t>
            </a:r>
          </a:p>
        </p:txBody>
      </p:sp>
      <p:sp>
        <p:nvSpPr>
          <p:cNvPr id="129" name="anim_to7953_0_1">
            <a:extLst>
              <a:ext uri="{FF2B5EF4-FFF2-40B4-BE49-F238E27FC236}">
                <a16:creationId xmlns:a16="http://schemas.microsoft.com/office/drawing/2014/main" id="{9AA5A53B-E984-4F88-8F61-C1CFA44E62E6}"/>
              </a:ext>
            </a:extLst>
          </p:cNvPr>
          <p:cNvSpPr>
            <a:spLocks noGrp="1"/>
          </p:cNvSpPr>
          <p:nvPr/>
        </p:nvSpPr>
        <p:spPr>
          <a:xfrm>
            <a:off x="2886310" y="5646639"/>
            <a:ext cx="139063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i</a:t>
            </a:r>
          </a:p>
        </p:txBody>
      </p:sp>
      <p:sp>
        <p:nvSpPr>
          <p:cNvPr id="130" name="anim_to7955_0_1">
            <a:extLst>
              <a:ext uri="{FF2B5EF4-FFF2-40B4-BE49-F238E27FC236}">
                <a16:creationId xmlns:a16="http://schemas.microsoft.com/office/drawing/2014/main" id="{E4F60334-8DEB-43BA-923D-87239136E752}"/>
              </a:ext>
            </a:extLst>
          </p:cNvPr>
          <p:cNvSpPr>
            <a:spLocks noGrp="1"/>
          </p:cNvSpPr>
          <p:nvPr/>
        </p:nvSpPr>
        <p:spPr>
          <a:xfrm>
            <a:off x="2987273" y="5646639"/>
            <a:ext cx="220194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v</a:t>
            </a:r>
          </a:p>
        </p:txBody>
      </p:sp>
      <p:sp>
        <p:nvSpPr>
          <p:cNvPr id="131" name="anim_to7957_0_1">
            <a:extLst>
              <a:ext uri="{FF2B5EF4-FFF2-40B4-BE49-F238E27FC236}">
                <a16:creationId xmlns:a16="http://schemas.microsoft.com/office/drawing/2014/main" id="{34FB7446-792A-463E-A334-127282041442}"/>
              </a:ext>
            </a:extLst>
          </p:cNvPr>
          <p:cNvSpPr>
            <a:spLocks noGrp="1"/>
          </p:cNvSpPr>
          <p:nvPr/>
        </p:nvSpPr>
        <p:spPr>
          <a:xfrm>
            <a:off x="3169367" y="5646639"/>
            <a:ext cx="212982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132" name="anim_to7963_0_1">
            <a:extLst>
              <a:ext uri="{FF2B5EF4-FFF2-40B4-BE49-F238E27FC236}">
                <a16:creationId xmlns:a16="http://schemas.microsoft.com/office/drawing/2014/main" id="{B91F4D64-4D2C-4D44-8DC8-A883AD7BF2DC}"/>
              </a:ext>
            </a:extLst>
          </p:cNvPr>
          <p:cNvSpPr>
            <a:spLocks noGrp="1"/>
          </p:cNvSpPr>
          <p:nvPr/>
        </p:nvSpPr>
        <p:spPr>
          <a:xfrm>
            <a:off x="3502905" y="5646639"/>
            <a:ext cx="148078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133" name="anim_to7965_0_1">
            <a:extLst>
              <a:ext uri="{FF2B5EF4-FFF2-40B4-BE49-F238E27FC236}">
                <a16:creationId xmlns:a16="http://schemas.microsoft.com/office/drawing/2014/main" id="{89FE9E19-3DF6-4A7C-8270-7E8474861627}"/>
              </a:ext>
            </a:extLst>
          </p:cNvPr>
          <p:cNvSpPr>
            <a:spLocks noGrp="1"/>
          </p:cNvSpPr>
          <p:nvPr/>
        </p:nvSpPr>
        <p:spPr>
          <a:xfrm>
            <a:off x="3612882" y="5646639"/>
            <a:ext cx="139063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i</a:t>
            </a:r>
          </a:p>
        </p:txBody>
      </p:sp>
      <p:sp>
        <p:nvSpPr>
          <p:cNvPr id="134" name="anim_to7967_0_1">
            <a:extLst>
              <a:ext uri="{FF2B5EF4-FFF2-40B4-BE49-F238E27FC236}">
                <a16:creationId xmlns:a16="http://schemas.microsoft.com/office/drawing/2014/main" id="{2D0E249C-44FA-423F-9470-17CACC0CB645}"/>
              </a:ext>
            </a:extLst>
          </p:cNvPr>
          <p:cNvSpPr>
            <a:spLocks noGrp="1"/>
          </p:cNvSpPr>
          <p:nvPr/>
        </p:nvSpPr>
        <p:spPr>
          <a:xfrm>
            <a:off x="3713845" y="5646639"/>
            <a:ext cx="212982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135" name="anim_to7969_0_1">
            <a:extLst>
              <a:ext uri="{FF2B5EF4-FFF2-40B4-BE49-F238E27FC236}">
                <a16:creationId xmlns:a16="http://schemas.microsoft.com/office/drawing/2014/main" id="{C0A1F23C-B391-4B38-A17F-875D6D7CE436}"/>
              </a:ext>
            </a:extLst>
          </p:cNvPr>
          <p:cNvSpPr>
            <a:spLocks noGrp="1"/>
          </p:cNvSpPr>
          <p:nvPr/>
        </p:nvSpPr>
        <p:spPr>
          <a:xfrm>
            <a:off x="3888728" y="5646639"/>
            <a:ext cx="137260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136" name="anim_to7971_0_1">
            <a:extLst>
              <a:ext uri="{FF2B5EF4-FFF2-40B4-BE49-F238E27FC236}">
                <a16:creationId xmlns:a16="http://schemas.microsoft.com/office/drawing/2014/main" id="{8457ECA1-03DB-4622-B085-09D9AB8898C5}"/>
              </a:ext>
            </a:extLst>
          </p:cNvPr>
          <p:cNvSpPr>
            <a:spLocks noGrp="1"/>
          </p:cNvSpPr>
          <p:nvPr/>
        </p:nvSpPr>
        <p:spPr>
          <a:xfrm>
            <a:off x="3987888" y="5646639"/>
            <a:ext cx="238223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d</a:t>
            </a:r>
          </a:p>
        </p:txBody>
      </p:sp>
      <p:sp>
        <p:nvSpPr>
          <p:cNvPr id="137" name="anim_to7977_0_1">
            <a:extLst>
              <a:ext uri="{FF2B5EF4-FFF2-40B4-BE49-F238E27FC236}">
                <a16:creationId xmlns:a16="http://schemas.microsoft.com/office/drawing/2014/main" id="{20A8369E-BC42-4047-A0CA-6563F7949139}"/>
              </a:ext>
            </a:extLst>
          </p:cNvPr>
          <p:cNvSpPr>
            <a:spLocks noGrp="1"/>
          </p:cNvSpPr>
          <p:nvPr/>
        </p:nvSpPr>
        <p:spPr>
          <a:xfrm>
            <a:off x="4346667" y="5646639"/>
            <a:ext cx="340989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→</a:t>
            </a:r>
          </a:p>
        </p:txBody>
      </p:sp>
      <p:sp>
        <p:nvSpPr>
          <p:cNvPr id="138" name="anim_to7981_0_1">
            <a:extLst>
              <a:ext uri="{FF2B5EF4-FFF2-40B4-BE49-F238E27FC236}">
                <a16:creationId xmlns:a16="http://schemas.microsoft.com/office/drawing/2014/main" id="{108251B4-5FC1-46E5-80B1-FF1B804C9F07}"/>
              </a:ext>
            </a:extLst>
          </p:cNvPr>
          <p:cNvSpPr>
            <a:spLocks noGrp="1"/>
          </p:cNvSpPr>
          <p:nvPr/>
        </p:nvSpPr>
        <p:spPr>
          <a:xfrm>
            <a:off x="4728884" y="5646639"/>
            <a:ext cx="241829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C</a:t>
            </a:r>
          </a:p>
        </p:txBody>
      </p:sp>
      <p:sp>
        <p:nvSpPr>
          <p:cNvPr id="139" name="anim_to7983_0_1">
            <a:extLst>
              <a:ext uri="{FF2B5EF4-FFF2-40B4-BE49-F238E27FC236}">
                <a16:creationId xmlns:a16="http://schemas.microsoft.com/office/drawing/2014/main" id="{739241FD-F14C-4364-82CC-B0039201AF4B}"/>
              </a:ext>
            </a:extLst>
          </p:cNvPr>
          <p:cNvSpPr>
            <a:spLocks noGrp="1"/>
          </p:cNvSpPr>
          <p:nvPr/>
        </p:nvSpPr>
        <p:spPr>
          <a:xfrm>
            <a:off x="4932613" y="5646639"/>
            <a:ext cx="214785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a</a:t>
            </a:r>
          </a:p>
        </p:txBody>
      </p:sp>
      <p:sp>
        <p:nvSpPr>
          <p:cNvPr id="140" name="anim_to7985_0_1">
            <a:extLst>
              <a:ext uri="{FF2B5EF4-FFF2-40B4-BE49-F238E27FC236}">
                <a16:creationId xmlns:a16="http://schemas.microsoft.com/office/drawing/2014/main" id="{078185DB-81DA-45FE-8CCD-6583B27AB006}"/>
              </a:ext>
            </a:extLst>
          </p:cNvPr>
          <p:cNvSpPr>
            <a:spLocks noGrp="1"/>
          </p:cNvSpPr>
          <p:nvPr/>
        </p:nvSpPr>
        <p:spPr>
          <a:xfrm>
            <a:off x="5109298" y="5646639"/>
            <a:ext cx="238223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n</a:t>
            </a:r>
          </a:p>
        </p:txBody>
      </p:sp>
      <p:sp>
        <p:nvSpPr>
          <p:cNvPr id="141" name="anim_to7991_0_1">
            <a:extLst>
              <a:ext uri="{FF2B5EF4-FFF2-40B4-BE49-F238E27FC236}">
                <a16:creationId xmlns:a16="http://schemas.microsoft.com/office/drawing/2014/main" id="{70AEEC6E-4D6F-4981-B49D-6BA29C25697F}"/>
              </a:ext>
            </a:extLst>
          </p:cNvPr>
          <p:cNvSpPr>
            <a:spLocks noGrp="1"/>
          </p:cNvSpPr>
          <p:nvPr/>
        </p:nvSpPr>
        <p:spPr>
          <a:xfrm>
            <a:off x="5468077" y="5646639"/>
            <a:ext cx="238223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d</a:t>
            </a:r>
          </a:p>
        </p:txBody>
      </p:sp>
      <p:sp>
        <p:nvSpPr>
          <p:cNvPr id="142" name="anim_to7993_0_1">
            <a:extLst>
              <a:ext uri="{FF2B5EF4-FFF2-40B4-BE49-F238E27FC236}">
                <a16:creationId xmlns:a16="http://schemas.microsoft.com/office/drawing/2014/main" id="{2D23F608-8CAE-4256-9563-E3B07236B7BC}"/>
              </a:ext>
            </a:extLst>
          </p:cNvPr>
          <p:cNvSpPr>
            <a:spLocks noGrp="1"/>
          </p:cNvSpPr>
          <p:nvPr/>
        </p:nvSpPr>
        <p:spPr>
          <a:xfrm>
            <a:off x="5668200" y="5646639"/>
            <a:ext cx="212982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143" name="anim_to7995_0_1">
            <a:extLst>
              <a:ext uri="{FF2B5EF4-FFF2-40B4-BE49-F238E27FC236}">
                <a16:creationId xmlns:a16="http://schemas.microsoft.com/office/drawing/2014/main" id="{7D9F5FD9-2ADD-48F0-9F66-F37B6919D5C5}"/>
              </a:ext>
            </a:extLst>
          </p:cNvPr>
          <p:cNvSpPr>
            <a:spLocks noGrp="1"/>
          </p:cNvSpPr>
          <p:nvPr/>
        </p:nvSpPr>
        <p:spPr>
          <a:xfrm>
            <a:off x="5843082" y="5646639"/>
            <a:ext cx="160698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t</a:t>
            </a:r>
          </a:p>
        </p:txBody>
      </p:sp>
      <p:sp>
        <p:nvSpPr>
          <p:cNvPr id="144" name="anim_to7997_0_1">
            <a:extLst>
              <a:ext uri="{FF2B5EF4-FFF2-40B4-BE49-F238E27FC236}">
                <a16:creationId xmlns:a16="http://schemas.microsoft.com/office/drawing/2014/main" id="{3E2C2427-5AE5-4002-9116-8692240CD7E3}"/>
              </a:ext>
            </a:extLst>
          </p:cNvPr>
          <p:cNvSpPr>
            <a:spLocks noGrp="1"/>
          </p:cNvSpPr>
          <p:nvPr/>
        </p:nvSpPr>
        <p:spPr>
          <a:xfrm>
            <a:off x="5965680" y="5646639"/>
            <a:ext cx="212982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145" name="anim_to7999_0_1">
            <a:extLst>
              <a:ext uri="{FF2B5EF4-FFF2-40B4-BE49-F238E27FC236}">
                <a16:creationId xmlns:a16="http://schemas.microsoft.com/office/drawing/2014/main" id="{A6638079-3FD2-4E23-AADE-428F0938B3FF}"/>
              </a:ext>
            </a:extLst>
          </p:cNvPr>
          <p:cNvSpPr>
            <a:spLocks noGrp="1"/>
          </p:cNvSpPr>
          <p:nvPr/>
        </p:nvSpPr>
        <p:spPr>
          <a:xfrm>
            <a:off x="6140562" y="5646639"/>
            <a:ext cx="196756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c</a:t>
            </a:r>
          </a:p>
        </p:txBody>
      </p:sp>
      <p:sp>
        <p:nvSpPr>
          <p:cNvPr id="146" name="anim_to8001_0_1">
            <a:extLst>
              <a:ext uri="{FF2B5EF4-FFF2-40B4-BE49-F238E27FC236}">
                <a16:creationId xmlns:a16="http://schemas.microsoft.com/office/drawing/2014/main" id="{054CA22D-EC42-4485-B659-7A982783280A}"/>
              </a:ext>
            </a:extLst>
          </p:cNvPr>
          <p:cNvSpPr>
            <a:spLocks noGrp="1"/>
          </p:cNvSpPr>
          <p:nvPr/>
        </p:nvSpPr>
        <p:spPr>
          <a:xfrm>
            <a:off x="6299218" y="5646639"/>
            <a:ext cx="160698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t</a:t>
            </a:r>
          </a:p>
        </p:txBody>
      </p:sp>
      <p:sp>
        <p:nvSpPr>
          <p:cNvPr id="147" name="anim_to8007_0_1">
            <a:extLst>
              <a:ext uri="{FF2B5EF4-FFF2-40B4-BE49-F238E27FC236}">
                <a16:creationId xmlns:a16="http://schemas.microsoft.com/office/drawing/2014/main" id="{3655F4D0-E3F0-4B6A-B8AF-0356A3BCF885}"/>
              </a:ext>
            </a:extLst>
          </p:cNvPr>
          <p:cNvSpPr>
            <a:spLocks noGrp="1"/>
          </p:cNvSpPr>
          <p:nvPr/>
        </p:nvSpPr>
        <p:spPr>
          <a:xfrm>
            <a:off x="6580472" y="5646639"/>
            <a:ext cx="337383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m</a:t>
            </a:r>
          </a:p>
        </p:txBody>
      </p:sp>
      <p:sp>
        <p:nvSpPr>
          <p:cNvPr id="148" name="anim_to8009_0_1">
            <a:extLst>
              <a:ext uri="{FF2B5EF4-FFF2-40B4-BE49-F238E27FC236}">
                <a16:creationId xmlns:a16="http://schemas.microsoft.com/office/drawing/2014/main" id="{200A2161-333B-47C8-8293-6664F50BD0EF}"/>
              </a:ext>
            </a:extLst>
          </p:cNvPr>
          <p:cNvSpPr>
            <a:spLocks noGrp="1"/>
          </p:cNvSpPr>
          <p:nvPr/>
        </p:nvSpPr>
        <p:spPr>
          <a:xfrm>
            <a:off x="6879755" y="5646639"/>
            <a:ext cx="229208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o</a:t>
            </a:r>
          </a:p>
        </p:txBody>
      </p:sp>
      <p:sp>
        <p:nvSpPr>
          <p:cNvPr id="149" name="anim_to8011_0_1">
            <a:extLst>
              <a:ext uri="{FF2B5EF4-FFF2-40B4-BE49-F238E27FC236}">
                <a16:creationId xmlns:a16="http://schemas.microsoft.com/office/drawing/2014/main" id="{A4532E26-C9FA-4296-A231-A2BE4B74958D}"/>
              </a:ext>
            </a:extLst>
          </p:cNvPr>
          <p:cNvSpPr>
            <a:spLocks noGrp="1"/>
          </p:cNvSpPr>
          <p:nvPr/>
        </p:nvSpPr>
        <p:spPr>
          <a:xfrm>
            <a:off x="7070864" y="5646639"/>
            <a:ext cx="187742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r</a:t>
            </a:r>
          </a:p>
        </p:txBody>
      </p:sp>
      <p:sp>
        <p:nvSpPr>
          <p:cNvPr id="150" name="anim_to8013_0_1">
            <a:extLst>
              <a:ext uri="{FF2B5EF4-FFF2-40B4-BE49-F238E27FC236}">
                <a16:creationId xmlns:a16="http://schemas.microsoft.com/office/drawing/2014/main" id="{98076044-2BF6-41C1-9981-854B0233454D}"/>
              </a:ext>
            </a:extLst>
          </p:cNvPr>
          <p:cNvSpPr>
            <a:spLocks noGrp="1"/>
          </p:cNvSpPr>
          <p:nvPr/>
        </p:nvSpPr>
        <p:spPr>
          <a:xfrm>
            <a:off x="7220505" y="5646639"/>
            <a:ext cx="212982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151" name="anim_to8019_0_1">
            <a:extLst>
              <a:ext uri="{FF2B5EF4-FFF2-40B4-BE49-F238E27FC236}">
                <a16:creationId xmlns:a16="http://schemas.microsoft.com/office/drawing/2014/main" id="{8DC4BBA2-6A41-414A-9CA8-0B6434A874D9}"/>
              </a:ext>
            </a:extLst>
          </p:cNvPr>
          <p:cNvSpPr>
            <a:spLocks noGrp="1"/>
          </p:cNvSpPr>
          <p:nvPr/>
        </p:nvSpPr>
        <p:spPr>
          <a:xfrm>
            <a:off x="7554044" y="5646639"/>
            <a:ext cx="196756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c</a:t>
            </a:r>
          </a:p>
        </p:txBody>
      </p:sp>
      <p:sp>
        <p:nvSpPr>
          <p:cNvPr id="152" name="anim_to8021_0_1">
            <a:extLst>
              <a:ext uri="{FF2B5EF4-FFF2-40B4-BE49-F238E27FC236}">
                <a16:creationId xmlns:a16="http://schemas.microsoft.com/office/drawing/2014/main" id="{28544769-B640-4D05-85A4-D2BB91A930C4}"/>
              </a:ext>
            </a:extLst>
          </p:cNvPr>
          <p:cNvSpPr>
            <a:spLocks noGrp="1"/>
          </p:cNvSpPr>
          <p:nvPr/>
        </p:nvSpPr>
        <p:spPr>
          <a:xfrm>
            <a:off x="7712700" y="5646639"/>
            <a:ext cx="229208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o</a:t>
            </a:r>
          </a:p>
        </p:txBody>
      </p:sp>
      <p:sp>
        <p:nvSpPr>
          <p:cNvPr id="153" name="anim_to8023_0_1">
            <a:extLst>
              <a:ext uri="{FF2B5EF4-FFF2-40B4-BE49-F238E27FC236}">
                <a16:creationId xmlns:a16="http://schemas.microsoft.com/office/drawing/2014/main" id="{5E17F309-6F67-4706-A456-274D8931F011}"/>
              </a:ext>
            </a:extLst>
          </p:cNvPr>
          <p:cNvSpPr>
            <a:spLocks noGrp="1"/>
          </p:cNvSpPr>
          <p:nvPr/>
        </p:nvSpPr>
        <p:spPr>
          <a:xfrm>
            <a:off x="7903808" y="5646639"/>
            <a:ext cx="337383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m</a:t>
            </a:r>
          </a:p>
        </p:txBody>
      </p:sp>
      <p:sp>
        <p:nvSpPr>
          <p:cNvPr id="154" name="anim_to8025_0_1">
            <a:extLst>
              <a:ext uri="{FF2B5EF4-FFF2-40B4-BE49-F238E27FC236}">
                <a16:creationId xmlns:a16="http://schemas.microsoft.com/office/drawing/2014/main" id="{0850E777-706B-4DA7-8189-8E00A97A7A68}"/>
              </a:ext>
            </a:extLst>
          </p:cNvPr>
          <p:cNvSpPr>
            <a:spLocks noGrp="1"/>
          </p:cNvSpPr>
          <p:nvPr/>
        </p:nvSpPr>
        <p:spPr>
          <a:xfrm>
            <a:off x="8203091" y="5646639"/>
            <a:ext cx="238223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p</a:t>
            </a:r>
          </a:p>
        </p:txBody>
      </p:sp>
      <p:sp>
        <p:nvSpPr>
          <p:cNvPr id="155" name="anim_to8027_0_1">
            <a:extLst>
              <a:ext uri="{FF2B5EF4-FFF2-40B4-BE49-F238E27FC236}">
                <a16:creationId xmlns:a16="http://schemas.microsoft.com/office/drawing/2014/main" id="{138D08AC-338D-4870-94DD-EAA2BA18EF68}"/>
              </a:ext>
            </a:extLst>
          </p:cNvPr>
          <p:cNvSpPr>
            <a:spLocks noGrp="1"/>
          </p:cNvSpPr>
          <p:nvPr/>
        </p:nvSpPr>
        <p:spPr>
          <a:xfrm>
            <a:off x="8403214" y="5646639"/>
            <a:ext cx="137260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156" name="anim_to8029_0_1">
            <a:extLst>
              <a:ext uri="{FF2B5EF4-FFF2-40B4-BE49-F238E27FC236}">
                <a16:creationId xmlns:a16="http://schemas.microsoft.com/office/drawing/2014/main" id="{2C174092-E8C7-4945-9B8D-59CE859F86BB}"/>
              </a:ext>
            </a:extLst>
          </p:cNvPr>
          <p:cNvSpPr>
            <a:spLocks noGrp="1"/>
          </p:cNvSpPr>
          <p:nvPr/>
        </p:nvSpPr>
        <p:spPr>
          <a:xfrm>
            <a:off x="8502374" y="5646639"/>
            <a:ext cx="212982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157" name="anim_to8031_0_1">
            <a:extLst>
              <a:ext uri="{FF2B5EF4-FFF2-40B4-BE49-F238E27FC236}">
                <a16:creationId xmlns:a16="http://schemas.microsoft.com/office/drawing/2014/main" id="{0A99FFD8-6504-448B-9B3B-B6627CE3FC29}"/>
              </a:ext>
            </a:extLst>
          </p:cNvPr>
          <p:cNvSpPr>
            <a:spLocks noGrp="1"/>
          </p:cNvSpPr>
          <p:nvPr/>
        </p:nvSpPr>
        <p:spPr>
          <a:xfrm>
            <a:off x="8677257" y="5646639"/>
            <a:ext cx="211179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x</a:t>
            </a:r>
          </a:p>
        </p:txBody>
      </p:sp>
      <p:sp>
        <p:nvSpPr>
          <p:cNvPr id="158" name="anim_to8033_0_1">
            <a:extLst>
              <a:ext uri="{FF2B5EF4-FFF2-40B4-BE49-F238E27FC236}">
                <a16:creationId xmlns:a16="http://schemas.microsoft.com/office/drawing/2014/main" id="{8985ADA8-6287-4B80-BE75-10AD18B4E4FC}"/>
              </a:ext>
            </a:extLst>
          </p:cNvPr>
          <p:cNvSpPr>
            <a:spLocks noGrp="1"/>
          </p:cNvSpPr>
          <p:nvPr/>
        </p:nvSpPr>
        <p:spPr>
          <a:xfrm>
            <a:off x="8850336" y="5646639"/>
            <a:ext cx="112019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,</a:t>
            </a:r>
          </a:p>
        </p:txBody>
      </p:sp>
      <p:sp>
        <p:nvSpPr>
          <p:cNvPr id="159" name="anim_to8039_0_1">
            <a:extLst>
              <a:ext uri="{FF2B5EF4-FFF2-40B4-BE49-F238E27FC236}">
                <a16:creationId xmlns:a16="http://schemas.microsoft.com/office/drawing/2014/main" id="{53B26279-CF04-4BD3-8617-5F45D84CDF83}"/>
              </a:ext>
            </a:extLst>
          </p:cNvPr>
          <p:cNvSpPr>
            <a:spLocks noGrp="1"/>
          </p:cNvSpPr>
          <p:nvPr/>
        </p:nvSpPr>
        <p:spPr>
          <a:xfrm>
            <a:off x="9082911" y="5646639"/>
            <a:ext cx="216588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g</a:t>
            </a:r>
          </a:p>
        </p:txBody>
      </p:sp>
      <p:sp>
        <p:nvSpPr>
          <p:cNvPr id="160" name="anim_to8041_0_1">
            <a:extLst>
              <a:ext uri="{FF2B5EF4-FFF2-40B4-BE49-F238E27FC236}">
                <a16:creationId xmlns:a16="http://schemas.microsoft.com/office/drawing/2014/main" id="{282480BF-05D2-479F-B745-FBA00E10615C}"/>
              </a:ext>
            </a:extLst>
          </p:cNvPr>
          <p:cNvSpPr>
            <a:spLocks noGrp="1"/>
          </p:cNvSpPr>
          <p:nvPr/>
        </p:nvSpPr>
        <p:spPr>
          <a:xfrm>
            <a:off x="9261400" y="5646639"/>
            <a:ext cx="137260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161" name="anim_to8043_0_1">
            <a:extLst>
              <a:ext uri="{FF2B5EF4-FFF2-40B4-BE49-F238E27FC236}">
                <a16:creationId xmlns:a16="http://schemas.microsoft.com/office/drawing/2014/main" id="{E7B6EB72-8BAA-4C5C-94D0-FA48397A7911}"/>
              </a:ext>
            </a:extLst>
          </p:cNvPr>
          <p:cNvSpPr>
            <a:spLocks noGrp="1"/>
          </p:cNvSpPr>
          <p:nvPr/>
        </p:nvSpPr>
        <p:spPr>
          <a:xfrm>
            <a:off x="9360560" y="5646639"/>
            <a:ext cx="229208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o</a:t>
            </a:r>
          </a:p>
        </p:txBody>
      </p:sp>
      <p:sp>
        <p:nvSpPr>
          <p:cNvPr id="162" name="anim_to8045_0_1">
            <a:extLst>
              <a:ext uri="{FF2B5EF4-FFF2-40B4-BE49-F238E27FC236}">
                <a16:creationId xmlns:a16="http://schemas.microsoft.com/office/drawing/2014/main" id="{A35A36BC-5C0A-4FCC-B8DF-98549CD6B30A}"/>
              </a:ext>
            </a:extLst>
          </p:cNvPr>
          <p:cNvSpPr>
            <a:spLocks noGrp="1"/>
          </p:cNvSpPr>
          <p:nvPr/>
        </p:nvSpPr>
        <p:spPr>
          <a:xfrm>
            <a:off x="9551668" y="5646639"/>
            <a:ext cx="236420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b</a:t>
            </a:r>
          </a:p>
        </p:txBody>
      </p:sp>
      <p:sp>
        <p:nvSpPr>
          <p:cNvPr id="163" name="anim_to8047_0_1">
            <a:extLst>
              <a:ext uri="{FF2B5EF4-FFF2-40B4-BE49-F238E27FC236}">
                <a16:creationId xmlns:a16="http://schemas.microsoft.com/office/drawing/2014/main" id="{B9397E95-7461-4349-997C-345A6FB79ABC}"/>
              </a:ext>
            </a:extLst>
          </p:cNvPr>
          <p:cNvSpPr>
            <a:spLocks noGrp="1"/>
          </p:cNvSpPr>
          <p:nvPr/>
        </p:nvSpPr>
        <p:spPr>
          <a:xfrm>
            <a:off x="9749988" y="5646639"/>
            <a:ext cx="214785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a</a:t>
            </a:r>
          </a:p>
        </p:txBody>
      </p:sp>
      <p:sp>
        <p:nvSpPr>
          <p:cNvPr id="164" name="anim_to8049_0_1">
            <a:extLst>
              <a:ext uri="{FF2B5EF4-FFF2-40B4-BE49-F238E27FC236}">
                <a16:creationId xmlns:a16="http://schemas.microsoft.com/office/drawing/2014/main" id="{C538986A-54C6-4BD0-943F-D5951C9E4BE0}"/>
              </a:ext>
            </a:extLst>
          </p:cNvPr>
          <p:cNvSpPr>
            <a:spLocks noGrp="1"/>
          </p:cNvSpPr>
          <p:nvPr/>
        </p:nvSpPr>
        <p:spPr>
          <a:xfrm>
            <a:off x="9926673" y="5646639"/>
            <a:ext cx="137260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165" name="anim_to8055_0_1">
            <a:extLst>
              <a:ext uri="{FF2B5EF4-FFF2-40B4-BE49-F238E27FC236}">
                <a16:creationId xmlns:a16="http://schemas.microsoft.com/office/drawing/2014/main" id="{70A9017E-2D4D-4AB6-BF7B-F4CD3DBA80C6}"/>
              </a:ext>
            </a:extLst>
          </p:cNvPr>
          <p:cNvSpPr>
            <a:spLocks noGrp="1"/>
          </p:cNvSpPr>
          <p:nvPr/>
        </p:nvSpPr>
        <p:spPr>
          <a:xfrm>
            <a:off x="10184489" y="5646639"/>
            <a:ext cx="148078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166" name="anim_to8057_0_1">
            <a:extLst>
              <a:ext uri="{FF2B5EF4-FFF2-40B4-BE49-F238E27FC236}">
                <a16:creationId xmlns:a16="http://schemas.microsoft.com/office/drawing/2014/main" id="{9104D4B3-81FD-49A5-B578-25F18A977C65}"/>
              </a:ext>
            </a:extLst>
          </p:cNvPr>
          <p:cNvSpPr>
            <a:spLocks noGrp="1"/>
          </p:cNvSpPr>
          <p:nvPr/>
        </p:nvSpPr>
        <p:spPr>
          <a:xfrm>
            <a:off x="10294467" y="5646639"/>
            <a:ext cx="212982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167" name="anim_to8059_0_1">
            <a:extLst>
              <a:ext uri="{FF2B5EF4-FFF2-40B4-BE49-F238E27FC236}">
                <a16:creationId xmlns:a16="http://schemas.microsoft.com/office/drawing/2014/main" id="{F8EC51CD-A7AE-48D8-96C2-EB77D4D6FF19}"/>
              </a:ext>
            </a:extLst>
          </p:cNvPr>
          <p:cNvSpPr>
            <a:spLocks noGrp="1"/>
          </p:cNvSpPr>
          <p:nvPr/>
        </p:nvSpPr>
        <p:spPr>
          <a:xfrm>
            <a:off x="10469349" y="5646639"/>
            <a:ext cx="214785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a</a:t>
            </a:r>
          </a:p>
        </p:txBody>
      </p:sp>
      <p:sp>
        <p:nvSpPr>
          <p:cNvPr id="168" name="anim_to8061_0_1">
            <a:extLst>
              <a:ext uri="{FF2B5EF4-FFF2-40B4-BE49-F238E27FC236}">
                <a16:creationId xmlns:a16="http://schemas.microsoft.com/office/drawing/2014/main" id="{558171B7-5BAF-469A-B167-49928B856904}"/>
              </a:ext>
            </a:extLst>
          </p:cNvPr>
          <p:cNvSpPr>
            <a:spLocks noGrp="1"/>
          </p:cNvSpPr>
          <p:nvPr/>
        </p:nvSpPr>
        <p:spPr>
          <a:xfrm>
            <a:off x="10646034" y="5646639"/>
            <a:ext cx="160698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t</a:t>
            </a:r>
          </a:p>
        </p:txBody>
      </p:sp>
      <p:sp>
        <p:nvSpPr>
          <p:cNvPr id="169" name="anim_to8063_0_1">
            <a:extLst>
              <a:ext uri="{FF2B5EF4-FFF2-40B4-BE49-F238E27FC236}">
                <a16:creationId xmlns:a16="http://schemas.microsoft.com/office/drawing/2014/main" id="{28142612-5908-4AF8-9CAA-729A262DDBD5}"/>
              </a:ext>
            </a:extLst>
          </p:cNvPr>
          <p:cNvSpPr>
            <a:spLocks noGrp="1"/>
          </p:cNvSpPr>
          <p:nvPr/>
        </p:nvSpPr>
        <p:spPr>
          <a:xfrm>
            <a:off x="10768632" y="5646639"/>
            <a:ext cx="238223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u</a:t>
            </a:r>
          </a:p>
        </p:txBody>
      </p:sp>
      <p:sp>
        <p:nvSpPr>
          <p:cNvPr id="170" name="anim_to8065_0_1">
            <a:extLst>
              <a:ext uri="{FF2B5EF4-FFF2-40B4-BE49-F238E27FC236}">
                <a16:creationId xmlns:a16="http://schemas.microsoft.com/office/drawing/2014/main" id="{4FB897C4-6A01-4672-B7C2-3E1FFDFB54C7}"/>
              </a:ext>
            </a:extLst>
          </p:cNvPr>
          <p:cNvSpPr>
            <a:spLocks noGrp="1"/>
          </p:cNvSpPr>
          <p:nvPr/>
        </p:nvSpPr>
        <p:spPr>
          <a:xfrm>
            <a:off x="10968755" y="5646639"/>
            <a:ext cx="187742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r</a:t>
            </a:r>
          </a:p>
        </p:txBody>
      </p:sp>
      <p:sp>
        <p:nvSpPr>
          <p:cNvPr id="171" name="anim_to8067_0_1">
            <a:extLst>
              <a:ext uri="{FF2B5EF4-FFF2-40B4-BE49-F238E27FC236}">
                <a16:creationId xmlns:a16="http://schemas.microsoft.com/office/drawing/2014/main" id="{F8A1366D-A7E7-4F1B-A41D-770F1799C7C3}"/>
              </a:ext>
            </a:extLst>
          </p:cNvPr>
          <p:cNvSpPr>
            <a:spLocks noGrp="1"/>
          </p:cNvSpPr>
          <p:nvPr/>
        </p:nvSpPr>
        <p:spPr>
          <a:xfrm>
            <a:off x="11118397" y="5646639"/>
            <a:ext cx="212982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172" name="anim_to8069_0_1">
            <a:extLst>
              <a:ext uri="{FF2B5EF4-FFF2-40B4-BE49-F238E27FC236}">
                <a16:creationId xmlns:a16="http://schemas.microsoft.com/office/drawing/2014/main" id="{0D7BBCB1-A096-4CEC-AB02-83BDE247AB2C}"/>
              </a:ext>
            </a:extLst>
          </p:cNvPr>
          <p:cNvSpPr>
            <a:spLocks noGrp="1"/>
          </p:cNvSpPr>
          <p:nvPr/>
        </p:nvSpPr>
        <p:spPr>
          <a:xfrm>
            <a:off x="11293279" y="5646639"/>
            <a:ext cx="193150" cy="45072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839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s</a:t>
            </a:r>
          </a:p>
        </p:txBody>
      </p:sp>
      <p:sp>
        <p:nvSpPr>
          <p:cNvPr id="173" name="anim_to8073_0_1">
            <a:extLst>
              <a:ext uri="{FF2B5EF4-FFF2-40B4-BE49-F238E27FC236}">
                <a16:creationId xmlns:a16="http://schemas.microsoft.com/office/drawing/2014/main" id="{01B095BA-5BC8-434F-9525-8A075E498411}"/>
              </a:ext>
            </a:extLst>
          </p:cNvPr>
          <p:cNvSpPr>
            <a:spLocks noGrp="1"/>
          </p:cNvSpPr>
          <p:nvPr/>
        </p:nvSpPr>
        <p:spPr>
          <a:xfrm>
            <a:off x="4600895" y="527676"/>
            <a:ext cx="3009260" cy="96466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6077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6077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6077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Summary</a:t>
            </a:r>
          </a:p>
        </p:txBody>
      </p:sp>
      <p:sp>
        <p:nvSpPr>
          <p:cNvPr id="174" name="anim_to8082_0_1">
            <a:extLst>
              <a:ext uri="{FF2B5EF4-FFF2-40B4-BE49-F238E27FC236}">
                <a16:creationId xmlns:a16="http://schemas.microsoft.com/office/drawing/2014/main" id="{81AA597B-8F70-4383-9261-6FA4E6F8F795}"/>
              </a:ext>
            </a:extLst>
          </p:cNvPr>
          <p:cNvSpPr>
            <a:spLocks noGrp="1"/>
          </p:cNvSpPr>
          <p:nvPr/>
        </p:nvSpPr>
        <p:spPr>
          <a:xfrm>
            <a:off x="2884461" y="1829021"/>
            <a:ext cx="394489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R</a:t>
            </a:r>
          </a:p>
        </p:txBody>
      </p:sp>
      <p:sp>
        <p:nvSpPr>
          <p:cNvPr id="175" name="anim_to8084_0_1">
            <a:extLst>
              <a:ext uri="{FF2B5EF4-FFF2-40B4-BE49-F238E27FC236}">
                <a16:creationId xmlns:a16="http://schemas.microsoft.com/office/drawing/2014/main" id="{C7B2A33D-2020-4083-89B0-135E3EDCC09F}"/>
              </a:ext>
            </a:extLst>
          </p:cNvPr>
          <p:cNvSpPr>
            <a:spLocks noGrp="1"/>
          </p:cNvSpPr>
          <p:nvPr/>
        </p:nvSpPr>
        <p:spPr>
          <a:xfrm>
            <a:off x="3240850" y="1829021"/>
            <a:ext cx="343169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176" name="anim_to8087_0_1">
            <a:extLst>
              <a:ext uri="{FF2B5EF4-FFF2-40B4-BE49-F238E27FC236}">
                <a16:creationId xmlns:a16="http://schemas.microsoft.com/office/drawing/2014/main" id="{EDCD70F3-FE58-417E-98B3-4771F4A531C7}"/>
              </a:ext>
            </a:extLst>
          </p:cNvPr>
          <p:cNvSpPr>
            <a:spLocks noGrp="1"/>
          </p:cNvSpPr>
          <p:nvPr/>
        </p:nvSpPr>
        <p:spPr>
          <a:xfrm>
            <a:off x="3545919" y="2070083"/>
            <a:ext cx="140027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177" name="anim_to8091_0_1">
            <a:extLst>
              <a:ext uri="{FF2B5EF4-FFF2-40B4-BE49-F238E27FC236}">
                <a16:creationId xmlns:a16="http://schemas.microsoft.com/office/drawing/2014/main" id="{3B6740B8-D868-48D4-887C-DF92DC53E26D}"/>
              </a:ext>
            </a:extLst>
          </p:cNvPr>
          <p:cNvSpPr>
            <a:spLocks noGrp="1"/>
          </p:cNvSpPr>
          <p:nvPr/>
        </p:nvSpPr>
        <p:spPr>
          <a:xfrm>
            <a:off x="3773295" y="1829021"/>
            <a:ext cx="465767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178" name="anim_to8095_0_1">
            <a:extLst>
              <a:ext uri="{FF2B5EF4-FFF2-40B4-BE49-F238E27FC236}">
                <a16:creationId xmlns:a16="http://schemas.microsoft.com/office/drawing/2014/main" id="{30A4B06F-599F-4C28-AC07-98E601F7B72F}"/>
              </a:ext>
            </a:extLst>
          </p:cNvPr>
          <p:cNvSpPr>
            <a:spLocks noGrp="1"/>
          </p:cNvSpPr>
          <p:nvPr/>
        </p:nvSpPr>
        <p:spPr>
          <a:xfrm>
            <a:off x="4326411" y="1829021"/>
            <a:ext cx="35457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179" name="anim_to8099_0_1">
            <a:extLst>
              <a:ext uri="{FF2B5EF4-FFF2-40B4-BE49-F238E27FC236}">
                <a16:creationId xmlns:a16="http://schemas.microsoft.com/office/drawing/2014/main" id="{FF1AE751-8C3B-4A9C-84B7-1642E78696D7}"/>
              </a:ext>
            </a:extLst>
          </p:cNvPr>
          <p:cNvSpPr>
            <a:spLocks noGrp="1"/>
          </p:cNvSpPr>
          <p:nvPr/>
        </p:nvSpPr>
        <p:spPr>
          <a:xfrm>
            <a:off x="4768334" y="1829021"/>
            <a:ext cx="465767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180" name="anim_to8103_0_1">
            <a:extLst>
              <a:ext uri="{FF2B5EF4-FFF2-40B4-BE49-F238E27FC236}">
                <a16:creationId xmlns:a16="http://schemas.microsoft.com/office/drawing/2014/main" id="{2A916249-0C90-4D5A-A46D-B4B5EA0D1E46}"/>
              </a:ext>
            </a:extLst>
          </p:cNvPr>
          <p:cNvSpPr>
            <a:spLocks noGrp="1"/>
          </p:cNvSpPr>
          <p:nvPr/>
        </p:nvSpPr>
        <p:spPr>
          <a:xfrm>
            <a:off x="5321450" y="1829021"/>
            <a:ext cx="348871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Σ</a:t>
            </a:r>
          </a:p>
        </p:txBody>
      </p:sp>
      <p:sp>
        <p:nvSpPr>
          <p:cNvPr id="181" name="anim_to8106_0_1">
            <a:extLst>
              <a:ext uri="{FF2B5EF4-FFF2-40B4-BE49-F238E27FC236}">
                <a16:creationId xmlns:a16="http://schemas.microsoft.com/office/drawing/2014/main" id="{05C3DECA-0BE5-48EC-BB75-5D4EA6306281}"/>
              </a:ext>
            </a:extLst>
          </p:cNvPr>
          <p:cNvSpPr>
            <a:spLocks noGrp="1"/>
          </p:cNvSpPr>
          <p:nvPr/>
        </p:nvSpPr>
        <p:spPr>
          <a:xfrm>
            <a:off x="5183100" y="2314979"/>
            <a:ext cx="141881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i</a:t>
            </a:r>
          </a:p>
        </p:txBody>
      </p:sp>
      <p:sp>
        <p:nvSpPr>
          <p:cNvPr id="182" name="anim_to8108_0_1">
            <a:extLst>
              <a:ext uri="{FF2B5EF4-FFF2-40B4-BE49-F238E27FC236}">
                <a16:creationId xmlns:a16="http://schemas.microsoft.com/office/drawing/2014/main" id="{2EF041EF-E85F-4DB9-AD85-3604A0BCE2F2}"/>
              </a:ext>
            </a:extLst>
          </p:cNvPr>
          <p:cNvSpPr>
            <a:spLocks noGrp="1"/>
          </p:cNvSpPr>
          <p:nvPr/>
        </p:nvSpPr>
        <p:spPr>
          <a:xfrm>
            <a:off x="5286880" y="2314979"/>
            <a:ext cx="316084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183" name="anim_to8110_0_1">
            <a:extLst>
              <a:ext uri="{FF2B5EF4-FFF2-40B4-BE49-F238E27FC236}">
                <a16:creationId xmlns:a16="http://schemas.microsoft.com/office/drawing/2014/main" id="{DBE084E0-F96F-4F53-9BEF-6D7ECA55E2E5}"/>
              </a:ext>
            </a:extLst>
          </p:cNvPr>
          <p:cNvSpPr>
            <a:spLocks noGrp="1"/>
          </p:cNvSpPr>
          <p:nvPr/>
        </p:nvSpPr>
        <p:spPr>
          <a:xfrm>
            <a:off x="5564864" y="2314979"/>
            <a:ext cx="243808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184" name="anim_to8113_0_1">
            <a:extLst>
              <a:ext uri="{FF2B5EF4-FFF2-40B4-BE49-F238E27FC236}">
                <a16:creationId xmlns:a16="http://schemas.microsoft.com/office/drawing/2014/main" id="{CE0D03D9-4066-4964-B622-A0EEBE469264}"/>
              </a:ext>
            </a:extLst>
          </p:cNvPr>
          <p:cNvSpPr>
            <a:spLocks noGrp="1"/>
          </p:cNvSpPr>
          <p:nvPr/>
        </p:nvSpPr>
        <p:spPr>
          <a:xfrm>
            <a:off x="5425872" y="1587902"/>
            <a:ext cx="140027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185" name="anim_to8117_0_1">
            <a:extLst>
              <a:ext uri="{FF2B5EF4-FFF2-40B4-BE49-F238E27FC236}">
                <a16:creationId xmlns:a16="http://schemas.microsoft.com/office/drawing/2014/main" id="{E3D7BE74-FFA8-47A4-95B5-A0FCAE8F837D}"/>
              </a:ext>
            </a:extLst>
          </p:cNvPr>
          <p:cNvSpPr>
            <a:spLocks noGrp="1"/>
          </p:cNvSpPr>
          <p:nvPr/>
        </p:nvSpPr>
        <p:spPr>
          <a:xfrm>
            <a:off x="5896021" y="1829021"/>
            <a:ext cx="27759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186" name="anim_to8119_0_1">
            <a:extLst>
              <a:ext uri="{FF2B5EF4-FFF2-40B4-BE49-F238E27FC236}">
                <a16:creationId xmlns:a16="http://schemas.microsoft.com/office/drawing/2014/main" id="{24917E3B-EB1B-4F30-9A85-991C4E0942D3}"/>
              </a:ext>
            </a:extLst>
          </p:cNvPr>
          <p:cNvSpPr>
            <a:spLocks noGrp="1"/>
          </p:cNvSpPr>
          <p:nvPr/>
        </p:nvSpPr>
        <p:spPr>
          <a:xfrm>
            <a:off x="6135514" y="1829021"/>
            <a:ext cx="397340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K</a:t>
            </a:r>
          </a:p>
        </p:txBody>
      </p:sp>
      <p:sp>
        <p:nvSpPr>
          <p:cNvPr id="187" name="anim_to8122_0_1">
            <a:extLst>
              <a:ext uri="{FF2B5EF4-FFF2-40B4-BE49-F238E27FC236}">
                <a16:creationId xmlns:a16="http://schemas.microsoft.com/office/drawing/2014/main" id="{3E23DC01-A6E0-4765-95DE-55EAFFB71AB1}"/>
              </a:ext>
            </a:extLst>
          </p:cNvPr>
          <p:cNvSpPr>
            <a:spLocks noGrp="1"/>
          </p:cNvSpPr>
          <p:nvPr/>
        </p:nvSpPr>
        <p:spPr>
          <a:xfrm>
            <a:off x="6494754" y="2070083"/>
            <a:ext cx="141881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i</a:t>
            </a:r>
          </a:p>
        </p:txBody>
      </p:sp>
      <p:sp>
        <p:nvSpPr>
          <p:cNvPr id="188" name="anim_to8126_0_1">
            <a:extLst>
              <a:ext uri="{FF2B5EF4-FFF2-40B4-BE49-F238E27FC236}">
                <a16:creationId xmlns:a16="http://schemas.microsoft.com/office/drawing/2014/main" id="{A2094AAB-8D04-436A-8231-0AB91865EC7E}"/>
              </a:ext>
            </a:extLst>
          </p:cNvPr>
          <p:cNvSpPr>
            <a:spLocks noGrp="1"/>
          </p:cNvSpPr>
          <p:nvPr/>
        </p:nvSpPr>
        <p:spPr>
          <a:xfrm>
            <a:off x="6723984" y="1829021"/>
            <a:ext cx="229125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-</a:t>
            </a:r>
          </a:p>
        </p:txBody>
      </p:sp>
      <p:sp>
        <p:nvSpPr>
          <p:cNvPr id="189" name="anim_to8130_0_1">
            <a:extLst>
              <a:ext uri="{FF2B5EF4-FFF2-40B4-BE49-F238E27FC236}">
                <a16:creationId xmlns:a16="http://schemas.microsoft.com/office/drawing/2014/main" id="{305CDE6C-A013-4C8E-9291-2EFF18A73506}"/>
              </a:ext>
            </a:extLst>
          </p:cNvPr>
          <p:cNvSpPr>
            <a:spLocks noGrp="1"/>
          </p:cNvSpPr>
          <p:nvPr/>
        </p:nvSpPr>
        <p:spPr>
          <a:xfrm>
            <a:off x="7040458" y="1829021"/>
            <a:ext cx="35457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190" name="anim_to8132_0_1">
            <a:extLst>
              <a:ext uri="{FF2B5EF4-FFF2-40B4-BE49-F238E27FC236}">
                <a16:creationId xmlns:a16="http://schemas.microsoft.com/office/drawing/2014/main" id="{93A0B4F2-8596-4980-B4A2-3A9812C2BE3A}"/>
              </a:ext>
            </a:extLst>
          </p:cNvPr>
          <p:cNvSpPr>
            <a:spLocks noGrp="1"/>
          </p:cNvSpPr>
          <p:nvPr/>
        </p:nvSpPr>
        <p:spPr>
          <a:xfrm>
            <a:off x="7356931" y="1829021"/>
            <a:ext cx="27759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191" name="anim_to8136_0_1">
            <a:extLst>
              <a:ext uri="{FF2B5EF4-FFF2-40B4-BE49-F238E27FC236}">
                <a16:creationId xmlns:a16="http://schemas.microsoft.com/office/drawing/2014/main" id="{7DB03C5E-B17A-440A-8D83-C28F2B1DABDC}"/>
              </a:ext>
            </a:extLst>
          </p:cNvPr>
          <p:cNvSpPr>
            <a:spLocks noGrp="1"/>
          </p:cNvSpPr>
          <p:nvPr/>
        </p:nvSpPr>
        <p:spPr>
          <a:xfrm>
            <a:off x="7721874" y="1829021"/>
            <a:ext cx="445809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192" name="anim_to8140_0_1">
            <a:extLst>
              <a:ext uri="{FF2B5EF4-FFF2-40B4-BE49-F238E27FC236}">
                <a16:creationId xmlns:a16="http://schemas.microsoft.com/office/drawing/2014/main" id="{B0040643-7245-428D-A010-BBA8EF69E639}"/>
              </a:ext>
            </a:extLst>
          </p:cNvPr>
          <p:cNvSpPr>
            <a:spLocks noGrp="1"/>
          </p:cNvSpPr>
          <p:nvPr/>
        </p:nvSpPr>
        <p:spPr>
          <a:xfrm>
            <a:off x="8255032" y="1829021"/>
            <a:ext cx="499980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∏</a:t>
            </a:r>
          </a:p>
        </p:txBody>
      </p:sp>
      <p:sp>
        <p:nvSpPr>
          <p:cNvPr id="193" name="anim_to8143_0_1">
            <a:extLst>
              <a:ext uri="{FF2B5EF4-FFF2-40B4-BE49-F238E27FC236}">
                <a16:creationId xmlns:a16="http://schemas.microsoft.com/office/drawing/2014/main" id="{A655726C-6802-4F99-B195-E236248A3830}"/>
              </a:ext>
            </a:extLst>
          </p:cNvPr>
          <p:cNvSpPr>
            <a:spLocks noGrp="1"/>
          </p:cNvSpPr>
          <p:nvPr/>
        </p:nvSpPr>
        <p:spPr>
          <a:xfrm>
            <a:off x="8194089" y="2421896"/>
            <a:ext cx="138174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j</a:t>
            </a:r>
          </a:p>
        </p:txBody>
      </p:sp>
      <p:sp>
        <p:nvSpPr>
          <p:cNvPr id="194" name="anim_to8145_0_1">
            <a:extLst>
              <a:ext uri="{FF2B5EF4-FFF2-40B4-BE49-F238E27FC236}">
                <a16:creationId xmlns:a16="http://schemas.microsoft.com/office/drawing/2014/main" id="{8B6C20C0-0AEA-490C-A73E-1923E8B43BA5}"/>
              </a:ext>
            </a:extLst>
          </p:cNvPr>
          <p:cNvSpPr>
            <a:spLocks noGrp="1"/>
          </p:cNvSpPr>
          <p:nvPr/>
        </p:nvSpPr>
        <p:spPr>
          <a:xfrm>
            <a:off x="8294163" y="2421896"/>
            <a:ext cx="316084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195" name="anim_to8147_0_1">
            <a:extLst>
              <a:ext uri="{FF2B5EF4-FFF2-40B4-BE49-F238E27FC236}">
                <a16:creationId xmlns:a16="http://schemas.microsoft.com/office/drawing/2014/main" id="{02E58D00-5A27-463B-90F2-EBC9BAA588DD}"/>
              </a:ext>
            </a:extLst>
          </p:cNvPr>
          <p:cNvSpPr>
            <a:spLocks noGrp="1"/>
          </p:cNvSpPr>
          <p:nvPr/>
        </p:nvSpPr>
        <p:spPr>
          <a:xfrm>
            <a:off x="8572147" y="2421896"/>
            <a:ext cx="243808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196" name="anim_to8150_0_1">
            <a:extLst>
              <a:ext uri="{FF2B5EF4-FFF2-40B4-BE49-F238E27FC236}">
                <a16:creationId xmlns:a16="http://schemas.microsoft.com/office/drawing/2014/main" id="{CF853F90-AF88-4BA7-9D6A-9F15CED7930D}"/>
              </a:ext>
            </a:extLst>
          </p:cNvPr>
          <p:cNvSpPr>
            <a:spLocks noGrp="1"/>
          </p:cNvSpPr>
          <p:nvPr/>
        </p:nvSpPr>
        <p:spPr>
          <a:xfrm>
            <a:off x="8269145" y="1522683"/>
            <a:ext cx="141881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i</a:t>
            </a:r>
          </a:p>
        </p:txBody>
      </p:sp>
      <p:sp>
        <p:nvSpPr>
          <p:cNvPr id="197" name="anim_to8152_0_1">
            <a:extLst>
              <a:ext uri="{FF2B5EF4-FFF2-40B4-BE49-F238E27FC236}">
                <a16:creationId xmlns:a16="http://schemas.microsoft.com/office/drawing/2014/main" id="{29A50708-DAE5-4332-B76B-96860FB1805A}"/>
              </a:ext>
            </a:extLst>
          </p:cNvPr>
          <p:cNvSpPr>
            <a:spLocks noGrp="1"/>
          </p:cNvSpPr>
          <p:nvPr/>
        </p:nvSpPr>
        <p:spPr>
          <a:xfrm>
            <a:off x="8372925" y="1522683"/>
            <a:ext cx="162266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-</a:t>
            </a:r>
          </a:p>
        </p:txBody>
      </p:sp>
      <p:sp>
        <p:nvSpPr>
          <p:cNvPr id="198" name="anim_to8154_0_1">
            <a:extLst>
              <a:ext uri="{FF2B5EF4-FFF2-40B4-BE49-F238E27FC236}">
                <a16:creationId xmlns:a16="http://schemas.microsoft.com/office/drawing/2014/main" id="{A8116720-988A-45EE-950B-E878E1D1FC1B}"/>
              </a:ext>
            </a:extLst>
          </p:cNvPr>
          <p:cNvSpPr>
            <a:spLocks noGrp="1"/>
          </p:cNvSpPr>
          <p:nvPr/>
        </p:nvSpPr>
        <p:spPr>
          <a:xfrm>
            <a:off x="8497091" y="1522683"/>
            <a:ext cx="243808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199" name="anim_to8158_0_1">
            <a:extLst>
              <a:ext uri="{FF2B5EF4-FFF2-40B4-BE49-F238E27FC236}">
                <a16:creationId xmlns:a16="http://schemas.microsoft.com/office/drawing/2014/main" id="{62E6214F-D88F-44A8-8D03-66FC21112663}"/>
              </a:ext>
            </a:extLst>
          </p:cNvPr>
          <p:cNvSpPr>
            <a:spLocks noGrp="1"/>
          </p:cNvSpPr>
          <p:nvPr/>
        </p:nvSpPr>
        <p:spPr>
          <a:xfrm>
            <a:off x="8903304" y="1829021"/>
            <a:ext cx="323211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S</a:t>
            </a:r>
          </a:p>
        </p:txBody>
      </p:sp>
      <p:sp>
        <p:nvSpPr>
          <p:cNvPr id="200" name="anim_to8161_0_1">
            <a:extLst>
              <a:ext uri="{FF2B5EF4-FFF2-40B4-BE49-F238E27FC236}">
                <a16:creationId xmlns:a16="http://schemas.microsoft.com/office/drawing/2014/main" id="{FBEAC317-67C3-4421-8E9C-5171C6EFB2C0}"/>
              </a:ext>
            </a:extLst>
          </p:cNvPr>
          <p:cNvSpPr>
            <a:spLocks noGrp="1"/>
          </p:cNvSpPr>
          <p:nvPr/>
        </p:nvSpPr>
        <p:spPr>
          <a:xfrm>
            <a:off x="9188415" y="2070083"/>
            <a:ext cx="138174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j</a:t>
            </a:r>
          </a:p>
        </p:txBody>
      </p:sp>
      <p:sp>
        <p:nvSpPr>
          <p:cNvPr id="201" name="anim_to8164_0_1">
            <a:extLst>
              <a:ext uri="{FF2B5EF4-FFF2-40B4-BE49-F238E27FC236}">
                <a16:creationId xmlns:a16="http://schemas.microsoft.com/office/drawing/2014/main" id="{CDB97CA1-B2F9-4AF7-BCC6-A09549410CD0}"/>
              </a:ext>
            </a:extLst>
          </p:cNvPr>
          <p:cNvSpPr>
            <a:spLocks noGrp="1"/>
          </p:cNvSpPr>
          <p:nvPr/>
        </p:nvSpPr>
        <p:spPr>
          <a:xfrm>
            <a:off x="1382138" y="3380903"/>
            <a:ext cx="9446775" cy="4859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6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6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061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RF = input region affecting one output pixel</a:t>
            </a:r>
          </a:p>
        </p:txBody>
      </p:sp>
    </p:spTree>
    <p:extLst>
      <p:ext uri="{BB962C8B-B14F-4D97-AF65-F5344CB8AC3E}">
        <p14:creationId xmlns:p14="http://schemas.microsoft.com/office/powerpoint/2010/main" val="5797377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2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2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2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2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2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2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2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2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2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2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2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2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2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2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2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2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2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2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2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2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2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2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2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2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200"/>
                            </p:stCondLst>
                            <p:childTnLst>
                              <p:par>
                                <p:cTn id="7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6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0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3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2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5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8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1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7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0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2" fill="hold">
                            <p:stCondLst>
                              <p:cond delay="500"/>
                            </p:stCondLst>
                            <p:childTnLst>
                              <p:par>
                                <p:cTn id="30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6" fill="hold">
                      <p:stCondLst>
                        <p:cond delay="indefinite"/>
                      </p:stCondLst>
                      <p:childTnLst>
                        <p:par>
                          <p:cTn id="307" fill="hold">
                            <p:stCondLst>
                              <p:cond delay="0"/>
                            </p:stCondLst>
                            <p:childTnLst>
                              <p:par>
                                <p:cTn id="3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9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2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5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6" fill="hold">
                            <p:stCondLst>
                              <p:cond delay="500"/>
                            </p:stCondLst>
                            <p:childTnLst>
                              <p:par>
                                <p:cTn id="3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9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2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5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8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1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8" fill="hold">
                            <p:stCondLst>
                              <p:cond delay="1000"/>
                            </p:stCondLst>
                            <p:childTnLst>
                              <p:par>
                                <p:cTn id="3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1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4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3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6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9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0" fill="hold">
                            <p:stCondLst>
                              <p:cond delay="1500"/>
                            </p:stCondLst>
                            <p:childTnLst>
                              <p:par>
                                <p:cTn id="3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6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9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2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5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8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1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4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7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0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3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6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9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2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5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8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1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4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7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0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3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6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9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2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5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8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1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4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7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0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3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6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9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2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5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8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1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4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7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0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3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6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9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2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5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8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1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4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7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0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3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6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9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2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5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8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9" fill="hold">
                      <p:stCondLst>
                        <p:cond delay="indefinite"/>
                      </p:stCondLst>
                      <p:childTnLst>
                        <p:par>
                          <p:cTn id="540" fill="hold">
                            <p:stCondLst>
                              <p:cond delay="0"/>
                            </p:stCondLst>
                            <p:childTnLst>
                              <p:par>
                                <p:cTn id="54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2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5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8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1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4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0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3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6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9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5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8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1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7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0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3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6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9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2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5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8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1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4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0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3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6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9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5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8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1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4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7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0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3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6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9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2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5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7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0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3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6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9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2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5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8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1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4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7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0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3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6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9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2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5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8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1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4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7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0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3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6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9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2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5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8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1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4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7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0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2" fill="hold">
                            <p:stCondLst>
                              <p:cond delay="500"/>
                            </p:stCondLst>
                            <p:childTnLst>
                              <p:par>
                                <p:cTn id="7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5" dur="4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6" fill="hold">
                            <p:stCondLst>
                              <p:cond delay="900"/>
                            </p:stCondLst>
                            <p:childTnLst>
                              <p:par>
                                <p:cTn id="7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9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2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8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1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4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7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0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3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6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9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2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5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8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1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4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7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0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3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6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9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2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5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8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1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4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7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8" fill="hold">
                            <p:stCondLst>
                              <p:cond delay="1400"/>
                            </p:stCondLst>
                            <p:childTnLst>
                              <p:par>
                                <p:cTn id="8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1" dur="10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2" grpId="0" animBg="1"/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 animBg="1"/>
      <p:bldP spid="93" grpId="1" animBg="1"/>
      <p:bldP spid="94" grpId="0"/>
      <p:bldP spid="94" grpId="1"/>
      <p:bldP spid="95" grpId="0"/>
      <p:bldP spid="95" grpId="1"/>
      <p:bldP spid="96" grpId="0"/>
      <p:bldP spid="96" grpId="1"/>
      <p:bldP spid="97" grpId="0" animBg="1"/>
      <p:bldP spid="97" grpId="1" animBg="1"/>
      <p:bldP spid="98" grpId="0"/>
      <p:bldP spid="98" grpId="1"/>
      <p:bldP spid="99" grpId="0"/>
      <p:bldP spid="99" grpId="1"/>
      <p:bldP spid="100" grpId="0"/>
      <p:bldP spid="100" grpId="1"/>
      <p:bldP spid="101" grpId="0"/>
      <p:bldP spid="101" grpId="1"/>
      <p:bldP spid="102" grpId="0"/>
      <p:bldP spid="102" grpId="1"/>
      <p:bldP spid="103" grpId="0" animBg="1"/>
      <p:bldP spid="103" grpId="1" animBg="1"/>
      <p:bldP spid="104" grpId="0" animBg="1"/>
      <p:bldP spid="104" grpId="1" animBg="1"/>
      <p:bldP spid="105" grpId="0"/>
      <p:bldP spid="105" grpId="1"/>
      <p:bldP spid="106" grpId="0"/>
      <p:bldP spid="106" grpId="1"/>
      <p:bldP spid="107" grpId="0"/>
      <p:bldP spid="107" grpId="1"/>
      <p:bldP spid="108" grpId="0"/>
      <p:bldP spid="108" grpId="1"/>
      <p:bldP spid="109" grpId="0"/>
      <p:bldP spid="109" grpId="1"/>
      <p:bldP spid="110" grpId="0" animBg="1"/>
      <p:bldP spid="110" grpId="1" animBg="1"/>
      <p:bldP spid="111" grpId="0" animBg="1"/>
      <p:bldP spid="111" grpId="1" animBg="1"/>
      <p:bldP spid="112" grpId="0"/>
      <p:bldP spid="112" grpId="1"/>
      <p:bldP spid="113" grpId="0"/>
      <p:bldP spid="113" grpId="1"/>
      <p:bldP spid="114" grpId="0"/>
      <p:bldP spid="114" grpId="1"/>
      <p:bldP spid="115" grpId="0"/>
      <p:bldP spid="115" grpId="1"/>
      <p:bldP spid="116" grpId="0"/>
      <p:bldP spid="116" grpId="1"/>
      <p:bldP spid="117" grpId="0"/>
      <p:bldP spid="117" grpId="1"/>
      <p:bldP spid="118" grpId="0"/>
      <p:bldP spid="118" grpId="1"/>
      <p:bldP spid="119" grpId="0"/>
      <p:bldP spid="119" grpId="1"/>
      <p:bldP spid="120" grpId="0"/>
      <p:bldP spid="120" grpId="1"/>
      <p:bldP spid="121" grpId="0"/>
      <p:bldP spid="121" grpId="1"/>
      <p:bldP spid="122" grpId="0"/>
      <p:bldP spid="122" grpId="1"/>
      <p:bldP spid="123" grpId="0"/>
      <p:bldP spid="123" grpId="1"/>
      <p:bldP spid="124" grpId="0"/>
      <p:bldP spid="124" grpId="1"/>
      <p:bldP spid="125" grpId="0"/>
      <p:bldP spid="125" grpId="1"/>
      <p:bldP spid="126" grpId="0"/>
      <p:bldP spid="126" grpId="1"/>
      <p:bldP spid="127" grpId="0"/>
      <p:bldP spid="127" grpId="1"/>
      <p:bldP spid="128" grpId="0"/>
      <p:bldP spid="128" grpId="1"/>
      <p:bldP spid="129" grpId="0"/>
      <p:bldP spid="129" grpId="1"/>
      <p:bldP spid="130" grpId="0"/>
      <p:bldP spid="130" grpId="1"/>
      <p:bldP spid="131" grpId="0"/>
      <p:bldP spid="131" grpId="1"/>
      <p:bldP spid="132" grpId="0"/>
      <p:bldP spid="132" grpId="1"/>
      <p:bldP spid="133" grpId="0"/>
      <p:bldP spid="133" grpId="1"/>
      <p:bldP spid="134" grpId="0"/>
      <p:bldP spid="134" grpId="1"/>
      <p:bldP spid="135" grpId="0"/>
      <p:bldP spid="135" grpId="1"/>
      <p:bldP spid="136" grpId="0"/>
      <p:bldP spid="136" grpId="1"/>
      <p:bldP spid="137" grpId="0"/>
      <p:bldP spid="137" grpId="1"/>
      <p:bldP spid="138" grpId="0"/>
      <p:bldP spid="138" grpId="1"/>
      <p:bldP spid="139" grpId="0"/>
      <p:bldP spid="139" grpId="1"/>
      <p:bldP spid="140" grpId="0"/>
      <p:bldP spid="140" grpId="1"/>
      <p:bldP spid="141" grpId="0"/>
      <p:bldP spid="141" grpId="1"/>
      <p:bldP spid="142" grpId="0"/>
      <p:bldP spid="142" grpId="1"/>
      <p:bldP spid="143" grpId="0"/>
      <p:bldP spid="143" grpId="1"/>
      <p:bldP spid="144" grpId="0"/>
      <p:bldP spid="144" grpId="1"/>
      <p:bldP spid="145" grpId="0"/>
      <p:bldP spid="145" grpId="1"/>
      <p:bldP spid="146" grpId="0"/>
      <p:bldP spid="146" grpId="1"/>
      <p:bldP spid="147" grpId="0"/>
      <p:bldP spid="147" grpId="1"/>
      <p:bldP spid="148" grpId="0"/>
      <p:bldP spid="148" grpId="1"/>
      <p:bldP spid="149" grpId="0"/>
      <p:bldP spid="149" grpId="1"/>
      <p:bldP spid="150" grpId="0"/>
      <p:bldP spid="150" grpId="1"/>
      <p:bldP spid="151" grpId="0"/>
      <p:bldP spid="151" grpId="1"/>
      <p:bldP spid="152" grpId="0"/>
      <p:bldP spid="152" grpId="1"/>
      <p:bldP spid="153" grpId="0"/>
      <p:bldP spid="153" grpId="1"/>
      <p:bldP spid="154" grpId="0"/>
      <p:bldP spid="154" grpId="1"/>
      <p:bldP spid="155" grpId="0"/>
      <p:bldP spid="155" grpId="1"/>
      <p:bldP spid="156" grpId="0"/>
      <p:bldP spid="156" grpId="1"/>
      <p:bldP spid="157" grpId="0"/>
      <p:bldP spid="157" grpId="1"/>
      <p:bldP spid="158" grpId="0"/>
      <p:bldP spid="158" grpId="1"/>
      <p:bldP spid="159" grpId="0"/>
      <p:bldP spid="159" grpId="1"/>
      <p:bldP spid="160" grpId="0"/>
      <p:bldP spid="160" grpId="1"/>
      <p:bldP spid="161" grpId="0"/>
      <p:bldP spid="161" grpId="1"/>
      <p:bldP spid="162" grpId="0"/>
      <p:bldP spid="162" grpId="1"/>
      <p:bldP spid="163" grpId="0"/>
      <p:bldP spid="163" grpId="1"/>
      <p:bldP spid="164" grpId="0"/>
      <p:bldP spid="164" grpId="1"/>
      <p:bldP spid="165" grpId="0"/>
      <p:bldP spid="165" grpId="1"/>
      <p:bldP spid="166" grpId="0"/>
      <p:bldP spid="166" grpId="1"/>
      <p:bldP spid="167" grpId="0"/>
      <p:bldP spid="167" grpId="1"/>
      <p:bldP spid="168" grpId="0"/>
      <p:bldP spid="168" grpId="1"/>
      <p:bldP spid="169" grpId="0"/>
      <p:bldP spid="169" grpId="1"/>
      <p:bldP spid="170" grpId="0"/>
      <p:bldP spid="170" grpId="1"/>
      <p:bldP spid="171" grpId="0"/>
      <p:bldP spid="171" grpId="1"/>
      <p:bldP spid="172" grpId="0"/>
      <p:bldP spid="172" grpId="1"/>
      <p:bldP spid="173" grpId="0"/>
      <p:bldP spid="174" grpId="0"/>
      <p:bldP spid="175" grpId="0"/>
      <p:bldP spid="176" grpId="0"/>
      <p:bldP spid="177" grpId="0"/>
      <p:bldP spid="178" grpId="0"/>
      <p:bldP spid="179" grpId="0"/>
      <p:bldP spid="180" grpId="0"/>
      <p:bldP spid="181" grpId="0"/>
      <p:bldP spid="182" grpId="0"/>
      <p:bldP spid="183" grpId="0"/>
      <p:bldP spid="184" grpId="0"/>
      <p:bldP spid="185" grpId="0"/>
      <p:bldP spid="186" grpId="0"/>
      <p:bldP spid="187" grpId="0"/>
      <p:bldP spid="188" grpId="0"/>
      <p:bldP spid="189" grpId="0"/>
      <p:bldP spid="190" grpId="0"/>
      <p:bldP spid="191" grpId="0"/>
      <p:bldP spid="192" grpId="0"/>
      <p:bldP spid="193" grpId="0"/>
      <p:bldP spid="194" grpId="0"/>
      <p:bldP spid="195" grpId="0"/>
      <p:bldP spid="196" grpId="0"/>
      <p:bldP spid="197" grpId="0"/>
      <p:bldP spid="198" grpId="0"/>
      <p:bldP spid="199" grpId="0"/>
      <p:bldP spid="200" grpId="0"/>
      <p:bldP spid="201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anim_to8073_0_1">
            <a:extLst>
              <a:ext uri="{FF2B5EF4-FFF2-40B4-BE49-F238E27FC236}">
                <a16:creationId xmlns:a16="http://schemas.microsoft.com/office/drawing/2014/main" id="{2673F85B-F740-46D1-B100-DB97C9AF9F8B}"/>
              </a:ext>
            </a:extLst>
          </p:cNvPr>
          <p:cNvSpPr>
            <a:spLocks noGrp="1"/>
          </p:cNvSpPr>
          <p:nvPr/>
        </p:nvSpPr>
        <p:spPr>
          <a:xfrm>
            <a:off x="4600895" y="527676"/>
            <a:ext cx="3009260" cy="96466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6077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6077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6077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Summary</a:t>
            </a:r>
          </a:p>
        </p:txBody>
      </p:sp>
      <p:sp>
        <p:nvSpPr>
          <p:cNvPr id="2" name="anim_to8082_0_1">
            <a:extLst>
              <a:ext uri="{FF2B5EF4-FFF2-40B4-BE49-F238E27FC236}">
                <a16:creationId xmlns:a16="http://schemas.microsoft.com/office/drawing/2014/main" id="{3ADD278D-FD8C-4CF6-94F9-91063894001C}"/>
              </a:ext>
            </a:extLst>
          </p:cNvPr>
          <p:cNvSpPr>
            <a:spLocks noGrp="1"/>
          </p:cNvSpPr>
          <p:nvPr/>
        </p:nvSpPr>
        <p:spPr>
          <a:xfrm>
            <a:off x="2884461" y="1829021"/>
            <a:ext cx="394489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R</a:t>
            </a:r>
          </a:p>
        </p:txBody>
      </p:sp>
      <p:sp>
        <p:nvSpPr>
          <p:cNvPr id="3" name="anim_to8084_0_1">
            <a:extLst>
              <a:ext uri="{FF2B5EF4-FFF2-40B4-BE49-F238E27FC236}">
                <a16:creationId xmlns:a16="http://schemas.microsoft.com/office/drawing/2014/main" id="{1ACCE19C-A56B-4B4A-88D3-169FEA2B46CD}"/>
              </a:ext>
            </a:extLst>
          </p:cNvPr>
          <p:cNvSpPr>
            <a:spLocks noGrp="1"/>
          </p:cNvSpPr>
          <p:nvPr/>
        </p:nvSpPr>
        <p:spPr>
          <a:xfrm>
            <a:off x="3240850" y="1829021"/>
            <a:ext cx="343169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4" name="anim_to8087_0_1">
            <a:extLst>
              <a:ext uri="{FF2B5EF4-FFF2-40B4-BE49-F238E27FC236}">
                <a16:creationId xmlns:a16="http://schemas.microsoft.com/office/drawing/2014/main" id="{CE6ED590-509D-436D-8923-993FCA80F3E5}"/>
              </a:ext>
            </a:extLst>
          </p:cNvPr>
          <p:cNvSpPr>
            <a:spLocks noGrp="1"/>
          </p:cNvSpPr>
          <p:nvPr/>
        </p:nvSpPr>
        <p:spPr>
          <a:xfrm>
            <a:off x="3545919" y="2070083"/>
            <a:ext cx="140027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5" name="anim_to8091_0_1">
            <a:extLst>
              <a:ext uri="{FF2B5EF4-FFF2-40B4-BE49-F238E27FC236}">
                <a16:creationId xmlns:a16="http://schemas.microsoft.com/office/drawing/2014/main" id="{F947631A-A428-4AD5-A79D-A237794C9F9A}"/>
              </a:ext>
            </a:extLst>
          </p:cNvPr>
          <p:cNvSpPr>
            <a:spLocks noGrp="1"/>
          </p:cNvSpPr>
          <p:nvPr/>
        </p:nvSpPr>
        <p:spPr>
          <a:xfrm>
            <a:off x="3773295" y="1829021"/>
            <a:ext cx="465767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6" name="anim_to8095_0_1">
            <a:extLst>
              <a:ext uri="{FF2B5EF4-FFF2-40B4-BE49-F238E27FC236}">
                <a16:creationId xmlns:a16="http://schemas.microsoft.com/office/drawing/2014/main" id="{7AA72457-55EE-4E24-895A-AF9BE30BAC1D}"/>
              </a:ext>
            </a:extLst>
          </p:cNvPr>
          <p:cNvSpPr>
            <a:spLocks noGrp="1"/>
          </p:cNvSpPr>
          <p:nvPr/>
        </p:nvSpPr>
        <p:spPr>
          <a:xfrm>
            <a:off x="4326411" y="1829021"/>
            <a:ext cx="35457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7" name="anim_to8099_0_1">
            <a:extLst>
              <a:ext uri="{FF2B5EF4-FFF2-40B4-BE49-F238E27FC236}">
                <a16:creationId xmlns:a16="http://schemas.microsoft.com/office/drawing/2014/main" id="{7A486A11-A301-409E-BBB5-85CF6FC07002}"/>
              </a:ext>
            </a:extLst>
          </p:cNvPr>
          <p:cNvSpPr>
            <a:spLocks noGrp="1"/>
          </p:cNvSpPr>
          <p:nvPr/>
        </p:nvSpPr>
        <p:spPr>
          <a:xfrm>
            <a:off x="4768334" y="1829021"/>
            <a:ext cx="465767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8" name="anim_to8103_0_1">
            <a:extLst>
              <a:ext uri="{FF2B5EF4-FFF2-40B4-BE49-F238E27FC236}">
                <a16:creationId xmlns:a16="http://schemas.microsoft.com/office/drawing/2014/main" id="{10D6C6EB-98AB-4A8B-83E9-385CB24DC9B9}"/>
              </a:ext>
            </a:extLst>
          </p:cNvPr>
          <p:cNvSpPr>
            <a:spLocks noGrp="1"/>
          </p:cNvSpPr>
          <p:nvPr/>
        </p:nvSpPr>
        <p:spPr>
          <a:xfrm>
            <a:off x="5321450" y="1829021"/>
            <a:ext cx="348871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Σ</a:t>
            </a:r>
          </a:p>
        </p:txBody>
      </p:sp>
      <p:sp>
        <p:nvSpPr>
          <p:cNvPr id="9" name="anim_to8106_0_1">
            <a:extLst>
              <a:ext uri="{FF2B5EF4-FFF2-40B4-BE49-F238E27FC236}">
                <a16:creationId xmlns:a16="http://schemas.microsoft.com/office/drawing/2014/main" id="{5AEB72AA-DAD1-48EF-9EE6-E1C97D2318B7}"/>
              </a:ext>
            </a:extLst>
          </p:cNvPr>
          <p:cNvSpPr>
            <a:spLocks noGrp="1"/>
          </p:cNvSpPr>
          <p:nvPr/>
        </p:nvSpPr>
        <p:spPr>
          <a:xfrm>
            <a:off x="5183100" y="2314979"/>
            <a:ext cx="141881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i</a:t>
            </a:r>
          </a:p>
        </p:txBody>
      </p:sp>
      <p:sp>
        <p:nvSpPr>
          <p:cNvPr id="10" name="anim_to8108_0_1">
            <a:extLst>
              <a:ext uri="{FF2B5EF4-FFF2-40B4-BE49-F238E27FC236}">
                <a16:creationId xmlns:a16="http://schemas.microsoft.com/office/drawing/2014/main" id="{633BA8A9-D699-462F-837C-1BA8643552DB}"/>
              </a:ext>
            </a:extLst>
          </p:cNvPr>
          <p:cNvSpPr>
            <a:spLocks noGrp="1"/>
          </p:cNvSpPr>
          <p:nvPr/>
        </p:nvSpPr>
        <p:spPr>
          <a:xfrm>
            <a:off x="5286880" y="2314979"/>
            <a:ext cx="316084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11" name="anim_to8110_0_1">
            <a:extLst>
              <a:ext uri="{FF2B5EF4-FFF2-40B4-BE49-F238E27FC236}">
                <a16:creationId xmlns:a16="http://schemas.microsoft.com/office/drawing/2014/main" id="{318E22AB-3B05-42D4-AD8C-3D768D5993B5}"/>
              </a:ext>
            </a:extLst>
          </p:cNvPr>
          <p:cNvSpPr>
            <a:spLocks noGrp="1"/>
          </p:cNvSpPr>
          <p:nvPr/>
        </p:nvSpPr>
        <p:spPr>
          <a:xfrm>
            <a:off x="5564864" y="2314979"/>
            <a:ext cx="243808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12" name="anim_to8113_0_1">
            <a:extLst>
              <a:ext uri="{FF2B5EF4-FFF2-40B4-BE49-F238E27FC236}">
                <a16:creationId xmlns:a16="http://schemas.microsoft.com/office/drawing/2014/main" id="{09C80BD3-A540-416B-8710-C1B927F768C1}"/>
              </a:ext>
            </a:extLst>
          </p:cNvPr>
          <p:cNvSpPr>
            <a:spLocks noGrp="1"/>
          </p:cNvSpPr>
          <p:nvPr/>
        </p:nvSpPr>
        <p:spPr>
          <a:xfrm>
            <a:off x="5425872" y="1587902"/>
            <a:ext cx="140027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13" name="anim_to8117_0_1">
            <a:extLst>
              <a:ext uri="{FF2B5EF4-FFF2-40B4-BE49-F238E27FC236}">
                <a16:creationId xmlns:a16="http://schemas.microsoft.com/office/drawing/2014/main" id="{3223921D-C8EA-4A69-9224-2B1FF3EFCD78}"/>
              </a:ext>
            </a:extLst>
          </p:cNvPr>
          <p:cNvSpPr>
            <a:spLocks noGrp="1"/>
          </p:cNvSpPr>
          <p:nvPr/>
        </p:nvSpPr>
        <p:spPr>
          <a:xfrm>
            <a:off x="5896021" y="1829021"/>
            <a:ext cx="27759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14" name="anim_to8119_0_1">
            <a:extLst>
              <a:ext uri="{FF2B5EF4-FFF2-40B4-BE49-F238E27FC236}">
                <a16:creationId xmlns:a16="http://schemas.microsoft.com/office/drawing/2014/main" id="{FA027301-D16F-49D5-80AF-F8C10F53B65D}"/>
              </a:ext>
            </a:extLst>
          </p:cNvPr>
          <p:cNvSpPr>
            <a:spLocks noGrp="1"/>
          </p:cNvSpPr>
          <p:nvPr/>
        </p:nvSpPr>
        <p:spPr>
          <a:xfrm>
            <a:off x="6135514" y="1829021"/>
            <a:ext cx="397340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K</a:t>
            </a:r>
          </a:p>
        </p:txBody>
      </p:sp>
      <p:sp>
        <p:nvSpPr>
          <p:cNvPr id="15" name="anim_to8122_0_1">
            <a:extLst>
              <a:ext uri="{FF2B5EF4-FFF2-40B4-BE49-F238E27FC236}">
                <a16:creationId xmlns:a16="http://schemas.microsoft.com/office/drawing/2014/main" id="{9EDD0379-E36E-4448-BFDC-CE1DF9EC4844}"/>
              </a:ext>
            </a:extLst>
          </p:cNvPr>
          <p:cNvSpPr>
            <a:spLocks noGrp="1"/>
          </p:cNvSpPr>
          <p:nvPr/>
        </p:nvSpPr>
        <p:spPr>
          <a:xfrm>
            <a:off x="6494754" y="2070083"/>
            <a:ext cx="141881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i</a:t>
            </a:r>
          </a:p>
        </p:txBody>
      </p:sp>
      <p:sp>
        <p:nvSpPr>
          <p:cNvPr id="16" name="anim_to8126_0_1">
            <a:extLst>
              <a:ext uri="{FF2B5EF4-FFF2-40B4-BE49-F238E27FC236}">
                <a16:creationId xmlns:a16="http://schemas.microsoft.com/office/drawing/2014/main" id="{B5D97900-AB00-4443-A302-4741F747E93C}"/>
              </a:ext>
            </a:extLst>
          </p:cNvPr>
          <p:cNvSpPr>
            <a:spLocks noGrp="1"/>
          </p:cNvSpPr>
          <p:nvPr/>
        </p:nvSpPr>
        <p:spPr>
          <a:xfrm>
            <a:off x="6723984" y="1829021"/>
            <a:ext cx="229125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-</a:t>
            </a:r>
          </a:p>
        </p:txBody>
      </p:sp>
      <p:sp>
        <p:nvSpPr>
          <p:cNvPr id="17" name="anim_to8130_0_1">
            <a:extLst>
              <a:ext uri="{FF2B5EF4-FFF2-40B4-BE49-F238E27FC236}">
                <a16:creationId xmlns:a16="http://schemas.microsoft.com/office/drawing/2014/main" id="{615AF3E1-7D1D-45EA-929E-870D24C49D4B}"/>
              </a:ext>
            </a:extLst>
          </p:cNvPr>
          <p:cNvSpPr>
            <a:spLocks noGrp="1"/>
          </p:cNvSpPr>
          <p:nvPr/>
        </p:nvSpPr>
        <p:spPr>
          <a:xfrm>
            <a:off x="7040458" y="1829021"/>
            <a:ext cx="35457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18" name="anim_to8132_0_1">
            <a:extLst>
              <a:ext uri="{FF2B5EF4-FFF2-40B4-BE49-F238E27FC236}">
                <a16:creationId xmlns:a16="http://schemas.microsoft.com/office/drawing/2014/main" id="{58C6D583-281F-43CA-9A53-0C13951B23B5}"/>
              </a:ext>
            </a:extLst>
          </p:cNvPr>
          <p:cNvSpPr>
            <a:spLocks noGrp="1"/>
          </p:cNvSpPr>
          <p:nvPr/>
        </p:nvSpPr>
        <p:spPr>
          <a:xfrm>
            <a:off x="7356931" y="1829021"/>
            <a:ext cx="27759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19" name="anim_to8136_0_1">
            <a:extLst>
              <a:ext uri="{FF2B5EF4-FFF2-40B4-BE49-F238E27FC236}">
                <a16:creationId xmlns:a16="http://schemas.microsoft.com/office/drawing/2014/main" id="{82D9D0E3-3C14-41B8-82CD-47C686FD3735}"/>
              </a:ext>
            </a:extLst>
          </p:cNvPr>
          <p:cNvSpPr>
            <a:spLocks noGrp="1"/>
          </p:cNvSpPr>
          <p:nvPr/>
        </p:nvSpPr>
        <p:spPr>
          <a:xfrm>
            <a:off x="7721874" y="1829021"/>
            <a:ext cx="445809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20" name="anim_to8140_0_1">
            <a:extLst>
              <a:ext uri="{FF2B5EF4-FFF2-40B4-BE49-F238E27FC236}">
                <a16:creationId xmlns:a16="http://schemas.microsoft.com/office/drawing/2014/main" id="{8603F9E6-0EC2-467E-BC97-438B55AB63C4}"/>
              </a:ext>
            </a:extLst>
          </p:cNvPr>
          <p:cNvSpPr>
            <a:spLocks noGrp="1"/>
          </p:cNvSpPr>
          <p:nvPr/>
        </p:nvSpPr>
        <p:spPr>
          <a:xfrm>
            <a:off x="8255032" y="1829021"/>
            <a:ext cx="499980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∏</a:t>
            </a:r>
          </a:p>
        </p:txBody>
      </p:sp>
      <p:sp>
        <p:nvSpPr>
          <p:cNvPr id="21" name="anim_to8143_0_1">
            <a:extLst>
              <a:ext uri="{FF2B5EF4-FFF2-40B4-BE49-F238E27FC236}">
                <a16:creationId xmlns:a16="http://schemas.microsoft.com/office/drawing/2014/main" id="{37CEBD17-CDCA-4E0A-B1BC-5B841558FA8B}"/>
              </a:ext>
            </a:extLst>
          </p:cNvPr>
          <p:cNvSpPr>
            <a:spLocks noGrp="1"/>
          </p:cNvSpPr>
          <p:nvPr/>
        </p:nvSpPr>
        <p:spPr>
          <a:xfrm>
            <a:off x="8194089" y="2421896"/>
            <a:ext cx="138174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j</a:t>
            </a:r>
          </a:p>
        </p:txBody>
      </p:sp>
      <p:sp>
        <p:nvSpPr>
          <p:cNvPr id="22" name="anim_to8145_0_1">
            <a:extLst>
              <a:ext uri="{FF2B5EF4-FFF2-40B4-BE49-F238E27FC236}">
                <a16:creationId xmlns:a16="http://schemas.microsoft.com/office/drawing/2014/main" id="{D2B12791-2501-4B33-89CE-4832423EFADD}"/>
              </a:ext>
            </a:extLst>
          </p:cNvPr>
          <p:cNvSpPr>
            <a:spLocks noGrp="1"/>
          </p:cNvSpPr>
          <p:nvPr/>
        </p:nvSpPr>
        <p:spPr>
          <a:xfrm>
            <a:off x="8294163" y="2421896"/>
            <a:ext cx="316084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23" name="anim_to8147_0_1">
            <a:extLst>
              <a:ext uri="{FF2B5EF4-FFF2-40B4-BE49-F238E27FC236}">
                <a16:creationId xmlns:a16="http://schemas.microsoft.com/office/drawing/2014/main" id="{6BBD5B27-8B23-4C61-82CC-019DB91E487C}"/>
              </a:ext>
            </a:extLst>
          </p:cNvPr>
          <p:cNvSpPr>
            <a:spLocks noGrp="1"/>
          </p:cNvSpPr>
          <p:nvPr/>
        </p:nvSpPr>
        <p:spPr>
          <a:xfrm>
            <a:off x="8572147" y="2421896"/>
            <a:ext cx="243808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24" name="anim_to8150_0_1">
            <a:extLst>
              <a:ext uri="{FF2B5EF4-FFF2-40B4-BE49-F238E27FC236}">
                <a16:creationId xmlns:a16="http://schemas.microsoft.com/office/drawing/2014/main" id="{185A4D33-0B36-465A-A83C-5A6963A8DC4D}"/>
              </a:ext>
            </a:extLst>
          </p:cNvPr>
          <p:cNvSpPr>
            <a:spLocks noGrp="1"/>
          </p:cNvSpPr>
          <p:nvPr/>
        </p:nvSpPr>
        <p:spPr>
          <a:xfrm>
            <a:off x="8269145" y="1522683"/>
            <a:ext cx="141881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i</a:t>
            </a:r>
          </a:p>
        </p:txBody>
      </p:sp>
      <p:sp>
        <p:nvSpPr>
          <p:cNvPr id="25" name="anim_to8152_0_1">
            <a:extLst>
              <a:ext uri="{FF2B5EF4-FFF2-40B4-BE49-F238E27FC236}">
                <a16:creationId xmlns:a16="http://schemas.microsoft.com/office/drawing/2014/main" id="{FEA05FF4-7D34-4F4F-9B96-1BA2EA53F7AD}"/>
              </a:ext>
            </a:extLst>
          </p:cNvPr>
          <p:cNvSpPr>
            <a:spLocks noGrp="1"/>
          </p:cNvSpPr>
          <p:nvPr/>
        </p:nvSpPr>
        <p:spPr>
          <a:xfrm>
            <a:off x="8372925" y="1522683"/>
            <a:ext cx="162266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-</a:t>
            </a:r>
          </a:p>
        </p:txBody>
      </p:sp>
      <p:sp>
        <p:nvSpPr>
          <p:cNvPr id="26" name="anim_to8154_0_1">
            <a:extLst>
              <a:ext uri="{FF2B5EF4-FFF2-40B4-BE49-F238E27FC236}">
                <a16:creationId xmlns:a16="http://schemas.microsoft.com/office/drawing/2014/main" id="{3035A42B-04E4-46E6-BBD7-FDF681098BAE}"/>
              </a:ext>
            </a:extLst>
          </p:cNvPr>
          <p:cNvSpPr>
            <a:spLocks noGrp="1"/>
          </p:cNvSpPr>
          <p:nvPr/>
        </p:nvSpPr>
        <p:spPr>
          <a:xfrm>
            <a:off x="8497091" y="1522683"/>
            <a:ext cx="243808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27" name="anim_to8158_0_1">
            <a:extLst>
              <a:ext uri="{FF2B5EF4-FFF2-40B4-BE49-F238E27FC236}">
                <a16:creationId xmlns:a16="http://schemas.microsoft.com/office/drawing/2014/main" id="{6FFFF750-9086-47B0-B75C-99EA2922A804}"/>
              </a:ext>
            </a:extLst>
          </p:cNvPr>
          <p:cNvSpPr>
            <a:spLocks noGrp="1"/>
          </p:cNvSpPr>
          <p:nvPr/>
        </p:nvSpPr>
        <p:spPr>
          <a:xfrm>
            <a:off x="8903304" y="1829021"/>
            <a:ext cx="323211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S</a:t>
            </a:r>
          </a:p>
        </p:txBody>
      </p:sp>
      <p:sp>
        <p:nvSpPr>
          <p:cNvPr id="28" name="anim_to8161_0_1">
            <a:extLst>
              <a:ext uri="{FF2B5EF4-FFF2-40B4-BE49-F238E27FC236}">
                <a16:creationId xmlns:a16="http://schemas.microsoft.com/office/drawing/2014/main" id="{D77B38E6-FFB6-4847-8E58-F8664834CA63}"/>
              </a:ext>
            </a:extLst>
          </p:cNvPr>
          <p:cNvSpPr>
            <a:spLocks noGrp="1"/>
          </p:cNvSpPr>
          <p:nvPr/>
        </p:nvSpPr>
        <p:spPr>
          <a:xfrm>
            <a:off x="9188415" y="2070083"/>
            <a:ext cx="138174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j</a:t>
            </a:r>
          </a:p>
        </p:txBody>
      </p:sp>
      <p:sp>
        <p:nvSpPr>
          <p:cNvPr id="29" name="anim_to8164_0_1">
            <a:extLst>
              <a:ext uri="{FF2B5EF4-FFF2-40B4-BE49-F238E27FC236}">
                <a16:creationId xmlns:a16="http://schemas.microsoft.com/office/drawing/2014/main" id="{13728785-0C77-4508-97BC-3C91A51A302E}"/>
              </a:ext>
            </a:extLst>
          </p:cNvPr>
          <p:cNvSpPr>
            <a:spLocks noGrp="1"/>
          </p:cNvSpPr>
          <p:nvPr/>
        </p:nvSpPr>
        <p:spPr>
          <a:xfrm>
            <a:off x="1382138" y="3380903"/>
            <a:ext cx="9446775" cy="4859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6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6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061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RF = input region affecting one output pixel</a:t>
            </a:r>
          </a:p>
        </p:txBody>
      </p:sp>
      <p:sp>
        <p:nvSpPr>
          <p:cNvPr id="30" name="anim_to8209_0_1">
            <a:extLst>
              <a:ext uri="{FF2B5EF4-FFF2-40B4-BE49-F238E27FC236}">
                <a16:creationId xmlns:a16="http://schemas.microsoft.com/office/drawing/2014/main" id="{C42B00D5-57F7-4112-B143-F786CE6185EF}"/>
              </a:ext>
            </a:extLst>
          </p:cNvPr>
          <p:cNvSpPr>
            <a:spLocks noGrp="1"/>
          </p:cNvSpPr>
          <p:nvPr/>
        </p:nvSpPr>
        <p:spPr>
          <a:xfrm>
            <a:off x="1382138" y="3896159"/>
            <a:ext cx="8805274" cy="4859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6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6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061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Stacking 3x3 kernels grows RF efficiently</a:t>
            </a:r>
          </a:p>
        </p:txBody>
      </p:sp>
      <p:sp>
        <p:nvSpPr>
          <p:cNvPr id="31" name="anim_to8251_0_1">
            <a:extLst>
              <a:ext uri="{FF2B5EF4-FFF2-40B4-BE49-F238E27FC236}">
                <a16:creationId xmlns:a16="http://schemas.microsoft.com/office/drawing/2014/main" id="{330E0CBD-C292-4F3A-B921-5E2F31429E89}"/>
              </a:ext>
            </a:extLst>
          </p:cNvPr>
          <p:cNvSpPr>
            <a:spLocks noGrp="1"/>
          </p:cNvSpPr>
          <p:nvPr/>
        </p:nvSpPr>
        <p:spPr>
          <a:xfrm>
            <a:off x="1382138" y="4411416"/>
            <a:ext cx="6880772" cy="4859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6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6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061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Stride &gt; 1 accelerates RF growth</a:t>
            </a:r>
          </a:p>
        </p:txBody>
      </p:sp>
      <p:sp>
        <p:nvSpPr>
          <p:cNvPr id="32" name="anim_to8284_0_1">
            <a:extLst>
              <a:ext uri="{FF2B5EF4-FFF2-40B4-BE49-F238E27FC236}">
                <a16:creationId xmlns:a16="http://schemas.microsoft.com/office/drawing/2014/main" id="{131490CD-23C6-4155-9D69-CF9BAD426CAA}"/>
              </a:ext>
            </a:extLst>
          </p:cNvPr>
          <p:cNvSpPr>
            <a:spLocks noGrp="1"/>
          </p:cNvSpPr>
          <p:nvPr/>
        </p:nvSpPr>
        <p:spPr>
          <a:xfrm>
            <a:off x="1382138" y="4925700"/>
            <a:ext cx="8591441" cy="4859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6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6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061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Early layers: small RF → edges, textures</a:t>
            </a:r>
          </a:p>
        </p:txBody>
      </p:sp>
      <p:sp>
        <p:nvSpPr>
          <p:cNvPr id="33" name="anim_to8325_0_1">
            <a:extLst>
              <a:ext uri="{FF2B5EF4-FFF2-40B4-BE49-F238E27FC236}">
                <a16:creationId xmlns:a16="http://schemas.microsoft.com/office/drawing/2014/main" id="{BC8B0A7F-9D05-450A-92B5-A28CF6F7888F}"/>
              </a:ext>
            </a:extLst>
          </p:cNvPr>
          <p:cNvSpPr>
            <a:spLocks noGrp="1"/>
          </p:cNvSpPr>
          <p:nvPr/>
        </p:nvSpPr>
        <p:spPr>
          <a:xfrm>
            <a:off x="1382138" y="5439984"/>
            <a:ext cx="9019108" cy="4859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6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61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061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Deep layers: large RF → objects, semantics</a:t>
            </a:r>
          </a:p>
        </p:txBody>
      </p:sp>
    </p:spTree>
    <p:extLst>
      <p:ext uri="{BB962C8B-B14F-4D97-AF65-F5344CB8AC3E}">
        <p14:creationId xmlns:p14="http://schemas.microsoft.com/office/powerpoint/2010/main" val="19661026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1" grpId="0"/>
      <p:bldP spid="32" grpId="0"/>
      <p:bldP spid="33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" name="anim_to8371_0_1">
            <a:extLst>
              <a:ext uri="{FF2B5EF4-FFF2-40B4-BE49-F238E27FC236}">
                <a16:creationId xmlns:a16="http://schemas.microsoft.com/office/drawing/2014/main" id="{049A02FA-65B7-4CCA-890E-24EC6648163E}"/>
              </a:ext>
            </a:extLst>
          </p:cNvPr>
          <p:cNvSpPr>
            <a:spLocks noGrp="1"/>
          </p:cNvSpPr>
          <p:nvPr/>
        </p:nvSpPr>
        <p:spPr>
          <a:xfrm>
            <a:off x="1382138" y="1470375"/>
            <a:ext cx="9446775" cy="11254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708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708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708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Dilated Convolution</a:t>
            </a:r>
          </a:p>
        </p:txBody>
      </p:sp>
      <p:sp>
        <p:nvSpPr>
          <p:cNvPr id="2" name="anim_to8392_0_1">
            <a:extLst>
              <a:ext uri="{FF2B5EF4-FFF2-40B4-BE49-F238E27FC236}">
                <a16:creationId xmlns:a16="http://schemas.microsoft.com/office/drawing/2014/main" id="{02D79380-7490-44BE-8FD7-146561BE1CC3}"/>
              </a:ext>
            </a:extLst>
          </p:cNvPr>
          <p:cNvSpPr>
            <a:spLocks noGrp="1"/>
          </p:cNvSpPr>
          <p:nvPr/>
        </p:nvSpPr>
        <p:spPr>
          <a:xfrm>
            <a:off x="2959682" y="379509"/>
            <a:ext cx="6291685" cy="83604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266" b="1">
                <a:solidFill>
                  <a:srgbClr val="F7A1A3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266" b="1">
                <a:solidFill>
                  <a:srgbClr val="F7A1A3"/>
                </a:solidFill>
                <a:latin typeface="Consolas"/>
                <a:ea typeface="Consolas"/>
                <a:cs typeface="Consolas"/>
              </a:defRPr>
            </a:pPr>
            <a:r>
              <a:rPr sz="5266" b="1">
                <a:solidFill>
                  <a:srgbClr val="F7A1A3"/>
                </a:solidFill>
                <a:latin typeface="Consolas"/>
                <a:ea typeface="Consolas"/>
                <a:cs typeface="Consolas"/>
              </a:rPr>
              <a:t>What is Dilation?</a:t>
            </a:r>
          </a:p>
        </p:txBody>
      </p:sp>
      <p:sp>
        <p:nvSpPr>
          <p:cNvPr id="3" name="anim_to8410_0_1">
            <a:extLst>
              <a:ext uri="{FF2B5EF4-FFF2-40B4-BE49-F238E27FC236}">
                <a16:creationId xmlns:a16="http://schemas.microsoft.com/office/drawing/2014/main" id="{5EEECADE-83CD-48B2-9B4C-987C23ED2B42}"/>
              </a:ext>
            </a:extLst>
          </p:cNvPr>
          <p:cNvSpPr>
            <a:spLocks noGrp="1"/>
          </p:cNvSpPr>
          <p:nvPr/>
        </p:nvSpPr>
        <p:spPr>
          <a:xfrm>
            <a:off x="589828" y="1330962"/>
            <a:ext cx="11031393" cy="5948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747" b="1">
                <a:solidFill>
                  <a:srgbClr val="C9E2AE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747" b="1">
                <a:solidFill>
                  <a:srgbClr val="C9E2AE"/>
                </a:solidFill>
                <a:latin typeface="Consolas"/>
                <a:ea typeface="Consolas"/>
                <a:cs typeface="Consolas"/>
              </a:defRPr>
            </a:pPr>
            <a:r>
              <a:rPr sz="3747" b="1">
                <a:solidFill>
                  <a:srgbClr val="C9E2AE"/>
                </a:solidFill>
                <a:latin typeface="Consolas"/>
                <a:ea typeface="Consolas"/>
                <a:cs typeface="Consolas"/>
              </a:rPr>
              <a:t>Dilation = spacing between kernel elements</a:t>
            </a:r>
          </a:p>
        </p:txBody>
      </p:sp>
      <p:sp>
        <p:nvSpPr>
          <p:cNvPr id="4" name="anim_to8453_0_1">
            <a:extLst>
              <a:ext uri="{FF2B5EF4-FFF2-40B4-BE49-F238E27FC236}">
                <a16:creationId xmlns:a16="http://schemas.microsoft.com/office/drawing/2014/main" id="{A7FCBB79-3F23-4DE8-BC06-10464077F2EC}"/>
              </a:ext>
            </a:extLst>
          </p:cNvPr>
          <p:cNvSpPr>
            <a:spLocks noGrp="1"/>
          </p:cNvSpPr>
          <p:nvPr/>
        </p:nvSpPr>
        <p:spPr>
          <a:xfrm>
            <a:off x="2506934" y="2172058"/>
            <a:ext cx="7197182" cy="70741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56" b="1">
                <a:solidFill>
                  <a:srgbClr val="FF6B6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456" b="1">
                <a:solidFill>
                  <a:srgbClr val="FF6B6B"/>
                </a:solidFill>
                <a:latin typeface="Consolas"/>
                <a:ea typeface="Consolas"/>
                <a:cs typeface="Consolas"/>
              </a:defRPr>
            </a:pPr>
            <a:r>
              <a:rPr sz="4456" b="1">
                <a:solidFill>
                  <a:srgbClr val="FF6B6B"/>
                </a:solidFill>
                <a:latin typeface="Consolas"/>
                <a:ea typeface="Consolas"/>
                <a:cs typeface="Consolas"/>
              </a:rPr>
              <a:t>Dilation = 1 (Standard)</a:t>
            </a:r>
          </a:p>
        </p:txBody>
      </p:sp>
      <p:sp>
        <p:nvSpPr>
          <p:cNvPr id="5" name="anim_o8478_1">
            <a:extLst>
              <a:ext uri="{FF2B5EF4-FFF2-40B4-BE49-F238E27FC236}">
                <a16:creationId xmlns:a16="http://schemas.microsoft.com/office/drawing/2014/main" id="{AD4FEFA7-1073-492C-8CFB-FA3C06318054}"/>
              </a:ext>
            </a:extLst>
          </p:cNvPr>
          <p:cNvSpPr>
            <a:spLocks noGrp="1"/>
          </p:cNvSpPr>
          <p:nvPr/>
        </p:nvSpPr>
        <p:spPr>
          <a:xfrm>
            <a:off x="5356991" y="3429000"/>
            <a:ext cx="492672" cy="492672"/>
          </a:xfrm>
          <a:prstGeom prst="rect">
            <a:avLst/>
          </a:prstGeom>
          <a:solidFill>
            <a:srgbClr val="FF6B6B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8479_1">
            <a:extLst>
              <a:ext uri="{FF2B5EF4-FFF2-40B4-BE49-F238E27FC236}">
                <a16:creationId xmlns:a16="http://schemas.microsoft.com/office/drawing/2014/main" id="{E93943BD-F95E-4A95-AEDB-DD1E9A6B523B}"/>
              </a:ext>
            </a:extLst>
          </p:cNvPr>
          <p:cNvSpPr>
            <a:spLocks noGrp="1"/>
          </p:cNvSpPr>
          <p:nvPr/>
        </p:nvSpPr>
        <p:spPr>
          <a:xfrm>
            <a:off x="5849664" y="3429000"/>
            <a:ext cx="492672" cy="492672"/>
          </a:xfrm>
          <a:prstGeom prst="rect">
            <a:avLst/>
          </a:prstGeom>
          <a:solidFill>
            <a:srgbClr val="FF6B6B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8480_1">
            <a:extLst>
              <a:ext uri="{FF2B5EF4-FFF2-40B4-BE49-F238E27FC236}">
                <a16:creationId xmlns:a16="http://schemas.microsoft.com/office/drawing/2014/main" id="{CEC034E2-283B-42B9-A023-78D8AF4ECC8D}"/>
              </a:ext>
            </a:extLst>
          </p:cNvPr>
          <p:cNvSpPr>
            <a:spLocks noGrp="1"/>
          </p:cNvSpPr>
          <p:nvPr/>
        </p:nvSpPr>
        <p:spPr>
          <a:xfrm>
            <a:off x="6342336" y="3429000"/>
            <a:ext cx="492672" cy="492672"/>
          </a:xfrm>
          <a:prstGeom prst="rect">
            <a:avLst/>
          </a:prstGeom>
          <a:solidFill>
            <a:srgbClr val="FF6B6B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8481_1">
            <a:extLst>
              <a:ext uri="{FF2B5EF4-FFF2-40B4-BE49-F238E27FC236}">
                <a16:creationId xmlns:a16="http://schemas.microsoft.com/office/drawing/2014/main" id="{0CE58154-B4E0-4E9E-A6BC-7E3C266FCAC8}"/>
              </a:ext>
            </a:extLst>
          </p:cNvPr>
          <p:cNvSpPr>
            <a:spLocks noGrp="1"/>
          </p:cNvSpPr>
          <p:nvPr/>
        </p:nvSpPr>
        <p:spPr>
          <a:xfrm>
            <a:off x="5356991" y="3921672"/>
            <a:ext cx="492672" cy="492672"/>
          </a:xfrm>
          <a:prstGeom prst="rect">
            <a:avLst/>
          </a:prstGeom>
          <a:solidFill>
            <a:srgbClr val="FF6B6B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8482_1">
            <a:extLst>
              <a:ext uri="{FF2B5EF4-FFF2-40B4-BE49-F238E27FC236}">
                <a16:creationId xmlns:a16="http://schemas.microsoft.com/office/drawing/2014/main" id="{DA028D63-1DB4-436A-9812-DD750C66F4DB}"/>
              </a:ext>
            </a:extLst>
          </p:cNvPr>
          <p:cNvSpPr>
            <a:spLocks noGrp="1"/>
          </p:cNvSpPr>
          <p:nvPr/>
        </p:nvSpPr>
        <p:spPr>
          <a:xfrm>
            <a:off x="5849664" y="3921672"/>
            <a:ext cx="492672" cy="492672"/>
          </a:xfrm>
          <a:prstGeom prst="rect">
            <a:avLst/>
          </a:prstGeom>
          <a:solidFill>
            <a:srgbClr val="FF6B6B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8483_1">
            <a:extLst>
              <a:ext uri="{FF2B5EF4-FFF2-40B4-BE49-F238E27FC236}">
                <a16:creationId xmlns:a16="http://schemas.microsoft.com/office/drawing/2014/main" id="{B497B3BB-BDEF-4BE7-9002-C9B145549425}"/>
              </a:ext>
            </a:extLst>
          </p:cNvPr>
          <p:cNvSpPr>
            <a:spLocks noGrp="1"/>
          </p:cNvSpPr>
          <p:nvPr/>
        </p:nvSpPr>
        <p:spPr>
          <a:xfrm>
            <a:off x="6342336" y="3921672"/>
            <a:ext cx="492672" cy="492672"/>
          </a:xfrm>
          <a:prstGeom prst="rect">
            <a:avLst/>
          </a:prstGeom>
          <a:solidFill>
            <a:srgbClr val="FF6B6B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8484_1">
            <a:extLst>
              <a:ext uri="{FF2B5EF4-FFF2-40B4-BE49-F238E27FC236}">
                <a16:creationId xmlns:a16="http://schemas.microsoft.com/office/drawing/2014/main" id="{E1B53380-2661-4DF6-A42B-4685F9B3FAC0}"/>
              </a:ext>
            </a:extLst>
          </p:cNvPr>
          <p:cNvSpPr>
            <a:spLocks noGrp="1"/>
          </p:cNvSpPr>
          <p:nvPr/>
        </p:nvSpPr>
        <p:spPr>
          <a:xfrm>
            <a:off x="5356991" y="4414345"/>
            <a:ext cx="492672" cy="492672"/>
          </a:xfrm>
          <a:prstGeom prst="rect">
            <a:avLst/>
          </a:prstGeom>
          <a:solidFill>
            <a:srgbClr val="FF6B6B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8485_1">
            <a:extLst>
              <a:ext uri="{FF2B5EF4-FFF2-40B4-BE49-F238E27FC236}">
                <a16:creationId xmlns:a16="http://schemas.microsoft.com/office/drawing/2014/main" id="{35EA7DA0-9C76-4991-8A27-FCADF1F2CB28}"/>
              </a:ext>
            </a:extLst>
          </p:cNvPr>
          <p:cNvSpPr>
            <a:spLocks noGrp="1"/>
          </p:cNvSpPr>
          <p:nvPr/>
        </p:nvSpPr>
        <p:spPr>
          <a:xfrm>
            <a:off x="5849664" y="4414345"/>
            <a:ext cx="492672" cy="492672"/>
          </a:xfrm>
          <a:prstGeom prst="rect">
            <a:avLst/>
          </a:prstGeom>
          <a:solidFill>
            <a:srgbClr val="FF6B6B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8486_1">
            <a:extLst>
              <a:ext uri="{FF2B5EF4-FFF2-40B4-BE49-F238E27FC236}">
                <a16:creationId xmlns:a16="http://schemas.microsoft.com/office/drawing/2014/main" id="{A918B647-2146-435B-9134-177C5CF6551F}"/>
              </a:ext>
            </a:extLst>
          </p:cNvPr>
          <p:cNvSpPr>
            <a:spLocks noGrp="1"/>
          </p:cNvSpPr>
          <p:nvPr/>
        </p:nvSpPr>
        <p:spPr>
          <a:xfrm>
            <a:off x="6342336" y="4414345"/>
            <a:ext cx="492672" cy="492672"/>
          </a:xfrm>
          <a:prstGeom prst="rect">
            <a:avLst/>
          </a:prstGeom>
          <a:solidFill>
            <a:srgbClr val="FF6B6B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to8487_0_1">
            <a:extLst>
              <a:ext uri="{FF2B5EF4-FFF2-40B4-BE49-F238E27FC236}">
                <a16:creationId xmlns:a16="http://schemas.microsoft.com/office/drawing/2014/main" id="{6B2F514C-0514-4DE4-B62E-8939C79165FA}"/>
              </a:ext>
            </a:extLst>
          </p:cNvPr>
          <p:cNvSpPr>
            <a:spLocks noGrp="1"/>
          </p:cNvSpPr>
          <p:nvPr/>
        </p:nvSpPr>
        <p:spPr>
          <a:xfrm>
            <a:off x="4523079" y="5189663"/>
            <a:ext cx="3164893" cy="5466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443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443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3443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Covers: 3 x 3</a:t>
            </a:r>
          </a:p>
        </p:txBody>
      </p:sp>
      <p:sp>
        <p:nvSpPr>
          <p:cNvPr id="15" name="anim_to8501_0_1">
            <a:extLst>
              <a:ext uri="{FF2B5EF4-FFF2-40B4-BE49-F238E27FC236}">
                <a16:creationId xmlns:a16="http://schemas.microsoft.com/office/drawing/2014/main" id="{AC937FD5-CAED-4677-8AAD-5915E2D7BB2B}"/>
              </a:ext>
            </a:extLst>
          </p:cNvPr>
          <p:cNvSpPr>
            <a:spLocks noGrp="1"/>
          </p:cNvSpPr>
          <p:nvPr/>
        </p:nvSpPr>
        <p:spPr>
          <a:xfrm>
            <a:off x="4325912" y="5750506"/>
            <a:ext cx="3559225" cy="61558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878" b="0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878" b="0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pPr>
            <a:r>
              <a:rPr sz="3878" b="0">
                <a:solidFill>
                  <a:srgbClr val="DDDDDD"/>
                </a:solidFill>
                <a:latin typeface="Consolas"/>
                <a:ea typeface="Consolas"/>
                <a:cs typeface="Consolas"/>
              </a:rPr>
              <a:t>Parameters: 9</a:t>
            </a:r>
          </a:p>
        </p:txBody>
      </p:sp>
      <p:sp>
        <p:nvSpPr>
          <p:cNvPr id="16" name="anim_o8529_1">
            <a:extLst>
              <a:ext uri="{FF2B5EF4-FFF2-40B4-BE49-F238E27FC236}">
                <a16:creationId xmlns:a16="http://schemas.microsoft.com/office/drawing/2014/main" id="{BA66744D-8DA5-4935-8F70-8A86EF10491E}"/>
              </a:ext>
            </a:extLst>
          </p:cNvPr>
          <p:cNvSpPr>
            <a:spLocks noGrp="1"/>
          </p:cNvSpPr>
          <p:nvPr/>
        </p:nvSpPr>
        <p:spPr>
          <a:xfrm>
            <a:off x="4663813" y="1719923"/>
            <a:ext cx="572875" cy="572875"/>
          </a:xfrm>
          <a:prstGeom prst="rect">
            <a:avLst/>
          </a:prstGeom>
          <a:solidFill>
            <a:srgbClr val="90EE90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8530_1">
            <a:extLst>
              <a:ext uri="{FF2B5EF4-FFF2-40B4-BE49-F238E27FC236}">
                <a16:creationId xmlns:a16="http://schemas.microsoft.com/office/drawing/2014/main" id="{21D3EF49-CA65-45B3-B5C0-2DD89F46B5DA}"/>
              </a:ext>
            </a:extLst>
          </p:cNvPr>
          <p:cNvSpPr>
            <a:spLocks noGrp="1"/>
          </p:cNvSpPr>
          <p:nvPr/>
        </p:nvSpPr>
        <p:spPr>
          <a:xfrm>
            <a:off x="5236688" y="1719923"/>
            <a:ext cx="572875" cy="572875"/>
          </a:xfrm>
          <a:prstGeom prst="rect">
            <a:avLst/>
          </a:prstGeom>
          <a:solidFill>
            <a:srgbClr val="222222">
              <a:alpha val="25000"/>
            </a:srgbClr>
          </a:solidFill>
          <a:ln w="635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8531_1">
            <a:extLst>
              <a:ext uri="{FF2B5EF4-FFF2-40B4-BE49-F238E27FC236}">
                <a16:creationId xmlns:a16="http://schemas.microsoft.com/office/drawing/2014/main" id="{4E269D33-31DF-4044-94C4-123CC39AE174}"/>
              </a:ext>
            </a:extLst>
          </p:cNvPr>
          <p:cNvSpPr>
            <a:spLocks noGrp="1"/>
          </p:cNvSpPr>
          <p:nvPr/>
        </p:nvSpPr>
        <p:spPr>
          <a:xfrm>
            <a:off x="5809563" y="1719923"/>
            <a:ext cx="572875" cy="572875"/>
          </a:xfrm>
          <a:prstGeom prst="rect">
            <a:avLst/>
          </a:prstGeom>
          <a:solidFill>
            <a:srgbClr val="90EE90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8532_1">
            <a:extLst>
              <a:ext uri="{FF2B5EF4-FFF2-40B4-BE49-F238E27FC236}">
                <a16:creationId xmlns:a16="http://schemas.microsoft.com/office/drawing/2014/main" id="{A56CD6AA-E23F-4340-A791-BC193B2A9063}"/>
              </a:ext>
            </a:extLst>
          </p:cNvPr>
          <p:cNvSpPr>
            <a:spLocks noGrp="1"/>
          </p:cNvSpPr>
          <p:nvPr/>
        </p:nvSpPr>
        <p:spPr>
          <a:xfrm>
            <a:off x="6382437" y="1719923"/>
            <a:ext cx="572875" cy="572875"/>
          </a:xfrm>
          <a:prstGeom prst="rect">
            <a:avLst/>
          </a:prstGeom>
          <a:solidFill>
            <a:srgbClr val="222222">
              <a:alpha val="25000"/>
            </a:srgbClr>
          </a:solidFill>
          <a:ln w="635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8533_1">
            <a:extLst>
              <a:ext uri="{FF2B5EF4-FFF2-40B4-BE49-F238E27FC236}">
                <a16:creationId xmlns:a16="http://schemas.microsoft.com/office/drawing/2014/main" id="{F3E79FE5-2EB7-46BC-A0A5-55938A24868C}"/>
              </a:ext>
            </a:extLst>
          </p:cNvPr>
          <p:cNvSpPr>
            <a:spLocks noGrp="1"/>
          </p:cNvSpPr>
          <p:nvPr/>
        </p:nvSpPr>
        <p:spPr>
          <a:xfrm>
            <a:off x="6955312" y="1719923"/>
            <a:ext cx="572875" cy="572875"/>
          </a:xfrm>
          <a:prstGeom prst="rect">
            <a:avLst/>
          </a:prstGeom>
          <a:solidFill>
            <a:srgbClr val="90EE90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8534_1">
            <a:extLst>
              <a:ext uri="{FF2B5EF4-FFF2-40B4-BE49-F238E27FC236}">
                <a16:creationId xmlns:a16="http://schemas.microsoft.com/office/drawing/2014/main" id="{DF25A972-4651-443B-ACC3-54B6F2D5871D}"/>
              </a:ext>
            </a:extLst>
          </p:cNvPr>
          <p:cNvSpPr>
            <a:spLocks noGrp="1"/>
          </p:cNvSpPr>
          <p:nvPr/>
        </p:nvSpPr>
        <p:spPr>
          <a:xfrm>
            <a:off x="4663813" y="2292798"/>
            <a:ext cx="572875" cy="572875"/>
          </a:xfrm>
          <a:prstGeom prst="rect">
            <a:avLst/>
          </a:prstGeom>
          <a:solidFill>
            <a:srgbClr val="222222">
              <a:alpha val="25000"/>
            </a:srgbClr>
          </a:solidFill>
          <a:ln w="635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8535_1">
            <a:extLst>
              <a:ext uri="{FF2B5EF4-FFF2-40B4-BE49-F238E27FC236}">
                <a16:creationId xmlns:a16="http://schemas.microsoft.com/office/drawing/2014/main" id="{92A07632-6CEB-410D-8B03-615B4E5C70ED}"/>
              </a:ext>
            </a:extLst>
          </p:cNvPr>
          <p:cNvSpPr>
            <a:spLocks noGrp="1"/>
          </p:cNvSpPr>
          <p:nvPr/>
        </p:nvSpPr>
        <p:spPr>
          <a:xfrm>
            <a:off x="5236688" y="2292798"/>
            <a:ext cx="572875" cy="572875"/>
          </a:xfrm>
          <a:prstGeom prst="rect">
            <a:avLst/>
          </a:prstGeom>
          <a:solidFill>
            <a:srgbClr val="222222">
              <a:alpha val="25000"/>
            </a:srgbClr>
          </a:solidFill>
          <a:ln w="635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8536_1">
            <a:extLst>
              <a:ext uri="{FF2B5EF4-FFF2-40B4-BE49-F238E27FC236}">
                <a16:creationId xmlns:a16="http://schemas.microsoft.com/office/drawing/2014/main" id="{2B20052E-1892-4A02-BB05-3CBA2BE3FF63}"/>
              </a:ext>
            </a:extLst>
          </p:cNvPr>
          <p:cNvSpPr>
            <a:spLocks noGrp="1"/>
          </p:cNvSpPr>
          <p:nvPr/>
        </p:nvSpPr>
        <p:spPr>
          <a:xfrm>
            <a:off x="5809563" y="2292798"/>
            <a:ext cx="572875" cy="572875"/>
          </a:xfrm>
          <a:prstGeom prst="rect">
            <a:avLst/>
          </a:prstGeom>
          <a:solidFill>
            <a:srgbClr val="222222">
              <a:alpha val="25000"/>
            </a:srgbClr>
          </a:solidFill>
          <a:ln w="635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8537_1">
            <a:extLst>
              <a:ext uri="{FF2B5EF4-FFF2-40B4-BE49-F238E27FC236}">
                <a16:creationId xmlns:a16="http://schemas.microsoft.com/office/drawing/2014/main" id="{8E2532E4-9995-4B56-A0C9-88BFABBD5D05}"/>
              </a:ext>
            </a:extLst>
          </p:cNvPr>
          <p:cNvSpPr>
            <a:spLocks noGrp="1"/>
          </p:cNvSpPr>
          <p:nvPr/>
        </p:nvSpPr>
        <p:spPr>
          <a:xfrm>
            <a:off x="6382437" y="2292798"/>
            <a:ext cx="572875" cy="572875"/>
          </a:xfrm>
          <a:prstGeom prst="rect">
            <a:avLst/>
          </a:prstGeom>
          <a:solidFill>
            <a:srgbClr val="222222">
              <a:alpha val="25000"/>
            </a:srgbClr>
          </a:solidFill>
          <a:ln w="635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8538_1">
            <a:extLst>
              <a:ext uri="{FF2B5EF4-FFF2-40B4-BE49-F238E27FC236}">
                <a16:creationId xmlns:a16="http://schemas.microsoft.com/office/drawing/2014/main" id="{6F70E0F4-752F-4960-B969-3D477A3EA74D}"/>
              </a:ext>
            </a:extLst>
          </p:cNvPr>
          <p:cNvSpPr>
            <a:spLocks noGrp="1"/>
          </p:cNvSpPr>
          <p:nvPr/>
        </p:nvSpPr>
        <p:spPr>
          <a:xfrm>
            <a:off x="6955312" y="2292798"/>
            <a:ext cx="572875" cy="572875"/>
          </a:xfrm>
          <a:prstGeom prst="rect">
            <a:avLst/>
          </a:prstGeom>
          <a:solidFill>
            <a:srgbClr val="222222">
              <a:alpha val="25000"/>
            </a:srgbClr>
          </a:solidFill>
          <a:ln w="635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8539_1">
            <a:extLst>
              <a:ext uri="{FF2B5EF4-FFF2-40B4-BE49-F238E27FC236}">
                <a16:creationId xmlns:a16="http://schemas.microsoft.com/office/drawing/2014/main" id="{33C6F764-011E-4C19-875F-0706A23CD708}"/>
              </a:ext>
            </a:extLst>
          </p:cNvPr>
          <p:cNvSpPr>
            <a:spLocks noGrp="1"/>
          </p:cNvSpPr>
          <p:nvPr/>
        </p:nvSpPr>
        <p:spPr>
          <a:xfrm>
            <a:off x="4663813" y="2865673"/>
            <a:ext cx="572875" cy="572875"/>
          </a:xfrm>
          <a:prstGeom prst="rect">
            <a:avLst/>
          </a:prstGeom>
          <a:solidFill>
            <a:srgbClr val="90EE90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8540_1">
            <a:extLst>
              <a:ext uri="{FF2B5EF4-FFF2-40B4-BE49-F238E27FC236}">
                <a16:creationId xmlns:a16="http://schemas.microsoft.com/office/drawing/2014/main" id="{B59333B4-773D-43F4-AA52-EB6893D258D0}"/>
              </a:ext>
            </a:extLst>
          </p:cNvPr>
          <p:cNvSpPr>
            <a:spLocks noGrp="1"/>
          </p:cNvSpPr>
          <p:nvPr/>
        </p:nvSpPr>
        <p:spPr>
          <a:xfrm>
            <a:off x="5236688" y="2865673"/>
            <a:ext cx="572875" cy="572875"/>
          </a:xfrm>
          <a:prstGeom prst="rect">
            <a:avLst/>
          </a:prstGeom>
          <a:solidFill>
            <a:srgbClr val="222222">
              <a:alpha val="25000"/>
            </a:srgbClr>
          </a:solidFill>
          <a:ln w="635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8541_1">
            <a:extLst>
              <a:ext uri="{FF2B5EF4-FFF2-40B4-BE49-F238E27FC236}">
                <a16:creationId xmlns:a16="http://schemas.microsoft.com/office/drawing/2014/main" id="{C404C382-7B5F-4778-B03E-4C16C6F45DFF}"/>
              </a:ext>
            </a:extLst>
          </p:cNvPr>
          <p:cNvSpPr>
            <a:spLocks noGrp="1"/>
          </p:cNvSpPr>
          <p:nvPr/>
        </p:nvSpPr>
        <p:spPr>
          <a:xfrm>
            <a:off x="5809563" y="2865673"/>
            <a:ext cx="572875" cy="572875"/>
          </a:xfrm>
          <a:prstGeom prst="rect">
            <a:avLst/>
          </a:prstGeom>
          <a:solidFill>
            <a:srgbClr val="90EE90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8542_1">
            <a:extLst>
              <a:ext uri="{FF2B5EF4-FFF2-40B4-BE49-F238E27FC236}">
                <a16:creationId xmlns:a16="http://schemas.microsoft.com/office/drawing/2014/main" id="{3E55524F-F3A7-4E62-BE15-E000802BE5F4}"/>
              </a:ext>
            </a:extLst>
          </p:cNvPr>
          <p:cNvSpPr>
            <a:spLocks noGrp="1"/>
          </p:cNvSpPr>
          <p:nvPr/>
        </p:nvSpPr>
        <p:spPr>
          <a:xfrm>
            <a:off x="6382437" y="2865673"/>
            <a:ext cx="572875" cy="572875"/>
          </a:xfrm>
          <a:prstGeom prst="rect">
            <a:avLst/>
          </a:prstGeom>
          <a:solidFill>
            <a:srgbClr val="222222">
              <a:alpha val="25000"/>
            </a:srgbClr>
          </a:solidFill>
          <a:ln w="635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8543_1">
            <a:extLst>
              <a:ext uri="{FF2B5EF4-FFF2-40B4-BE49-F238E27FC236}">
                <a16:creationId xmlns:a16="http://schemas.microsoft.com/office/drawing/2014/main" id="{D526CBB7-5D72-448D-96F7-510DA7B39197}"/>
              </a:ext>
            </a:extLst>
          </p:cNvPr>
          <p:cNvSpPr>
            <a:spLocks noGrp="1"/>
          </p:cNvSpPr>
          <p:nvPr/>
        </p:nvSpPr>
        <p:spPr>
          <a:xfrm>
            <a:off x="6955312" y="2865673"/>
            <a:ext cx="572875" cy="572875"/>
          </a:xfrm>
          <a:prstGeom prst="rect">
            <a:avLst/>
          </a:prstGeom>
          <a:solidFill>
            <a:srgbClr val="90EE90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8544_1">
            <a:extLst>
              <a:ext uri="{FF2B5EF4-FFF2-40B4-BE49-F238E27FC236}">
                <a16:creationId xmlns:a16="http://schemas.microsoft.com/office/drawing/2014/main" id="{413F8056-27BA-4A98-8983-E0F98819559E}"/>
              </a:ext>
            </a:extLst>
          </p:cNvPr>
          <p:cNvSpPr>
            <a:spLocks noGrp="1"/>
          </p:cNvSpPr>
          <p:nvPr/>
        </p:nvSpPr>
        <p:spPr>
          <a:xfrm>
            <a:off x="4663813" y="3438548"/>
            <a:ext cx="572875" cy="572875"/>
          </a:xfrm>
          <a:prstGeom prst="rect">
            <a:avLst/>
          </a:prstGeom>
          <a:solidFill>
            <a:srgbClr val="222222">
              <a:alpha val="25000"/>
            </a:srgbClr>
          </a:solidFill>
          <a:ln w="635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8545_1">
            <a:extLst>
              <a:ext uri="{FF2B5EF4-FFF2-40B4-BE49-F238E27FC236}">
                <a16:creationId xmlns:a16="http://schemas.microsoft.com/office/drawing/2014/main" id="{5815C188-C55E-45E7-B060-FC64740941D0}"/>
              </a:ext>
            </a:extLst>
          </p:cNvPr>
          <p:cNvSpPr>
            <a:spLocks noGrp="1"/>
          </p:cNvSpPr>
          <p:nvPr/>
        </p:nvSpPr>
        <p:spPr>
          <a:xfrm>
            <a:off x="5236688" y="3438548"/>
            <a:ext cx="572875" cy="572875"/>
          </a:xfrm>
          <a:prstGeom prst="rect">
            <a:avLst/>
          </a:prstGeom>
          <a:solidFill>
            <a:srgbClr val="222222">
              <a:alpha val="25000"/>
            </a:srgbClr>
          </a:solidFill>
          <a:ln w="635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8546_1">
            <a:extLst>
              <a:ext uri="{FF2B5EF4-FFF2-40B4-BE49-F238E27FC236}">
                <a16:creationId xmlns:a16="http://schemas.microsoft.com/office/drawing/2014/main" id="{7013842E-6E05-4C59-BDEC-6589DAE48DEA}"/>
              </a:ext>
            </a:extLst>
          </p:cNvPr>
          <p:cNvSpPr>
            <a:spLocks noGrp="1"/>
          </p:cNvSpPr>
          <p:nvPr/>
        </p:nvSpPr>
        <p:spPr>
          <a:xfrm>
            <a:off x="5809563" y="3438548"/>
            <a:ext cx="572875" cy="572875"/>
          </a:xfrm>
          <a:prstGeom prst="rect">
            <a:avLst/>
          </a:prstGeom>
          <a:solidFill>
            <a:srgbClr val="222222">
              <a:alpha val="25000"/>
            </a:srgbClr>
          </a:solidFill>
          <a:ln w="635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8547_1">
            <a:extLst>
              <a:ext uri="{FF2B5EF4-FFF2-40B4-BE49-F238E27FC236}">
                <a16:creationId xmlns:a16="http://schemas.microsoft.com/office/drawing/2014/main" id="{F83EC64A-B774-40FB-A1F2-4382D8A0E55B}"/>
              </a:ext>
            </a:extLst>
          </p:cNvPr>
          <p:cNvSpPr>
            <a:spLocks noGrp="1"/>
          </p:cNvSpPr>
          <p:nvPr/>
        </p:nvSpPr>
        <p:spPr>
          <a:xfrm>
            <a:off x="6382437" y="3438548"/>
            <a:ext cx="572875" cy="572875"/>
          </a:xfrm>
          <a:prstGeom prst="rect">
            <a:avLst/>
          </a:prstGeom>
          <a:solidFill>
            <a:srgbClr val="222222">
              <a:alpha val="25000"/>
            </a:srgbClr>
          </a:solidFill>
          <a:ln w="635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8548_1">
            <a:extLst>
              <a:ext uri="{FF2B5EF4-FFF2-40B4-BE49-F238E27FC236}">
                <a16:creationId xmlns:a16="http://schemas.microsoft.com/office/drawing/2014/main" id="{B679A788-0926-4063-9C71-B1C34210FE39}"/>
              </a:ext>
            </a:extLst>
          </p:cNvPr>
          <p:cNvSpPr>
            <a:spLocks noGrp="1"/>
          </p:cNvSpPr>
          <p:nvPr/>
        </p:nvSpPr>
        <p:spPr>
          <a:xfrm>
            <a:off x="6955312" y="3438548"/>
            <a:ext cx="572875" cy="572875"/>
          </a:xfrm>
          <a:prstGeom prst="rect">
            <a:avLst/>
          </a:prstGeom>
          <a:solidFill>
            <a:srgbClr val="222222">
              <a:alpha val="25000"/>
            </a:srgbClr>
          </a:solidFill>
          <a:ln w="635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8549_1">
            <a:extLst>
              <a:ext uri="{FF2B5EF4-FFF2-40B4-BE49-F238E27FC236}">
                <a16:creationId xmlns:a16="http://schemas.microsoft.com/office/drawing/2014/main" id="{711B7824-3263-4D8A-B9C3-6D1627EFF4D6}"/>
              </a:ext>
            </a:extLst>
          </p:cNvPr>
          <p:cNvSpPr>
            <a:spLocks noGrp="1"/>
          </p:cNvSpPr>
          <p:nvPr/>
        </p:nvSpPr>
        <p:spPr>
          <a:xfrm>
            <a:off x="4663813" y="4011423"/>
            <a:ext cx="572875" cy="572875"/>
          </a:xfrm>
          <a:prstGeom prst="rect">
            <a:avLst/>
          </a:prstGeom>
          <a:solidFill>
            <a:srgbClr val="90EE90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8550_1">
            <a:extLst>
              <a:ext uri="{FF2B5EF4-FFF2-40B4-BE49-F238E27FC236}">
                <a16:creationId xmlns:a16="http://schemas.microsoft.com/office/drawing/2014/main" id="{76BA3531-1268-445D-B836-4B5EB19AE0E6}"/>
              </a:ext>
            </a:extLst>
          </p:cNvPr>
          <p:cNvSpPr>
            <a:spLocks noGrp="1"/>
          </p:cNvSpPr>
          <p:nvPr/>
        </p:nvSpPr>
        <p:spPr>
          <a:xfrm>
            <a:off x="5236688" y="4011423"/>
            <a:ext cx="572875" cy="572875"/>
          </a:xfrm>
          <a:prstGeom prst="rect">
            <a:avLst/>
          </a:prstGeom>
          <a:solidFill>
            <a:srgbClr val="222222">
              <a:alpha val="25000"/>
            </a:srgbClr>
          </a:solidFill>
          <a:ln w="635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8551_1">
            <a:extLst>
              <a:ext uri="{FF2B5EF4-FFF2-40B4-BE49-F238E27FC236}">
                <a16:creationId xmlns:a16="http://schemas.microsoft.com/office/drawing/2014/main" id="{C93D06A9-E07D-4030-86F3-565EB6A82248}"/>
              </a:ext>
            </a:extLst>
          </p:cNvPr>
          <p:cNvSpPr>
            <a:spLocks noGrp="1"/>
          </p:cNvSpPr>
          <p:nvPr/>
        </p:nvSpPr>
        <p:spPr>
          <a:xfrm>
            <a:off x="5809563" y="4011423"/>
            <a:ext cx="572875" cy="572875"/>
          </a:xfrm>
          <a:prstGeom prst="rect">
            <a:avLst/>
          </a:prstGeom>
          <a:solidFill>
            <a:srgbClr val="90EE90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8552_1">
            <a:extLst>
              <a:ext uri="{FF2B5EF4-FFF2-40B4-BE49-F238E27FC236}">
                <a16:creationId xmlns:a16="http://schemas.microsoft.com/office/drawing/2014/main" id="{85D2BADB-F954-41AD-B733-526C942D3842}"/>
              </a:ext>
            </a:extLst>
          </p:cNvPr>
          <p:cNvSpPr>
            <a:spLocks noGrp="1"/>
          </p:cNvSpPr>
          <p:nvPr/>
        </p:nvSpPr>
        <p:spPr>
          <a:xfrm>
            <a:off x="6382437" y="4011423"/>
            <a:ext cx="572875" cy="572875"/>
          </a:xfrm>
          <a:prstGeom prst="rect">
            <a:avLst/>
          </a:prstGeom>
          <a:solidFill>
            <a:srgbClr val="222222">
              <a:alpha val="25000"/>
            </a:srgbClr>
          </a:solidFill>
          <a:ln w="635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8553_1">
            <a:extLst>
              <a:ext uri="{FF2B5EF4-FFF2-40B4-BE49-F238E27FC236}">
                <a16:creationId xmlns:a16="http://schemas.microsoft.com/office/drawing/2014/main" id="{3B1F8E60-EC6E-443B-B7F0-A5E15C5839A7}"/>
              </a:ext>
            </a:extLst>
          </p:cNvPr>
          <p:cNvSpPr>
            <a:spLocks noGrp="1"/>
          </p:cNvSpPr>
          <p:nvPr/>
        </p:nvSpPr>
        <p:spPr>
          <a:xfrm>
            <a:off x="6955312" y="4011423"/>
            <a:ext cx="572875" cy="572875"/>
          </a:xfrm>
          <a:prstGeom prst="rect">
            <a:avLst/>
          </a:prstGeom>
          <a:solidFill>
            <a:srgbClr val="90EE90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to8515_0_1">
            <a:extLst>
              <a:ext uri="{FF2B5EF4-FFF2-40B4-BE49-F238E27FC236}">
                <a16:creationId xmlns:a16="http://schemas.microsoft.com/office/drawing/2014/main" id="{5A301E62-DEEA-43A5-AD92-EABD4AE61D49}"/>
              </a:ext>
            </a:extLst>
          </p:cNvPr>
          <p:cNvSpPr>
            <a:spLocks noGrp="1"/>
          </p:cNvSpPr>
          <p:nvPr/>
        </p:nvSpPr>
        <p:spPr>
          <a:xfrm>
            <a:off x="3914863" y="573444"/>
            <a:ext cx="4381324" cy="8225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182" b="1">
                <a:solidFill>
                  <a:srgbClr val="90EE9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182" b="1">
                <a:solidFill>
                  <a:srgbClr val="90EE90"/>
                </a:solidFill>
                <a:latin typeface="Consolas"/>
                <a:ea typeface="Consolas"/>
                <a:cs typeface="Consolas"/>
              </a:defRPr>
            </a:pPr>
            <a:r>
              <a:rPr sz="5182" b="1">
                <a:solidFill>
                  <a:srgbClr val="90EE90"/>
                </a:solidFill>
                <a:latin typeface="Consolas"/>
                <a:ea typeface="Consolas"/>
                <a:cs typeface="Consolas"/>
              </a:rPr>
              <a:t>Dilation = 2</a:t>
            </a:r>
          </a:p>
        </p:txBody>
      </p:sp>
      <p:sp>
        <p:nvSpPr>
          <p:cNvPr id="42" name="anim_to8554_0_1">
            <a:extLst>
              <a:ext uri="{FF2B5EF4-FFF2-40B4-BE49-F238E27FC236}">
                <a16:creationId xmlns:a16="http://schemas.microsoft.com/office/drawing/2014/main" id="{2EBE7994-2A3B-44D4-9F2B-26E92CFBC26C}"/>
              </a:ext>
            </a:extLst>
          </p:cNvPr>
          <p:cNvSpPr>
            <a:spLocks noGrp="1"/>
          </p:cNvSpPr>
          <p:nvPr/>
        </p:nvSpPr>
        <p:spPr>
          <a:xfrm>
            <a:off x="4268572" y="4911685"/>
            <a:ext cx="3673905" cy="6356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004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004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4004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Covers: 5 x 5</a:t>
            </a:r>
          </a:p>
        </p:txBody>
      </p:sp>
      <p:sp>
        <p:nvSpPr>
          <p:cNvPr id="43" name="anim_to8568_0_1">
            <a:extLst>
              <a:ext uri="{FF2B5EF4-FFF2-40B4-BE49-F238E27FC236}">
                <a16:creationId xmlns:a16="http://schemas.microsoft.com/office/drawing/2014/main" id="{965C40CA-DA23-4CA8-9BD4-11B52DE7DE15}"/>
              </a:ext>
            </a:extLst>
          </p:cNvPr>
          <p:cNvSpPr>
            <a:spLocks noGrp="1"/>
          </p:cNvSpPr>
          <p:nvPr/>
        </p:nvSpPr>
        <p:spPr>
          <a:xfrm>
            <a:off x="3649768" y="5666082"/>
            <a:ext cx="4911515" cy="52742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322" b="0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322" b="0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pPr>
            <a:r>
              <a:rPr sz="3322" b="0">
                <a:solidFill>
                  <a:srgbClr val="DDDDDD"/>
                </a:solidFill>
                <a:latin typeface="Consolas"/>
                <a:ea typeface="Consolas"/>
                <a:cs typeface="Consolas"/>
              </a:rPr>
              <a:t>Parameters: 9 (same!)</a:t>
            </a:r>
          </a:p>
        </p:txBody>
      </p:sp>
      <p:sp>
        <p:nvSpPr>
          <p:cNvPr id="44" name="anim_o8604_1">
            <a:extLst>
              <a:ext uri="{FF2B5EF4-FFF2-40B4-BE49-F238E27FC236}">
                <a16:creationId xmlns:a16="http://schemas.microsoft.com/office/drawing/2014/main" id="{E0322713-6BD5-479E-BE2C-0B0383139861}"/>
              </a:ext>
            </a:extLst>
          </p:cNvPr>
          <p:cNvSpPr>
            <a:spLocks noGrp="1"/>
          </p:cNvSpPr>
          <p:nvPr/>
        </p:nvSpPr>
        <p:spPr>
          <a:xfrm>
            <a:off x="4391697" y="1543287"/>
            <a:ext cx="486944" cy="486944"/>
          </a:xfrm>
          <a:prstGeom prst="rect">
            <a:avLst/>
          </a:prstGeom>
          <a:solidFill>
            <a:srgbClr val="DDA0DD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8605_1">
            <a:extLst>
              <a:ext uri="{FF2B5EF4-FFF2-40B4-BE49-F238E27FC236}">
                <a16:creationId xmlns:a16="http://schemas.microsoft.com/office/drawing/2014/main" id="{11D082F5-1776-4523-8CEF-DCC0426DC9C0}"/>
              </a:ext>
            </a:extLst>
          </p:cNvPr>
          <p:cNvSpPr>
            <a:spLocks noGrp="1"/>
          </p:cNvSpPr>
          <p:nvPr/>
        </p:nvSpPr>
        <p:spPr>
          <a:xfrm>
            <a:off x="4878641" y="1543287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8606_1">
            <a:extLst>
              <a:ext uri="{FF2B5EF4-FFF2-40B4-BE49-F238E27FC236}">
                <a16:creationId xmlns:a16="http://schemas.microsoft.com/office/drawing/2014/main" id="{D74512B0-4C3B-4C8C-BDDC-EB6EE85E85BF}"/>
              </a:ext>
            </a:extLst>
          </p:cNvPr>
          <p:cNvSpPr>
            <a:spLocks noGrp="1"/>
          </p:cNvSpPr>
          <p:nvPr/>
        </p:nvSpPr>
        <p:spPr>
          <a:xfrm>
            <a:off x="5365585" y="1543287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8607_1">
            <a:extLst>
              <a:ext uri="{FF2B5EF4-FFF2-40B4-BE49-F238E27FC236}">
                <a16:creationId xmlns:a16="http://schemas.microsoft.com/office/drawing/2014/main" id="{3B3800E4-01B9-4529-9C69-B91D947F350B}"/>
              </a:ext>
            </a:extLst>
          </p:cNvPr>
          <p:cNvSpPr>
            <a:spLocks noGrp="1"/>
          </p:cNvSpPr>
          <p:nvPr/>
        </p:nvSpPr>
        <p:spPr>
          <a:xfrm>
            <a:off x="5852528" y="1543287"/>
            <a:ext cx="486944" cy="486944"/>
          </a:xfrm>
          <a:prstGeom prst="rect">
            <a:avLst/>
          </a:prstGeom>
          <a:solidFill>
            <a:srgbClr val="DDA0DD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8608_1">
            <a:extLst>
              <a:ext uri="{FF2B5EF4-FFF2-40B4-BE49-F238E27FC236}">
                <a16:creationId xmlns:a16="http://schemas.microsoft.com/office/drawing/2014/main" id="{F23ED397-6E9E-41B3-AACF-CFD89713CDD0}"/>
              </a:ext>
            </a:extLst>
          </p:cNvPr>
          <p:cNvSpPr>
            <a:spLocks noGrp="1"/>
          </p:cNvSpPr>
          <p:nvPr/>
        </p:nvSpPr>
        <p:spPr>
          <a:xfrm>
            <a:off x="6339472" y="1543287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8609_1">
            <a:extLst>
              <a:ext uri="{FF2B5EF4-FFF2-40B4-BE49-F238E27FC236}">
                <a16:creationId xmlns:a16="http://schemas.microsoft.com/office/drawing/2014/main" id="{9F2F3280-0E4E-414D-9F56-32E0C62B4C1D}"/>
              </a:ext>
            </a:extLst>
          </p:cNvPr>
          <p:cNvSpPr>
            <a:spLocks noGrp="1"/>
          </p:cNvSpPr>
          <p:nvPr/>
        </p:nvSpPr>
        <p:spPr>
          <a:xfrm>
            <a:off x="6826415" y="1543287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8610_1">
            <a:extLst>
              <a:ext uri="{FF2B5EF4-FFF2-40B4-BE49-F238E27FC236}">
                <a16:creationId xmlns:a16="http://schemas.microsoft.com/office/drawing/2014/main" id="{B12F1DEC-64AA-45C9-8FB4-2AE82747DC05}"/>
              </a:ext>
            </a:extLst>
          </p:cNvPr>
          <p:cNvSpPr>
            <a:spLocks noGrp="1"/>
          </p:cNvSpPr>
          <p:nvPr/>
        </p:nvSpPr>
        <p:spPr>
          <a:xfrm>
            <a:off x="7313359" y="1543287"/>
            <a:ext cx="486944" cy="486944"/>
          </a:xfrm>
          <a:prstGeom prst="rect">
            <a:avLst/>
          </a:prstGeom>
          <a:solidFill>
            <a:srgbClr val="DDA0DD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8611_1">
            <a:extLst>
              <a:ext uri="{FF2B5EF4-FFF2-40B4-BE49-F238E27FC236}">
                <a16:creationId xmlns:a16="http://schemas.microsoft.com/office/drawing/2014/main" id="{AE12FC17-1A7C-41CB-A3E8-F9830965BE0B}"/>
              </a:ext>
            </a:extLst>
          </p:cNvPr>
          <p:cNvSpPr>
            <a:spLocks noGrp="1"/>
          </p:cNvSpPr>
          <p:nvPr/>
        </p:nvSpPr>
        <p:spPr>
          <a:xfrm>
            <a:off x="4391697" y="2030230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8612_1">
            <a:extLst>
              <a:ext uri="{FF2B5EF4-FFF2-40B4-BE49-F238E27FC236}">
                <a16:creationId xmlns:a16="http://schemas.microsoft.com/office/drawing/2014/main" id="{D9D41EF4-96AC-429E-880B-5394B4C693FE}"/>
              </a:ext>
            </a:extLst>
          </p:cNvPr>
          <p:cNvSpPr>
            <a:spLocks noGrp="1"/>
          </p:cNvSpPr>
          <p:nvPr/>
        </p:nvSpPr>
        <p:spPr>
          <a:xfrm>
            <a:off x="4878641" y="2030230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o8613_1">
            <a:extLst>
              <a:ext uri="{FF2B5EF4-FFF2-40B4-BE49-F238E27FC236}">
                <a16:creationId xmlns:a16="http://schemas.microsoft.com/office/drawing/2014/main" id="{A0875BBF-0379-48FC-95F0-1B2CB3A99DDE}"/>
              </a:ext>
            </a:extLst>
          </p:cNvPr>
          <p:cNvSpPr>
            <a:spLocks noGrp="1"/>
          </p:cNvSpPr>
          <p:nvPr/>
        </p:nvSpPr>
        <p:spPr>
          <a:xfrm>
            <a:off x="5365585" y="2030230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4" name="anim_o8614_1">
            <a:extLst>
              <a:ext uri="{FF2B5EF4-FFF2-40B4-BE49-F238E27FC236}">
                <a16:creationId xmlns:a16="http://schemas.microsoft.com/office/drawing/2014/main" id="{62E9F41F-A025-43D8-A101-5045E45448A5}"/>
              </a:ext>
            </a:extLst>
          </p:cNvPr>
          <p:cNvSpPr>
            <a:spLocks noGrp="1"/>
          </p:cNvSpPr>
          <p:nvPr/>
        </p:nvSpPr>
        <p:spPr>
          <a:xfrm>
            <a:off x="5852528" y="2030230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5" name="anim_o8615_1">
            <a:extLst>
              <a:ext uri="{FF2B5EF4-FFF2-40B4-BE49-F238E27FC236}">
                <a16:creationId xmlns:a16="http://schemas.microsoft.com/office/drawing/2014/main" id="{B0779170-B7FB-4ACE-9912-899BD80D290E}"/>
              </a:ext>
            </a:extLst>
          </p:cNvPr>
          <p:cNvSpPr>
            <a:spLocks noGrp="1"/>
          </p:cNvSpPr>
          <p:nvPr/>
        </p:nvSpPr>
        <p:spPr>
          <a:xfrm>
            <a:off x="6339472" y="2030230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6" name="anim_o8616_1">
            <a:extLst>
              <a:ext uri="{FF2B5EF4-FFF2-40B4-BE49-F238E27FC236}">
                <a16:creationId xmlns:a16="http://schemas.microsoft.com/office/drawing/2014/main" id="{C41DCF91-7CC7-44BE-8B4C-687D0F36AA1F}"/>
              </a:ext>
            </a:extLst>
          </p:cNvPr>
          <p:cNvSpPr>
            <a:spLocks noGrp="1"/>
          </p:cNvSpPr>
          <p:nvPr/>
        </p:nvSpPr>
        <p:spPr>
          <a:xfrm>
            <a:off x="6826415" y="2030230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7" name="anim_o8617_1">
            <a:extLst>
              <a:ext uri="{FF2B5EF4-FFF2-40B4-BE49-F238E27FC236}">
                <a16:creationId xmlns:a16="http://schemas.microsoft.com/office/drawing/2014/main" id="{D3AB8A70-053E-456F-8C85-CED68D7F4F1C}"/>
              </a:ext>
            </a:extLst>
          </p:cNvPr>
          <p:cNvSpPr>
            <a:spLocks noGrp="1"/>
          </p:cNvSpPr>
          <p:nvPr/>
        </p:nvSpPr>
        <p:spPr>
          <a:xfrm>
            <a:off x="7313359" y="2030230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" name="anim_o8618_1">
            <a:extLst>
              <a:ext uri="{FF2B5EF4-FFF2-40B4-BE49-F238E27FC236}">
                <a16:creationId xmlns:a16="http://schemas.microsoft.com/office/drawing/2014/main" id="{2D2FE00C-8AD8-46A4-B7B1-9060D8F4D74F}"/>
              </a:ext>
            </a:extLst>
          </p:cNvPr>
          <p:cNvSpPr>
            <a:spLocks noGrp="1"/>
          </p:cNvSpPr>
          <p:nvPr/>
        </p:nvSpPr>
        <p:spPr>
          <a:xfrm>
            <a:off x="4391697" y="2517174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o8619_1">
            <a:extLst>
              <a:ext uri="{FF2B5EF4-FFF2-40B4-BE49-F238E27FC236}">
                <a16:creationId xmlns:a16="http://schemas.microsoft.com/office/drawing/2014/main" id="{E7A50677-CFC6-470A-AF14-EC1A95CA8B05}"/>
              </a:ext>
            </a:extLst>
          </p:cNvPr>
          <p:cNvSpPr>
            <a:spLocks noGrp="1"/>
          </p:cNvSpPr>
          <p:nvPr/>
        </p:nvSpPr>
        <p:spPr>
          <a:xfrm>
            <a:off x="4878641" y="2517174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0" name="anim_o8620_1">
            <a:extLst>
              <a:ext uri="{FF2B5EF4-FFF2-40B4-BE49-F238E27FC236}">
                <a16:creationId xmlns:a16="http://schemas.microsoft.com/office/drawing/2014/main" id="{D22F699B-6A17-490A-8D45-1DE819111B38}"/>
              </a:ext>
            </a:extLst>
          </p:cNvPr>
          <p:cNvSpPr>
            <a:spLocks noGrp="1"/>
          </p:cNvSpPr>
          <p:nvPr/>
        </p:nvSpPr>
        <p:spPr>
          <a:xfrm>
            <a:off x="5365585" y="2517174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" name="anim_o8621_1">
            <a:extLst>
              <a:ext uri="{FF2B5EF4-FFF2-40B4-BE49-F238E27FC236}">
                <a16:creationId xmlns:a16="http://schemas.microsoft.com/office/drawing/2014/main" id="{43BA3573-1C18-4CAF-B1EB-D44FECC9DDD8}"/>
              </a:ext>
            </a:extLst>
          </p:cNvPr>
          <p:cNvSpPr>
            <a:spLocks noGrp="1"/>
          </p:cNvSpPr>
          <p:nvPr/>
        </p:nvSpPr>
        <p:spPr>
          <a:xfrm>
            <a:off x="5852528" y="2517174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2" name="anim_o8622_1">
            <a:extLst>
              <a:ext uri="{FF2B5EF4-FFF2-40B4-BE49-F238E27FC236}">
                <a16:creationId xmlns:a16="http://schemas.microsoft.com/office/drawing/2014/main" id="{EF07FD5B-A876-413F-910D-0445AF400D50}"/>
              </a:ext>
            </a:extLst>
          </p:cNvPr>
          <p:cNvSpPr>
            <a:spLocks noGrp="1"/>
          </p:cNvSpPr>
          <p:nvPr/>
        </p:nvSpPr>
        <p:spPr>
          <a:xfrm>
            <a:off x="6339472" y="2517174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3" name="anim_o8623_1">
            <a:extLst>
              <a:ext uri="{FF2B5EF4-FFF2-40B4-BE49-F238E27FC236}">
                <a16:creationId xmlns:a16="http://schemas.microsoft.com/office/drawing/2014/main" id="{54553FA3-FC61-4700-AAA8-1CA3A4529D1E}"/>
              </a:ext>
            </a:extLst>
          </p:cNvPr>
          <p:cNvSpPr>
            <a:spLocks noGrp="1"/>
          </p:cNvSpPr>
          <p:nvPr/>
        </p:nvSpPr>
        <p:spPr>
          <a:xfrm>
            <a:off x="6826415" y="2517174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4" name="anim_o8624_1">
            <a:extLst>
              <a:ext uri="{FF2B5EF4-FFF2-40B4-BE49-F238E27FC236}">
                <a16:creationId xmlns:a16="http://schemas.microsoft.com/office/drawing/2014/main" id="{213C9CCF-9DA9-4950-BB69-8FB0035BA1E8}"/>
              </a:ext>
            </a:extLst>
          </p:cNvPr>
          <p:cNvSpPr>
            <a:spLocks noGrp="1"/>
          </p:cNvSpPr>
          <p:nvPr/>
        </p:nvSpPr>
        <p:spPr>
          <a:xfrm>
            <a:off x="7313359" y="2517174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5" name="anim_o8625_1">
            <a:extLst>
              <a:ext uri="{FF2B5EF4-FFF2-40B4-BE49-F238E27FC236}">
                <a16:creationId xmlns:a16="http://schemas.microsoft.com/office/drawing/2014/main" id="{031F206B-4A5F-46AB-ADD0-4181D5B658C9}"/>
              </a:ext>
            </a:extLst>
          </p:cNvPr>
          <p:cNvSpPr>
            <a:spLocks noGrp="1"/>
          </p:cNvSpPr>
          <p:nvPr/>
        </p:nvSpPr>
        <p:spPr>
          <a:xfrm>
            <a:off x="4391697" y="3004118"/>
            <a:ext cx="486944" cy="486944"/>
          </a:xfrm>
          <a:prstGeom prst="rect">
            <a:avLst/>
          </a:prstGeom>
          <a:solidFill>
            <a:srgbClr val="DDA0DD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6" name="anim_o8626_1">
            <a:extLst>
              <a:ext uri="{FF2B5EF4-FFF2-40B4-BE49-F238E27FC236}">
                <a16:creationId xmlns:a16="http://schemas.microsoft.com/office/drawing/2014/main" id="{CB379ADB-EB48-47C2-972E-FED6B0C3AD1F}"/>
              </a:ext>
            </a:extLst>
          </p:cNvPr>
          <p:cNvSpPr>
            <a:spLocks noGrp="1"/>
          </p:cNvSpPr>
          <p:nvPr/>
        </p:nvSpPr>
        <p:spPr>
          <a:xfrm>
            <a:off x="4878641" y="3004118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7" name="anim_o8627_1">
            <a:extLst>
              <a:ext uri="{FF2B5EF4-FFF2-40B4-BE49-F238E27FC236}">
                <a16:creationId xmlns:a16="http://schemas.microsoft.com/office/drawing/2014/main" id="{F291EA99-F841-4533-BC30-1C7AEA73D297}"/>
              </a:ext>
            </a:extLst>
          </p:cNvPr>
          <p:cNvSpPr>
            <a:spLocks noGrp="1"/>
          </p:cNvSpPr>
          <p:nvPr/>
        </p:nvSpPr>
        <p:spPr>
          <a:xfrm>
            <a:off x="5365585" y="3004118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8" name="anim_o8628_1">
            <a:extLst>
              <a:ext uri="{FF2B5EF4-FFF2-40B4-BE49-F238E27FC236}">
                <a16:creationId xmlns:a16="http://schemas.microsoft.com/office/drawing/2014/main" id="{88C80ECD-9177-4594-8F9E-2F3311AA39F3}"/>
              </a:ext>
            </a:extLst>
          </p:cNvPr>
          <p:cNvSpPr>
            <a:spLocks noGrp="1"/>
          </p:cNvSpPr>
          <p:nvPr/>
        </p:nvSpPr>
        <p:spPr>
          <a:xfrm>
            <a:off x="5852528" y="3004118"/>
            <a:ext cx="486944" cy="486944"/>
          </a:xfrm>
          <a:prstGeom prst="rect">
            <a:avLst/>
          </a:prstGeom>
          <a:solidFill>
            <a:srgbClr val="DDA0DD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9" name="anim_o8629_1">
            <a:extLst>
              <a:ext uri="{FF2B5EF4-FFF2-40B4-BE49-F238E27FC236}">
                <a16:creationId xmlns:a16="http://schemas.microsoft.com/office/drawing/2014/main" id="{C50BA053-7BBF-4D5C-8971-4C850A484899}"/>
              </a:ext>
            </a:extLst>
          </p:cNvPr>
          <p:cNvSpPr>
            <a:spLocks noGrp="1"/>
          </p:cNvSpPr>
          <p:nvPr/>
        </p:nvSpPr>
        <p:spPr>
          <a:xfrm>
            <a:off x="6339472" y="3004118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0" name="anim_o8630_1">
            <a:extLst>
              <a:ext uri="{FF2B5EF4-FFF2-40B4-BE49-F238E27FC236}">
                <a16:creationId xmlns:a16="http://schemas.microsoft.com/office/drawing/2014/main" id="{3EEC2490-6A74-4F54-A81F-446CD1CCE5D4}"/>
              </a:ext>
            </a:extLst>
          </p:cNvPr>
          <p:cNvSpPr>
            <a:spLocks noGrp="1"/>
          </p:cNvSpPr>
          <p:nvPr/>
        </p:nvSpPr>
        <p:spPr>
          <a:xfrm>
            <a:off x="6826415" y="3004118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1" name="anim_o8631_1">
            <a:extLst>
              <a:ext uri="{FF2B5EF4-FFF2-40B4-BE49-F238E27FC236}">
                <a16:creationId xmlns:a16="http://schemas.microsoft.com/office/drawing/2014/main" id="{A4B55218-A77A-448F-B785-B3265A4F4ABB}"/>
              </a:ext>
            </a:extLst>
          </p:cNvPr>
          <p:cNvSpPr>
            <a:spLocks noGrp="1"/>
          </p:cNvSpPr>
          <p:nvPr/>
        </p:nvSpPr>
        <p:spPr>
          <a:xfrm>
            <a:off x="7313359" y="3004118"/>
            <a:ext cx="486944" cy="486944"/>
          </a:xfrm>
          <a:prstGeom prst="rect">
            <a:avLst/>
          </a:prstGeom>
          <a:solidFill>
            <a:srgbClr val="DDA0DD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2" name="anim_o8632_1">
            <a:extLst>
              <a:ext uri="{FF2B5EF4-FFF2-40B4-BE49-F238E27FC236}">
                <a16:creationId xmlns:a16="http://schemas.microsoft.com/office/drawing/2014/main" id="{8B29C294-D986-4D0E-AAEC-83E570E4FA4C}"/>
              </a:ext>
            </a:extLst>
          </p:cNvPr>
          <p:cNvSpPr>
            <a:spLocks noGrp="1"/>
          </p:cNvSpPr>
          <p:nvPr/>
        </p:nvSpPr>
        <p:spPr>
          <a:xfrm>
            <a:off x="4391697" y="3491061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3" name="anim_o8633_1">
            <a:extLst>
              <a:ext uri="{FF2B5EF4-FFF2-40B4-BE49-F238E27FC236}">
                <a16:creationId xmlns:a16="http://schemas.microsoft.com/office/drawing/2014/main" id="{7CBDCB16-EE8C-44AD-B2D9-F14EEF4739AC}"/>
              </a:ext>
            </a:extLst>
          </p:cNvPr>
          <p:cNvSpPr>
            <a:spLocks noGrp="1"/>
          </p:cNvSpPr>
          <p:nvPr/>
        </p:nvSpPr>
        <p:spPr>
          <a:xfrm>
            <a:off x="4878641" y="3491061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4" name="anim_o8634_1">
            <a:extLst>
              <a:ext uri="{FF2B5EF4-FFF2-40B4-BE49-F238E27FC236}">
                <a16:creationId xmlns:a16="http://schemas.microsoft.com/office/drawing/2014/main" id="{D67A6FE4-E21B-4554-972D-A4B6E721A9AD}"/>
              </a:ext>
            </a:extLst>
          </p:cNvPr>
          <p:cNvSpPr>
            <a:spLocks noGrp="1"/>
          </p:cNvSpPr>
          <p:nvPr/>
        </p:nvSpPr>
        <p:spPr>
          <a:xfrm>
            <a:off x="5365585" y="3491061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5" name="anim_o8635_1">
            <a:extLst>
              <a:ext uri="{FF2B5EF4-FFF2-40B4-BE49-F238E27FC236}">
                <a16:creationId xmlns:a16="http://schemas.microsoft.com/office/drawing/2014/main" id="{962B21E6-CD3E-4EBD-8F59-737CC37EBC1E}"/>
              </a:ext>
            </a:extLst>
          </p:cNvPr>
          <p:cNvSpPr>
            <a:spLocks noGrp="1"/>
          </p:cNvSpPr>
          <p:nvPr/>
        </p:nvSpPr>
        <p:spPr>
          <a:xfrm>
            <a:off x="5852528" y="3491061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6" name="anim_o8636_1">
            <a:extLst>
              <a:ext uri="{FF2B5EF4-FFF2-40B4-BE49-F238E27FC236}">
                <a16:creationId xmlns:a16="http://schemas.microsoft.com/office/drawing/2014/main" id="{D865F3FE-8780-4E28-8448-2FD048352C4C}"/>
              </a:ext>
            </a:extLst>
          </p:cNvPr>
          <p:cNvSpPr>
            <a:spLocks noGrp="1"/>
          </p:cNvSpPr>
          <p:nvPr/>
        </p:nvSpPr>
        <p:spPr>
          <a:xfrm>
            <a:off x="6339472" y="3491061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7" name="anim_o8637_1">
            <a:extLst>
              <a:ext uri="{FF2B5EF4-FFF2-40B4-BE49-F238E27FC236}">
                <a16:creationId xmlns:a16="http://schemas.microsoft.com/office/drawing/2014/main" id="{06D86CEA-C832-4890-A57F-62E30E7BB131}"/>
              </a:ext>
            </a:extLst>
          </p:cNvPr>
          <p:cNvSpPr>
            <a:spLocks noGrp="1"/>
          </p:cNvSpPr>
          <p:nvPr/>
        </p:nvSpPr>
        <p:spPr>
          <a:xfrm>
            <a:off x="6826415" y="3491061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8" name="anim_o8638_1">
            <a:extLst>
              <a:ext uri="{FF2B5EF4-FFF2-40B4-BE49-F238E27FC236}">
                <a16:creationId xmlns:a16="http://schemas.microsoft.com/office/drawing/2014/main" id="{76EBC6DB-2900-4441-AB7F-4F40324B4260}"/>
              </a:ext>
            </a:extLst>
          </p:cNvPr>
          <p:cNvSpPr>
            <a:spLocks noGrp="1"/>
          </p:cNvSpPr>
          <p:nvPr/>
        </p:nvSpPr>
        <p:spPr>
          <a:xfrm>
            <a:off x="7313359" y="3491061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9" name="anim_o8639_1">
            <a:extLst>
              <a:ext uri="{FF2B5EF4-FFF2-40B4-BE49-F238E27FC236}">
                <a16:creationId xmlns:a16="http://schemas.microsoft.com/office/drawing/2014/main" id="{8D59056C-C111-456B-9AE7-D4A52420F271}"/>
              </a:ext>
            </a:extLst>
          </p:cNvPr>
          <p:cNvSpPr>
            <a:spLocks noGrp="1"/>
          </p:cNvSpPr>
          <p:nvPr/>
        </p:nvSpPr>
        <p:spPr>
          <a:xfrm>
            <a:off x="4391697" y="3978005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0" name="anim_o8640_1">
            <a:extLst>
              <a:ext uri="{FF2B5EF4-FFF2-40B4-BE49-F238E27FC236}">
                <a16:creationId xmlns:a16="http://schemas.microsoft.com/office/drawing/2014/main" id="{7FE3DEA8-C5C9-42B8-94F7-8C646CF0B7D7}"/>
              </a:ext>
            </a:extLst>
          </p:cNvPr>
          <p:cNvSpPr>
            <a:spLocks noGrp="1"/>
          </p:cNvSpPr>
          <p:nvPr/>
        </p:nvSpPr>
        <p:spPr>
          <a:xfrm>
            <a:off x="4878641" y="3978005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1" name="anim_o8641_1">
            <a:extLst>
              <a:ext uri="{FF2B5EF4-FFF2-40B4-BE49-F238E27FC236}">
                <a16:creationId xmlns:a16="http://schemas.microsoft.com/office/drawing/2014/main" id="{8E539004-519E-4C87-9EED-551DCEDBCEA1}"/>
              </a:ext>
            </a:extLst>
          </p:cNvPr>
          <p:cNvSpPr>
            <a:spLocks noGrp="1"/>
          </p:cNvSpPr>
          <p:nvPr/>
        </p:nvSpPr>
        <p:spPr>
          <a:xfrm>
            <a:off x="5365585" y="3978005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2" name="anim_o8642_1">
            <a:extLst>
              <a:ext uri="{FF2B5EF4-FFF2-40B4-BE49-F238E27FC236}">
                <a16:creationId xmlns:a16="http://schemas.microsoft.com/office/drawing/2014/main" id="{6A197F79-98A8-4BDB-8A67-99980714E73F}"/>
              </a:ext>
            </a:extLst>
          </p:cNvPr>
          <p:cNvSpPr>
            <a:spLocks noGrp="1"/>
          </p:cNvSpPr>
          <p:nvPr/>
        </p:nvSpPr>
        <p:spPr>
          <a:xfrm>
            <a:off x="5852528" y="3978005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3" name="anim_o8643_1">
            <a:extLst>
              <a:ext uri="{FF2B5EF4-FFF2-40B4-BE49-F238E27FC236}">
                <a16:creationId xmlns:a16="http://schemas.microsoft.com/office/drawing/2014/main" id="{13AD3332-1493-4E2F-9E08-8B12CDD0DB31}"/>
              </a:ext>
            </a:extLst>
          </p:cNvPr>
          <p:cNvSpPr>
            <a:spLocks noGrp="1"/>
          </p:cNvSpPr>
          <p:nvPr/>
        </p:nvSpPr>
        <p:spPr>
          <a:xfrm>
            <a:off x="6339472" y="3978005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4" name="anim_o8644_1">
            <a:extLst>
              <a:ext uri="{FF2B5EF4-FFF2-40B4-BE49-F238E27FC236}">
                <a16:creationId xmlns:a16="http://schemas.microsoft.com/office/drawing/2014/main" id="{556DE390-0044-4985-AD64-4A96636294A2}"/>
              </a:ext>
            </a:extLst>
          </p:cNvPr>
          <p:cNvSpPr>
            <a:spLocks noGrp="1"/>
          </p:cNvSpPr>
          <p:nvPr/>
        </p:nvSpPr>
        <p:spPr>
          <a:xfrm>
            <a:off x="6826415" y="3978005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5" name="anim_o8645_1">
            <a:extLst>
              <a:ext uri="{FF2B5EF4-FFF2-40B4-BE49-F238E27FC236}">
                <a16:creationId xmlns:a16="http://schemas.microsoft.com/office/drawing/2014/main" id="{7149255E-4F9D-40E2-BC2B-98E72DBB7D45}"/>
              </a:ext>
            </a:extLst>
          </p:cNvPr>
          <p:cNvSpPr>
            <a:spLocks noGrp="1"/>
          </p:cNvSpPr>
          <p:nvPr/>
        </p:nvSpPr>
        <p:spPr>
          <a:xfrm>
            <a:off x="7313359" y="3978005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6" name="anim_o8646_1">
            <a:extLst>
              <a:ext uri="{FF2B5EF4-FFF2-40B4-BE49-F238E27FC236}">
                <a16:creationId xmlns:a16="http://schemas.microsoft.com/office/drawing/2014/main" id="{C194819D-A1FB-4D57-93B2-838D8304420F}"/>
              </a:ext>
            </a:extLst>
          </p:cNvPr>
          <p:cNvSpPr>
            <a:spLocks noGrp="1"/>
          </p:cNvSpPr>
          <p:nvPr/>
        </p:nvSpPr>
        <p:spPr>
          <a:xfrm>
            <a:off x="4391697" y="4464949"/>
            <a:ext cx="486944" cy="486944"/>
          </a:xfrm>
          <a:prstGeom prst="rect">
            <a:avLst/>
          </a:prstGeom>
          <a:solidFill>
            <a:srgbClr val="DDA0DD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7" name="anim_o8647_1">
            <a:extLst>
              <a:ext uri="{FF2B5EF4-FFF2-40B4-BE49-F238E27FC236}">
                <a16:creationId xmlns:a16="http://schemas.microsoft.com/office/drawing/2014/main" id="{5728E216-D241-4B3E-9454-21FC5065BA84}"/>
              </a:ext>
            </a:extLst>
          </p:cNvPr>
          <p:cNvSpPr>
            <a:spLocks noGrp="1"/>
          </p:cNvSpPr>
          <p:nvPr/>
        </p:nvSpPr>
        <p:spPr>
          <a:xfrm>
            <a:off x="4878641" y="4464949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8" name="anim_o8648_1">
            <a:extLst>
              <a:ext uri="{FF2B5EF4-FFF2-40B4-BE49-F238E27FC236}">
                <a16:creationId xmlns:a16="http://schemas.microsoft.com/office/drawing/2014/main" id="{9D501242-23B2-4B9A-A827-D45F7FD650D3}"/>
              </a:ext>
            </a:extLst>
          </p:cNvPr>
          <p:cNvSpPr>
            <a:spLocks noGrp="1"/>
          </p:cNvSpPr>
          <p:nvPr/>
        </p:nvSpPr>
        <p:spPr>
          <a:xfrm>
            <a:off x="5365585" y="4464949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9" name="anim_o8649_1">
            <a:extLst>
              <a:ext uri="{FF2B5EF4-FFF2-40B4-BE49-F238E27FC236}">
                <a16:creationId xmlns:a16="http://schemas.microsoft.com/office/drawing/2014/main" id="{3E9C84FA-B819-44C4-99C7-A381F9ED17C4}"/>
              </a:ext>
            </a:extLst>
          </p:cNvPr>
          <p:cNvSpPr>
            <a:spLocks noGrp="1"/>
          </p:cNvSpPr>
          <p:nvPr/>
        </p:nvSpPr>
        <p:spPr>
          <a:xfrm>
            <a:off x="5852528" y="4464949"/>
            <a:ext cx="486944" cy="486944"/>
          </a:xfrm>
          <a:prstGeom prst="rect">
            <a:avLst/>
          </a:prstGeom>
          <a:solidFill>
            <a:srgbClr val="DDA0DD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0" name="anim_o8650_1">
            <a:extLst>
              <a:ext uri="{FF2B5EF4-FFF2-40B4-BE49-F238E27FC236}">
                <a16:creationId xmlns:a16="http://schemas.microsoft.com/office/drawing/2014/main" id="{410669A4-2D91-4DE5-B121-63A7B0FF2A3E}"/>
              </a:ext>
            </a:extLst>
          </p:cNvPr>
          <p:cNvSpPr>
            <a:spLocks noGrp="1"/>
          </p:cNvSpPr>
          <p:nvPr/>
        </p:nvSpPr>
        <p:spPr>
          <a:xfrm>
            <a:off x="6339472" y="4464949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1" name="anim_o8651_1">
            <a:extLst>
              <a:ext uri="{FF2B5EF4-FFF2-40B4-BE49-F238E27FC236}">
                <a16:creationId xmlns:a16="http://schemas.microsoft.com/office/drawing/2014/main" id="{B1702792-1B61-42E3-BEBF-95F2CE23FB63}"/>
              </a:ext>
            </a:extLst>
          </p:cNvPr>
          <p:cNvSpPr>
            <a:spLocks noGrp="1"/>
          </p:cNvSpPr>
          <p:nvPr/>
        </p:nvSpPr>
        <p:spPr>
          <a:xfrm>
            <a:off x="6826415" y="4464949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2" name="anim_o8652_1">
            <a:extLst>
              <a:ext uri="{FF2B5EF4-FFF2-40B4-BE49-F238E27FC236}">
                <a16:creationId xmlns:a16="http://schemas.microsoft.com/office/drawing/2014/main" id="{4595533B-E25C-46C7-BC06-B10A6F78DD1F}"/>
              </a:ext>
            </a:extLst>
          </p:cNvPr>
          <p:cNvSpPr>
            <a:spLocks noGrp="1"/>
          </p:cNvSpPr>
          <p:nvPr/>
        </p:nvSpPr>
        <p:spPr>
          <a:xfrm>
            <a:off x="7313359" y="4464949"/>
            <a:ext cx="486944" cy="486944"/>
          </a:xfrm>
          <a:prstGeom prst="rect">
            <a:avLst/>
          </a:prstGeom>
          <a:solidFill>
            <a:srgbClr val="DDA0DD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3" name="anim_to8590_0_1">
            <a:extLst>
              <a:ext uri="{FF2B5EF4-FFF2-40B4-BE49-F238E27FC236}">
                <a16:creationId xmlns:a16="http://schemas.microsoft.com/office/drawing/2014/main" id="{E95E8C6B-6E45-4666-AA82-ACFABF912040}"/>
              </a:ext>
            </a:extLst>
          </p:cNvPr>
          <p:cNvSpPr>
            <a:spLocks noGrp="1"/>
          </p:cNvSpPr>
          <p:nvPr/>
        </p:nvSpPr>
        <p:spPr>
          <a:xfrm>
            <a:off x="3914863" y="416053"/>
            <a:ext cx="4381324" cy="8225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182" b="1">
                <a:solidFill>
                  <a:srgbClr val="DDA0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182" b="1">
                <a:solidFill>
                  <a:srgbClr val="DDA0DD"/>
                </a:solidFill>
                <a:latin typeface="Consolas"/>
                <a:ea typeface="Consolas"/>
                <a:cs typeface="Consolas"/>
              </a:defRPr>
            </a:pPr>
            <a:r>
              <a:rPr sz="5182" b="1">
                <a:solidFill>
                  <a:srgbClr val="DDA0DD"/>
                </a:solidFill>
                <a:latin typeface="Consolas"/>
                <a:ea typeface="Consolas"/>
                <a:cs typeface="Consolas"/>
              </a:rPr>
              <a:t>Dilation = 3</a:t>
            </a:r>
          </a:p>
        </p:txBody>
      </p:sp>
      <p:sp>
        <p:nvSpPr>
          <p:cNvPr id="94" name="anim_to8653_0_1">
            <a:extLst>
              <a:ext uri="{FF2B5EF4-FFF2-40B4-BE49-F238E27FC236}">
                <a16:creationId xmlns:a16="http://schemas.microsoft.com/office/drawing/2014/main" id="{A966E346-778A-4084-82EC-FC1720DCCC21}"/>
              </a:ext>
            </a:extLst>
          </p:cNvPr>
          <p:cNvSpPr>
            <a:spLocks noGrp="1"/>
          </p:cNvSpPr>
          <p:nvPr/>
        </p:nvSpPr>
        <p:spPr>
          <a:xfrm>
            <a:off x="4268572" y="5279279"/>
            <a:ext cx="3673905" cy="6356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004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004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4004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Covers: 7 x 7</a:t>
            </a:r>
          </a:p>
        </p:txBody>
      </p:sp>
      <p:sp>
        <p:nvSpPr>
          <p:cNvPr id="95" name="anim_to8667_0_1">
            <a:extLst>
              <a:ext uri="{FF2B5EF4-FFF2-40B4-BE49-F238E27FC236}">
                <a16:creationId xmlns:a16="http://schemas.microsoft.com/office/drawing/2014/main" id="{0D8B3F3A-95E4-4981-B5C4-E34507816CF7}"/>
              </a:ext>
            </a:extLst>
          </p:cNvPr>
          <p:cNvSpPr>
            <a:spLocks noGrp="1"/>
          </p:cNvSpPr>
          <p:nvPr/>
        </p:nvSpPr>
        <p:spPr>
          <a:xfrm>
            <a:off x="2953565" y="6033677"/>
            <a:ext cx="6303919" cy="52742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322" b="0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322" b="0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pPr>
            <a:r>
              <a:rPr sz="3322" b="0">
                <a:solidFill>
                  <a:srgbClr val="DDDDDD"/>
                </a:solidFill>
                <a:latin typeface="Consolas"/>
                <a:ea typeface="Consolas"/>
                <a:cs typeface="Consolas"/>
              </a:rPr>
              <a:t>Parameters: 9 (still same!)</a:t>
            </a:r>
          </a:p>
        </p:txBody>
      </p:sp>
    </p:spTree>
    <p:extLst>
      <p:ext uri="{BB962C8B-B14F-4D97-AF65-F5344CB8AC3E}">
        <p14:creationId xmlns:p14="http://schemas.microsoft.com/office/powerpoint/2010/main" val="20175384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4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40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4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8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3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1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3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45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6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6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6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6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6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6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6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6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6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2050"/>
                            </p:stCondLst>
                            <p:childTnLst>
                              <p:par>
                                <p:cTn id="5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3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3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8" fill="hold">
                      <p:stCondLst>
                        <p:cond delay="indefinite"/>
                      </p:stCondLst>
                      <p:childTnLst>
                        <p:par>
                          <p:cTn id="189" fill="hold">
                            <p:stCondLst>
                              <p:cond delay="0"/>
                            </p:stCondLst>
                            <p:childTnLst>
                              <p:par>
                                <p:cTn id="19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1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4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0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6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9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2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5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8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1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4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0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3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6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9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2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5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8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1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4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0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6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2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6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2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8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4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0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6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2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8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4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6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2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8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4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7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0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3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6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9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2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5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8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1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4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7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0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3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6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9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2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5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8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1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4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7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0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3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6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9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6" grpId="0"/>
      <p:bldP spid="96" grpId="1"/>
      <p:bldP spid="2" grpId="0"/>
      <p:bldP spid="2" grpId="1"/>
      <p:bldP spid="3" grpId="0"/>
      <p:bldP spid="3" grpId="1"/>
      <p:bldP spid="4" grpId="0"/>
      <p:bldP spid="4" grpId="1"/>
      <p:bldP spid="5" grpId="0" animBg="1"/>
      <p:bldP spid="5" grpId="1" animBg="1"/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9" grpId="0" animBg="1"/>
      <p:bldP spid="9" grpId="1" animBg="1"/>
      <p:bldP spid="10" grpId="0" animBg="1"/>
      <p:bldP spid="10" grpId="1" animBg="1"/>
      <p:bldP spid="11" grpId="0" animBg="1"/>
      <p:bldP spid="11" grpId="1" animBg="1"/>
      <p:bldP spid="12" grpId="0" animBg="1"/>
      <p:bldP spid="12" grpId="1" animBg="1"/>
      <p:bldP spid="13" grpId="0" animBg="1"/>
      <p:bldP spid="13" grpId="1" animBg="1"/>
      <p:bldP spid="14" grpId="0"/>
      <p:bldP spid="14" grpId="1"/>
      <p:bldP spid="15" grpId="0"/>
      <p:bldP spid="15" grpId="1"/>
      <p:bldP spid="16" grpId="0" animBg="1"/>
      <p:bldP spid="16" grpId="1" animBg="1"/>
      <p:bldP spid="17" grpId="0" animBg="1"/>
      <p:bldP spid="17" grpId="1" animBg="1"/>
      <p:bldP spid="18" grpId="0" animBg="1"/>
      <p:bldP spid="18" grpId="1" animBg="1"/>
      <p:bldP spid="19" grpId="0" animBg="1"/>
      <p:bldP spid="19" grpId="1" animBg="1"/>
      <p:bldP spid="20" grpId="0" animBg="1"/>
      <p:bldP spid="20" grpId="1" animBg="1"/>
      <p:bldP spid="21" grpId="0" animBg="1"/>
      <p:bldP spid="21" grpId="1" animBg="1"/>
      <p:bldP spid="22" grpId="0" animBg="1"/>
      <p:bldP spid="22" grpId="1" animBg="1"/>
      <p:bldP spid="23" grpId="0" animBg="1"/>
      <p:bldP spid="23" grpId="1" animBg="1"/>
      <p:bldP spid="24" grpId="0" animBg="1"/>
      <p:bldP spid="24" grpId="1" animBg="1"/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  <p:bldP spid="33" grpId="0" animBg="1"/>
      <p:bldP spid="33" grpId="1" animBg="1"/>
      <p:bldP spid="34" grpId="0" animBg="1"/>
      <p:bldP spid="34" grpId="1" animBg="1"/>
      <p:bldP spid="35" grpId="0" animBg="1"/>
      <p:bldP spid="35" grpId="1" animBg="1"/>
      <p:bldP spid="36" grpId="0" animBg="1"/>
      <p:bldP spid="36" grpId="1" animBg="1"/>
      <p:bldP spid="37" grpId="0" animBg="1"/>
      <p:bldP spid="37" grpId="1" animBg="1"/>
      <p:bldP spid="38" grpId="0" animBg="1"/>
      <p:bldP spid="38" grpId="1" animBg="1"/>
      <p:bldP spid="39" grpId="0" animBg="1"/>
      <p:bldP spid="39" grpId="1" animBg="1"/>
      <p:bldP spid="40" grpId="0" animBg="1"/>
      <p:bldP spid="40" grpId="1" animBg="1"/>
      <p:bldP spid="41" grpId="0"/>
      <p:bldP spid="41" grpId="1"/>
      <p:bldP spid="42" grpId="0"/>
      <p:bldP spid="42" grpId="1"/>
      <p:bldP spid="43" grpId="0"/>
      <p:bldP spid="43" grpId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/>
      <p:bldP spid="94" grpId="0"/>
      <p:bldP spid="95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anim_o8604_1">
            <a:extLst>
              <a:ext uri="{FF2B5EF4-FFF2-40B4-BE49-F238E27FC236}">
                <a16:creationId xmlns:a16="http://schemas.microsoft.com/office/drawing/2014/main" id="{71DE4B35-708A-4DE3-8E9E-035A75C5E318}"/>
              </a:ext>
            </a:extLst>
          </p:cNvPr>
          <p:cNvSpPr>
            <a:spLocks noGrp="1"/>
          </p:cNvSpPr>
          <p:nvPr/>
        </p:nvSpPr>
        <p:spPr>
          <a:xfrm>
            <a:off x="4391697" y="1543287"/>
            <a:ext cx="486944" cy="486944"/>
          </a:xfrm>
          <a:prstGeom prst="rect">
            <a:avLst/>
          </a:prstGeom>
          <a:solidFill>
            <a:srgbClr val="DDA0DD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8605_1">
            <a:extLst>
              <a:ext uri="{FF2B5EF4-FFF2-40B4-BE49-F238E27FC236}">
                <a16:creationId xmlns:a16="http://schemas.microsoft.com/office/drawing/2014/main" id="{2637E775-C945-4D29-9E71-559BF36CECEC}"/>
              </a:ext>
            </a:extLst>
          </p:cNvPr>
          <p:cNvSpPr>
            <a:spLocks noGrp="1"/>
          </p:cNvSpPr>
          <p:nvPr/>
        </p:nvSpPr>
        <p:spPr>
          <a:xfrm>
            <a:off x="4878641" y="1543287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8606_1">
            <a:extLst>
              <a:ext uri="{FF2B5EF4-FFF2-40B4-BE49-F238E27FC236}">
                <a16:creationId xmlns:a16="http://schemas.microsoft.com/office/drawing/2014/main" id="{C65F3D28-6D1A-40A8-9757-7B332CE27302}"/>
              </a:ext>
            </a:extLst>
          </p:cNvPr>
          <p:cNvSpPr>
            <a:spLocks noGrp="1"/>
          </p:cNvSpPr>
          <p:nvPr/>
        </p:nvSpPr>
        <p:spPr>
          <a:xfrm>
            <a:off x="5365585" y="1543287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8607_1">
            <a:extLst>
              <a:ext uri="{FF2B5EF4-FFF2-40B4-BE49-F238E27FC236}">
                <a16:creationId xmlns:a16="http://schemas.microsoft.com/office/drawing/2014/main" id="{1EB43DDC-F19F-43F1-AACE-F0C1EB16BD56}"/>
              </a:ext>
            </a:extLst>
          </p:cNvPr>
          <p:cNvSpPr>
            <a:spLocks noGrp="1"/>
          </p:cNvSpPr>
          <p:nvPr/>
        </p:nvSpPr>
        <p:spPr>
          <a:xfrm>
            <a:off x="5852528" y="1543287"/>
            <a:ext cx="486944" cy="486944"/>
          </a:xfrm>
          <a:prstGeom prst="rect">
            <a:avLst/>
          </a:prstGeom>
          <a:solidFill>
            <a:srgbClr val="DDA0DD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8608_1">
            <a:extLst>
              <a:ext uri="{FF2B5EF4-FFF2-40B4-BE49-F238E27FC236}">
                <a16:creationId xmlns:a16="http://schemas.microsoft.com/office/drawing/2014/main" id="{7AA86C69-6DAD-499F-B3CA-053E54142706}"/>
              </a:ext>
            </a:extLst>
          </p:cNvPr>
          <p:cNvSpPr>
            <a:spLocks noGrp="1"/>
          </p:cNvSpPr>
          <p:nvPr/>
        </p:nvSpPr>
        <p:spPr>
          <a:xfrm>
            <a:off x="6339472" y="1543287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8609_1">
            <a:extLst>
              <a:ext uri="{FF2B5EF4-FFF2-40B4-BE49-F238E27FC236}">
                <a16:creationId xmlns:a16="http://schemas.microsoft.com/office/drawing/2014/main" id="{97529320-BA78-46F9-A934-3C85DFD6BCC7}"/>
              </a:ext>
            </a:extLst>
          </p:cNvPr>
          <p:cNvSpPr>
            <a:spLocks noGrp="1"/>
          </p:cNvSpPr>
          <p:nvPr/>
        </p:nvSpPr>
        <p:spPr>
          <a:xfrm>
            <a:off x="6826415" y="1543287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8610_1">
            <a:extLst>
              <a:ext uri="{FF2B5EF4-FFF2-40B4-BE49-F238E27FC236}">
                <a16:creationId xmlns:a16="http://schemas.microsoft.com/office/drawing/2014/main" id="{571E52E1-9773-4E66-A73B-31952AE3A873}"/>
              </a:ext>
            </a:extLst>
          </p:cNvPr>
          <p:cNvSpPr>
            <a:spLocks noGrp="1"/>
          </p:cNvSpPr>
          <p:nvPr/>
        </p:nvSpPr>
        <p:spPr>
          <a:xfrm>
            <a:off x="7313359" y="1543287"/>
            <a:ext cx="486944" cy="486944"/>
          </a:xfrm>
          <a:prstGeom prst="rect">
            <a:avLst/>
          </a:prstGeom>
          <a:solidFill>
            <a:srgbClr val="DDA0DD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8611_1">
            <a:extLst>
              <a:ext uri="{FF2B5EF4-FFF2-40B4-BE49-F238E27FC236}">
                <a16:creationId xmlns:a16="http://schemas.microsoft.com/office/drawing/2014/main" id="{E84465F6-32CF-4FD6-B9A6-C0A824A267A1}"/>
              </a:ext>
            </a:extLst>
          </p:cNvPr>
          <p:cNvSpPr>
            <a:spLocks noGrp="1"/>
          </p:cNvSpPr>
          <p:nvPr/>
        </p:nvSpPr>
        <p:spPr>
          <a:xfrm>
            <a:off x="4391697" y="2030230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8612_1">
            <a:extLst>
              <a:ext uri="{FF2B5EF4-FFF2-40B4-BE49-F238E27FC236}">
                <a16:creationId xmlns:a16="http://schemas.microsoft.com/office/drawing/2014/main" id="{756C4172-6F4F-4206-A20F-C53F92A002BD}"/>
              </a:ext>
            </a:extLst>
          </p:cNvPr>
          <p:cNvSpPr>
            <a:spLocks noGrp="1"/>
          </p:cNvSpPr>
          <p:nvPr/>
        </p:nvSpPr>
        <p:spPr>
          <a:xfrm>
            <a:off x="4878641" y="2030230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8613_1">
            <a:extLst>
              <a:ext uri="{FF2B5EF4-FFF2-40B4-BE49-F238E27FC236}">
                <a16:creationId xmlns:a16="http://schemas.microsoft.com/office/drawing/2014/main" id="{DCA25C51-852E-402B-8DE7-11A0503E70D2}"/>
              </a:ext>
            </a:extLst>
          </p:cNvPr>
          <p:cNvSpPr>
            <a:spLocks noGrp="1"/>
          </p:cNvSpPr>
          <p:nvPr/>
        </p:nvSpPr>
        <p:spPr>
          <a:xfrm>
            <a:off x="5365585" y="2030230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8614_1">
            <a:extLst>
              <a:ext uri="{FF2B5EF4-FFF2-40B4-BE49-F238E27FC236}">
                <a16:creationId xmlns:a16="http://schemas.microsoft.com/office/drawing/2014/main" id="{4A9EE63C-BD30-483C-A6BF-3A17EC579DAC}"/>
              </a:ext>
            </a:extLst>
          </p:cNvPr>
          <p:cNvSpPr>
            <a:spLocks noGrp="1"/>
          </p:cNvSpPr>
          <p:nvPr/>
        </p:nvSpPr>
        <p:spPr>
          <a:xfrm>
            <a:off x="5852528" y="2030230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8615_1">
            <a:extLst>
              <a:ext uri="{FF2B5EF4-FFF2-40B4-BE49-F238E27FC236}">
                <a16:creationId xmlns:a16="http://schemas.microsoft.com/office/drawing/2014/main" id="{236638B5-A742-483A-BFCB-FDDC507B6583}"/>
              </a:ext>
            </a:extLst>
          </p:cNvPr>
          <p:cNvSpPr>
            <a:spLocks noGrp="1"/>
          </p:cNvSpPr>
          <p:nvPr/>
        </p:nvSpPr>
        <p:spPr>
          <a:xfrm>
            <a:off x="6339472" y="2030230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8616_1">
            <a:extLst>
              <a:ext uri="{FF2B5EF4-FFF2-40B4-BE49-F238E27FC236}">
                <a16:creationId xmlns:a16="http://schemas.microsoft.com/office/drawing/2014/main" id="{9125CA69-681C-4458-88B7-F98259FC0E9F}"/>
              </a:ext>
            </a:extLst>
          </p:cNvPr>
          <p:cNvSpPr>
            <a:spLocks noGrp="1"/>
          </p:cNvSpPr>
          <p:nvPr/>
        </p:nvSpPr>
        <p:spPr>
          <a:xfrm>
            <a:off x="6826415" y="2030230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8617_1">
            <a:extLst>
              <a:ext uri="{FF2B5EF4-FFF2-40B4-BE49-F238E27FC236}">
                <a16:creationId xmlns:a16="http://schemas.microsoft.com/office/drawing/2014/main" id="{225F0A08-13EA-4CFA-89EB-84579A1E8DA3}"/>
              </a:ext>
            </a:extLst>
          </p:cNvPr>
          <p:cNvSpPr>
            <a:spLocks noGrp="1"/>
          </p:cNvSpPr>
          <p:nvPr/>
        </p:nvSpPr>
        <p:spPr>
          <a:xfrm>
            <a:off x="7313359" y="2030230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8618_1">
            <a:extLst>
              <a:ext uri="{FF2B5EF4-FFF2-40B4-BE49-F238E27FC236}">
                <a16:creationId xmlns:a16="http://schemas.microsoft.com/office/drawing/2014/main" id="{83DC1A5B-2CD1-4E01-86BA-62E65B2BAF61}"/>
              </a:ext>
            </a:extLst>
          </p:cNvPr>
          <p:cNvSpPr>
            <a:spLocks noGrp="1"/>
          </p:cNvSpPr>
          <p:nvPr/>
        </p:nvSpPr>
        <p:spPr>
          <a:xfrm>
            <a:off x="4391697" y="2517174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8619_1">
            <a:extLst>
              <a:ext uri="{FF2B5EF4-FFF2-40B4-BE49-F238E27FC236}">
                <a16:creationId xmlns:a16="http://schemas.microsoft.com/office/drawing/2014/main" id="{1331230D-5705-4EE0-B487-538D465F01E7}"/>
              </a:ext>
            </a:extLst>
          </p:cNvPr>
          <p:cNvSpPr>
            <a:spLocks noGrp="1"/>
          </p:cNvSpPr>
          <p:nvPr/>
        </p:nvSpPr>
        <p:spPr>
          <a:xfrm>
            <a:off x="4878641" y="2517174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8620_1">
            <a:extLst>
              <a:ext uri="{FF2B5EF4-FFF2-40B4-BE49-F238E27FC236}">
                <a16:creationId xmlns:a16="http://schemas.microsoft.com/office/drawing/2014/main" id="{B7CE2AF0-7EA1-4034-A98D-1C7BDCE4C4A8}"/>
              </a:ext>
            </a:extLst>
          </p:cNvPr>
          <p:cNvSpPr>
            <a:spLocks noGrp="1"/>
          </p:cNvSpPr>
          <p:nvPr/>
        </p:nvSpPr>
        <p:spPr>
          <a:xfrm>
            <a:off x="5365585" y="2517174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8621_1">
            <a:extLst>
              <a:ext uri="{FF2B5EF4-FFF2-40B4-BE49-F238E27FC236}">
                <a16:creationId xmlns:a16="http://schemas.microsoft.com/office/drawing/2014/main" id="{B8002A0B-2DCA-46E3-881E-2F41C5D94C81}"/>
              </a:ext>
            </a:extLst>
          </p:cNvPr>
          <p:cNvSpPr>
            <a:spLocks noGrp="1"/>
          </p:cNvSpPr>
          <p:nvPr/>
        </p:nvSpPr>
        <p:spPr>
          <a:xfrm>
            <a:off x="5852528" y="2517174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8622_1">
            <a:extLst>
              <a:ext uri="{FF2B5EF4-FFF2-40B4-BE49-F238E27FC236}">
                <a16:creationId xmlns:a16="http://schemas.microsoft.com/office/drawing/2014/main" id="{B7BAB000-DDC9-4A13-8E9E-6052BE2C9243}"/>
              </a:ext>
            </a:extLst>
          </p:cNvPr>
          <p:cNvSpPr>
            <a:spLocks noGrp="1"/>
          </p:cNvSpPr>
          <p:nvPr/>
        </p:nvSpPr>
        <p:spPr>
          <a:xfrm>
            <a:off x="6339472" y="2517174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8623_1">
            <a:extLst>
              <a:ext uri="{FF2B5EF4-FFF2-40B4-BE49-F238E27FC236}">
                <a16:creationId xmlns:a16="http://schemas.microsoft.com/office/drawing/2014/main" id="{E5455DDF-49A7-462E-8C77-F5C47D4869A3}"/>
              </a:ext>
            </a:extLst>
          </p:cNvPr>
          <p:cNvSpPr>
            <a:spLocks noGrp="1"/>
          </p:cNvSpPr>
          <p:nvPr/>
        </p:nvSpPr>
        <p:spPr>
          <a:xfrm>
            <a:off x="6826415" y="2517174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8624_1">
            <a:extLst>
              <a:ext uri="{FF2B5EF4-FFF2-40B4-BE49-F238E27FC236}">
                <a16:creationId xmlns:a16="http://schemas.microsoft.com/office/drawing/2014/main" id="{6E54F38C-9F59-49D0-8938-DD5142074F4F}"/>
              </a:ext>
            </a:extLst>
          </p:cNvPr>
          <p:cNvSpPr>
            <a:spLocks noGrp="1"/>
          </p:cNvSpPr>
          <p:nvPr/>
        </p:nvSpPr>
        <p:spPr>
          <a:xfrm>
            <a:off x="7313359" y="2517174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8625_1">
            <a:extLst>
              <a:ext uri="{FF2B5EF4-FFF2-40B4-BE49-F238E27FC236}">
                <a16:creationId xmlns:a16="http://schemas.microsoft.com/office/drawing/2014/main" id="{A79D2C2F-51E6-4B23-BBCE-99A95ADAB926}"/>
              </a:ext>
            </a:extLst>
          </p:cNvPr>
          <p:cNvSpPr>
            <a:spLocks noGrp="1"/>
          </p:cNvSpPr>
          <p:nvPr/>
        </p:nvSpPr>
        <p:spPr>
          <a:xfrm>
            <a:off x="4391697" y="3004118"/>
            <a:ext cx="486944" cy="486944"/>
          </a:xfrm>
          <a:prstGeom prst="rect">
            <a:avLst/>
          </a:prstGeom>
          <a:solidFill>
            <a:srgbClr val="DDA0DD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8626_1">
            <a:extLst>
              <a:ext uri="{FF2B5EF4-FFF2-40B4-BE49-F238E27FC236}">
                <a16:creationId xmlns:a16="http://schemas.microsoft.com/office/drawing/2014/main" id="{CF139BAF-7B67-4E84-8227-F481498D4CE4}"/>
              </a:ext>
            </a:extLst>
          </p:cNvPr>
          <p:cNvSpPr>
            <a:spLocks noGrp="1"/>
          </p:cNvSpPr>
          <p:nvPr/>
        </p:nvSpPr>
        <p:spPr>
          <a:xfrm>
            <a:off x="4878641" y="3004118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8627_1">
            <a:extLst>
              <a:ext uri="{FF2B5EF4-FFF2-40B4-BE49-F238E27FC236}">
                <a16:creationId xmlns:a16="http://schemas.microsoft.com/office/drawing/2014/main" id="{E2968E99-ED69-403D-A5A6-0EAFA87191B9}"/>
              </a:ext>
            </a:extLst>
          </p:cNvPr>
          <p:cNvSpPr>
            <a:spLocks noGrp="1"/>
          </p:cNvSpPr>
          <p:nvPr/>
        </p:nvSpPr>
        <p:spPr>
          <a:xfrm>
            <a:off x="5365585" y="3004118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8628_1">
            <a:extLst>
              <a:ext uri="{FF2B5EF4-FFF2-40B4-BE49-F238E27FC236}">
                <a16:creationId xmlns:a16="http://schemas.microsoft.com/office/drawing/2014/main" id="{80645168-2D79-401E-BEAA-7603CA6E3D00}"/>
              </a:ext>
            </a:extLst>
          </p:cNvPr>
          <p:cNvSpPr>
            <a:spLocks noGrp="1"/>
          </p:cNvSpPr>
          <p:nvPr/>
        </p:nvSpPr>
        <p:spPr>
          <a:xfrm>
            <a:off x="5852528" y="3004118"/>
            <a:ext cx="486944" cy="486944"/>
          </a:xfrm>
          <a:prstGeom prst="rect">
            <a:avLst/>
          </a:prstGeom>
          <a:solidFill>
            <a:srgbClr val="DDA0DD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8629_1">
            <a:extLst>
              <a:ext uri="{FF2B5EF4-FFF2-40B4-BE49-F238E27FC236}">
                <a16:creationId xmlns:a16="http://schemas.microsoft.com/office/drawing/2014/main" id="{8C45877C-1F5C-4142-A326-0F83E609DA69}"/>
              </a:ext>
            </a:extLst>
          </p:cNvPr>
          <p:cNvSpPr>
            <a:spLocks noGrp="1"/>
          </p:cNvSpPr>
          <p:nvPr/>
        </p:nvSpPr>
        <p:spPr>
          <a:xfrm>
            <a:off x="6339472" y="3004118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8630_1">
            <a:extLst>
              <a:ext uri="{FF2B5EF4-FFF2-40B4-BE49-F238E27FC236}">
                <a16:creationId xmlns:a16="http://schemas.microsoft.com/office/drawing/2014/main" id="{C1D04BEC-ED2F-4A30-8381-6CEB5100B377}"/>
              </a:ext>
            </a:extLst>
          </p:cNvPr>
          <p:cNvSpPr>
            <a:spLocks noGrp="1"/>
          </p:cNvSpPr>
          <p:nvPr/>
        </p:nvSpPr>
        <p:spPr>
          <a:xfrm>
            <a:off x="6826415" y="3004118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8631_1">
            <a:extLst>
              <a:ext uri="{FF2B5EF4-FFF2-40B4-BE49-F238E27FC236}">
                <a16:creationId xmlns:a16="http://schemas.microsoft.com/office/drawing/2014/main" id="{9CABE225-491E-4C3A-B02E-2AA5265ED5EA}"/>
              </a:ext>
            </a:extLst>
          </p:cNvPr>
          <p:cNvSpPr>
            <a:spLocks noGrp="1"/>
          </p:cNvSpPr>
          <p:nvPr/>
        </p:nvSpPr>
        <p:spPr>
          <a:xfrm>
            <a:off x="7313359" y="3004118"/>
            <a:ext cx="486944" cy="486944"/>
          </a:xfrm>
          <a:prstGeom prst="rect">
            <a:avLst/>
          </a:prstGeom>
          <a:solidFill>
            <a:srgbClr val="DDA0DD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8632_1">
            <a:extLst>
              <a:ext uri="{FF2B5EF4-FFF2-40B4-BE49-F238E27FC236}">
                <a16:creationId xmlns:a16="http://schemas.microsoft.com/office/drawing/2014/main" id="{60C8A55C-99FA-4CA3-8FA9-75817EFC7F73}"/>
              </a:ext>
            </a:extLst>
          </p:cNvPr>
          <p:cNvSpPr>
            <a:spLocks noGrp="1"/>
          </p:cNvSpPr>
          <p:nvPr/>
        </p:nvSpPr>
        <p:spPr>
          <a:xfrm>
            <a:off x="4391697" y="3491061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8633_1">
            <a:extLst>
              <a:ext uri="{FF2B5EF4-FFF2-40B4-BE49-F238E27FC236}">
                <a16:creationId xmlns:a16="http://schemas.microsoft.com/office/drawing/2014/main" id="{005D4EAB-46FB-4D48-8A9D-6AA7868242D3}"/>
              </a:ext>
            </a:extLst>
          </p:cNvPr>
          <p:cNvSpPr>
            <a:spLocks noGrp="1"/>
          </p:cNvSpPr>
          <p:nvPr/>
        </p:nvSpPr>
        <p:spPr>
          <a:xfrm>
            <a:off x="4878641" y="3491061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8634_1">
            <a:extLst>
              <a:ext uri="{FF2B5EF4-FFF2-40B4-BE49-F238E27FC236}">
                <a16:creationId xmlns:a16="http://schemas.microsoft.com/office/drawing/2014/main" id="{A1747BCF-787B-4AE4-A9CC-9AC0E27DE8A8}"/>
              </a:ext>
            </a:extLst>
          </p:cNvPr>
          <p:cNvSpPr>
            <a:spLocks noGrp="1"/>
          </p:cNvSpPr>
          <p:nvPr/>
        </p:nvSpPr>
        <p:spPr>
          <a:xfrm>
            <a:off x="5365585" y="3491061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8635_1">
            <a:extLst>
              <a:ext uri="{FF2B5EF4-FFF2-40B4-BE49-F238E27FC236}">
                <a16:creationId xmlns:a16="http://schemas.microsoft.com/office/drawing/2014/main" id="{BEA87D22-99DC-465E-BE14-A90B6B685CA3}"/>
              </a:ext>
            </a:extLst>
          </p:cNvPr>
          <p:cNvSpPr>
            <a:spLocks noGrp="1"/>
          </p:cNvSpPr>
          <p:nvPr/>
        </p:nvSpPr>
        <p:spPr>
          <a:xfrm>
            <a:off x="5852528" y="3491061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8636_1">
            <a:extLst>
              <a:ext uri="{FF2B5EF4-FFF2-40B4-BE49-F238E27FC236}">
                <a16:creationId xmlns:a16="http://schemas.microsoft.com/office/drawing/2014/main" id="{F73E9A6E-2FA2-461E-8E2E-18B093E6380A}"/>
              </a:ext>
            </a:extLst>
          </p:cNvPr>
          <p:cNvSpPr>
            <a:spLocks noGrp="1"/>
          </p:cNvSpPr>
          <p:nvPr/>
        </p:nvSpPr>
        <p:spPr>
          <a:xfrm>
            <a:off x="6339472" y="3491061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8637_1">
            <a:extLst>
              <a:ext uri="{FF2B5EF4-FFF2-40B4-BE49-F238E27FC236}">
                <a16:creationId xmlns:a16="http://schemas.microsoft.com/office/drawing/2014/main" id="{EE6B49F4-0BD1-48C8-813F-EA885905B7AD}"/>
              </a:ext>
            </a:extLst>
          </p:cNvPr>
          <p:cNvSpPr>
            <a:spLocks noGrp="1"/>
          </p:cNvSpPr>
          <p:nvPr/>
        </p:nvSpPr>
        <p:spPr>
          <a:xfrm>
            <a:off x="6826415" y="3491061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8638_1">
            <a:extLst>
              <a:ext uri="{FF2B5EF4-FFF2-40B4-BE49-F238E27FC236}">
                <a16:creationId xmlns:a16="http://schemas.microsoft.com/office/drawing/2014/main" id="{0FAA4B6B-61E0-4567-BD9B-F567C7B5FFA0}"/>
              </a:ext>
            </a:extLst>
          </p:cNvPr>
          <p:cNvSpPr>
            <a:spLocks noGrp="1"/>
          </p:cNvSpPr>
          <p:nvPr/>
        </p:nvSpPr>
        <p:spPr>
          <a:xfrm>
            <a:off x="7313359" y="3491061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8639_1">
            <a:extLst>
              <a:ext uri="{FF2B5EF4-FFF2-40B4-BE49-F238E27FC236}">
                <a16:creationId xmlns:a16="http://schemas.microsoft.com/office/drawing/2014/main" id="{783F3351-70FC-4C59-994D-BB281FFDBD7D}"/>
              </a:ext>
            </a:extLst>
          </p:cNvPr>
          <p:cNvSpPr>
            <a:spLocks noGrp="1"/>
          </p:cNvSpPr>
          <p:nvPr/>
        </p:nvSpPr>
        <p:spPr>
          <a:xfrm>
            <a:off x="4391697" y="3978005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8640_1">
            <a:extLst>
              <a:ext uri="{FF2B5EF4-FFF2-40B4-BE49-F238E27FC236}">
                <a16:creationId xmlns:a16="http://schemas.microsoft.com/office/drawing/2014/main" id="{C16EC64A-B240-4D6C-BB8A-A5393D2D872C}"/>
              </a:ext>
            </a:extLst>
          </p:cNvPr>
          <p:cNvSpPr>
            <a:spLocks noGrp="1"/>
          </p:cNvSpPr>
          <p:nvPr/>
        </p:nvSpPr>
        <p:spPr>
          <a:xfrm>
            <a:off x="4878641" y="3978005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8641_1">
            <a:extLst>
              <a:ext uri="{FF2B5EF4-FFF2-40B4-BE49-F238E27FC236}">
                <a16:creationId xmlns:a16="http://schemas.microsoft.com/office/drawing/2014/main" id="{2A34161A-52BB-4EBD-9D0C-C9CD6AB69F0B}"/>
              </a:ext>
            </a:extLst>
          </p:cNvPr>
          <p:cNvSpPr>
            <a:spLocks noGrp="1"/>
          </p:cNvSpPr>
          <p:nvPr/>
        </p:nvSpPr>
        <p:spPr>
          <a:xfrm>
            <a:off x="5365585" y="3978005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8642_1">
            <a:extLst>
              <a:ext uri="{FF2B5EF4-FFF2-40B4-BE49-F238E27FC236}">
                <a16:creationId xmlns:a16="http://schemas.microsoft.com/office/drawing/2014/main" id="{473C2BA1-8B6D-403C-8A54-129BAB17340C}"/>
              </a:ext>
            </a:extLst>
          </p:cNvPr>
          <p:cNvSpPr>
            <a:spLocks noGrp="1"/>
          </p:cNvSpPr>
          <p:nvPr/>
        </p:nvSpPr>
        <p:spPr>
          <a:xfrm>
            <a:off x="5852528" y="3978005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8643_1">
            <a:extLst>
              <a:ext uri="{FF2B5EF4-FFF2-40B4-BE49-F238E27FC236}">
                <a16:creationId xmlns:a16="http://schemas.microsoft.com/office/drawing/2014/main" id="{62418990-D064-40BC-BA7C-DDCB8DE5E4D6}"/>
              </a:ext>
            </a:extLst>
          </p:cNvPr>
          <p:cNvSpPr>
            <a:spLocks noGrp="1"/>
          </p:cNvSpPr>
          <p:nvPr/>
        </p:nvSpPr>
        <p:spPr>
          <a:xfrm>
            <a:off x="6339472" y="3978005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8644_1">
            <a:extLst>
              <a:ext uri="{FF2B5EF4-FFF2-40B4-BE49-F238E27FC236}">
                <a16:creationId xmlns:a16="http://schemas.microsoft.com/office/drawing/2014/main" id="{24C50623-4EAD-4ACD-99EC-209EAC25B523}"/>
              </a:ext>
            </a:extLst>
          </p:cNvPr>
          <p:cNvSpPr>
            <a:spLocks noGrp="1"/>
          </p:cNvSpPr>
          <p:nvPr/>
        </p:nvSpPr>
        <p:spPr>
          <a:xfrm>
            <a:off x="6826415" y="3978005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8645_1">
            <a:extLst>
              <a:ext uri="{FF2B5EF4-FFF2-40B4-BE49-F238E27FC236}">
                <a16:creationId xmlns:a16="http://schemas.microsoft.com/office/drawing/2014/main" id="{1A658E59-853F-494D-8719-C32EA0D7C18E}"/>
              </a:ext>
            </a:extLst>
          </p:cNvPr>
          <p:cNvSpPr>
            <a:spLocks noGrp="1"/>
          </p:cNvSpPr>
          <p:nvPr/>
        </p:nvSpPr>
        <p:spPr>
          <a:xfrm>
            <a:off x="7313359" y="3978005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8646_1">
            <a:extLst>
              <a:ext uri="{FF2B5EF4-FFF2-40B4-BE49-F238E27FC236}">
                <a16:creationId xmlns:a16="http://schemas.microsoft.com/office/drawing/2014/main" id="{707D8C97-2114-49EB-8904-925BC821655B}"/>
              </a:ext>
            </a:extLst>
          </p:cNvPr>
          <p:cNvSpPr>
            <a:spLocks noGrp="1"/>
          </p:cNvSpPr>
          <p:nvPr/>
        </p:nvSpPr>
        <p:spPr>
          <a:xfrm>
            <a:off x="4391697" y="4464949"/>
            <a:ext cx="486944" cy="486944"/>
          </a:xfrm>
          <a:prstGeom prst="rect">
            <a:avLst/>
          </a:prstGeom>
          <a:solidFill>
            <a:srgbClr val="DDA0DD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8647_1">
            <a:extLst>
              <a:ext uri="{FF2B5EF4-FFF2-40B4-BE49-F238E27FC236}">
                <a16:creationId xmlns:a16="http://schemas.microsoft.com/office/drawing/2014/main" id="{3A79E456-5143-4A96-87C3-33991F24AB5D}"/>
              </a:ext>
            </a:extLst>
          </p:cNvPr>
          <p:cNvSpPr>
            <a:spLocks noGrp="1"/>
          </p:cNvSpPr>
          <p:nvPr/>
        </p:nvSpPr>
        <p:spPr>
          <a:xfrm>
            <a:off x="4878641" y="4464949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8648_1">
            <a:extLst>
              <a:ext uri="{FF2B5EF4-FFF2-40B4-BE49-F238E27FC236}">
                <a16:creationId xmlns:a16="http://schemas.microsoft.com/office/drawing/2014/main" id="{1A587CAD-36BF-417F-8BD1-CA1B176ED80A}"/>
              </a:ext>
            </a:extLst>
          </p:cNvPr>
          <p:cNvSpPr>
            <a:spLocks noGrp="1"/>
          </p:cNvSpPr>
          <p:nvPr/>
        </p:nvSpPr>
        <p:spPr>
          <a:xfrm>
            <a:off x="5365585" y="4464949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8649_1">
            <a:extLst>
              <a:ext uri="{FF2B5EF4-FFF2-40B4-BE49-F238E27FC236}">
                <a16:creationId xmlns:a16="http://schemas.microsoft.com/office/drawing/2014/main" id="{4C487ADB-2F8B-4029-8D5F-8EF1BDEEC239}"/>
              </a:ext>
            </a:extLst>
          </p:cNvPr>
          <p:cNvSpPr>
            <a:spLocks noGrp="1"/>
          </p:cNvSpPr>
          <p:nvPr/>
        </p:nvSpPr>
        <p:spPr>
          <a:xfrm>
            <a:off x="5852528" y="4464949"/>
            <a:ext cx="486944" cy="486944"/>
          </a:xfrm>
          <a:prstGeom prst="rect">
            <a:avLst/>
          </a:prstGeom>
          <a:solidFill>
            <a:srgbClr val="DDA0DD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8650_1">
            <a:extLst>
              <a:ext uri="{FF2B5EF4-FFF2-40B4-BE49-F238E27FC236}">
                <a16:creationId xmlns:a16="http://schemas.microsoft.com/office/drawing/2014/main" id="{9B7EF3D1-12B7-4102-945E-0315FF26E568}"/>
              </a:ext>
            </a:extLst>
          </p:cNvPr>
          <p:cNvSpPr>
            <a:spLocks noGrp="1"/>
          </p:cNvSpPr>
          <p:nvPr/>
        </p:nvSpPr>
        <p:spPr>
          <a:xfrm>
            <a:off x="6339472" y="4464949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8651_1">
            <a:extLst>
              <a:ext uri="{FF2B5EF4-FFF2-40B4-BE49-F238E27FC236}">
                <a16:creationId xmlns:a16="http://schemas.microsoft.com/office/drawing/2014/main" id="{28C777F0-B029-4015-9827-604E7A9BDCD3}"/>
              </a:ext>
            </a:extLst>
          </p:cNvPr>
          <p:cNvSpPr>
            <a:spLocks noGrp="1"/>
          </p:cNvSpPr>
          <p:nvPr/>
        </p:nvSpPr>
        <p:spPr>
          <a:xfrm>
            <a:off x="6826415" y="4464949"/>
            <a:ext cx="486944" cy="486944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8652_1">
            <a:extLst>
              <a:ext uri="{FF2B5EF4-FFF2-40B4-BE49-F238E27FC236}">
                <a16:creationId xmlns:a16="http://schemas.microsoft.com/office/drawing/2014/main" id="{89835C21-2AE6-4C40-BA6A-1AA0B13C5622}"/>
              </a:ext>
            </a:extLst>
          </p:cNvPr>
          <p:cNvSpPr>
            <a:spLocks noGrp="1"/>
          </p:cNvSpPr>
          <p:nvPr/>
        </p:nvSpPr>
        <p:spPr>
          <a:xfrm>
            <a:off x="7313359" y="4464949"/>
            <a:ext cx="486944" cy="486944"/>
          </a:xfrm>
          <a:prstGeom prst="rect">
            <a:avLst/>
          </a:prstGeom>
          <a:solidFill>
            <a:srgbClr val="DDA0DD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to8590_0_1">
            <a:extLst>
              <a:ext uri="{FF2B5EF4-FFF2-40B4-BE49-F238E27FC236}">
                <a16:creationId xmlns:a16="http://schemas.microsoft.com/office/drawing/2014/main" id="{50134FC1-3197-47E2-B4A7-94D488221DF3}"/>
              </a:ext>
            </a:extLst>
          </p:cNvPr>
          <p:cNvSpPr>
            <a:spLocks noGrp="1"/>
          </p:cNvSpPr>
          <p:nvPr/>
        </p:nvSpPr>
        <p:spPr>
          <a:xfrm>
            <a:off x="3914863" y="416053"/>
            <a:ext cx="4381324" cy="8225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182" b="1">
                <a:solidFill>
                  <a:srgbClr val="DDA0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182" b="1">
                <a:solidFill>
                  <a:srgbClr val="DDA0DD"/>
                </a:solidFill>
                <a:latin typeface="Consolas"/>
                <a:ea typeface="Consolas"/>
                <a:cs typeface="Consolas"/>
              </a:defRPr>
            </a:pPr>
            <a:r>
              <a:rPr sz="5182" b="1">
                <a:solidFill>
                  <a:srgbClr val="DDA0DD"/>
                </a:solidFill>
                <a:latin typeface="Consolas"/>
                <a:ea typeface="Consolas"/>
                <a:cs typeface="Consolas"/>
              </a:rPr>
              <a:t>Dilation = 3</a:t>
            </a:r>
          </a:p>
        </p:txBody>
      </p:sp>
      <p:sp>
        <p:nvSpPr>
          <p:cNvPr id="51" name="anim_to8653_0_1">
            <a:extLst>
              <a:ext uri="{FF2B5EF4-FFF2-40B4-BE49-F238E27FC236}">
                <a16:creationId xmlns:a16="http://schemas.microsoft.com/office/drawing/2014/main" id="{8A250819-ECEB-418B-9C03-1209859D122F}"/>
              </a:ext>
            </a:extLst>
          </p:cNvPr>
          <p:cNvSpPr>
            <a:spLocks noGrp="1"/>
          </p:cNvSpPr>
          <p:nvPr/>
        </p:nvSpPr>
        <p:spPr>
          <a:xfrm>
            <a:off x="4268572" y="5279279"/>
            <a:ext cx="3673905" cy="6356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004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004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4004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Covers: 7 x 7</a:t>
            </a:r>
          </a:p>
        </p:txBody>
      </p:sp>
      <p:sp>
        <p:nvSpPr>
          <p:cNvPr id="52" name="anim_to8667_0_1">
            <a:extLst>
              <a:ext uri="{FF2B5EF4-FFF2-40B4-BE49-F238E27FC236}">
                <a16:creationId xmlns:a16="http://schemas.microsoft.com/office/drawing/2014/main" id="{E472D266-177B-4C00-B56E-AFB8D9899D43}"/>
              </a:ext>
            </a:extLst>
          </p:cNvPr>
          <p:cNvSpPr>
            <a:spLocks noGrp="1"/>
          </p:cNvSpPr>
          <p:nvPr/>
        </p:nvSpPr>
        <p:spPr>
          <a:xfrm>
            <a:off x="2953565" y="6033677"/>
            <a:ext cx="6303919" cy="52742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322" b="0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322" b="0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pPr>
            <a:r>
              <a:rPr sz="3322" b="0">
                <a:solidFill>
                  <a:srgbClr val="DDDDDD"/>
                </a:solidFill>
                <a:latin typeface="Consolas"/>
                <a:ea typeface="Consolas"/>
                <a:cs typeface="Consolas"/>
              </a:rPr>
              <a:t>Parameters: 9 (still same!)</a:t>
            </a:r>
          </a:p>
        </p:txBody>
      </p:sp>
      <p:sp>
        <p:nvSpPr>
          <p:cNvPr id="53" name="anim_to8696_0_1">
            <a:extLst>
              <a:ext uri="{FF2B5EF4-FFF2-40B4-BE49-F238E27FC236}">
                <a16:creationId xmlns:a16="http://schemas.microsoft.com/office/drawing/2014/main" id="{6369C96A-A49B-4154-BE05-E20CF68697E3}"/>
              </a:ext>
            </a:extLst>
          </p:cNvPr>
          <p:cNvSpPr>
            <a:spLocks noGrp="1"/>
          </p:cNvSpPr>
          <p:nvPr/>
        </p:nvSpPr>
        <p:spPr>
          <a:xfrm>
            <a:off x="2464558" y="6120044"/>
            <a:ext cx="233985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S</a:t>
            </a:r>
          </a:p>
        </p:txBody>
      </p:sp>
      <p:sp>
        <p:nvSpPr>
          <p:cNvPr id="54" name="anim_to8698_0_1">
            <a:extLst>
              <a:ext uri="{FF2B5EF4-FFF2-40B4-BE49-F238E27FC236}">
                <a16:creationId xmlns:a16="http://schemas.microsoft.com/office/drawing/2014/main" id="{DF380116-9E61-47AF-9289-64083F13E51E}"/>
              </a:ext>
            </a:extLst>
          </p:cNvPr>
          <p:cNvSpPr>
            <a:spLocks noGrp="1"/>
          </p:cNvSpPr>
          <p:nvPr/>
        </p:nvSpPr>
        <p:spPr>
          <a:xfrm>
            <a:off x="2660443" y="6120044"/>
            <a:ext cx="230068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a</a:t>
            </a:r>
          </a:p>
        </p:txBody>
      </p:sp>
      <p:sp>
        <p:nvSpPr>
          <p:cNvPr id="55" name="anim_to8700_0_1">
            <a:extLst>
              <a:ext uri="{FF2B5EF4-FFF2-40B4-BE49-F238E27FC236}">
                <a16:creationId xmlns:a16="http://schemas.microsoft.com/office/drawing/2014/main" id="{CAD585D2-4E59-4B8E-92D7-6FEC83D1594A}"/>
              </a:ext>
            </a:extLst>
          </p:cNvPr>
          <p:cNvSpPr>
            <a:spLocks noGrp="1"/>
          </p:cNvSpPr>
          <p:nvPr/>
        </p:nvSpPr>
        <p:spPr>
          <a:xfrm>
            <a:off x="2852410" y="6120044"/>
            <a:ext cx="363269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m</a:t>
            </a:r>
          </a:p>
        </p:txBody>
      </p:sp>
      <p:sp>
        <p:nvSpPr>
          <p:cNvPr id="56" name="anim_to8702_0_1">
            <a:extLst>
              <a:ext uri="{FF2B5EF4-FFF2-40B4-BE49-F238E27FC236}">
                <a16:creationId xmlns:a16="http://schemas.microsoft.com/office/drawing/2014/main" id="{14982643-4B39-4D1F-B406-EB981E70F2FE}"/>
              </a:ext>
            </a:extLst>
          </p:cNvPr>
          <p:cNvSpPr>
            <a:spLocks noGrp="1"/>
          </p:cNvSpPr>
          <p:nvPr/>
        </p:nvSpPr>
        <p:spPr>
          <a:xfrm>
            <a:off x="3177580" y="6120044"/>
            <a:ext cx="228109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57" name="anim_to8708_0_1">
            <a:extLst>
              <a:ext uri="{FF2B5EF4-FFF2-40B4-BE49-F238E27FC236}">
                <a16:creationId xmlns:a16="http://schemas.microsoft.com/office/drawing/2014/main" id="{679545CF-BF55-4AAD-AB9F-4D6E87CFE6CE}"/>
              </a:ext>
            </a:extLst>
          </p:cNvPr>
          <p:cNvSpPr>
            <a:spLocks noGrp="1"/>
          </p:cNvSpPr>
          <p:nvPr/>
        </p:nvSpPr>
        <p:spPr>
          <a:xfrm>
            <a:off x="3539967" y="6120044"/>
            <a:ext cx="255533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9</a:t>
            </a:r>
          </a:p>
        </p:txBody>
      </p:sp>
      <p:sp>
        <p:nvSpPr>
          <p:cNvPr id="58" name="anim_to8714_0_1">
            <a:extLst>
              <a:ext uri="{FF2B5EF4-FFF2-40B4-BE49-F238E27FC236}">
                <a16:creationId xmlns:a16="http://schemas.microsoft.com/office/drawing/2014/main" id="{19AC2163-54F9-4434-990E-2208876DF21A}"/>
              </a:ext>
            </a:extLst>
          </p:cNvPr>
          <p:cNvSpPr>
            <a:spLocks noGrp="1"/>
          </p:cNvSpPr>
          <p:nvPr/>
        </p:nvSpPr>
        <p:spPr>
          <a:xfrm>
            <a:off x="3929779" y="6120044"/>
            <a:ext cx="341722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w</a:t>
            </a:r>
          </a:p>
        </p:txBody>
      </p:sp>
      <p:sp>
        <p:nvSpPr>
          <p:cNvPr id="59" name="anim_to8716_0_1">
            <a:extLst>
              <a:ext uri="{FF2B5EF4-FFF2-40B4-BE49-F238E27FC236}">
                <a16:creationId xmlns:a16="http://schemas.microsoft.com/office/drawing/2014/main" id="{21E0CBB9-71BE-4A74-A9FC-3A3F21B30676}"/>
              </a:ext>
            </a:extLst>
          </p:cNvPr>
          <p:cNvSpPr>
            <a:spLocks noGrp="1"/>
          </p:cNvSpPr>
          <p:nvPr/>
        </p:nvSpPr>
        <p:spPr>
          <a:xfrm>
            <a:off x="4233401" y="6120044"/>
            <a:ext cx="228109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60" name="anim_to8718_0_1">
            <a:extLst>
              <a:ext uri="{FF2B5EF4-FFF2-40B4-BE49-F238E27FC236}">
                <a16:creationId xmlns:a16="http://schemas.microsoft.com/office/drawing/2014/main" id="{82939568-6405-4C24-A563-BB2FCFCDBAAA}"/>
              </a:ext>
            </a:extLst>
          </p:cNvPr>
          <p:cNvSpPr>
            <a:spLocks noGrp="1"/>
          </p:cNvSpPr>
          <p:nvPr/>
        </p:nvSpPr>
        <p:spPr>
          <a:xfrm>
            <a:off x="4423410" y="6120044"/>
            <a:ext cx="147796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i</a:t>
            </a:r>
          </a:p>
        </p:txBody>
      </p:sp>
      <p:sp>
        <p:nvSpPr>
          <p:cNvPr id="61" name="anim_to8720_0_1">
            <a:extLst>
              <a:ext uri="{FF2B5EF4-FFF2-40B4-BE49-F238E27FC236}">
                <a16:creationId xmlns:a16="http://schemas.microsoft.com/office/drawing/2014/main" id="{9CF1E64D-4BFE-44AF-BCAA-22FDD4D14359}"/>
              </a:ext>
            </a:extLst>
          </p:cNvPr>
          <p:cNvSpPr>
            <a:spLocks noGrp="1"/>
          </p:cNvSpPr>
          <p:nvPr/>
        </p:nvSpPr>
        <p:spPr>
          <a:xfrm>
            <a:off x="4533105" y="6120044"/>
            <a:ext cx="232026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g</a:t>
            </a:r>
          </a:p>
        </p:txBody>
      </p:sp>
      <p:sp>
        <p:nvSpPr>
          <p:cNvPr id="62" name="anim_to8722_0_1">
            <a:extLst>
              <a:ext uri="{FF2B5EF4-FFF2-40B4-BE49-F238E27FC236}">
                <a16:creationId xmlns:a16="http://schemas.microsoft.com/office/drawing/2014/main" id="{CB4C6F55-62DC-4E3F-B94E-71871EF7E747}"/>
              </a:ext>
            </a:extLst>
          </p:cNvPr>
          <p:cNvSpPr>
            <a:spLocks noGrp="1"/>
          </p:cNvSpPr>
          <p:nvPr/>
        </p:nvSpPr>
        <p:spPr>
          <a:xfrm>
            <a:off x="4727032" y="6120044"/>
            <a:ext cx="253574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h</a:t>
            </a:r>
          </a:p>
        </p:txBody>
      </p:sp>
      <p:sp>
        <p:nvSpPr>
          <p:cNvPr id="63" name="anim_to8724_0_1">
            <a:extLst>
              <a:ext uri="{FF2B5EF4-FFF2-40B4-BE49-F238E27FC236}">
                <a16:creationId xmlns:a16="http://schemas.microsoft.com/office/drawing/2014/main" id="{4D310C6A-5A85-42B1-B46D-3D3BD5AE684D}"/>
              </a:ext>
            </a:extLst>
          </p:cNvPr>
          <p:cNvSpPr>
            <a:spLocks noGrp="1"/>
          </p:cNvSpPr>
          <p:nvPr/>
        </p:nvSpPr>
        <p:spPr>
          <a:xfrm>
            <a:off x="4942505" y="6120044"/>
            <a:ext cx="171302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t</a:t>
            </a:r>
          </a:p>
        </p:txBody>
      </p:sp>
      <p:sp>
        <p:nvSpPr>
          <p:cNvPr id="64" name="anim_to8726_0_1">
            <a:extLst>
              <a:ext uri="{FF2B5EF4-FFF2-40B4-BE49-F238E27FC236}">
                <a16:creationId xmlns:a16="http://schemas.microsoft.com/office/drawing/2014/main" id="{0DB19380-6776-43C1-9CA0-0314BAE9D6AB}"/>
              </a:ext>
            </a:extLst>
          </p:cNvPr>
          <p:cNvSpPr>
            <a:spLocks noGrp="1"/>
          </p:cNvSpPr>
          <p:nvPr/>
        </p:nvSpPr>
        <p:spPr>
          <a:xfrm>
            <a:off x="5075707" y="6120044"/>
            <a:ext cx="206561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s</a:t>
            </a:r>
          </a:p>
        </p:txBody>
      </p:sp>
      <p:sp>
        <p:nvSpPr>
          <p:cNvPr id="65" name="anim_to8730_0_1">
            <a:extLst>
              <a:ext uri="{FF2B5EF4-FFF2-40B4-BE49-F238E27FC236}">
                <a16:creationId xmlns:a16="http://schemas.microsoft.com/office/drawing/2014/main" id="{1DCEC09D-F582-4ECE-8E73-05AB641F3EF3}"/>
              </a:ext>
            </a:extLst>
          </p:cNvPr>
          <p:cNvSpPr>
            <a:spLocks noGrp="1"/>
          </p:cNvSpPr>
          <p:nvPr/>
        </p:nvSpPr>
        <p:spPr>
          <a:xfrm>
            <a:off x="5330358" y="6120044"/>
            <a:ext cx="367187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→</a:t>
            </a:r>
          </a:p>
        </p:txBody>
      </p:sp>
      <p:sp>
        <p:nvSpPr>
          <p:cNvPr id="66" name="anim_to8736_0_1">
            <a:extLst>
              <a:ext uri="{FF2B5EF4-FFF2-40B4-BE49-F238E27FC236}">
                <a16:creationId xmlns:a16="http://schemas.microsoft.com/office/drawing/2014/main" id="{5D196A51-31CD-4455-9359-487DB82D6DC1}"/>
              </a:ext>
            </a:extLst>
          </p:cNvPr>
          <p:cNvSpPr>
            <a:spLocks noGrp="1"/>
          </p:cNvSpPr>
          <p:nvPr/>
        </p:nvSpPr>
        <p:spPr>
          <a:xfrm>
            <a:off x="5831824" y="6120044"/>
            <a:ext cx="247697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67" name="anim_to8738_0_1">
            <a:extLst>
              <a:ext uri="{FF2B5EF4-FFF2-40B4-BE49-F238E27FC236}">
                <a16:creationId xmlns:a16="http://schemas.microsoft.com/office/drawing/2014/main" id="{1CD462A9-402A-46E4-9D81-4B6A52C86150}"/>
              </a:ext>
            </a:extLst>
          </p:cNvPr>
          <p:cNvSpPr>
            <a:spLocks noGrp="1"/>
          </p:cNvSpPr>
          <p:nvPr/>
        </p:nvSpPr>
        <p:spPr>
          <a:xfrm>
            <a:off x="6041421" y="6120044"/>
            <a:ext cx="230068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a</a:t>
            </a:r>
          </a:p>
        </p:txBody>
      </p:sp>
      <p:sp>
        <p:nvSpPr>
          <p:cNvPr id="68" name="anim_to8740_0_1">
            <a:extLst>
              <a:ext uri="{FF2B5EF4-FFF2-40B4-BE49-F238E27FC236}">
                <a16:creationId xmlns:a16="http://schemas.microsoft.com/office/drawing/2014/main" id="{824165A2-16FF-48EF-B904-1D39235EFA6E}"/>
              </a:ext>
            </a:extLst>
          </p:cNvPr>
          <p:cNvSpPr>
            <a:spLocks noGrp="1"/>
          </p:cNvSpPr>
          <p:nvPr/>
        </p:nvSpPr>
        <p:spPr>
          <a:xfrm>
            <a:off x="6233389" y="6120044"/>
            <a:ext cx="200685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r</a:t>
            </a:r>
          </a:p>
        </p:txBody>
      </p:sp>
      <p:sp>
        <p:nvSpPr>
          <p:cNvPr id="69" name="anim_to8742_0_1">
            <a:extLst>
              <a:ext uri="{FF2B5EF4-FFF2-40B4-BE49-F238E27FC236}">
                <a16:creationId xmlns:a16="http://schemas.microsoft.com/office/drawing/2014/main" id="{40460338-B619-4CDE-AB1D-24997BBE9EE6}"/>
              </a:ext>
            </a:extLst>
          </p:cNvPr>
          <p:cNvSpPr>
            <a:spLocks noGrp="1"/>
          </p:cNvSpPr>
          <p:nvPr/>
        </p:nvSpPr>
        <p:spPr>
          <a:xfrm>
            <a:off x="6395974" y="6120044"/>
            <a:ext cx="232026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g</a:t>
            </a:r>
          </a:p>
        </p:txBody>
      </p:sp>
      <p:sp>
        <p:nvSpPr>
          <p:cNvPr id="70" name="anim_to8744_0_1">
            <a:extLst>
              <a:ext uri="{FF2B5EF4-FFF2-40B4-BE49-F238E27FC236}">
                <a16:creationId xmlns:a16="http://schemas.microsoft.com/office/drawing/2014/main" id="{67AB56F0-551D-41D1-BEF1-59EC517CA14F}"/>
              </a:ext>
            </a:extLst>
          </p:cNvPr>
          <p:cNvSpPr>
            <a:spLocks noGrp="1"/>
          </p:cNvSpPr>
          <p:nvPr/>
        </p:nvSpPr>
        <p:spPr>
          <a:xfrm>
            <a:off x="6589900" y="6120044"/>
            <a:ext cx="228109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71" name="anim_to8746_0_1">
            <a:extLst>
              <a:ext uri="{FF2B5EF4-FFF2-40B4-BE49-F238E27FC236}">
                <a16:creationId xmlns:a16="http://schemas.microsoft.com/office/drawing/2014/main" id="{0A38C46D-EA42-42DC-B3AE-F8B43263B0BF}"/>
              </a:ext>
            </a:extLst>
          </p:cNvPr>
          <p:cNvSpPr>
            <a:spLocks noGrp="1"/>
          </p:cNvSpPr>
          <p:nvPr/>
        </p:nvSpPr>
        <p:spPr>
          <a:xfrm>
            <a:off x="6779909" y="6120044"/>
            <a:ext cx="200685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r</a:t>
            </a:r>
          </a:p>
        </p:txBody>
      </p:sp>
      <p:sp>
        <p:nvSpPr>
          <p:cNvPr id="72" name="anim_to8752_0_1">
            <a:extLst>
              <a:ext uri="{FF2B5EF4-FFF2-40B4-BE49-F238E27FC236}">
                <a16:creationId xmlns:a16="http://schemas.microsoft.com/office/drawing/2014/main" id="{E611D42D-8837-4226-8B14-0F8B8D2FB429}"/>
              </a:ext>
            </a:extLst>
          </p:cNvPr>
          <p:cNvSpPr>
            <a:spLocks noGrp="1"/>
          </p:cNvSpPr>
          <p:nvPr/>
        </p:nvSpPr>
        <p:spPr>
          <a:xfrm>
            <a:off x="7114872" y="6120044"/>
            <a:ext cx="200685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r</a:t>
            </a:r>
          </a:p>
        </p:txBody>
      </p:sp>
      <p:sp>
        <p:nvSpPr>
          <p:cNvPr id="73" name="anim_to8754_0_1">
            <a:extLst>
              <a:ext uri="{FF2B5EF4-FFF2-40B4-BE49-F238E27FC236}">
                <a16:creationId xmlns:a16="http://schemas.microsoft.com/office/drawing/2014/main" id="{090DCA28-1E25-4B8C-86A7-EBE88EEA79BB}"/>
              </a:ext>
            </a:extLst>
          </p:cNvPr>
          <p:cNvSpPr>
            <a:spLocks noGrp="1"/>
          </p:cNvSpPr>
          <p:nvPr/>
        </p:nvSpPr>
        <p:spPr>
          <a:xfrm>
            <a:off x="7277457" y="6120044"/>
            <a:ext cx="228109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74" name="anim_to8756_0_1">
            <a:extLst>
              <a:ext uri="{FF2B5EF4-FFF2-40B4-BE49-F238E27FC236}">
                <a16:creationId xmlns:a16="http://schemas.microsoft.com/office/drawing/2014/main" id="{C90720C1-CB05-4FA8-862B-4DD922C57EB6}"/>
              </a:ext>
            </a:extLst>
          </p:cNvPr>
          <p:cNvSpPr>
            <a:spLocks noGrp="1"/>
          </p:cNvSpPr>
          <p:nvPr/>
        </p:nvSpPr>
        <p:spPr>
          <a:xfrm>
            <a:off x="7467466" y="6120044"/>
            <a:ext cx="210479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c</a:t>
            </a:r>
          </a:p>
        </p:txBody>
      </p:sp>
      <p:sp>
        <p:nvSpPr>
          <p:cNvPr id="75" name="anim_to8758_0_1">
            <a:extLst>
              <a:ext uri="{FF2B5EF4-FFF2-40B4-BE49-F238E27FC236}">
                <a16:creationId xmlns:a16="http://schemas.microsoft.com/office/drawing/2014/main" id="{002B5F3E-6CFE-4DDB-8627-C52D5CD9FB8B}"/>
              </a:ext>
            </a:extLst>
          </p:cNvPr>
          <p:cNvSpPr>
            <a:spLocks noGrp="1"/>
          </p:cNvSpPr>
          <p:nvPr/>
        </p:nvSpPr>
        <p:spPr>
          <a:xfrm>
            <a:off x="7639845" y="6120044"/>
            <a:ext cx="228109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76" name="anim_to8760_0_1">
            <a:extLst>
              <a:ext uri="{FF2B5EF4-FFF2-40B4-BE49-F238E27FC236}">
                <a16:creationId xmlns:a16="http://schemas.microsoft.com/office/drawing/2014/main" id="{5F31EEA2-997F-401F-94AA-654C13AD302A}"/>
              </a:ext>
            </a:extLst>
          </p:cNvPr>
          <p:cNvSpPr>
            <a:spLocks noGrp="1"/>
          </p:cNvSpPr>
          <p:nvPr/>
        </p:nvSpPr>
        <p:spPr>
          <a:xfrm>
            <a:off x="7829853" y="6120044"/>
            <a:ext cx="255533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p</a:t>
            </a:r>
          </a:p>
        </p:txBody>
      </p:sp>
      <p:sp>
        <p:nvSpPr>
          <p:cNvPr id="77" name="anim_to8762_0_1">
            <a:extLst>
              <a:ext uri="{FF2B5EF4-FFF2-40B4-BE49-F238E27FC236}">
                <a16:creationId xmlns:a16="http://schemas.microsoft.com/office/drawing/2014/main" id="{7C164F3D-F9B8-4564-B531-F13AA5E00E8E}"/>
              </a:ext>
            </a:extLst>
          </p:cNvPr>
          <p:cNvSpPr>
            <a:spLocks noGrp="1"/>
          </p:cNvSpPr>
          <p:nvPr/>
        </p:nvSpPr>
        <p:spPr>
          <a:xfrm>
            <a:off x="8047286" y="6120044"/>
            <a:ext cx="171302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t</a:t>
            </a:r>
          </a:p>
        </p:txBody>
      </p:sp>
      <p:sp>
        <p:nvSpPr>
          <p:cNvPr id="78" name="anim_to8764_0_1">
            <a:extLst>
              <a:ext uri="{FF2B5EF4-FFF2-40B4-BE49-F238E27FC236}">
                <a16:creationId xmlns:a16="http://schemas.microsoft.com/office/drawing/2014/main" id="{42A0DBBB-6AC4-4138-961A-6E0F6CA6E4DD}"/>
              </a:ext>
            </a:extLst>
          </p:cNvPr>
          <p:cNvSpPr>
            <a:spLocks noGrp="1"/>
          </p:cNvSpPr>
          <p:nvPr/>
        </p:nvSpPr>
        <p:spPr>
          <a:xfrm>
            <a:off x="8180488" y="6120044"/>
            <a:ext cx="147796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i</a:t>
            </a:r>
          </a:p>
        </p:txBody>
      </p:sp>
      <p:sp>
        <p:nvSpPr>
          <p:cNvPr id="79" name="anim_to8766_0_1">
            <a:extLst>
              <a:ext uri="{FF2B5EF4-FFF2-40B4-BE49-F238E27FC236}">
                <a16:creationId xmlns:a16="http://schemas.microsoft.com/office/drawing/2014/main" id="{2C72B0CA-53B4-459E-81DE-8DB4203B6BD1}"/>
              </a:ext>
            </a:extLst>
          </p:cNvPr>
          <p:cNvSpPr>
            <a:spLocks noGrp="1"/>
          </p:cNvSpPr>
          <p:nvPr/>
        </p:nvSpPr>
        <p:spPr>
          <a:xfrm>
            <a:off x="8290184" y="6120044"/>
            <a:ext cx="235944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v</a:t>
            </a:r>
          </a:p>
        </p:txBody>
      </p:sp>
      <p:sp>
        <p:nvSpPr>
          <p:cNvPr id="80" name="anim_to8768_0_1">
            <a:extLst>
              <a:ext uri="{FF2B5EF4-FFF2-40B4-BE49-F238E27FC236}">
                <a16:creationId xmlns:a16="http://schemas.microsoft.com/office/drawing/2014/main" id="{401E773E-738D-4F3C-AF36-3029F41BE8FB}"/>
              </a:ext>
            </a:extLst>
          </p:cNvPr>
          <p:cNvSpPr>
            <a:spLocks noGrp="1"/>
          </p:cNvSpPr>
          <p:nvPr/>
        </p:nvSpPr>
        <p:spPr>
          <a:xfrm>
            <a:off x="8488028" y="6120044"/>
            <a:ext cx="228109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81" name="anim_to8774_0_1">
            <a:extLst>
              <a:ext uri="{FF2B5EF4-FFF2-40B4-BE49-F238E27FC236}">
                <a16:creationId xmlns:a16="http://schemas.microsoft.com/office/drawing/2014/main" id="{6704772B-01DD-40D3-9B57-CEFCF364D1A4}"/>
              </a:ext>
            </a:extLst>
          </p:cNvPr>
          <p:cNvSpPr>
            <a:spLocks noGrp="1"/>
          </p:cNvSpPr>
          <p:nvPr/>
        </p:nvSpPr>
        <p:spPr>
          <a:xfrm>
            <a:off x="8850415" y="6120044"/>
            <a:ext cx="157590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82" name="anim_to8776_0_1">
            <a:extLst>
              <a:ext uri="{FF2B5EF4-FFF2-40B4-BE49-F238E27FC236}">
                <a16:creationId xmlns:a16="http://schemas.microsoft.com/office/drawing/2014/main" id="{6EFB0F77-16A3-4353-A618-10AAEF4341A1}"/>
              </a:ext>
            </a:extLst>
          </p:cNvPr>
          <p:cNvSpPr>
            <a:spLocks noGrp="1"/>
          </p:cNvSpPr>
          <p:nvPr/>
        </p:nvSpPr>
        <p:spPr>
          <a:xfrm>
            <a:off x="8969905" y="6120044"/>
            <a:ext cx="147796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i</a:t>
            </a:r>
          </a:p>
        </p:txBody>
      </p:sp>
      <p:sp>
        <p:nvSpPr>
          <p:cNvPr id="83" name="anim_to8778_0_1">
            <a:extLst>
              <a:ext uri="{FF2B5EF4-FFF2-40B4-BE49-F238E27FC236}">
                <a16:creationId xmlns:a16="http://schemas.microsoft.com/office/drawing/2014/main" id="{58B839E2-D074-4E68-9D78-AD8D66EE9E85}"/>
              </a:ext>
            </a:extLst>
          </p:cNvPr>
          <p:cNvSpPr>
            <a:spLocks noGrp="1"/>
          </p:cNvSpPr>
          <p:nvPr/>
        </p:nvSpPr>
        <p:spPr>
          <a:xfrm>
            <a:off x="9079601" y="6120044"/>
            <a:ext cx="228109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84" name="anim_to8780_0_1">
            <a:extLst>
              <a:ext uri="{FF2B5EF4-FFF2-40B4-BE49-F238E27FC236}">
                <a16:creationId xmlns:a16="http://schemas.microsoft.com/office/drawing/2014/main" id="{921F37B9-E619-4760-84D7-FF8C3872E7DD}"/>
              </a:ext>
            </a:extLst>
          </p:cNvPr>
          <p:cNvSpPr>
            <a:spLocks noGrp="1"/>
          </p:cNvSpPr>
          <p:nvPr/>
        </p:nvSpPr>
        <p:spPr>
          <a:xfrm>
            <a:off x="9269610" y="6120044"/>
            <a:ext cx="145837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85" name="anim_to8782_0_1">
            <a:extLst>
              <a:ext uri="{FF2B5EF4-FFF2-40B4-BE49-F238E27FC236}">
                <a16:creationId xmlns:a16="http://schemas.microsoft.com/office/drawing/2014/main" id="{729E01FD-997A-4FC8-A92E-A982102EDAB4}"/>
              </a:ext>
            </a:extLst>
          </p:cNvPr>
          <p:cNvSpPr>
            <a:spLocks noGrp="1"/>
          </p:cNvSpPr>
          <p:nvPr/>
        </p:nvSpPr>
        <p:spPr>
          <a:xfrm>
            <a:off x="9377346" y="6120044"/>
            <a:ext cx="255533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d</a:t>
            </a:r>
          </a:p>
        </p:txBody>
      </p:sp>
      <p:sp>
        <p:nvSpPr>
          <p:cNvPr id="86" name="anim_to8784_0_1">
            <a:extLst>
              <a:ext uri="{FF2B5EF4-FFF2-40B4-BE49-F238E27FC236}">
                <a16:creationId xmlns:a16="http://schemas.microsoft.com/office/drawing/2014/main" id="{C821C397-FD30-4D3E-B619-67122CCAF951}"/>
              </a:ext>
            </a:extLst>
          </p:cNvPr>
          <p:cNvSpPr>
            <a:spLocks noGrp="1"/>
          </p:cNvSpPr>
          <p:nvPr/>
        </p:nvSpPr>
        <p:spPr>
          <a:xfrm>
            <a:off x="9594779" y="6120044"/>
            <a:ext cx="151713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!</a:t>
            </a:r>
          </a:p>
        </p:txBody>
      </p:sp>
    </p:spTree>
    <p:extLst>
      <p:ext uri="{BB962C8B-B14F-4D97-AF65-F5344CB8AC3E}">
        <p14:creationId xmlns:p14="http://schemas.microsoft.com/office/powerpoint/2010/main" val="5504219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3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28377 -0.0352533 E" pathEditMode="relative" ptsTypes="">
                                      <p:cBhvr>
                                        <p:cTn id="6" dur="9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900" fill="hold"/>
                                        <p:tgtEl>
                                          <p:spTgt spid="8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5585 -0.0352533 E" pathEditMode="relative" ptsTypes="">
                                      <p:cBhvr>
                                        <p:cTn id="10" dur="9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9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42792 -0.0352533 E" pathEditMode="relative" ptsTypes="">
                                      <p:cBhvr>
                                        <p:cTn id="14" dur="9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900" fill="hold"/>
                                        <p:tgtEl>
                                          <p:spTgt spid="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352533 E" pathEditMode="relative" ptsTypes="">
                                      <p:cBhvr>
                                        <p:cTn id="18" dur="9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" dur="900" fill="hold"/>
                                        <p:tgtEl>
                                          <p:spTgt spid="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2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42792 -0.0352533 E" pathEditMode="relative" ptsTypes="">
                                      <p:cBhvr>
                                        <p:cTn id="22" dur="9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" dur="900" fill="hold"/>
                                        <p:tgtEl>
                                          <p:spTgt spid="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5585 -0.0352533 E" pathEditMode="relative" ptsTypes="">
                                      <p:cBhvr>
                                        <p:cTn id="26" dur="9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" dur="900" fill="hold"/>
                                        <p:tgtEl>
                                          <p:spTgt spid="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2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28377 -0.0352533 E" pathEditMode="relative" ptsTypes="">
                                      <p:cBhvr>
                                        <p:cTn id="30" dur="9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" dur="900" fill="hold"/>
                                        <p:tgtEl>
                                          <p:spTgt spid="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3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28377 -0.0428608 E" pathEditMode="relative" ptsTypes="">
                                      <p:cBhvr>
                                        <p:cTn id="34" dur="9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" dur="900" fill="hold"/>
                                        <p:tgtEl>
                                          <p:spTgt spid="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3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5585 -0.0428608 E" pathEditMode="relative" ptsTypes="">
                                      <p:cBhvr>
                                        <p:cTn id="38" dur="9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" dur="900" fill="hold"/>
                                        <p:tgtEl>
                                          <p:spTgt spid="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4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42792 -0.0428608 E" pathEditMode="relative" ptsTypes="">
                                      <p:cBhvr>
                                        <p:cTn id="42" dur="9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" dur="900" fill="hold"/>
                                        <p:tgtEl>
                                          <p:spTgt spid="1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4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428608 E" pathEditMode="relative" ptsTypes="">
                                      <p:cBhvr>
                                        <p:cTn id="46" dur="9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" dur="900" fill="hold"/>
                                        <p:tgtEl>
                                          <p:spTgt spid="1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4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42792 -0.0428608 E" pathEditMode="relative" ptsTypes="">
                                      <p:cBhvr>
                                        <p:cTn id="50" dur="9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" dur="900" fill="hold"/>
                                        <p:tgtEl>
                                          <p:spTgt spid="1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5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5585 -0.0428608 E" pathEditMode="relative" ptsTypes="">
                                      <p:cBhvr>
                                        <p:cTn id="54" dur="9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6" dur="900" fill="hold"/>
                                        <p:tgtEl>
                                          <p:spTgt spid="1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5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28377 -0.0428608 E" pathEditMode="relative" ptsTypes="">
                                      <p:cBhvr>
                                        <p:cTn id="58" dur="9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" dur="900" fill="hold"/>
                                        <p:tgtEl>
                                          <p:spTgt spid="1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28377 -0.0504683 E" pathEditMode="relative" ptsTypes="">
                                      <p:cBhvr>
                                        <p:cTn id="62" dur="9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4" dur="900" fill="hold"/>
                                        <p:tgtEl>
                                          <p:spTgt spid="1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6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5585 -0.0504683 E" pathEditMode="relative" ptsTypes="">
                                      <p:cBhvr>
                                        <p:cTn id="66" dur="9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8" dur="900" fill="hold"/>
                                        <p:tgtEl>
                                          <p:spTgt spid="1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6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42792 -0.0504683 E" pathEditMode="relative" ptsTypes="">
                                      <p:cBhvr>
                                        <p:cTn id="70" dur="9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2" dur="900" fill="hold"/>
                                        <p:tgtEl>
                                          <p:spTgt spid="1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7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504683 E" pathEditMode="relative" ptsTypes="">
                                      <p:cBhvr>
                                        <p:cTn id="74" dur="9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6" dur="900" fill="hold"/>
                                        <p:tgtEl>
                                          <p:spTgt spid="1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7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42792 -0.0504683 E" pathEditMode="relative" ptsTypes="">
                                      <p:cBhvr>
                                        <p:cTn id="78" dur="9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0" dur="900" fill="hold"/>
                                        <p:tgtEl>
                                          <p:spTgt spid="1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8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5585 -0.0504683 E" pathEditMode="relative" ptsTypes="">
                                      <p:cBhvr>
                                        <p:cTn id="82" dur="9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4" dur="900" fill="hold"/>
                                        <p:tgtEl>
                                          <p:spTgt spid="2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8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28377 -0.0504683 E" pathEditMode="relative" ptsTypes="">
                                      <p:cBhvr>
                                        <p:cTn id="86" dur="9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8" dur="900" fill="hold"/>
                                        <p:tgtEl>
                                          <p:spTgt spid="2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8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28377 -0.0580759 E" pathEditMode="relative" ptsTypes="">
                                      <p:cBhvr>
                                        <p:cTn id="90" dur="9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2" dur="900" fill="hold"/>
                                        <p:tgtEl>
                                          <p:spTgt spid="2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9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5585 -0.0580759 E" pathEditMode="relative" ptsTypes="">
                                      <p:cBhvr>
                                        <p:cTn id="94" dur="9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6" dur="900" fill="hold"/>
                                        <p:tgtEl>
                                          <p:spTgt spid="2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9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42792 -0.0580759 E" pathEditMode="relative" ptsTypes="">
                                      <p:cBhvr>
                                        <p:cTn id="98" dur="9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0" dur="900" fill="hold"/>
                                        <p:tgtEl>
                                          <p:spTgt spid="2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0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580759 E" pathEditMode="relative" ptsTypes="">
                                      <p:cBhvr>
                                        <p:cTn id="102" dur="9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4" dur="900" fill="hold"/>
                                        <p:tgtEl>
                                          <p:spTgt spid="2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0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42792 -0.0580759 E" pathEditMode="relative" ptsTypes="">
                                      <p:cBhvr>
                                        <p:cTn id="106" dur="9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8" dur="900" fill="hold"/>
                                        <p:tgtEl>
                                          <p:spTgt spid="2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0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5585 -0.0580759 E" pathEditMode="relative" ptsTypes="">
                                      <p:cBhvr>
                                        <p:cTn id="110" dur="9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2" dur="900" fill="hold"/>
                                        <p:tgtEl>
                                          <p:spTgt spid="2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1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28377 -0.0580759 E" pathEditMode="relative" ptsTypes="">
                                      <p:cBhvr>
                                        <p:cTn id="114" dur="9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6" dur="900" fill="hold"/>
                                        <p:tgtEl>
                                          <p:spTgt spid="2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1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28377 -0.0656834 E" pathEditMode="relative" ptsTypes="">
                                      <p:cBhvr>
                                        <p:cTn id="118" dur="9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0" dur="900" fill="hold"/>
                                        <p:tgtEl>
                                          <p:spTgt spid="2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2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5585 -0.0656834 E" pathEditMode="relative" ptsTypes="">
                                      <p:cBhvr>
                                        <p:cTn id="122" dur="9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4" dur="9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42792 -0.0656834 E" pathEditMode="relative" ptsTypes="">
                                      <p:cBhvr>
                                        <p:cTn id="126" dur="9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8" dur="900" fill="hold"/>
                                        <p:tgtEl>
                                          <p:spTgt spid="3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2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656834 E" pathEditMode="relative" ptsTypes="">
                                      <p:cBhvr>
                                        <p:cTn id="130" dur="9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2" dur="900" fill="hold"/>
                                        <p:tgtEl>
                                          <p:spTgt spid="3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3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42792 -0.0656834 E" pathEditMode="relative" ptsTypes="">
                                      <p:cBhvr>
                                        <p:cTn id="134" dur="9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6" dur="9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3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5585 -0.0656834 E" pathEditMode="relative" ptsTypes="">
                                      <p:cBhvr>
                                        <p:cTn id="138" dur="9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0" dur="900" fill="hold"/>
                                        <p:tgtEl>
                                          <p:spTgt spid="3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4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28377 -0.0656834 E" pathEditMode="relative" ptsTypes="">
                                      <p:cBhvr>
                                        <p:cTn id="142" dur="9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4" dur="900" fill="hold"/>
                                        <p:tgtEl>
                                          <p:spTgt spid="3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4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28377 -0.073291 E" pathEditMode="relative" ptsTypes="">
                                      <p:cBhvr>
                                        <p:cTn id="146" dur="9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8" dur="900" fill="hold"/>
                                        <p:tgtEl>
                                          <p:spTgt spid="3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4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5585 -0.073291 E" pathEditMode="relative" ptsTypes="">
                                      <p:cBhvr>
                                        <p:cTn id="150" dur="9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2" dur="900" fill="hold"/>
                                        <p:tgtEl>
                                          <p:spTgt spid="3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5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42792 -0.073291 E" pathEditMode="relative" ptsTypes="">
                                      <p:cBhvr>
                                        <p:cTn id="154" dur="9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6" dur="900" fill="hold"/>
                                        <p:tgtEl>
                                          <p:spTgt spid="3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5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73291 E" pathEditMode="relative" ptsTypes="">
                                      <p:cBhvr>
                                        <p:cTn id="158" dur="9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0" dur="900" fill="hold"/>
                                        <p:tgtEl>
                                          <p:spTgt spid="3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6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42792 -0.073291 E" pathEditMode="relative" ptsTypes="">
                                      <p:cBhvr>
                                        <p:cTn id="162" dur="9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4" dur="900" fill="hold"/>
                                        <p:tgtEl>
                                          <p:spTgt spid="4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6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5585 -0.073291 E" pathEditMode="relative" ptsTypes="">
                                      <p:cBhvr>
                                        <p:cTn id="166" dur="9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8" dur="900" fill="hold"/>
                                        <p:tgtEl>
                                          <p:spTgt spid="4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6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28377 -0.073291 E" pathEditMode="relative" ptsTypes="">
                                      <p:cBhvr>
                                        <p:cTn id="170" dur="9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2" dur="900" fill="hold"/>
                                        <p:tgtEl>
                                          <p:spTgt spid="4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7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128377 -0.0808985 E" pathEditMode="relative" ptsTypes="">
                                      <p:cBhvr>
                                        <p:cTn id="174" dur="9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6" dur="900" fill="hold"/>
                                        <p:tgtEl>
                                          <p:spTgt spid="43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7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85585 -0.0808985 E" pathEditMode="relative" ptsTypes="">
                                      <p:cBhvr>
                                        <p:cTn id="178" dur="9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0" dur="9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8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42792 -0.0808985 E" pathEditMode="relative" ptsTypes="">
                                      <p:cBhvr>
                                        <p:cTn id="182" dur="9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4" dur="900" fill="hold"/>
                                        <p:tgtEl>
                                          <p:spTgt spid="45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8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808985 E" pathEditMode="relative" ptsTypes="">
                                      <p:cBhvr>
                                        <p:cTn id="186" dur="9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8" dur="900" fill="hold"/>
                                        <p:tgtEl>
                                          <p:spTgt spid="46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8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42792 -0.0808985 E" pathEditMode="relative" ptsTypes="">
                                      <p:cBhvr>
                                        <p:cTn id="190" dur="9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2" dur="9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9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85585 -0.0808985 E" pathEditMode="relative" ptsTypes="">
                                      <p:cBhvr>
                                        <p:cTn id="194" dur="9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6" dur="9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197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28377 -0.0808985 E" pathEditMode="relative" ptsTypes="">
                                      <p:cBhvr>
                                        <p:cTn id="198" dur="9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0" dur="9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20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202643 E" pathEditMode="relative" ptsTypes="">
                                      <p:cBhvr>
                                        <p:cTn id="202" dur="9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4" dur="900" fill="hold"/>
                                        <p:tgtEl>
                                          <p:spTgt spid="50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20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0947823 E" pathEditMode="relative" ptsTypes="">
                                      <p:cBhvr>
                                        <p:cTn id="206" dur="9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8" dur="900" fill="hold"/>
                                        <p:tgtEl>
                                          <p:spTgt spid="51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20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1057231 E" pathEditMode="relative" ptsTypes="">
                                      <p:cBhvr>
                                        <p:cTn id="210" dur="9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2" dur="900" fill="hold"/>
                                        <p:tgtEl>
                                          <p:spTgt spid="52"/>
                                        </p:tgtEl>
                                      </p:cBhvr>
                                      <p:by x="150000" y="150000"/>
                                      <p:from x="100000" y="100000"/>
                                      <p:to x="89286" y="89286"/>
                                    </p:animScale>
                                  </p:childTnLst>
                                </p:cTn>
                              </p:par>
                              <p:par>
                                <p:cTn id="2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" dur="9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8" dur="9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" dur="9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9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9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0" dur="9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3" dur="9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6" dur="9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9" dur="9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2" dur="9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5" dur="9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8" dur="9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1" dur="9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4" dur="9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7" dur="9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0" dur="9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3" dur="9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6" dur="9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9" dur="9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2" dur="9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5" dur="9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8" dur="9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1" dur="9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4" dur="9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7" dur="9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0" dur="9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3" dur="9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6" dur="9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9" dur="9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2" dur="9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5" dur="9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8" dur="9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1" dur="9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4" dur="9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7" grpId="0" animBg="1"/>
      <p:bldP spid="87" grpId="1" animBg="1"/>
      <p:bldP spid="2" grpId="0" animBg="1"/>
      <p:bldP spid="2" grpId="1" animBg="1"/>
      <p:bldP spid="3" grpId="0" animBg="1"/>
      <p:bldP spid="3" grpId="1" animBg="1"/>
      <p:bldP spid="4" grpId="0" animBg="1"/>
      <p:bldP spid="4" grpId="1" animBg="1"/>
      <p:bldP spid="5" grpId="0" animBg="1"/>
      <p:bldP spid="5" grpId="1" animBg="1"/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9" grpId="0" animBg="1"/>
      <p:bldP spid="9" grpId="1" animBg="1"/>
      <p:bldP spid="10" grpId="0" animBg="1"/>
      <p:bldP spid="10" grpId="1" animBg="1"/>
      <p:bldP spid="11" grpId="0" animBg="1"/>
      <p:bldP spid="11" grpId="1" animBg="1"/>
      <p:bldP spid="12" grpId="0" animBg="1"/>
      <p:bldP spid="12" grpId="1" animBg="1"/>
      <p:bldP spid="13" grpId="0" animBg="1"/>
      <p:bldP spid="13" grpId="1" animBg="1"/>
      <p:bldP spid="14" grpId="0" animBg="1"/>
      <p:bldP spid="14" grpId="1" animBg="1"/>
      <p:bldP spid="15" grpId="0" animBg="1"/>
      <p:bldP spid="15" grpId="1" animBg="1"/>
      <p:bldP spid="16" grpId="0" animBg="1"/>
      <p:bldP spid="16" grpId="1" animBg="1"/>
      <p:bldP spid="17" grpId="0" animBg="1"/>
      <p:bldP spid="17" grpId="1" animBg="1"/>
      <p:bldP spid="18" grpId="0" animBg="1"/>
      <p:bldP spid="18" grpId="1" animBg="1"/>
      <p:bldP spid="19" grpId="0" animBg="1"/>
      <p:bldP spid="19" grpId="1" animBg="1"/>
      <p:bldP spid="20" grpId="0" animBg="1"/>
      <p:bldP spid="20" grpId="1" animBg="1"/>
      <p:bldP spid="21" grpId="0" animBg="1"/>
      <p:bldP spid="21" grpId="1" animBg="1"/>
      <p:bldP spid="22" grpId="0" animBg="1"/>
      <p:bldP spid="22" grpId="1" animBg="1"/>
      <p:bldP spid="23" grpId="0" animBg="1"/>
      <p:bldP spid="23" grpId="1" animBg="1"/>
      <p:bldP spid="24" grpId="0" animBg="1"/>
      <p:bldP spid="24" grpId="1" animBg="1"/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  <p:bldP spid="33" grpId="0" animBg="1"/>
      <p:bldP spid="33" grpId="1" animBg="1"/>
      <p:bldP spid="34" grpId="0" animBg="1"/>
      <p:bldP spid="34" grpId="1" animBg="1"/>
      <p:bldP spid="35" grpId="0" animBg="1"/>
      <p:bldP spid="35" grpId="1" animBg="1"/>
      <p:bldP spid="36" grpId="0" animBg="1"/>
      <p:bldP spid="36" grpId="1" animBg="1"/>
      <p:bldP spid="37" grpId="0" animBg="1"/>
      <p:bldP spid="37" grpId="1" animBg="1"/>
      <p:bldP spid="38" grpId="0" animBg="1"/>
      <p:bldP spid="38" grpId="1" animBg="1"/>
      <p:bldP spid="39" grpId="0" animBg="1"/>
      <p:bldP spid="39" grpId="1" animBg="1"/>
      <p:bldP spid="40" grpId="0" animBg="1"/>
      <p:bldP spid="40" grpId="1" animBg="1"/>
      <p:bldP spid="41" grpId="0" animBg="1"/>
      <p:bldP spid="41" grpId="1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/>
      <p:bldP spid="50" grpId="1"/>
      <p:bldP spid="51" grpId="0"/>
      <p:bldP spid="51" grpId="1"/>
      <p:bldP spid="52" grpId="0"/>
      <p:bldP spid="52" grpId="1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" name="anim_o8604_1">
            <a:extLst>
              <a:ext uri="{FF2B5EF4-FFF2-40B4-BE49-F238E27FC236}">
                <a16:creationId xmlns:a16="http://schemas.microsoft.com/office/drawing/2014/main" id="{FC0F62E3-708A-44CC-A21F-B45B7AAE20DA}"/>
              </a:ext>
            </a:extLst>
          </p:cNvPr>
          <p:cNvSpPr>
            <a:spLocks noGrp="1"/>
          </p:cNvSpPr>
          <p:nvPr/>
        </p:nvSpPr>
        <p:spPr>
          <a:xfrm>
            <a:off x="4574301" y="1327606"/>
            <a:ext cx="434771" cy="434771"/>
          </a:xfrm>
          <a:prstGeom prst="rect">
            <a:avLst/>
          </a:prstGeom>
          <a:solidFill>
            <a:srgbClr val="DDA0DD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8605_1">
            <a:extLst>
              <a:ext uri="{FF2B5EF4-FFF2-40B4-BE49-F238E27FC236}">
                <a16:creationId xmlns:a16="http://schemas.microsoft.com/office/drawing/2014/main" id="{744C1AB3-6ED8-486A-8DFA-E9DB12A43219}"/>
              </a:ext>
            </a:extLst>
          </p:cNvPr>
          <p:cNvSpPr>
            <a:spLocks noGrp="1"/>
          </p:cNvSpPr>
          <p:nvPr/>
        </p:nvSpPr>
        <p:spPr>
          <a:xfrm>
            <a:off x="5009072" y="1327606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8606_1">
            <a:extLst>
              <a:ext uri="{FF2B5EF4-FFF2-40B4-BE49-F238E27FC236}">
                <a16:creationId xmlns:a16="http://schemas.microsoft.com/office/drawing/2014/main" id="{667ACD8F-4EE2-4CF0-851A-47A220EC65FF}"/>
              </a:ext>
            </a:extLst>
          </p:cNvPr>
          <p:cNvSpPr>
            <a:spLocks noGrp="1"/>
          </p:cNvSpPr>
          <p:nvPr/>
        </p:nvSpPr>
        <p:spPr>
          <a:xfrm>
            <a:off x="5443843" y="1327606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8607_1">
            <a:extLst>
              <a:ext uri="{FF2B5EF4-FFF2-40B4-BE49-F238E27FC236}">
                <a16:creationId xmlns:a16="http://schemas.microsoft.com/office/drawing/2014/main" id="{049227A5-BECA-44A4-A715-C635866A41EF}"/>
              </a:ext>
            </a:extLst>
          </p:cNvPr>
          <p:cNvSpPr>
            <a:spLocks noGrp="1"/>
          </p:cNvSpPr>
          <p:nvPr/>
        </p:nvSpPr>
        <p:spPr>
          <a:xfrm>
            <a:off x="5878614" y="1327606"/>
            <a:ext cx="434771" cy="434771"/>
          </a:xfrm>
          <a:prstGeom prst="rect">
            <a:avLst/>
          </a:prstGeom>
          <a:solidFill>
            <a:srgbClr val="DDA0DD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8608_1">
            <a:extLst>
              <a:ext uri="{FF2B5EF4-FFF2-40B4-BE49-F238E27FC236}">
                <a16:creationId xmlns:a16="http://schemas.microsoft.com/office/drawing/2014/main" id="{E81DFAE4-C004-4F65-8233-CDCF5B4EE512}"/>
              </a:ext>
            </a:extLst>
          </p:cNvPr>
          <p:cNvSpPr>
            <a:spLocks noGrp="1"/>
          </p:cNvSpPr>
          <p:nvPr/>
        </p:nvSpPr>
        <p:spPr>
          <a:xfrm>
            <a:off x="6313386" y="1327606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8609_1">
            <a:extLst>
              <a:ext uri="{FF2B5EF4-FFF2-40B4-BE49-F238E27FC236}">
                <a16:creationId xmlns:a16="http://schemas.microsoft.com/office/drawing/2014/main" id="{D4F51940-ED08-42A0-BBB9-1B80041BACC7}"/>
              </a:ext>
            </a:extLst>
          </p:cNvPr>
          <p:cNvSpPr>
            <a:spLocks noGrp="1"/>
          </p:cNvSpPr>
          <p:nvPr/>
        </p:nvSpPr>
        <p:spPr>
          <a:xfrm>
            <a:off x="6748157" y="1327606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8610_1">
            <a:extLst>
              <a:ext uri="{FF2B5EF4-FFF2-40B4-BE49-F238E27FC236}">
                <a16:creationId xmlns:a16="http://schemas.microsoft.com/office/drawing/2014/main" id="{A8BF823B-2160-4FCC-8CD7-009DD94949D9}"/>
              </a:ext>
            </a:extLst>
          </p:cNvPr>
          <p:cNvSpPr>
            <a:spLocks noGrp="1"/>
          </p:cNvSpPr>
          <p:nvPr/>
        </p:nvSpPr>
        <p:spPr>
          <a:xfrm>
            <a:off x="7182928" y="1327606"/>
            <a:ext cx="434771" cy="434771"/>
          </a:xfrm>
          <a:prstGeom prst="rect">
            <a:avLst/>
          </a:prstGeom>
          <a:solidFill>
            <a:srgbClr val="DDA0DD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8611_1">
            <a:extLst>
              <a:ext uri="{FF2B5EF4-FFF2-40B4-BE49-F238E27FC236}">
                <a16:creationId xmlns:a16="http://schemas.microsoft.com/office/drawing/2014/main" id="{E37F0CE7-3DEB-4F8C-8D83-5C5733A5E680}"/>
              </a:ext>
            </a:extLst>
          </p:cNvPr>
          <p:cNvSpPr>
            <a:spLocks noGrp="1"/>
          </p:cNvSpPr>
          <p:nvPr/>
        </p:nvSpPr>
        <p:spPr>
          <a:xfrm>
            <a:off x="4574301" y="1762377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8612_1">
            <a:extLst>
              <a:ext uri="{FF2B5EF4-FFF2-40B4-BE49-F238E27FC236}">
                <a16:creationId xmlns:a16="http://schemas.microsoft.com/office/drawing/2014/main" id="{0065248E-B732-47AD-B4EB-9C51BE056ED8}"/>
              </a:ext>
            </a:extLst>
          </p:cNvPr>
          <p:cNvSpPr>
            <a:spLocks noGrp="1"/>
          </p:cNvSpPr>
          <p:nvPr/>
        </p:nvSpPr>
        <p:spPr>
          <a:xfrm>
            <a:off x="5009072" y="1762377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8613_1">
            <a:extLst>
              <a:ext uri="{FF2B5EF4-FFF2-40B4-BE49-F238E27FC236}">
                <a16:creationId xmlns:a16="http://schemas.microsoft.com/office/drawing/2014/main" id="{83EA14CC-6418-4D3C-91BF-8192C35F81D6}"/>
              </a:ext>
            </a:extLst>
          </p:cNvPr>
          <p:cNvSpPr>
            <a:spLocks noGrp="1"/>
          </p:cNvSpPr>
          <p:nvPr/>
        </p:nvSpPr>
        <p:spPr>
          <a:xfrm>
            <a:off x="5443843" y="1762377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8614_1">
            <a:extLst>
              <a:ext uri="{FF2B5EF4-FFF2-40B4-BE49-F238E27FC236}">
                <a16:creationId xmlns:a16="http://schemas.microsoft.com/office/drawing/2014/main" id="{B5792F99-DFA2-46C3-B7ED-D6BAD360DD8F}"/>
              </a:ext>
            </a:extLst>
          </p:cNvPr>
          <p:cNvSpPr>
            <a:spLocks noGrp="1"/>
          </p:cNvSpPr>
          <p:nvPr/>
        </p:nvSpPr>
        <p:spPr>
          <a:xfrm>
            <a:off x="5878614" y="1762377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8615_1">
            <a:extLst>
              <a:ext uri="{FF2B5EF4-FFF2-40B4-BE49-F238E27FC236}">
                <a16:creationId xmlns:a16="http://schemas.microsoft.com/office/drawing/2014/main" id="{C5E19F07-6D7F-48AE-8E39-CE66AF71686E}"/>
              </a:ext>
            </a:extLst>
          </p:cNvPr>
          <p:cNvSpPr>
            <a:spLocks noGrp="1"/>
          </p:cNvSpPr>
          <p:nvPr/>
        </p:nvSpPr>
        <p:spPr>
          <a:xfrm>
            <a:off x="6313386" y="1762377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8616_1">
            <a:extLst>
              <a:ext uri="{FF2B5EF4-FFF2-40B4-BE49-F238E27FC236}">
                <a16:creationId xmlns:a16="http://schemas.microsoft.com/office/drawing/2014/main" id="{30138F1F-4AD4-4A8F-A766-DC73887BBF02}"/>
              </a:ext>
            </a:extLst>
          </p:cNvPr>
          <p:cNvSpPr>
            <a:spLocks noGrp="1"/>
          </p:cNvSpPr>
          <p:nvPr/>
        </p:nvSpPr>
        <p:spPr>
          <a:xfrm>
            <a:off x="6748157" y="1762377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8617_1">
            <a:extLst>
              <a:ext uri="{FF2B5EF4-FFF2-40B4-BE49-F238E27FC236}">
                <a16:creationId xmlns:a16="http://schemas.microsoft.com/office/drawing/2014/main" id="{C37362C0-D9E6-4C0C-B956-D8F7CF4770D9}"/>
              </a:ext>
            </a:extLst>
          </p:cNvPr>
          <p:cNvSpPr>
            <a:spLocks noGrp="1"/>
          </p:cNvSpPr>
          <p:nvPr/>
        </p:nvSpPr>
        <p:spPr>
          <a:xfrm>
            <a:off x="7182928" y="1762377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8618_1">
            <a:extLst>
              <a:ext uri="{FF2B5EF4-FFF2-40B4-BE49-F238E27FC236}">
                <a16:creationId xmlns:a16="http://schemas.microsoft.com/office/drawing/2014/main" id="{EEE88C2F-FA9B-4179-BAEE-467CC2C3D6B5}"/>
              </a:ext>
            </a:extLst>
          </p:cNvPr>
          <p:cNvSpPr>
            <a:spLocks noGrp="1"/>
          </p:cNvSpPr>
          <p:nvPr/>
        </p:nvSpPr>
        <p:spPr>
          <a:xfrm>
            <a:off x="4574301" y="2197148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8619_1">
            <a:extLst>
              <a:ext uri="{FF2B5EF4-FFF2-40B4-BE49-F238E27FC236}">
                <a16:creationId xmlns:a16="http://schemas.microsoft.com/office/drawing/2014/main" id="{0630539D-1433-476F-A95B-9B1D4AF2856D}"/>
              </a:ext>
            </a:extLst>
          </p:cNvPr>
          <p:cNvSpPr>
            <a:spLocks noGrp="1"/>
          </p:cNvSpPr>
          <p:nvPr/>
        </p:nvSpPr>
        <p:spPr>
          <a:xfrm>
            <a:off x="5009072" y="2197148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8620_1">
            <a:extLst>
              <a:ext uri="{FF2B5EF4-FFF2-40B4-BE49-F238E27FC236}">
                <a16:creationId xmlns:a16="http://schemas.microsoft.com/office/drawing/2014/main" id="{71EC98DF-05A9-4F58-A749-B80C2CC013B3}"/>
              </a:ext>
            </a:extLst>
          </p:cNvPr>
          <p:cNvSpPr>
            <a:spLocks noGrp="1"/>
          </p:cNvSpPr>
          <p:nvPr/>
        </p:nvSpPr>
        <p:spPr>
          <a:xfrm>
            <a:off x="5443843" y="2197148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8621_1">
            <a:extLst>
              <a:ext uri="{FF2B5EF4-FFF2-40B4-BE49-F238E27FC236}">
                <a16:creationId xmlns:a16="http://schemas.microsoft.com/office/drawing/2014/main" id="{60EA0273-7D93-45C3-8119-6FA05CEF7453}"/>
              </a:ext>
            </a:extLst>
          </p:cNvPr>
          <p:cNvSpPr>
            <a:spLocks noGrp="1"/>
          </p:cNvSpPr>
          <p:nvPr/>
        </p:nvSpPr>
        <p:spPr>
          <a:xfrm>
            <a:off x="5878614" y="2197148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8622_1">
            <a:extLst>
              <a:ext uri="{FF2B5EF4-FFF2-40B4-BE49-F238E27FC236}">
                <a16:creationId xmlns:a16="http://schemas.microsoft.com/office/drawing/2014/main" id="{257062B6-B18A-48CA-9FAB-5D84A4278DD3}"/>
              </a:ext>
            </a:extLst>
          </p:cNvPr>
          <p:cNvSpPr>
            <a:spLocks noGrp="1"/>
          </p:cNvSpPr>
          <p:nvPr/>
        </p:nvSpPr>
        <p:spPr>
          <a:xfrm>
            <a:off x="6313386" y="2197148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8623_1">
            <a:extLst>
              <a:ext uri="{FF2B5EF4-FFF2-40B4-BE49-F238E27FC236}">
                <a16:creationId xmlns:a16="http://schemas.microsoft.com/office/drawing/2014/main" id="{0F5F9456-7FDC-4A57-8385-0311C1B76890}"/>
              </a:ext>
            </a:extLst>
          </p:cNvPr>
          <p:cNvSpPr>
            <a:spLocks noGrp="1"/>
          </p:cNvSpPr>
          <p:nvPr/>
        </p:nvSpPr>
        <p:spPr>
          <a:xfrm>
            <a:off x="6748157" y="2197148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8624_1">
            <a:extLst>
              <a:ext uri="{FF2B5EF4-FFF2-40B4-BE49-F238E27FC236}">
                <a16:creationId xmlns:a16="http://schemas.microsoft.com/office/drawing/2014/main" id="{6BC30331-AC7C-42BF-BC63-166ED6564905}"/>
              </a:ext>
            </a:extLst>
          </p:cNvPr>
          <p:cNvSpPr>
            <a:spLocks noGrp="1"/>
          </p:cNvSpPr>
          <p:nvPr/>
        </p:nvSpPr>
        <p:spPr>
          <a:xfrm>
            <a:off x="7182928" y="2197148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8625_1">
            <a:extLst>
              <a:ext uri="{FF2B5EF4-FFF2-40B4-BE49-F238E27FC236}">
                <a16:creationId xmlns:a16="http://schemas.microsoft.com/office/drawing/2014/main" id="{9C15253D-1330-43D9-922F-A901C0E6C483}"/>
              </a:ext>
            </a:extLst>
          </p:cNvPr>
          <p:cNvSpPr>
            <a:spLocks noGrp="1"/>
          </p:cNvSpPr>
          <p:nvPr/>
        </p:nvSpPr>
        <p:spPr>
          <a:xfrm>
            <a:off x="4574301" y="2631920"/>
            <a:ext cx="434771" cy="434771"/>
          </a:xfrm>
          <a:prstGeom prst="rect">
            <a:avLst/>
          </a:prstGeom>
          <a:solidFill>
            <a:srgbClr val="DDA0DD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8626_1">
            <a:extLst>
              <a:ext uri="{FF2B5EF4-FFF2-40B4-BE49-F238E27FC236}">
                <a16:creationId xmlns:a16="http://schemas.microsoft.com/office/drawing/2014/main" id="{35FA2189-E807-4CD9-AE54-F5072139CD48}"/>
              </a:ext>
            </a:extLst>
          </p:cNvPr>
          <p:cNvSpPr>
            <a:spLocks noGrp="1"/>
          </p:cNvSpPr>
          <p:nvPr/>
        </p:nvSpPr>
        <p:spPr>
          <a:xfrm>
            <a:off x="5009072" y="2631920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8627_1">
            <a:extLst>
              <a:ext uri="{FF2B5EF4-FFF2-40B4-BE49-F238E27FC236}">
                <a16:creationId xmlns:a16="http://schemas.microsoft.com/office/drawing/2014/main" id="{60B6C6CD-522E-4FCA-AB8F-55DAE66A119F}"/>
              </a:ext>
            </a:extLst>
          </p:cNvPr>
          <p:cNvSpPr>
            <a:spLocks noGrp="1"/>
          </p:cNvSpPr>
          <p:nvPr/>
        </p:nvSpPr>
        <p:spPr>
          <a:xfrm>
            <a:off x="5443843" y="2631920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8628_1">
            <a:extLst>
              <a:ext uri="{FF2B5EF4-FFF2-40B4-BE49-F238E27FC236}">
                <a16:creationId xmlns:a16="http://schemas.microsoft.com/office/drawing/2014/main" id="{942581AC-D1B2-4340-A51E-EC5BC35B8328}"/>
              </a:ext>
            </a:extLst>
          </p:cNvPr>
          <p:cNvSpPr>
            <a:spLocks noGrp="1"/>
          </p:cNvSpPr>
          <p:nvPr/>
        </p:nvSpPr>
        <p:spPr>
          <a:xfrm>
            <a:off x="5878614" y="2631920"/>
            <a:ext cx="434771" cy="434771"/>
          </a:xfrm>
          <a:prstGeom prst="rect">
            <a:avLst/>
          </a:prstGeom>
          <a:solidFill>
            <a:srgbClr val="DDA0DD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8629_1">
            <a:extLst>
              <a:ext uri="{FF2B5EF4-FFF2-40B4-BE49-F238E27FC236}">
                <a16:creationId xmlns:a16="http://schemas.microsoft.com/office/drawing/2014/main" id="{C46DA6BB-E659-44D1-A155-DFF0E7AB70E2}"/>
              </a:ext>
            </a:extLst>
          </p:cNvPr>
          <p:cNvSpPr>
            <a:spLocks noGrp="1"/>
          </p:cNvSpPr>
          <p:nvPr/>
        </p:nvSpPr>
        <p:spPr>
          <a:xfrm>
            <a:off x="6313386" y="2631920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8630_1">
            <a:extLst>
              <a:ext uri="{FF2B5EF4-FFF2-40B4-BE49-F238E27FC236}">
                <a16:creationId xmlns:a16="http://schemas.microsoft.com/office/drawing/2014/main" id="{CE310E40-1265-4644-B7CE-5980B0FEBF03}"/>
              </a:ext>
            </a:extLst>
          </p:cNvPr>
          <p:cNvSpPr>
            <a:spLocks noGrp="1"/>
          </p:cNvSpPr>
          <p:nvPr/>
        </p:nvSpPr>
        <p:spPr>
          <a:xfrm>
            <a:off x="6748157" y="2631920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8631_1">
            <a:extLst>
              <a:ext uri="{FF2B5EF4-FFF2-40B4-BE49-F238E27FC236}">
                <a16:creationId xmlns:a16="http://schemas.microsoft.com/office/drawing/2014/main" id="{9AB54463-F528-4746-84FA-D1CB8B2E15CD}"/>
              </a:ext>
            </a:extLst>
          </p:cNvPr>
          <p:cNvSpPr>
            <a:spLocks noGrp="1"/>
          </p:cNvSpPr>
          <p:nvPr/>
        </p:nvSpPr>
        <p:spPr>
          <a:xfrm>
            <a:off x="7182928" y="2631920"/>
            <a:ext cx="434771" cy="434771"/>
          </a:xfrm>
          <a:prstGeom prst="rect">
            <a:avLst/>
          </a:prstGeom>
          <a:solidFill>
            <a:srgbClr val="DDA0DD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8632_1">
            <a:extLst>
              <a:ext uri="{FF2B5EF4-FFF2-40B4-BE49-F238E27FC236}">
                <a16:creationId xmlns:a16="http://schemas.microsoft.com/office/drawing/2014/main" id="{C2E4B87B-FD03-49A1-8056-8F3B44C42CE5}"/>
              </a:ext>
            </a:extLst>
          </p:cNvPr>
          <p:cNvSpPr>
            <a:spLocks noGrp="1"/>
          </p:cNvSpPr>
          <p:nvPr/>
        </p:nvSpPr>
        <p:spPr>
          <a:xfrm>
            <a:off x="4574301" y="3066691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8633_1">
            <a:extLst>
              <a:ext uri="{FF2B5EF4-FFF2-40B4-BE49-F238E27FC236}">
                <a16:creationId xmlns:a16="http://schemas.microsoft.com/office/drawing/2014/main" id="{7955E905-65CB-4575-89F5-D367C798AC7A}"/>
              </a:ext>
            </a:extLst>
          </p:cNvPr>
          <p:cNvSpPr>
            <a:spLocks noGrp="1"/>
          </p:cNvSpPr>
          <p:nvPr/>
        </p:nvSpPr>
        <p:spPr>
          <a:xfrm>
            <a:off x="5009072" y="3066691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8634_1">
            <a:extLst>
              <a:ext uri="{FF2B5EF4-FFF2-40B4-BE49-F238E27FC236}">
                <a16:creationId xmlns:a16="http://schemas.microsoft.com/office/drawing/2014/main" id="{D86BFEC1-5EAE-4753-A9CF-317E1A9C19E5}"/>
              </a:ext>
            </a:extLst>
          </p:cNvPr>
          <p:cNvSpPr>
            <a:spLocks noGrp="1"/>
          </p:cNvSpPr>
          <p:nvPr/>
        </p:nvSpPr>
        <p:spPr>
          <a:xfrm>
            <a:off x="5443843" y="3066691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8635_1">
            <a:extLst>
              <a:ext uri="{FF2B5EF4-FFF2-40B4-BE49-F238E27FC236}">
                <a16:creationId xmlns:a16="http://schemas.microsoft.com/office/drawing/2014/main" id="{5201C7FA-452C-4ED7-8FEE-B1B06447F75C}"/>
              </a:ext>
            </a:extLst>
          </p:cNvPr>
          <p:cNvSpPr>
            <a:spLocks noGrp="1"/>
          </p:cNvSpPr>
          <p:nvPr/>
        </p:nvSpPr>
        <p:spPr>
          <a:xfrm>
            <a:off x="5878614" y="3066691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8636_1">
            <a:extLst>
              <a:ext uri="{FF2B5EF4-FFF2-40B4-BE49-F238E27FC236}">
                <a16:creationId xmlns:a16="http://schemas.microsoft.com/office/drawing/2014/main" id="{682F65A2-6A6A-4961-A805-F3DA6BE4D367}"/>
              </a:ext>
            </a:extLst>
          </p:cNvPr>
          <p:cNvSpPr>
            <a:spLocks noGrp="1"/>
          </p:cNvSpPr>
          <p:nvPr/>
        </p:nvSpPr>
        <p:spPr>
          <a:xfrm>
            <a:off x="6313386" y="3066691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8637_1">
            <a:extLst>
              <a:ext uri="{FF2B5EF4-FFF2-40B4-BE49-F238E27FC236}">
                <a16:creationId xmlns:a16="http://schemas.microsoft.com/office/drawing/2014/main" id="{08328E2B-27D9-4907-A446-089E9CCE17DA}"/>
              </a:ext>
            </a:extLst>
          </p:cNvPr>
          <p:cNvSpPr>
            <a:spLocks noGrp="1"/>
          </p:cNvSpPr>
          <p:nvPr/>
        </p:nvSpPr>
        <p:spPr>
          <a:xfrm>
            <a:off x="6748157" y="3066691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8638_1">
            <a:extLst>
              <a:ext uri="{FF2B5EF4-FFF2-40B4-BE49-F238E27FC236}">
                <a16:creationId xmlns:a16="http://schemas.microsoft.com/office/drawing/2014/main" id="{7DB4D978-9009-491A-8994-8F0FCD28BDE1}"/>
              </a:ext>
            </a:extLst>
          </p:cNvPr>
          <p:cNvSpPr>
            <a:spLocks noGrp="1"/>
          </p:cNvSpPr>
          <p:nvPr/>
        </p:nvSpPr>
        <p:spPr>
          <a:xfrm>
            <a:off x="7182928" y="3066691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8639_1">
            <a:extLst>
              <a:ext uri="{FF2B5EF4-FFF2-40B4-BE49-F238E27FC236}">
                <a16:creationId xmlns:a16="http://schemas.microsoft.com/office/drawing/2014/main" id="{C2B8A25B-C376-4B9B-BDB2-F88C1363E498}"/>
              </a:ext>
            </a:extLst>
          </p:cNvPr>
          <p:cNvSpPr>
            <a:spLocks noGrp="1"/>
          </p:cNvSpPr>
          <p:nvPr/>
        </p:nvSpPr>
        <p:spPr>
          <a:xfrm>
            <a:off x="4574301" y="3501462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8640_1">
            <a:extLst>
              <a:ext uri="{FF2B5EF4-FFF2-40B4-BE49-F238E27FC236}">
                <a16:creationId xmlns:a16="http://schemas.microsoft.com/office/drawing/2014/main" id="{0B8F7BC5-F9A0-46E5-88B4-996050E2EE9D}"/>
              </a:ext>
            </a:extLst>
          </p:cNvPr>
          <p:cNvSpPr>
            <a:spLocks noGrp="1"/>
          </p:cNvSpPr>
          <p:nvPr/>
        </p:nvSpPr>
        <p:spPr>
          <a:xfrm>
            <a:off x="5009072" y="3501462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8641_1">
            <a:extLst>
              <a:ext uri="{FF2B5EF4-FFF2-40B4-BE49-F238E27FC236}">
                <a16:creationId xmlns:a16="http://schemas.microsoft.com/office/drawing/2014/main" id="{CE35B2F9-B2C0-4003-987A-925B36D8DF8D}"/>
              </a:ext>
            </a:extLst>
          </p:cNvPr>
          <p:cNvSpPr>
            <a:spLocks noGrp="1"/>
          </p:cNvSpPr>
          <p:nvPr/>
        </p:nvSpPr>
        <p:spPr>
          <a:xfrm>
            <a:off x="5443843" y="3501462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8642_1">
            <a:extLst>
              <a:ext uri="{FF2B5EF4-FFF2-40B4-BE49-F238E27FC236}">
                <a16:creationId xmlns:a16="http://schemas.microsoft.com/office/drawing/2014/main" id="{DFC6185C-5FD0-4F87-B046-3701C5ABE42D}"/>
              </a:ext>
            </a:extLst>
          </p:cNvPr>
          <p:cNvSpPr>
            <a:spLocks noGrp="1"/>
          </p:cNvSpPr>
          <p:nvPr/>
        </p:nvSpPr>
        <p:spPr>
          <a:xfrm>
            <a:off x="5878614" y="3501462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8643_1">
            <a:extLst>
              <a:ext uri="{FF2B5EF4-FFF2-40B4-BE49-F238E27FC236}">
                <a16:creationId xmlns:a16="http://schemas.microsoft.com/office/drawing/2014/main" id="{DE248DE1-F0C8-4E78-99EA-3AE0AE4F56F2}"/>
              </a:ext>
            </a:extLst>
          </p:cNvPr>
          <p:cNvSpPr>
            <a:spLocks noGrp="1"/>
          </p:cNvSpPr>
          <p:nvPr/>
        </p:nvSpPr>
        <p:spPr>
          <a:xfrm>
            <a:off x="6313386" y="3501462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8644_1">
            <a:extLst>
              <a:ext uri="{FF2B5EF4-FFF2-40B4-BE49-F238E27FC236}">
                <a16:creationId xmlns:a16="http://schemas.microsoft.com/office/drawing/2014/main" id="{52763D92-F7F8-4883-9BEB-BF47909F30FE}"/>
              </a:ext>
            </a:extLst>
          </p:cNvPr>
          <p:cNvSpPr>
            <a:spLocks noGrp="1"/>
          </p:cNvSpPr>
          <p:nvPr/>
        </p:nvSpPr>
        <p:spPr>
          <a:xfrm>
            <a:off x="6748157" y="3501462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8645_1">
            <a:extLst>
              <a:ext uri="{FF2B5EF4-FFF2-40B4-BE49-F238E27FC236}">
                <a16:creationId xmlns:a16="http://schemas.microsoft.com/office/drawing/2014/main" id="{0B8BC52B-A96B-400B-95F6-5C206BD806C8}"/>
              </a:ext>
            </a:extLst>
          </p:cNvPr>
          <p:cNvSpPr>
            <a:spLocks noGrp="1"/>
          </p:cNvSpPr>
          <p:nvPr/>
        </p:nvSpPr>
        <p:spPr>
          <a:xfrm>
            <a:off x="7182928" y="3501462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8646_1">
            <a:extLst>
              <a:ext uri="{FF2B5EF4-FFF2-40B4-BE49-F238E27FC236}">
                <a16:creationId xmlns:a16="http://schemas.microsoft.com/office/drawing/2014/main" id="{39BBC57C-72A4-4928-9CA9-2FADA08C1639}"/>
              </a:ext>
            </a:extLst>
          </p:cNvPr>
          <p:cNvSpPr>
            <a:spLocks noGrp="1"/>
          </p:cNvSpPr>
          <p:nvPr/>
        </p:nvSpPr>
        <p:spPr>
          <a:xfrm>
            <a:off x="4574301" y="3936233"/>
            <a:ext cx="434771" cy="434771"/>
          </a:xfrm>
          <a:prstGeom prst="rect">
            <a:avLst/>
          </a:prstGeom>
          <a:solidFill>
            <a:srgbClr val="DDA0DD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8647_1">
            <a:extLst>
              <a:ext uri="{FF2B5EF4-FFF2-40B4-BE49-F238E27FC236}">
                <a16:creationId xmlns:a16="http://schemas.microsoft.com/office/drawing/2014/main" id="{41100154-4517-4FCF-AC70-0A5B27D40987}"/>
              </a:ext>
            </a:extLst>
          </p:cNvPr>
          <p:cNvSpPr>
            <a:spLocks noGrp="1"/>
          </p:cNvSpPr>
          <p:nvPr/>
        </p:nvSpPr>
        <p:spPr>
          <a:xfrm>
            <a:off x="5009072" y="3936233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8648_1">
            <a:extLst>
              <a:ext uri="{FF2B5EF4-FFF2-40B4-BE49-F238E27FC236}">
                <a16:creationId xmlns:a16="http://schemas.microsoft.com/office/drawing/2014/main" id="{14C9EA46-C8E2-434F-B897-CDB85B58E121}"/>
              </a:ext>
            </a:extLst>
          </p:cNvPr>
          <p:cNvSpPr>
            <a:spLocks noGrp="1"/>
          </p:cNvSpPr>
          <p:nvPr/>
        </p:nvSpPr>
        <p:spPr>
          <a:xfrm>
            <a:off x="5443843" y="3936233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8649_1">
            <a:extLst>
              <a:ext uri="{FF2B5EF4-FFF2-40B4-BE49-F238E27FC236}">
                <a16:creationId xmlns:a16="http://schemas.microsoft.com/office/drawing/2014/main" id="{9B268EA8-3985-425F-B397-FE033A46E831}"/>
              </a:ext>
            </a:extLst>
          </p:cNvPr>
          <p:cNvSpPr>
            <a:spLocks noGrp="1"/>
          </p:cNvSpPr>
          <p:nvPr/>
        </p:nvSpPr>
        <p:spPr>
          <a:xfrm>
            <a:off x="5878614" y="3936233"/>
            <a:ext cx="434771" cy="434771"/>
          </a:xfrm>
          <a:prstGeom prst="rect">
            <a:avLst/>
          </a:prstGeom>
          <a:solidFill>
            <a:srgbClr val="DDA0DD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8650_1">
            <a:extLst>
              <a:ext uri="{FF2B5EF4-FFF2-40B4-BE49-F238E27FC236}">
                <a16:creationId xmlns:a16="http://schemas.microsoft.com/office/drawing/2014/main" id="{111677AA-5980-4994-8DB6-C078036481F5}"/>
              </a:ext>
            </a:extLst>
          </p:cNvPr>
          <p:cNvSpPr>
            <a:spLocks noGrp="1"/>
          </p:cNvSpPr>
          <p:nvPr/>
        </p:nvSpPr>
        <p:spPr>
          <a:xfrm>
            <a:off x="6313386" y="3936233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8651_1">
            <a:extLst>
              <a:ext uri="{FF2B5EF4-FFF2-40B4-BE49-F238E27FC236}">
                <a16:creationId xmlns:a16="http://schemas.microsoft.com/office/drawing/2014/main" id="{B5ADA486-628F-4A83-94DD-BBC87221B0F5}"/>
              </a:ext>
            </a:extLst>
          </p:cNvPr>
          <p:cNvSpPr>
            <a:spLocks noGrp="1"/>
          </p:cNvSpPr>
          <p:nvPr/>
        </p:nvSpPr>
        <p:spPr>
          <a:xfrm>
            <a:off x="6748157" y="3936233"/>
            <a:ext cx="434771" cy="434771"/>
          </a:xfrm>
          <a:prstGeom prst="rect">
            <a:avLst/>
          </a:prstGeom>
          <a:solidFill>
            <a:srgbClr val="222222">
              <a:alpha val="20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8652_1">
            <a:extLst>
              <a:ext uri="{FF2B5EF4-FFF2-40B4-BE49-F238E27FC236}">
                <a16:creationId xmlns:a16="http://schemas.microsoft.com/office/drawing/2014/main" id="{E238E0A9-5332-4CC6-8ADE-90CF6E662037}"/>
              </a:ext>
            </a:extLst>
          </p:cNvPr>
          <p:cNvSpPr>
            <a:spLocks noGrp="1"/>
          </p:cNvSpPr>
          <p:nvPr/>
        </p:nvSpPr>
        <p:spPr>
          <a:xfrm>
            <a:off x="7182928" y="3936233"/>
            <a:ext cx="434771" cy="434771"/>
          </a:xfrm>
          <a:prstGeom prst="rect">
            <a:avLst/>
          </a:prstGeom>
          <a:solidFill>
            <a:srgbClr val="DDA0DD">
              <a:alpha val="90000"/>
            </a:srgbClr>
          </a:solidFill>
          <a:ln w="1905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to8590_0_1">
            <a:extLst>
              <a:ext uri="{FF2B5EF4-FFF2-40B4-BE49-F238E27FC236}">
                <a16:creationId xmlns:a16="http://schemas.microsoft.com/office/drawing/2014/main" id="{805FED84-7F88-41E9-B5BA-0BFCCA323C19}"/>
              </a:ext>
            </a:extLst>
          </p:cNvPr>
          <p:cNvSpPr>
            <a:spLocks noGrp="1"/>
          </p:cNvSpPr>
          <p:nvPr/>
        </p:nvSpPr>
        <p:spPr>
          <a:xfrm>
            <a:off x="4147535" y="321147"/>
            <a:ext cx="3915979" cy="73444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626" b="1">
                <a:solidFill>
                  <a:srgbClr val="DDA0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626" b="1">
                <a:solidFill>
                  <a:srgbClr val="DDA0DD"/>
                </a:solidFill>
                <a:latin typeface="Consolas"/>
                <a:ea typeface="Consolas"/>
                <a:cs typeface="Consolas"/>
              </a:defRPr>
            </a:pPr>
            <a:r>
              <a:rPr sz="4626" b="1">
                <a:solidFill>
                  <a:srgbClr val="DDA0DD"/>
                </a:solidFill>
                <a:latin typeface="Consolas"/>
                <a:ea typeface="Consolas"/>
                <a:cs typeface="Consolas"/>
              </a:rPr>
              <a:t>Dilation = 3</a:t>
            </a:r>
          </a:p>
        </p:txBody>
      </p:sp>
      <p:sp>
        <p:nvSpPr>
          <p:cNvPr id="51" name="anim_to8653_0_1">
            <a:extLst>
              <a:ext uri="{FF2B5EF4-FFF2-40B4-BE49-F238E27FC236}">
                <a16:creationId xmlns:a16="http://schemas.microsoft.com/office/drawing/2014/main" id="{72D7D782-9ED9-48D9-8DF3-4599CECB1AEB}"/>
              </a:ext>
            </a:extLst>
          </p:cNvPr>
          <p:cNvSpPr>
            <a:spLocks noGrp="1"/>
          </p:cNvSpPr>
          <p:nvPr/>
        </p:nvSpPr>
        <p:spPr>
          <a:xfrm>
            <a:off x="4463348" y="4663314"/>
            <a:ext cx="3284355" cy="56752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75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575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3575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Covers: 7 x 7</a:t>
            </a:r>
          </a:p>
        </p:txBody>
      </p:sp>
      <p:sp>
        <p:nvSpPr>
          <p:cNvPr id="52" name="anim_to8667_0_1">
            <a:extLst>
              <a:ext uri="{FF2B5EF4-FFF2-40B4-BE49-F238E27FC236}">
                <a16:creationId xmlns:a16="http://schemas.microsoft.com/office/drawing/2014/main" id="{6E60814F-DF1D-4A78-ABF3-BC9EE8E63878}"/>
              </a:ext>
            </a:extLst>
          </p:cNvPr>
          <p:cNvSpPr>
            <a:spLocks noGrp="1"/>
          </p:cNvSpPr>
          <p:nvPr/>
        </p:nvSpPr>
        <p:spPr>
          <a:xfrm>
            <a:off x="3289234" y="5336883"/>
            <a:ext cx="5632581" cy="4709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66" b="0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966" b="0">
                <a:solidFill>
                  <a:srgbClr val="DDDDDD"/>
                </a:solidFill>
                <a:latin typeface="Consolas"/>
                <a:ea typeface="Consolas"/>
                <a:cs typeface="Consolas"/>
              </a:defRPr>
            </a:pPr>
            <a:r>
              <a:rPr sz="2966" b="0">
                <a:solidFill>
                  <a:srgbClr val="DDDDDD"/>
                </a:solidFill>
                <a:latin typeface="Consolas"/>
                <a:ea typeface="Consolas"/>
                <a:cs typeface="Consolas"/>
              </a:rPr>
              <a:t>Parameters: 9 (still same!)</a:t>
            </a:r>
          </a:p>
        </p:txBody>
      </p:sp>
      <p:sp>
        <p:nvSpPr>
          <p:cNvPr id="53" name="anim_to8696_0_1">
            <a:extLst>
              <a:ext uri="{FF2B5EF4-FFF2-40B4-BE49-F238E27FC236}">
                <a16:creationId xmlns:a16="http://schemas.microsoft.com/office/drawing/2014/main" id="{C29BDF4D-BC11-4C7A-B523-6E6DC6DBD09D}"/>
              </a:ext>
            </a:extLst>
          </p:cNvPr>
          <p:cNvSpPr>
            <a:spLocks noGrp="1"/>
          </p:cNvSpPr>
          <p:nvPr/>
        </p:nvSpPr>
        <p:spPr>
          <a:xfrm>
            <a:off x="2464558" y="6120044"/>
            <a:ext cx="233985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S</a:t>
            </a:r>
          </a:p>
        </p:txBody>
      </p:sp>
      <p:sp>
        <p:nvSpPr>
          <p:cNvPr id="54" name="anim_to8698_0_1">
            <a:extLst>
              <a:ext uri="{FF2B5EF4-FFF2-40B4-BE49-F238E27FC236}">
                <a16:creationId xmlns:a16="http://schemas.microsoft.com/office/drawing/2014/main" id="{0B853E95-B927-4AEE-BA18-EC581CC72A9D}"/>
              </a:ext>
            </a:extLst>
          </p:cNvPr>
          <p:cNvSpPr>
            <a:spLocks noGrp="1"/>
          </p:cNvSpPr>
          <p:nvPr/>
        </p:nvSpPr>
        <p:spPr>
          <a:xfrm>
            <a:off x="2660443" y="6120044"/>
            <a:ext cx="230068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a</a:t>
            </a:r>
          </a:p>
        </p:txBody>
      </p:sp>
      <p:sp>
        <p:nvSpPr>
          <p:cNvPr id="55" name="anim_to8700_0_1">
            <a:extLst>
              <a:ext uri="{FF2B5EF4-FFF2-40B4-BE49-F238E27FC236}">
                <a16:creationId xmlns:a16="http://schemas.microsoft.com/office/drawing/2014/main" id="{7755CDB1-A78F-479D-B4C1-EABBA6CCD935}"/>
              </a:ext>
            </a:extLst>
          </p:cNvPr>
          <p:cNvSpPr>
            <a:spLocks noGrp="1"/>
          </p:cNvSpPr>
          <p:nvPr/>
        </p:nvSpPr>
        <p:spPr>
          <a:xfrm>
            <a:off x="2852410" y="6120044"/>
            <a:ext cx="363269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m</a:t>
            </a:r>
          </a:p>
        </p:txBody>
      </p:sp>
      <p:sp>
        <p:nvSpPr>
          <p:cNvPr id="56" name="anim_to8702_0_1">
            <a:extLst>
              <a:ext uri="{FF2B5EF4-FFF2-40B4-BE49-F238E27FC236}">
                <a16:creationId xmlns:a16="http://schemas.microsoft.com/office/drawing/2014/main" id="{53888F16-00EC-4786-A5C7-3943E6C2B9B2}"/>
              </a:ext>
            </a:extLst>
          </p:cNvPr>
          <p:cNvSpPr>
            <a:spLocks noGrp="1"/>
          </p:cNvSpPr>
          <p:nvPr/>
        </p:nvSpPr>
        <p:spPr>
          <a:xfrm>
            <a:off x="3177580" y="6120044"/>
            <a:ext cx="228109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57" name="anim_to8708_0_1">
            <a:extLst>
              <a:ext uri="{FF2B5EF4-FFF2-40B4-BE49-F238E27FC236}">
                <a16:creationId xmlns:a16="http://schemas.microsoft.com/office/drawing/2014/main" id="{CBD331E7-7BCB-423A-AFEE-039EF3B29742}"/>
              </a:ext>
            </a:extLst>
          </p:cNvPr>
          <p:cNvSpPr>
            <a:spLocks noGrp="1"/>
          </p:cNvSpPr>
          <p:nvPr/>
        </p:nvSpPr>
        <p:spPr>
          <a:xfrm>
            <a:off x="3539967" y="6120044"/>
            <a:ext cx="255533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9</a:t>
            </a:r>
          </a:p>
        </p:txBody>
      </p:sp>
      <p:sp>
        <p:nvSpPr>
          <p:cNvPr id="58" name="anim_to8714_0_1">
            <a:extLst>
              <a:ext uri="{FF2B5EF4-FFF2-40B4-BE49-F238E27FC236}">
                <a16:creationId xmlns:a16="http://schemas.microsoft.com/office/drawing/2014/main" id="{368ABAE3-6E96-4106-B8B9-49A096D0F505}"/>
              </a:ext>
            </a:extLst>
          </p:cNvPr>
          <p:cNvSpPr>
            <a:spLocks noGrp="1"/>
          </p:cNvSpPr>
          <p:nvPr/>
        </p:nvSpPr>
        <p:spPr>
          <a:xfrm>
            <a:off x="3929779" y="6120044"/>
            <a:ext cx="341722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w</a:t>
            </a:r>
          </a:p>
        </p:txBody>
      </p:sp>
      <p:sp>
        <p:nvSpPr>
          <p:cNvPr id="59" name="anim_to8716_0_1">
            <a:extLst>
              <a:ext uri="{FF2B5EF4-FFF2-40B4-BE49-F238E27FC236}">
                <a16:creationId xmlns:a16="http://schemas.microsoft.com/office/drawing/2014/main" id="{193F4664-36D2-4CA5-B630-91BEBC897E56}"/>
              </a:ext>
            </a:extLst>
          </p:cNvPr>
          <p:cNvSpPr>
            <a:spLocks noGrp="1"/>
          </p:cNvSpPr>
          <p:nvPr/>
        </p:nvSpPr>
        <p:spPr>
          <a:xfrm>
            <a:off x="4233401" y="6120044"/>
            <a:ext cx="228109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60" name="anim_to8718_0_1">
            <a:extLst>
              <a:ext uri="{FF2B5EF4-FFF2-40B4-BE49-F238E27FC236}">
                <a16:creationId xmlns:a16="http://schemas.microsoft.com/office/drawing/2014/main" id="{47A1EA1B-43FF-402A-9682-C647F294D26E}"/>
              </a:ext>
            </a:extLst>
          </p:cNvPr>
          <p:cNvSpPr>
            <a:spLocks noGrp="1"/>
          </p:cNvSpPr>
          <p:nvPr/>
        </p:nvSpPr>
        <p:spPr>
          <a:xfrm>
            <a:off x="4423410" y="6120044"/>
            <a:ext cx="147796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i</a:t>
            </a:r>
          </a:p>
        </p:txBody>
      </p:sp>
      <p:sp>
        <p:nvSpPr>
          <p:cNvPr id="61" name="anim_to8720_0_1">
            <a:extLst>
              <a:ext uri="{FF2B5EF4-FFF2-40B4-BE49-F238E27FC236}">
                <a16:creationId xmlns:a16="http://schemas.microsoft.com/office/drawing/2014/main" id="{1C191C5F-7F7D-4DCD-9A24-5FE429178974}"/>
              </a:ext>
            </a:extLst>
          </p:cNvPr>
          <p:cNvSpPr>
            <a:spLocks noGrp="1"/>
          </p:cNvSpPr>
          <p:nvPr/>
        </p:nvSpPr>
        <p:spPr>
          <a:xfrm>
            <a:off x="4533105" y="6120044"/>
            <a:ext cx="232026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g</a:t>
            </a:r>
          </a:p>
        </p:txBody>
      </p:sp>
      <p:sp>
        <p:nvSpPr>
          <p:cNvPr id="62" name="anim_to8722_0_1">
            <a:extLst>
              <a:ext uri="{FF2B5EF4-FFF2-40B4-BE49-F238E27FC236}">
                <a16:creationId xmlns:a16="http://schemas.microsoft.com/office/drawing/2014/main" id="{5698E795-1D09-4E51-9CC5-5ED1F917C5F9}"/>
              </a:ext>
            </a:extLst>
          </p:cNvPr>
          <p:cNvSpPr>
            <a:spLocks noGrp="1"/>
          </p:cNvSpPr>
          <p:nvPr/>
        </p:nvSpPr>
        <p:spPr>
          <a:xfrm>
            <a:off x="4727032" y="6120044"/>
            <a:ext cx="253574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h</a:t>
            </a:r>
          </a:p>
        </p:txBody>
      </p:sp>
      <p:sp>
        <p:nvSpPr>
          <p:cNvPr id="63" name="anim_to8724_0_1">
            <a:extLst>
              <a:ext uri="{FF2B5EF4-FFF2-40B4-BE49-F238E27FC236}">
                <a16:creationId xmlns:a16="http://schemas.microsoft.com/office/drawing/2014/main" id="{5D99C255-F5E6-49A7-BC7D-FADAFFE9DC7F}"/>
              </a:ext>
            </a:extLst>
          </p:cNvPr>
          <p:cNvSpPr>
            <a:spLocks noGrp="1"/>
          </p:cNvSpPr>
          <p:nvPr/>
        </p:nvSpPr>
        <p:spPr>
          <a:xfrm>
            <a:off x="4942505" y="6120044"/>
            <a:ext cx="171302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t</a:t>
            </a:r>
          </a:p>
        </p:txBody>
      </p:sp>
      <p:sp>
        <p:nvSpPr>
          <p:cNvPr id="64" name="anim_to8726_0_1">
            <a:extLst>
              <a:ext uri="{FF2B5EF4-FFF2-40B4-BE49-F238E27FC236}">
                <a16:creationId xmlns:a16="http://schemas.microsoft.com/office/drawing/2014/main" id="{C9F62C07-4280-452B-AAC0-8C1302E8F72E}"/>
              </a:ext>
            </a:extLst>
          </p:cNvPr>
          <p:cNvSpPr>
            <a:spLocks noGrp="1"/>
          </p:cNvSpPr>
          <p:nvPr/>
        </p:nvSpPr>
        <p:spPr>
          <a:xfrm>
            <a:off x="5075707" y="6120044"/>
            <a:ext cx="206561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s</a:t>
            </a:r>
          </a:p>
        </p:txBody>
      </p:sp>
      <p:sp>
        <p:nvSpPr>
          <p:cNvPr id="65" name="anim_to8730_0_1">
            <a:extLst>
              <a:ext uri="{FF2B5EF4-FFF2-40B4-BE49-F238E27FC236}">
                <a16:creationId xmlns:a16="http://schemas.microsoft.com/office/drawing/2014/main" id="{CE5ED716-0AC4-43E7-9A39-4CFD81C414BE}"/>
              </a:ext>
            </a:extLst>
          </p:cNvPr>
          <p:cNvSpPr>
            <a:spLocks noGrp="1"/>
          </p:cNvSpPr>
          <p:nvPr/>
        </p:nvSpPr>
        <p:spPr>
          <a:xfrm>
            <a:off x="5330358" y="6120044"/>
            <a:ext cx="367187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→</a:t>
            </a:r>
          </a:p>
        </p:txBody>
      </p:sp>
      <p:sp>
        <p:nvSpPr>
          <p:cNvPr id="66" name="anim_to8736_0_1">
            <a:extLst>
              <a:ext uri="{FF2B5EF4-FFF2-40B4-BE49-F238E27FC236}">
                <a16:creationId xmlns:a16="http://schemas.microsoft.com/office/drawing/2014/main" id="{C290FA00-D558-4EDE-8FE4-205EC229E42B}"/>
              </a:ext>
            </a:extLst>
          </p:cNvPr>
          <p:cNvSpPr>
            <a:spLocks noGrp="1"/>
          </p:cNvSpPr>
          <p:nvPr/>
        </p:nvSpPr>
        <p:spPr>
          <a:xfrm>
            <a:off x="5831824" y="6120044"/>
            <a:ext cx="247697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67" name="anim_to8738_0_1">
            <a:extLst>
              <a:ext uri="{FF2B5EF4-FFF2-40B4-BE49-F238E27FC236}">
                <a16:creationId xmlns:a16="http://schemas.microsoft.com/office/drawing/2014/main" id="{8D2FB0CB-DA4F-4D4A-B4A3-8335329EFC1C}"/>
              </a:ext>
            </a:extLst>
          </p:cNvPr>
          <p:cNvSpPr>
            <a:spLocks noGrp="1"/>
          </p:cNvSpPr>
          <p:nvPr/>
        </p:nvSpPr>
        <p:spPr>
          <a:xfrm>
            <a:off x="6041421" y="6120044"/>
            <a:ext cx="230068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a</a:t>
            </a:r>
          </a:p>
        </p:txBody>
      </p:sp>
      <p:sp>
        <p:nvSpPr>
          <p:cNvPr id="68" name="anim_to8740_0_1">
            <a:extLst>
              <a:ext uri="{FF2B5EF4-FFF2-40B4-BE49-F238E27FC236}">
                <a16:creationId xmlns:a16="http://schemas.microsoft.com/office/drawing/2014/main" id="{1B0EE961-EEC6-40F2-978D-0C19D02FC78C}"/>
              </a:ext>
            </a:extLst>
          </p:cNvPr>
          <p:cNvSpPr>
            <a:spLocks noGrp="1"/>
          </p:cNvSpPr>
          <p:nvPr/>
        </p:nvSpPr>
        <p:spPr>
          <a:xfrm>
            <a:off x="6233389" y="6120044"/>
            <a:ext cx="200685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r</a:t>
            </a:r>
          </a:p>
        </p:txBody>
      </p:sp>
      <p:sp>
        <p:nvSpPr>
          <p:cNvPr id="69" name="anim_to8742_0_1">
            <a:extLst>
              <a:ext uri="{FF2B5EF4-FFF2-40B4-BE49-F238E27FC236}">
                <a16:creationId xmlns:a16="http://schemas.microsoft.com/office/drawing/2014/main" id="{224F855F-4E5C-4B83-87D9-A15871FA864B}"/>
              </a:ext>
            </a:extLst>
          </p:cNvPr>
          <p:cNvSpPr>
            <a:spLocks noGrp="1"/>
          </p:cNvSpPr>
          <p:nvPr/>
        </p:nvSpPr>
        <p:spPr>
          <a:xfrm>
            <a:off x="6395974" y="6120044"/>
            <a:ext cx="232026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g</a:t>
            </a:r>
          </a:p>
        </p:txBody>
      </p:sp>
      <p:sp>
        <p:nvSpPr>
          <p:cNvPr id="70" name="anim_to8744_0_1">
            <a:extLst>
              <a:ext uri="{FF2B5EF4-FFF2-40B4-BE49-F238E27FC236}">
                <a16:creationId xmlns:a16="http://schemas.microsoft.com/office/drawing/2014/main" id="{0BF0AB1A-B569-48AF-8D16-981AE8C86C16}"/>
              </a:ext>
            </a:extLst>
          </p:cNvPr>
          <p:cNvSpPr>
            <a:spLocks noGrp="1"/>
          </p:cNvSpPr>
          <p:nvPr/>
        </p:nvSpPr>
        <p:spPr>
          <a:xfrm>
            <a:off x="6589900" y="6120044"/>
            <a:ext cx="228109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71" name="anim_to8746_0_1">
            <a:extLst>
              <a:ext uri="{FF2B5EF4-FFF2-40B4-BE49-F238E27FC236}">
                <a16:creationId xmlns:a16="http://schemas.microsoft.com/office/drawing/2014/main" id="{B96E00FD-4913-496B-AF00-F0AAE9F32307}"/>
              </a:ext>
            </a:extLst>
          </p:cNvPr>
          <p:cNvSpPr>
            <a:spLocks noGrp="1"/>
          </p:cNvSpPr>
          <p:nvPr/>
        </p:nvSpPr>
        <p:spPr>
          <a:xfrm>
            <a:off x="6779909" y="6120044"/>
            <a:ext cx="200685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r</a:t>
            </a:r>
          </a:p>
        </p:txBody>
      </p:sp>
      <p:sp>
        <p:nvSpPr>
          <p:cNvPr id="72" name="anim_to8752_0_1">
            <a:extLst>
              <a:ext uri="{FF2B5EF4-FFF2-40B4-BE49-F238E27FC236}">
                <a16:creationId xmlns:a16="http://schemas.microsoft.com/office/drawing/2014/main" id="{06423CDB-E598-4734-BC3F-F68E17B58035}"/>
              </a:ext>
            </a:extLst>
          </p:cNvPr>
          <p:cNvSpPr>
            <a:spLocks noGrp="1"/>
          </p:cNvSpPr>
          <p:nvPr/>
        </p:nvSpPr>
        <p:spPr>
          <a:xfrm>
            <a:off x="7114872" y="6120044"/>
            <a:ext cx="200685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r</a:t>
            </a:r>
          </a:p>
        </p:txBody>
      </p:sp>
      <p:sp>
        <p:nvSpPr>
          <p:cNvPr id="73" name="anim_to8754_0_1">
            <a:extLst>
              <a:ext uri="{FF2B5EF4-FFF2-40B4-BE49-F238E27FC236}">
                <a16:creationId xmlns:a16="http://schemas.microsoft.com/office/drawing/2014/main" id="{F2A0B473-3E6B-4383-85F7-EDEA65E23404}"/>
              </a:ext>
            </a:extLst>
          </p:cNvPr>
          <p:cNvSpPr>
            <a:spLocks noGrp="1"/>
          </p:cNvSpPr>
          <p:nvPr/>
        </p:nvSpPr>
        <p:spPr>
          <a:xfrm>
            <a:off x="7277457" y="6120044"/>
            <a:ext cx="228109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74" name="anim_to8756_0_1">
            <a:extLst>
              <a:ext uri="{FF2B5EF4-FFF2-40B4-BE49-F238E27FC236}">
                <a16:creationId xmlns:a16="http://schemas.microsoft.com/office/drawing/2014/main" id="{4F6FDF0D-D686-4D71-B99D-317BC1ADE927}"/>
              </a:ext>
            </a:extLst>
          </p:cNvPr>
          <p:cNvSpPr>
            <a:spLocks noGrp="1"/>
          </p:cNvSpPr>
          <p:nvPr/>
        </p:nvSpPr>
        <p:spPr>
          <a:xfrm>
            <a:off x="7467466" y="6120044"/>
            <a:ext cx="210479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c</a:t>
            </a:r>
          </a:p>
        </p:txBody>
      </p:sp>
      <p:sp>
        <p:nvSpPr>
          <p:cNvPr id="75" name="anim_to8758_0_1">
            <a:extLst>
              <a:ext uri="{FF2B5EF4-FFF2-40B4-BE49-F238E27FC236}">
                <a16:creationId xmlns:a16="http://schemas.microsoft.com/office/drawing/2014/main" id="{DC87BF0E-A048-4B84-9D11-3C65F0299779}"/>
              </a:ext>
            </a:extLst>
          </p:cNvPr>
          <p:cNvSpPr>
            <a:spLocks noGrp="1"/>
          </p:cNvSpPr>
          <p:nvPr/>
        </p:nvSpPr>
        <p:spPr>
          <a:xfrm>
            <a:off x="7639845" y="6120044"/>
            <a:ext cx="228109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76" name="anim_to8760_0_1">
            <a:extLst>
              <a:ext uri="{FF2B5EF4-FFF2-40B4-BE49-F238E27FC236}">
                <a16:creationId xmlns:a16="http://schemas.microsoft.com/office/drawing/2014/main" id="{AACDEBE0-EFCE-4903-B1C3-19C2197B7453}"/>
              </a:ext>
            </a:extLst>
          </p:cNvPr>
          <p:cNvSpPr>
            <a:spLocks noGrp="1"/>
          </p:cNvSpPr>
          <p:nvPr/>
        </p:nvSpPr>
        <p:spPr>
          <a:xfrm>
            <a:off x="7829853" y="6120044"/>
            <a:ext cx="255533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p</a:t>
            </a:r>
          </a:p>
        </p:txBody>
      </p:sp>
      <p:sp>
        <p:nvSpPr>
          <p:cNvPr id="77" name="anim_to8762_0_1">
            <a:extLst>
              <a:ext uri="{FF2B5EF4-FFF2-40B4-BE49-F238E27FC236}">
                <a16:creationId xmlns:a16="http://schemas.microsoft.com/office/drawing/2014/main" id="{55F817BF-A738-4D04-A298-377A576C06A8}"/>
              </a:ext>
            </a:extLst>
          </p:cNvPr>
          <p:cNvSpPr>
            <a:spLocks noGrp="1"/>
          </p:cNvSpPr>
          <p:nvPr/>
        </p:nvSpPr>
        <p:spPr>
          <a:xfrm>
            <a:off x="8047286" y="6120044"/>
            <a:ext cx="171302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t</a:t>
            </a:r>
          </a:p>
        </p:txBody>
      </p:sp>
      <p:sp>
        <p:nvSpPr>
          <p:cNvPr id="78" name="anim_to8764_0_1">
            <a:extLst>
              <a:ext uri="{FF2B5EF4-FFF2-40B4-BE49-F238E27FC236}">
                <a16:creationId xmlns:a16="http://schemas.microsoft.com/office/drawing/2014/main" id="{A9ECBCB5-B80D-4473-BB60-91F4C5616795}"/>
              </a:ext>
            </a:extLst>
          </p:cNvPr>
          <p:cNvSpPr>
            <a:spLocks noGrp="1"/>
          </p:cNvSpPr>
          <p:nvPr/>
        </p:nvSpPr>
        <p:spPr>
          <a:xfrm>
            <a:off x="8180488" y="6120044"/>
            <a:ext cx="147796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i</a:t>
            </a:r>
          </a:p>
        </p:txBody>
      </p:sp>
      <p:sp>
        <p:nvSpPr>
          <p:cNvPr id="79" name="anim_to8766_0_1">
            <a:extLst>
              <a:ext uri="{FF2B5EF4-FFF2-40B4-BE49-F238E27FC236}">
                <a16:creationId xmlns:a16="http://schemas.microsoft.com/office/drawing/2014/main" id="{5A55DD9B-C806-4E30-99E8-F5747448E6D4}"/>
              </a:ext>
            </a:extLst>
          </p:cNvPr>
          <p:cNvSpPr>
            <a:spLocks noGrp="1"/>
          </p:cNvSpPr>
          <p:nvPr/>
        </p:nvSpPr>
        <p:spPr>
          <a:xfrm>
            <a:off x="8290184" y="6120044"/>
            <a:ext cx="235944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v</a:t>
            </a:r>
          </a:p>
        </p:txBody>
      </p:sp>
      <p:sp>
        <p:nvSpPr>
          <p:cNvPr id="80" name="anim_to8768_0_1">
            <a:extLst>
              <a:ext uri="{FF2B5EF4-FFF2-40B4-BE49-F238E27FC236}">
                <a16:creationId xmlns:a16="http://schemas.microsoft.com/office/drawing/2014/main" id="{FFBFD069-A6B7-4678-BD42-504989085D85}"/>
              </a:ext>
            </a:extLst>
          </p:cNvPr>
          <p:cNvSpPr>
            <a:spLocks noGrp="1"/>
          </p:cNvSpPr>
          <p:nvPr/>
        </p:nvSpPr>
        <p:spPr>
          <a:xfrm>
            <a:off x="8488028" y="6120044"/>
            <a:ext cx="228109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81" name="anim_to8774_0_1">
            <a:extLst>
              <a:ext uri="{FF2B5EF4-FFF2-40B4-BE49-F238E27FC236}">
                <a16:creationId xmlns:a16="http://schemas.microsoft.com/office/drawing/2014/main" id="{32599110-A319-41F6-BA5F-174F95CDB08A}"/>
              </a:ext>
            </a:extLst>
          </p:cNvPr>
          <p:cNvSpPr>
            <a:spLocks noGrp="1"/>
          </p:cNvSpPr>
          <p:nvPr/>
        </p:nvSpPr>
        <p:spPr>
          <a:xfrm>
            <a:off x="8850415" y="6120044"/>
            <a:ext cx="157590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82" name="anim_to8776_0_1">
            <a:extLst>
              <a:ext uri="{FF2B5EF4-FFF2-40B4-BE49-F238E27FC236}">
                <a16:creationId xmlns:a16="http://schemas.microsoft.com/office/drawing/2014/main" id="{8C0DE7E5-B3AE-40DE-A127-9DF7BD28A9B0}"/>
              </a:ext>
            </a:extLst>
          </p:cNvPr>
          <p:cNvSpPr>
            <a:spLocks noGrp="1"/>
          </p:cNvSpPr>
          <p:nvPr/>
        </p:nvSpPr>
        <p:spPr>
          <a:xfrm>
            <a:off x="8969905" y="6120044"/>
            <a:ext cx="147796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i</a:t>
            </a:r>
          </a:p>
        </p:txBody>
      </p:sp>
      <p:sp>
        <p:nvSpPr>
          <p:cNvPr id="83" name="anim_to8778_0_1">
            <a:extLst>
              <a:ext uri="{FF2B5EF4-FFF2-40B4-BE49-F238E27FC236}">
                <a16:creationId xmlns:a16="http://schemas.microsoft.com/office/drawing/2014/main" id="{AAD97AD9-9763-43A0-926E-8CE30F74965F}"/>
              </a:ext>
            </a:extLst>
          </p:cNvPr>
          <p:cNvSpPr>
            <a:spLocks noGrp="1"/>
          </p:cNvSpPr>
          <p:nvPr/>
        </p:nvSpPr>
        <p:spPr>
          <a:xfrm>
            <a:off x="9079601" y="6120044"/>
            <a:ext cx="228109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84" name="anim_to8780_0_1">
            <a:extLst>
              <a:ext uri="{FF2B5EF4-FFF2-40B4-BE49-F238E27FC236}">
                <a16:creationId xmlns:a16="http://schemas.microsoft.com/office/drawing/2014/main" id="{4A5E57FF-255A-453C-86B5-A5EB7BE3D94A}"/>
              </a:ext>
            </a:extLst>
          </p:cNvPr>
          <p:cNvSpPr>
            <a:spLocks noGrp="1"/>
          </p:cNvSpPr>
          <p:nvPr/>
        </p:nvSpPr>
        <p:spPr>
          <a:xfrm>
            <a:off x="9269610" y="6120044"/>
            <a:ext cx="145837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85" name="anim_to8782_0_1">
            <a:extLst>
              <a:ext uri="{FF2B5EF4-FFF2-40B4-BE49-F238E27FC236}">
                <a16:creationId xmlns:a16="http://schemas.microsoft.com/office/drawing/2014/main" id="{D7D12676-79F3-4301-81C5-D4EFAF9C00F9}"/>
              </a:ext>
            </a:extLst>
          </p:cNvPr>
          <p:cNvSpPr>
            <a:spLocks noGrp="1"/>
          </p:cNvSpPr>
          <p:nvPr/>
        </p:nvSpPr>
        <p:spPr>
          <a:xfrm>
            <a:off x="9377346" y="6120044"/>
            <a:ext cx="255533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d</a:t>
            </a:r>
          </a:p>
        </p:txBody>
      </p:sp>
      <p:sp>
        <p:nvSpPr>
          <p:cNvPr id="86" name="anim_to8784_0_1">
            <a:extLst>
              <a:ext uri="{FF2B5EF4-FFF2-40B4-BE49-F238E27FC236}">
                <a16:creationId xmlns:a16="http://schemas.microsoft.com/office/drawing/2014/main" id="{61D7D040-A5DF-43EA-86C5-037DBA3EDD7B}"/>
              </a:ext>
            </a:extLst>
          </p:cNvPr>
          <p:cNvSpPr>
            <a:spLocks noGrp="1"/>
          </p:cNvSpPr>
          <p:nvPr/>
        </p:nvSpPr>
        <p:spPr>
          <a:xfrm>
            <a:off x="9594779" y="6120044"/>
            <a:ext cx="151713" cy="48971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defRPr>
            </a:pPr>
            <a:r>
              <a:rPr sz="3085" b="0">
                <a:solidFill>
                  <a:srgbClr val="A6CF8C"/>
                </a:solidFill>
                <a:latin typeface="Cambria Math"/>
                <a:ea typeface="Cambria Math"/>
                <a:cs typeface="Cambria Math"/>
              </a:rPr>
              <a:t>!</a:t>
            </a:r>
          </a:p>
        </p:txBody>
      </p:sp>
      <p:sp>
        <p:nvSpPr>
          <p:cNvPr id="87" name="anim_to8788_0_1">
            <a:extLst>
              <a:ext uri="{FF2B5EF4-FFF2-40B4-BE49-F238E27FC236}">
                <a16:creationId xmlns:a16="http://schemas.microsoft.com/office/drawing/2014/main" id="{FFCF5EC7-9C09-4474-BCBC-70860DFB1B83}"/>
              </a:ext>
            </a:extLst>
          </p:cNvPr>
          <p:cNvSpPr>
            <a:spLocks noGrp="1"/>
          </p:cNvSpPr>
          <p:nvPr/>
        </p:nvSpPr>
        <p:spPr>
          <a:xfrm>
            <a:off x="1367989" y="399767"/>
            <a:ext cx="9475071" cy="7395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659" b="1">
                <a:solidFill>
                  <a:srgbClr val="FF6B6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659" b="1">
                <a:solidFill>
                  <a:srgbClr val="FF6B6B"/>
                </a:solidFill>
                <a:latin typeface="Consolas"/>
                <a:ea typeface="Consolas"/>
                <a:cs typeface="Consolas"/>
              </a:defRPr>
            </a:pPr>
            <a:r>
              <a:rPr sz="4659" b="1">
                <a:solidFill>
                  <a:srgbClr val="FF6B6B"/>
                </a:solidFill>
                <a:latin typeface="Consolas"/>
                <a:ea typeface="Consolas"/>
                <a:cs typeface="Consolas"/>
              </a:rPr>
              <a:t>Convolution with Dilation = 1</a:t>
            </a:r>
          </a:p>
        </p:txBody>
      </p:sp>
      <p:sp>
        <p:nvSpPr>
          <p:cNvPr id="88" name="anim_o8819_1">
            <a:extLst>
              <a:ext uri="{FF2B5EF4-FFF2-40B4-BE49-F238E27FC236}">
                <a16:creationId xmlns:a16="http://schemas.microsoft.com/office/drawing/2014/main" id="{F8C53156-7F2C-4E86-882A-03CF645AAA1D}"/>
              </a:ext>
            </a:extLst>
          </p:cNvPr>
          <p:cNvSpPr>
            <a:spLocks noGrp="1"/>
          </p:cNvSpPr>
          <p:nvPr/>
        </p:nvSpPr>
        <p:spPr>
          <a:xfrm>
            <a:off x="1612681" y="223016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9" name="anim_o8820_1">
            <a:extLst>
              <a:ext uri="{FF2B5EF4-FFF2-40B4-BE49-F238E27FC236}">
                <a16:creationId xmlns:a16="http://schemas.microsoft.com/office/drawing/2014/main" id="{168CC17F-A27E-44D6-89F3-FCA4C9D965C1}"/>
              </a:ext>
            </a:extLst>
          </p:cNvPr>
          <p:cNvSpPr>
            <a:spLocks noGrp="1"/>
          </p:cNvSpPr>
          <p:nvPr/>
        </p:nvSpPr>
        <p:spPr>
          <a:xfrm>
            <a:off x="2072509" y="223016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0" name="anim_o8821_1">
            <a:extLst>
              <a:ext uri="{FF2B5EF4-FFF2-40B4-BE49-F238E27FC236}">
                <a16:creationId xmlns:a16="http://schemas.microsoft.com/office/drawing/2014/main" id="{67E0E548-6A17-4DD2-93FA-F9878A616463}"/>
              </a:ext>
            </a:extLst>
          </p:cNvPr>
          <p:cNvSpPr>
            <a:spLocks noGrp="1"/>
          </p:cNvSpPr>
          <p:nvPr/>
        </p:nvSpPr>
        <p:spPr>
          <a:xfrm>
            <a:off x="2532336" y="223016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1" name="anim_o8822_1">
            <a:extLst>
              <a:ext uri="{FF2B5EF4-FFF2-40B4-BE49-F238E27FC236}">
                <a16:creationId xmlns:a16="http://schemas.microsoft.com/office/drawing/2014/main" id="{2D8C23E1-3AF6-4A69-BB78-9611F9E1AB7F}"/>
              </a:ext>
            </a:extLst>
          </p:cNvPr>
          <p:cNvSpPr>
            <a:spLocks noGrp="1"/>
          </p:cNvSpPr>
          <p:nvPr/>
        </p:nvSpPr>
        <p:spPr>
          <a:xfrm>
            <a:off x="2992164" y="223016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2" name="anim_o8823_1">
            <a:extLst>
              <a:ext uri="{FF2B5EF4-FFF2-40B4-BE49-F238E27FC236}">
                <a16:creationId xmlns:a16="http://schemas.microsoft.com/office/drawing/2014/main" id="{FC7BF808-575D-4027-B0FA-1FC19BFD5ACA}"/>
              </a:ext>
            </a:extLst>
          </p:cNvPr>
          <p:cNvSpPr>
            <a:spLocks noGrp="1"/>
          </p:cNvSpPr>
          <p:nvPr/>
        </p:nvSpPr>
        <p:spPr>
          <a:xfrm>
            <a:off x="3451991" y="223016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3" name="anim_o8824_1">
            <a:extLst>
              <a:ext uri="{FF2B5EF4-FFF2-40B4-BE49-F238E27FC236}">
                <a16:creationId xmlns:a16="http://schemas.microsoft.com/office/drawing/2014/main" id="{60F2E023-5865-43B4-9B62-87C4487BDB8D}"/>
              </a:ext>
            </a:extLst>
          </p:cNvPr>
          <p:cNvSpPr>
            <a:spLocks noGrp="1"/>
          </p:cNvSpPr>
          <p:nvPr/>
        </p:nvSpPr>
        <p:spPr>
          <a:xfrm>
            <a:off x="3911819" y="223016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4" name="anim_o8825_1">
            <a:extLst>
              <a:ext uri="{FF2B5EF4-FFF2-40B4-BE49-F238E27FC236}">
                <a16:creationId xmlns:a16="http://schemas.microsoft.com/office/drawing/2014/main" id="{D0EFAF15-7008-4212-A1CD-16DD5F4665A0}"/>
              </a:ext>
            </a:extLst>
          </p:cNvPr>
          <p:cNvSpPr>
            <a:spLocks noGrp="1"/>
          </p:cNvSpPr>
          <p:nvPr/>
        </p:nvSpPr>
        <p:spPr>
          <a:xfrm>
            <a:off x="4371647" y="223016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5" name="anim_o8826_1">
            <a:extLst>
              <a:ext uri="{FF2B5EF4-FFF2-40B4-BE49-F238E27FC236}">
                <a16:creationId xmlns:a16="http://schemas.microsoft.com/office/drawing/2014/main" id="{087A3555-A1E1-41CB-A874-59D07584BF68}"/>
              </a:ext>
            </a:extLst>
          </p:cNvPr>
          <p:cNvSpPr>
            <a:spLocks noGrp="1"/>
          </p:cNvSpPr>
          <p:nvPr/>
        </p:nvSpPr>
        <p:spPr>
          <a:xfrm>
            <a:off x="1612681" y="2689991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6" name="anim_o8827_1">
            <a:extLst>
              <a:ext uri="{FF2B5EF4-FFF2-40B4-BE49-F238E27FC236}">
                <a16:creationId xmlns:a16="http://schemas.microsoft.com/office/drawing/2014/main" id="{D10A2F44-B5C0-4337-BF47-18DE6A82B5B3}"/>
              </a:ext>
            </a:extLst>
          </p:cNvPr>
          <p:cNvSpPr>
            <a:spLocks noGrp="1"/>
          </p:cNvSpPr>
          <p:nvPr/>
        </p:nvSpPr>
        <p:spPr>
          <a:xfrm>
            <a:off x="2072509" y="2689991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7" name="anim_o8828_1">
            <a:extLst>
              <a:ext uri="{FF2B5EF4-FFF2-40B4-BE49-F238E27FC236}">
                <a16:creationId xmlns:a16="http://schemas.microsoft.com/office/drawing/2014/main" id="{987805E5-9D40-48A2-9061-D3BB6487C7FC}"/>
              </a:ext>
            </a:extLst>
          </p:cNvPr>
          <p:cNvSpPr>
            <a:spLocks noGrp="1"/>
          </p:cNvSpPr>
          <p:nvPr/>
        </p:nvSpPr>
        <p:spPr>
          <a:xfrm>
            <a:off x="2532336" y="2689991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8" name="anim_o8829_1">
            <a:extLst>
              <a:ext uri="{FF2B5EF4-FFF2-40B4-BE49-F238E27FC236}">
                <a16:creationId xmlns:a16="http://schemas.microsoft.com/office/drawing/2014/main" id="{2A74F6FE-C57F-495B-BF8B-4EE5C561B265}"/>
              </a:ext>
            </a:extLst>
          </p:cNvPr>
          <p:cNvSpPr>
            <a:spLocks noGrp="1"/>
          </p:cNvSpPr>
          <p:nvPr/>
        </p:nvSpPr>
        <p:spPr>
          <a:xfrm>
            <a:off x="2992164" y="2689991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9" name="anim_o8830_1">
            <a:extLst>
              <a:ext uri="{FF2B5EF4-FFF2-40B4-BE49-F238E27FC236}">
                <a16:creationId xmlns:a16="http://schemas.microsoft.com/office/drawing/2014/main" id="{0DD0277F-B7B1-4A1A-AB9B-AF7102496693}"/>
              </a:ext>
            </a:extLst>
          </p:cNvPr>
          <p:cNvSpPr>
            <a:spLocks noGrp="1"/>
          </p:cNvSpPr>
          <p:nvPr/>
        </p:nvSpPr>
        <p:spPr>
          <a:xfrm>
            <a:off x="3451991" y="2689991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0" name="anim_o8831_1">
            <a:extLst>
              <a:ext uri="{FF2B5EF4-FFF2-40B4-BE49-F238E27FC236}">
                <a16:creationId xmlns:a16="http://schemas.microsoft.com/office/drawing/2014/main" id="{0F323B2D-E571-4102-A4C0-DB0DF754F5A3}"/>
              </a:ext>
            </a:extLst>
          </p:cNvPr>
          <p:cNvSpPr>
            <a:spLocks noGrp="1"/>
          </p:cNvSpPr>
          <p:nvPr/>
        </p:nvSpPr>
        <p:spPr>
          <a:xfrm>
            <a:off x="3911819" y="2689991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1" name="anim_o8832_1">
            <a:extLst>
              <a:ext uri="{FF2B5EF4-FFF2-40B4-BE49-F238E27FC236}">
                <a16:creationId xmlns:a16="http://schemas.microsoft.com/office/drawing/2014/main" id="{E95590D5-98D0-4C44-81AD-F643C92B90AF}"/>
              </a:ext>
            </a:extLst>
          </p:cNvPr>
          <p:cNvSpPr>
            <a:spLocks noGrp="1"/>
          </p:cNvSpPr>
          <p:nvPr/>
        </p:nvSpPr>
        <p:spPr>
          <a:xfrm>
            <a:off x="4371647" y="2689991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2" name="anim_o8833_1">
            <a:extLst>
              <a:ext uri="{FF2B5EF4-FFF2-40B4-BE49-F238E27FC236}">
                <a16:creationId xmlns:a16="http://schemas.microsoft.com/office/drawing/2014/main" id="{335F807D-1BD7-4257-9D3D-4CD7C94DF40D}"/>
              </a:ext>
            </a:extLst>
          </p:cNvPr>
          <p:cNvSpPr>
            <a:spLocks noGrp="1"/>
          </p:cNvSpPr>
          <p:nvPr/>
        </p:nvSpPr>
        <p:spPr>
          <a:xfrm>
            <a:off x="1612681" y="314981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3" name="anim_o8834_1">
            <a:extLst>
              <a:ext uri="{FF2B5EF4-FFF2-40B4-BE49-F238E27FC236}">
                <a16:creationId xmlns:a16="http://schemas.microsoft.com/office/drawing/2014/main" id="{1AD964E4-2389-4A30-856E-EA61D360596D}"/>
              </a:ext>
            </a:extLst>
          </p:cNvPr>
          <p:cNvSpPr>
            <a:spLocks noGrp="1"/>
          </p:cNvSpPr>
          <p:nvPr/>
        </p:nvSpPr>
        <p:spPr>
          <a:xfrm>
            <a:off x="2072509" y="314981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4" name="anim_o8835_1">
            <a:extLst>
              <a:ext uri="{FF2B5EF4-FFF2-40B4-BE49-F238E27FC236}">
                <a16:creationId xmlns:a16="http://schemas.microsoft.com/office/drawing/2014/main" id="{38A17376-3E87-4C67-9168-B10D01C86877}"/>
              </a:ext>
            </a:extLst>
          </p:cNvPr>
          <p:cNvSpPr>
            <a:spLocks noGrp="1"/>
          </p:cNvSpPr>
          <p:nvPr/>
        </p:nvSpPr>
        <p:spPr>
          <a:xfrm>
            <a:off x="2532336" y="314981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5" name="anim_o8836_1">
            <a:extLst>
              <a:ext uri="{FF2B5EF4-FFF2-40B4-BE49-F238E27FC236}">
                <a16:creationId xmlns:a16="http://schemas.microsoft.com/office/drawing/2014/main" id="{92FF7C83-7B41-4FE1-B7D3-7E5A43146B7B}"/>
              </a:ext>
            </a:extLst>
          </p:cNvPr>
          <p:cNvSpPr>
            <a:spLocks noGrp="1"/>
          </p:cNvSpPr>
          <p:nvPr/>
        </p:nvSpPr>
        <p:spPr>
          <a:xfrm>
            <a:off x="2992164" y="314981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6" name="anim_o8837_1">
            <a:extLst>
              <a:ext uri="{FF2B5EF4-FFF2-40B4-BE49-F238E27FC236}">
                <a16:creationId xmlns:a16="http://schemas.microsoft.com/office/drawing/2014/main" id="{4686BCB5-00C7-4F93-A5C0-480C62EDE35F}"/>
              </a:ext>
            </a:extLst>
          </p:cNvPr>
          <p:cNvSpPr>
            <a:spLocks noGrp="1"/>
          </p:cNvSpPr>
          <p:nvPr/>
        </p:nvSpPr>
        <p:spPr>
          <a:xfrm>
            <a:off x="3451991" y="314981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7" name="anim_o8838_1">
            <a:extLst>
              <a:ext uri="{FF2B5EF4-FFF2-40B4-BE49-F238E27FC236}">
                <a16:creationId xmlns:a16="http://schemas.microsoft.com/office/drawing/2014/main" id="{BCA2CAAF-5D1D-4873-97B5-75D0105A59A1}"/>
              </a:ext>
            </a:extLst>
          </p:cNvPr>
          <p:cNvSpPr>
            <a:spLocks noGrp="1"/>
          </p:cNvSpPr>
          <p:nvPr/>
        </p:nvSpPr>
        <p:spPr>
          <a:xfrm>
            <a:off x="3911819" y="314981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8" name="anim_o8839_1">
            <a:extLst>
              <a:ext uri="{FF2B5EF4-FFF2-40B4-BE49-F238E27FC236}">
                <a16:creationId xmlns:a16="http://schemas.microsoft.com/office/drawing/2014/main" id="{CBB43E8C-D3F6-4ABA-B5DA-6AA9B24AFD87}"/>
              </a:ext>
            </a:extLst>
          </p:cNvPr>
          <p:cNvSpPr>
            <a:spLocks noGrp="1"/>
          </p:cNvSpPr>
          <p:nvPr/>
        </p:nvSpPr>
        <p:spPr>
          <a:xfrm>
            <a:off x="4371647" y="314981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9" name="anim_o8840_1">
            <a:extLst>
              <a:ext uri="{FF2B5EF4-FFF2-40B4-BE49-F238E27FC236}">
                <a16:creationId xmlns:a16="http://schemas.microsoft.com/office/drawing/2014/main" id="{FD5DFDF0-B36E-496A-B933-8C8421A53813}"/>
              </a:ext>
            </a:extLst>
          </p:cNvPr>
          <p:cNvSpPr>
            <a:spLocks noGrp="1"/>
          </p:cNvSpPr>
          <p:nvPr/>
        </p:nvSpPr>
        <p:spPr>
          <a:xfrm>
            <a:off x="1612681" y="3609647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0" name="anim_o8841_1">
            <a:extLst>
              <a:ext uri="{FF2B5EF4-FFF2-40B4-BE49-F238E27FC236}">
                <a16:creationId xmlns:a16="http://schemas.microsoft.com/office/drawing/2014/main" id="{20D241BB-E973-45E9-8FA0-AD4820CB68A7}"/>
              </a:ext>
            </a:extLst>
          </p:cNvPr>
          <p:cNvSpPr>
            <a:spLocks noGrp="1"/>
          </p:cNvSpPr>
          <p:nvPr/>
        </p:nvSpPr>
        <p:spPr>
          <a:xfrm>
            <a:off x="2072509" y="3609647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1" name="anim_o8842_1">
            <a:extLst>
              <a:ext uri="{FF2B5EF4-FFF2-40B4-BE49-F238E27FC236}">
                <a16:creationId xmlns:a16="http://schemas.microsoft.com/office/drawing/2014/main" id="{48FF3662-2341-48A3-A24B-A32CF098D098}"/>
              </a:ext>
            </a:extLst>
          </p:cNvPr>
          <p:cNvSpPr>
            <a:spLocks noGrp="1"/>
          </p:cNvSpPr>
          <p:nvPr/>
        </p:nvSpPr>
        <p:spPr>
          <a:xfrm>
            <a:off x="2532336" y="3609647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2" name="anim_o8843_1">
            <a:extLst>
              <a:ext uri="{FF2B5EF4-FFF2-40B4-BE49-F238E27FC236}">
                <a16:creationId xmlns:a16="http://schemas.microsoft.com/office/drawing/2014/main" id="{647D6C89-D937-443C-AB5E-7D663BF6215A}"/>
              </a:ext>
            </a:extLst>
          </p:cNvPr>
          <p:cNvSpPr>
            <a:spLocks noGrp="1"/>
          </p:cNvSpPr>
          <p:nvPr/>
        </p:nvSpPr>
        <p:spPr>
          <a:xfrm>
            <a:off x="2992164" y="3609647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3" name="anim_o8844_1">
            <a:extLst>
              <a:ext uri="{FF2B5EF4-FFF2-40B4-BE49-F238E27FC236}">
                <a16:creationId xmlns:a16="http://schemas.microsoft.com/office/drawing/2014/main" id="{2C50015A-0B32-4E5E-9DCD-94C06B2D7E6B}"/>
              </a:ext>
            </a:extLst>
          </p:cNvPr>
          <p:cNvSpPr>
            <a:spLocks noGrp="1"/>
          </p:cNvSpPr>
          <p:nvPr/>
        </p:nvSpPr>
        <p:spPr>
          <a:xfrm>
            <a:off x="3451991" y="3609647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4" name="anim_o8845_1">
            <a:extLst>
              <a:ext uri="{FF2B5EF4-FFF2-40B4-BE49-F238E27FC236}">
                <a16:creationId xmlns:a16="http://schemas.microsoft.com/office/drawing/2014/main" id="{6EF7D27E-51DC-4EE7-A9B1-8ADE9CE662C1}"/>
              </a:ext>
            </a:extLst>
          </p:cNvPr>
          <p:cNvSpPr>
            <a:spLocks noGrp="1"/>
          </p:cNvSpPr>
          <p:nvPr/>
        </p:nvSpPr>
        <p:spPr>
          <a:xfrm>
            <a:off x="3911819" y="3609647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5" name="anim_o8846_1">
            <a:extLst>
              <a:ext uri="{FF2B5EF4-FFF2-40B4-BE49-F238E27FC236}">
                <a16:creationId xmlns:a16="http://schemas.microsoft.com/office/drawing/2014/main" id="{6DA89781-7EEA-4C27-A9E3-9A9661730522}"/>
              </a:ext>
            </a:extLst>
          </p:cNvPr>
          <p:cNvSpPr>
            <a:spLocks noGrp="1"/>
          </p:cNvSpPr>
          <p:nvPr/>
        </p:nvSpPr>
        <p:spPr>
          <a:xfrm>
            <a:off x="4371647" y="3609647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6" name="anim_o8847_1">
            <a:extLst>
              <a:ext uri="{FF2B5EF4-FFF2-40B4-BE49-F238E27FC236}">
                <a16:creationId xmlns:a16="http://schemas.microsoft.com/office/drawing/2014/main" id="{87C17CF4-3B87-4888-8D0A-272EE6D85DC2}"/>
              </a:ext>
            </a:extLst>
          </p:cNvPr>
          <p:cNvSpPr>
            <a:spLocks noGrp="1"/>
          </p:cNvSpPr>
          <p:nvPr/>
        </p:nvSpPr>
        <p:spPr>
          <a:xfrm>
            <a:off x="1612681" y="406947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7" name="anim_o8848_1">
            <a:extLst>
              <a:ext uri="{FF2B5EF4-FFF2-40B4-BE49-F238E27FC236}">
                <a16:creationId xmlns:a16="http://schemas.microsoft.com/office/drawing/2014/main" id="{94296BFB-2D06-4026-BA4E-571A76048E4D}"/>
              </a:ext>
            </a:extLst>
          </p:cNvPr>
          <p:cNvSpPr>
            <a:spLocks noGrp="1"/>
          </p:cNvSpPr>
          <p:nvPr/>
        </p:nvSpPr>
        <p:spPr>
          <a:xfrm>
            <a:off x="2072509" y="406947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8" name="anim_o8849_1">
            <a:extLst>
              <a:ext uri="{FF2B5EF4-FFF2-40B4-BE49-F238E27FC236}">
                <a16:creationId xmlns:a16="http://schemas.microsoft.com/office/drawing/2014/main" id="{6F67C8AD-ADDF-430E-A47E-E283E59513BB}"/>
              </a:ext>
            </a:extLst>
          </p:cNvPr>
          <p:cNvSpPr>
            <a:spLocks noGrp="1"/>
          </p:cNvSpPr>
          <p:nvPr/>
        </p:nvSpPr>
        <p:spPr>
          <a:xfrm>
            <a:off x="2532336" y="406947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9" name="anim_o8850_1">
            <a:extLst>
              <a:ext uri="{FF2B5EF4-FFF2-40B4-BE49-F238E27FC236}">
                <a16:creationId xmlns:a16="http://schemas.microsoft.com/office/drawing/2014/main" id="{3F446A4D-223E-474A-8093-2C28E2F69455}"/>
              </a:ext>
            </a:extLst>
          </p:cNvPr>
          <p:cNvSpPr>
            <a:spLocks noGrp="1"/>
          </p:cNvSpPr>
          <p:nvPr/>
        </p:nvSpPr>
        <p:spPr>
          <a:xfrm>
            <a:off x="2992164" y="406947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0" name="anim_o8851_1">
            <a:extLst>
              <a:ext uri="{FF2B5EF4-FFF2-40B4-BE49-F238E27FC236}">
                <a16:creationId xmlns:a16="http://schemas.microsoft.com/office/drawing/2014/main" id="{C6D63D11-E6BC-490A-B0DF-76786487AEF1}"/>
              </a:ext>
            </a:extLst>
          </p:cNvPr>
          <p:cNvSpPr>
            <a:spLocks noGrp="1"/>
          </p:cNvSpPr>
          <p:nvPr/>
        </p:nvSpPr>
        <p:spPr>
          <a:xfrm>
            <a:off x="3451991" y="406947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1" name="anim_o8852_1">
            <a:extLst>
              <a:ext uri="{FF2B5EF4-FFF2-40B4-BE49-F238E27FC236}">
                <a16:creationId xmlns:a16="http://schemas.microsoft.com/office/drawing/2014/main" id="{22A9C70A-F821-414B-ADBC-3CD975E35268}"/>
              </a:ext>
            </a:extLst>
          </p:cNvPr>
          <p:cNvSpPr>
            <a:spLocks noGrp="1"/>
          </p:cNvSpPr>
          <p:nvPr/>
        </p:nvSpPr>
        <p:spPr>
          <a:xfrm>
            <a:off x="3911819" y="406947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2" name="anim_o8853_1">
            <a:extLst>
              <a:ext uri="{FF2B5EF4-FFF2-40B4-BE49-F238E27FC236}">
                <a16:creationId xmlns:a16="http://schemas.microsoft.com/office/drawing/2014/main" id="{4B69C98A-8FFB-455C-A236-572D1CAB0363}"/>
              </a:ext>
            </a:extLst>
          </p:cNvPr>
          <p:cNvSpPr>
            <a:spLocks noGrp="1"/>
          </p:cNvSpPr>
          <p:nvPr/>
        </p:nvSpPr>
        <p:spPr>
          <a:xfrm>
            <a:off x="4371647" y="406947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3" name="anim_o8854_1">
            <a:extLst>
              <a:ext uri="{FF2B5EF4-FFF2-40B4-BE49-F238E27FC236}">
                <a16:creationId xmlns:a16="http://schemas.microsoft.com/office/drawing/2014/main" id="{4EEBC854-9BA9-4CCF-98B0-27A8C6F2F463}"/>
              </a:ext>
            </a:extLst>
          </p:cNvPr>
          <p:cNvSpPr>
            <a:spLocks noGrp="1"/>
          </p:cNvSpPr>
          <p:nvPr/>
        </p:nvSpPr>
        <p:spPr>
          <a:xfrm>
            <a:off x="1612681" y="4529302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4" name="anim_o8855_1">
            <a:extLst>
              <a:ext uri="{FF2B5EF4-FFF2-40B4-BE49-F238E27FC236}">
                <a16:creationId xmlns:a16="http://schemas.microsoft.com/office/drawing/2014/main" id="{D092D185-E976-4198-8FC4-C3B7189528D2}"/>
              </a:ext>
            </a:extLst>
          </p:cNvPr>
          <p:cNvSpPr>
            <a:spLocks noGrp="1"/>
          </p:cNvSpPr>
          <p:nvPr/>
        </p:nvSpPr>
        <p:spPr>
          <a:xfrm>
            <a:off x="2072509" y="4529302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5" name="anim_o8856_1">
            <a:extLst>
              <a:ext uri="{FF2B5EF4-FFF2-40B4-BE49-F238E27FC236}">
                <a16:creationId xmlns:a16="http://schemas.microsoft.com/office/drawing/2014/main" id="{5A7411E2-28A8-436A-A82B-3075A4EC0D58}"/>
              </a:ext>
            </a:extLst>
          </p:cNvPr>
          <p:cNvSpPr>
            <a:spLocks noGrp="1"/>
          </p:cNvSpPr>
          <p:nvPr/>
        </p:nvSpPr>
        <p:spPr>
          <a:xfrm>
            <a:off x="2532336" y="4529302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6" name="anim_o8857_1">
            <a:extLst>
              <a:ext uri="{FF2B5EF4-FFF2-40B4-BE49-F238E27FC236}">
                <a16:creationId xmlns:a16="http://schemas.microsoft.com/office/drawing/2014/main" id="{AFE43E0C-3A79-4C1D-AF2B-5614C01423DD}"/>
              </a:ext>
            </a:extLst>
          </p:cNvPr>
          <p:cNvSpPr>
            <a:spLocks noGrp="1"/>
          </p:cNvSpPr>
          <p:nvPr/>
        </p:nvSpPr>
        <p:spPr>
          <a:xfrm>
            <a:off x="2992164" y="4529302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7" name="anim_o8858_1">
            <a:extLst>
              <a:ext uri="{FF2B5EF4-FFF2-40B4-BE49-F238E27FC236}">
                <a16:creationId xmlns:a16="http://schemas.microsoft.com/office/drawing/2014/main" id="{05A5F34D-9065-47AB-A3AA-C0BA83F6B1F5}"/>
              </a:ext>
            </a:extLst>
          </p:cNvPr>
          <p:cNvSpPr>
            <a:spLocks noGrp="1"/>
          </p:cNvSpPr>
          <p:nvPr/>
        </p:nvSpPr>
        <p:spPr>
          <a:xfrm>
            <a:off x="3451991" y="4529302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8" name="anim_o8859_1">
            <a:extLst>
              <a:ext uri="{FF2B5EF4-FFF2-40B4-BE49-F238E27FC236}">
                <a16:creationId xmlns:a16="http://schemas.microsoft.com/office/drawing/2014/main" id="{61165E8E-2CFE-4C83-93F6-8C746312FC09}"/>
              </a:ext>
            </a:extLst>
          </p:cNvPr>
          <p:cNvSpPr>
            <a:spLocks noGrp="1"/>
          </p:cNvSpPr>
          <p:nvPr/>
        </p:nvSpPr>
        <p:spPr>
          <a:xfrm>
            <a:off x="3911819" y="4529302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9" name="anim_o8860_1">
            <a:extLst>
              <a:ext uri="{FF2B5EF4-FFF2-40B4-BE49-F238E27FC236}">
                <a16:creationId xmlns:a16="http://schemas.microsoft.com/office/drawing/2014/main" id="{29E072F3-25C3-4474-8CFA-C7026B416C10}"/>
              </a:ext>
            </a:extLst>
          </p:cNvPr>
          <p:cNvSpPr>
            <a:spLocks noGrp="1"/>
          </p:cNvSpPr>
          <p:nvPr/>
        </p:nvSpPr>
        <p:spPr>
          <a:xfrm>
            <a:off x="4371647" y="4529302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0" name="anim_o8861_1">
            <a:extLst>
              <a:ext uri="{FF2B5EF4-FFF2-40B4-BE49-F238E27FC236}">
                <a16:creationId xmlns:a16="http://schemas.microsoft.com/office/drawing/2014/main" id="{136AC865-7FD7-4775-9D44-02562A621F9F}"/>
              </a:ext>
            </a:extLst>
          </p:cNvPr>
          <p:cNvSpPr>
            <a:spLocks noGrp="1"/>
          </p:cNvSpPr>
          <p:nvPr/>
        </p:nvSpPr>
        <p:spPr>
          <a:xfrm>
            <a:off x="1612681" y="498912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1" name="anim_o8862_1">
            <a:extLst>
              <a:ext uri="{FF2B5EF4-FFF2-40B4-BE49-F238E27FC236}">
                <a16:creationId xmlns:a16="http://schemas.microsoft.com/office/drawing/2014/main" id="{23386CF0-A067-475A-8907-3268D83AC385}"/>
              </a:ext>
            </a:extLst>
          </p:cNvPr>
          <p:cNvSpPr>
            <a:spLocks noGrp="1"/>
          </p:cNvSpPr>
          <p:nvPr/>
        </p:nvSpPr>
        <p:spPr>
          <a:xfrm>
            <a:off x="2072509" y="498912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2" name="anim_o8863_1">
            <a:extLst>
              <a:ext uri="{FF2B5EF4-FFF2-40B4-BE49-F238E27FC236}">
                <a16:creationId xmlns:a16="http://schemas.microsoft.com/office/drawing/2014/main" id="{EA183822-87F4-46EE-88AD-F5544FCB2F0F}"/>
              </a:ext>
            </a:extLst>
          </p:cNvPr>
          <p:cNvSpPr>
            <a:spLocks noGrp="1"/>
          </p:cNvSpPr>
          <p:nvPr/>
        </p:nvSpPr>
        <p:spPr>
          <a:xfrm>
            <a:off x="2532336" y="498912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3" name="anim_o8864_1">
            <a:extLst>
              <a:ext uri="{FF2B5EF4-FFF2-40B4-BE49-F238E27FC236}">
                <a16:creationId xmlns:a16="http://schemas.microsoft.com/office/drawing/2014/main" id="{1233419A-2195-423C-98F5-C47D451FDE55}"/>
              </a:ext>
            </a:extLst>
          </p:cNvPr>
          <p:cNvSpPr>
            <a:spLocks noGrp="1"/>
          </p:cNvSpPr>
          <p:nvPr/>
        </p:nvSpPr>
        <p:spPr>
          <a:xfrm>
            <a:off x="2992164" y="498912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4" name="anim_o8865_1">
            <a:extLst>
              <a:ext uri="{FF2B5EF4-FFF2-40B4-BE49-F238E27FC236}">
                <a16:creationId xmlns:a16="http://schemas.microsoft.com/office/drawing/2014/main" id="{4EACF0B2-4362-4635-8D91-D71FBBDB5618}"/>
              </a:ext>
            </a:extLst>
          </p:cNvPr>
          <p:cNvSpPr>
            <a:spLocks noGrp="1"/>
          </p:cNvSpPr>
          <p:nvPr/>
        </p:nvSpPr>
        <p:spPr>
          <a:xfrm>
            <a:off x="3451991" y="498912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5" name="anim_o8866_1">
            <a:extLst>
              <a:ext uri="{FF2B5EF4-FFF2-40B4-BE49-F238E27FC236}">
                <a16:creationId xmlns:a16="http://schemas.microsoft.com/office/drawing/2014/main" id="{2416A3DF-639A-46CF-8977-48FF5EDF835E}"/>
              </a:ext>
            </a:extLst>
          </p:cNvPr>
          <p:cNvSpPr>
            <a:spLocks noGrp="1"/>
          </p:cNvSpPr>
          <p:nvPr/>
        </p:nvSpPr>
        <p:spPr>
          <a:xfrm>
            <a:off x="3911819" y="498912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6" name="anim_o8867_1">
            <a:extLst>
              <a:ext uri="{FF2B5EF4-FFF2-40B4-BE49-F238E27FC236}">
                <a16:creationId xmlns:a16="http://schemas.microsoft.com/office/drawing/2014/main" id="{75072E8D-1EA5-46B4-B50C-AE5763DCC17B}"/>
              </a:ext>
            </a:extLst>
          </p:cNvPr>
          <p:cNvSpPr>
            <a:spLocks noGrp="1"/>
          </p:cNvSpPr>
          <p:nvPr/>
        </p:nvSpPr>
        <p:spPr>
          <a:xfrm>
            <a:off x="4371647" y="498912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7" name="anim_to8868_0_1">
            <a:extLst>
              <a:ext uri="{FF2B5EF4-FFF2-40B4-BE49-F238E27FC236}">
                <a16:creationId xmlns:a16="http://schemas.microsoft.com/office/drawing/2014/main" id="{8119584F-F848-45AC-944C-4317C44CE8BE}"/>
              </a:ext>
            </a:extLst>
          </p:cNvPr>
          <p:cNvSpPr>
            <a:spLocks noGrp="1"/>
          </p:cNvSpPr>
          <p:nvPr/>
        </p:nvSpPr>
        <p:spPr>
          <a:xfrm>
            <a:off x="1797714" y="5798962"/>
            <a:ext cx="2867777" cy="64310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051" b="1">
                <a:solidFill>
                  <a:srgbClr val="6699CC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051" b="1">
                <a:solidFill>
                  <a:srgbClr val="6699CC"/>
                </a:solidFill>
                <a:latin typeface="Consolas"/>
                <a:ea typeface="Consolas"/>
                <a:cs typeface="Consolas"/>
              </a:defRPr>
            </a:pPr>
            <a:r>
              <a:rPr sz="4051" b="1">
                <a:solidFill>
                  <a:srgbClr val="6699CC"/>
                </a:solidFill>
                <a:latin typeface="Consolas"/>
                <a:ea typeface="Consolas"/>
                <a:cs typeface="Consolas"/>
              </a:rPr>
              <a:t>Input: 7x7</a:t>
            </a:r>
          </a:p>
        </p:txBody>
      </p:sp>
      <p:sp>
        <p:nvSpPr>
          <p:cNvPr id="138" name="anim_o8880_1">
            <a:extLst>
              <a:ext uri="{FF2B5EF4-FFF2-40B4-BE49-F238E27FC236}">
                <a16:creationId xmlns:a16="http://schemas.microsoft.com/office/drawing/2014/main" id="{2EA731B0-15F6-4B2F-A99E-C2A3BDCA638B}"/>
              </a:ext>
            </a:extLst>
          </p:cNvPr>
          <p:cNvSpPr>
            <a:spLocks noGrp="1"/>
          </p:cNvSpPr>
          <p:nvPr/>
        </p:nvSpPr>
        <p:spPr>
          <a:xfrm>
            <a:off x="1612681" y="2230164"/>
            <a:ext cx="459828" cy="459828"/>
          </a:xfrm>
          <a:prstGeom prst="rect">
            <a:avLst/>
          </a:prstGeom>
          <a:solidFill>
            <a:srgbClr val="FF6B6B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9" name="anim_o8881_1">
            <a:extLst>
              <a:ext uri="{FF2B5EF4-FFF2-40B4-BE49-F238E27FC236}">
                <a16:creationId xmlns:a16="http://schemas.microsoft.com/office/drawing/2014/main" id="{158FD8F8-DED0-4976-B7EA-73205F574099}"/>
              </a:ext>
            </a:extLst>
          </p:cNvPr>
          <p:cNvSpPr>
            <a:spLocks noGrp="1"/>
          </p:cNvSpPr>
          <p:nvPr/>
        </p:nvSpPr>
        <p:spPr>
          <a:xfrm>
            <a:off x="2072509" y="2230164"/>
            <a:ext cx="459828" cy="459828"/>
          </a:xfrm>
          <a:prstGeom prst="rect">
            <a:avLst/>
          </a:prstGeom>
          <a:solidFill>
            <a:srgbClr val="FF6B6B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0" name="anim_o8882_1">
            <a:extLst>
              <a:ext uri="{FF2B5EF4-FFF2-40B4-BE49-F238E27FC236}">
                <a16:creationId xmlns:a16="http://schemas.microsoft.com/office/drawing/2014/main" id="{05878AB4-B703-4D70-9B99-EF9A36042373}"/>
              </a:ext>
            </a:extLst>
          </p:cNvPr>
          <p:cNvSpPr>
            <a:spLocks noGrp="1"/>
          </p:cNvSpPr>
          <p:nvPr/>
        </p:nvSpPr>
        <p:spPr>
          <a:xfrm>
            <a:off x="2532336" y="2230164"/>
            <a:ext cx="459828" cy="459828"/>
          </a:xfrm>
          <a:prstGeom prst="rect">
            <a:avLst/>
          </a:prstGeom>
          <a:solidFill>
            <a:srgbClr val="FF6B6B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1" name="anim_o8883_1">
            <a:extLst>
              <a:ext uri="{FF2B5EF4-FFF2-40B4-BE49-F238E27FC236}">
                <a16:creationId xmlns:a16="http://schemas.microsoft.com/office/drawing/2014/main" id="{4F2505B5-286E-44BD-B2A5-9B4717095CD1}"/>
              </a:ext>
            </a:extLst>
          </p:cNvPr>
          <p:cNvSpPr>
            <a:spLocks noGrp="1"/>
          </p:cNvSpPr>
          <p:nvPr/>
        </p:nvSpPr>
        <p:spPr>
          <a:xfrm>
            <a:off x="1612681" y="2689991"/>
            <a:ext cx="459828" cy="459828"/>
          </a:xfrm>
          <a:prstGeom prst="rect">
            <a:avLst/>
          </a:prstGeom>
          <a:solidFill>
            <a:srgbClr val="FF6B6B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2" name="anim_o8884_1">
            <a:extLst>
              <a:ext uri="{FF2B5EF4-FFF2-40B4-BE49-F238E27FC236}">
                <a16:creationId xmlns:a16="http://schemas.microsoft.com/office/drawing/2014/main" id="{DEAD8300-D588-4ED3-A2ED-073EF97B422A}"/>
              </a:ext>
            </a:extLst>
          </p:cNvPr>
          <p:cNvSpPr>
            <a:spLocks noGrp="1"/>
          </p:cNvSpPr>
          <p:nvPr/>
        </p:nvSpPr>
        <p:spPr>
          <a:xfrm>
            <a:off x="2072509" y="2689991"/>
            <a:ext cx="459828" cy="459828"/>
          </a:xfrm>
          <a:prstGeom prst="rect">
            <a:avLst/>
          </a:prstGeom>
          <a:solidFill>
            <a:srgbClr val="FF6B6B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3" name="anim_o8885_1">
            <a:extLst>
              <a:ext uri="{FF2B5EF4-FFF2-40B4-BE49-F238E27FC236}">
                <a16:creationId xmlns:a16="http://schemas.microsoft.com/office/drawing/2014/main" id="{75674BD1-D3C5-4AF7-AE00-6A19A3844389}"/>
              </a:ext>
            </a:extLst>
          </p:cNvPr>
          <p:cNvSpPr>
            <a:spLocks noGrp="1"/>
          </p:cNvSpPr>
          <p:nvPr/>
        </p:nvSpPr>
        <p:spPr>
          <a:xfrm>
            <a:off x="2532336" y="2689991"/>
            <a:ext cx="459828" cy="459828"/>
          </a:xfrm>
          <a:prstGeom prst="rect">
            <a:avLst/>
          </a:prstGeom>
          <a:solidFill>
            <a:srgbClr val="FF6B6B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4" name="anim_o8886_1">
            <a:extLst>
              <a:ext uri="{FF2B5EF4-FFF2-40B4-BE49-F238E27FC236}">
                <a16:creationId xmlns:a16="http://schemas.microsoft.com/office/drawing/2014/main" id="{93784480-A6FA-4293-8E68-52706AF89E60}"/>
              </a:ext>
            </a:extLst>
          </p:cNvPr>
          <p:cNvSpPr>
            <a:spLocks noGrp="1"/>
          </p:cNvSpPr>
          <p:nvPr/>
        </p:nvSpPr>
        <p:spPr>
          <a:xfrm>
            <a:off x="1612681" y="3149819"/>
            <a:ext cx="459828" cy="459828"/>
          </a:xfrm>
          <a:prstGeom prst="rect">
            <a:avLst/>
          </a:prstGeom>
          <a:solidFill>
            <a:srgbClr val="FF6B6B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5" name="anim_o8887_1">
            <a:extLst>
              <a:ext uri="{FF2B5EF4-FFF2-40B4-BE49-F238E27FC236}">
                <a16:creationId xmlns:a16="http://schemas.microsoft.com/office/drawing/2014/main" id="{1FB54167-74E5-4C5A-8541-59BDB3B97282}"/>
              </a:ext>
            </a:extLst>
          </p:cNvPr>
          <p:cNvSpPr>
            <a:spLocks noGrp="1"/>
          </p:cNvSpPr>
          <p:nvPr/>
        </p:nvSpPr>
        <p:spPr>
          <a:xfrm>
            <a:off x="2072509" y="3149819"/>
            <a:ext cx="459828" cy="459828"/>
          </a:xfrm>
          <a:prstGeom prst="rect">
            <a:avLst/>
          </a:prstGeom>
          <a:solidFill>
            <a:srgbClr val="FF6B6B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6" name="anim_o8888_1">
            <a:extLst>
              <a:ext uri="{FF2B5EF4-FFF2-40B4-BE49-F238E27FC236}">
                <a16:creationId xmlns:a16="http://schemas.microsoft.com/office/drawing/2014/main" id="{D7E76FC5-83C6-455E-8310-A138D36A094E}"/>
              </a:ext>
            </a:extLst>
          </p:cNvPr>
          <p:cNvSpPr>
            <a:spLocks noGrp="1"/>
          </p:cNvSpPr>
          <p:nvPr/>
        </p:nvSpPr>
        <p:spPr>
          <a:xfrm>
            <a:off x="2532336" y="3149819"/>
            <a:ext cx="459828" cy="459828"/>
          </a:xfrm>
          <a:prstGeom prst="rect">
            <a:avLst/>
          </a:prstGeom>
          <a:solidFill>
            <a:srgbClr val="FF6B6B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7" name="anim_o8927_1">
            <a:extLst>
              <a:ext uri="{FF2B5EF4-FFF2-40B4-BE49-F238E27FC236}">
                <a16:creationId xmlns:a16="http://schemas.microsoft.com/office/drawing/2014/main" id="{33EA672D-DF6C-4C7E-9A57-A3F0A66997EC}"/>
              </a:ext>
            </a:extLst>
          </p:cNvPr>
          <p:cNvSpPr>
            <a:spLocks noGrp="1"/>
          </p:cNvSpPr>
          <p:nvPr/>
        </p:nvSpPr>
        <p:spPr>
          <a:xfrm>
            <a:off x="4987487" y="3753835"/>
            <a:ext cx="2791810" cy="171450"/>
          </a:xfrm>
          <a:custGeom>
            <a:avLst/>
            <a:gdLst/>
            <a:ahLst/>
            <a:cxnLst/>
            <a:rect l="0" t="0" r="0" b="0"/>
            <a:pathLst>
              <a:path w="2791810" h="171450">
                <a:moveTo>
                  <a:pt x="0" y="104775"/>
                </a:moveTo>
                <a:lnTo>
                  <a:pt x="2620360" y="104775"/>
                </a:lnTo>
                <a:lnTo>
                  <a:pt x="2620360" y="171450"/>
                </a:lnTo>
                <a:lnTo>
                  <a:pt x="2791810" y="85725"/>
                </a:lnTo>
                <a:lnTo>
                  <a:pt x="2620360" y="0"/>
                </a:lnTo>
                <a:lnTo>
                  <a:pt x="2620360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2540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8" name="anim_to8928_0_1">
            <a:extLst>
              <a:ext uri="{FF2B5EF4-FFF2-40B4-BE49-F238E27FC236}">
                <a16:creationId xmlns:a16="http://schemas.microsoft.com/office/drawing/2014/main" id="{C1BE8A87-2E06-43C4-8C51-954BD73D83C0}"/>
              </a:ext>
            </a:extLst>
          </p:cNvPr>
          <p:cNvSpPr>
            <a:spLocks noGrp="1"/>
          </p:cNvSpPr>
          <p:nvPr/>
        </p:nvSpPr>
        <p:spPr>
          <a:xfrm>
            <a:off x="5581558" y="3310010"/>
            <a:ext cx="1622719" cy="45017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6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836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2836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3x3, d=1</a:t>
            </a:r>
          </a:p>
        </p:txBody>
      </p:sp>
      <p:sp>
        <p:nvSpPr>
          <p:cNvPr id="149" name="anim_o8890_1">
            <a:extLst>
              <a:ext uri="{FF2B5EF4-FFF2-40B4-BE49-F238E27FC236}">
                <a16:creationId xmlns:a16="http://schemas.microsoft.com/office/drawing/2014/main" id="{31D6F793-C4C9-4B31-97F2-C8ACB63CA9A0}"/>
              </a:ext>
            </a:extLst>
          </p:cNvPr>
          <p:cNvSpPr>
            <a:spLocks noGrp="1"/>
          </p:cNvSpPr>
          <p:nvPr/>
        </p:nvSpPr>
        <p:spPr>
          <a:xfrm>
            <a:off x="7984578" y="2689991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0" name="anim_o8891_1">
            <a:extLst>
              <a:ext uri="{FF2B5EF4-FFF2-40B4-BE49-F238E27FC236}">
                <a16:creationId xmlns:a16="http://schemas.microsoft.com/office/drawing/2014/main" id="{DC790664-F5C5-464E-8DE5-C0D640ECA135}"/>
              </a:ext>
            </a:extLst>
          </p:cNvPr>
          <p:cNvSpPr>
            <a:spLocks noGrp="1"/>
          </p:cNvSpPr>
          <p:nvPr/>
        </p:nvSpPr>
        <p:spPr>
          <a:xfrm>
            <a:off x="8444405" y="2689991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1" name="anim_o8892_1">
            <a:extLst>
              <a:ext uri="{FF2B5EF4-FFF2-40B4-BE49-F238E27FC236}">
                <a16:creationId xmlns:a16="http://schemas.microsoft.com/office/drawing/2014/main" id="{1A753783-A7B5-4C64-8274-7EDB85AA9454}"/>
              </a:ext>
            </a:extLst>
          </p:cNvPr>
          <p:cNvSpPr>
            <a:spLocks noGrp="1"/>
          </p:cNvSpPr>
          <p:nvPr/>
        </p:nvSpPr>
        <p:spPr>
          <a:xfrm>
            <a:off x="8904233" y="2689991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2" name="anim_o8893_1">
            <a:extLst>
              <a:ext uri="{FF2B5EF4-FFF2-40B4-BE49-F238E27FC236}">
                <a16:creationId xmlns:a16="http://schemas.microsoft.com/office/drawing/2014/main" id="{E40B6302-A1E4-4AA7-A957-B7B016D8B328}"/>
              </a:ext>
            </a:extLst>
          </p:cNvPr>
          <p:cNvSpPr>
            <a:spLocks noGrp="1"/>
          </p:cNvSpPr>
          <p:nvPr/>
        </p:nvSpPr>
        <p:spPr>
          <a:xfrm>
            <a:off x="9364060" y="2689991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3" name="anim_o8894_1">
            <a:extLst>
              <a:ext uri="{FF2B5EF4-FFF2-40B4-BE49-F238E27FC236}">
                <a16:creationId xmlns:a16="http://schemas.microsoft.com/office/drawing/2014/main" id="{1218DE3F-5DE1-4701-A091-44965429432C}"/>
              </a:ext>
            </a:extLst>
          </p:cNvPr>
          <p:cNvSpPr>
            <a:spLocks noGrp="1"/>
          </p:cNvSpPr>
          <p:nvPr/>
        </p:nvSpPr>
        <p:spPr>
          <a:xfrm>
            <a:off x="9823888" y="2689991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4" name="anim_o8895_1">
            <a:extLst>
              <a:ext uri="{FF2B5EF4-FFF2-40B4-BE49-F238E27FC236}">
                <a16:creationId xmlns:a16="http://schemas.microsoft.com/office/drawing/2014/main" id="{63B1F12A-9183-4467-AA1B-E8E014C25D68}"/>
              </a:ext>
            </a:extLst>
          </p:cNvPr>
          <p:cNvSpPr>
            <a:spLocks noGrp="1"/>
          </p:cNvSpPr>
          <p:nvPr/>
        </p:nvSpPr>
        <p:spPr>
          <a:xfrm>
            <a:off x="7984578" y="3149819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5" name="anim_o8896_1">
            <a:extLst>
              <a:ext uri="{FF2B5EF4-FFF2-40B4-BE49-F238E27FC236}">
                <a16:creationId xmlns:a16="http://schemas.microsoft.com/office/drawing/2014/main" id="{EA518103-8890-4FAB-BF1D-D7D07B6B923C}"/>
              </a:ext>
            </a:extLst>
          </p:cNvPr>
          <p:cNvSpPr>
            <a:spLocks noGrp="1"/>
          </p:cNvSpPr>
          <p:nvPr/>
        </p:nvSpPr>
        <p:spPr>
          <a:xfrm>
            <a:off x="8444405" y="3149819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6" name="anim_o8897_1">
            <a:extLst>
              <a:ext uri="{FF2B5EF4-FFF2-40B4-BE49-F238E27FC236}">
                <a16:creationId xmlns:a16="http://schemas.microsoft.com/office/drawing/2014/main" id="{5013E605-E17C-423A-96AF-E8B516092C2E}"/>
              </a:ext>
            </a:extLst>
          </p:cNvPr>
          <p:cNvSpPr>
            <a:spLocks noGrp="1"/>
          </p:cNvSpPr>
          <p:nvPr/>
        </p:nvSpPr>
        <p:spPr>
          <a:xfrm>
            <a:off x="8904233" y="3149819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7" name="anim_o8898_1">
            <a:extLst>
              <a:ext uri="{FF2B5EF4-FFF2-40B4-BE49-F238E27FC236}">
                <a16:creationId xmlns:a16="http://schemas.microsoft.com/office/drawing/2014/main" id="{6D9C4F52-37E0-4BE7-960D-C792C2213620}"/>
              </a:ext>
            </a:extLst>
          </p:cNvPr>
          <p:cNvSpPr>
            <a:spLocks noGrp="1"/>
          </p:cNvSpPr>
          <p:nvPr/>
        </p:nvSpPr>
        <p:spPr>
          <a:xfrm>
            <a:off x="9364060" y="3149819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8" name="anim_o8899_1">
            <a:extLst>
              <a:ext uri="{FF2B5EF4-FFF2-40B4-BE49-F238E27FC236}">
                <a16:creationId xmlns:a16="http://schemas.microsoft.com/office/drawing/2014/main" id="{963570D1-ADF1-466A-A07E-171CE205E4B0}"/>
              </a:ext>
            </a:extLst>
          </p:cNvPr>
          <p:cNvSpPr>
            <a:spLocks noGrp="1"/>
          </p:cNvSpPr>
          <p:nvPr/>
        </p:nvSpPr>
        <p:spPr>
          <a:xfrm>
            <a:off x="9823888" y="3149819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9" name="anim_o8900_1">
            <a:extLst>
              <a:ext uri="{FF2B5EF4-FFF2-40B4-BE49-F238E27FC236}">
                <a16:creationId xmlns:a16="http://schemas.microsoft.com/office/drawing/2014/main" id="{61B66415-8580-411C-BA59-919E7916B075}"/>
              </a:ext>
            </a:extLst>
          </p:cNvPr>
          <p:cNvSpPr>
            <a:spLocks noGrp="1"/>
          </p:cNvSpPr>
          <p:nvPr/>
        </p:nvSpPr>
        <p:spPr>
          <a:xfrm>
            <a:off x="7984578" y="3609647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0" name="anim_o8901_1">
            <a:extLst>
              <a:ext uri="{FF2B5EF4-FFF2-40B4-BE49-F238E27FC236}">
                <a16:creationId xmlns:a16="http://schemas.microsoft.com/office/drawing/2014/main" id="{78493A29-F4F2-4FBE-BDB5-A3C4E72BD77C}"/>
              </a:ext>
            </a:extLst>
          </p:cNvPr>
          <p:cNvSpPr>
            <a:spLocks noGrp="1"/>
          </p:cNvSpPr>
          <p:nvPr/>
        </p:nvSpPr>
        <p:spPr>
          <a:xfrm>
            <a:off x="8444405" y="3609647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1" name="anim_o8902_1">
            <a:extLst>
              <a:ext uri="{FF2B5EF4-FFF2-40B4-BE49-F238E27FC236}">
                <a16:creationId xmlns:a16="http://schemas.microsoft.com/office/drawing/2014/main" id="{F8650DA0-33EB-421E-9BDA-956C8DA2CA04}"/>
              </a:ext>
            </a:extLst>
          </p:cNvPr>
          <p:cNvSpPr>
            <a:spLocks noGrp="1"/>
          </p:cNvSpPr>
          <p:nvPr/>
        </p:nvSpPr>
        <p:spPr>
          <a:xfrm>
            <a:off x="8904233" y="3609647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2" name="anim_o8903_1">
            <a:extLst>
              <a:ext uri="{FF2B5EF4-FFF2-40B4-BE49-F238E27FC236}">
                <a16:creationId xmlns:a16="http://schemas.microsoft.com/office/drawing/2014/main" id="{7190DD5F-871B-4A8D-A355-0380B921FB3E}"/>
              </a:ext>
            </a:extLst>
          </p:cNvPr>
          <p:cNvSpPr>
            <a:spLocks noGrp="1"/>
          </p:cNvSpPr>
          <p:nvPr/>
        </p:nvSpPr>
        <p:spPr>
          <a:xfrm>
            <a:off x="9364060" y="3609647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3" name="anim_o8904_1">
            <a:extLst>
              <a:ext uri="{FF2B5EF4-FFF2-40B4-BE49-F238E27FC236}">
                <a16:creationId xmlns:a16="http://schemas.microsoft.com/office/drawing/2014/main" id="{C4DABB7B-359B-4AB4-979F-A9DFACA12EE2}"/>
              </a:ext>
            </a:extLst>
          </p:cNvPr>
          <p:cNvSpPr>
            <a:spLocks noGrp="1"/>
          </p:cNvSpPr>
          <p:nvPr/>
        </p:nvSpPr>
        <p:spPr>
          <a:xfrm>
            <a:off x="9823888" y="3609647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4" name="anim_o8905_1">
            <a:extLst>
              <a:ext uri="{FF2B5EF4-FFF2-40B4-BE49-F238E27FC236}">
                <a16:creationId xmlns:a16="http://schemas.microsoft.com/office/drawing/2014/main" id="{392538E0-DA07-49A1-9129-B6850099A691}"/>
              </a:ext>
            </a:extLst>
          </p:cNvPr>
          <p:cNvSpPr>
            <a:spLocks noGrp="1"/>
          </p:cNvSpPr>
          <p:nvPr/>
        </p:nvSpPr>
        <p:spPr>
          <a:xfrm>
            <a:off x="7984578" y="4069474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5" name="anim_o8906_1">
            <a:extLst>
              <a:ext uri="{FF2B5EF4-FFF2-40B4-BE49-F238E27FC236}">
                <a16:creationId xmlns:a16="http://schemas.microsoft.com/office/drawing/2014/main" id="{3C02CD89-3AFE-4190-9A46-9C9F5F2F8435}"/>
              </a:ext>
            </a:extLst>
          </p:cNvPr>
          <p:cNvSpPr>
            <a:spLocks noGrp="1"/>
          </p:cNvSpPr>
          <p:nvPr/>
        </p:nvSpPr>
        <p:spPr>
          <a:xfrm>
            <a:off x="8444405" y="4069474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6" name="anim_o8907_1">
            <a:extLst>
              <a:ext uri="{FF2B5EF4-FFF2-40B4-BE49-F238E27FC236}">
                <a16:creationId xmlns:a16="http://schemas.microsoft.com/office/drawing/2014/main" id="{63FA02D0-60AE-409B-8922-9A11F708CFF2}"/>
              </a:ext>
            </a:extLst>
          </p:cNvPr>
          <p:cNvSpPr>
            <a:spLocks noGrp="1"/>
          </p:cNvSpPr>
          <p:nvPr/>
        </p:nvSpPr>
        <p:spPr>
          <a:xfrm>
            <a:off x="8904233" y="4069474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7" name="anim_o8908_1">
            <a:extLst>
              <a:ext uri="{FF2B5EF4-FFF2-40B4-BE49-F238E27FC236}">
                <a16:creationId xmlns:a16="http://schemas.microsoft.com/office/drawing/2014/main" id="{4696328A-2052-461B-9F17-53269122767A}"/>
              </a:ext>
            </a:extLst>
          </p:cNvPr>
          <p:cNvSpPr>
            <a:spLocks noGrp="1"/>
          </p:cNvSpPr>
          <p:nvPr/>
        </p:nvSpPr>
        <p:spPr>
          <a:xfrm>
            <a:off x="9364060" y="4069474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8" name="anim_o8909_1">
            <a:extLst>
              <a:ext uri="{FF2B5EF4-FFF2-40B4-BE49-F238E27FC236}">
                <a16:creationId xmlns:a16="http://schemas.microsoft.com/office/drawing/2014/main" id="{2415384D-E678-45EC-85BD-8C0D354A6C06}"/>
              </a:ext>
            </a:extLst>
          </p:cNvPr>
          <p:cNvSpPr>
            <a:spLocks noGrp="1"/>
          </p:cNvSpPr>
          <p:nvPr/>
        </p:nvSpPr>
        <p:spPr>
          <a:xfrm>
            <a:off x="9823888" y="4069474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9" name="anim_o8910_1">
            <a:extLst>
              <a:ext uri="{FF2B5EF4-FFF2-40B4-BE49-F238E27FC236}">
                <a16:creationId xmlns:a16="http://schemas.microsoft.com/office/drawing/2014/main" id="{E57E3B5D-2BE2-4D20-AC84-0CDE81E0C16E}"/>
              </a:ext>
            </a:extLst>
          </p:cNvPr>
          <p:cNvSpPr>
            <a:spLocks noGrp="1"/>
          </p:cNvSpPr>
          <p:nvPr/>
        </p:nvSpPr>
        <p:spPr>
          <a:xfrm>
            <a:off x="7984578" y="4529302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0" name="anim_o8911_1">
            <a:extLst>
              <a:ext uri="{FF2B5EF4-FFF2-40B4-BE49-F238E27FC236}">
                <a16:creationId xmlns:a16="http://schemas.microsoft.com/office/drawing/2014/main" id="{A88D288A-7E4E-48A3-BD3A-E90EA7BA204A}"/>
              </a:ext>
            </a:extLst>
          </p:cNvPr>
          <p:cNvSpPr>
            <a:spLocks noGrp="1"/>
          </p:cNvSpPr>
          <p:nvPr/>
        </p:nvSpPr>
        <p:spPr>
          <a:xfrm>
            <a:off x="8444405" y="4529302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1" name="anim_o8912_1">
            <a:extLst>
              <a:ext uri="{FF2B5EF4-FFF2-40B4-BE49-F238E27FC236}">
                <a16:creationId xmlns:a16="http://schemas.microsoft.com/office/drawing/2014/main" id="{73AB76EC-9014-4ED8-BB47-F793BB071185}"/>
              </a:ext>
            </a:extLst>
          </p:cNvPr>
          <p:cNvSpPr>
            <a:spLocks noGrp="1"/>
          </p:cNvSpPr>
          <p:nvPr/>
        </p:nvSpPr>
        <p:spPr>
          <a:xfrm>
            <a:off x="8904233" y="4529302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2" name="anim_o8913_1">
            <a:extLst>
              <a:ext uri="{FF2B5EF4-FFF2-40B4-BE49-F238E27FC236}">
                <a16:creationId xmlns:a16="http://schemas.microsoft.com/office/drawing/2014/main" id="{73524E6E-C5D0-4630-9C38-C93AE7B6A92E}"/>
              </a:ext>
            </a:extLst>
          </p:cNvPr>
          <p:cNvSpPr>
            <a:spLocks noGrp="1"/>
          </p:cNvSpPr>
          <p:nvPr/>
        </p:nvSpPr>
        <p:spPr>
          <a:xfrm>
            <a:off x="9364060" y="4529302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3" name="anim_o8914_1">
            <a:extLst>
              <a:ext uri="{FF2B5EF4-FFF2-40B4-BE49-F238E27FC236}">
                <a16:creationId xmlns:a16="http://schemas.microsoft.com/office/drawing/2014/main" id="{FF7F7407-9834-4888-B2CD-B5817EFD9997}"/>
              </a:ext>
            </a:extLst>
          </p:cNvPr>
          <p:cNvSpPr>
            <a:spLocks noGrp="1"/>
          </p:cNvSpPr>
          <p:nvPr/>
        </p:nvSpPr>
        <p:spPr>
          <a:xfrm>
            <a:off x="9823888" y="4529302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4" name="anim_to8915_0_1">
            <a:extLst>
              <a:ext uri="{FF2B5EF4-FFF2-40B4-BE49-F238E27FC236}">
                <a16:creationId xmlns:a16="http://schemas.microsoft.com/office/drawing/2014/main" id="{5A86C34F-D7E8-46F9-8E44-B9E2EFE31173}"/>
              </a:ext>
            </a:extLst>
          </p:cNvPr>
          <p:cNvSpPr>
            <a:spLocks noGrp="1"/>
          </p:cNvSpPr>
          <p:nvPr/>
        </p:nvSpPr>
        <p:spPr>
          <a:xfrm>
            <a:off x="7568299" y="5339135"/>
            <a:ext cx="3150744" cy="64310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051" b="1">
                <a:solidFill>
                  <a:srgbClr val="FF6B6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051" b="1">
                <a:solidFill>
                  <a:srgbClr val="FF6B6B"/>
                </a:solidFill>
                <a:latin typeface="Consolas"/>
                <a:ea typeface="Consolas"/>
                <a:cs typeface="Consolas"/>
              </a:defRPr>
            </a:pPr>
            <a:r>
              <a:rPr sz="4051" b="1">
                <a:solidFill>
                  <a:srgbClr val="FF6B6B"/>
                </a:solidFill>
                <a:latin typeface="Consolas"/>
                <a:ea typeface="Consolas"/>
                <a:cs typeface="Consolas"/>
              </a:rPr>
              <a:t>Output: 5x5</a:t>
            </a:r>
          </a:p>
        </p:txBody>
      </p:sp>
      <p:sp>
        <p:nvSpPr>
          <p:cNvPr id="175" name="anim_o8948_1">
            <a:extLst>
              <a:ext uri="{FF2B5EF4-FFF2-40B4-BE49-F238E27FC236}">
                <a16:creationId xmlns:a16="http://schemas.microsoft.com/office/drawing/2014/main" id="{5241CBD8-EDA2-4116-B35E-C608920947D0}"/>
              </a:ext>
            </a:extLst>
          </p:cNvPr>
          <p:cNvSpPr>
            <a:spLocks noGrp="1"/>
          </p:cNvSpPr>
          <p:nvPr/>
        </p:nvSpPr>
        <p:spPr>
          <a:xfrm>
            <a:off x="7984578" y="2689991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6" name="anim_o8949_1">
            <a:extLst>
              <a:ext uri="{FF2B5EF4-FFF2-40B4-BE49-F238E27FC236}">
                <a16:creationId xmlns:a16="http://schemas.microsoft.com/office/drawing/2014/main" id="{AAF9F97F-0404-4781-9AB9-DC352A3EC904}"/>
              </a:ext>
            </a:extLst>
          </p:cNvPr>
          <p:cNvSpPr>
            <a:spLocks noGrp="1"/>
          </p:cNvSpPr>
          <p:nvPr/>
        </p:nvSpPr>
        <p:spPr>
          <a:xfrm>
            <a:off x="8444405" y="2689991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7" name="anim_o8950_1">
            <a:extLst>
              <a:ext uri="{FF2B5EF4-FFF2-40B4-BE49-F238E27FC236}">
                <a16:creationId xmlns:a16="http://schemas.microsoft.com/office/drawing/2014/main" id="{9CA978BA-4D8E-4A05-95C2-530CC6E3A0CD}"/>
              </a:ext>
            </a:extLst>
          </p:cNvPr>
          <p:cNvSpPr>
            <a:spLocks noGrp="1"/>
          </p:cNvSpPr>
          <p:nvPr/>
        </p:nvSpPr>
        <p:spPr>
          <a:xfrm>
            <a:off x="8904233" y="2689991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8" name="anim_o8951_1">
            <a:extLst>
              <a:ext uri="{FF2B5EF4-FFF2-40B4-BE49-F238E27FC236}">
                <a16:creationId xmlns:a16="http://schemas.microsoft.com/office/drawing/2014/main" id="{BE87D383-C599-4F28-A7DB-DBFC36ADCE3D}"/>
              </a:ext>
            </a:extLst>
          </p:cNvPr>
          <p:cNvSpPr>
            <a:spLocks noGrp="1"/>
          </p:cNvSpPr>
          <p:nvPr/>
        </p:nvSpPr>
        <p:spPr>
          <a:xfrm>
            <a:off x="9364060" y="2689991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9" name="anim_o8952_1">
            <a:extLst>
              <a:ext uri="{FF2B5EF4-FFF2-40B4-BE49-F238E27FC236}">
                <a16:creationId xmlns:a16="http://schemas.microsoft.com/office/drawing/2014/main" id="{5382607B-D392-45FD-9941-D70EFD4D98D3}"/>
              </a:ext>
            </a:extLst>
          </p:cNvPr>
          <p:cNvSpPr>
            <a:spLocks noGrp="1"/>
          </p:cNvSpPr>
          <p:nvPr/>
        </p:nvSpPr>
        <p:spPr>
          <a:xfrm>
            <a:off x="9823888" y="2689991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0" name="anim_o8953_1">
            <a:extLst>
              <a:ext uri="{FF2B5EF4-FFF2-40B4-BE49-F238E27FC236}">
                <a16:creationId xmlns:a16="http://schemas.microsoft.com/office/drawing/2014/main" id="{2F5EE22E-2596-4AD5-AB47-7473A7864786}"/>
              </a:ext>
            </a:extLst>
          </p:cNvPr>
          <p:cNvSpPr>
            <a:spLocks noGrp="1"/>
          </p:cNvSpPr>
          <p:nvPr/>
        </p:nvSpPr>
        <p:spPr>
          <a:xfrm>
            <a:off x="7984578" y="3149819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1" name="anim_o8954_1">
            <a:extLst>
              <a:ext uri="{FF2B5EF4-FFF2-40B4-BE49-F238E27FC236}">
                <a16:creationId xmlns:a16="http://schemas.microsoft.com/office/drawing/2014/main" id="{AF37EE57-3605-4B7F-B56D-86BB876376F0}"/>
              </a:ext>
            </a:extLst>
          </p:cNvPr>
          <p:cNvSpPr>
            <a:spLocks noGrp="1"/>
          </p:cNvSpPr>
          <p:nvPr/>
        </p:nvSpPr>
        <p:spPr>
          <a:xfrm>
            <a:off x="8444405" y="3149819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2" name="anim_o8955_1">
            <a:extLst>
              <a:ext uri="{FF2B5EF4-FFF2-40B4-BE49-F238E27FC236}">
                <a16:creationId xmlns:a16="http://schemas.microsoft.com/office/drawing/2014/main" id="{768E9076-DCCD-4481-8649-5419C0087E0D}"/>
              </a:ext>
            </a:extLst>
          </p:cNvPr>
          <p:cNvSpPr>
            <a:spLocks noGrp="1"/>
          </p:cNvSpPr>
          <p:nvPr/>
        </p:nvSpPr>
        <p:spPr>
          <a:xfrm>
            <a:off x="8904233" y="3149819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3" name="anim_o8956_1">
            <a:extLst>
              <a:ext uri="{FF2B5EF4-FFF2-40B4-BE49-F238E27FC236}">
                <a16:creationId xmlns:a16="http://schemas.microsoft.com/office/drawing/2014/main" id="{EE8668FD-1334-4EE5-93AD-9B478F3730FD}"/>
              </a:ext>
            </a:extLst>
          </p:cNvPr>
          <p:cNvSpPr>
            <a:spLocks noGrp="1"/>
          </p:cNvSpPr>
          <p:nvPr/>
        </p:nvSpPr>
        <p:spPr>
          <a:xfrm>
            <a:off x="9364060" y="3149819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4" name="anim_o8957_1">
            <a:extLst>
              <a:ext uri="{FF2B5EF4-FFF2-40B4-BE49-F238E27FC236}">
                <a16:creationId xmlns:a16="http://schemas.microsoft.com/office/drawing/2014/main" id="{1E51C737-4D95-4860-8228-B8A960D5C296}"/>
              </a:ext>
            </a:extLst>
          </p:cNvPr>
          <p:cNvSpPr>
            <a:spLocks noGrp="1"/>
          </p:cNvSpPr>
          <p:nvPr/>
        </p:nvSpPr>
        <p:spPr>
          <a:xfrm>
            <a:off x="9823888" y="3149819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5" name="anim_o8958_1">
            <a:extLst>
              <a:ext uri="{FF2B5EF4-FFF2-40B4-BE49-F238E27FC236}">
                <a16:creationId xmlns:a16="http://schemas.microsoft.com/office/drawing/2014/main" id="{1AA40BBF-1D97-4C9C-B6FC-F600B7E66ED5}"/>
              </a:ext>
            </a:extLst>
          </p:cNvPr>
          <p:cNvSpPr>
            <a:spLocks noGrp="1"/>
          </p:cNvSpPr>
          <p:nvPr/>
        </p:nvSpPr>
        <p:spPr>
          <a:xfrm>
            <a:off x="7984578" y="3609647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6" name="anim_o8959_1">
            <a:extLst>
              <a:ext uri="{FF2B5EF4-FFF2-40B4-BE49-F238E27FC236}">
                <a16:creationId xmlns:a16="http://schemas.microsoft.com/office/drawing/2014/main" id="{96DC96DD-A866-4CD2-AA64-3D0C48CB8933}"/>
              </a:ext>
            </a:extLst>
          </p:cNvPr>
          <p:cNvSpPr>
            <a:spLocks noGrp="1"/>
          </p:cNvSpPr>
          <p:nvPr/>
        </p:nvSpPr>
        <p:spPr>
          <a:xfrm>
            <a:off x="8444405" y="3609647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7" name="anim_o8960_1">
            <a:extLst>
              <a:ext uri="{FF2B5EF4-FFF2-40B4-BE49-F238E27FC236}">
                <a16:creationId xmlns:a16="http://schemas.microsoft.com/office/drawing/2014/main" id="{0AD27EC3-98D0-4ADC-AAC2-3DC3DB3FB5EE}"/>
              </a:ext>
            </a:extLst>
          </p:cNvPr>
          <p:cNvSpPr>
            <a:spLocks noGrp="1"/>
          </p:cNvSpPr>
          <p:nvPr/>
        </p:nvSpPr>
        <p:spPr>
          <a:xfrm>
            <a:off x="8904233" y="3609647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8" name="anim_o8961_1">
            <a:extLst>
              <a:ext uri="{FF2B5EF4-FFF2-40B4-BE49-F238E27FC236}">
                <a16:creationId xmlns:a16="http://schemas.microsoft.com/office/drawing/2014/main" id="{4727B954-E1E4-420A-9AF3-D7C20B3FAAD4}"/>
              </a:ext>
            </a:extLst>
          </p:cNvPr>
          <p:cNvSpPr>
            <a:spLocks noGrp="1"/>
          </p:cNvSpPr>
          <p:nvPr/>
        </p:nvSpPr>
        <p:spPr>
          <a:xfrm>
            <a:off x="9364060" y="3609647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9" name="anim_o8962_1">
            <a:extLst>
              <a:ext uri="{FF2B5EF4-FFF2-40B4-BE49-F238E27FC236}">
                <a16:creationId xmlns:a16="http://schemas.microsoft.com/office/drawing/2014/main" id="{E652BB12-56E9-44BC-9D69-1CBB86737708}"/>
              </a:ext>
            </a:extLst>
          </p:cNvPr>
          <p:cNvSpPr>
            <a:spLocks noGrp="1"/>
          </p:cNvSpPr>
          <p:nvPr/>
        </p:nvSpPr>
        <p:spPr>
          <a:xfrm>
            <a:off x="9823888" y="3609647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0" name="anim_o8963_1">
            <a:extLst>
              <a:ext uri="{FF2B5EF4-FFF2-40B4-BE49-F238E27FC236}">
                <a16:creationId xmlns:a16="http://schemas.microsoft.com/office/drawing/2014/main" id="{AA029895-6F94-4E9C-A465-C1AAACAD7AE0}"/>
              </a:ext>
            </a:extLst>
          </p:cNvPr>
          <p:cNvSpPr>
            <a:spLocks noGrp="1"/>
          </p:cNvSpPr>
          <p:nvPr/>
        </p:nvSpPr>
        <p:spPr>
          <a:xfrm>
            <a:off x="7984578" y="4069474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1" name="anim_o8964_1">
            <a:extLst>
              <a:ext uri="{FF2B5EF4-FFF2-40B4-BE49-F238E27FC236}">
                <a16:creationId xmlns:a16="http://schemas.microsoft.com/office/drawing/2014/main" id="{0745D0C5-5388-41CC-B3EE-48677C7A931E}"/>
              </a:ext>
            </a:extLst>
          </p:cNvPr>
          <p:cNvSpPr>
            <a:spLocks noGrp="1"/>
          </p:cNvSpPr>
          <p:nvPr/>
        </p:nvSpPr>
        <p:spPr>
          <a:xfrm>
            <a:off x="8444405" y="4069474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2" name="anim_o8965_1">
            <a:extLst>
              <a:ext uri="{FF2B5EF4-FFF2-40B4-BE49-F238E27FC236}">
                <a16:creationId xmlns:a16="http://schemas.microsoft.com/office/drawing/2014/main" id="{F108F1F7-5642-4825-B24E-94762B019CCE}"/>
              </a:ext>
            </a:extLst>
          </p:cNvPr>
          <p:cNvSpPr>
            <a:spLocks noGrp="1"/>
          </p:cNvSpPr>
          <p:nvPr/>
        </p:nvSpPr>
        <p:spPr>
          <a:xfrm>
            <a:off x="8904233" y="4069474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3" name="anim_o8966_1">
            <a:extLst>
              <a:ext uri="{FF2B5EF4-FFF2-40B4-BE49-F238E27FC236}">
                <a16:creationId xmlns:a16="http://schemas.microsoft.com/office/drawing/2014/main" id="{E3407949-FC5C-458F-841D-BCCC80CB255E}"/>
              </a:ext>
            </a:extLst>
          </p:cNvPr>
          <p:cNvSpPr>
            <a:spLocks noGrp="1"/>
          </p:cNvSpPr>
          <p:nvPr/>
        </p:nvSpPr>
        <p:spPr>
          <a:xfrm>
            <a:off x="9364060" y="4069474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4" name="anim_o8967_1">
            <a:extLst>
              <a:ext uri="{FF2B5EF4-FFF2-40B4-BE49-F238E27FC236}">
                <a16:creationId xmlns:a16="http://schemas.microsoft.com/office/drawing/2014/main" id="{EA93C331-D50B-4512-A878-6AF66B75B1B9}"/>
              </a:ext>
            </a:extLst>
          </p:cNvPr>
          <p:cNvSpPr>
            <a:spLocks noGrp="1"/>
          </p:cNvSpPr>
          <p:nvPr/>
        </p:nvSpPr>
        <p:spPr>
          <a:xfrm>
            <a:off x="9823888" y="4069474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5" name="anim_o8968_1">
            <a:extLst>
              <a:ext uri="{FF2B5EF4-FFF2-40B4-BE49-F238E27FC236}">
                <a16:creationId xmlns:a16="http://schemas.microsoft.com/office/drawing/2014/main" id="{CA90F8EB-944F-43C1-AA2F-1E720F3A7D3A}"/>
              </a:ext>
            </a:extLst>
          </p:cNvPr>
          <p:cNvSpPr>
            <a:spLocks noGrp="1"/>
          </p:cNvSpPr>
          <p:nvPr/>
        </p:nvSpPr>
        <p:spPr>
          <a:xfrm>
            <a:off x="7984578" y="4529302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6" name="anim_o8969_1">
            <a:extLst>
              <a:ext uri="{FF2B5EF4-FFF2-40B4-BE49-F238E27FC236}">
                <a16:creationId xmlns:a16="http://schemas.microsoft.com/office/drawing/2014/main" id="{C1D6D2A8-8282-4ED4-8429-603AD4F005AD}"/>
              </a:ext>
            </a:extLst>
          </p:cNvPr>
          <p:cNvSpPr>
            <a:spLocks noGrp="1"/>
          </p:cNvSpPr>
          <p:nvPr/>
        </p:nvSpPr>
        <p:spPr>
          <a:xfrm>
            <a:off x="8444405" y="4529302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7" name="anim_o8970_1">
            <a:extLst>
              <a:ext uri="{FF2B5EF4-FFF2-40B4-BE49-F238E27FC236}">
                <a16:creationId xmlns:a16="http://schemas.microsoft.com/office/drawing/2014/main" id="{AFF88760-AE10-4324-B325-0196AB8BA333}"/>
              </a:ext>
            </a:extLst>
          </p:cNvPr>
          <p:cNvSpPr>
            <a:spLocks noGrp="1"/>
          </p:cNvSpPr>
          <p:nvPr/>
        </p:nvSpPr>
        <p:spPr>
          <a:xfrm>
            <a:off x="8904233" y="4529302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8" name="anim_o8971_1">
            <a:extLst>
              <a:ext uri="{FF2B5EF4-FFF2-40B4-BE49-F238E27FC236}">
                <a16:creationId xmlns:a16="http://schemas.microsoft.com/office/drawing/2014/main" id="{419262CF-6402-48A7-A284-8FF3B45E6740}"/>
              </a:ext>
            </a:extLst>
          </p:cNvPr>
          <p:cNvSpPr>
            <a:spLocks noGrp="1"/>
          </p:cNvSpPr>
          <p:nvPr/>
        </p:nvSpPr>
        <p:spPr>
          <a:xfrm>
            <a:off x="9364060" y="4529302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9" name="anim_o8972_1">
            <a:extLst>
              <a:ext uri="{FF2B5EF4-FFF2-40B4-BE49-F238E27FC236}">
                <a16:creationId xmlns:a16="http://schemas.microsoft.com/office/drawing/2014/main" id="{3DC1B4BE-29ED-454D-B093-912FC93A5EF9}"/>
              </a:ext>
            </a:extLst>
          </p:cNvPr>
          <p:cNvSpPr>
            <a:spLocks noGrp="1"/>
          </p:cNvSpPr>
          <p:nvPr/>
        </p:nvSpPr>
        <p:spPr>
          <a:xfrm>
            <a:off x="9823888" y="4529302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0" name="anim_o8937_1">
            <a:extLst>
              <a:ext uri="{FF2B5EF4-FFF2-40B4-BE49-F238E27FC236}">
                <a16:creationId xmlns:a16="http://schemas.microsoft.com/office/drawing/2014/main" id="{A2A4C2E5-8B75-469C-9A81-B03DF61164C4}"/>
              </a:ext>
            </a:extLst>
          </p:cNvPr>
          <p:cNvSpPr>
            <a:spLocks noGrp="1"/>
          </p:cNvSpPr>
          <p:nvPr/>
        </p:nvSpPr>
        <p:spPr>
          <a:xfrm>
            <a:off x="7984578" y="1663591"/>
            <a:ext cx="2299138" cy="697953"/>
          </a:xfrm>
          <a:prstGeom prst="roundRect">
            <a:avLst>
              <a:gd name="adj" fmla="val 10918"/>
            </a:avLst>
          </a:prstGeom>
          <a:solidFill>
            <a:srgbClr val="000000">
              <a:alpha val="80000"/>
            </a:srgbClr>
          </a:solidFill>
          <a:ln w="15875">
            <a:solidFill>
              <a:srgbClr val="FFD7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1" name="anim_to8938_0_1">
            <a:extLst>
              <a:ext uri="{FF2B5EF4-FFF2-40B4-BE49-F238E27FC236}">
                <a16:creationId xmlns:a16="http://schemas.microsoft.com/office/drawing/2014/main" id="{89C32CF5-CECA-4F89-918A-67629C40478D}"/>
              </a:ext>
            </a:extLst>
          </p:cNvPr>
          <p:cNvSpPr>
            <a:spLocks noGrp="1"/>
          </p:cNvSpPr>
          <p:nvPr/>
        </p:nvSpPr>
        <p:spPr>
          <a:xfrm>
            <a:off x="8275719" y="1771278"/>
            <a:ext cx="1735906" cy="48233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38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38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3038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RF = 3x3</a:t>
            </a:r>
          </a:p>
        </p:txBody>
      </p:sp>
    </p:spTree>
    <p:extLst>
      <p:ext uri="{BB962C8B-B14F-4D97-AF65-F5344CB8AC3E}">
        <p14:creationId xmlns:p14="http://schemas.microsoft.com/office/powerpoint/2010/main" val="20354599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2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8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0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6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8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0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6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2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8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4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0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6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2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5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8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0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6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9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8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3" fill="hold">
                            <p:stCondLst>
                              <p:cond delay="500"/>
                            </p:stCondLst>
                            <p:childTnLst>
                              <p:par>
                                <p:cTn id="26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6" dur="4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7" fill="hold">
                            <p:stCondLst>
                              <p:cond delay="900"/>
                            </p:stCondLst>
                            <p:childTnLst>
                              <p:par>
                                <p:cTn id="26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0" dur="55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3" dur="55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6" dur="55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55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2" dur="55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5" dur="55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8" dur="55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1" dur="55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4" dur="55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7" dur="55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0" dur="55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3" dur="55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6" dur="55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9" dur="55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2" dur="55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5" dur="55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8" dur="55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1" dur="55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4" dur="55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7" dur="55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55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55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6" dur="55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9" dur="55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2" dur="55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5" dur="55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8" dur="55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1" dur="55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4" dur="55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7" dur="55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0" dur="55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3" dur="55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6" dur="55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9" dur="55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2" dur="55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5" dur="55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8" dur="55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1" dur="55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4" dur="55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7" dur="55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0" dur="55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3" dur="55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6" dur="55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9" dur="55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2" dur="55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5" dur="55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8" dur="55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1" dur="55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4" dur="55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7" dur="55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8" fill="hold">
                            <p:stCondLst>
                              <p:cond delay="1450"/>
                            </p:stCondLst>
                            <p:childTnLst>
                              <p:par>
                                <p:cTn id="4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1" dur="4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4" dur="4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7" dur="4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0" dur="4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3" dur="4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6" dur="4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9" dur="4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2" dur="4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5" dur="4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6" fill="hold">
                            <p:stCondLst>
                              <p:cond delay="1850"/>
                            </p:stCondLst>
                            <p:childTnLst>
                              <p:par>
                                <p:cTn id="4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9" dur="3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2" dur="3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3" fill="hold">
                            <p:stCondLst>
                              <p:cond delay="2150"/>
                            </p:stCondLst>
                            <p:childTnLst>
                              <p:par>
                                <p:cTn id="45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6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9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2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5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8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1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4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7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0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3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6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9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2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5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8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1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4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7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0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3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6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9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2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5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8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1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2" fill="hold">
                            <p:stCondLst>
                              <p:cond delay="2650"/>
                            </p:stCondLst>
                            <p:childTnLst>
                              <p:par>
                                <p:cTn id="5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5" dur="15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6" fill="hold">
                            <p:stCondLst>
                              <p:cond delay="2800"/>
                            </p:stCondLst>
                            <p:childTnLst>
                              <p:par>
                                <p:cTn id="537" presetID="63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77155 0 E" pathEditMode="relative" ptsTypes="">
                                      <p:cBhvr>
                                        <p:cTn id="538" dur="1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3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77155 0 E" pathEditMode="relative" ptsTypes="">
                                      <p:cBhvr>
                                        <p:cTn id="540" dur="1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77155 0 E" pathEditMode="relative" ptsTypes="">
                                      <p:cBhvr>
                                        <p:cTn id="542" dur="1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77155 0 E" pathEditMode="relative" ptsTypes="">
                                      <p:cBhvr>
                                        <p:cTn id="544" dur="1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77155 0 E" pathEditMode="relative" ptsTypes="">
                                      <p:cBhvr>
                                        <p:cTn id="546" dur="1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77155 0 E" pathEditMode="relative" ptsTypes="">
                                      <p:cBhvr>
                                        <p:cTn id="548" dur="1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9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77155 0 E" pathEditMode="relative" ptsTypes="">
                                      <p:cBhvr>
                                        <p:cTn id="550" dur="1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1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77155 0 E" pathEditMode="relative" ptsTypes="">
                                      <p:cBhvr>
                                        <p:cTn id="552" dur="1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3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77155 0 E" pathEditMode="relative" ptsTypes="">
                                      <p:cBhvr>
                                        <p:cTn id="554" dur="1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7" dur="15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8" fill="hold">
                            <p:stCondLst>
                              <p:cond delay="2950"/>
                            </p:stCondLst>
                            <p:childTnLst>
                              <p:par>
                                <p:cTn id="559" presetID="63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 L 0.075431 0 E" pathEditMode="relative" ptsTypes="">
                                      <p:cBhvr>
                                        <p:cTn id="560" dur="1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 L 0.075431 0 E" pathEditMode="relative" ptsTypes="">
                                      <p:cBhvr>
                                        <p:cTn id="562" dur="1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 L 0.075431 0 E" pathEditMode="relative" ptsTypes="">
                                      <p:cBhvr>
                                        <p:cTn id="564" dur="1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 L 0.075431 0 E" pathEditMode="relative" ptsTypes="">
                                      <p:cBhvr>
                                        <p:cTn id="566" dur="1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7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 L 0.075431 0 E" pathEditMode="relative" ptsTypes="">
                                      <p:cBhvr>
                                        <p:cTn id="568" dur="1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9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 L 0.075431 0 E" pathEditMode="relative" ptsTypes="">
                                      <p:cBhvr>
                                        <p:cTn id="570" dur="1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1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 L 0.075431 0 E" pathEditMode="relative" ptsTypes="">
                                      <p:cBhvr>
                                        <p:cTn id="572" dur="1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3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 L 0.075431 0 E" pathEditMode="relative" ptsTypes="">
                                      <p:cBhvr>
                                        <p:cTn id="574" dur="1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5" presetID="63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 L 0.075431 0 E" pathEditMode="relative" ptsTypes="">
                                      <p:cBhvr>
                                        <p:cTn id="576" dur="1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9" dur="15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0" fill="hold">
                            <p:stCondLst>
                              <p:cond delay="3100"/>
                            </p:stCondLst>
                            <p:childTnLst>
                              <p:par>
                                <p:cTn id="581" presetID="63" presetClass="path" presetSubtype="0" accel="50000" decel="5000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 L 0.1131466 0 E" pathEditMode="relative" ptsTypes="">
                                      <p:cBhvr>
                                        <p:cTn id="582" dur="1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3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 L 0.1131466 0 E" pathEditMode="relative" ptsTypes="">
                                      <p:cBhvr>
                                        <p:cTn id="584" dur="1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5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 L 0.1131466 0 E" pathEditMode="relative" ptsTypes="">
                                      <p:cBhvr>
                                        <p:cTn id="586" dur="1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7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 L 0.1131466 0 E" pathEditMode="relative" ptsTypes="">
                                      <p:cBhvr>
                                        <p:cTn id="588" dur="1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9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 L 0.1131466 0 E" pathEditMode="relative" ptsTypes="">
                                      <p:cBhvr>
                                        <p:cTn id="590" dur="1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1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 L 0.1131466 0 E" pathEditMode="relative" ptsTypes="">
                                      <p:cBhvr>
                                        <p:cTn id="592" dur="1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3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 L 0.1131466 0 E" pathEditMode="relative" ptsTypes="">
                                      <p:cBhvr>
                                        <p:cTn id="594" dur="1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5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 L 0.1131466 0 E" pathEditMode="relative" ptsTypes="">
                                      <p:cBhvr>
                                        <p:cTn id="596" dur="1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7" presetID="63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 L 0.1131466 0 E" pathEditMode="relative" ptsTypes="">
                                      <p:cBhvr>
                                        <p:cTn id="598" dur="1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1" dur="15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2" fill="hold">
                            <p:stCondLst>
                              <p:cond delay="3250"/>
                            </p:stCondLst>
                            <p:childTnLst>
                              <p:par>
                                <p:cTn id="603" presetID="63" presetClass="path" presetSubtype="0" accel="50000" decel="50000" fill="hold" grpId="4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 L 0.1508621 0 E" pathEditMode="relative" ptsTypes="">
                                      <p:cBhvr>
                                        <p:cTn id="604" dur="1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5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 L 0.1508621 0 E" pathEditMode="relative" ptsTypes="">
                                      <p:cBhvr>
                                        <p:cTn id="606" dur="1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7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 L 0.1508621 0 E" pathEditMode="relative" ptsTypes="">
                                      <p:cBhvr>
                                        <p:cTn id="608" dur="1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9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 L 0.1508621 0 E" pathEditMode="relative" ptsTypes="">
                                      <p:cBhvr>
                                        <p:cTn id="610" dur="1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1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 L 0.1508621 0 E" pathEditMode="relative" ptsTypes="">
                                      <p:cBhvr>
                                        <p:cTn id="612" dur="1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3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 L 0.1508621 0 E" pathEditMode="relative" ptsTypes="">
                                      <p:cBhvr>
                                        <p:cTn id="614" dur="1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5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 L 0.1508621 0 E" pathEditMode="relative" ptsTypes="">
                                      <p:cBhvr>
                                        <p:cTn id="616" dur="1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7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 L 0.1508621 0 E" pathEditMode="relative" ptsTypes="">
                                      <p:cBhvr>
                                        <p:cTn id="618" dur="1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19" presetID="63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 L 0.1508621 0 E" pathEditMode="relative" ptsTypes="">
                                      <p:cBhvr>
                                        <p:cTn id="620" dur="1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3" dur="15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4" fill="hold">
                            <p:stCondLst>
                              <p:cond delay="3400"/>
                            </p:stCondLst>
                            <p:childTnLst>
                              <p:par>
                                <p:cTn id="625" presetID="63" presetClass="path" presetSubtype="0" accel="50000" decel="50000" fill="hold" grpId="5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 L 0 0.0670498 E" pathEditMode="relative" ptsTypes="">
                                      <p:cBhvr>
                                        <p:cTn id="626" dur="1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7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 L 0 0.0670498 E" pathEditMode="relative" ptsTypes="">
                                      <p:cBhvr>
                                        <p:cTn id="628" dur="1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29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 L 0 0.0670498 E" pathEditMode="relative" ptsTypes="">
                                      <p:cBhvr>
                                        <p:cTn id="630" dur="1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1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 L 0 0.0670498 E" pathEditMode="relative" ptsTypes="">
                                      <p:cBhvr>
                                        <p:cTn id="632" dur="1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3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 L 0 0.0670498 E" pathEditMode="relative" ptsTypes="">
                                      <p:cBhvr>
                                        <p:cTn id="634" dur="1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5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 L 0 0.0670498 E" pathEditMode="relative" ptsTypes="">
                                      <p:cBhvr>
                                        <p:cTn id="636" dur="1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7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 L 0 0.0670498 E" pathEditMode="relative" ptsTypes="">
                                      <p:cBhvr>
                                        <p:cTn id="638" dur="1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39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 L 0 0.0670498 E" pathEditMode="relative" ptsTypes="">
                                      <p:cBhvr>
                                        <p:cTn id="640" dur="1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1" presetID="63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 L 0 0.0670498 E" pathEditMode="relative" ptsTypes="">
                                      <p:cBhvr>
                                        <p:cTn id="642" dur="1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5" dur="15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6" fill="hold">
                            <p:stCondLst>
                              <p:cond delay="3550"/>
                            </p:stCondLst>
                            <p:childTnLst>
                              <p:par>
                                <p:cTn id="647" presetID="63" presetClass="path" presetSubtype="0" accel="50000" decel="50000" fill="hold" grpId="6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670498 L 0.0377155 0.0670498 E" pathEditMode="relative" ptsTypes="">
                                      <p:cBhvr>
                                        <p:cTn id="648" dur="1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9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670498 L 0.0377155 0.0670498 E" pathEditMode="relative" ptsTypes="">
                                      <p:cBhvr>
                                        <p:cTn id="650" dur="1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1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670498 L 0.0377155 0.0670498 E" pathEditMode="relative" ptsTypes="">
                                      <p:cBhvr>
                                        <p:cTn id="652" dur="1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3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670498 L 0.0377155 0.0670498 E" pathEditMode="relative" ptsTypes="">
                                      <p:cBhvr>
                                        <p:cTn id="654" dur="1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5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670498 L 0.0377155 0.0670498 E" pathEditMode="relative" ptsTypes="">
                                      <p:cBhvr>
                                        <p:cTn id="656" dur="1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7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670498 L 0.0377155 0.0670498 E" pathEditMode="relative" ptsTypes="">
                                      <p:cBhvr>
                                        <p:cTn id="658" dur="1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59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670498 L 0.0377155 0.0670498 E" pathEditMode="relative" ptsTypes="">
                                      <p:cBhvr>
                                        <p:cTn id="660" dur="1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1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670498 L 0.0377155 0.0670498 E" pathEditMode="relative" ptsTypes="">
                                      <p:cBhvr>
                                        <p:cTn id="662" dur="1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3" presetID="63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670498 L 0.0377155 0.0670498 E" pathEditMode="relative" ptsTypes="">
                                      <p:cBhvr>
                                        <p:cTn id="664" dur="1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7" dur="15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8" fill="hold">
                            <p:stCondLst>
                              <p:cond delay="3700"/>
                            </p:stCondLst>
                            <p:childTnLst>
                              <p:par>
                                <p:cTn id="669" presetID="63" presetClass="path" presetSubtype="0" accel="50000" decel="50000" fill="hold" grpId="7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0670498 L 0.075431 0.0670498 E" pathEditMode="relative" ptsTypes="">
                                      <p:cBhvr>
                                        <p:cTn id="670" dur="1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1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0670498 L 0.075431 0.0670498 E" pathEditMode="relative" ptsTypes="">
                                      <p:cBhvr>
                                        <p:cTn id="672" dur="1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3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0670498 L 0.075431 0.0670498 E" pathEditMode="relative" ptsTypes="">
                                      <p:cBhvr>
                                        <p:cTn id="674" dur="1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5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0670498 L 0.075431 0.0670498 E" pathEditMode="relative" ptsTypes="">
                                      <p:cBhvr>
                                        <p:cTn id="676" dur="1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7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0670498 L 0.075431 0.0670498 E" pathEditMode="relative" ptsTypes="">
                                      <p:cBhvr>
                                        <p:cTn id="678" dur="1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79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0670498 L 0.075431 0.0670498 E" pathEditMode="relative" ptsTypes="">
                                      <p:cBhvr>
                                        <p:cTn id="680" dur="1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1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0670498 L 0.075431 0.0670498 E" pathEditMode="relative" ptsTypes="">
                                      <p:cBhvr>
                                        <p:cTn id="682" dur="1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3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0670498 L 0.075431 0.0670498 E" pathEditMode="relative" ptsTypes="">
                                      <p:cBhvr>
                                        <p:cTn id="684" dur="1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5" presetID="63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0670498 L 0.075431 0.0670498 E" pathEditMode="relative" ptsTypes="">
                                      <p:cBhvr>
                                        <p:cTn id="686" dur="1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9" dur="15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0" fill="hold">
                            <p:stCondLst>
                              <p:cond delay="3850"/>
                            </p:stCondLst>
                            <p:childTnLst>
                              <p:par>
                                <p:cTn id="691" presetID="63" presetClass="path" presetSubtype="0" accel="50000" decel="50000" fill="hold" grpId="8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0670498 L 0.1131466 0.0670498 E" pathEditMode="relative" ptsTypes="">
                                      <p:cBhvr>
                                        <p:cTn id="692" dur="1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3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0670498 L 0.1131466 0.0670498 E" pathEditMode="relative" ptsTypes="">
                                      <p:cBhvr>
                                        <p:cTn id="694" dur="1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5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0670498 L 0.1131466 0.0670498 E" pathEditMode="relative" ptsTypes="">
                                      <p:cBhvr>
                                        <p:cTn id="696" dur="1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7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0670498 L 0.1131466 0.0670498 E" pathEditMode="relative" ptsTypes="">
                                      <p:cBhvr>
                                        <p:cTn id="698" dur="1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99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0670498 L 0.1131466 0.0670498 E" pathEditMode="relative" ptsTypes="">
                                      <p:cBhvr>
                                        <p:cTn id="700" dur="1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1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0670498 L 0.1131466 0.0670498 E" pathEditMode="relative" ptsTypes="">
                                      <p:cBhvr>
                                        <p:cTn id="702" dur="1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3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0670498 L 0.1131466 0.0670498 E" pathEditMode="relative" ptsTypes="">
                                      <p:cBhvr>
                                        <p:cTn id="704" dur="1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5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0670498 L 0.1131466 0.0670498 E" pathEditMode="relative" ptsTypes="">
                                      <p:cBhvr>
                                        <p:cTn id="706" dur="1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7" presetID="63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0670498 L 0.1131466 0.0670498 E" pathEditMode="relative" ptsTypes="">
                                      <p:cBhvr>
                                        <p:cTn id="708" dur="1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1" dur="15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2" fill="hold">
                            <p:stCondLst>
                              <p:cond delay="4000"/>
                            </p:stCondLst>
                            <p:childTnLst>
                              <p:par>
                                <p:cTn id="713" presetID="63" presetClass="path" presetSubtype="0" accel="50000" decel="50000" fill="hold" grpId="9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0670498 L 0.1508621 0.0670498 E" pathEditMode="relative" ptsTypes="">
                                      <p:cBhvr>
                                        <p:cTn id="714" dur="1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5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0670498 L 0.1508621 0.0670498 E" pathEditMode="relative" ptsTypes="">
                                      <p:cBhvr>
                                        <p:cTn id="716" dur="1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7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0670498 L 0.1508621 0.0670498 E" pathEditMode="relative" ptsTypes="">
                                      <p:cBhvr>
                                        <p:cTn id="718" dur="1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19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0670498 L 0.1508621 0.0670498 E" pathEditMode="relative" ptsTypes="">
                                      <p:cBhvr>
                                        <p:cTn id="720" dur="1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1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0670498 L 0.1508621 0.0670498 E" pathEditMode="relative" ptsTypes="">
                                      <p:cBhvr>
                                        <p:cTn id="722" dur="1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3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0670498 L 0.1508621 0.0670498 E" pathEditMode="relative" ptsTypes="">
                                      <p:cBhvr>
                                        <p:cTn id="724" dur="1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5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0670498 L 0.1508621 0.0670498 E" pathEditMode="relative" ptsTypes="">
                                      <p:cBhvr>
                                        <p:cTn id="726" dur="1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7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0670498 L 0.1508621 0.0670498 E" pathEditMode="relative" ptsTypes="">
                                      <p:cBhvr>
                                        <p:cTn id="728" dur="1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9" presetID="63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0670498 L 0.1508621 0.0670498 E" pathEditMode="relative" ptsTypes="">
                                      <p:cBhvr>
                                        <p:cTn id="730" dur="1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3" dur="15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4" fill="hold">
                            <p:stCondLst>
                              <p:cond delay="4150"/>
                            </p:stCondLst>
                            <p:childTnLst>
                              <p:par>
                                <p:cTn id="735" presetID="63" presetClass="path" presetSubtype="0" accel="50000" decel="50000" fill="hold" grpId="1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.0670498 L 0 0.1340996 E" pathEditMode="relative" ptsTypes="">
                                      <p:cBhvr>
                                        <p:cTn id="736" dur="1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7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.0670498 L 0 0.1340996 E" pathEditMode="relative" ptsTypes="">
                                      <p:cBhvr>
                                        <p:cTn id="738" dur="1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39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.0670498 L 0 0.1340996 E" pathEditMode="relative" ptsTypes="">
                                      <p:cBhvr>
                                        <p:cTn id="740" dur="1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1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.0670498 L 0 0.1340996 E" pathEditMode="relative" ptsTypes="">
                                      <p:cBhvr>
                                        <p:cTn id="742" dur="1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3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.0670498 L 0 0.1340996 E" pathEditMode="relative" ptsTypes="">
                                      <p:cBhvr>
                                        <p:cTn id="744" dur="1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5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.0670498 L 0 0.1340996 E" pathEditMode="relative" ptsTypes="">
                                      <p:cBhvr>
                                        <p:cTn id="746" dur="1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7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.0670498 L 0 0.1340996 E" pathEditMode="relative" ptsTypes="">
                                      <p:cBhvr>
                                        <p:cTn id="748" dur="1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9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.0670498 L 0 0.1340996 E" pathEditMode="relative" ptsTypes="">
                                      <p:cBhvr>
                                        <p:cTn id="750" dur="1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1" presetID="63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.0670498 L 0 0.1340996 E" pathEditMode="relative" ptsTypes="">
                                      <p:cBhvr>
                                        <p:cTn id="752" dur="1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5" dur="15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6" fill="hold">
                            <p:stCondLst>
                              <p:cond delay="4300"/>
                            </p:stCondLst>
                            <p:childTnLst>
                              <p:par>
                                <p:cTn id="757" presetID="63" presetClass="path" presetSubtype="0" accel="50000" decel="50000" fill="hold" grpId="1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340996 L 0.0377155 0.1340996 E" pathEditMode="relative" ptsTypes="">
                                      <p:cBhvr>
                                        <p:cTn id="758" dur="1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59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340996 L 0.0377155 0.1340996 E" pathEditMode="relative" ptsTypes="">
                                      <p:cBhvr>
                                        <p:cTn id="760" dur="1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1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340996 L 0.0377155 0.1340996 E" pathEditMode="relative" ptsTypes="">
                                      <p:cBhvr>
                                        <p:cTn id="762" dur="1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3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340996 L 0.0377155 0.1340996 E" pathEditMode="relative" ptsTypes="">
                                      <p:cBhvr>
                                        <p:cTn id="764" dur="1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5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340996 L 0.0377155 0.1340996 E" pathEditMode="relative" ptsTypes="">
                                      <p:cBhvr>
                                        <p:cTn id="766" dur="1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7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340996 L 0.0377155 0.1340996 E" pathEditMode="relative" ptsTypes="">
                                      <p:cBhvr>
                                        <p:cTn id="768" dur="1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9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340996 L 0.0377155 0.1340996 E" pathEditMode="relative" ptsTypes="">
                                      <p:cBhvr>
                                        <p:cTn id="770" dur="1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1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340996 L 0.0377155 0.1340996 E" pathEditMode="relative" ptsTypes="">
                                      <p:cBhvr>
                                        <p:cTn id="772" dur="1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3" presetID="63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1340996 L 0.0377155 0.1340996 E" pathEditMode="relative" ptsTypes="">
                                      <p:cBhvr>
                                        <p:cTn id="774" dur="1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7" dur="15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8" fill="hold">
                            <p:stCondLst>
                              <p:cond delay="4450"/>
                            </p:stCondLst>
                            <p:childTnLst>
                              <p:par>
                                <p:cTn id="779" presetID="63" presetClass="path" presetSubtype="0" accel="50000" decel="50000" fill="hold" grpId="1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1340996 L 0.075431 0.1340996 E" pathEditMode="relative" ptsTypes="">
                                      <p:cBhvr>
                                        <p:cTn id="780" dur="1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1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1340996 L 0.075431 0.1340996 E" pathEditMode="relative" ptsTypes="">
                                      <p:cBhvr>
                                        <p:cTn id="782" dur="1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3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1340996 L 0.075431 0.1340996 E" pathEditMode="relative" ptsTypes="">
                                      <p:cBhvr>
                                        <p:cTn id="784" dur="1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5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1340996 L 0.075431 0.1340996 E" pathEditMode="relative" ptsTypes="">
                                      <p:cBhvr>
                                        <p:cTn id="786" dur="1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7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1340996 L 0.075431 0.1340996 E" pathEditMode="relative" ptsTypes="">
                                      <p:cBhvr>
                                        <p:cTn id="788" dur="1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89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1340996 L 0.075431 0.1340996 E" pathEditMode="relative" ptsTypes="">
                                      <p:cBhvr>
                                        <p:cTn id="790" dur="1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1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1340996 L 0.075431 0.1340996 E" pathEditMode="relative" ptsTypes="">
                                      <p:cBhvr>
                                        <p:cTn id="792" dur="1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3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1340996 L 0.075431 0.1340996 E" pathEditMode="relative" ptsTypes="">
                                      <p:cBhvr>
                                        <p:cTn id="794" dur="1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5" presetID="63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1340996 L 0.075431 0.1340996 E" pathEditMode="relative" ptsTypes="">
                                      <p:cBhvr>
                                        <p:cTn id="796" dur="1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9" dur="15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0" fill="hold">
                            <p:stCondLst>
                              <p:cond delay="4600"/>
                            </p:stCondLst>
                            <p:childTnLst>
                              <p:par>
                                <p:cTn id="801" presetID="63" presetClass="path" presetSubtype="0" accel="50000" decel="50000" fill="hold" grpId="1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1340996 L 0.1131466 0.1340996 E" pathEditMode="relative" ptsTypes="">
                                      <p:cBhvr>
                                        <p:cTn id="802" dur="1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3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1340996 L 0.1131466 0.1340996 E" pathEditMode="relative" ptsTypes="">
                                      <p:cBhvr>
                                        <p:cTn id="804" dur="1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5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1340996 L 0.1131466 0.1340996 E" pathEditMode="relative" ptsTypes="">
                                      <p:cBhvr>
                                        <p:cTn id="806" dur="1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7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1340996 L 0.1131466 0.1340996 E" pathEditMode="relative" ptsTypes="">
                                      <p:cBhvr>
                                        <p:cTn id="808" dur="1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09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1340996 L 0.1131466 0.1340996 E" pathEditMode="relative" ptsTypes="">
                                      <p:cBhvr>
                                        <p:cTn id="810" dur="1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1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1340996 L 0.1131466 0.1340996 E" pathEditMode="relative" ptsTypes="">
                                      <p:cBhvr>
                                        <p:cTn id="812" dur="1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3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1340996 L 0.1131466 0.1340996 E" pathEditMode="relative" ptsTypes="">
                                      <p:cBhvr>
                                        <p:cTn id="814" dur="1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5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1340996 L 0.1131466 0.1340996 E" pathEditMode="relative" ptsTypes="">
                                      <p:cBhvr>
                                        <p:cTn id="816" dur="1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7" presetID="63" presetClass="path" presetSubtype="0" accel="50000" decel="50000" fill="hold" grpId="1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1340996 L 0.1131466 0.1340996 E" pathEditMode="relative" ptsTypes="">
                                      <p:cBhvr>
                                        <p:cTn id="818" dur="1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1" dur="15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2" fill="hold">
                            <p:stCondLst>
                              <p:cond delay="4750"/>
                            </p:stCondLst>
                            <p:childTnLst>
                              <p:par>
                                <p:cTn id="823" presetID="63" presetClass="path" presetSubtype="0" accel="50000" decel="50000" fill="hold" grpId="14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1340996 L 0.1508621 0.1340996 E" pathEditMode="relative" ptsTypes="">
                                      <p:cBhvr>
                                        <p:cTn id="824" dur="1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5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1340996 L 0.1508621 0.1340996 E" pathEditMode="relative" ptsTypes="">
                                      <p:cBhvr>
                                        <p:cTn id="826" dur="1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7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1340996 L 0.1508621 0.1340996 E" pathEditMode="relative" ptsTypes="">
                                      <p:cBhvr>
                                        <p:cTn id="828" dur="1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29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1340996 L 0.1508621 0.1340996 E" pathEditMode="relative" ptsTypes="">
                                      <p:cBhvr>
                                        <p:cTn id="830" dur="1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1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1340996 L 0.1508621 0.1340996 E" pathEditMode="relative" ptsTypes="">
                                      <p:cBhvr>
                                        <p:cTn id="832" dur="1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3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1340996 L 0.1508621 0.1340996 E" pathEditMode="relative" ptsTypes="">
                                      <p:cBhvr>
                                        <p:cTn id="834" dur="1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5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1340996 L 0.1508621 0.1340996 E" pathEditMode="relative" ptsTypes="">
                                      <p:cBhvr>
                                        <p:cTn id="836" dur="1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7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1340996 L 0.1508621 0.1340996 E" pathEditMode="relative" ptsTypes="">
                                      <p:cBhvr>
                                        <p:cTn id="838" dur="1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9" presetID="63" presetClass="path" presetSubtype="0" accel="50000" decel="50000" fill="hold" grpId="1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1340996 L 0.1508621 0.1340996 E" pathEditMode="relative" ptsTypes="">
                                      <p:cBhvr>
                                        <p:cTn id="840" dur="1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3" dur="15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4" fill="hold">
                            <p:stCondLst>
                              <p:cond delay="4900"/>
                            </p:stCondLst>
                            <p:childTnLst>
                              <p:par>
                                <p:cTn id="845" presetID="63" presetClass="path" presetSubtype="0" accel="50000" decel="50000" fill="hold" grpId="15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.1340996 L 0 0.2011494 E" pathEditMode="relative" ptsTypes="">
                                      <p:cBhvr>
                                        <p:cTn id="846" dur="1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7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.1340996 L 0 0.2011494 E" pathEditMode="relative" ptsTypes="">
                                      <p:cBhvr>
                                        <p:cTn id="848" dur="1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49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.1340996 L 0 0.2011494 E" pathEditMode="relative" ptsTypes="">
                                      <p:cBhvr>
                                        <p:cTn id="850" dur="1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1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.1340996 L 0 0.2011494 E" pathEditMode="relative" ptsTypes="">
                                      <p:cBhvr>
                                        <p:cTn id="852" dur="1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3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.1340996 L 0 0.2011494 E" pathEditMode="relative" ptsTypes="">
                                      <p:cBhvr>
                                        <p:cTn id="854" dur="1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5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.1340996 L 0 0.2011494 E" pathEditMode="relative" ptsTypes="">
                                      <p:cBhvr>
                                        <p:cTn id="856" dur="1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7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.1340996 L 0 0.2011494 E" pathEditMode="relative" ptsTypes="">
                                      <p:cBhvr>
                                        <p:cTn id="858" dur="1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9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.1340996 L 0 0.2011494 E" pathEditMode="relative" ptsTypes="">
                                      <p:cBhvr>
                                        <p:cTn id="860" dur="1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1" presetID="63" presetClass="path" presetSubtype="0" accel="50000" decel="50000" fill="hold" grpId="1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.1340996 L 0 0.2011494 E" pathEditMode="relative" ptsTypes="">
                                      <p:cBhvr>
                                        <p:cTn id="862" dur="1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5" dur="15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6" fill="hold">
                            <p:stCondLst>
                              <p:cond delay="5050"/>
                            </p:stCondLst>
                            <p:childTnLst>
                              <p:par>
                                <p:cTn id="867" presetID="63" presetClass="path" presetSubtype="0" accel="50000" decel="50000" fill="hold" grpId="16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011494 L 0.0377155 0.2011494 E" pathEditMode="relative" ptsTypes="">
                                      <p:cBhvr>
                                        <p:cTn id="868" dur="1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69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011494 L 0.0377155 0.2011494 E" pathEditMode="relative" ptsTypes="">
                                      <p:cBhvr>
                                        <p:cTn id="870" dur="1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1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011494 L 0.0377155 0.2011494 E" pathEditMode="relative" ptsTypes="">
                                      <p:cBhvr>
                                        <p:cTn id="872" dur="1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3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011494 L 0.0377155 0.2011494 E" pathEditMode="relative" ptsTypes="">
                                      <p:cBhvr>
                                        <p:cTn id="874" dur="1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5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011494 L 0.0377155 0.2011494 E" pathEditMode="relative" ptsTypes="">
                                      <p:cBhvr>
                                        <p:cTn id="876" dur="1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7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011494 L 0.0377155 0.2011494 E" pathEditMode="relative" ptsTypes="">
                                      <p:cBhvr>
                                        <p:cTn id="878" dur="1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79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011494 L 0.0377155 0.2011494 E" pathEditMode="relative" ptsTypes="">
                                      <p:cBhvr>
                                        <p:cTn id="880" dur="1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1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011494 L 0.0377155 0.2011494 E" pathEditMode="relative" ptsTypes="">
                                      <p:cBhvr>
                                        <p:cTn id="882" dur="1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3" presetID="63" presetClass="path" presetSubtype="0" accel="50000" decel="50000" fill="hold" grpId="1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011494 L 0.0377155 0.2011494 E" pathEditMode="relative" ptsTypes="">
                                      <p:cBhvr>
                                        <p:cTn id="884" dur="1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7" dur="15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8" fill="hold">
                            <p:stCondLst>
                              <p:cond delay="5200"/>
                            </p:stCondLst>
                            <p:childTnLst>
                              <p:par>
                                <p:cTn id="889" presetID="63" presetClass="path" presetSubtype="0" accel="50000" decel="50000" fill="hold" grpId="17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2011494 L 0.075431 0.2011494 E" pathEditMode="relative" ptsTypes="">
                                      <p:cBhvr>
                                        <p:cTn id="890" dur="1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1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2011494 L 0.075431 0.2011494 E" pathEditMode="relative" ptsTypes="">
                                      <p:cBhvr>
                                        <p:cTn id="892" dur="1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3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2011494 L 0.075431 0.2011494 E" pathEditMode="relative" ptsTypes="">
                                      <p:cBhvr>
                                        <p:cTn id="894" dur="1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5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2011494 L 0.075431 0.2011494 E" pathEditMode="relative" ptsTypes="">
                                      <p:cBhvr>
                                        <p:cTn id="896" dur="1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7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2011494 L 0.075431 0.2011494 E" pathEditMode="relative" ptsTypes="">
                                      <p:cBhvr>
                                        <p:cTn id="898" dur="1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9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2011494 L 0.075431 0.2011494 E" pathEditMode="relative" ptsTypes="">
                                      <p:cBhvr>
                                        <p:cTn id="900" dur="1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1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2011494 L 0.075431 0.2011494 E" pathEditMode="relative" ptsTypes="">
                                      <p:cBhvr>
                                        <p:cTn id="902" dur="1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3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2011494 L 0.075431 0.2011494 E" pathEditMode="relative" ptsTypes="">
                                      <p:cBhvr>
                                        <p:cTn id="904" dur="1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5" presetID="63" presetClass="path" presetSubtype="0" accel="50000" decel="50000" fill="hold" grpId="1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2011494 L 0.075431 0.2011494 E" pathEditMode="relative" ptsTypes="">
                                      <p:cBhvr>
                                        <p:cTn id="906" dur="1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9" dur="15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0" fill="hold">
                            <p:stCondLst>
                              <p:cond delay="5350"/>
                            </p:stCondLst>
                            <p:childTnLst>
                              <p:par>
                                <p:cTn id="911" presetID="63" presetClass="path" presetSubtype="0" accel="50000" decel="50000" fill="hold" grpId="18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2011494 L 0.1131466 0.2011494 E" pathEditMode="relative" ptsTypes="">
                                      <p:cBhvr>
                                        <p:cTn id="912" dur="1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3" presetID="63" presetClass="path" presetSubtype="0" accel="50000" decel="50000" fill="hold" grpId="1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2011494 L 0.1131466 0.2011494 E" pathEditMode="relative" ptsTypes="">
                                      <p:cBhvr>
                                        <p:cTn id="914" dur="1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5" presetID="63" presetClass="path" presetSubtype="0" accel="50000" decel="50000" fill="hold" grpId="1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2011494 L 0.1131466 0.2011494 E" pathEditMode="relative" ptsTypes="">
                                      <p:cBhvr>
                                        <p:cTn id="916" dur="1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7" presetID="63" presetClass="path" presetSubtype="0" accel="50000" decel="50000" fill="hold" grpId="1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2011494 L 0.1131466 0.2011494 E" pathEditMode="relative" ptsTypes="">
                                      <p:cBhvr>
                                        <p:cTn id="918" dur="1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9" presetID="63" presetClass="path" presetSubtype="0" accel="50000" decel="50000" fill="hold" grpId="1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2011494 L 0.1131466 0.2011494 E" pathEditMode="relative" ptsTypes="">
                                      <p:cBhvr>
                                        <p:cTn id="920" dur="1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1" presetID="63" presetClass="path" presetSubtype="0" accel="50000" decel="50000" fill="hold" grpId="1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2011494 L 0.1131466 0.2011494 E" pathEditMode="relative" ptsTypes="">
                                      <p:cBhvr>
                                        <p:cTn id="922" dur="1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3" presetID="63" presetClass="path" presetSubtype="0" accel="50000" decel="50000" fill="hold" grpId="1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2011494 L 0.1131466 0.2011494 E" pathEditMode="relative" ptsTypes="">
                                      <p:cBhvr>
                                        <p:cTn id="924" dur="1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5" presetID="63" presetClass="path" presetSubtype="0" accel="50000" decel="50000" fill="hold" grpId="1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2011494 L 0.1131466 0.2011494 E" pathEditMode="relative" ptsTypes="">
                                      <p:cBhvr>
                                        <p:cTn id="926" dur="1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7" presetID="63" presetClass="path" presetSubtype="0" accel="50000" decel="50000" fill="hold" grpId="1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2011494 L 0.1131466 0.2011494 E" pathEditMode="relative" ptsTypes="">
                                      <p:cBhvr>
                                        <p:cTn id="928" dur="1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1" dur="15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2" fill="hold">
                            <p:stCondLst>
                              <p:cond delay="5500"/>
                            </p:stCondLst>
                            <p:childTnLst>
                              <p:par>
                                <p:cTn id="933" presetID="63" presetClass="path" presetSubtype="0" accel="50000" decel="50000" fill="hold" grpId="19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2011494 L 0.1508621 0.2011494 E" pathEditMode="relative" ptsTypes="">
                                      <p:cBhvr>
                                        <p:cTn id="934" dur="1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5" presetID="63" presetClass="path" presetSubtype="0" accel="50000" decel="50000" fill="hold" grpId="1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2011494 L 0.1508621 0.2011494 E" pathEditMode="relative" ptsTypes="">
                                      <p:cBhvr>
                                        <p:cTn id="936" dur="1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7" presetID="63" presetClass="path" presetSubtype="0" accel="50000" decel="50000" fill="hold" grpId="1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2011494 L 0.1508621 0.2011494 E" pathEditMode="relative" ptsTypes="">
                                      <p:cBhvr>
                                        <p:cTn id="938" dur="1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9" presetID="63" presetClass="path" presetSubtype="0" accel="50000" decel="50000" fill="hold" grpId="1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2011494 L 0.1508621 0.2011494 E" pathEditMode="relative" ptsTypes="">
                                      <p:cBhvr>
                                        <p:cTn id="940" dur="1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1" presetID="63" presetClass="path" presetSubtype="0" accel="50000" decel="50000" fill="hold" grpId="1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2011494 L 0.1508621 0.2011494 E" pathEditMode="relative" ptsTypes="">
                                      <p:cBhvr>
                                        <p:cTn id="942" dur="1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3" presetID="63" presetClass="path" presetSubtype="0" accel="50000" decel="50000" fill="hold" grpId="1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2011494 L 0.1508621 0.2011494 E" pathEditMode="relative" ptsTypes="">
                                      <p:cBhvr>
                                        <p:cTn id="944" dur="1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5" presetID="63" presetClass="path" presetSubtype="0" accel="50000" decel="50000" fill="hold" grpId="1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2011494 L 0.1508621 0.2011494 E" pathEditMode="relative" ptsTypes="">
                                      <p:cBhvr>
                                        <p:cTn id="946" dur="1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7" presetID="63" presetClass="path" presetSubtype="0" accel="50000" decel="50000" fill="hold" grpId="1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2011494 L 0.1508621 0.2011494 E" pathEditMode="relative" ptsTypes="">
                                      <p:cBhvr>
                                        <p:cTn id="948" dur="1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49" presetID="63" presetClass="path" presetSubtype="0" accel="50000" decel="50000" fill="hold" grpId="1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2011494 L 0.1508621 0.2011494 E" pathEditMode="relative" ptsTypes="">
                                      <p:cBhvr>
                                        <p:cTn id="950" dur="1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3" dur="15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4" fill="hold">
                            <p:stCondLst>
                              <p:cond delay="5650"/>
                            </p:stCondLst>
                            <p:childTnLst>
                              <p:par>
                                <p:cTn id="955" presetID="63" presetClass="path" presetSubtype="0" accel="50000" decel="50000" fill="hold" grpId="2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.2011494 L 0 0.2681992 E" pathEditMode="relative" ptsTypes="">
                                      <p:cBhvr>
                                        <p:cTn id="956" dur="1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7" presetID="63" presetClass="path" presetSubtype="0" accel="50000" decel="50000" fill="hold" grpId="2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.2011494 L 0 0.2681992 E" pathEditMode="relative" ptsTypes="">
                                      <p:cBhvr>
                                        <p:cTn id="958" dur="1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9" presetID="63" presetClass="path" presetSubtype="0" accel="50000" decel="50000" fill="hold" grpId="2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.2011494 L 0 0.2681992 E" pathEditMode="relative" ptsTypes="">
                                      <p:cBhvr>
                                        <p:cTn id="960" dur="1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1" presetID="63" presetClass="path" presetSubtype="0" accel="50000" decel="50000" fill="hold" grpId="2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.2011494 L 0 0.2681992 E" pathEditMode="relative" ptsTypes="">
                                      <p:cBhvr>
                                        <p:cTn id="962" dur="1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3" presetID="63" presetClass="path" presetSubtype="0" accel="50000" decel="50000" fill="hold" grpId="2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.2011494 L 0 0.2681992 E" pathEditMode="relative" ptsTypes="">
                                      <p:cBhvr>
                                        <p:cTn id="964" dur="1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5" presetID="63" presetClass="path" presetSubtype="0" accel="50000" decel="50000" fill="hold" grpId="2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.2011494 L 0 0.2681992 E" pathEditMode="relative" ptsTypes="">
                                      <p:cBhvr>
                                        <p:cTn id="966" dur="1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7" presetID="63" presetClass="path" presetSubtype="0" accel="50000" decel="50000" fill="hold" grpId="2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.2011494 L 0 0.2681992 E" pathEditMode="relative" ptsTypes="">
                                      <p:cBhvr>
                                        <p:cTn id="968" dur="1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9" presetID="63" presetClass="path" presetSubtype="0" accel="50000" decel="50000" fill="hold" grpId="2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.2011494 L 0 0.2681992 E" pathEditMode="relative" ptsTypes="">
                                      <p:cBhvr>
                                        <p:cTn id="970" dur="1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1" presetID="63" presetClass="path" presetSubtype="0" accel="50000" decel="50000" fill="hold" grpId="2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08621 0.2011494 L 0 0.2681992 E" pathEditMode="relative" ptsTypes="">
                                      <p:cBhvr>
                                        <p:cTn id="972" dur="1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5" dur="15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6" fill="hold">
                            <p:stCondLst>
                              <p:cond delay="5800"/>
                            </p:stCondLst>
                            <p:childTnLst>
                              <p:par>
                                <p:cTn id="977" presetID="63" presetClass="path" presetSubtype="0" accel="50000" decel="50000" fill="hold" grpId="2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681992 L 0.0377155 0.2681992 E" pathEditMode="relative" ptsTypes="">
                                      <p:cBhvr>
                                        <p:cTn id="978" dur="1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9" presetID="63" presetClass="path" presetSubtype="0" accel="50000" decel="50000" fill="hold" grpId="2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681992 L 0.0377155 0.2681992 E" pathEditMode="relative" ptsTypes="">
                                      <p:cBhvr>
                                        <p:cTn id="980" dur="1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1" presetID="63" presetClass="path" presetSubtype="0" accel="50000" decel="50000" fill="hold" grpId="2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681992 L 0.0377155 0.2681992 E" pathEditMode="relative" ptsTypes="">
                                      <p:cBhvr>
                                        <p:cTn id="982" dur="1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3" presetID="63" presetClass="path" presetSubtype="0" accel="50000" decel="50000" fill="hold" grpId="2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681992 L 0.0377155 0.2681992 E" pathEditMode="relative" ptsTypes="">
                                      <p:cBhvr>
                                        <p:cTn id="984" dur="1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5" presetID="63" presetClass="path" presetSubtype="0" accel="50000" decel="50000" fill="hold" grpId="2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681992 L 0.0377155 0.2681992 E" pathEditMode="relative" ptsTypes="">
                                      <p:cBhvr>
                                        <p:cTn id="986" dur="1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7" presetID="63" presetClass="path" presetSubtype="0" accel="50000" decel="50000" fill="hold" grpId="2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681992 L 0.0377155 0.2681992 E" pathEditMode="relative" ptsTypes="">
                                      <p:cBhvr>
                                        <p:cTn id="988" dur="1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9" presetID="63" presetClass="path" presetSubtype="0" accel="50000" decel="50000" fill="hold" grpId="2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681992 L 0.0377155 0.2681992 E" pathEditMode="relative" ptsTypes="">
                                      <p:cBhvr>
                                        <p:cTn id="990" dur="1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1" presetID="63" presetClass="path" presetSubtype="0" accel="50000" decel="50000" fill="hold" grpId="2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681992 L 0.0377155 0.2681992 E" pathEditMode="relative" ptsTypes="">
                                      <p:cBhvr>
                                        <p:cTn id="992" dur="1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3" presetID="63" presetClass="path" presetSubtype="0" accel="50000" decel="50000" fill="hold" grpId="2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2681992 L 0.0377155 0.2681992 E" pathEditMode="relative" ptsTypes="">
                                      <p:cBhvr>
                                        <p:cTn id="994" dur="1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7" dur="15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8" fill="hold">
                            <p:stCondLst>
                              <p:cond delay="5950"/>
                            </p:stCondLst>
                            <p:childTnLst>
                              <p:par>
                                <p:cTn id="999" presetID="63" presetClass="path" presetSubtype="0" accel="50000" decel="50000" fill="hold" grpId="2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2681992 L 0.075431 0.2681992 E" pathEditMode="relative" ptsTypes="">
                                      <p:cBhvr>
                                        <p:cTn id="1000" dur="1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1" presetID="63" presetClass="path" presetSubtype="0" accel="50000" decel="50000" fill="hold" grpId="2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2681992 L 0.075431 0.2681992 E" pathEditMode="relative" ptsTypes="">
                                      <p:cBhvr>
                                        <p:cTn id="1002" dur="1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3" presetID="63" presetClass="path" presetSubtype="0" accel="50000" decel="50000" fill="hold" grpId="2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2681992 L 0.075431 0.2681992 E" pathEditMode="relative" ptsTypes="">
                                      <p:cBhvr>
                                        <p:cTn id="1004" dur="1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5" presetID="63" presetClass="path" presetSubtype="0" accel="50000" decel="50000" fill="hold" grpId="2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2681992 L 0.075431 0.2681992 E" pathEditMode="relative" ptsTypes="">
                                      <p:cBhvr>
                                        <p:cTn id="1006" dur="1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7" presetID="63" presetClass="path" presetSubtype="0" accel="50000" decel="50000" fill="hold" grpId="2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2681992 L 0.075431 0.2681992 E" pathEditMode="relative" ptsTypes="">
                                      <p:cBhvr>
                                        <p:cTn id="1008" dur="1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9" presetID="63" presetClass="path" presetSubtype="0" accel="50000" decel="50000" fill="hold" grpId="2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2681992 L 0.075431 0.2681992 E" pathEditMode="relative" ptsTypes="">
                                      <p:cBhvr>
                                        <p:cTn id="1010" dur="1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1" presetID="63" presetClass="path" presetSubtype="0" accel="50000" decel="50000" fill="hold" grpId="2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2681992 L 0.075431 0.2681992 E" pathEditMode="relative" ptsTypes="">
                                      <p:cBhvr>
                                        <p:cTn id="1012" dur="1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3" presetID="63" presetClass="path" presetSubtype="0" accel="50000" decel="50000" fill="hold" grpId="2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2681992 L 0.075431 0.2681992 E" pathEditMode="relative" ptsTypes="">
                                      <p:cBhvr>
                                        <p:cTn id="1014" dur="1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5" presetID="63" presetClass="path" presetSubtype="0" accel="50000" decel="50000" fill="hold" grpId="2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7155 0.2681992 L 0.075431 0.2681992 E" pathEditMode="relative" ptsTypes="">
                                      <p:cBhvr>
                                        <p:cTn id="1016" dur="1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9" dur="15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0" fill="hold">
                            <p:stCondLst>
                              <p:cond delay="6100"/>
                            </p:stCondLst>
                            <p:childTnLst>
                              <p:par>
                                <p:cTn id="1021" presetID="63" presetClass="path" presetSubtype="0" accel="50000" decel="50000" fill="hold" grpId="2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2681992 L 0.1131466 0.2681992 E" pathEditMode="relative" ptsTypes="">
                                      <p:cBhvr>
                                        <p:cTn id="1022" dur="1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23" presetID="63" presetClass="path" presetSubtype="0" accel="50000" decel="50000" fill="hold" grpId="2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2681992 L 0.1131466 0.2681992 E" pathEditMode="relative" ptsTypes="">
                                      <p:cBhvr>
                                        <p:cTn id="1024" dur="1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25" presetID="63" presetClass="path" presetSubtype="0" accel="50000" decel="50000" fill="hold" grpId="2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2681992 L 0.1131466 0.2681992 E" pathEditMode="relative" ptsTypes="">
                                      <p:cBhvr>
                                        <p:cTn id="1026" dur="1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27" presetID="63" presetClass="path" presetSubtype="0" accel="50000" decel="50000" fill="hold" grpId="2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2681992 L 0.1131466 0.2681992 E" pathEditMode="relative" ptsTypes="">
                                      <p:cBhvr>
                                        <p:cTn id="1028" dur="1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29" presetID="63" presetClass="path" presetSubtype="0" accel="50000" decel="50000" fill="hold" grpId="2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2681992 L 0.1131466 0.2681992 E" pathEditMode="relative" ptsTypes="">
                                      <p:cBhvr>
                                        <p:cTn id="1030" dur="1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1" presetID="63" presetClass="path" presetSubtype="0" accel="50000" decel="50000" fill="hold" grpId="2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2681992 L 0.1131466 0.2681992 E" pathEditMode="relative" ptsTypes="">
                                      <p:cBhvr>
                                        <p:cTn id="1032" dur="1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3" presetID="63" presetClass="path" presetSubtype="0" accel="50000" decel="50000" fill="hold" grpId="2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2681992 L 0.1131466 0.2681992 E" pathEditMode="relative" ptsTypes="">
                                      <p:cBhvr>
                                        <p:cTn id="1034" dur="1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5" presetID="63" presetClass="path" presetSubtype="0" accel="50000" decel="50000" fill="hold" grpId="2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2681992 L 0.1131466 0.2681992 E" pathEditMode="relative" ptsTypes="">
                                      <p:cBhvr>
                                        <p:cTn id="1036" dur="1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7" presetID="63" presetClass="path" presetSubtype="0" accel="50000" decel="50000" fill="hold" grpId="2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431 0.2681992 L 0.1131466 0.2681992 E" pathEditMode="relative" ptsTypes="">
                                      <p:cBhvr>
                                        <p:cTn id="1038" dur="1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1" dur="15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2" fill="hold">
                            <p:stCondLst>
                              <p:cond delay="6250"/>
                            </p:stCondLst>
                            <p:childTnLst>
                              <p:par>
                                <p:cTn id="1043" presetID="63" presetClass="path" presetSubtype="0" accel="50000" decel="50000" fill="hold" grpId="24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2681992 L 0.1508621 0.2681992 E" pathEditMode="relative" ptsTypes="">
                                      <p:cBhvr>
                                        <p:cTn id="1044" dur="1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45" presetID="63" presetClass="path" presetSubtype="0" accel="50000" decel="50000" fill="hold" grpId="2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2681992 L 0.1508621 0.2681992 E" pathEditMode="relative" ptsTypes="">
                                      <p:cBhvr>
                                        <p:cTn id="1046" dur="1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47" presetID="63" presetClass="path" presetSubtype="0" accel="50000" decel="50000" fill="hold" grpId="2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2681992 L 0.1508621 0.2681992 E" pathEditMode="relative" ptsTypes="">
                                      <p:cBhvr>
                                        <p:cTn id="1048" dur="1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49" presetID="63" presetClass="path" presetSubtype="0" accel="50000" decel="50000" fill="hold" grpId="2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2681992 L 0.1508621 0.2681992 E" pathEditMode="relative" ptsTypes="">
                                      <p:cBhvr>
                                        <p:cTn id="1050" dur="1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1" presetID="63" presetClass="path" presetSubtype="0" accel="50000" decel="50000" fill="hold" grpId="2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2681992 L 0.1508621 0.2681992 E" pathEditMode="relative" ptsTypes="">
                                      <p:cBhvr>
                                        <p:cTn id="1052" dur="1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3" presetID="63" presetClass="path" presetSubtype="0" accel="50000" decel="50000" fill="hold" grpId="2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2681992 L 0.1508621 0.2681992 E" pathEditMode="relative" ptsTypes="">
                                      <p:cBhvr>
                                        <p:cTn id="1054" dur="1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5" presetID="63" presetClass="path" presetSubtype="0" accel="50000" decel="50000" fill="hold" grpId="2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2681992 L 0.1508621 0.2681992 E" pathEditMode="relative" ptsTypes="">
                                      <p:cBhvr>
                                        <p:cTn id="1056" dur="1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7" presetID="63" presetClass="path" presetSubtype="0" accel="50000" decel="50000" fill="hold" grpId="2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2681992 L 0.1508621 0.2681992 E" pathEditMode="relative" ptsTypes="">
                                      <p:cBhvr>
                                        <p:cTn id="1058" dur="1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9" presetID="63" presetClass="path" presetSubtype="0" accel="50000" decel="50000" fill="hold" grpId="2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31466 0.2681992 L 0.1508621 0.2681992 E" pathEditMode="relative" ptsTypes="">
                                      <p:cBhvr>
                                        <p:cTn id="1060" dur="1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3" dur="15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4" fill="hold">
                            <p:stCondLst>
                              <p:cond delay="6400"/>
                            </p:stCondLst>
                            <p:childTnLst>
                              <p:par>
                                <p:cTn id="10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7" dur="35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0" dur="35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2" grpId="0" animBg="1"/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/>
      <p:bldP spid="138" grpId="0" animBg="1"/>
      <p:bldP spid="138" grpId="1" animBg="1"/>
      <p:bldP spid="138" grpId="2" animBg="1"/>
      <p:bldP spid="138" grpId="3" animBg="1"/>
      <p:bldP spid="138" grpId="4" animBg="1"/>
      <p:bldP spid="138" grpId="5" animBg="1"/>
      <p:bldP spid="138" grpId="6" animBg="1"/>
      <p:bldP spid="138" grpId="7" animBg="1"/>
      <p:bldP spid="138" grpId="8" animBg="1"/>
      <p:bldP spid="138" grpId="9" animBg="1"/>
      <p:bldP spid="138" grpId="10" animBg="1"/>
      <p:bldP spid="138" grpId="11" animBg="1"/>
      <p:bldP spid="138" grpId="12" animBg="1"/>
      <p:bldP spid="138" grpId="13" animBg="1"/>
      <p:bldP spid="138" grpId="14" animBg="1"/>
      <p:bldP spid="138" grpId="15" animBg="1"/>
      <p:bldP spid="138" grpId="16" animBg="1"/>
      <p:bldP spid="138" grpId="17" animBg="1"/>
      <p:bldP spid="138" grpId="18" animBg="1"/>
      <p:bldP spid="138" grpId="19" animBg="1"/>
      <p:bldP spid="138" grpId="20" animBg="1"/>
      <p:bldP spid="138" grpId="21" animBg="1"/>
      <p:bldP spid="138" grpId="22" animBg="1"/>
      <p:bldP spid="138" grpId="23" animBg="1"/>
      <p:bldP spid="138" grpId="24" animBg="1"/>
      <p:bldP spid="139" grpId="0" animBg="1"/>
      <p:bldP spid="139" grpId="1" animBg="1"/>
      <p:bldP spid="139" grpId="2" animBg="1"/>
      <p:bldP spid="139" grpId="3" animBg="1"/>
      <p:bldP spid="139" grpId="4" animBg="1"/>
      <p:bldP spid="139" grpId="5" animBg="1"/>
      <p:bldP spid="139" grpId="6" animBg="1"/>
      <p:bldP spid="139" grpId="7" animBg="1"/>
      <p:bldP spid="139" grpId="8" animBg="1"/>
      <p:bldP spid="139" grpId="9" animBg="1"/>
      <p:bldP spid="139" grpId="10" animBg="1"/>
      <p:bldP spid="139" grpId="11" animBg="1"/>
      <p:bldP spid="139" grpId="12" animBg="1"/>
      <p:bldP spid="139" grpId="13" animBg="1"/>
      <p:bldP spid="139" grpId="14" animBg="1"/>
      <p:bldP spid="139" grpId="15" animBg="1"/>
      <p:bldP spid="139" grpId="16" animBg="1"/>
      <p:bldP spid="139" grpId="17" animBg="1"/>
      <p:bldP spid="139" grpId="18" animBg="1"/>
      <p:bldP spid="139" grpId="19" animBg="1"/>
      <p:bldP spid="139" grpId="20" animBg="1"/>
      <p:bldP spid="139" grpId="21" animBg="1"/>
      <p:bldP spid="139" grpId="22" animBg="1"/>
      <p:bldP spid="139" grpId="23" animBg="1"/>
      <p:bldP spid="139" grpId="24" animBg="1"/>
      <p:bldP spid="140" grpId="0" animBg="1"/>
      <p:bldP spid="140" grpId="1" animBg="1"/>
      <p:bldP spid="140" grpId="2" animBg="1"/>
      <p:bldP spid="140" grpId="3" animBg="1"/>
      <p:bldP spid="140" grpId="4" animBg="1"/>
      <p:bldP spid="140" grpId="5" animBg="1"/>
      <p:bldP spid="140" grpId="6" animBg="1"/>
      <p:bldP spid="140" grpId="7" animBg="1"/>
      <p:bldP spid="140" grpId="8" animBg="1"/>
      <p:bldP spid="140" grpId="9" animBg="1"/>
      <p:bldP spid="140" grpId="10" animBg="1"/>
      <p:bldP spid="140" grpId="11" animBg="1"/>
      <p:bldP spid="140" grpId="12" animBg="1"/>
      <p:bldP spid="140" grpId="13" animBg="1"/>
      <p:bldP spid="140" grpId="14" animBg="1"/>
      <p:bldP spid="140" grpId="15" animBg="1"/>
      <p:bldP spid="140" grpId="16" animBg="1"/>
      <p:bldP spid="140" grpId="17" animBg="1"/>
      <p:bldP spid="140" grpId="18" animBg="1"/>
      <p:bldP spid="140" grpId="19" animBg="1"/>
      <p:bldP spid="140" grpId="20" animBg="1"/>
      <p:bldP spid="140" grpId="21" animBg="1"/>
      <p:bldP spid="140" grpId="22" animBg="1"/>
      <p:bldP spid="140" grpId="23" animBg="1"/>
      <p:bldP spid="140" grpId="24" animBg="1"/>
      <p:bldP spid="141" grpId="0" animBg="1"/>
      <p:bldP spid="141" grpId="1" animBg="1"/>
      <p:bldP spid="141" grpId="2" animBg="1"/>
      <p:bldP spid="141" grpId="3" animBg="1"/>
      <p:bldP spid="141" grpId="4" animBg="1"/>
      <p:bldP spid="141" grpId="5" animBg="1"/>
      <p:bldP spid="141" grpId="6" animBg="1"/>
      <p:bldP spid="141" grpId="7" animBg="1"/>
      <p:bldP spid="141" grpId="8" animBg="1"/>
      <p:bldP spid="141" grpId="9" animBg="1"/>
      <p:bldP spid="141" grpId="10" animBg="1"/>
      <p:bldP spid="141" grpId="11" animBg="1"/>
      <p:bldP spid="141" grpId="12" animBg="1"/>
      <p:bldP spid="141" grpId="13" animBg="1"/>
      <p:bldP spid="141" grpId="14" animBg="1"/>
      <p:bldP spid="141" grpId="15" animBg="1"/>
      <p:bldP spid="141" grpId="16" animBg="1"/>
      <p:bldP spid="141" grpId="17" animBg="1"/>
      <p:bldP spid="141" grpId="18" animBg="1"/>
      <p:bldP spid="141" grpId="19" animBg="1"/>
      <p:bldP spid="141" grpId="20" animBg="1"/>
      <p:bldP spid="141" grpId="21" animBg="1"/>
      <p:bldP spid="141" grpId="22" animBg="1"/>
      <p:bldP spid="141" grpId="23" animBg="1"/>
      <p:bldP spid="141" grpId="24" animBg="1"/>
      <p:bldP spid="142" grpId="0" animBg="1"/>
      <p:bldP spid="142" grpId="1" animBg="1"/>
      <p:bldP spid="142" grpId="2" animBg="1"/>
      <p:bldP spid="142" grpId="3" animBg="1"/>
      <p:bldP spid="142" grpId="4" animBg="1"/>
      <p:bldP spid="142" grpId="5" animBg="1"/>
      <p:bldP spid="142" grpId="6" animBg="1"/>
      <p:bldP spid="142" grpId="7" animBg="1"/>
      <p:bldP spid="142" grpId="8" animBg="1"/>
      <p:bldP spid="142" grpId="9" animBg="1"/>
      <p:bldP spid="142" grpId="10" animBg="1"/>
      <p:bldP spid="142" grpId="11" animBg="1"/>
      <p:bldP spid="142" grpId="12" animBg="1"/>
      <p:bldP spid="142" grpId="13" animBg="1"/>
      <p:bldP spid="142" grpId="14" animBg="1"/>
      <p:bldP spid="142" grpId="15" animBg="1"/>
      <p:bldP spid="142" grpId="16" animBg="1"/>
      <p:bldP spid="142" grpId="17" animBg="1"/>
      <p:bldP spid="142" grpId="18" animBg="1"/>
      <p:bldP spid="142" grpId="19" animBg="1"/>
      <p:bldP spid="142" grpId="20" animBg="1"/>
      <p:bldP spid="142" grpId="21" animBg="1"/>
      <p:bldP spid="142" grpId="22" animBg="1"/>
      <p:bldP spid="142" grpId="23" animBg="1"/>
      <p:bldP spid="142" grpId="24" animBg="1"/>
      <p:bldP spid="143" grpId="0" animBg="1"/>
      <p:bldP spid="143" grpId="1" animBg="1"/>
      <p:bldP spid="143" grpId="2" animBg="1"/>
      <p:bldP spid="143" grpId="3" animBg="1"/>
      <p:bldP spid="143" grpId="4" animBg="1"/>
      <p:bldP spid="143" grpId="5" animBg="1"/>
      <p:bldP spid="143" grpId="6" animBg="1"/>
      <p:bldP spid="143" grpId="7" animBg="1"/>
      <p:bldP spid="143" grpId="8" animBg="1"/>
      <p:bldP spid="143" grpId="9" animBg="1"/>
      <p:bldP spid="143" grpId="10" animBg="1"/>
      <p:bldP spid="143" grpId="11" animBg="1"/>
      <p:bldP spid="143" grpId="12" animBg="1"/>
      <p:bldP spid="143" grpId="13" animBg="1"/>
      <p:bldP spid="143" grpId="14" animBg="1"/>
      <p:bldP spid="143" grpId="15" animBg="1"/>
      <p:bldP spid="143" grpId="16" animBg="1"/>
      <p:bldP spid="143" grpId="17" animBg="1"/>
      <p:bldP spid="143" grpId="18" animBg="1"/>
      <p:bldP spid="143" grpId="19" animBg="1"/>
      <p:bldP spid="143" grpId="20" animBg="1"/>
      <p:bldP spid="143" grpId="21" animBg="1"/>
      <p:bldP spid="143" grpId="22" animBg="1"/>
      <p:bldP spid="143" grpId="23" animBg="1"/>
      <p:bldP spid="143" grpId="24" animBg="1"/>
      <p:bldP spid="144" grpId="0" animBg="1"/>
      <p:bldP spid="144" grpId="1" animBg="1"/>
      <p:bldP spid="144" grpId="2" animBg="1"/>
      <p:bldP spid="144" grpId="3" animBg="1"/>
      <p:bldP spid="144" grpId="4" animBg="1"/>
      <p:bldP spid="144" grpId="5" animBg="1"/>
      <p:bldP spid="144" grpId="6" animBg="1"/>
      <p:bldP spid="144" grpId="7" animBg="1"/>
      <p:bldP spid="144" grpId="8" animBg="1"/>
      <p:bldP spid="144" grpId="9" animBg="1"/>
      <p:bldP spid="144" grpId="10" animBg="1"/>
      <p:bldP spid="144" grpId="11" animBg="1"/>
      <p:bldP spid="144" grpId="12" animBg="1"/>
      <p:bldP spid="144" grpId="13" animBg="1"/>
      <p:bldP spid="144" grpId="14" animBg="1"/>
      <p:bldP spid="144" grpId="15" animBg="1"/>
      <p:bldP spid="144" grpId="16" animBg="1"/>
      <p:bldP spid="144" grpId="17" animBg="1"/>
      <p:bldP spid="144" grpId="18" animBg="1"/>
      <p:bldP spid="144" grpId="19" animBg="1"/>
      <p:bldP spid="144" grpId="20" animBg="1"/>
      <p:bldP spid="144" grpId="21" animBg="1"/>
      <p:bldP spid="144" grpId="22" animBg="1"/>
      <p:bldP spid="144" grpId="23" animBg="1"/>
      <p:bldP spid="144" grpId="24" animBg="1"/>
      <p:bldP spid="145" grpId="0" animBg="1"/>
      <p:bldP spid="145" grpId="1" animBg="1"/>
      <p:bldP spid="145" grpId="2" animBg="1"/>
      <p:bldP spid="145" grpId="3" animBg="1"/>
      <p:bldP spid="145" grpId="4" animBg="1"/>
      <p:bldP spid="145" grpId="5" animBg="1"/>
      <p:bldP spid="145" grpId="6" animBg="1"/>
      <p:bldP spid="145" grpId="7" animBg="1"/>
      <p:bldP spid="145" grpId="8" animBg="1"/>
      <p:bldP spid="145" grpId="9" animBg="1"/>
      <p:bldP spid="145" grpId="10" animBg="1"/>
      <p:bldP spid="145" grpId="11" animBg="1"/>
      <p:bldP spid="145" grpId="12" animBg="1"/>
      <p:bldP spid="145" grpId="13" animBg="1"/>
      <p:bldP spid="145" grpId="14" animBg="1"/>
      <p:bldP spid="145" grpId="15" animBg="1"/>
      <p:bldP spid="145" grpId="16" animBg="1"/>
      <p:bldP spid="145" grpId="17" animBg="1"/>
      <p:bldP spid="145" grpId="18" animBg="1"/>
      <p:bldP spid="145" grpId="19" animBg="1"/>
      <p:bldP spid="145" grpId="20" animBg="1"/>
      <p:bldP spid="145" grpId="21" animBg="1"/>
      <p:bldP spid="145" grpId="22" animBg="1"/>
      <p:bldP spid="145" grpId="23" animBg="1"/>
      <p:bldP spid="145" grpId="24" animBg="1"/>
      <p:bldP spid="146" grpId="0" animBg="1"/>
      <p:bldP spid="146" grpId="1" animBg="1"/>
      <p:bldP spid="146" grpId="2" animBg="1"/>
      <p:bldP spid="146" grpId="3" animBg="1"/>
      <p:bldP spid="146" grpId="4" animBg="1"/>
      <p:bldP spid="146" grpId="5" animBg="1"/>
      <p:bldP spid="146" grpId="6" animBg="1"/>
      <p:bldP spid="146" grpId="7" animBg="1"/>
      <p:bldP spid="146" grpId="8" animBg="1"/>
      <p:bldP spid="146" grpId="9" animBg="1"/>
      <p:bldP spid="146" grpId="10" animBg="1"/>
      <p:bldP spid="146" grpId="11" animBg="1"/>
      <p:bldP spid="146" grpId="12" animBg="1"/>
      <p:bldP spid="146" grpId="13" animBg="1"/>
      <p:bldP spid="146" grpId="14" animBg="1"/>
      <p:bldP spid="146" grpId="15" animBg="1"/>
      <p:bldP spid="146" grpId="16" animBg="1"/>
      <p:bldP spid="146" grpId="17" animBg="1"/>
      <p:bldP spid="146" grpId="18" animBg="1"/>
      <p:bldP spid="146" grpId="19" animBg="1"/>
      <p:bldP spid="146" grpId="20" animBg="1"/>
      <p:bldP spid="146" grpId="21" animBg="1"/>
      <p:bldP spid="146" grpId="22" animBg="1"/>
      <p:bldP spid="146" grpId="23" animBg="1"/>
      <p:bldP spid="146" grpId="24" animBg="1"/>
      <p:bldP spid="147" grpId="0" animBg="1"/>
      <p:bldP spid="148" grpId="0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 animBg="1"/>
      <p:bldP spid="161" grpId="0" animBg="1"/>
      <p:bldP spid="162" grpId="0" animBg="1"/>
      <p:bldP spid="163" grpId="0" animBg="1"/>
      <p:bldP spid="164" grpId="0" animBg="1"/>
      <p:bldP spid="165" grpId="0" animBg="1"/>
      <p:bldP spid="166" grpId="0" animBg="1"/>
      <p:bldP spid="167" grpId="0" animBg="1"/>
      <p:bldP spid="168" grpId="0" animBg="1"/>
      <p:bldP spid="169" grpId="0" animBg="1"/>
      <p:bldP spid="170" grpId="0" animBg="1"/>
      <p:bldP spid="171" grpId="0" animBg="1"/>
      <p:bldP spid="172" grpId="0" animBg="1"/>
      <p:bldP spid="173" grpId="0" animBg="1"/>
      <p:bldP spid="174" grpId="0"/>
      <p:bldP spid="175" grpId="0" animBg="1"/>
      <p:bldP spid="176" grpId="0" animBg="1"/>
      <p:bldP spid="177" grpId="0" animBg="1"/>
      <p:bldP spid="178" grpId="0" animBg="1"/>
      <p:bldP spid="179" grpId="0" animBg="1"/>
      <p:bldP spid="180" grpId="0" animBg="1"/>
      <p:bldP spid="181" grpId="0" animBg="1"/>
      <p:bldP spid="182" grpId="0" animBg="1"/>
      <p:bldP spid="183" grpId="0" animBg="1"/>
      <p:bldP spid="184" grpId="0" animBg="1"/>
      <p:bldP spid="185" grpId="0" animBg="1"/>
      <p:bldP spid="186" grpId="0" animBg="1"/>
      <p:bldP spid="187" grpId="0" animBg="1"/>
      <p:bldP spid="188" grpId="0" animBg="1"/>
      <p:bldP spid="189" grpId="0" animBg="1"/>
      <p:bldP spid="190" grpId="0" animBg="1"/>
      <p:bldP spid="191" grpId="0" animBg="1"/>
      <p:bldP spid="192" grpId="0" animBg="1"/>
      <p:bldP spid="193" grpId="0" animBg="1"/>
      <p:bldP spid="194" grpId="0" animBg="1"/>
      <p:bldP spid="195" grpId="0" animBg="1"/>
      <p:bldP spid="196" grpId="0" animBg="1"/>
      <p:bldP spid="197" grpId="0" animBg="1"/>
      <p:bldP spid="198" grpId="0" animBg="1"/>
      <p:bldP spid="199" grpId="0" animBg="1"/>
      <p:bldP spid="200" grpId="0" animBg="1"/>
      <p:bldP spid="201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5" name="anim_o8819_1">
            <a:extLst>
              <a:ext uri="{FF2B5EF4-FFF2-40B4-BE49-F238E27FC236}">
                <a16:creationId xmlns:a16="http://schemas.microsoft.com/office/drawing/2014/main" id="{5240C6A0-ADDE-4485-A782-5281F722E1C2}"/>
              </a:ext>
            </a:extLst>
          </p:cNvPr>
          <p:cNvSpPr>
            <a:spLocks noGrp="1"/>
          </p:cNvSpPr>
          <p:nvPr/>
        </p:nvSpPr>
        <p:spPr>
          <a:xfrm>
            <a:off x="1612681" y="223016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o8820_1">
            <a:extLst>
              <a:ext uri="{FF2B5EF4-FFF2-40B4-BE49-F238E27FC236}">
                <a16:creationId xmlns:a16="http://schemas.microsoft.com/office/drawing/2014/main" id="{670955A1-FC6E-470D-8FE8-642A46C05CCA}"/>
              </a:ext>
            </a:extLst>
          </p:cNvPr>
          <p:cNvSpPr>
            <a:spLocks noGrp="1"/>
          </p:cNvSpPr>
          <p:nvPr/>
        </p:nvSpPr>
        <p:spPr>
          <a:xfrm>
            <a:off x="2072509" y="223016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anim_o8821_1">
            <a:extLst>
              <a:ext uri="{FF2B5EF4-FFF2-40B4-BE49-F238E27FC236}">
                <a16:creationId xmlns:a16="http://schemas.microsoft.com/office/drawing/2014/main" id="{48CA57DA-2777-4FC4-94D7-5540A9B917DF}"/>
              </a:ext>
            </a:extLst>
          </p:cNvPr>
          <p:cNvSpPr>
            <a:spLocks noGrp="1"/>
          </p:cNvSpPr>
          <p:nvPr/>
        </p:nvSpPr>
        <p:spPr>
          <a:xfrm>
            <a:off x="2532336" y="223016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" name="anim_o8822_1">
            <a:extLst>
              <a:ext uri="{FF2B5EF4-FFF2-40B4-BE49-F238E27FC236}">
                <a16:creationId xmlns:a16="http://schemas.microsoft.com/office/drawing/2014/main" id="{27F0111A-AEEC-4BB6-8D4F-10E1D0B44725}"/>
              </a:ext>
            </a:extLst>
          </p:cNvPr>
          <p:cNvSpPr>
            <a:spLocks noGrp="1"/>
          </p:cNvSpPr>
          <p:nvPr/>
        </p:nvSpPr>
        <p:spPr>
          <a:xfrm>
            <a:off x="2992164" y="223016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" name="anim_o8823_1">
            <a:extLst>
              <a:ext uri="{FF2B5EF4-FFF2-40B4-BE49-F238E27FC236}">
                <a16:creationId xmlns:a16="http://schemas.microsoft.com/office/drawing/2014/main" id="{727677B1-2B03-4A06-8200-5F0F0777DA6C}"/>
              </a:ext>
            </a:extLst>
          </p:cNvPr>
          <p:cNvSpPr>
            <a:spLocks noGrp="1"/>
          </p:cNvSpPr>
          <p:nvPr/>
        </p:nvSpPr>
        <p:spPr>
          <a:xfrm>
            <a:off x="3451991" y="223016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" name="anim_o8824_1">
            <a:extLst>
              <a:ext uri="{FF2B5EF4-FFF2-40B4-BE49-F238E27FC236}">
                <a16:creationId xmlns:a16="http://schemas.microsoft.com/office/drawing/2014/main" id="{C5C91086-EBC8-4166-854D-62504C04C226}"/>
              </a:ext>
            </a:extLst>
          </p:cNvPr>
          <p:cNvSpPr>
            <a:spLocks noGrp="1"/>
          </p:cNvSpPr>
          <p:nvPr/>
        </p:nvSpPr>
        <p:spPr>
          <a:xfrm>
            <a:off x="3911819" y="223016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anim_o8825_1">
            <a:extLst>
              <a:ext uri="{FF2B5EF4-FFF2-40B4-BE49-F238E27FC236}">
                <a16:creationId xmlns:a16="http://schemas.microsoft.com/office/drawing/2014/main" id="{0C261EFB-184F-4441-9B18-85D2EA82309A}"/>
              </a:ext>
            </a:extLst>
          </p:cNvPr>
          <p:cNvSpPr>
            <a:spLocks noGrp="1"/>
          </p:cNvSpPr>
          <p:nvPr/>
        </p:nvSpPr>
        <p:spPr>
          <a:xfrm>
            <a:off x="4371647" y="223016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anim_o8826_1">
            <a:extLst>
              <a:ext uri="{FF2B5EF4-FFF2-40B4-BE49-F238E27FC236}">
                <a16:creationId xmlns:a16="http://schemas.microsoft.com/office/drawing/2014/main" id="{CF5B5647-AA1A-4D97-86CA-AC2FFBA13184}"/>
              </a:ext>
            </a:extLst>
          </p:cNvPr>
          <p:cNvSpPr>
            <a:spLocks noGrp="1"/>
          </p:cNvSpPr>
          <p:nvPr/>
        </p:nvSpPr>
        <p:spPr>
          <a:xfrm>
            <a:off x="1612681" y="2689991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anim_o8827_1">
            <a:extLst>
              <a:ext uri="{FF2B5EF4-FFF2-40B4-BE49-F238E27FC236}">
                <a16:creationId xmlns:a16="http://schemas.microsoft.com/office/drawing/2014/main" id="{B2450349-4C91-40F9-9913-91713F2B3C72}"/>
              </a:ext>
            </a:extLst>
          </p:cNvPr>
          <p:cNvSpPr>
            <a:spLocks noGrp="1"/>
          </p:cNvSpPr>
          <p:nvPr/>
        </p:nvSpPr>
        <p:spPr>
          <a:xfrm>
            <a:off x="2072509" y="2689991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anim_o8828_1">
            <a:extLst>
              <a:ext uri="{FF2B5EF4-FFF2-40B4-BE49-F238E27FC236}">
                <a16:creationId xmlns:a16="http://schemas.microsoft.com/office/drawing/2014/main" id="{0A20CE70-80C5-404D-B945-0EC2C32099A7}"/>
              </a:ext>
            </a:extLst>
          </p:cNvPr>
          <p:cNvSpPr>
            <a:spLocks noGrp="1"/>
          </p:cNvSpPr>
          <p:nvPr/>
        </p:nvSpPr>
        <p:spPr>
          <a:xfrm>
            <a:off x="2532336" y="2689991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anim_o8829_1">
            <a:extLst>
              <a:ext uri="{FF2B5EF4-FFF2-40B4-BE49-F238E27FC236}">
                <a16:creationId xmlns:a16="http://schemas.microsoft.com/office/drawing/2014/main" id="{9F000D19-56D3-43B3-A259-9C29002EB6A5}"/>
              </a:ext>
            </a:extLst>
          </p:cNvPr>
          <p:cNvSpPr>
            <a:spLocks noGrp="1"/>
          </p:cNvSpPr>
          <p:nvPr/>
        </p:nvSpPr>
        <p:spPr>
          <a:xfrm>
            <a:off x="2992164" y="2689991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anim_o8830_1">
            <a:extLst>
              <a:ext uri="{FF2B5EF4-FFF2-40B4-BE49-F238E27FC236}">
                <a16:creationId xmlns:a16="http://schemas.microsoft.com/office/drawing/2014/main" id="{940F6BFE-B0FF-45D5-A59A-C091C3975780}"/>
              </a:ext>
            </a:extLst>
          </p:cNvPr>
          <p:cNvSpPr>
            <a:spLocks noGrp="1"/>
          </p:cNvSpPr>
          <p:nvPr/>
        </p:nvSpPr>
        <p:spPr>
          <a:xfrm>
            <a:off x="3451991" y="2689991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anim_o8831_1">
            <a:extLst>
              <a:ext uri="{FF2B5EF4-FFF2-40B4-BE49-F238E27FC236}">
                <a16:creationId xmlns:a16="http://schemas.microsoft.com/office/drawing/2014/main" id="{6A42287C-934B-4CEA-A2F3-AFE51A291C7C}"/>
              </a:ext>
            </a:extLst>
          </p:cNvPr>
          <p:cNvSpPr>
            <a:spLocks noGrp="1"/>
          </p:cNvSpPr>
          <p:nvPr/>
        </p:nvSpPr>
        <p:spPr>
          <a:xfrm>
            <a:off x="3911819" y="2689991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anim_o8832_1">
            <a:extLst>
              <a:ext uri="{FF2B5EF4-FFF2-40B4-BE49-F238E27FC236}">
                <a16:creationId xmlns:a16="http://schemas.microsoft.com/office/drawing/2014/main" id="{3268C745-961E-49A3-ADF1-AFB72847F488}"/>
              </a:ext>
            </a:extLst>
          </p:cNvPr>
          <p:cNvSpPr>
            <a:spLocks noGrp="1"/>
          </p:cNvSpPr>
          <p:nvPr/>
        </p:nvSpPr>
        <p:spPr>
          <a:xfrm>
            <a:off x="4371647" y="2689991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anim_o8833_1">
            <a:extLst>
              <a:ext uri="{FF2B5EF4-FFF2-40B4-BE49-F238E27FC236}">
                <a16:creationId xmlns:a16="http://schemas.microsoft.com/office/drawing/2014/main" id="{0281C687-64EE-455C-95C1-2DA6711DA1D4}"/>
              </a:ext>
            </a:extLst>
          </p:cNvPr>
          <p:cNvSpPr>
            <a:spLocks noGrp="1"/>
          </p:cNvSpPr>
          <p:nvPr/>
        </p:nvSpPr>
        <p:spPr>
          <a:xfrm>
            <a:off x="1612681" y="314981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anim_o8834_1">
            <a:extLst>
              <a:ext uri="{FF2B5EF4-FFF2-40B4-BE49-F238E27FC236}">
                <a16:creationId xmlns:a16="http://schemas.microsoft.com/office/drawing/2014/main" id="{DA4257B5-F5FC-489B-A438-7DF62198C1DF}"/>
              </a:ext>
            </a:extLst>
          </p:cNvPr>
          <p:cNvSpPr>
            <a:spLocks noGrp="1"/>
          </p:cNvSpPr>
          <p:nvPr/>
        </p:nvSpPr>
        <p:spPr>
          <a:xfrm>
            <a:off x="2072509" y="314981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anim_o8835_1">
            <a:extLst>
              <a:ext uri="{FF2B5EF4-FFF2-40B4-BE49-F238E27FC236}">
                <a16:creationId xmlns:a16="http://schemas.microsoft.com/office/drawing/2014/main" id="{1C4B8868-CECE-4199-9890-91DCBE66DCF6}"/>
              </a:ext>
            </a:extLst>
          </p:cNvPr>
          <p:cNvSpPr>
            <a:spLocks noGrp="1"/>
          </p:cNvSpPr>
          <p:nvPr/>
        </p:nvSpPr>
        <p:spPr>
          <a:xfrm>
            <a:off x="2532336" y="314981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anim_o8836_1">
            <a:extLst>
              <a:ext uri="{FF2B5EF4-FFF2-40B4-BE49-F238E27FC236}">
                <a16:creationId xmlns:a16="http://schemas.microsoft.com/office/drawing/2014/main" id="{E83BD8E3-DCF9-4E5C-A12B-F258F5361BA4}"/>
              </a:ext>
            </a:extLst>
          </p:cNvPr>
          <p:cNvSpPr>
            <a:spLocks noGrp="1"/>
          </p:cNvSpPr>
          <p:nvPr/>
        </p:nvSpPr>
        <p:spPr>
          <a:xfrm>
            <a:off x="2992164" y="314981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anim_o8837_1">
            <a:extLst>
              <a:ext uri="{FF2B5EF4-FFF2-40B4-BE49-F238E27FC236}">
                <a16:creationId xmlns:a16="http://schemas.microsoft.com/office/drawing/2014/main" id="{FE5A7576-9A71-4310-BA60-569AA7A4B57A}"/>
              </a:ext>
            </a:extLst>
          </p:cNvPr>
          <p:cNvSpPr>
            <a:spLocks noGrp="1"/>
          </p:cNvSpPr>
          <p:nvPr/>
        </p:nvSpPr>
        <p:spPr>
          <a:xfrm>
            <a:off x="3451991" y="314981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anim_o8838_1">
            <a:extLst>
              <a:ext uri="{FF2B5EF4-FFF2-40B4-BE49-F238E27FC236}">
                <a16:creationId xmlns:a16="http://schemas.microsoft.com/office/drawing/2014/main" id="{B072CFD3-97CB-4EA5-B0A3-13A86936BDC3}"/>
              </a:ext>
            </a:extLst>
          </p:cNvPr>
          <p:cNvSpPr>
            <a:spLocks noGrp="1"/>
          </p:cNvSpPr>
          <p:nvPr/>
        </p:nvSpPr>
        <p:spPr>
          <a:xfrm>
            <a:off x="3911819" y="314981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anim_o8839_1">
            <a:extLst>
              <a:ext uri="{FF2B5EF4-FFF2-40B4-BE49-F238E27FC236}">
                <a16:creationId xmlns:a16="http://schemas.microsoft.com/office/drawing/2014/main" id="{FF2EEF9B-2C87-4D66-B639-9DF6A85247EA}"/>
              </a:ext>
            </a:extLst>
          </p:cNvPr>
          <p:cNvSpPr>
            <a:spLocks noGrp="1"/>
          </p:cNvSpPr>
          <p:nvPr/>
        </p:nvSpPr>
        <p:spPr>
          <a:xfrm>
            <a:off x="4371647" y="314981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anim_o8840_1">
            <a:extLst>
              <a:ext uri="{FF2B5EF4-FFF2-40B4-BE49-F238E27FC236}">
                <a16:creationId xmlns:a16="http://schemas.microsoft.com/office/drawing/2014/main" id="{E31C1C00-0473-4F57-B959-69908DD9A637}"/>
              </a:ext>
            </a:extLst>
          </p:cNvPr>
          <p:cNvSpPr>
            <a:spLocks noGrp="1"/>
          </p:cNvSpPr>
          <p:nvPr/>
        </p:nvSpPr>
        <p:spPr>
          <a:xfrm>
            <a:off x="1612681" y="3609647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anim_o8841_1">
            <a:extLst>
              <a:ext uri="{FF2B5EF4-FFF2-40B4-BE49-F238E27FC236}">
                <a16:creationId xmlns:a16="http://schemas.microsoft.com/office/drawing/2014/main" id="{DDD43966-8C0D-44DE-8181-24827D86B338}"/>
              </a:ext>
            </a:extLst>
          </p:cNvPr>
          <p:cNvSpPr>
            <a:spLocks noGrp="1"/>
          </p:cNvSpPr>
          <p:nvPr/>
        </p:nvSpPr>
        <p:spPr>
          <a:xfrm>
            <a:off x="2072509" y="3609647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anim_o8842_1">
            <a:extLst>
              <a:ext uri="{FF2B5EF4-FFF2-40B4-BE49-F238E27FC236}">
                <a16:creationId xmlns:a16="http://schemas.microsoft.com/office/drawing/2014/main" id="{923FB13E-2789-4E01-AB1B-5D34473D6F61}"/>
              </a:ext>
            </a:extLst>
          </p:cNvPr>
          <p:cNvSpPr>
            <a:spLocks noGrp="1"/>
          </p:cNvSpPr>
          <p:nvPr/>
        </p:nvSpPr>
        <p:spPr>
          <a:xfrm>
            <a:off x="2532336" y="3609647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anim_o8843_1">
            <a:extLst>
              <a:ext uri="{FF2B5EF4-FFF2-40B4-BE49-F238E27FC236}">
                <a16:creationId xmlns:a16="http://schemas.microsoft.com/office/drawing/2014/main" id="{2B87AAFA-D40F-4FCF-A2AE-7DBE02B236E8}"/>
              </a:ext>
            </a:extLst>
          </p:cNvPr>
          <p:cNvSpPr>
            <a:spLocks noGrp="1"/>
          </p:cNvSpPr>
          <p:nvPr/>
        </p:nvSpPr>
        <p:spPr>
          <a:xfrm>
            <a:off x="2992164" y="3609647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anim_o8844_1">
            <a:extLst>
              <a:ext uri="{FF2B5EF4-FFF2-40B4-BE49-F238E27FC236}">
                <a16:creationId xmlns:a16="http://schemas.microsoft.com/office/drawing/2014/main" id="{8E647387-B0A8-4797-A803-0746392AEE2D}"/>
              </a:ext>
            </a:extLst>
          </p:cNvPr>
          <p:cNvSpPr>
            <a:spLocks noGrp="1"/>
          </p:cNvSpPr>
          <p:nvPr/>
        </p:nvSpPr>
        <p:spPr>
          <a:xfrm>
            <a:off x="3451991" y="3609647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anim_o8845_1">
            <a:extLst>
              <a:ext uri="{FF2B5EF4-FFF2-40B4-BE49-F238E27FC236}">
                <a16:creationId xmlns:a16="http://schemas.microsoft.com/office/drawing/2014/main" id="{1DE3F09A-77AE-44AD-B38D-6949387D3046}"/>
              </a:ext>
            </a:extLst>
          </p:cNvPr>
          <p:cNvSpPr>
            <a:spLocks noGrp="1"/>
          </p:cNvSpPr>
          <p:nvPr/>
        </p:nvSpPr>
        <p:spPr>
          <a:xfrm>
            <a:off x="3911819" y="3609647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anim_o8846_1">
            <a:extLst>
              <a:ext uri="{FF2B5EF4-FFF2-40B4-BE49-F238E27FC236}">
                <a16:creationId xmlns:a16="http://schemas.microsoft.com/office/drawing/2014/main" id="{59AEC954-547B-4568-A8EE-F9D32C6BDC67}"/>
              </a:ext>
            </a:extLst>
          </p:cNvPr>
          <p:cNvSpPr>
            <a:spLocks noGrp="1"/>
          </p:cNvSpPr>
          <p:nvPr/>
        </p:nvSpPr>
        <p:spPr>
          <a:xfrm>
            <a:off x="4371647" y="3609647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anim_o8847_1">
            <a:extLst>
              <a:ext uri="{FF2B5EF4-FFF2-40B4-BE49-F238E27FC236}">
                <a16:creationId xmlns:a16="http://schemas.microsoft.com/office/drawing/2014/main" id="{61833339-3983-4BA2-8FE7-94B6F5751FD6}"/>
              </a:ext>
            </a:extLst>
          </p:cNvPr>
          <p:cNvSpPr>
            <a:spLocks noGrp="1"/>
          </p:cNvSpPr>
          <p:nvPr/>
        </p:nvSpPr>
        <p:spPr>
          <a:xfrm>
            <a:off x="1612681" y="406947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anim_o8848_1">
            <a:extLst>
              <a:ext uri="{FF2B5EF4-FFF2-40B4-BE49-F238E27FC236}">
                <a16:creationId xmlns:a16="http://schemas.microsoft.com/office/drawing/2014/main" id="{3C9D4410-2157-4D02-89EE-C29F07F1D481}"/>
              </a:ext>
            </a:extLst>
          </p:cNvPr>
          <p:cNvSpPr>
            <a:spLocks noGrp="1"/>
          </p:cNvSpPr>
          <p:nvPr/>
        </p:nvSpPr>
        <p:spPr>
          <a:xfrm>
            <a:off x="2072509" y="406947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anim_o8849_1">
            <a:extLst>
              <a:ext uri="{FF2B5EF4-FFF2-40B4-BE49-F238E27FC236}">
                <a16:creationId xmlns:a16="http://schemas.microsoft.com/office/drawing/2014/main" id="{988A56B7-DAB8-46BF-87B2-CEF23D6A360B}"/>
              </a:ext>
            </a:extLst>
          </p:cNvPr>
          <p:cNvSpPr>
            <a:spLocks noGrp="1"/>
          </p:cNvSpPr>
          <p:nvPr/>
        </p:nvSpPr>
        <p:spPr>
          <a:xfrm>
            <a:off x="2532336" y="406947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anim_o8850_1">
            <a:extLst>
              <a:ext uri="{FF2B5EF4-FFF2-40B4-BE49-F238E27FC236}">
                <a16:creationId xmlns:a16="http://schemas.microsoft.com/office/drawing/2014/main" id="{ADD34B0E-3CD8-4E59-BE18-EE2C7691E637}"/>
              </a:ext>
            </a:extLst>
          </p:cNvPr>
          <p:cNvSpPr>
            <a:spLocks noGrp="1"/>
          </p:cNvSpPr>
          <p:nvPr/>
        </p:nvSpPr>
        <p:spPr>
          <a:xfrm>
            <a:off x="2992164" y="406947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anim_o8851_1">
            <a:extLst>
              <a:ext uri="{FF2B5EF4-FFF2-40B4-BE49-F238E27FC236}">
                <a16:creationId xmlns:a16="http://schemas.microsoft.com/office/drawing/2014/main" id="{2EC26F8D-8D50-416C-A712-1FBF52960A8B}"/>
              </a:ext>
            </a:extLst>
          </p:cNvPr>
          <p:cNvSpPr>
            <a:spLocks noGrp="1"/>
          </p:cNvSpPr>
          <p:nvPr/>
        </p:nvSpPr>
        <p:spPr>
          <a:xfrm>
            <a:off x="3451991" y="406947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" name="anim_o8852_1">
            <a:extLst>
              <a:ext uri="{FF2B5EF4-FFF2-40B4-BE49-F238E27FC236}">
                <a16:creationId xmlns:a16="http://schemas.microsoft.com/office/drawing/2014/main" id="{DD695B08-7BFB-4BD0-980D-AD0043B06F44}"/>
              </a:ext>
            </a:extLst>
          </p:cNvPr>
          <p:cNvSpPr>
            <a:spLocks noGrp="1"/>
          </p:cNvSpPr>
          <p:nvPr/>
        </p:nvSpPr>
        <p:spPr>
          <a:xfrm>
            <a:off x="3911819" y="406947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o8853_1">
            <a:extLst>
              <a:ext uri="{FF2B5EF4-FFF2-40B4-BE49-F238E27FC236}">
                <a16:creationId xmlns:a16="http://schemas.microsoft.com/office/drawing/2014/main" id="{CC334485-4B68-477E-8F53-7485C8427847}"/>
              </a:ext>
            </a:extLst>
          </p:cNvPr>
          <p:cNvSpPr>
            <a:spLocks noGrp="1"/>
          </p:cNvSpPr>
          <p:nvPr/>
        </p:nvSpPr>
        <p:spPr>
          <a:xfrm>
            <a:off x="4371647" y="406947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" name="anim_o8854_1">
            <a:extLst>
              <a:ext uri="{FF2B5EF4-FFF2-40B4-BE49-F238E27FC236}">
                <a16:creationId xmlns:a16="http://schemas.microsoft.com/office/drawing/2014/main" id="{A36F46C3-861D-4E51-8E88-602E25DDA1E4}"/>
              </a:ext>
            </a:extLst>
          </p:cNvPr>
          <p:cNvSpPr>
            <a:spLocks noGrp="1"/>
          </p:cNvSpPr>
          <p:nvPr/>
        </p:nvSpPr>
        <p:spPr>
          <a:xfrm>
            <a:off x="1612681" y="4529302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" name="anim_o8855_1">
            <a:extLst>
              <a:ext uri="{FF2B5EF4-FFF2-40B4-BE49-F238E27FC236}">
                <a16:creationId xmlns:a16="http://schemas.microsoft.com/office/drawing/2014/main" id="{C8E7DD20-9A0F-4DAB-A6D9-F61598BDF30B}"/>
              </a:ext>
            </a:extLst>
          </p:cNvPr>
          <p:cNvSpPr>
            <a:spLocks noGrp="1"/>
          </p:cNvSpPr>
          <p:nvPr/>
        </p:nvSpPr>
        <p:spPr>
          <a:xfrm>
            <a:off x="2072509" y="4529302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" name="anim_o8856_1">
            <a:extLst>
              <a:ext uri="{FF2B5EF4-FFF2-40B4-BE49-F238E27FC236}">
                <a16:creationId xmlns:a16="http://schemas.microsoft.com/office/drawing/2014/main" id="{2D476692-A1A8-46E9-9032-C6A236E2C858}"/>
              </a:ext>
            </a:extLst>
          </p:cNvPr>
          <p:cNvSpPr>
            <a:spLocks noGrp="1"/>
          </p:cNvSpPr>
          <p:nvPr/>
        </p:nvSpPr>
        <p:spPr>
          <a:xfrm>
            <a:off x="2532336" y="4529302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" name="anim_o8857_1">
            <a:extLst>
              <a:ext uri="{FF2B5EF4-FFF2-40B4-BE49-F238E27FC236}">
                <a16:creationId xmlns:a16="http://schemas.microsoft.com/office/drawing/2014/main" id="{4D15392B-8307-4E87-B1D6-9B92C6005D80}"/>
              </a:ext>
            </a:extLst>
          </p:cNvPr>
          <p:cNvSpPr>
            <a:spLocks noGrp="1"/>
          </p:cNvSpPr>
          <p:nvPr/>
        </p:nvSpPr>
        <p:spPr>
          <a:xfrm>
            <a:off x="2992164" y="4529302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" name="anim_o8858_1">
            <a:extLst>
              <a:ext uri="{FF2B5EF4-FFF2-40B4-BE49-F238E27FC236}">
                <a16:creationId xmlns:a16="http://schemas.microsoft.com/office/drawing/2014/main" id="{C13199F2-521E-4390-824C-0FBFCC5E4058}"/>
              </a:ext>
            </a:extLst>
          </p:cNvPr>
          <p:cNvSpPr>
            <a:spLocks noGrp="1"/>
          </p:cNvSpPr>
          <p:nvPr/>
        </p:nvSpPr>
        <p:spPr>
          <a:xfrm>
            <a:off x="3451991" y="4529302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" name="anim_o8859_1">
            <a:extLst>
              <a:ext uri="{FF2B5EF4-FFF2-40B4-BE49-F238E27FC236}">
                <a16:creationId xmlns:a16="http://schemas.microsoft.com/office/drawing/2014/main" id="{BF182F5E-3513-473A-891A-97EBCAEE966E}"/>
              </a:ext>
            </a:extLst>
          </p:cNvPr>
          <p:cNvSpPr>
            <a:spLocks noGrp="1"/>
          </p:cNvSpPr>
          <p:nvPr/>
        </p:nvSpPr>
        <p:spPr>
          <a:xfrm>
            <a:off x="3911819" y="4529302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" name="anim_o8860_1">
            <a:extLst>
              <a:ext uri="{FF2B5EF4-FFF2-40B4-BE49-F238E27FC236}">
                <a16:creationId xmlns:a16="http://schemas.microsoft.com/office/drawing/2014/main" id="{1356447A-7EBF-47F8-94FA-FF116628EBFC}"/>
              </a:ext>
            </a:extLst>
          </p:cNvPr>
          <p:cNvSpPr>
            <a:spLocks noGrp="1"/>
          </p:cNvSpPr>
          <p:nvPr/>
        </p:nvSpPr>
        <p:spPr>
          <a:xfrm>
            <a:off x="4371647" y="4529302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" name="anim_o8861_1">
            <a:extLst>
              <a:ext uri="{FF2B5EF4-FFF2-40B4-BE49-F238E27FC236}">
                <a16:creationId xmlns:a16="http://schemas.microsoft.com/office/drawing/2014/main" id="{DB664D6F-994A-4AF0-ADF5-B39F903DC084}"/>
              </a:ext>
            </a:extLst>
          </p:cNvPr>
          <p:cNvSpPr>
            <a:spLocks noGrp="1"/>
          </p:cNvSpPr>
          <p:nvPr/>
        </p:nvSpPr>
        <p:spPr>
          <a:xfrm>
            <a:off x="1612681" y="498912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" name="anim_o8862_1">
            <a:extLst>
              <a:ext uri="{FF2B5EF4-FFF2-40B4-BE49-F238E27FC236}">
                <a16:creationId xmlns:a16="http://schemas.microsoft.com/office/drawing/2014/main" id="{6DD869FF-D78A-4545-AE43-A0653D8E4F6F}"/>
              </a:ext>
            </a:extLst>
          </p:cNvPr>
          <p:cNvSpPr>
            <a:spLocks noGrp="1"/>
          </p:cNvSpPr>
          <p:nvPr/>
        </p:nvSpPr>
        <p:spPr>
          <a:xfrm>
            <a:off x="2072509" y="498912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" name="anim_o8863_1">
            <a:extLst>
              <a:ext uri="{FF2B5EF4-FFF2-40B4-BE49-F238E27FC236}">
                <a16:creationId xmlns:a16="http://schemas.microsoft.com/office/drawing/2014/main" id="{4085748B-9572-42F4-993C-40313943056C}"/>
              </a:ext>
            </a:extLst>
          </p:cNvPr>
          <p:cNvSpPr>
            <a:spLocks noGrp="1"/>
          </p:cNvSpPr>
          <p:nvPr/>
        </p:nvSpPr>
        <p:spPr>
          <a:xfrm>
            <a:off x="2532336" y="498912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6" name="anim_o8864_1">
            <a:extLst>
              <a:ext uri="{FF2B5EF4-FFF2-40B4-BE49-F238E27FC236}">
                <a16:creationId xmlns:a16="http://schemas.microsoft.com/office/drawing/2014/main" id="{0EFD2F2F-2372-4B1C-9A78-46C2FB0C1356}"/>
              </a:ext>
            </a:extLst>
          </p:cNvPr>
          <p:cNvSpPr>
            <a:spLocks noGrp="1"/>
          </p:cNvSpPr>
          <p:nvPr/>
        </p:nvSpPr>
        <p:spPr>
          <a:xfrm>
            <a:off x="2992164" y="498912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" name="anim_o8865_1">
            <a:extLst>
              <a:ext uri="{FF2B5EF4-FFF2-40B4-BE49-F238E27FC236}">
                <a16:creationId xmlns:a16="http://schemas.microsoft.com/office/drawing/2014/main" id="{02727836-8403-4A83-8C4F-F4A619681C65}"/>
              </a:ext>
            </a:extLst>
          </p:cNvPr>
          <p:cNvSpPr>
            <a:spLocks noGrp="1"/>
          </p:cNvSpPr>
          <p:nvPr/>
        </p:nvSpPr>
        <p:spPr>
          <a:xfrm>
            <a:off x="3451991" y="498912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8" name="anim_o8866_1">
            <a:extLst>
              <a:ext uri="{FF2B5EF4-FFF2-40B4-BE49-F238E27FC236}">
                <a16:creationId xmlns:a16="http://schemas.microsoft.com/office/drawing/2014/main" id="{ABF840BC-28E0-4623-B51A-AC202F5D1970}"/>
              </a:ext>
            </a:extLst>
          </p:cNvPr>
          <p:cNvSpPr>
            <a:spLocks noGrp="1"/>
          </p:cNvSpPr>
          <p:nvPr/>
        </p:nvSpPr>
        <p:spPr>
          <a:xfrm>
            <a:off x="3911819" y="498912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" name="anim_o8867_1">
            <a:extLst>
              <a:ext uri="{FF2B5EF4-FFF2-40B4-BE49-F238E27FC236}">
                <a16:creationId xmlns:a16="http://schemas.microsoft.com/office/drawing/2014/main" id="{CAD10791-0093-4F75-9088-058BD46645BB}"/>
              </a:ext>
            </a:extLst>
          </p:cNvPr>
          <p:cNvSpPr>
            <a:spLocks noGrp="1"/>
          </p:cNvSpPr>
          <p:nvPr/>
        </p:nvSpPr>
        <p:spPr>
          <a:xfrm>
            <a:off x="4371647" y="498912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0" name="anim_o8880_1">
            <a:extLst>
              <a:ext uri="{FF2B5EF4-FFF2-40B4-BE49-F238E27FC236}">
                <a16:creationId xmlns:a16="http://schemas.microsoft.com/office/drawing/2014/main" id="{FD98226D-10F7-4811-990E-86B416DF3BC1}"/>
              </a:ext>
            </a:extLst>
          </p:cNvPr>
          <p:cNvSpPr>
            <a:spLocks noGrp="1"/>
          </p:cNvSpPr>
          <p:nvPr/>
        </p:nvSpPr>
        <p:spPr>
          <a:xfrm>
            <a:off x="3451991" y="4069474"/>
            <a:ext cx="459828" cy="459828"/>
          </a:xfrm>
          <a:prstGeom prst="rect">
            <a:avLst/>
          </a:prstGeom>
          <a:solidFill>
            <a:srgbClr val="FF6B6B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" name="anim_o8881_1">
            <a:extLst>
              <a:ext uri="{FF2B5EF4-FFF2-40B4-BE49-F238E27FC236}">
                <a16:creationId xmlns:a16="http://schemas.microsoft.com/office/drawing/2014/main" id="{44D1C768-6571-4C8A-9C24-165A2506B94A}"/>
              </a:ext>
            </a:extLst>
          </p:cNvPr>
          <p:cNvSpPr>
            <a:spLocks noGrp="1"/>
          </p:cNvSpPr>
          <p:nvPr/>
        </p:nvSpPr>
        <p:spPr>
          <a:xfrm>
            <a:off x="3911819" y="4069474"/>
            <a:ext cx="459828" cy="459828"/>
          </a:xfrm>
          <a:prstGeom prst="rect">
            <a:avLst/>
          </a:prstGeom>
          <a:solidFill>
            <a:srgbClr val="FF6B6B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2" name="anim_o8882_1">
            <a:extLst>
              <a:ext uri="{FF2B5EF4-FFF2-40B4-BE49-F238E27FC236}">
                <a16:creationId xmlns:a16="http://schemas.microsoft.com/office/drawing/2014/main" id="{BE10DE6D-011A-4209-9566-F2AE6C52A392}"/>
              </a:ext>
            </a:extLst>
          </p:cNvPr>
          <p:cNvSpPr>
            <a:spLocks noGrp="1"/>
          </p:cNvSpPr>
          <p:nvPr/>
        </p:nvSpPr>
        <p:spPr>
          <a:xfrm>
            <a:off x="4371647" y="4069474"/>
            <a:ext cx="459828" cy="459828"/>
          </a:xfrm>
          <a:prstGeom prst="rect">
            <a:avLst/>
          </a:prstGeom>
          <a:solidFill>
            <a:srgbClr val="FF6B6B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" name="anim_o8883_1">
            <a:extLst>
              <a:ext uri="{FF2B5EF4-FFF2-40B4-BE49-F238E27FC236}">
                <a16:creationId xmlns:a16="http://schemas.microsoft.com/office/drawing/2014/main" id="{AB83E461-E0FA-4CA8-BA10-33A23EAE56A8}"/>
              </a:ext>
            </a:extLst>
          </p:cNvPr>
          <p:cNvSpPr>
            <a:spLocks noGrp="1"/>
          </p:cNvSpPr>
          <p:nvPr/>
        </p:nvSpPr>
        <p:spPr>
          <a:xfrm>
            <a:off x="3451991" y="4529302"/>
            <a:ext cx="459828" cy="459828"/>
          </a:xfrm>
          <a:prstGeom prst="rect">
            <a:avLst/>
          </a:prstGeom>
          <a:solidFill>
            <a:srgbClr val="FF6B6B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4" name="anim_o8884_1">
            <a:extLst>
              <a:ext uri="{FF2B5EF4-FFF2-40B4-BE49-F238E27FC236}">
                <a16:creationId xmlns:a16="http://schemas.microsoft.com/office/drawing/2014/main" id="{12A3B49B-8236-4919-958E-72CE30F2B577}"/>
              </a:ext>
            </a:extLst>
          </p:cNvPr>
          <p:cNvSpPr>
            <a:spLocks noGrp="1"/>
          </p:cNvSpPr>
          <p:nvPr/>
        </p:nvSpPr>
        <p:spPr>
          <a:xfrm>
            <a:off x="3911819" y="4529302"/>
            <a:ext cx="459828" cy="459828"/>
          </a:xfrm>
          <a:prstGeom prst="rect">
            <a:avLst/>
          </a:prstGeom>
          <a:solidFill>
            <a:srgbClr val="FF6B6B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5" name="anim_o8885_1">
            <a:extLst>
              <a:ext uri="{FF2B5EF4-FFF2-40B4-BE49-F238E27FC236}">
                <a16:creationId xmlns:a16="http://schemas.microsoft.com/office/drawing/2014/main" id="{3120EBAC-DF22-42AD-BE7A-F7ED82C77F02}"/>
              </a:ext>
            </a:extLst>
          </p:cNvPr>
          <p:cNvSpPr>
            <a:spLocks noGrp="1"/>
          </p:cNvSpPr>
          <p:nvPr/>
        </p:nvSpPr>
        <p:spPr>
          <a:xfrm>
            <a:off x="4371647" y="4529302"/>
            <a:ext cx="459828" cy="459828"/>
          </a:xfrm>
          <a:prstGeom prst="rect">
            <a:avLst/>
          </a:prstGeom>
          <a:solidFill>
            <a:srgbClr val="FF6B6B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6" name="anim_o8886_1">
            <a:extLst>
              <a:ext uri="{FF2B5EF4-FFF2-40B4-BE49-F238E27FC236}">
                <a16:creationId xmlns:a16="http://schemas.microsoft.com/office/drawing/2014/main" id="{7FBD3018-F581-47DE-8724-F1A26809FE9E}"/>
              </a:ext>
            </a:extLst>
          </p:cNvPr>
          <p:cNvSpPr>
            <a:spLocks noGrp="1"/>
          </p:cNvSpPr>
          <p:nvPr/>
        </p:nvSpPr>
        <p:spPr>
          <a:xfrm>
            <a:off x="3451991" y="4989129"/>
            <a:ext cx="459828" cy="459828"/>
          </a:xfrm>
          <a:prstGeom prst="rect">
            <a:avLst/>
          </a:prstGeom>
          <a:solidFill>
            <a:srgbClr val="FF6B6B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7" name="anim_o8887_1">
            <a:extLst>
              <a:ext uri="{FF2B5EF4-FFF2-40B4-BE49-F238E27FC236}">
                <a16:creationId xmlns:a16="http://schemas.microsoft.com/office/drawing/2014/main" id="{DE7A07AC-659B-4618-BB77-E86EAF993229}"/>
              </a:ext>
            </a:extLst>
          </p:cNvPr>
          <p:cNvSpPr>
            <a:spLocks noGrp="1"/>
          </p:cNvSpPr>
          <p:nvPr/>
        </p:nvSpPr>
        <p:spPr>
          <a:xfrm>
            <a:off x="3911819" y="4989129"/>
            <a:ext cx="459828" cy="459828"/>
          </a:xfrm>
          <a:prstGeom prst="rect">
            <a:avLst/>
          </a:prstGeom>
          <a:solidFill>
            <a:srgbClr val="FF6B6B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8" name="anim_o8888_1">
            <a:extLst>
              <a:ext uri="{FF2B5EF4-FFF2-40B4-BE49-F238E27FC236}">
                <a16:creationId xmlns:a16="http://schemas.microsoft.com/office/drawing/2014/main" id="{EDECC35C-F011-4262-9E3E-881C3BFA78D0}"/>
              </a:ext>
            </a:extLst>
          </p:cNvPr>
          <p:cNvSpPr>
            <a:spLocks noGrp="1"/>
          </p:cNvSpPr>
          <p:nvPr/>
        </p:nvSpPr>
        <p:spPr>
          <a:xfrm>
            <a:off x="4371647" y="4989129"/>
            <a:ext cx="459828" cy="459828"/>
          </a:xfrm>
          <a:prstGeom prst="rect">
            <a:avLst/>
          </a:prstGeom>
          <a:solidFill>
            <a:srgbClr val="FF6B6B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" name="anim_o8927_1">
            <a:extLst>
              <a:ext uri="{FF2B5EF4-FFF2-40B4-BE49-F238E27FC236}">
                <a16:creationId xmlns:a16="http://schemas.microsoft.com/office/drawing/2014/main" id="{B019E8A9-44E4-4539-BDF8-FEE516589E77}"/>
              </a:ext>
            </a:extLst>
          </p:cNvPr>
          <p:cNvSpPr>
            <a:spLocks noGrp="1"/>
          </p:cNvSpPr>
          <p:nvPr/>
        </p:nvSpPr>
        <p:spPr>
          <a:xfrm>
            <a:off x="4987487" y="3753835"/>
            <a:ext cx="2791810" cy="171450"/>
          </a:xfrm>
          <a:custGeom>
            <a:avLst/>
            <a:gdLst/>
            <a:ahLst/>
            <a:cxnLst/>
            <a:rect l="0" t="0" r="0" b="0"/>
            <a:pathLst>
              <a:path w="2791810" h="171450">
                <a:moveTo>
                  <a:pt x="0" y="104775"/>
                </a:moveTo>
                <a:lnTo>
                  <a:pt x="2620360" y="104775"/>
                </a:lnTo>
                <a:lnTo>
                  <a:pt x="2620360" y="171450"/>
                </a:lnTo>
                <a:lnTo>
                  <a:pt x="2791810" y="85725"/>
                </a:lnTo>
                <a:lnTo>
                  <a:pt x="2620360" y="0"/>
                </a:lnTo>
                <a:lnTo>
                  <a:pt x="2620360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2540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0" name="anim_o8890_1">
            <a:extLst>
              <a:ext uri="{FF2B5EF4-FFF2-40B4-BE49-F238E27FC236}">
                <a16:creationId xmlns:a16="http://schemas.microsoft.com/office/drawing/2014/main" id="{9C2E9EB0-2A4B-4A1F-8C82-939B2C84768C}"/>
              </a:ext>
            </a:extLst>
          </p:cNvPr>
          <p:cNvSpPr>
            <a:spLocks noGrp="1"/>
          </p:cNvSpPr>
          <p:nvPr/>
        </p:nvSpPr>
        <p:spPr>
          <a:xfrm>
            <a:off x="7984578" y="2689991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" name="anim_o8891_1">
            <a:extLst>
              <a:ext uri="{FF2B5EF4-FFF2-40B4-BE49-F238E27FC236}">
                <a16:creationId xmlns:a16="http://schemas.microsoft.com/office/drawing/2014/main" id="{74088BCF-EC5F-4AA0-BC87-81B1A1C2A676}"/>
              </a:ext>
            </a:extLst>
          </p:cNvPr>
          <p:cNvSpPr>
            <a:spLocks noGrp="1"/>
          </p:cNvSpPr>
          <p:nvPr/>
        </p:nvSpPr>
        <p:spPr>
          <a:xfrm>
            <a:off x="8444405" y="2689991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2" name="anim_o8892_1">
            <a:extLst>
              <a:ext uri="{FF2B5EF4-FFF2-40B4-BE49-F238E27FC236}">
                <a16:creationId xmlns:a16="http://schemas.microsoft.com/office/drawing/2014/main" id="{5A44806D-CDE4-4262-8871-C6C9D9438137}"/>
              </a:ext>
            </a:extLst>
          </p:cNvPr>
          <p:cNvSpPr>
            <a:spLocks noGrp="1"/>
          </p:cNvSpPr>
          <p:nvPr/>
        </p:nvSpPr>
        <p:spPr>
          <a:xfrm>
            <a:off x="8904233" y="2689991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3" name="anim_o8893_1">
            <a:extLst>
              <a:ext uri="{FF2B5EF4-FFF2-40B4-BE49-F238E27FC236}">
                <a16:creationId xmlns:a16="http://schemas.microsoft.com/office/drawing/2014/main" id="{46B5244C-061C-488D-B4B3-A73C4C4AC27D}"/>
              </a:ext>
            </a:extLst>
          </p:cNvPr>
          <p:cNvSpPr>
            <a:spLocks noGrp="1"/>
          </p:cNvSpPr>
          <p:nvPr/>
        </p:nvSpPr>
        <p:spPr>
          <a:xfrm>
            <a:off x="9364060" y="2689991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4" name="anim_o8894_1">
            <a:extLst>
              <a:ext uri="{FF2B5EF4-FFF2-40B4-BE49-F238E27FC236}">
                <a16:creationId xmlns:a16="http://schemas.microsoft.com/office/drawing/2014/main" id="{849408EF-14FE-4E76-828A-0F01A2E29D09}"/>
              </a:ext>
            </a:extLst>
          </p:cNvPr>
          <p:cNvSpPr>
            <a:spLocks noGrp="1"/>
          </p:cNvSpPr>
          <p:nvPr/>
        </p:nvSpPr>
        <p:spPr>
          <a:xfrm>
            <a:off x="9823888" y="2689991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5" name="anim_o8895_1">
            <a:extLst>
              <a:ext uri="{FF2B5EF4-FFF2-40B4-BE49-F238E27FC236}">
                <a16:creationId xmlns:a16="http://schemas.microsoft.com/office/drawing/2014/main" id="{A81C52D0-8359-4F0D-ACC2-3ACC39810C68}"/>
              </a:ext>
            </a:extLst>
          </p:cNvPr>
          <p:cNvSpPr>
            <a:spLocks noGrp="1"/>
          </p:cNvSpPr>
          <p:nvPr/>
        </p:nvSpPr>
        <p:spPr>
          <a:xfrm>
            <a:off x="7984578" y="3149819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6" name="anim_o8896_1">
            <a:extLst>
              <a:ext uri="{FF2B5EF4-FFF2-40B4-BE49-F238E27FC236}">
                <a16:creationId xmlns:a16="http://schemas.microsoft.com/office/drawing/2014/main" id="{0D36D1F4-5AE3-4FD4-B623-93EF7900A878}"/>
              </a:ext>
            </a:extLst>
          </p:cNvPr>
          <p:cNvSpPr>
            <a:spLocks noGrp="1"/>
          </p:cNvSpPr>
          <p:nvPr/>
        </p:nvSpPr>
        <p:spPr>
          <a:xfrm>
            <a:off x="8444405" y="3149819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7" name="anim_o8897_1">
            <a:extLst>
              <a:ext uri="{FF2B5EF4-FFF2-40B4-BE49-F238E27FC236}">
                <a16:creationId xmlns:a16="http://schemas.microsoft.com/office/drawing/2014/main" id="{50C70701-B00E-4340-9A3B-332B3BB85A37}"/>
              </a:ext>
            </a:extLst>
          </p:cNvPr>
          <p:cNvSpPr>
            <a:spLocks noGrp="1"/>
          </p:cNvSpPr>
          <p:nvPr/>
        </p:nvSpPr>
        <p:spPr>
          <a:xfrm>
            <a:off x="8904233" y="3149819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8" name="anim_o8898_1">
            <a:extLst>
              <a:ext uri="{FF2B5EF4-FFF2-40B4-BE49-F238E27FC236}">
                <a16:creationId xmlns:a16="http://schemas.microsoft.com/office/drawing/2014/main" id="{A6F01582-53BA-4A0E-A7DE-40F9C79904CB}"/>
              </a:ext>
            </a:extLst>
          </p:cNvPr>
          <p:cNvSpPr>
            <a:spLocks noGrp="1"/>
          </p:cNvSpPr>
          <p:nvPr/>
        </p:nvSpPr>
        <p:spPr>
          <a:xfrm>
            <a:off x="9364060" y="3149819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9" name="anim_o8899_1">
            <a:extLst>
              <a:ext uri="{FF2B5EF4-FFF2-40B4-BE49-F238E27FC236}">
                <a16:creationId xmlns:a16="http://schemas.microsoft.com/office/drawing/2014/main" id="{A21879FB-919B-4267-9321-57B6EBB4FBF5}"/>
              </a:ext>
            </a:extLst>
          </p:cNvPr>
          <p:cNvSpPr>
            <a:spLocks noGrp="1"/>
          </p:cNvSpPr>
          <p:nvPr/>
        </p:nvSpPr>
        <p:spPr>
          <a:xfrm>
            <a:off x="9823888" y="3149819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0" name="anim_o8900_1">
            <a:extLst>
              <a:ext uri="{FF2B5EF4-FFF2-40B4-BE49-F238E27FC236}">
                <a16:creationId xmlns:a16="http://schemas.microsoft.com/office/drawing/2014/main" id="{C06DBD27-6CDC-491A-88D7-E8238A5DADE0}"/>
              </a:ext>
            </a:extLst>
          </p:cNvPr>
          <p:cNvSpPr>
            <a:spLocks noGrp="1"/>
          </p:cNvSpPr>
          <p:nvPr/>
        </p:nvSpPr>
        <p:spPr>
          <a:xfrm>
            <a:off x="7984578" y="3609647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1" name="anim_o8901_1">
            <a:extLst>
              <a:ext uri="{FF2B5EF4-FFF2-40B4-BE49-F238E27FC236}">
                <a16:creationId xmlns:a16="http://schemas.microsoft.com/office/drawing/2014/main" id="{F3D422C0-CEBC-4C18-B4EA-CEE98229C513}"/>
              </a:ext>
            </a:extLst>
          </p:cNvPr>
          <p:cNvSpPr>
            <a:spLocks noGrp="1"/>
          </p:cNvSpPr>
          <p:nvPr/>
        </p:nvSpPr>
        <p:spPr>
          <a:xfrm>
            <a:off x="8444405" y="3609647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2" name="anim_o8902_1">
            <a:extLst>
              <a:ext uri="{FF2B5EF4-FFF2-40B4-BE49-F238E27FC236}">
                <a16:creationId xmlns:a16="http://schemas.microsoft.com/office/drawing/2014/main" id="{A982BAF8-1B28-44D7-B811-04B078A42547}"/>
              </a:ext>
            </a:extLst>
          </p:cNvPr>
          <p:cNvSpPr>
            <a:spLocks noGrp="1"/>
          </p:cNvSpPr>
          <p:nvPr/>
        </p:nvSpPr>
        <p:spPr>
          <a:xfrm>
            <a:off x="8904233" y="3609647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3" name="anim_o8903_1">
            <a:extLst>
              <a:ext uri="{FF2B5EF4-FFF2-40B4-BE49-F238E27FC236}">
                <a16:creationId xmlns:a16="http://schemas.microsoft.com/office/drawing/2014/main" id="{915DA674-987B-4862-B04D-632CF0BDC8BC}"/>
              </a:ext>
            </a:extLst>
          </p:cNvPr>
          <p:cNvSpPr>
            <a:spLocks noGrp="1"/>
          </p:cNvSpPr>
          <p:nvPr/>
        </p:nvSpPr>
        <p:spPr>
          <a:xfrm>
            <a:off x="9364060" y="3609647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4" name="anim_o8904_1">
            <a:extLst>
              <a:ext uri="{FF2B5EF4-FFF2-40B4-BE49-F238E27FC236}">
                <a16:creationId xmlns:a16="http://schemas.microsoft.com/office/drawing/2014/main" id="{2173EA56-55ED-4C61-9208-4EAD741A2E3C}"/>
              </a:ext>
            </a:extLst>
          </p:cNvPr>
          <p:cNvSpPr>
            <a:spLocks noGrp="1"/>
          </p:cNvSpPr>
          <p:nvPr/>
        </p:nvSpPr>
        <p:spPr>
          <a:xfrm>
            <a:off x="9823888" y="3609647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5" name="anim_o8905_1">
            <a:extLst>
              <a:ext uri="{FF2B5EF4-FFF2-40B4-BE49-F238E27FC236}">
                <a16:creationId xmlns:a16="http://schemas.microsoft.com/office/drawing/2014/main" id="{35CBF446-6F3D-4193-9ED5-937B5D5BB1E7}"/>
              </a:ext>
            </a:extLst>
          </p:cNvPr>
          <p:cNvSpPr>
            <a:spLocks noGrp="1"/>
          </p:cNvSpPr>
          <p:nvPr/>
        </p:nvSpPr>
        <p:spPr>
          <a:xfrm>
            <a:off x="7984578" y="4069474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6" name="anim_o8906_1">
            <a:extLst>
              <a:ext uri="{FF2B5EF4-FFF2-40B4-BE49-F238E27FC236}">
                <a16:creationId xmlns:a16="http://schemas.microsoft.com/office/drawing/2014/main" id="{4097AD99-1104-433F-B4CA-24F82AA5BF37}"/>
              </a:ext>
            </a:extLst>
          </p:cNvPr>
          <p:cNvSpPr>
            <a:spLocks noGrp="1"/>
          </p:cNvSpPr>
          <p:nvPr/>
        </p:nvSpPr>
        <p:spPr>
          <a:xfrm>
            <a:off x="8444405" y="4069474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7" name="anim_o8907_1">
            <a:extLst>
              <a:ext uri="{FF2B5EF4-FFF2-40B4-BE49-F238E27FC236}">
                <a16:creationId xmlns:a16="http://schemas.microsoft.com/office/drawing/2014/main" id="{1B94A9DA-FB17-4A5B-A868-D82F0CF6CE4E}"/>
              </a:ext>
            </a:extLst>
          </p:cNvPr>
          <p:cNvSpPr>
            <a:spLocks noGrp="1"/>
          </p:cNvSpPr>
          <p:nvPr/>
        </p:nvSpPr>
        <p:spPr>
          <a:xfrm>
            <a:off x="8904233" y="4069474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8" name="anim_o8908_1">
            <a:extLst>
              <a:ext uri="{FF2B5EF4-FFF2-40B4-BE49-F238E27FC236}">
                <a16:creationId xmlns:a16="http://schemas.microsoft.com/office/drawing/2014/main" id="{05CA17CA-D750-4C46-AC71-DA7281210CBD}"/>
              </a:ext>
            </a:extLst>
          </p:cNvPr>
          <p:cNvSpPr>
            <a:spLocks noGrp="1"/>
          </p:cNvSpPr>
          <p:nvPr/>
        </p:nvSpPr>
        <p:spPr>
          <a:xfrm>
            <a:off x="9364060" y="4069474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9" name="anim_o8909_1">
            <a:extLst>
              <a:ext uri="{FF2B5EF4-FFF2-40B4-BE49-F238E27FC236}">
                <a16:creationId xmlns:a16="http://schemas.microsoft.com/office/drawing/2014/main" id="{E59D404C-1E2F-4505-BC46-FE4580CC2F9B}"/>
              </a:ext>
            </a:extLst>
          </p:cNvPr>
          <p:cNvSpPr>
            <a:spLocks noGrp="1"/>
          </p:cNvSpPr>
          <p:nvPr/>
        </p:nvSpPr>
        <p:spPr>
          <a:xfrm>
            <a:off x="9823888" y="4069474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0" name="anim_o8910_1">
            <a:extLst>
              <a:ext uri="{FF2B5EF4-FFF2-40B4-BE49-F238E27FC236}">
                <a16:creationId xmlns:a16="http://schemas.microsoft.com/office/drawing/2014/main" id="{4E081669-181A-4C38-B546-C9AF3486EA98}"/>
              </a:ext>
            </a:extLst>
          </p:cNvPr>
          <p:cNvSpPr>
            <a:spLocks noGrp="1"/>
          </p:cNvSpPr>
          <p:nvPr/>
        </p:nvSpPr>
        <p:spPr>
          <a:xfrm>
            <a:off x="7984578" y="4529302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1" name="anim_o8911_1">
            <a:extLst>
              <a:ext uri="{FF2B5EF4-FFF2-40B4-BE49-F238E27FC236}">
                <a16:creationId xmlns:a16="http://schemas.microsoft.com/office/drawing/2014/main" id="{4EDE68E3-BD95-4EC0-99FE-B9DCE481622B}"/>
              </a:ext>
            </a:extLst>
          </p:cNvPr>
          <p:cNvSpPr>
            <a:spLocks noGrp="1"/>
          </p:cNvSpPr>
          <p:nvPr/>
        </p:nvSpPr>
        <p:spPr>
          <a:xfrm>
            <a:off x="8444405" y="4529302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2" name="anim_o8912_1">
            <a:extLst>
              <a:ext uri="{FF2B5EF4-FFF2-40B4-BE49-F238E27FC236}">
                <a16:creationId xmlns:a16="http://schemas.microsoft.com/office/drawing/2014/main" id="{ADCC36DF-F292-4658-9FB5-9F54B1AAEB2A}"/>
              </a:ext>
            </a:extLst>
          </p:cNvPr>
          <p:cNvSpPr>
            <a:spLocks noGrp="1"/>
          </p:cNvSpPr>
          <p:nvPr/>
        </p:nvSpPr>
        <p:spPr>
          <a:xfrm>
            <a:off x="8904233" y="4529302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3" name="anim_o8913_1">
            <a:extLst>
              <a:ext uri="{FF2B5EF4-FFF2-40B4-BE49-F238E27FC236}">
                <a16:creationId xmlns:a16="http://schemas.microsoft.com/office/drawing/2014/main" id="{D3B05F59-C7EF-4979-A046-A53E028B4DEF}"/>
              </a:ext>
            </a:extLst>
          </p:cNvPr>
          <p:cNvSpPr>
            <a:spLocks noGrp="1"/>
          </p:cNvSpPr>
          <p:nvPr/>
        </p:nvSpPr>
        <p:spPr>
          <a:xfrm>
            <a:off x="9364060" y="4529302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4" name="anim_o8914_1">
            <a:extLst>
              <a:ext uri="{FF2B5EF4-FFF2-40B4-BE49-F238E27FC236}">
                <a16:creationId xmlns:a16="http://schemas.microsoft.com/office/drawing/2014/main" id="{152E7346-2152-4B96-8D3E-86F17BD3551F}"/>
              </a:ext>
            </a:extLst>
          </p:cNvPr>
          <p:cNvSpPr>
            <a:spLocks noGrp="1"/>
          </p:cNvSpPr>
          <p:nvPr/>
        </p:nvSpPr>
        <p:spPr>
          <a:xfrm>
            <a:off x="9823888" y="4529302"/>
            <a:ext cx="459828" cy="459828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FF6B6B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5" name="anim_o8948_1">
            <a:extLst>
              <a:ext uri="{FF2B5EF4-FFF2-40B4-BE49-F238E27FC236}">
                <a16:creationId xmlns:a16="http://schemas.microsoft.com/office/drawing/2014/main" id="{FCECDAEF-F045-4E80-942B-29B551462D9C}"/>
              </a:ext>
            </a:extLst>
          </p:cNvPr>
          <p:cNvSpPr>
            <a:spLocks noGrp="1"/>
          </p:cNvSpPr>
          <p:nvPr/>
        </p:nvSpPr>
        <p:spPr>
          <a:xfrm>
            <a:off x="7984578" y="2689991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6" name="anim_o8949_1">
            <a:extLst>
              <a:ext uri="{FF2B5EF4-FFF2-40B4-BE49-F238E27FC236}">
                <a16:creationId xmlns:a16="http://schemas.microsoft.com/office/drawing/2014/main" id="{4EE1294F-C1ED-4F0C-B727-1DA13E8F505D}"/>
              </a:ext>
            </a:extLst>
          </p:cNvPr>
          <p:cNvSpPr>
            <a:spLocks noGrp="1"/>
          </p:cNvSpPr>
          <p:nvPr/>
        </p:nvSpPr>
        <p:spPr>
          <a:xfrm>
            <a:off x="8444405" y="2689991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7" name="anim_o8950_1">
            <a:extLst>
              <a:ext uri="{FF2B5EF4-FFF2-40B4-BE49-F238E27FC236}">
                <a16:creationId xmlns:a16="http://schemas.microsoft.com/office/drawing/2014/main" id="{0B5DE19C-D196-49DF-92EF-C5F2E549E837}"/>
              </a:ext>
            </a:extLst>
          </p:cNvPr>
          <p:cNvSpPr>
            <a:spLocks noGrp="1"/>
          </p:cNvSpPr>
          <p:nvPr/>
        </p:nvSpPr>
        <p:spPr>
          <a:xfrm>
            <a:off x="8904233" y="2689991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8" name="anim_o8951_1">
            <a:extLst>
              <a:ext uri="{FF2B5EF4-FFF2-40B4-BE49-F238E27FC236}">
                <a16:creationId xmlns:a16="http://schemas.microsoft.com/office/drawing/2014/main" id="{BF7C362D-A5D9-40FE-8148-09E9A2F78E0C}"/>
              </a:ext>
            </a:extLst>
          </p:cNvPr>
          <p:cNvSpPr>
            <a:spLocks noGrp="1"/>
          </p:cNvSpPr>
          <p:nvPr/>
        </p:nvSpPr>
        <p:spPr>
          <a:xfrm>
            <a:off x="9364060" y="2689991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9" name="anim_o8952_1">
            <a:extLst>
              <a:ext uri="{FF2B5EF4-FFF2-40B4-BE49-F238E27FC236}">
                <a16:creationId xmlns:a16="http://schemas.microsoft.com/office/drawing/2014/main" id="{0BB85695-31B1-4206-A33C-65E48AB63958}"/>
              </a:ext>
            </a:extLst>
          </p:cNvPr>
          <p:cNvSpPr>
            <a:spLocks noGrp="1"/>
          </p:cNvSpPr>
          <p:nvPr/>
        </p:nvSpPr>
        <p:spPr>
          <a:xfrm>
            <a:off x="9823888" y="2689991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0" name="anim_o8953_1">
            <a:extLst>
              <a:ext uri="{FF2B5EF4-FFF2-40B4-BE49-F238E27FC236}">
                <a16:creationId xmlns:a16="http://schemas.microsoft.com/office/drawing/2014/main" id="{4CEAC281-496A-41BE-985A-4EAD0142A3A6}"/>
              </a:ext>
            </a:extLst>
          </p:cNvPr>
          <p:cNvSpPr>
            <a:spLocks noGrp="1"/>
          </p:cNvSpPr>
          <p:nvPr/>
        </p:nvSpPr>
        <p:spPr>
          <a:xfrm>
            <a:off x="7984578" y="3149819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1" name="anim_o8954_1">
            <a:extLst>
              <a:ext uri="{FF2B5EF4-FFF2-40B4-BE49-F238E27FC236}">
                <a16:creationId xmlns:a16="http://schemas.microsoft.com/office/drawing/2014/main" id="{A8113B73-AC8D-4842-A245-E0595375D6E9}"/>
              </a:ext>
            </a:extLst>
          </p:cNvPr>
          <p:cNvSpPr>
            <a:spLocks noGrp="1"/>
          </p:cNvSpPr>
          <p:nvPr/>
        </p:nvSpPr>
        <p:spPr>
          <a:xfrm>
            <a:off x="8444405" y="3149819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2" name="anim_o8955_1">
            <a:extLst>
              <a:ext uri="{FF2B5EF4-FFF2-40B4-BE49-F238E27FC236}">
                <a16:creationId xmlns:a16="http://schemas.microsoft.com/office/drawing/2014/main" id="{45A6DBD4-A770-47D1-9D56-B5A8B26F8159}"/>
              </a:ext>
            </a:extLst>
          </p:cNvPr>
          <p:cNvSpPr>
            <a:spLocks noGrp="1"/>
          </p:cNvSpPr>
          <p:nvPr/>
        </p:nvSpPr>
        <p:spPr>
          <a:xfrm>
            <a:off x="8904233" y="3149819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3" name="anim_o8956_1">
            <a:extLst>
              <a:ext uri="{FF2B5EF4-FFF2-40B4-BE49-F238E27FC236}">
                <a16:creationId xmlns:a16="http://schemas.microsoft.com/office/drawing/2014/main" id="{3E67B998-EB29-4011-A4EB-2BCFB7793538}"/>
              </a:ext>
            </a:extLst>
          </p:cNvPr>
          <p:cNvSpPr>
            <a:spLocks noGrp="1"/>
          </p:cNvSpPr>
          <p:nvPr/>
        </p:nvSpPr>
        <p:spPr>
          <a:xfrm>
            <a:off x="9364060" y="3149819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4" name="anim_o8957_1">
            <a:extLst>
              <a:ext uri="{FF2B5EF4-FFF2-40B4-BE49-F238E27FC236}">
                <a16:creationId xmlns:a16="http://schemas.microsoft.com/office/drawing/2014/main" id="{CE797B93-D44B-4608-B423-F7F09F25A9A9}"/>
              </a:ext>
            </a:extLst>
          </p:cNvPr>
          <p:cNvSpPr>
            <a:spLocks noGrp="1"/>
          </p:cNvSpPr>
          <p:nvPr/>
        </p:nvSpPr>
        <p:spPr>
          <a:xfrm>
            <a:off x="9823888" y="3149819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5" name="anim_o8958_1">
            <a:extLst>
              <a:ext uri="{FF2B5EF4-FFF2-40B4-BE49-F238E27FC236}">
                <a16:creationId xmlns:a16="http://schemas.microsoft.com/office/drawing/2014/main" id="{6536704C-95C6-40AF-80CC-8BDD49A183A5}"/>
              </a:ext>
            </a:extLst>
          </p:cNvPr>
          <p:cNvSpPr>
            <a:spLocks noGrp="1"/>
          </p:cNvSpPr>
          <p:nvPr/>
        </p:nvSpPr>
        <p:spPr>
          <a:xfrm>
            <a:off x="7984578" y="3609647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6" name="anim_o8959_1">
            <a:extLst>
              <a:ext uri="{FF2B5EF4-FFF2-40B4-BE49-F238E27FC236}">
                <a16:creationId xmlns:a16="http://schemas.microsoft.com/office/drawing/2014/main" id="{891A17CA-B06C-4DF0-99E7-0DECFA5578F5}"/>
              </a:ext>
            </a:extLst>
          </p:cNvPr>
          <p:cNvSpPr>
            <a:spLocks noGrp="1"/>
          </p:cNvSpPr>
          <p:nvPr/>
        </p:nvSpPr>
        <p:spPr>
          <a:xfrm>
            <a:off x="8444405" y="3609647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7" name="anim_o8960_1">
            <a:extLst>
              <a:ext uri="{FF2B5EF4-FFF2-40B4-BE49-F238E27FC236}">
                <a16:creationId xmlns:a16="http://schemas.microsoft.com/office/drawing/2014/main" id="{1562D2E2-25DC-40E9-B3AD-EC8244A771EC}"/>
              </a:ext>
            </a:extLst>
          </p:cNvPr>
          <p:cNvSpPr>
            <a:spLocks noGrp="1"/>
          </p:cNvSpPr>
          <p:nvPr/>
        </p:nvSpPr>
        <p:spPr>
          <a:xfrm>
            <a:off x="8904233" y="3609647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8" name="anim_o8961_1">
            <a:extLst>
              <a:ext uri="{FF2B5EF4-FFF2-40B4-BE49-F238E27FC236}">
                <a16:creationId xmlns:a16="http://schemas.microsoft.com/office/drawing/2014/main" id="{40D9C464-BAFF-4A7F-9491-FA4ECB89503F}"/>
              </a:ext>
            </a:extLst>
          </p:cNvPr>
          <p:cNvSpPr>
            <a:spLocks noGrp="1"/>
          </p:cNvSpPr>
          <p:nvPr/>
        </p:nvSpPr>
        <p:spPr>
          <a:xfrm>
            <a:off x="9364060" y="3609647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9" name="anim_o8962_1">
            <a:extLst>
              <a:ext uri="{FF2B5EF4-FFF2-40B4-BE49-F238E27FC236}">
                <a16:creationId xmlns:a16="http://schemas.microsoft.com/office/drawing/2014/main" id="{B67FBFFA-895E-4F43-B6C8-8811AE3D7F71}"/>
              </a:ext>
            </a:extLst>
          </p:cNvPr>
          <p:cNvSpPr>
            <a:spLocks noGrp="1"/>
          </p:cNvSpPr>
          <p:nvPr/>
        </p:nvSpPr>
        <p:spPr>
          <a:xfrm>
            <a:off x="9823888" y="3609647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0" name="anim_o8963_1">
            <a:extLst>
              <a:ext uri="{FF2B5EF4-FFF2-40B4-BE49-F238E27FC236}">
                <a16:creationId xmlns:a16="http://schemas.microsoft.com/office/drawing/2014/main" id="{D588EEF3-9C81-4E21-B52F-90F4D7762610}"/>
              </a:ext>
            </a:extLst>
          </p:cNvPr>
          <p:cNvSpPr>
            <a:spLocks noGrp="1"/>
          </p:cNvSpPr>
          <p:nvPr/>
        </p:nvSpPr>
        <p:spPr>
          <a:xfrm>
            <a:off x="7984578" y="4069474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1" name="anim_o8964_1">
            <a:extLst>
              <a:ext uri="{FF2B5EF4-FFF2-40B4-BE49-F238E27FC236}">
                <a16:creationId xmlns:a16="http://schemas.microsoft.com/office/drawing/2014/main" id="{DA8F9C4F-2C26-45D6-A38B-20C18D1B5E4E}"/>
              </a:ext>
            </a:extLst>
          </p:cNvPr>
          <p:cNvSpPr>
            <a:spLocks noGrp="1"/>
          </p:cNvSpPr>
          <p:nvPr/>
        </p:nvSpPr>
        <p:spPr>
          <a:xfrm>
            <a:off x="8444405" y="4069474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2" name="anim_o8965_1">
            <a:extLst>
              <a:ext uri="{FF2B5EF4-FFF2-40B4-BE49-F238E27FC236}">
                <a16:creationId xmlns:a16="http://schemas.microsoft.com/office/drawing/2014/main" id="{9C46F4C9-AF4B-4119-8D08-8E85586ACE40}"/>
              </a:ext>
            </a:extLst>
          </p:cNvPr>
          <p:cNvSpPr>
            <a:spLocks noGrp="1"/>
          </p:cNvSpPr>
          <p:nvPr/>
        </p:nvSpPr>
        <p:spPr>
          <a:xfrm>
            <a:off x="8904233" y="4069474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3" name="anim_o8966_1">
            <a:extLst>
              <a:ext uri="{FF2B5EF4-FFF2-40B4-BE49-F238E27FC236}">
                <a16:creationId xmlns:a16="http://schemas.microsoft.com/office/drawing/2014/main" id="{18B90FBA-0925-44F1-94E8-42E5F2F3FE28}"/>
              </a:ext>
            </a:extLst>
          </p:cNvPr>
          <p:cNvSpPr>
            <a:spLocks noGrp="1"/>
          </p:cNvSpPr>
          <p:nvPr/>
        </p:nvSpPr>
        <p:spPr>
          <a:xfrm>
            <a:off x="9364060" y="4069474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4" name="anim_o8967_1">
            <a:extLst>
              <a:ext uri="{FF2B5EF4-FFF2-40B4-BE49-F238E27FC236}">
                <a16:creationId xmlns:a16="http://schemas.microsoft.com/office/drawing/2014/main" id="{9A520B13-C347-4695-94AB-9B8FF464B1E8}"/>
              </a:ext>
            </a:extLst>
          </p:cNvPr>
          <p:cNvSpPr>
            <a:spLocks noGrp="1"/>
          </p:cNvSpPr>
          <p:nvPr/>
        </p:nvSpPr>
        <p:spPr>
          <a:xfrm>
            <a:off x="9823888" y="4069474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5" name="anim_o8968_1">
            <a:extLst>
              <a:ext uri="{FF2B5EF4-FFF2-40B4-BE49-F238E27FC236}">
                <a16:creationId xmlns:a16="http://schemas.microsoft.com/office/drawing/2014/main" id="{04E16EC8-2FBA-49BC-ADCF-37B2328FFA37}"/>
              </a:ext>
            </a:extLst>
          </p:cNvPr>
          <p:cNvSpPr>
            <a:spLocks noGrp="1"/>
          </p:cNvSpPr>
          <p:nvPr/>
        </p:nvSpPr>
        <p:spPr>
          <a:xfrm>
            <a:off x="7984578" y="4529302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6" name="anim_o8969_1">
            <a:extLst>
              <a:ext uri="{FF2B5EF4-FFF2-40B4-BE49-F238E27FC236}">
                <a16:creationId xmlns:a16="http://schemas.microsoft.com/office/drawing/2014/main" id="{89FAA912-FCE3-434E-AE4A-2EC245032DFF}"/>
              </a:ext>
            </a:extLst>
          </p:cNvPr>
          <p:cNvSpPr>
            <a:spLocks noGrp="1"/>
          </p:cNvSpPr>
          <p:nvPr/>
        </p:nvSpPr>
        <p:spPr>
          <a:xfrm>
            <a:off x="8444405" y="4529302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7" name="anim_o8970_1">
            <a:extLst>
              <a:ext uri="{FF2B5EF4-FFF2-40B4-BE49-F238E27FC236}">
                <a16:creationId xmlns:a16="http://schemas.microsoft.com/office/drawing/2014/main" id="{1BA54CC2-8988-420C-86A3-C3A02C9FC8DD}"/>
              </a:ext>
            </a:extLst>
          </p:cNvPr>
          <p:cNvSpPr>
            <a:spLocks noGrp="1"/>
          </p:cNvSpPr>
          <p:nvPr/>
        </p:nvSpPr>
        <p:spPr>
          <a:xfrm>
            <a:off x="8904233" y="4529302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8" name="anim_o8971_1">
            <a:extLst>
              <a:ext uri="{FF2B5EF4-FFF2-40B4-BE49-F238E27FC236}">
                <a16:creationId xmlns:a16="http://schemas.microsoft.com/office/drawing/2014/main" id="{CDD628F6-FF51-4164-BCA8-370E0F4353D2}"/>
              </a:ext>
            </a:extLst>
          </p:cNvPr>
          <p:cNvSpPr>
            <a:spLocks noGrp="1"/>
          </p:cNvSpPr>
          <p:nvPr/>
        </p:nvSpPr>
        <p:spPr>
          <a:xfrm>
            <a:off x="9364060" y="4529302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9" name="anim_o8972_1">
            <a:extLst>
              <a:ext uri="{FF2B5EF4-FFF2-40B4-BE49-F238E27FC236}">
                <a16:creationId xmlns:a16="http://schemas.microsoft.com/office/drawing/2014/main" id="{741F5D59-D55D-42A8-981F-4208A06D6C22}"/>
              </a:ext>
            </a:extLst>
          </p:cNvPr>
          <p:cNvSpPr>
            <a:spLocks noGrp="1"/>
          </p:cNvSpPr>
          <p:nvPr/>
        </p:nvSpPr>
        <p:spPr>
          <a:xfrm>
            <a:off x="9823888" y="4529302"/>
            <a:ext cx="459828" cy="459828"/>
          </a:xfrm>
          <a:prstGeom prst="rect">
            <a:avLst/>
          </a:prstGeom>
          <a:solidFill>
            <a:srgbClr val="FF6B6B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0" name="anim_o8937_1">
            <a:extLst>
              <a:ext uri="{FF2B5EF4-FFF2-40B4-BE49-F238E27FC236}">
                <a16:creationId xmlns:a16="http://schemas.microsoft.com/office/drawing/2014/main" id="{92378512-1F51-4B9C-B814-0A2565CCD344}"/>
              </a:ext>
            </a:extLst>
          </p:cNvPr>
          <p:cNvSpPr>
            <a:spLocks noGrp="1"/>
          </p:cNvSpPr>
          <p:nvPr/>
        </p:nvSpPr>
        <p:spPr>
          <a:xfrm>
            <a:off x="7984578" y="1663591"/>
            <a:ext cx="2299138" cy="697953"/>
          </a:xfrm>
          <a:prstGeom prst="roundRect">
            <a:avLst>
              <a:gd name="adj" fmla="val 10918"/>
            </a:avLst>
          </a:prstGeom>
          <a:solidFill>
            <a:srgbClr val="000000">
              <a:alpha val="80000"/>
            </a:srgbClr>
          </a:solidFill>
          <a:ln w="15875">
            <a:solidFill>
              <a:srgbClr val="FFD7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1" name="anim_to8788_0_1">
            <a:extLst>
              <a:ext uri="{FF2B5EF4-FFF2-40B4-BE49-F238E27FC236}">
                <a16:creationId xmlns:a16="http://schemas.microsoft.com/office/drawing/2014/main" id="{54BC95CA-5E55-4BA9-9BB6-41E8FA8B5BA9}"/>
              </a:ext>
            </a:extLst>
          </p:cNvPr>
          <p:cNvSpPr>
            <a:spLocks noGrp="1"/>
          </p:cNvSpPr>
          <p:nvPr/>
        </p:nvSpPr>
        <p:spPr>
          <a:xfrm>
            <a:off x="1367989" y="399767"/>
            <a:ext cx="9475071" cy="7395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659" b="1">
                <a:solidFill>
                  <a:srgbClr val="FF6B6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659" b="1">
                <a:solidFill>
                  <a:srgbClr val="FF6B6B"/>
                </a:solidFill>
                <a:latin typeface="Consolas"/>
                <a:ea typeface="Consolas"/>
                <a:cs typeface="Consolas"/>
              </a:defRPr>
            </a:pPr>
            <a:r>
              <a:rPr sz="4659" b="1">
                <a:solidFill>
                  <a:srgbClr val="FF6B6B"/>
                </a:solidFill>
                <a:latin typeface="Consolas"/>
                <a:ea typeface="Consolas"/>
                <a:cs typeface="Consolas"/>
              </a:rPr>
              <a:t>Convolution with Dilation = 1</a:t>
            </a:r>
          </a:p>
        </p:txBody>
      </p:sp>
      <p:sp>
        <p:nvSpPr>
          <p:cNvPr id="112" name="anim_to8868_0_1">
            <a:extLst>
              <a:ext uri="{FF2B5EF4-FFF2-40B4-BE49-F238E27FC236}">
                <a16:creationId xmlns:a16="http://schemas.microsoft.com/office/drawing/2014/main" id="{EE3CFBA6-4271-4A52-9607-B8E2D66AFDC4}"/>
              </a:ext>
            </a:extLst>
          </p:cNvPr>
          <p:cNvSpPr>
            <a:spLocks noGrp="1"/>
          </p:cNvSpPr>
          <p:nvPr/>
        </p:nvSpPr>
        <p:spPr>
          <a:xfrm>
            <a:off x="1797714" y="5798962"/>
            <a:ext cx="2867777" cy="64310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051" b="1">
                <a:solidFill>
                  <a:srgbClr val="6699CC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051" b="1">
                <a:solidFill>
                  <a:srgbClr val="6699CC"/>
                </a:solidFill>
                <a:latin typeface="Consolas"/>
                <a:ea typeface="Consolas"/>
                <a:cs typeface="Consolas"/>
              </a:defRPr>
            </a:pPr>
            <a:r>
              <a:rPr sz="4051" b="1">
                <a:solidFill>
                  <a:srgbClr val="6699CC"/>
                </a:solidFill>
                <a:latin typeface="Consolas"/>
                <a:ea typeface="Consolas"/>
                <a:cs typeface="Consolas"/>
              </a:rPr>
              <a:t>Input: 7x7</a:t>
            </a:r>
          </a:p>
        </p:txBody>
      </p:sp>
      <p:sp>
        <p:nvSpPr>
          <p:cNvPr id="113" name="anim_to8928_0_1">
            <a:extLst>
              <a:ext uri="{FF2B5EF4-FFF2-40B4-BE49-F238E27FC236}">
                <a16:creationId xmlns:a16="http://schemas.microsoft.com/office/drawing/2014/main" id="{AE7AC8D5-571A-4BE2-AF9D-B0074E33D278}"/>
              </a:ext>
            </a:extLst>
          </p:cNvPr>
          <p:cNvSpPr>
            <a:spLocks noGrp="1"/>
          </p:cNvSpPr>
          <p:nvPr/>
        </p:nvSpPr>
        <p:spPr>
          <a:xfrm>
            <a:off x="5581558" y="3310010"/>
            <a:ext cx="1622719" cy="45017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836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2836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2836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3x3, d=1</a:t>
            </a:r>
          </a:p>
        </p:txBody>
      </p:sp>
      <p:sp>
        <p:nvSpPr>
          <p:cNvPr id="114" name="anim_to8915_0_1">
            <a:extLst>
              <a:ext uri="{FF2B5EF4-FFF2-40B4-BE49-F238E27FC236}">
                <a16:creationId xmlns:a16="http://schemas.microsoft.com/office/drawing/2014/main" id="{005A0196-490C-4EB3-B17F-CF9CF0775DBD}"/>
              </a:ext>
            </a:extLst>
          </p:cNvPr>
          <p:cNvSpPr>
            <a:spLocks noGrp="1"/>
          </p:cNvSpPr>
          <p:nvPr/>
        </p:nvSpPr>
        <p:spPr>
          <a:xfrm>
            <a:off x="7568299" y="5339135"/>
            <a:ext cx="3150744" cy="64310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051" b="1">
                <a:solidFill>
                  <a:srgbClr val="FF6B6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051" b="1">
                <a:solidFill>
                  <a:srgbClr val="FF6B6B"/>
                </a:solidFill>
                <a:latin typeface="Consolas"/>
                <a:ea typeface="Consolas"/>
                <a:cs typeface="Consolas"/>
              </a:defRPr>
            </a:pPr>
            <a:r>
              <a:rPr sz="4051" b="1">
                <a:solidFill>
                  <a:srgbClr val="FF6B6B"/>
                </a:solidFill>
                <a:latin typeface="Consolas"/>
                <a:ea typeface="Consolas"/>
                <a:cs typeface="Consolas"/>
              </a:rPr>
              <a:t>Output: 5x5</a:t>
            </a:r>
          </a:p>
        </p:txBody>
      </p:sp>
      <p:sp>
        <p:nvSpPr>
          <p:cNvPr id="115" name="anim_to8938_0_1">
            <a:extLst>
              <a:ext uri="{FF2B5EF4-FFF2-40B4-BE49-F238E27FC236}">
                <a16:creationId xmlns:a16="http://schemas.microsoft.com/office/drawing/2014/main" id="{CC5191F6-8467-4CCF-947E-EB6E0D590FD1}"/>
              </a:ext>
            </a:extLst>
          </p:cNvPr>
          <p:cNvSpPr>
            <a:spLocks noGrp="1"/>
          </p:cNvSpPr>
          <p:nvPr/>
        </p:nvSpPr>
        <p:spPr>
          <a:xfrm>
            <a:off x="8275719" y="1771278"/>
            <a:ext cx="1735906" cy="48233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38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38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3038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RF = 3x3</a:t>
            </a:r>
          </a:p>
        </p:txBody>
      </p:sp>
      <p:sp>
        <p:nvSpPr>
          <p:cNvPr id="116" name="anim_to8974_0_1">
            <a:extLst>
              <a:ext uri="{FF2B5EF4-FFF2-40B4-BE49-F238E27FC236}">
                <a16:creationId xmlns:a16="http://schemas.microsoft.com/office/drawing/2014/main" id="{D8269094-5D5A-42A4-9BCB-F724DB849668}"/>
              </a:ext>
            </a:extLst>
          </p:cNvPr>
          <p:cNvSpPr>
            <a:spLocks noGrp="1"/>
          </p:cNvSpPr>
          <p:nvPr/>
        </p:nvSpPr>
        <p:spPr>
          <a:xfrm>
            <a:off x="1367989" y="498301"/>
            <a:ext cx="9475071" cy="7395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659" b="1">
                <a:solidFill>
                  <a:srgbClr val="90EE9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659" b="1">
                <a:solidFill>
                  <a:srgbClr val="90EE90"/>
                </a:solidFill>
                <a:latin typeface="Consolas"/>
                <a:ea typeface="Consolas"/>
                <a:cs typeface="Consolas"/>
              </a:defRPr>
            </a:pPr>
            <a:r>
              <a:rPr sz="4659" b="1">
                <a:solidFill>
                  <a:srgbClr val="90EE90"/>
                </a:solidFill>
                <a:latin typeface="Consolas"/>
                <a:ea typeface="Consolas"/>
                <a:cs typeface="Consolas"/>
              </a:rPr>
              <a:t>Convolution with Dilation = 2</a:t>
            </a:r>
          </a:p>
        </p:txBody>
      </p:sp>
      <p:sp>
        <p:nvSpPr>
          <p:cNvPr id="117" name="anim_o9005_1">
            <a:extLst>
              <a:ext uri="{FF2B5EF4-FFF2-40B4-BE49-F238E27FC236}">
                <a16:creationId xmlns:a16="http://schemas.microsoft.com/office/drawing/2014/main" id="{617D9C64-FA6E-4718-B281-35AF33A21F0A}"/>
              </a:ext>
            </a:extLst>
          </p:cNvPr>
          <p:cNvSpPr>
            <a:spLocks noGrp="1"/>
          </p:cNvSpPr>
          <p:nvPr/>
        </p:nvSpPr>
        <p:spPr>
          <a:xfrm>
            <a:off x="1612681" y="223016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8" name="anim_o9006_1">
            <a:extLst>
              <a:ext uri="{FF2B5EF4-FFF2-40B4-BE49-F238E27FC236}">
                <a16:creationId xmlns:a16="http://schemas.microsoft.com/office/drawing/2014/main" id="{5047B2BB-3BA3-4D92-953A-3626B89D3AE5}"/>
              </a:ext>
            </a:extLst>
          </p:cNvPr>
          <p:cNvSpPr>
            <a:spLocks noGrp="1"/>
          </p:cNvSpPr>
          <p:nvPr/>
        </p:nvSpPr>
        <p:spPr>
          <a:xfrm>
            <a:off x="2072509" y="223016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9" name="anim_o9007_1">
            <a:extLst>
              <a:ext uri="{FF2B5EF4-FFF2-40B4-BE49-F238E27FC236}">
                <a16:creationId xmlns:a16="http://schemas.microsoft.com/office/drawing/2014/main" id="{5A299FB5-FF2E-452C-9EA0-64DFFABD699D}"/>
              </a:ext>
            </a:extLst>
          </p:cNvPr>
          <p:cNvSpPr>
            <a:spLocks noGrp="1"/>
          </p:cNvSpPr>
          <p:nvPr/>
        </p:nvSpPr>
        <p:spPr>
          <a:xfrm>
            <a:off x="2532336" y="223016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0" name="anim_o9008_1">
            <a:extLst>
              <a:ext uri="{FF2B5EF4-FFF2-40B4-BE49-F238E27FC236}">
                <a16:creationId xmlns:a16="http://schemas.microsoft.com/office/drawing/2014/main" id="{67196F71-1940-4B42-B891-B386775A5233}"/>
              </a:ext>
            </a:extLst>
          </p:cNvPr>
          <p:cNvSpPr>
            <a:spLocks noGrp="1"/>
          </p:cNvSpPr>
          <p:nvPr/>
        </p:nvSpPr>
        <p:spPr>
          <a:xfrm>
            <a:off x="2992164" y="223016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1" name="anim_o9009_1">
            <a:extLst>
              <a:ext uri="{FF2B5EF4-FFF2-40B4-BE49-F238E27FC236}">
                <a16:creationId xmlns:a16="http://schemas.microsoft.com/office/drawing/2014/main" id="{695513CB-5BA6-48FA-953A-E32AF675DD6D}"/>
              </a:ext>
            </a:extLst>
          </p:cNvPr>
          <p:cNvSpPr>
            <a:spLocks noGrp="1"/>
          </p:cNvSpPr>
          <p:nvPr/>
        </p:nvSpPr>
        <p:spPr>
          <a:xfrm>
            <a:off x="3451991" y="223016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2" name="anim_o9010_1">
            <a:extLst>
              <a:ext uri="{FF2B5EF4-FFF2-40B4-BE49-F238E27FC236}">
                <a16:creationId xmlns:a16="http://schemas.microsoft.com/office/drawing/2014/main" id="{B5C5ECE4-D3EF-47D3-87CC-3C29BE7905AB}"/>
              </a:ext>
            </a:extLst>
          </p:cNvPr>
          <p:cNvSpPr>
            <a:spLocks noGrp="1"/>
          </p:cNvSpPr>
          <p:nvPr/>
        </p:nvSpPr>
        <p:spPr>
          <a:xfrm>
            <a:off x="3911819" y="223016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3" name="anim_o9011_1">
            <a:extLst>
              <a:ext uri="{FF2B5EF4-FFF2-40B4-BE49-F238E27FC236}">
                <a16:creationId xmlns:a16="http://schemas.microsoft.com/office/drawing/2014/main" id="{6BD3568C-8BD7-420F-AA56-2177EC9D1962}"/>
              </a:ext>
            </a:extLst>
          </p:cNvPr>
          <p:cNvSpPr>
            <a:spLocks noGrp="1"/>
          </p:cNvSpPr>
          <p:nvPr/>
        </p:nvSpPr>
        <p:spPr>
          <a:xfrm>
            <a:off x="4371647" y="223016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4" name="anim_o9012_1">
            <a:extLst>
              <a:ext uri="{FF2B5EF4-FFF2-40B4-BE49-F238E27FC236}">
                <a16:creationId xmlns:a16="http://schemas.microsoft.com/office/drawing/2014/main" id="{7EFB966B-E4B9-45EE-A0B1-3EB11A52FC27}"/>
              </a:ext>
            </a:extLst>
          </p:cNvPr>
          <p:cNvSpPr>
            <a:spLocks noGrp="1"/>
          </p:cNvSpPr>
          <p:nvPr/>
        </p:nvSpPr>
        <p:spPr>
          <a:xfrm>
            <a:off x="1612681" y="2689991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5" name="anim_o9013_1">
            <a:extLst>
              <a:ext uri="{FF2B5EF4-FFF2-40B4-BE49-F238E27FC236}">
                <a16:creationId xmlns:a16="http://schemas.microsoft.com/office/drawing/2014/main" id="{05F013AB-6F47-431D-A8A6-A8F4D3D0F8A6}"/>
              </a:ext>
            </a:extLst>
          </p:cNvPr>
          <p:cNvSpPr>
            <a:spLocks noGrp="1"/>
          </p:cNvSpPr>
          <p:nvPr/>
        </p:nvSpPr>
        <p:spPr>
          <a:xfrm>
            <a:off x="2072509" y="2689991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6" name="anim_o9014_1">
            <a:extLst>
              <a:ext uri="{FF2B5EF4-FFF2-40B4-BE49-F238E27FC236}">
                <a16:creationId xmlns:a16="http://schemas.microsoft.com/office/drawing/2014/main" id="{05EE2BC8-C4BD-4970-8F3D-0EA07D3C6E1B}"/>
              </a:ext>
            </a:extLst>
          </p:cNvPr>
          <p:cNvSpPr>
            <a:spLocks noGrp="1"/>
          </p:cNvSpPr>
          <p:nvPr/>
        </p:nvSpPr>
        <p:spPr>
          <a:xfrm>
            <a:off x="2532336" y="2689991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7" name="anim_o9015_1">
            <a:extLst>
              <a:ext uri="{FF2B5EF4-FFF2-40B4-BE49-F238E27FC236}">
                <a16:creationId xmlns:a16="http://schemas.microsoft.com/office/drawing/2014/main" id="{83083A30-A6D7-4C43-92CA-9B4406771F68}"/>
              </a:ext>
            </a:extLst>
          </p:cNvPr>
          <p:cNvSpPr>
            <a:spLocks noGrp="1"/>
          </p:cNvSpPr>
          <p:nvPr/>
        </p:nvSpPr>
        <p:spPr>
          <a:xfrm>
            <a:off x="2992164" y="2689991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8" name="anim_o9016_1">
            <a:extLst>
              <a:ext uri="{FF2B5EF4-FFF2-40B4-BE49-F238E27FC236}">
                <a16:creationId xmlns:a16="http://schemas.microsoft.com/office/drawing/2014/main" id="{81FB03B3-7416-43EC-BDFA-DA2525B3D401}"/>
              </a:ext>
            </a:extLst>
          </p:cNvPr>
          <p:cNvSpPr>
            <a:spLocks noGrp="1"/>
          </p:cNvSpPr>
          <p:nvPr/>
        </p:nvSpPr>
        <p:spPr>
          <a:xfrm>
            <a:off x="3451991" y="2689991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9" name="anim_o9017_1">
            <a:extLst>
              <a:ext uri="{FF2B5EF4-FFF2-40B4-BE49-F238E27FC236}">
                <a16:creationId xmlns:a16="http://schemas.microsoft.com/office/drawing/2014/main" id="{9981725C-9099-48B5-89B7-DE654E363345}"/>
              </a:ext>
            </a:extLst>
          </p:cNvPr>
          <p:cNvSpPr>
            <a:spLocks noGrp="1"/>
          </p:cNvSpPr>
          <p:nvPr/>
        </p:nvSpPr>
        <p:spPr>
          <a:xfrm>
            <a:off x="3911819" y="2689991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0" name="anim_o9018_1">
            <a:extLst>
              <a:ext uri="{FF2B5EF4-FFF2-40B4-BE49-F238E27FC236}">
                <a16:creationId xmlns:a16="http://schemas.microsoft.com/office/drawing/2014/main" id="{350E43F3-AE13-4A3E-8623-5F0FFAA35A66}"/>
              </a:ext>
            </a:extLst>
          </p:cNvPr>
          <p:cNvSpPr>
            <a:spLocks noGrp="1"/>
          </p:cNvSpPr>
          <p:nvPr/>
        </p:nvSpPr>
        <p:spPr>
          <a:xfrm>
            <a:off x="4371647" y="2689991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1" name="anim_o9019_1">
            <a:extLst>
              <a:ext uri="{FF2B5EF4-FFF2-40B4-BE49-F238E27FC236}">
                <a16:creationId xmlns:a16="http://schemas.microsoft.com/office/drawing/2014/main" id="{F0EF2831-CEF8-434B-8A26-114B9D41ADAE}"/>
              </a:ext>
            </a:extLst>
          </p:cNvPr>
          <p:cNvSpPr>
            <a:spLocks noGrp="1"/>
          </p:cNvSpPr>
          <p:nvPr/>
        </p:nvSpPr>
        <p:spPr>
          <a:xfrm>
            <a:off x="1612681" y="314981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2" name="anim_o9020_1">
            <a:extLst>
              <a:ext uri="{FF2B5EF4-FFF2-40B4-BE49-F238E27FC236}">
                <a16:creationId xmlns:a16="http://schemas.microsoft.com/office/drawing/2014/main" id="{8E57E298-5BC9-4660-BB78-B7433C515D26}"/>
              </a:ext>
            </a:extLst>
          </p:cNvPr>
          <p:cNvSpPr>
            <a:spLocks noGrp="1"/>
          </p:cNvSpPr>
          <p:nvPr/>
        </p:nvSpPr>
        <p:spPr>
          <a:xfrm>
            <a:off x="2072509" y="314981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3" name="anim_o9021_1">
            <a:extLst>
              <a:ext uri="{FF2B5EF4-FFF2-40B4-BE49-F238E27FC236}">
                <a16:creationId xmlns:a16="http://schemas.microsoft.com/office/drawing/2014/main" id="{FC3AFBC7-2485-41BE-AF17-28A1B3A43D48}"/>
              </a:ext>
            </a:extLst>
          </p:cNvPr>
          <p:cNvSpPr>
            <a:spLocks noGrp="1"/>
          </p:cNvSpPr>
          <p:nvPr/>
        </p:nvSpPr>
        <p:spPr>
          <a:xfrm>
            <a:off x="2532336" y="314981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4" name="anim_o9022_1">
            <a:extLst>
              <a:ext uri="{FF2B5EF4-FFF2-40B4-BE49-F238E27FC236}">
                <a16:creationId xmlns:a16="http://schemas.microsoft.com/office/drawing/2014/main" id="{D4C2F5AC-6792-455D-A0C5-C12158EE2D22}"/>
              </a:ext>
            </a:extLst>
          </p:cNvPr>
          <p:cNvSpPr>
            <a:spLocks noGrp="1"/>
          </p:cNvSpPr>
          <p:nvPr/>
        </p:nvSpPr>
        <p:spPr>
          <a:xfrm>
            <a:off x="2992164" y="314981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5" name="anim_o9023_1">
            <a:extLst>
              <a:ext uri="{FF2B5EF4-FFF2-40B4-BE49-F238E27FC236}">
                <a16:creationId xmlns:a16="http://schemas.microsoft.com/office/drawing/2014/main" id="{AB4635B2-C428-4562-980D-D594F5ECBFA3}"/>
              </a:ext>
            </a:extLst>
          </p:cNvPr>
          <p:cNvSpPr>
            <a:spLocks noGrp="1"/>
          </p:cNvSpPr>
          <p:nvPr/>
        </p:nvSpPr>
        <p:spPr>
          <a:xfrm>
            <a:off x="3451991" y="314981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6" name="anim_o9024_1">
            <a:extLst>
              <a:ext uri="{FF2B5EF4-FFF2-40B4-BE49-F238E27FC236}">
                <a16:creationId xmlns:a16="http://schemas.microsoft.com/office/drawing/2014/main" id="{DAB85DBF-9B46-428D-BE84-6E7195A1C669}"/>
              </a:ext>
            </a:extLst>
          </p:cNvPr>
          <p:cNvSpPr>
            <a:spLocks noGrp="1"/>
          </p:cNvSpPr>
          <p:nvPr/>
        </p:nvSpPr>
        <p:spPr>
          <a:xfrm>
            <a:off x="3911819" y="314981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7" name="anim_o9025_1">
            <a:extLst>
              <a:ext uri="{FF2B5EF4-FFF2-40B4-BE49-F238E27FC236}">
                <a16:creationId xmlns:a16="http://schemas.microsoft.com/office/drawing/2014/main" id="{62DA52C6-F9EE-4DC6-8268-F8A0CC4A84C6}"/>
              </a:ext>
            </a:extLst>
          </p:cNvPr>
          <p:cNvSpPr>
            <a:spLocks noGrp="1"/>
          </p:cNvSpPr>
          <p:nvPr/>
        </p:nvSpPr>
        <p:spPr>
          <a:xfrm>
            <a:off x="4371647" y="314981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8" name="anim_o9026_1">
            <a:extLst>
              <a:ext uri="{FF2B5EF4-FFF2-40B4-BE49-F238E27FC236}">
                <a16:creationId xmlns:a16="http://schemas.microsoft.com/office/drawing/2014/main" id="{09EC2B5E-5492-4FB1-8738-35D7C61FBE49}"/>
              </a:ext>
            </a:extLst>
          </p:cNvPr>
          <p:cNvSpPr>
            <a:spLocks noGrp="1"/>
          </p:cNvSpPr>
          <p:nvPr/>
        </p:nvSpPr>
        <p:spPr>
          <a:xfrm>
            <a:off x="1612681" y="3609647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9" name="anim_o9027_1">
            <a:extLst>
              <a:ext uri="{FF2B5EF4-FFF2-40B4-BE49-F238E27FC236}">
                <a16:creationId xmlns:a16="http://schemas.microsoft.com/office/drawing/2014/main" id="{E45EC6DD-83C6-449D-9D42-A6F5213CDAFD}"/>
              </a:ext>
            </a:extLst>
          </p:cNvPr>
          <p:cNvSpPr>
            <a:spLocks noGrp="1"/>
          </p:cNvSpPr>
          <p:nvPr/>
        </p:nvSpPr>
        <p:spPr>
          <a:xfrm>
            <a:off x="2072509" y="3609647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0" name="anim_o9028_1">
            <a:extLst>
              <a:ext uri="{FF2B5EF4-FFF2-40B4-BE49-F238E27FC236}">
                <a16:creationId xmlns:a16="http://schemas.microsoft.com/office/drawing/2014/main" id="{A041C350-7004-46F2-9CCB-1094EC009E4C}"/>
              </a:ext>
            </a:extLst>
          </p:cNvPr>
          <p:cNvSpPr>
            <a:spLocks noGrp="1"/>
          </p:cNvSpPr>
          <p:nvPr/>
        </p:nvSpPr>
        <p:spPr>
          <a:xfrm>
            <a:off x="2532336" y="3609647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1" name="anim_o9029_1">
            <a:extLst>
              <a:ext uri="{FF2B5EF4-FFF2-40B4-BE49-F238E27FC236}">
                <a16:creationId xmlns:a16="http://schemas.microsoft.com/office/drawing/2014/main" id="{9B8AD0C1-2297-4636-AC41-FABEEC865A5F}"/>
              </a:ext>
            </a:extLst>
          </p:cNvPr>
          <p:cNvSpPr>
            <a:spLocks noGrp="1"/>
          </p:cNvSpPr>
          <p:nvPr/>
        </p:nvSpPr>
        <p:spPr>
          <a:xfrm>
            <a:off x="2992164" y="3609647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2" name="anim_o9030_1">
            <a:extLst>
              <a:ext uri="{FF2B5EF4-FFF2-40B4-BE49-F238E27FC236}">
                <a16:creationId xmlns:a16="http://schemas.microsoft.com/office/drawing/2014/main" id="{39226050-9812-4650-B5B9-5D1E0943615C}"/>
              </a:ext>
            </a:extLst>
          </p:cNvPr>
          <p:cNvSpPr>
            <a:spLocks noGrp="1"/>
          </p:cNvSpPr>
          <p:nvPr/>
        </p:nvSpPr>
        <p:spPr>
          <a:xfrm>
            <a:off x="3451991" y="3609647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3" name="anim_o9031_1">
            <a:extLst>
              <a:ext uri="{FF2B5EF4-FFF2-40B4-BE49-F238E27FC236}">
                <a16:creationId xmlns:a16="http://schemas.microsoft.com/office/drawing/2014/main" id="{3D40D136-3A0B-4BF7-817F-4BC66DD226F8}"/>
              </a:ext>
            </a:extLst>
          </p:cNvPr>
          <p:cNvSpPr>
            <a:spLocks noGrp="1"/>
          </p:cNvSpPr>
          <p:nvPr/>
        </p:nvSpPr>
        <p:spPr>
          <a:xfrm>
            <a:off x="3911819" y="3609647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4" name="anim_o9032_1">
            <a:extLst>
              <a:ext uri="{FF2B5EF4-FFF2-40B4-BE49-F238E27FC236}">
                <a16:creationId xmlns:a16="http://schemas.microsoft.com/office/drawing/2014/main" id="{9A4D1BBB-0411-434A-AFC1-7A96E1FB0262}"/>
              </a:ext>
            </a:extLst>
          </p:cNvPr>
          <p:cNvSpPr>
            <a:spLocks noGrp="1"/>
          </p:cNvSpPr>
          <p:nvPr/>
        </p:nvSpPr>
        <p:spPr>
          <a:xfrm>
            <a:off x="4371647" y="3609647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5" name="anim_o9033_1">
            <a:extLst>
              <a:ext uri="{FF2B5EF4-FFF2-40B4-BE49-F238E27FC236}">
                <a16:creationId xmlns:a16="http://schemas.microsoft.com/office/drawing/2014/main" id="{1147D351-C836-4EAA-88A7-7269146095D3}"/>
              </a:ext>
            </a:extLst>
          </p:cNvPr>
          <p:cNvSpPr>
            <a:spLocks noGrp="1"/>
          </p:cNvSpPr>
          <p:nvPr/>
        </p:nvSpPr>
        <p:spPr>
          <a:xfrm>
            <a:off x="1612681" y="406947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6" name="anim_o9034_1">
            <a:extLst>
              <a:ext uri="{FF2B5EF4-FFF2-40B4-BE49-F238E27FC236}">
                <a16:creationId xmlns:a16="http://schemas.microsoft.com/office/drawing/2014/main" id="{72D078C2-B972-4C20-A014-392F4BCA5A6B}"/>
              </a:ext>
            </a:extLst>
          </p:cNvPr>
          <p:cNvSpPr>
            <a:spLocks noGrp="1"/>
          </p:cNvSpPr>
          <p:nvPr/>
        </p:nvSpPr>
        <p:spPr>
          <a:xfrm>
            <a:off x="2072509" y="406947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7" name="anim_o9035_1">
            <a:extLst>
              <a:ext uri="{FF2B5EF4-FFF2-40B4-BE49-F238E27FC236}">
                <a16:creationId xmlns:a16="http://schemas.microsoft.com/office/drawing/2014/main" id="{B1D3C0C7-7CF1-4677-866A-1EA4290191B6}"/>
              </a:ext>
            </a:extLst>
          </p:cNvPr>
          <p:cNvSpPr>
            <a:spLocks noGrp="1"/>
          </p:cNvSpPr>
          <p:nvPr/>
        </p:nvSpPr>
        <p:spPr>
          <a:xfrm>
            <a:off x="2532336" y="406947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8" name="anim_o9036_1">
            <a:extLst>
              <a:ext uri="{FF2B5EF4-FFF2-40B4-BE49-F238E27FC236}">
                <a16:creationId xmlns:a16="http://schemas.microsoft.com/office/drawing/2014/main" id="{C562E590-D1DE-4B94-AEAD-3C579F3C3164}"/>
              </a:ext>
            </a:extLst>
          </p:cNvPr>
          <p:cNvSpPr>
            <a:spLocks noGrp="1"/>
          </p:cNvSpPr>
          <p:nvPr/>
        </p:nvSpPr>
        <p:spPr>
          <a:xfrm>
            <a:off x="2992164" y="406947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9" name="anim_o9037_1">
            <a:extLst>
              <a:ext uri="{FF2B5EF4-FFF2-40B4-BE49-F238E27FC236}">
                <a16:creationId xmlns:a16="http://schemas.microsoft.com/office/drawing/2014/main" id="{CCC57E96-B212-4D7F-B415-F2073EFC37EA}"/>
              </a:ext>
            </a:extLst>
          </p:cNvPr>
          <p:cNvSpPr>
            <a:spLocks noGrp="1"/>
          </p:cNvSpPr>
          <p:nvPr/>
        </p:nvSpPr>
        <p:spPr>
          <a:xfrm>
            <a:off x="3451991" y="406947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0" name="anim_o9038_1">
            <a:extLst>
              <a:ext uri="{FF2B5EF4-FFF2-40B4-BE49-F238E27FC236}">
                <a16:creationId xmlns:a16="http://schemas.microsoft.com/office/drawing/2014/main" id="{E0EF399B-5D8E-4181-8A4A-5CD641CBE335}"/>
              </a:ext>
            </a:extLst>
          </p:cNvPr>
          <p:cNvSpPr>
            <a:spLocks noGrp="1"/>
          </p:cNvSpPr>
          <p:nvPr/>
        </p:nvSpPr>
        <p:spPr>
          <a:xfrm>
            <a:off x="3911819" y="406947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1" name="anim_o9039_1">
            <a:extLst>
              <a:ext uri="{FF2B5EF4-FFF2-40B4-BE49-F238E27FC236}">
                <a16:creationId xmlns:a16="http://schemas.microsoft.com/office/drawing/2014/main" id="{1D67ADE9-C045-4E49-8A30-D8B9E2D8733A}"/>
              </a:ext>
            </a:extLst>
          </p:cNvPr>
          <p:cNvSpPr>
            <a:spLocks noGrp="1"/>
          </p:cNvSpPr>
          <p:nvPr/>
        </p:nvSpPr>
        <p:spPr>
          <a:xfrm>
            <a:off x="4371647" y="4069474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2" name="anim_o9040_1">
            <a:extLst>
              <a:ext uri="{FF2B5EF4-FFF2-40B4-BE49-F238E27FC236}">
                <a16:creationId xmlns:a16="http://schemas.microsoft.com/office/drawing/2014/main" id="{718A6740-790B-4990-9AA4-33A5EEEEEBC1}"/>
              </a:ext>
            </a:extLst>
          </p:cNvPr>
          <p:cNvSpPr>
            <a:spLocks noGrp="1"/>
          </p:cNvSpPr>
          <p:nvPr/>
        </p:nvSpPr>
        <p:spPr>
          <a:xfrm>
            <a:off x="1612681" y="4529302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3" name="anim_o9041_1">
            <a:extLst>
              <a:ext uri="{FF2B5EF4-FFF2-40B4-BE49-F238E27FC236}">
                <a16:creationId xmlns:a16="http://schemas.microsoft.com/office/drawing/2014/main" id="{AFFCC28F-8EC6-4A55-A39D-61497B2ED0F7}"/>
              </a:ext>
            </a:extLst>
          </p:cNvPr>
          <p:cNvSpPr>
            <a:spLocks noGrp="1"/>
          </p:cNvSpPr>
          <p:nvPr/>
        </p:nvSpPr>
        <p:spPr>
          <a:xfrm>
            <a:off x="2072509" y="4529302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4" name="anim_o9042_1">
            <a:extLst>
              <a:ext uri="{FF2B5EF4-FFF2-40B4-BE49-F238E27FC236}">
                <a16:creationId xmlns:a16="http://schemas.microsoft.com/office/drawing/2014/main" id="{D5D9E0E1-CE67-4594-A528-0FC7A79ADBA5}"/>
              </a:ext>
            </a:extLst>
          </p:cNvPr>
          <p:cNvSpPr>
            <a:spLocks noGrp="1"/>
          </p:cNvSpPr>
          <p:nvPr/>
        </p:nvSpPr>
        <p:spPr>
          <a:xfrm>
            <a:off x="2532336" y="4529302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5" name="anim_o9043_1">
            <a:extLst>
              <a:ext uri="{FF2B5EF4-FFF2-40B4-BE49-F238E27FC236}">
                <a16:creationId xmlns:a16="http://schemas.microsoft.com/office/drawing/2014/main" id="{D6C359B6-02A4-4A86-A353-A16B355C8140}"/>
              </a:ext>
            </a:extLst>
          </p:cNvPr>
          <p:cNvSpPr>
            <a:spLocks noGrp="1"/>
          </p:cNvSpPr>
          <p:nvPr/>
        </p:nvSpPr>
        <p:spPr>
          <a:xfrm>
            <a:off x="2992164" y="4529302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6" name="anim_o9044_1">
            <a:extLst>
              <a:ext uri="{FF2B5EF4-FFF2-40B4-BE49-F238E27FC236}">
                <a16:creationId xmlns:a16="http://schemas.microsoft.com/office/drawing/2014/main" id="{2156A446-1338-42AB-BF4A-81AC7DCF4503}"/>
              </a:ext>
            </a:extLst>
          </p:cNvPr>
          <p:cNvSpPr>
            <a:spLocks noGrp="1"/>
          </p:cNvSpPr>
          <p:nvPr/>
        </p:nvSpPr>
        <p:spPr>
          <a:xfrm>
            <a:off x="3451991" y="4529302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7" name="anim_o9045_1">
            <a:extLst>
              <a:ext uri="{FF2B5EF4-FFF2-40B4-BE49-F238E27FC236}">
                <a16:creationId xmlns:a16="http://schemas.microsoft.com/office/drawing/2014/main" id="{CECE7D2D-143F-4E63-A30A-8A6F5B1460DA}"/>
              </a:ext>
            </a:extLst>
          </p:cNvPr>
          <p:cNvSpPr>
            <a:spLocks noGrp="1"/>
          </p:cNvSpPr>
          <p:nvPr/>
        </p:nvSpPr>
        <p:spPr>
          <a:xfrm>
            <a:off x="3911819" y="4529302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8" name="anim_o9046_1">
            <a:extLst>
              <a:ext uri="{FF2B5EF4-FFF2-40B4-BE49-F238E27FC236}">
                <a16:creationId xmlns:a16="http://schemas.microsoft.com/office/drawing/2014/main" id="{287EB6BD-2B88-434F-958C-FC9063AA2CBB}"/>
              </a:ext>
            </a:extLst>
          </p:cNvPr>
          <p:cNvSpPr>
            <a:spLocks noGrp="1"/>
          </p:cNvSpPr>
          <p:nvPr/>
        </p:nvSpPr>
        <p:spPr>
          <a:xfrm>
            <a:off x="4371647" y="4529302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9" name="anim_o9047_1">
            <a:extLst>
              <a:ext uri="{FF2B5EF4-FFF2-40B4-BE49-F238E27FC236}">
                <a16:creationId xmlns:a16="http://schemas.microsoft.com/office/drawing/2014/main" id="{652BD0CF-9A79-441D-A7C9-E23D8575C653}"/>
              </a:ext>
            </a:extLst>
          </p:cNvPr>
          <p:cNvSpPr>
            <a:spLocks noGrp="1"/>
          </p:cNvSpPr>
          <p:nvPr/>
        </p:nvSpPr>
        <p:spPr>
          <a:xfrm>
            <a:off x="1612681" y="498912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0" name="anim_o9048_1">
            <a:extLst>
              <a:ext uri="{FF2B5EF4-FFF2-40B4-BE49-F238E27FC236}">
                <a16:creationId xmlns:a16="http://schemas.microsoft.com/office/drawing/2014/main" id="{A042BECC-3FE5-4857-B28A-54829C6E5A3D}"/>
              </a:ext>
            </a:extLst>
          </p:cNvPr>
          <p:cNvSpPr>
            <a:spLocks noGrp="1"/>
          </p:cNvSpPr>
          <p:nvPr/>
        </p:nvSpPr>
        <p:spPr>
          <a:xfrm>
            <a:off x="2072509" y="498912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1" name="anim_o9049_1">
            <a:extLst>
              <a:ext uri="{FF2B5EF4-FFF2-40B4-BE49-F238E27FC236}">
                <a16:creationId xmlns:a16="http://schemas.microsoft.com/office/drawing/2014/main" id="{12618F22-ADE2-49EF-A4B5-3F33255E7EA8}"/>
              </a:ext>
            </a:extLst>
          </p:cNvPr>
          <p:cNvSpPr>
            <a:spLocks noGrp="1"/>
          </p:cNvSpPr>
          <p:nvPr/>
        </p:nvSpPr>
        <p:spPr>
          <a:xfrm>
            <a:off x="2532336" y="498912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2" name="anim_o9050_1">
            <a:extLst>
              <a:ext uri="{FF2B5EF4-FFF2-40B4-BE49-F238E27FC236}">
                <a16:creationId xmlns:a16="http://schemas.microsoft.com/office/drawing/2014/main" id="{9A5DE327-CA36-439E-8D33-6D7EF6BFDD11}"/>
              </a:ext>
            </a:extLst>
          </p:cNvPr>
          <p:cNvSpPr>
            <a:spLocks noGrp="1"/>
          </p:cNvSpPr>
          <p:nvPr/>
        </p:nvSpPr>
        <p:spPr>
          <a:xfrm>
            <a:off x="2992164" y="498912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3" name="anim_o9051_1">
            <a:extLst>
              <a:ext uri="{FF2B5EF4-FFF2-40B4-BE49-F238E27FC236}">
                <a16:creationId xmlns:a16="http://schemas.microsoft.com/office/drawing/2014/main" id="{B4B57F51-963E-48D7-B735-6352AFF56A31}"/>
              </a:ext>
            </a:extLst>
          </p:cNvPr>
          <p:cNvSpPr>
            <a:spLocks noGrp="1"/>
          </p:cNvSpPr>
          <p:nvPr/>
        </p:nvSpPr>
        <p:spPr>
          <a:xfrm>
            <a:off x="3451991" y="498912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4" name="anim_o9052_1">
            <a:extLst>
              <a:ext uri="{FF2B5EF4-FFF2-40B4-BE49-F238E27FC236}">
                <a16:creationId xmlns:a16="http://schemas.microsoft.com/office/drawing/2014/main" id="{F34D3540-C568-4921-A413-72499A3ADFDF}"/>
              </a:ext>
            </a:extLst>
          </p:cNvPr>
          <p:cNvSpPr>
            <a:spLocks noGrp="1"/>
          </p:cNvSpPr>
          <p:nvPr/>
        </p:nvSpPr>
        <p:spPr>
          <a:xfrm>
            <a:off x="3911819" y="498912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5" name="anim_o9053_1">
            <a:extLst>
              <a:ext uri="{FF2B5EF4-FFF2-40B4-BE49-F238E27FC236}">
                <a16:creationId xmlns:a16="http://schemas.microsoft.com/office/drawing/2014/main" id="{D3C9A4B6-F03D-4F05-910E-8013A906A3EF}"/>
              </a:ext>
            </a:extLst>
          </p:cNvPr>
          <p:cNvSpPr>
            <a:spLocks noGrp="1"/>
          </p:cNvSpPr>
          <p:nvPr/>
        </p:nvSpPr>
        <p:spPr>
          <a:xfrm>
            <a:off x="4371647" y="4989129"/>
            <a:ext cx="459828" cy="459828"/>
          </a:xfrm>
          <a:prstGeom prst="rect">
            <a:avLst/>
          </a:prstGeom>
          <a:solidFill>
            <a:srgbClr val="6699CC">
              <a:alpha val="22000"/>
            </a:srgbClr>
          </a:solidFill>
          <a:ln w="9525">
            <a:solidFill>
              <a:srgbClr val="6699CC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6" name="anim_to9054_0_1">
            <a:extLst>
              <a:ext uri="{FF2B5EF4-FFF2-40B4-BE49-F238E27FC236}">
                <a16:creationId xmlns:a16="http://schemas.microsoft.com/office/drawing/2014/main" id="{55664FBA-BDD1-42B4-BD1F-2FFD4466CC6E}"/>
              </a:ext>
            </a:extLst>
          </p:cNvPr>
          <p:cNvSpPr>
            <a:spLocks noGrp="1"/>
          </p:cNvSpPr>
          <p:nvPr/>
        </p:nvSpPr>
        <p:spPr>
          <a:xfrm>
            <a:off x="1797714" y="5881074"/>
            <a:ext cx="2867777" cy="64310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051" b="1">
                <a:solidFill>
                  <a:srgbClr val="6699CC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051" b="1">
                <a:solidFill>
                  <a:srgbClr val="6699CC"/>
                </a:solidFill>
                <a:latin typeface="Consolas"/>
                <a:ea typeface="Consolas"/>
                <a:cs typeface="Consolas"/>
              </a:defRPr>
            </a:pPr>
            <a:r>
              <a:rPr sz="4051" b="1">
                <a:solidFill>
                  <a:srgbClr val="6699CC"/>
                </a:solidFill>
                <a:latin typeface="Consolas"/>
                <a:ea typeface="Consolas"/>
                <a:cs typeface="Consolas"/>
              </a:rPr>
              <a:t>Input: 7x7</a:t>
            </a:r>
          </a:p>
        </p:txBody>
      </p:sp>
      <p:sp>
        <p:nvSpPr>
          <p:cNvPr id="167" name="anim_o9068_1">
            <a:extLst>
              <a:ext uri="{FF2B5EF4-FFF2-40B4-BE49-F238E27FC236}">
                <a16:creationId xmlns:a16="http://schemas.microsoft.com/office/drawing/2014/main" id="{4F845E64-93D4-450F-95F9-52C72F167A72}"/>
              </a:ext>
            </a:extLst>
          </p:cNvPr>
          <p:cNvSpPr>
            <a:spLocks noGrp="1"/>
          </p:cNvSpPr>
          <p:nvPr/>
        </p:nvSpPr>
        <p:spPr>
          <a:xfrm>
            <a:off x="2072509" y="223016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8" name="anim_o9070_1">
            <a:extLst>
              <a:ext uri="{FF2B5EF4-FFF2-40B4-BE49-F238E27FC236}">
                <a16:creationId xmlns:a16="http://schemas.microsoft.com/office/drawing/2014/main" id="{2F244737-BFA5-436A-95E9-F1A0DD2450AB}"/>
              </a:ext>
            </a:extLst>
          </p:cNvPr>
          <p:cNvSpPr>
            <a:spLocks noGrp="1"/>
          </p:cNvSpPr>
          <p:nvPr/>
        </p:nvSpPr>
        <p:spPr>
          <a:xfrm>
            <a:off x="2992164" y="223016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9" name="anim_o9072_1">
            <a:extLst>
              <a:ext uri="{FF2B5EF4-FFF2-40B4-BE49-F238E27FC236}">
                <a16:creationId xmlns:a16="http://schemas.microsoft.com/office/drawing/2014/main" id="{C4438CC0-D3C4-40A8-AD08-E3DD752C04D1}"/>
              </a:ext>
            </a:extLst>
          </p:cNvPr>
          <p:cNvSpPr>
            <a:spLocks noGrp="1"/>
          </p:cNvSpPr>
          <p:nvPr/>
        </p:nvSpPr>
        <p:spPr>
          <a:xfrm>
            <a:off x="1612681" y="2689991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0" name="anim_o9073_1">
            <a:extLst>
              <a:ext uri="{FF2B5EF4-FFF2-40B4-BE49-F238E27FC236}">
                <a16:creationId xmlns:a16="http://schemas.microsoft.com/office/drawing/2014/main" id="{0D62EB80-1B1E-489B-94E5-9F01A47B907D}"/>
              </a:ext>
            </a:extLst>
          </p:cNvPr>
          <p:cNvSpPr>
            <a:spLocks noGrp="1"/>
          </p:cNvSpPr>
          <p:nvPr/>
        </p:nvSpPr>
        <p:spPr>
          <a:xfrm>
            <a:off x="2072509" y="2689991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1" name="anim_o9074_1">
            <a:extLst>
              <a:ext uri="{FF2B5EF4-FFF2-40B4-BE49-F238E27FC236}">
                <a16:creationId xmlns:a16="http://schemas.microsoft.com/office/drawing/2014/main" id="{AD952AB1-FA9E-47C2-8911-7C5C34AAF849}"/>
              </a:ext>
            </a:extLst>
          </p:cNvPr>
          <p:cNvSpPr>
            <a:spLocks noGrp="1"/>
          </p:cNvSpPr>
          <p:nvPr/>
        </p:nvSpPr>
        <p:spPr>
          <a:xfrm>
            <a:off x="2532336" y="2689991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2" name="anim_o9075_1">
            <a:extLst>
              <a:ext uri="{FF2B5EF4-FFF2-40B4-BE49-F238E27FC236}">
                <a16:creationId xmlns:a16="http://schemas.microsoft.com/office/drawing/2014/main" id="{C9CE703B-2C43-4CDE-ADE2-FA68EA2346B3}"/>
              </a:ext>
            </a:extLst>
          </p:cNvPr>
          <p:cNvSpPr>
            <a:spLocks noGrp="1"/>
          </p:cNvSpPr>
          <p:nvPr/>
        </p:nvSpPr>
        <p:spPr>
          <a:xfrm>
            <a:off x="2992164" y="2689991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3" name="anim_o9076_1">
            <a:extLst>
              <a:ext uri="{FF2B5EF4-FFF2-40B4-BE49-F238E27FC236}">
                <a16:creationId xmlns:a16="http://schemas.microsoft.com/office/drawing/2014/main" id="{B3DB8BEA-4111-4082-9935-18BD587EADFA}"/>
              </a:ext>
            </a:extLst>
          </p:cNvPr>
          <p:cNvSpPr>
            <a:spLocks noGrp="1"/>
          </p:cNvSpPr>
          <p:nvPr/>
        </p:nvSpPr>
        <p:spPr>
          <a:xfrm>
            <a:off x="3451991" y="2689991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4" name="anim_o9078_1">
            <a:extLst>
              <a:ext uri="{FF2B5EF4-FFF2-40B4-BE49-F238E27FC236}">
                <a16:creationId xmlns:a16="http://schemas.microsoft.com/office/drawing/2014/main" id="{2B45B9B0-73D0-48C5-B90F-82828A81F6AB}"/>
              </a:ext>
            </a:extLst>
          </p:cNvPr>
          <p:cNvSpPr>
            <a:spLocks noGrp="1"/>
          </p:cNvSpPr>
          <p:nvPr/>
        </p:nvSpPr>
        <p:spPr>
          <a:xfrm>
            <a:off x="2072509" y="3149819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5" name="anim_o9080_1">
            <a:extLst>
              <a:ext uri="{FF2B5EF4-FFF2-40B4-BE49-F238E27FC236}">
                <a16:creationId xmlns:a16="http://schemas.microsoft.com/office/drawing/2014/main" id="{F67EBFD6-49A5-4C3E-A6ED-569071430E5A}"/>
              </a:ext>
            </a:extLst>
          </p:cNvPr>
          <p:cNvSpPr>
            <a:spLocks noGrp="1"/>
          </p:cNvSpPr>
          <p:nvPr/>
        </p:nvSpPr>
        <p:spPr>
          <a:xfrm>
            <a:off x="2992164" y="3149819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6" name="anim_o9082_1">
            <a:extLst>
              <a:ext uri="{FF2B5EF4-FFF2-40B4-BE49-F238E27FC236}">
                <a16:creationId xmlns:a16="http://schemas.microsoft.com/office/drawing/2014/main" id="{580C1A69-3CD8-4549-977B-B3E7452729CC}"/>
              </a:ext>
            </a:extLst>
          </p:cNvPr>
          <p:cNvSpPr>
            <a:spLocks noGrp="1"/>
          </p:cNvSpPr>
          <p:nvPr/>
        </p:nvSpPr>
        <p:spPr>
          <a:xfrm>
            <a:off x="1612681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7" name="anim_o9083_1">
            <a:extLst>
              <a:ext uri="{FF2B5EF4-FFF2-40B4-BE49-F238E27FC236}">
                <a16:creationId xmlns:a16="http://schemas.microsoft.com/office/drawing/2014/main" id="{B8252A5E-A2BE-44D4-A604-6A8CC928BA3C}"/>
              </a:ext>
            </a:extLst>
          </p:cNvPr>
          <p:cNvSpPr>
            <a:spLocks noGrp="1"/>
          </p:cNvSpPr>
          <p:nvPr/>
        </p:nvSpPr>
        <p:spPr>
          <a:xfrm>
            <a:off x="2072509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8" name="anim_o9084_1">
            <a:extLst>
              <a:ext uri="{FF2B5EF4-FFF2-40B4-BE49-F238E27FC236}">
                <a16:creationId xmlns:a16="http://schemas.microsoft.com/office/drawing/2014/main" id="{3BE7C01B-38F2-40B3-84D9-DBCD965B82D7}"/>
              </a:ext>
            </a:extLst>
          </p:cNvPr>
          <p:cNvSpPr>
            <a:spLocks noGrp="1"/>
          </p:cNvSpPr>
          <p:nvPr/>
        </p:nvSpPr>
        <p:spPr>
          <a:xfrm>
            <a:off x="2532336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9" name="anim_o9085_1">
            <a:extLst>
              <a:ext uri="{FF2B5EF4-FFF2-40B4-BE49-F238E27FC236}">
                <a16:creationId xmlns:a16="http://schemas.microsoft.com/office/drawing/2014/main" id="{7B4C9ED9-DCDA-400D-9950-45164E7CC295}"/>
              </a:ext>
            </a:extLst>
          </p:cNvPr>
          <p:cNvSpPr>
            <a:spLocks noGrp="1"/>
          </p:cNvSpPr>
          <p:nvPr/>
        </p:nvSpPr>
        <p:spPr>
          <a:xfrm>
            <a:off x="2992164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0" name="anim_o9086_1">
            <a:extLst>
              <a:ext uri="{FF2B5EF4-FFF2-40B4-BE49-F238E27FC236}">
                <a16:creationId xmlns:a16="http://schemas.microsoft.com/office/drawing/2014/main" id="{CC52A5C5-E627-44D8-8507-6B538A733B2F}"/>
              </a:ext>
            </a:extLst>
          </p:cNvPr>
          <p:cNvSpPr>
            <a:spLocks noGrp="1"/>
          </p:cNvSpPr>
          <p:nvPr/>
        </p:nvSpPr>
        <p:spPr>
          <a:xfrm>
            <a:off x="3451991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1" name="anim_o9088_1">
            <a:extLst>
              <a:ext uri="{FF2B5EF4-FFF2-40B4-BE49-F238E27FC236}">
                <a16:creationId xmlns:a16="http://schemas.microsoft.com/office/drawing/2014/main" id="{FB2F3FAC-49C3-4BE1-8107-7E0BEAC8935D}"/>
              </a:ext>
            </a:extLst>
          </p:cNvPr>
          <p:cNvSpPr>
            <a:spLocks noGrp="1"/>
          </p:cNvSpPr>
          <p:nvPr/>
        </p:nvSpPr>
        <p:spPr>
          <a:xfrm>
            <a:off x="2072509" y="406947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2" name="anim_o9090_1">
            <a:extLst>
              <a:ext uri="{FF2B5EF4-FFF2-40B4-BE49-F238E27FC236}">
                <a16:creationId xmlns:a16="http://schemas.microsoft.com/office/drawing/2014/main" id="{FF5038CD-5C6B-4EF4-96F2-AC3E884F784B}"/>
              </a:ext>
            </a:extLst>
          </p:cNvPr>
          <p:cNvSpPr>
            <a:spLocks noGrp="1"/>
          </p:cNvSpPr>
          <p:nvPr/>
        </p:nvSpPr>
        <p:spPr>
          <a:xfrm>
            <a:off x="2992164" y="406947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3" name="anim_o9067_1">
            <a:extLst>
              <a:ext uri="{FF2B5EF4-FFF2-40B4-BE49-F238E27FC236}">
                <a16:creationId xmlns:a16="http://schemas.microsoft.com/office/drawing/2014/main" id="{1FEBE92A-79CA-4BE1-85D9-778B10B91F98}"/>
              </a:ext>
            </a:extLst>
          </p:cNvPr>
          <p:cNvSpPr>
            <a:spLocks noGrp="1"/>
          </p:cNvSpPr>
          <p:nvPr/>
        </p:nvSpPr>
        <p:spPr>
          <a:xfrm>
            <a:off x="1612681" y="2230164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4" name="anim_o9069_1">
            <a:extLst>
              <a:ext uri="{FF2B5EF4-FFF2-40B4-BE49-F238E27FC236}">
                <a16:creationId xmlns:a16="http://schemas.microsoft.com/office/drawing/2014/main" id="{FAD42519-D5F6-4FFF-AFB7-70FD14AA3A18}"/>
              </a:ext>
            </a:extLst>
          </p:cNvPr>
          <p:cNvSpPr>
            <a:spLocks noGrp="1"/>
          </p:cNvSpPr>
          <p:nvPr/>
        </p:nvSpPr>
        <p:spPr>
          <a:xfrm>
            <a:off x="2532336" y="2230164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5" name="anim_o9071_1">
            <a:extLst>
              <a:ext uri="{FF2B5EF4-FFF2-40B4-BE49-F238E27FC236}">
                <a16:creationId xmlns:a16="http://schemas.microsoft.com/office/drawing/2014/main" id="{40617F6F-9318-422B-B1B8-92D9F8AD541E}"/>
              </a:ext>
            </a:extLst>
          </p:cNvPr>
          <p:cNvSpPr>
            <a:spLocks noGrp="1"/>
          </p:cNvSpPr>
          <p:nvPr/>
        </p:nvSpPr>
        <p:spPr>
          <a:xfrm>
            <a:off x="3451991" y="2230164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6" name="anim_o9077_1">
            <a:extLst>
              <a:ext uri="{FF2B5EF4-FFF2-40B4-BE49-F238E27FC236}">
                <a16:creationId xmlns:a16="http://schemas.microsoft.com/office/drawing/2014/main" id="{0A3F07F6-BE89-4277-B102-E1EDBC430F18}"/>
              </a:ext>
            </a:extLst>
          </p:cNvPr>
          <p:cNvSpPr>
            <a:spLocks noGrp="1"/>
          </p:cNvSpPr>
          <p:nvPr/>
        </p:nvSpPr>
        <p:spPr>
          <a:xfrm>
            <a:off x="1612681" y="3149819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7" name="anim_o9079_1">
            <a:extLst>
              <a:ext uri="{FF2B5EF4-FFF2-40B4-BE49-F238E27FC236}">
                <a16:creationId xmlns:a16="http://schemas.microsoft.com/office/drawing/2014/main" id="{10A44AE8-5D7A-4333-8DA7-DF02963511D3}"/>
              </a:ext>
            </a:extLst>
          </p:cNvPr>
          <p:cNvSpPr>
            <a:spLocks noGrp="1"/>
          </p:cNvSpPr>
          <p:nvPr/>
        </p:nvSpPr>
        <p:spPr>
          <a:xfrm>
            <a:off x="2532336" y="3149819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8" name="anim_o9081_1">
            <a:extLst>
              <a:ext uri="{FF2B5EF4-FFF2-40B4-BE49-F238E27FC236}">
                <a16:creationId xmlns:a16="http://schemas.microsoft.com/office/drawing/2014/main" id="{A47F4B0E-5B2D-489A-A678-6AF3772B9617}"/>
              </a:ext>
            </a:extLst>
          </p:cNvPr>
          <p:cNvSpPr>
            <a:spLocks noGrp="1"/>
          </p:cNvSpPr>
          <p:nvPr/>
        </p:nvSpPr>
        <p:spPr>
          <a:xfrm>
            <a:off x="3451991" y="3149819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9" name="anim_o9087_1">
            <a:extLst>
              <a:ext uri="{FF2B5EF4-FFF2-40B4-BE49-F238E27FC236}">
                <a16:creationId xmlns:a16="http://schemas.microsoft.com/office/drawing/2014/main" id="{26BD73F4-69B4-4AEC-806B-BC360C9DFDC2}"/>
              </a:ext>
            </a:extLst>
          </p:cNvPr>
          <p:cNvSpPr>
            <a:spLocks noGrp="1"/>
          </p:cNvSpPr>
          <p:nvPr/>
        </p:nvSpPr>
        <p:spPr>
          <a:xfrm>
            <a:off x="1612681" y="4069474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0" name="anim_o9089_1">
            <a:extLst>
              <a:ext uri="{FF2B5EF4-FFF2-40B4-BE49-F238E27FC236}">
                <a16:creationId xmlns:a16="http://schemas.microsoft.com/office/drawing/2014/main" id="{B2B1E8B2-B390-446F-9B64-AC44E3B7509F}"/>
              </a:ext>
            </a:extLst>
          </p:cNvPr>
          <p:cNvSpPr>
            <a:spLocks noGrp="1"/>
          </p:cNvSpPr>
          <p:nvPr/>
        </p:nvSpPr>
        <p:spPr>
          <a:xfrm>
            <a:off x="2532336" y="4069474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1" name="anim_o9091_1">
            <a:extLst>
              <a:ext uri="{FF2B5EF4-FFF2-40B4-BE49-F238E27FC236}">
                <a16:creationId xmlns:a16="http://schemas.microsoft.com/office/drawing/2014/main" id="{1B2A8C2B-1A8E-4DFE-8A1E-9D2FDC1387B4}"/>
              </a:ext>
            </a:extLst>
          </p:cNvPr>
          <p:cNvSpPr>
            <a:spLocks noGrp="1"/>
          </p:cNvSpPr>
          <p:nvPr/>
        </p:nvSpPr>
        <p:spPr>
          <a:xfrm>
            <a:off x="3451991" y="4069474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2" name="anim_o9115_1">
            <a:extLst>
              <a:ext uri="{FF2B5EF4-FFF2-40B4-BE49-F238E27FC236}">
                <a16:creationId xmlns:a16="http://schemas.microsoft.com/office/drawing/2014/main" id="{8DC447C5-3DAD-4D8E-AA90-D00C9F718360}"/>
              </a:ext>
            </a:extLst>
          </p:cNvPr>
          <p:cNvSpPr>
            <a:spLocks noGrp="1"/>
          </p:cNvSpPr>
          <p:nvPr/>
        </p:nvSpPr>
        <p:spPr>
          <a:xfrm>
            <a:off x="5102444" y="3753835"/>
            <a:ext cx="2791810" cy="171450"/>
          </a:xfrm>
          <a:custGeom>
            <a:avLst/>
            <a:gdLst/>
            <a:ahLst/>
            <a:cxnLst/>
            <a:rect l="0" t="0" r="0" b="0"/>
            <a:pathLst>
              <a:path w="2791810" h="171450">
                <a:moveTo>
                  <a:pt x="0" y="104775"/>
                </a:moveTo>
                <a:lnTo>
                  <a:pt x="2620360" y="104775"/>
                </a:lnTo>
                <a:lnTo>
                  <a:pt x="2620360" y="171450"/>
                </a:lnTo>
                <a:lnTo>
                  <a:pt x="2791810" y="85725"/>
                </a:lnTo>
                <a:lnTo>
                  <a:pt x="2620360" y="0"/>
                </a:lnTo>
                <a:lnTo>
                  <a:pt x="2620360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FFFFFF"/>
          </a:solidFill>
          <a:ln w="25400"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93" name="anim_to9116_0_1">
            <a:extLst>
              <a:ext uri="{FF2B5EF4-FFF2-40B4-BE49-F238E27FC236}">
                <a16:creationId xmlns:a16="http://schemas.microsoft.com/office/drawing/2014/main" id="{0795A061-01C3-435B-98F3-7D26CED206C5}"/>
              </a:ext>
            </a:extLst>
          </p:cNvPr>
          <p:cNvSpPr>
            <a:spLocks noGrp="1"/>
          </p:cNvSpPr>
          <p:nvPr/>
        </p:nvSpPr>
        <p:spPr>
          <a:xfrm>
            <a:off x="5583328" y="3255474"/>
            <a:ext cx="1849093" cy="5144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241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241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3241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3x3, d=2</a:t>
            </a:r>
          </a:p>
        </p:txBody>
      </p:sp>
      <p:sp>
        <p:nvSpPr>
          <p:cNvPr id="194" name="anim_o9094_1">
            <a:extLst>
              <a:ext uri="{FF2B5EF4-FFF2-40B4-BE49-F238E27FC236}">
                <a16:creationId xmlns:a16="http://schemas.microsoft.com/office/drawing/2014/main" id="{9C926980-5B52-4069-865A-BAC3C3D0F003}"/>
              </a:ext>
            </a:extLst>
          </p:cNvPr>
          <p:cNvSpPr>
            <a:spLocks noGrp="1"/>
          </p:cNvSpPr>
          <p:nvPr/>
        </p:nvSpPr>
        <p:spPr>
          <a:xfrm>
            <a:off x="8142233" y="3011871"/>
            <a:ext cx="551793" cy="551793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5" name="anim_o9095_1">
            <a:extLst>
              <a:ext uri="{FF2B5EF4-FFF2-40B4-BE49-F238E27FC236}">
                <a16:creationId xmlns:a16="http://schemas.microsoft.com/office/drawing/2014/main" id="{0E57C22C-1DC1-4383-8514-C65D86BEA5FE}"/>
              </a:ext>
            </a:extLst>
          </p:cNvPr>
          <p:cNvSpPr>
            <a:spLocks noGrp="1"/>
          </p:cNvSpPr>
          <p:nvPr/>
        </p:nvSpPr>
        <p:spPr>
          <a:xfrm>
            <a:off x="8694026" y="3011871"/>
            <a:ext cx="551793" cy="551793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6" name="anim_o9096_1">
            <a:extLst>
              <a:ext uri="{FF2B5EF4-FFF2-40B4-BE49-F238E27FC236}">
                <a16:creationId xmlns:a16="http://schemas.microsoft.com/office/drawing/2014/main" id="{D1CC7643-279B-4CB6-A96C-03DFCFACB380}"/>
              </a:ext>
            </a:extLst>
          </p:cNvPr>
          <p:cNvSpPr>
            <a:spLocks noGrp="1"/>
          </p:cNvSpPr>
          <p:nvPr/>
        </p:nvSpPr>
        <p:spPr>
          <a:xfrm>
            <a:off x="9245819" y="3011871"/>
            <a:ext cx="551793" cy="551793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7" name="anim_o9097_1">
            <a:extLst>
              <a:ext uri="{FF2B5EF4-FFF2-40B4-BE49-F238E27FC236}">
                <a16:creationId xmlns:a16="http://schemas.microsoft.com/office/drawing/2014/main" id="{286279BC-5985-47DD-82F8-F0B28F05D9BE}"/>
              </a:ext>
            </a:extLst>
          </p:cNvPr>
          <p:cNvSpPr>
            <a:spLocks noGrp="1"/>
          </p:cNvSpPr>
          <p:nvPr/>
        </p:nvSpPr>
        <p:spPr>
          <a:xfrm>
            <a:off x="8142233" y="3563664"/>
            <a:ext cx="551793" cy="551793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8" name="anim_o9098_1">
            <a:extLst>
              <a:ext uri="{FF2B5EF4-FFF2-40B4-BE49-F238E27FC236}">
                <a16:creationId xmlns:a16="http://schemas.microsoft.com/office/drawing/2014/main" id="{2417C183-D351-44FF-824D-8262A249A5D6}"/>
              </a:ext>
            </a:extLst>
          </p:cNvPr>
          <p:cNvSpPr>
            <a:spLocks noGrp="1"/>
          </p:cNvSpPr>
          <p:nvPr/>
        </p:nvSpPr>
        <p:spPr>
          <a:xfrm>
            <a:off x="8694026" y="3563664"/>
            <a:ext cx="551793" cy="551793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9" name="anim_o9099_1">
            <a:extLst>
              <a:ext uri="{FF2B5EF4-FFF2-40B4-BE49-F238E27FC236}">
                <a16:creationId xmlns:a16="http://schemas.microsoft.com/office/drawing/2014/main" id="{8C6F0174-0FF2-47DE-BE89-88E66952D76D}"/>
              </a:ext>
            </a:extLst>
          </p:cNvPr>
          <p:cNvSpPr>
            <a:spLocks noGrp="1"/>
          </p:cNvSpPr>
          <p:nvPr/>
        </p:nvSpPr>
        <p:spPr>
          <a:xfrm>
            <a:off x="9245819" y="3563664"/>
            <a:ext cx="551793" cy="551793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0" name="anim_o9100_1">
            <a:extLst>
              <a:ext uri="{FF2B5EF4-FFF2-40B4-BE49-F238E27FC236}">
                <a16:creationId xmlns:a16="http://schemas.microsoft.com/office/drawing/2014/main" id="{F6AE638A-10E7-4BC5-A6C9-0A9B8364CF5A}"/>
              </a:ext>
            </a:extLst>
          </p:cNvPr>
          <p:cNvSpPr>
            <a:spLocks noGrp="1"/>
          </p:cNvSpPr>
          <p:nvPr/>
        </p:nvSpPr>
        <p:spPr>
          <a:xfrm>
            <a:off x="8142233" y="4115457"/>
            <a:ext cx="551793" cy="551793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1" name="anim_o9101_1">
            <a:extLst>
              <a:ext uri="{FF2B5EF4-FFF2-40B4-BE49-F238E27FC236}">
                <a16:creationId xmlns:a16="http://schemas.microsoft.com/office/drawing/2014/main" id="{AE27371E-0FC8-4600-B91A-0931BE0080AA}"/>
              </a:ext>
            </a:extLst>
          </p:cNvPr>
          <p:cNvSpPr>
            <a:spLocks noGrp="1"/>
          </p:cNvSpPr>
          <p:nvPr/>
        </p:nvSpPr>
        <p:spPr>
          <a:xfrm>
            <a:off x="8694026" y="4115457"/>
            <a:ext cx="551793" cy="551793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2" name="anim_o9102_1">
            <a:extLst>
              <a:ext uri="{FF2B5EF4-FFF2-40B4-BE49-F238E27FC236}">
                <a16:creationId xmlns:a16="http://schemas.microsoft.com/office/drawing/2014/main" id="{18C3AF6B-93C9-4EFF-A5BD-886F0BC1DE7F}"/>
              </a:ext>
            </a:extLst>
          </p:cNvPr>
          <p:cNvSpPr>
            <a:spLocks noGrp="1"/>
          </p:cNvSpPr>
          <p:nvPr/>
        </p:nvSpPr>
        <p:spPr>
          <a:xfrm>
            <a:off x="9245819" y="4115457"/>
            <a:ext cx="551793" cy="551793"/>
          </a:xfrm>
          <a:prstGeom prst="rect">
            <a:avLst/>
          </a:prstGeom>
          <a:solidFill>
            <a:srgbClr val="222222">
              <a:alpha val="8000"/>
            </a:srgbClr>
          </a:solidFill>
          <a:ln w="9525">
            <a:solidFill>
              <a:srgbClr val="90EE9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3" name="anim_to9103_0_1">
            <a:extLst>
              <a:ext uri="{FF2B5EF4-FFF2-40B4-BE49-F238E27FC236}">
                <a16:creationId xmlns:a16="http://schemas.microsoft.com/office/drawing/2014/main" id="{80938628-2815-4302-88AE-01FAEFC8D963}"/>
              </a:ext>
            </a:extLst>
          </p:cNvPr>
          <p:cNvSpPr>
            <a:spLocks noGrp="1"/>
          </p:cNvSpPr>
          <p:nvPr/>
        </p:nvSpPr>
        <p:spPr>
          <a:xfrm>
            <a:off x="7404075" y="5099367"/>
            <a:ext cx="3150744" cy="64310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051" b="1">
                <a:solidFill>
                  <a:srgbClr val="90EE9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051" b="1">
                <a:solidFill>
                  <a:srgbClr val="90EE90"/>
                </a:solidFill>
                <a:latin typeface="Consolas"/>
                <a:ea typeface="Consolas"/>
                <a:cs typeface="Consolas"/>
              </a:defRPr>
            </a:pPr>
            <a:r>
              <a:rPr sz="4051" b="1">
                <a:solidFill>
                  <a:srgbClr val="90EE90"/>
                </a:solidFill>
                <a:latin typeface="Consolas"/>
                <a:ea typeface="Consolas"/>
                <a:cs typeface="Consolas"/>
              </a:rPr>
              <a:t>Output: 3x3</a:t>
            </a:r>
          </a:p>
        </p:txBody>
      </p:sp>
      <p:sp>
        <p:nvSpPr>
          <p:cNvPr id="204" name="anim_o9139_1">
            <a:extLst>
              <a:ext uri="{FF2B5EF4-FFF2-40B4-BE49-F238E27FC236}">
                <a16:creationId xmlns:a16="http://schemas.microsoft.com/office/drawing/2014/main" id="{3DDD56E9-0254-4C85-AA6D-C9D3E7CCA610}"/>
              </a:ext>
            </a:extLst>
          </p:cNvPr>
          <p:cNvSpPr>
            <a:spLocks noGrp="1"/>
          </p:cNvSpPr>
          <p:nvPr/>
        </p:nvSpPr>
        <p:spPr>
          <a:xfrm>
            <a:off x="2072509" y="223016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5" name="anim_o9141_1">
            <a:extLst>
              <a:ext uri="{FF2B5EF4-FFF2-40B4-BE49-F238E27FC236}">
                <a16:creationId xmlns:a16="http://schemas.microsoft.com/office/drawing/2014/main" id="{E9757E21-E618-4F95-812D-A88C5EF6A520}"/>
              </a:ext>
            </a:extLst>
          </p:cNvPr>
          <p:cNvSpPr>
            <a:spLocks noGrp="1"/>
          </p:cNvSpPr>
          <p:nvPr/>
        </p:nvSpPr>
        <p:spPr>
          <a:xfrm>
            <a:off x="2992164" y="223016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6" name="anim_o9143_1">
            <a:extLst>
              <a:ext uri="{FF2B5EF4-FFF2-40B4-BE49-F238E27FC236}">
                <a16:creationId xmlns:a16="http://schemas.microsoft.com/office/drawing/2014/main" id="{4C5FF00C-E106-4B22-9946-7ABCE3E4E7DE}"/>
              </a:ext>
            </a:extLst>
          </p:cNvPr>
          <p:cNvSpPr>
            <a:spLocks noGrp="1"/>
          </p:cNvSpPr>
          <p:nvPr/>
        </p:nvSpPr>
        <p:spPr>
          <a:xfrm>
            <a:off x="1612681" y="2689991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7" name="anim_o9144_1">
            <a:extLst>
              <a:ext uri="{FF2B5EF4-FFF2-40B4-BE49-F238E27FC236}">
                <a16:creationId xmlns:a16="http://schemas.microsoft.com/office/drawing/2014/main" id="{1CD6687C-7406-4065-965C-6D54670CF1E8}"/>
              </a:ext>
            </a:extLst>
          </p:cNvPr>
          <p:cNvSpPr>
            <a:spLocks noGrp="1"/>
          </p:cNvSpPr>
          <p:nvPr/>
        </p:nvSpPr>
        <p:spPr>
          <a:xfrm>
            <a:off x="2072509" y="2689991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8" name="anim_o9145_1">
            <a:extLst>
              <a:ext uri="{FF2B5EF4-FFF2-40B4-BE49-F238E27FC236}">
                <a16:creationId xmlns:a16="http://schemas.microsoft.com/office/drawing/2014/main" id="{CE0199DC-1D2C-4BCD-968D-9A3272F6F7EE}"/>
              </a:ext>
            </a:extLst>
          </p:cNvPr>
          <p:cNvSpPr>
            <a:spLocks noGrp="1"/>
          </p:cNvSpPr>
          <p:nvPr/>
        </p:nvSpPr>
        <p:spPr>
          <a:xfrm>
            <a:off x="2532336" y="2689991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9" name="anim_o9146_1">
            <a:extLst>
              <a:ext uri="{FF2B5EF4-FFF2-40B4-BE49-F238E27FC236}">
                <a16:creationId xmlns:a16="http://schemas.microsoft.com/office/drawing/2014/main" id="{37CDC973-2069-4BFD-BBEE-B7185041691C}"/>
              </a:ext>
            </a:extLst>
          </p:cNvPr>
          <p:cNvSpPr>
            <a:spLocks noGrp="1"/>
          </p:cNvSpPr>
          <p:nvPr/>
        </p:nvSpPr>
        <p:spPr>
          <a:xfrm>
            <a:off x="2992164" y="2689991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0" name="anim_o9147_1">
            <a:extLst>
              <a:ext uri="{FF2B5EF4-FFF2-40B4-BE49-F238E27FC236}">
                <a16:creationId xmlns:a16="http://schemas.microsoft.com/office/drawing/2014/main" id="{3F7230E1-D9E4-4279-8DDC-0260593598BC}"/>
              </a:ext>
            </a:extLst>
          </p:cNvPr>
          <p:cNvSpPr>
            <a:spLocks noGrp="1"/>
          </p:cNvSpPr>
          <p:nvPr/>
        </p:nvSpPr>
        <p:spPr>
          <a:xfrm>
            <a:off x="3451991" y="2689991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1" name="anim_o9149_1">
            <a:extLst>
              <a:ext uri="{FF2B5EF4-FFF2-40B4-BE49-F238E27FC236}">
                <a16:creationId xmlns:a16="http://schemas.microsoft.com/office/drawing/2014/main" id="{5F9E63D8-28B7-4F9F-B458-8440D3B0D9D6}"/>
              </a:ext>
            </a:extLst>
          </p:cNvPr>
          <p:cNvSpPr>
            <a:spLocks noGrp="1"/>
          </p:cNvSpPr>
          <p:nvPr/>
        </p:nvSpPr>
        <p:spPr>
          <a:xfrm>
            <a:off x="2072509" y="3149819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2" name="anim_o9151_1">
            <a:extLst>
              <a:ext uri="{FF2B5EF4-FFF2-40B4-BE49-F238E27FC236}">
                <a16:creationId xmlns:a16="http://schemas.microsoft.com/office/drawing/2014/main" id="{46DA876D-B01E-49BE-ABE9-A0A14DB507DB}"/>
              </a:ext>
            </a:extLst>
          </p:cNvPr>
          <p:cNvSpPr>
            <a:spLocks noGrp="1"/>
          </p:cNvSpPr>
          <p:nvPr/>
        </p:nvSpPr>
        <p:spPr>
          <a:xfrm>
            <a:off x="2992164" y="3149819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3" name="anim_o9153_1">
            <a:extLst>
              <a:ext uri="{FF2B5EF4-FFF2-40B4-BE49-F238E27FC236}">
                <a16:creationId xmlns:a16="http://schemas.microsoft.com/office/drawing/2014/main" id="{5B25B4CC-6209-431D-988B-71F18D1C120C}"/>
              </a:ext>
            </a:extLst>
          </p:cNvPr>
          <p:cNvSpPr>
            <a:spLocks noGrp="1"/>
          </p:cNvSpPr>
          <p:nvPr/>
        </p:nvSpPr>
        <p:spPr>
          <a:xfrm>
            <a:off x="1612681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4" name="anim_o9154_1">
            <a:extLst>
              <a:ext uri="{FF2B5EF4-FFF2-40B4-BE49-F238E27FC236}">
                <a16:creationId xmlns:a16="http://schemas.microsoft.com/office/drawing/2014/main" id="{C6E7751B-E512-454A-AB8B-7C4AABBBB3AF}"/>
              </a:ext>
            </a:extLst>
          </p:cNvPr>
          <p:cNvSpPr>
            <a:spLocks noGrp="1"/>
          </p:cNvSpPr>
          <p:nvPr/>
        </p:nvSpPr>
        <p:spPr>
          <a:xfrm>
            <a:off x="2072509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5" name="anim_o9155_1">
            <a:extLst>
              <a:ext uri="{FF2B5EF4-FFF2-40B4-BE49-F238E27FC236}">
                <a16:creationId xmlns:a16="http://schemas.microsoft.com/office/drawing/2014/main" id="{805F1D39-CC26-4B48-8F55-1408FDB28FCB}"/>
              </a:ext>
            </a:extLst>
          </p:cNvPr>
          <p:cNvSpPr>
            <a:spLocks noGrp="1"/>
          </p:cNvSpPr>
          <p:nvPr/>
        </p:nvSpPr>
        <p:spPr>
          <a:xfrm>
            <a:off x="2532336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6" name="anim_o9156_1">
            <a:extLst>
              <a:ext uri="{FF2B5EF4-FFF2-40B4-BE49-F238E27FC236}">
                <a16:creationId xmlns:a16="http://schemas.microsoft.com/office/drawing/2014/main" id="{05271C91-0562-4FFC-BE83-49C93F441FD0}"/>
              </a:ext>
            </a:extLst>
          </p:cNvPr>
          <p:cNvSpPr>
            <a:spLocks noGrp="1"/>
          </p:cNvSpPr>
          <p:nvPr/>
        </p:nvSpPr>
        <p:spPr>
          <a:xfrm>
            <a:off x="2992164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7" name="anim_o9157_1">
            <a:extLst>
              <a:ext uri="{FF2B5EF4-FFF2-40B4-BE49-F238E27FC236}">
                <a16:creationId xmlns:a16="http://schemas.microsoft.com/office/drawing/2014/main" id="{7DD8FE71-4621-421E-BAE8-D7090300344A}"/>
              </a:ext>
            </a:extLst>
          </p:cNvPr>
          <p:cNvSpPr>
            <a:spLocks noGrp="1"/>
          </p:cNvSpPr>
          <p:nvPr/>
        </p:nvSpPr>
        <p:spPr>
          <a:xfrm>
            <a:off x="3451991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8" name="anim_o9159_1">
            <a:extLst>
              <a:ext uri="{FF2B5EF4-FFF2-40B4-BE49-F238E27FC236}">
                <a16:creationId xmlns:a16="http://schemas.microsoft.com/office/drawing/2014/main" id="{E772330F-00EA-471F-9009-41D0CAE4631A}"/>
              </a:ext>
            </a:extLst>
          </p:cNvPr>
          <p:cNvSpPr>
            <a:spLocks noGrp="1"/>
          </p:cNvSpPr>
          <p:nvPr/>
        </p:nvSpPr>
        <p:spPr>
          <a:xfrm>
            <a:off x="2072509" y="406947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9" name="anim_o9161_1">
            <a:extLst>
              <a:ext uri="{FF2B5EF4-FFF2-40B4-BE49-F238E27FC236}">
                <a16:creationId xmlns:a16="http://schemas.microsoft.com/office/drawing/2014/main" id="{7CF0A39E-C802-4BB4-B23A-09AB21C4C399}"/>
              </a:ext>
            </a:extLst>
          </p:cNvPr>
          <p:cNvSpPr>
            <a:spLocks noGrp="1"/>
          </p:cNvSpPr>
          <p:nvPr/>
        </p:nvSpPr>
        <p:spPr>
          <a:xfrm>
            <a:off x="2992164" y="406947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0" name="anim_o9138_1">
            <a:extLst>
              <a:ext uri="{FF2B5EF4-FFF2-40B4-BE49-F238E27FC236}">
                <a16:creationId xmlns:a16="http://schemas.microsoft.com/office/drawing/2014/main" id="{F8C31ADC-9CE6-4B2C-9A15-EAAA1B698462}"/>
              </a:ext>
            </a:extLst>
          </p:cNvPr>
          <p:cNvSpPr>
            <a:spLocks noGrp="1"/>
          </p:cNvSpPr>
          <p:nvPr/>
        </p:nvSpPr>
        <p:spPr>
          <a:xfrm>
            <a:off x="1612681" y="2230164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1" name="anim_o9140_1">
            <a:extLst>
              <a:ext uri="{FF2B5EF4-FFF2-40B4-BE49-F238E27FC236}">
                <a16:creationId xmlns:a16="http://schemas.microsoft.com/office/drawing/2014/main" id="{03D0C34C-B72A-491D-94AF-70A70769A45E}"/>
              </a:ext>
            </a:extLst>
          </p:cNvPr>
          <p:cNvSpPr>
            <a:spLocks noGrp="1"/>
          </p:cNvSpPr>
          <p:nvPr/>
        </p:nvSpPr>
        <p:spPr>
          <a:xfrm>
            <a:off x="2532336" y="2230164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2" name="anim_o9142_1">
            <a:extLst>
              <a:ext uri="{FF2B5EF4-FFF2-40B4-BE49-F238E27FC236}">
                <a16:creationId xmlns:a16="http://schemas.microsoft.com/office/drawing/2014/main" id="{1F279429-5EB7-4FC3-BDBD-3567D5BF3DB3}"/>
              </a:ext>
            </a:extLst>
          </p:cNvPr>
          <p:cNvSpPr>
            <a:spLocks noGrp="1"/>
          </p:cNvSpPr>
          <p:nvPr/>
        </p:nvSpPr>
        <p:spPr>
          <a:xfrm>
            <a:off x="3451991" y="2230164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3" name="anim_o9148_1">
            <a:extLst>
              <a:ext uri="{FF2B5EF4-FFF2-40B4-BE49-F238E27FC236}">
                <a16:creationId xmlns:a16="http://schemas.microsoft.com/office/drawing/2014/main" id="{4110BD9C-5BF8-4EB8-8BA7-41F53FD07347}"/>
              </a:ext>
            </a:extLst>
          </p:cNvPr>
          <p:cNvSpPr>
            <a:spLocks noGrp="1"/>
          </p:cNvSpPr>
          <p:nvPr/>
        </p:nvSpPr>
        <p:spPr>
          <a:xfrm>
            <a:off x="1612681" y="3149819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4" name="anim_o9150_1">
            <a:extLst>
              <a:ext uri="{FF2B5EF4-FFF2-40B4-BE49-F238E27FC236}">
                <a16:creationId xmlns:a16="http://schemas.microsoft.com/office/drawing/2014/main" id="{46D60DA1-63C2-41CE-9476-D0A4E382D2D3}"/>
              </a:ext>
            </a:extLst>
          </p:cNvPr>
          <p:cNvSpPr>
            <a:spLocks noGrp="1"/>
          </p:cNvSpPr>
          <p:nvPr/>
        </p:nvSpPr>
        <p:spPr>
          <a:xfrm>
            <a:off x="2532336" y="3149819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5" name="anim_o9152_1">
            <a:extLst>
              <a:ext uri="{FF2B5EF4-FFF2-40B4-BE49-F238E27FC236}">
                <a16:creationId xmlns:a16="http://schemas.microsoft.com/office/drawing/2014/main" id="{5E0A28F7-DCBD-4474-BB01-ED6E59AB90FA}"/>
              </a:ext>
            </a:extLst>
          </p:cNvPr>
          <p:cNvSpPr>
            <a:spLocks noGrp="1"/>
          </p:cNvSpPr>
          <p:nvPr/>
        </p:nvSpPr>
        <p:spPr>
          <a:xfrm>
            <a:off x="3451991" y="3149819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6" name="anim_o9158_1">
            <a:extLst>
              <a:ext uri="{FF2B5EF4-FFF2-40B4-BE49-F238E27FC236}">
                <a16:creationId xmlns:a16="http://schemas.microsoft.com/office/drawing/2014/main" id="{21949FEB-BE6C-4F3A-916B-B4013F123ED5}"/>
              </a:ext>
            </a:extLst>
          </p:cNvPr>
          <p:cNvSpPr>
            <a:spLocks noGrp="1"/>
          </p:cNvSpPr>
          <p:nvPr/>
        </p:nvSpPr>
        <p:spPr>
          <a:xfrm>
            <a:off x="1612681" y="4069474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7" name="anim_o9160_1">
            <a:extLst>
              <a:ext uri="{FF2B5EF4-FFF2-40B4-BE49-F238E27FC236}">
                <a16:creationId xmlns:a16="http://schemas.microsoft.com/office/drawing/2014/main" id="{5389EB95-DA12-48EF-9DA6-6C5DE817E864}"/>
              </a:ext>
            </a:extLst>
          </p:cNvPr>
          <p:cNvSpPr>
            <a:spLocks noGrp="1"/>
          </p:cNvSpPr>
          <p:nvPr/>
        </p:nvSpPr>
        <p:spPr>
          <a:xfrm>
            <a:off x="2532336" y="4069474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8" name="anim_o9162_1">
            <a:extLst>
              <a:ext uri="{FF2B5EF4-FFF2-40B4-BE49-F238E27FC236}">
                <a16:creationId xmlns:a16="http://schemas.microsoft.com/office/drawing/2014/main" id="{C5961080-AF3E-4E5B-AAE9-819F86666324}"/>
              </a:ext>
            </a:extLst>
          </p:cNvPr>
          <p:cNvSpPr>
            <a:spLocks noGrp="1"/>
          </p:cNvSpPr>
          <p:nvPr/>
        </p:nvSpPr>
        <p:spPr>
          <a:xfrm>
            <a:off x="3451991" y="4069474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9" name="anim_o9164_1">
            <a:extLst>
              <a:ext uri="{FF2B5EF4-FFF2-40B4-BE49-F238E27FC236}">
                <a16:creationId xmlns:a16="http://schemas.microsoft.com/office/drawing/2014/main" id="{3383EB4C-F3D5-4A8C-B6F6-6BD8820E9188}"/>
              </a:ext>
            </a:extLst>
          </p:cNvPr>
          <p:cNvSpPr>
            <a:spLocks noGrp="1"/>
          </p:cNvSpPr>
          <p:nvPr/>
        </p:nvSpPr>
        <p:spPr>
          <a:xfrm>
            <a:off x="8142233" y="3011871"/>
            <a:ext cx="551793" cy="551793"/>
          </a:xfrm>
          <a:prstGeom prst="rect">
            <a:avLst/>
          </a:prstGeom>
          <a:solidFill>
            <a:srgbClr val="90EE90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0" name="anim_o9168_1">
            <a:extLst>
              <a:ext uri="{FF2B5EF4-FFF2-40B4-BE49-F238E27FC236}">
                <a16:creationId xmlns:a16="http://schemas.microsoft.com/office/drawing/2014/main" id="{CFB8274E-63A5-4368-94BC-76430EBD1E3A}"/>
              </a:ext>
            </a:extLst>
          </p:cNvPr>
          <p:cNvSpPr>
            <a:spLocks noGrp="1"/>
          </p:cNvSpPr>
          <p:nvPr/>
        </p:nvSpPr>
        <p:spPr>
          <a:xfrm>
            <a:off x="2532336" y="223016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1" name="anim_o9170_1">
            <a:extLst>
              <a:ext uri="{FF2B5EF4-FFF2-40B4-BE49-F238E27FC236}">
                <a16:creationId xmlns:a16="http://schemas.microsoft.com/office/drawing/2014/main" id="{E7834B06-A871-4705-8F10-CD8F99D9EE8D}"/>
              </a:ext>
            </a:extLst>
          </p:cNvPr>
          <p:cNvSpPr>
            <a:spLocks noGrp="1"/>
          </p:cNvSpPr>
          <p:nvPr/>
        </p:nvSpPr>
        <p:spPr>
          <a:xfrm>
            <a:off x="3451991" y="223016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2" name="anim_o9172_1">
            <a:extLst>
              <a:ext uri="{FF2B5EF4-FFF2-40B4-BE49-F238E27FC236}">
                <a16:creationId xmlns:a16="http://schemas.microsoft.com/office/drawing/2014/main" id="{24211F84-1540-446B-B8F0-0033F4FEE78D}"/>
              </a:ext>
            </a:extLst>
          </p:cNvPr>
          <p:cNvSpPr>
            <a:spLocks noGrp="1"/>
          </p:cNvSpPr>
          <p:nvPr/>
        </p:nvSpPr>
        <p:spPr>
          <a:xfrm>
            <a:off x="2072509" y="2689991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3" name="anim_o9173_1">
            <a:extLst>
              <a:ext uri="{FF2B5EF4-FFF2-40B4-BE49-F238E27FC236}">
                <a16:creationId xmlns:a16="http://schemas.microsoft.com/office/drawing/2014/main" id="{FD7F5A67-0A23-4FAA-B356-797414F23B4F}"/>
              </a:ext>
            </a:extLst>
          </p:cNvPr>
          <p:cNvSpPr>
            <a:spLocks noGrp="1"/>
          </p:cNvSpPr>
          <p:nvPr/>
        </p:nvSpPr>
        <p:spPr>
          <a:xfrm>
            <a:off x="2532336" y="2689991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4" name="anim_o9174_1">
            <a:extLst>
              <a:ext uri="{FF2B5EF4-FFF2-40B4-BE49-F238E27FC236}">
                <a16:creationId xmlns:a16="http://schemas.microsoft.com/office/drawing/2014/main" id="{FB400DE2-ACE9-48A0-A677-C919DB404BF5}"/>
              </a:ext>
            </a:extLst>
          </p:cNvPr>
          <p:cNvSpPr>
            <a:spLocks noGrp="1"/>
          </p:cNvSpPr>
          <p:nvPr/>
        </p:nvSpPr>
        <p:spPr>
          <a:xfrm>
            <a:off x="2992164" y="2689991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5" name="anim_o9175_1">
            <a:extLst>
              <a:ext uri="{FF2B5EF4-FFF2-40B4-BE49-F238E27FC236}">
                <a16:creationId xmlns:a16="http://schemas.microsoft.com/office/drawing/2014/main" id="{B947EC99-61FE-435C-8AF3-0C0521451BC6}"/>
              </a:ext>
            </a:extLst>
          </p:cNvPr>
          <p:cNvSpPr>
            <a:spLocks noGrp="1"/>
          </p:cNvSpPr>
          <p:nvPr/>
        </p:nvSpPr>
        <p:spPr>
          <a:xfrm>
            <a:off x="3451991" y="2689991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6" name="anim_o9176_1">
            <a:extLst>
              <a:ext uri="{FF2B5EF4-FFF2-40B4-BE49-F238E27FC236}">
                <a16:creationId xmlns:a16="http://schemas.microsoft.com/office/drawing/2014/main" id="{6CA53B5C-F482-489C-921C-19E36097CF51}"/>
              </a:ext>
            </a:extLst>
          </p:cNvPr>
          <p:cNvSpPr>
            <a:spLocks noGrp="1"/>
          </p:cNvSpPr>
          <p:nvPr/>
        </p:nvSpPr>
        <p:spPr>
          <a:xfrm>
            <a:off x="3911819" y="2689991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7" name="anim_o9178_1">
            <a:extLst>
              <a:ext uri="{FF2B5EF4-FFF2-40B4-BE49-F238E27FC236}">
                <a16:creationId xmlns:a16="http://schemas.microsoft.com/office/drawing/2014/main" id="{1C20971F-8E93-478B-959C-A45A7FE060E4}"/>
              </a:ext>
            </a:extLst>
          </p:cNvPr>
          <p:cNvSpPr>
            <a:spLocks noGrp="1"/>
          </p:cNvSpPr>
          <p:nvPr/>
        </p:nvSpPr>
        <p:spPr>
          <a:xfrm>
            <a:off x="2532336" y="3149819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8" name="anim_o9180_1">
            <a:extLst>
              <a:ext uri="{FF2B5EF4-FFF2-40B4-BE49-F238E27FC236}">
                <a16:creationId xmlns:a16="http://schemas.microsoft.com/office/drawing/2014/main" id="{05B321E2-4E6B-4183-B3DC-CB0DC029E59B}"/>
              </a:ext>
            </a:extLst>
          </p:cNvPr>
          <p:cNvSpPr>
            <a:spLocks noGrp="1"/>
          </p:cNvSpPr>
          <p:nvPr/>
        </p:nvSpPr>
        <p:spPr>
          <a:xfrm>
            <a:off x="3451991" y="3149819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9" name="anim_o9182_1">
            <a:extLst>
              <a:ext uri="{FF2B5EF4-FFF2-40B4-BE49-F238E27FC236}">
                <a16:creationId xmlns:a16="http://schemas.microsoft.com/office/drawing/2014/main" id="{122FB7C2-AC0D-4720-B898-F8C6CF5362D3}"/>
              </a:ext>
            </a:extLst>
          </p:cNvPr>
          <p:cNvSpPr>
            <a:spLocks noGrp="1"/>
          </p:cNvSpPr>
          <p:nvPr/>
        </p:nvSpPr>
        <p:spPr>
          <a:xfrm>
            <a:off x="2072509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0" name="anim_o9183_1">
            <a:extLst>
              <a:ext uri="{FF2B5EF4-FFF2-40B4-BE49-F238E27FC236}">
                <a16:creationId xmlns:a16="http://schemas.microsoft.com/office/drawing/2014/main" id="{53792BAE-4F2E-42B1-AE77-C759D366BC16}"/>
              </a:ext>
            </a:extLst>
          </p:cNvPr>
          <p:cNvSpPr>
            <a:spLocks noGrp="1"/>
          </p:cNvSpPr>
          <p:nvPr/>
        </p:nvSpPr>
        <p:spPr>
          <a:xfrm>
            <a:off x="2532336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1" name="anim_o9184_1">
            <a:extLst>
              <a:ext uri="{FF2B5EF4-FFF2-40B4-BE49-F238E27FC236}">
                <a16:creationId xmlns:a16="http://schemas.microsoft.com/office/drawing/2014/main" id="{CF8EE42F-6693-40E8-B274-FB9EB633A59F}"/>
              </a:ext>
            </a:extLst>
          </p:cNvPr>
          <p:cNvSpPr>
            <a:spLocks noGrp="1"/>
          </p:cNvSpPr>
          <p:nvPr/>
        </p:nvSpPr>
        <p:spPr>
          <a:xfrm>
            <a:off x="2992164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2" name="anim_o9185_1">
            <a:extLst>
              <a:ext uri="{FF2B5EF4-FFF2-40B4-BE49-F238E27FC236}">
                <a16:creationId xmlns:a16="http://schemas.microsoft.com/office/drawing/2014/main" id="{053D4E4B-8C9A-4A25-A4FA-8089FB492015}"/>
              </a:ext>
            </a:extLst>
          </p:cNvPr>
          <p:cNvSpPr>
            <a:spLocks noGrp="1"/>
          </p:cNvSpPr>
          <p:nvPr/>
        </p:nvSpPr>
        <p:spPr>
          <a:xfrm>
            <a:off x="3451991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3" name="anim_o9186_1">
            <a:extLst>
              <a:ext uri="{FF2B5EF4-FFF2-40B4-BE49-F238E27FC236}">
                <a16:creationId xmlns:a16="http://schemas.microsoft.com/office/drawing/2014/main" id="{58253496-118A-4750-BBE1-0847E7A73B5F}"/>
              </a:ext>
            </a:extLst>
          </p:cNvPr>
          <p:cNvSpPr>
            <a:spLocks noGrp="1"/>
          </p:cNvSpPr>
          <p:nvPr/>
        </p:nvSpPr>
        <p:spPr>
          <a:xfrm>
            <a:off x="3911819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4" name="anim_o9188_1">
            <a:extLst>
              <a:ext uri="{FF2B5EF4-FFF2-40B4-BE49-F238E27FC236}">
                <a16:creationId xmlns:a16="http://schemas.microsoft.com/office/drawing/2014/main" id="{C8AE448F-C0A5-40C9-8509-D34C893420F7}"/>
              </a:ext>
            </a:extLst>
          </p:cNvPr>
          <p:cNvSpPr>
            <a:spLocks noGrp="1"/>
          </p:cNvSpPr>
          <p:nvPr/>
        </p:nvSpPr>
        <p:spPr>
          <a:xfrm>
            <a:off x="2532336" y="406947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5" name="anim_o9190_1">
            <a:extLst>
              <a:ext uri="{FF2B5EF4-FFF2-40B4-BE49-F238E27FC236}">
                <a16:creationId xmlns:a16="http://schemas.microsoft.com/office/drawing/2014/main" id="{FD2367E4-5842-4CD5-BAE3-0A5BD49B234B}"/>
              </a:ext>
            </a:extLst>
          </p:cNvPr>
          <p:cNvSpPr>
            <a:spLocks noGrp="1"/>
          </p:cNvSpPr>
          <p:nvPr/>
        </p:nvSpPr>
        <p:spPr>
          <a:xfrm>
            <a:off x="3451991" y="406947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6" name="anim_o9167_1">
            <a:extLst>
              <a:ext uri="{FF2B5EF4-FFF2-40B4-BE49-F238E27FC236}">
                <a16:creationId xmlns:a16="http://schemas.microsoft.com/office/drawing/2014/main" id="{10AF749D-C6D7-4020-8C9C-83BFAD77F97A}"/>
              </a:ext>
            </a:extLst>
          </p:cNvPr>
          <p:cNvSpPr>
            <a:spLocks noGrp="1"/>
          </p:cNvSpPr>
          <p:nvPr/>
        </p:nvSpPr>
        <p:spPr>
          <a:xfrm>
            <a:off x="2072509" y="2230164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7" name="anim_o9169_1">
            <a:extLst>
              <a:ext uri="{FF2B5EF4-FFF2-40B4-BE49-F238E27FC236}">
                <a16:creationId xmlns:a16="http://schemas.microsoft.com/office/drawing/2014/main" id="{3D0FA9C3-38BE-4E63-8C1B-524E135091B9}"/>
              </a:ext>
            </a:extLst>
          </p:cNvPr>
          <p:cNvSpPr>
            <a:spLocks noGrp="1"/>
          </p:cNvSpPr>
          <p:nvPr/>
        </p:nvSpPr>
        <p:spPr>
          <a:xfrm>
            <a:off x="2992164" y="2230164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8" name="anim_o9171_1">
            <a:extLst>
              <a:ext uri="{FF2B5EF4-FFF2-40B4-BE49-F238E27FC236}">
                <a16:creationId xmlns:a16="http://schemas.microsoft.com/office/drawing/2014/main" id="{3E235C72-5BCD-464B-A2BE-CD20D1A22CF6}"/>
              </a:ext>
            </a:extLst>
          </p:cNvPr>
          <p:cNvSpPr>
            <a:spLocks noGrp="1"/>
          </p:cNvSpPr>
          <p:nvPr/>
        </p:nvSpPr>
        <p:spPr>
          <a:xfrm>
            <a:off x="3911819" y="2230164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9" name="anim_o9177_1">
            <a:extLst>
              <a:ext uri="{FF2B5EF4-FFF2-40B4-BE49-F238E27FC236}">
                <a16:creationId xmlns:a16="http://schemas.microsoft.com/office/drawing/2014/main" id="{97838FA1-9ADF-421A-9474-DB89334B645D}"/>
              </a:ext>
            </a:extLst>
          </p:cNvPr>
          <p:cNvSpPr>
            <a:spLocks noGrp="1"/>
          </p:cNvSpPr>
          <p:nvPr/>
        </p:nvSpPr>
        <p:spPr>
          <a:xfrm>
            <a:off x="2072509" y="3149819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0" name="anim_o9179_1">
            <a:extLst>
              <a:ext uri="{FF2B5EF4-FFF2-40B4-BE49-F238E27FC236}">
                <a16:creationId xmlns:a16="http://schemas.microsoft.com/office/drawing/2014/main" id="{1E0F6D6F-6D92-469F-B041-3CF09C715B11}"/>
              </a:ext>
            </a:extLst>
          </p:cNvPr>
          <p:cNvSpPr>
            <a:spLocks noGrp="1"/>
          </p:cNvSpPr>
          <p:nvPr/>
        </p:nvSpPr>
        <p:spPr>
          <a:xfrm>
            <a:off x="2992164" y="3149819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1" name="anim_o9181_1">
            <a:extLst>
              <a:ext uri="{FF2B5EF4-FFF2-40B4-BE49-F238E27FC236}">
                <a16:creationId xmlns:a16="http://schemas.microsoft.com/office/drawing/2014/main" id="{4818941E-2CCC-40B6-A303-28B07012A430}"/>
              </a:ext>
            </a:extLst>
          </p:cNvPr>
          <p:cNvSpPr>
            <a:spLocks noGrp="1"/>
          </p:cNvSpPr>
          <p:nvPr/>
        </p:nvSpPr>
        <p:spPr>
          <a:xfrm>
            <a:off x="3911819" y="3149819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2" name="anim_o9187_1">
            <a:extLst>
              <a:ext uri="{FF2B5EF4-FFF2-40B4-BE49-F238E27FC236}">
                <a16:creationId xmlns:a16="http://schemas.microsoft.com/office/drawing/2014/main" id="{A4ACD604-759D-4F47-BB9D-5A5295CF60EF}"/>
              </a:ext>
            </a:extLst>
          </p:cNvPr>
          <p:cNvSpPr>
            <a:spLocks noGrp="1"/>
          </p:cNvSpPr>
          <p:nvPr/>
        </p:nvSpPr>
        <p:spPr>
          <a:xfrm>
            <a:off x="2072509" y="4069474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3" name="anim_o9189_1">
            <a:extLst>
              <a:ext uri="{FF2B5EF4-FFF2-40B4-BE49-F238E27FC236}">
                <a16:creationId xmlns:a16="http://schemas.microsoft.com/office/drawing/2014/main" id="{22DA07FF-9577-4948-8634-0ACD9341880C}"/>
              </a:ext>
            </a:extLst>
          </p:cNvPr>
          <p:cNvSpPr>
            <a:spLocks noGrp="1"/>
          </p:cNvSpPr>
          <p:nvPr/>
        </p:nvSpPr>
        <p:spPr>
          <a:xfrm>
            <a:off x="2992164" y="4069474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4" name="anim_o9191_1">
            <a:extLst>
              <a:ext uri="{FF2B5EF4-FFF2-40B4-BE49-F238E27FC236}">
                <a16:creationId xmlns:a16="http://schemas.microsoft.com/office/drawing/2014/main" id="{F169E59E-A235-4BA7-956A-F2B5C15E633D}"/>
              </a:ext>
            </a:extLst>
          </p:cNvPr>
          <p:cNvSpPr>
            <a:spLocks noGrp="1"/>
          </p:cNvSpPr>
          <p:nvPr/>
        </p:nvSpPr>
        <p:spPr>
          <a:xfrm>
            <a:off x="3911819" y="4069474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5" name="anim_o9193_1">
            <a:extLst>
              <a:ext uri="{FF2B5EF4-FFF2-40B4-BE49-F238E27FC236}">
                <a16:creationId xmlns:a16="http://schemas.microsoft.com/office/drawing/2014/main" id="{FD68E505-3746-4B49-9C49-04E58F3F6992}"/>
              </a:ext>
            </a:extLst>
          </p:cNvPr>
          <p:cNvSpPr>
            <a:spLocks noGrp="1"/>
          </p:cNvSpPr>
          <p:nvPr/>
        </p:nvSpPr>
        <p:spPr>
          <a:xfrm>
            <a:off x="8694026" y="3011871"/>
            <a:ext cx="551793" cy="551793"/>
          </a:xfrm>
          <a:prstGeom prst="rect">
            <a:avLst/>
          </a:prstGeom>
          <a:solidFill>
            <a:srgbClr val="90EE90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6" name="anim_o9197_1">
            <a:extLst>
              <a:ext uri="{FF2B5EF4-FFF2-40B4-BE49-F238E27FC236}">
                <a16:creationId xmlns:a16="http://schemas.microsoft.com/office/drawing/2014/main" id="{68C1659D-F626-4905-AC38-DEA593C6C662}"/>
              </a:ext>
            </a:extLst>
          </p:cNvPr>
          <p:cNvSpPr>
            <a:spLocks noGrp="1"/>
          </p:cNvSpPr>
          <p:nvPr/>
        </p:nvSpPr>
        <p:spPr>
          <a:xfrm>
            <a:off x="2992164" y="223016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7" name="anim_o9199_1">
            <a:extLst>
              <a:ext uri="{FF2B5EF4-FFF2-40B4-BE49-F238E27FC236}">
                <a16:creationId xmlns:a16="http://schemas.microsoft.com/office/drawing/2014/main" id="{3B399F00-45D4-4C34-AE6F-8A50F601A990}"/>
              </a:ext>
            </a:extLst>
          </p:cNvPr>
          <p:cNvSpPr>
            <a:spLocks noGrp="1"/>
          </p:cNvSpPr>
          <p:nvPr/>
        </p:nvSpPr>
        <p:spPr>
          <a:xfrm>
            <a:off x="3911819" y="223016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8" name="anim_o9201_1">
            <a:extLst>
              <a:ext uri="{FF2B5EF4-FFF2-40B4-BE49-F238E27FC236}">
                <a16:creationId xmlns:a16="http://schemas.microsoft.com/office/drawing/2014/main" id="{4CCEF97B-C02E-4BE0-8403-DA6D44A3EC23}"/>
              </a:ext>
            </a:extLst>
          </p:cNvPr>
          <p:cNvSpPr>
            <a:spLocks noGrp="1"/>
          </p:cNvSpPr>
          <p:nvPr/>
        </p:nvSpPr>
        <p:spPr>
          <a:xfrm>
            <a:off x="2532336" y="2689991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9" name="anim_o9202_1">
            <a:extLst>
              <a:ext uri="{FF2B5EF4-FFF2-40B4-BE49-F238E27FC236}">
                <a16:creationId xmlns:a16="http://schemas.microsoft.com/office/drawing/2014/main" id="{90E7C586-4CB3-4E1F-91E9-F8B501A72C62}"/>
              </a:ext>
            </a:extLst>
          </p:cNvPr>
          <p:cNvSpPr>
            <a:spLocks noGrp="1"/>
          </p:cNvSpPr>
          <p:nvPr/>
        </p:nvSpPr>
        <p:spPr>
          <a:xfrm>
            <a:off x="2992164" y="2689991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0" name="anim_o9203_1">
            <a:extLst>
              <a:ext uri="{FF2B5EF4-FFF2-40B4-BE49-F238E27FC236}">
                <a16:creationId xmlns:a16="http://schemas.microsoft.com/office/drawing/2014/main" id="{1F958588-7FF3-4DCB-B4B4-C4002558DCA9}"/>
              </a:ext>
            </a:extLst>
          </p:cNvPr>
          <p:cNvSpPr>
            <a:spLocks noGrp="1"/>
          </p:cNvSpPr>
          <p:nvPr/>
        </p:nvSpPr>
        <p:spPr>
          <a:xfrm>
            <a:off x="3451991" y="2689991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1" name="anim_o9204_1">
            <a:extLst>
              <a:ext uri="{FF2B5EF4-FFF2-40B4-BE49-F238E27FC236}">
                <a16:creationId xmlns:a16="http://schemas.microsoft.com/office/drawing/2014/main" id="{30D65F5A-6A35-420D-974B-A56AFB2ECE66}"/>
              </a:ext>
            </a:extLst>
          </p:cNvPr>
          <p:cNvSpPr>
            <a:spLocks noGrp="1"/>
          </p:cNvSpPr>
          <p:nvPr/>
        </p:nvSpPr>
        <p:spPr>
          <a:xfrm>
            <a:off x="3911819" y="2689991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2" name="anim_o9205_1">
            <a:extLst>
              <a:ext uri="{FF2B5EF4-FFF2-40B4-BE49-F238E27FC236}">
                <a16:creationId xmlns:a16="http://schemas.microsoft.com/office/drawing/2014/main" id="{97CDB525-1288-4F1F-ABA9-8A1350D8BAED}"/>
              </a:ext>
            </a:extLst>
          </p:cNvPr>
          <p:cNvSpPr>
            <a:spLocks noGrp="1"/>
          </p:cNvSpPr>
          <p:nvPr/>
        </p:nvSpPr>
        <p:spPr>
          <a:xfrm>
            <a:off x="4371647" y="2689991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3" name="anim_o9207_1">
            <a:extLst>
              <a:ext uri="{FF2B5EF4-FFF2-40B4-BE49-F238E27FC236}">
                <a16:creationId xmlns:a16="http://schemas.microsoft.com/office/drawing/2014/main" id="{2BE26807-0566-4CC0-9BF9-F0CBF4E63193}"/>
              </a:ext>
            </a:extLst>
          </p:cNvPr>
          <p:cNvSpPr>
            <a:spLocks noGrp="1"/>
          </p:cNvSpPr>
          <p:nvPr/>
        </p:nvSpPr>
        <p:spPr>
          <a:xfrm>
            <a:off x="2992164" y="3149819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4" name="anim_o9209_1">
            <a:extLst>
              <a:ext uri="{FF2B5EF4-FFF2-40B4-BE49-F238E27FC236}">
                <a16:creationId xmlns:a16="http://schemas.microsoft.com/office/drawing/2014/main" id="{F9173689-7505-4E0D-A583-E28BEB3238B5}"/>
              </a:ext>
            </a:extLst>
          </p:cNvPr>
          <p:cNvSpPr>
            <a:spLocks noGrp="1"/>
          </p:cNvSpPr>
          <p:nvPr/>
        </p:nvSpPr>
        <p:spPr>
          <a:xfrm>
            <a:off x="3911819" y="3149819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5" name="anim_o9211_1">
            <a:extLst>
              <a:ext uri="{FF2B5EF4-FFF2-40B4-BE49-F238E27FC236}">
                <a16:creationId xmlns:a16="http://schemas.microsoft.com/office/drawing/2014/main" id="{03264144-20C3-4CBF-885D-B892CBC7EFA4}"/>
              </a:ext>
            </a:extLst>
          </p:cNvPr>
          <p:cNvSpPr>
            <a:spLocks noGrp="1"/>
          </p:cNvSpPr>
          <p:nvPr/>
        </p:nvSpPr>
        <p:spPr>
          <a:xfrm>
            <a:off x="2532336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6" name="anim_o9212_1">
            <a:extLst>
              <a:ext uri="{FF2B5EF4-FFF2-40B4-BE49-F238E27FC236}">
                <a16:creationId xmlns:a16="http://schemas.microsoft.com/office/drawing/2014/main" id="{6D91C230-5432-40E0-90EF-1974ADB75C4B}"/>
              </a:ext>
            </a:extLst>
          </p:cNvPr>
          <p:cNvSpPr>
            <a:spLocks noGrp="1"/>
          </p:cNvSpPr>
          <p:nvPr/>
        </p:nvSpPr>
        <p:spPr>
          <a:xfrm>
            <a:off x="2992164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7" name="anim_o9213_1">
            <a:extLst>
              <a:ext uri="{FF2B5EF4-FFF2-40B4-BE49-F238E27FC236}">
                <a16:creationId xmlns:a16="http://schemas.microsoft.com/office/drawing/2014/main" id="{6CC2BAEC-7C6D-4D4F-A63F-A9B0F0BDF6BE}"/>
              </a:ext>
            </a:extLst>
          </p:cNvPr>
          <p:cNvSpPr>
            <a:spLocks noGrp="1"/>
          </p:cNvSpPr>
          <p:nvPr/>
        </p:nvSpPr>
        <p:spPr>
          <a:xfrm>
            <a:off x="3451991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8" name="anim_o9214_1">
            <a:extLst>
              <a:ext uri="{FF2B5EF4-FFF2-40B4-BE49-F238E27FC236}">
                <a16:creationId xmlns:a16="http://schemas.microsoft.com/office/drawing/2014/main" id="{CFB405BE-5562-4B6C-ACE9-53B9E5173348}"/>
              </a:ext>
            </a:extLst>
          </p:cNvPr>
          <p:cNvSpPr>
            <a:spLocks noGrp="1"/>
          </p:cNvSpPr>
          <p:nvPr/>
        </p:nvSpPr>
        <p:spPr>
          <a:xfrm>
            <a:off x="3911819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9" name="anim_o9215_1">
            <a:extLst>
              <a:ext uri="{FF2B5EF4-FFF2-40B4-BE49-F238E27FC236}">
                <a16:creationId xmlns:a16="http://schemas.microsoft.com/office/drawing/2014/main" id="{D37B68E7-0881-47C9-81B2-6C3A0CF4DB23}"/>
              </a:ext>
            </a:extLst>
          </p:cNvPr>
          <p:cNvSpPr>
            <a:spLocks noGrp="1"/>
          </p:cNvSpPr>
          <p:nvPr/>
        </p:nvSpPr>
        <p:spPr>
          <a:xfrm>
            <a:off x="4371647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0" name="anim_o9217_1">
            <a:extLst>
              <a:ext uri="{FF2B5EF4-FFF2-40B4-BE49-F238E27FC236}">
                <a16:creationId xmlns:a16="http://schemas.microsoft.com/office/drawing/2014/main" id="{32251AE5-C931-4F1A-AB79-46A72AB0AB26}"/>
              </a:ext>
            </a:extLst>
          </p:cNvPr>
          <p:cNvSpPr>
            <a:spLocks noGrp="1"/>
          </p:cNvSpPr>
          <p:nvPr/>
        </p:nvSpPr>
        <p:spPr>
          <a:xfrm>
            <a:off x="2992164" y="406947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1" name="anim_o9219_1">
            <a:extLst>
              <a:ext uri="{FF2B5EF4-FFF2-40B4-BE49-F238E27FC236}">
                <a16:creationId xmlns:a16="http://schemas.microsoft.com/office/drawing/2014/main" id="{B5A5F475-0489-4272-A9B0-F107BCFBDCCF}"/>
              </a:ext>
            </a:extLst>
          </p:cNvPr>
          <p:cNvSpPr>
            <a:spLocks noGrp="1"/>
          </p:cNvSpPr>
          <p:nvPr/>
        </p:nvSpPr>
        <p:spPr>
          <a:xfrm>
            <a:off x="3911819" y="406947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2" name="anim_o9196_1">
            <a:extLst>
              <a:ext uri="{FF2B5EF4-FFF2-40B4-BE49-F238E27FC236}">
                <a16:creationId xmlns:a16="http://schemas.microsoft.com/office/drawing/2014/main" id="{62CB2121-FB40-4052-9FEC-94F046B5D85E}"/>
              </a:ext>
            </a:extLst>
          </p:cNvPr>
          <p:cNvSpPr>
            <a:spLocks noGrp="1"/>
          </p:cNvSpPr>
          <p:nvPr/>
        </p:nvSpPr>
        <p:spPr>
          <a:xfrm>
            <a:off x="2532336" y="2230164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3" name="anim_o9198_1">
            <a:extLst>
              <a:ext uri="{FF2B5EF4-FFF2-40B4-BE49-F238E27FC236}">
                <a16:creationId xmlns:a16="http://schemas.microsoft.com/office/drawing/2014/main" id="{662FA3EA-A6E4-4A1D-B8AF-7BCA79EEEC03}"/>
              </a:ext>
            </a:extLst>
          </p:cNvPr>
          <p:cNvSpPr>
            <a:spLocks noGrp="1"/>
          </p:cNvSpPr>
          <p:nvPr/>
        </p:nvSpPr>
        <p:spPr>
          <a:xfrm>
            <a:off x="3451991" y="2230164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4" name="anim_o9200_1">
            <a:extLst>
              <a:ext uri="{FF2B5EF4-FFF2-40B4-BE49-F238E27FC236}">
                <a16:creationId xmlns:a16="http://schemas.microsoft.com/office/drawing/2014/main" id="{075078BF-DD8B-4A49-9008-3346C8B0E372}"/>
              </a:ext>
            </a:extLst>
          </p:cNvPr>
          <p:cNvSpPr>
            <a:spLocks noGrp="1"/>
          </p:cNvSpPr>
          <p:nvPr/>
        </p:nvSpPr>
        <p:spPr>
          <a:xfrm>
            <a:off x="4371647" y="2230164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5" name="anim_o9206_1">
            <a:extLst>
              <a:ext uri="{FF2B5EF4-FFF2-40B4-BE49-F238E27FC236}">
                <a16:creationId xmlns:a16="http://schemas.microsoft.com/office/drawing/2014/main" id="{A15B02D9-7F93-45EE-BD5F-FE0D271C540B}"/>
              </a:ext>
            </a:extLst>
          </p:cNvPr>
          <p:cNvSpPr>
            <a:spLocks noGrp="1"/>
          </p:cNvSpPr>
          <p:nvPr/>
        </p:nvSpPr>
        <p:spPr>
          <a:xfrm>
            <a:off x="2532336" y="3149819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6" name="anim_o9208_1">
            <a:extLst>
              <a:ext uri="{FF2B5EF4-FFF2-40B4-BE49-F238E27FC236}">
                <a16:creationId xmlns:a16="http://schemas.microsoft.com/office/drawing/2014/main" id="{4B5C56A2-8B3B-44A2-8D7F-CD61EDDE60EC}"/>
              </a:ext>
            </a:extLst>
          </p:cNvPr>
          <p:cNvSpPr>
            <a:spLocks noGrp="1"/>
          </p:cNvSpPr>
          <p:nvPr/>
        </p:nvSpPr>
        <p:spPr>
          <a:xfrm>
            <a:off x="3451991" y="3149819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7" name="anim_o9210_1">
            <a:extLst>
              <a:ext uri="{FF2B5EF4-FFF2-40B4-BE49-F238E27FC236}">
                <a16:creationId xmlns:a16="http://schemas.microsoft.com/office/drawing/2014/main" id="{D38BE7C3-B5D3-4909-888D-1B73BD6C7148}"/>
              </a:ext>
            </a:extLst>
          </p:cNvPr>
          <p:cNvSpPr>
            <a:spLocks noGrp="1"/>
          </p:cNvSpPr>
          <p:nvPr/>
        </p:nvSpPr>
        <p:spPr>
          <a:xfrm>
            <a:off x="4371647" y="3149819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8" name="anim_o9216_1">
            <a:extLst>
              <a:ext uri="{FF2B5EF4-FFF2-40B4-BE49-F238E27FC236}">
                <a16:creationId xmlns:a16="http://schemas.microsoft.com/office/drawing/2014/main" id="{1ECBEAD8-176B-4F17-B4D7-8CB963826378}"/>
              </a:ext>
            </a:extLst>
          </p:cNvPr>
          <p:cNvSpPr>
            <a:spLocks noGrp="1"/>
          </p:cNvSpPr>
          <p:nvPr/>
        </p:nvSpPr>
        <p:spPr>
          <a:xfrm>
            <a:off x="2532336" y="4069474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9" name="anim_o9218_1">
            <a:extLst>
              <a:ext uri="{FF2B5EF4-FFF2-40B4-BE49-F238E27FC236}">
                <a16:creationId xmlns:a16="http://schemas.microsoft.com/office/drawing/2014/main" id="{06765638-59C3-4948-B639-88C3E1627644}"/>
              </a:ext>
            </a:extLst>
          </p:cNvPr>
          <p:cNvSpPr>
            <a:spLocks noGrp="1"/>
          </p:cNvSpPr>
          <p:nvPr/>
        </p:nvSpPr>
        <p:spPr>
          <a:xfrm>
            <a:off x="3451991" y="4069474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0" name="anim_o9220_1">
            <a:extLst>
              <a:ext uri="{FF2B5EF4-FFF2-40B4-BE49-F238E27FC236}">
                <a16:creationId xmlns:a16="http://schemas.microsoft.com/office/drawing/2014/main" id="{F5D38623-40CD-453A-AE9F-E9552F52E6F3}"/>
              </a:ext>
            </a:extLst>
          </p:cNvPr>
          <p:cNvSpPr>
            <a:spLocks noGrp="1"/>
          </p:cNvSpPr>
          <p:nvPr/>
        </p:nvSpPr>
        <p:spPr>
          <a:xfrm>
            <a:off x="4371647" y="4069474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1" name="anim_o9222_1">
            <a:extLst>
              <a:ext uri="{FF2B5EF4-FFF2-40B4-BE49-F238E27FC236}">
                <a16:creationId xmlns:a16="http://schemas.microsoft.com/office/drawing/2014/main" id="{5D08D33F-2101-4985-91CE-9DA2EFBF069A}"/>
              </a:ext>
            </a:extLst>
          </p:cNvPr>
          <p:cNvSpPr>
            <a:spLocks noGrp="1"/>
          </p:cNvSpPr>
          <p:nvPr/>
        </p:nvSpPr>
        <p:spPr>
          <a:xfrm>
            <a:off x="9245819" y="3011871"/>
            <a:ext cx="551793" cy="551793"/>
          </a:xfrm>
          <a:prstGeom prst="rect">
            <a:avLst/>
          </a:prstGeom>
          <a:solidFill>
            <a:srgbClr val="90EE90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2" name="anim_o9226_1">
            <a:extLst>
              <a:ext uri="{FF2B5EF4-FFF2-40B4-BE49-F238E27FC236}">
                <a16:creationId xmlns:a16="http://schemas.microsoft.com/office/drawing/2014/main" id="{354574ED-C11B-4F1C-8940-24D5206289AC}"/>
              </a:ext>
            </a:extLst>
          </p:cNvPr>
          <p:cNvSpPr>
            <a:spLocks noGrp="1"/>
          </p:cNvSpPr>
          <p:nvPr/>
        </p:nvSpPr>
        <p:spPr>
          <a:xfrm>
            <a:off x="2072509" y="2689991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3" name="anim_o9228_1">
            <a:extLst>
              <a:ext uri="{FF2B5EF4-FFF2-40B4-BE49-F238E27FC236}">
                <a16:creationId xmlns:a16="http://schemas.microsoft.com/office/drawing/2014/main" id="{79457D5A-2DCD-46F8-8194-38B1B0399CF1}"/>
              </a:ext>
            </a:extLst>
          </p:cNvPr>
          <p:cNvSpPr>
            <a:spLocks noGrp="1"/>
          </p:cNvSpPr>
          <p:nvPr/>
        </p:nvSpPr>
        <p:spPr>
          <a:xfrm>
            <a:off x="2992164" y="2689991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4" name="anim_o9230_1">
            <a:extLst>
              <a:ext uri="{FF2B5EF4-FFF2-40B4-BE49-F238E27FC236}">
                <a16:creationId xmlns:a16="http://schemas.microsoft.com/office/drawing/2014/main" id="{E587A689-AF81-4C68-AC33-3ABFF51EF334}"/>
              </a:ext>
            </a:extLst>
          </p:cNvPr>
          <p:cNvSpPr>
            <a:spLocks noGrp="1"/>
          </p:cNvSpPr>
          <p:nvPr/>
        </p:nvSpPr>
        <p:spPr>
          <a:xfrm>
            <a:off x="1612681" y="3149819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5" name="anim_o9231_1">
            <a:extLst>
              <a:ext uri="{FF2B5EF4-FFF2-40B4-BE49-F238E27FC236}">
                <a16:creationId xmlns:a16="http://schemas.microsoft.com/office/drawing/2014/main" id="{B3625AED-3DC1-4310-8457-8C959E7DA111}"/>
              </a:ext>
            </a:extLst>
          </p:cNvPr>
          <p:cNvSpPr>
            <a:spLocks noGrp="1"/>
          </p:cNvSpPr>
          <p:nvPr/>
        </p:nvSpPr>
        <p:spPr>
          <a:xfrm>
            <a:off x="2072509" y="3149819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6" name="anim_o9232_1">
            <a:extLst>
              <a:ext uri="{FF2B5EF4-FFF2-40B4-BE49-F238E27FC236}">
                <a16:creationId xmlns:a16="http://schemas.microsoft.com/office/drawing/2014/main" id="{F82DF17B-C168-4F39-B401-183947EB25A9}"/>
              </a:ext>
            </a:extLst>
          </p:cNvPr>
          <p:cNvSpPr>
            <a:spLocks noGrp="1"/>
          </p:cNvSpPr>
          <p:nvPr/>
        </p:nvSpPr>
        <p:spPr>
          <a:xfrm>
            <a:off x="2532336" y="3149819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7" name="anim_o9233_1">
            <a:extLst>
              <a:ext uri="{FF2B5EF4-FFF2-40B4-BE49-F238E27FC236}">
                <a16:creationId xmlns:a16="http://schemas.microsoft.com/office/drawing/2014/main" id="{D3424238-B6B3-4F5F-A214-90C1D60D7C32}"/>
              </a:ext>
            </a:extLst>
          </p:cNvPr>
          <p:cNvSpPr>
            <a:spLocks noGrp="1"/>
          </p:cNvSpPr>
          <p:nvPr/>
        </p:nvSpPr>
        <p:spPr>
          <a:xfrm>
            <a:off x="2992164" y="3149819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8" name="anim_o9234_1">
            <a:extLst>
              <a:ext uri="{FF2B5EF4-FFF2-40B4-BE49-F238E27FC236}">
                <a16:creationId xmlns:a16="http://schemas.microsoft.com/office/drawing/2014/main" id="{2376F1AD-327A-40EB-AFF6-ABD849F241F9}"/>
              </a:ext>
            </a:extLst>
          </p:cNvPr>
          <p:cNvSpPr>
            <a:spLocks noGrp="1"/>
          </p:cNvSpPr>
          <p:nvPr/>
        </p:nvSpPr>
        <p:spPr>
          <a:xfrm>
            <a:off x="3451991" y="3149819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9" name="anim_o9236_1">
            <a:extLst>
              <a:ext uri="{FF2B5EF4-FFF2-40B4-BE49-F238E27FC236}">
                <a16:creationId xmlns:a16="http://schemas.microsoft.com/office/drawing/2014/main" id="{82C1C1A2-1826-4385-87EE-C85F286233D8}"/>
              </a:ext>
            </a:extLst>
          </p:cNvPr>
          <p:cNvSpPr>
            <a:spLocks noGrp="1"/>
          </p:cNvSpPr>
          <p:nvPr/>
        </p:nvSpPr>
        <p:spPr>
          <a:xfrm>
            <a:off x="2072509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0" name="anim_o9238_1">
            <a:extLst>
              <a:ext uri="{FF2B5EF4-FFF2-40B4-BE49-F238E27FC236}">
                <a16:creationId xmlns:a16="http://schemas.microsoft.com/office/drawing/2014/main" id="{917467EA-5274-497B-A895-09E478283055}"/>
              </a:ext>
            </a:extLst>
          </p:cNvPr>
          <p:cNvSpPr>
            <a:spLocks noGrp="1"/>
          </p:cNvSpPr>
          <p:nvPr/>
        </p:nvSpPr>
        <p:spPr>
          <a:xfrm>
            <a:off x="2992164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1" name="anim_o9240_1">
            <a:extLst>
              <a:ext uri="{FF2B5EF4-FFF2-40B4-BE49-F238E27FC236}">
                <a16:creationId xmlns:a16="http://schemas.microsoft.com/office/drawing/2014/main" id="{22806033-7C17-4553-8DF2-F406AFFC2017}"/>
              </a:ext>
            </a:extLst>
          </p:cNvPr>
          <p:cNvSpPr>
            <a:spLocks noGrp="1"/>
          </p:cNvSpPr>
          <p:nvPr/>
        </p:nvSpPr>
        <p:spPr>
          <a:xfrm>
            <a:off x="1612681" y="406947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2" name="anim_o9241_1">
            <a:extLst>
              <a:ext uri="{FF2B5EF4-FFF2-40B4-BE49-F238E27FC236}">
                <a16:creationId xmlns:a16="http://schemas.microsoft.com/office/drawing/2014/main" id="{22F43AAB-C54F-4738-9DC9-7DD44AD02FCB}"/>
              </a:ext>
            </a:extLst>
          </p:cNvPr>
          <p:cNvSpPr>
            <a:spLocks noGrp="1"/>
          </p:cNvSpPr>
          <p:nvPr/>
        </p:nvSpPr>
        <p:spPr>
          <a:xfrm>
            <a:off x="2072509" y="406947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3" name="anim_o9242_1">
            <a:extLst>
              <a:ext uri="{FF2B5EF4-FFF2-40B4-BE49-F238E27FC236}">
                <a16:creationId xmlns:a16="http://schemas.microsoft.com/office/drawing/2014/main" id="{14A6D612-76A0-48F9-A154-0B0A22AAFEF9}"/>
              </a:ext>
            </a:extLst>
          </p:cNvPr>
          <p:cNvSpPr>
            <a:spLocks noGrp="1"/>
          </p:cNvSpPr>
          <p:nvPr/>
        </p:nvSpPr>
        <p:spPr>
          <a:xfrm>
            <a:off x="2532336" y="406947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4" name="anim_o9243_1">
            <a:extLst>
              <a:ext uri="{FF2B5EF4-FFF2-40B4-BE49-F238E27FC236}">
                <a16:creationId xmlns:a16="http://schemas.microsoft.com/office/drawing/2014/main" id="{0B89AA1C-7C40-4CBE-AE79-FFC1413ACC6C}"/>
              </a:ext>
            </a:extLst>
          </p:cNvPr>
          <p:cNvSpPr>
            <a:spLocks noGrp="1"/>
          </p:cNvSpPr>
          <p:nvPr/>
        </p:nvSpPr>
        <p:spPr>
          <a:xfrm>
            <a:off x="2992164" y="406947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5" name="anim_o9244_1">
            <a:extLst>
              <a:ext uri="{FF2B5EF4-FFF2-40B4-BE49-F238E27FC236}">
                <a16:creationId xmlns:a16="http://schemas.microsoft.com/office/drawing/2014/main" id="{C4D7BAF6-D473-4FB6-BA30-1B9B3C03461C}"/>
              </a:ext>
            </a:extLst>
          </p:cNvPr>
          <p:cNvSpPr>
            <a:spLocks noGrp="1"/>
          </p:cNvSpPr>
          <p:nvPr/>
        </p:nvSpPr>
        <p:spPr>
          <a:xfrm>
            <a:off x="3451991" y="406947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6" name="anim_o9246_1">
            <a:extLst>
              <a:ext uri="{FF2B5EF4-FFF2-40B4-BE49-F238E27FC236}">
                <a16:creationId xmlns:a16="http://schemas.microsoft.com/office/drawing/2014/main" id="{189A5725-44BB-47AC-873E-3DA9B6D3D69B}"/>
              </a:ext>
            </a:extLst>
          </p:cNvPr>
          <p:cNvSpPr>
            <a:spLocks noGrp="1"/>
          </p:cNvSpPr>
          <p:nvPr/>
        </p:nvSpPr>
        <p:spPr>
          <a:xfrm>
            <a:off x="2072509" y="4529302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7" name="anim_o9248_1">
            <a:extLst>
              <a:ext uri="{FF2B5EF4-FFF2-40B4-BE49-F238E27FC236}">
                <a16:creationId xmlns:a16="http://schemas.microsoft.com/office/drawing/2014/main" id="{EC957550-EB74-4ECB-B667-5EAEC04C81E3}"/>
              </a:ext>
            </a:extLst>
          </p:cNvPr>
          <p:cNvSpPr>
            <a:spLocks noGrp="1"/>
          </p:cNvSpPr>
          <p:nvPr/>
        </p:nvSpPr>
        <p:spPr>
          <a:xfrm>
            <a:off x="2992164" y="4529302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8" name="anim_o9225_1">
            <a:extLst>
              <a:ext uri="{FF2B5EF4-FFF2-40B4-BE49-F238E27FC236}">
                <a16:creationId xmlns:a16="http://schemas.microsoft.com/office/drawing/2014/main" id="{6C36A251-1D6C-4455-B66B-FC7B9EBF6432}"/>
              </a:ext>
            </a:extLst>
          </p:cNvPr>
          <p:cNvSpPr>
            <a:spLocks noGrp="1"/>
          </p:cNvSpPr>
          <p:nvPr/>
        </p:nvSpPr>
        <p:spPr>
          <a:xfrm>
            <a:off x="1612681" y="2689991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9" name="anim_o9227_1">
            <a:extLst>
              <a:ext uri="{FF2B5EF4-FFF2-40B4-BE49-F238E27FC236}">
                <a16:creationId xmlns:a16="http://schemas.microsoft.com/office/drawing/2014/main" id="{678C57E9-0C9C-4523-A48C-1F80306E825D}"/>
              </a:ext>
            </a:extLst>
          </p:cNvPr>
          <p:cNvSpPr>
            <a:spLocks noGrp="1"/>
          </p:cNvSpPr>
          <p:nvPr/>
        </p:nvSpPr>
        <p:spPr>
          <a:xfrm>
            <a:off x="2532336" y="2689991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0" name="anim_o9229_1">
            <a:extLst>
              <a:ext uri="{FF2B5EF4-FFF2-40B4-BE49-F238E27FC236}">
                <a16:creationId xmlns:a16="http://schemas.microsoft.com/office/drawing/2014/main" id="{D529CD67-467B-495C-A263-61CC912C60FE}"/>
              </a:ext>
            </a:extLst>
          </p:cNvPr>
          <p:cNvSpPr>
            <a:spLocks noGrp="1"/>
          </p:cNvSpPr>
          <p:nvPr/>
        </p:nvSpPr>
        <p:spPr>
          <a:xfrm>
            <a:off x="3451991" y="2689991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1" name="anim_o9235_1">
            <a:extLst>
              <a:ext uri="{FF2B5EF4-FFF2-40B4-BE49-F238E27FC236}">
                <a16:creationId xmlns:a16="http://schemas.microsoft.com/office/drawing/2014/main" id="{5F4FEB61-F25F-4698-86D0-D3CA73D1B9A0}"/>
              </a:ext>
            </a:extLst>
          </p:cNvPr>
          <p:cNvSpPr>
            <a:spLocks noGrp="1"/>
          </p:cNvSpPr>
          <p:nvPr/>
        </p:nvSpPr>
        <p:spPr>
          <a:xfrm>
            <a:off x="1612681" y="3609647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2" name="anim_o9237_1">
            <a:extLst>
              <a:ext uri="{FF2B5EF4-FFF2-40B4-BE49-F238E27FC236}">
                <a16:creationId xmlns:a16="http://schemas.microsoft.com/office/drawing/2014/main" id="{CBA43E76-0E2B-406E-96D9-BD22D80AE8CE}"/>
              </a:ext>
            </a:extLst>
          </p:cNvPr>
          <p:cNvSpPr>
            <a:spLocks noGrp="1"/>
          </p:cNvSpPr>
          <p:nvPr/>
        </p:nvSpPr>
        <p:spPr>
          <a:xfrm>
            <a:off x="2532336" y="3609647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3" name="anim_o9239_1">
            <a:extLst>
              <a:ext uri="{FF2B5EF4-FFF2-40B4-BE49-F238E27FC236}">
                <a16:creationId xmlns:a16="http://schemas.microsoft.com/office/drawing/2014/main" id="{AD7EBC5E-0F37-4C87-9197-3C96D6D1959D}"/>
              </a:ext>
            </a:extLst>
          </p:cNvPr>
          <p:cNvSpPr>
            <a:spLocks noGrp="1"/>
          </p:cNvSpPr>
          <p:nvPr/>
        </p:nvSpPr>
        <p:spPr>
          <a:xfrm>
            <a:off x="3451991" y="3609647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4" name="anim_o9245_1">
            <a:extLst>
              <a:ext uri="{FF2B5EF4-FFF2-40B4-BE49-F238E27FC236}">
                <a16:creationId xmlns:a16="http://schemas.microsoft.com/office/drawing/2014/main" id="{E4A9E8B7-1925-4FE7-B2AA-115B51D00224}"/>
              </a:ext>
            </a:extLst>
          </p:cNvPr>
          <p:cNvSpPr>
            <a:spLocks noGrp="1"/>
          </p:cNvSpPr>
          <p:nvPr/>
        </p:nvSpPr>
        <p:spPr>
          <a:xfrm>
            <a:off x="1612681" y="4529302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5" name="anim_o9247_1">
            <a:extLst>
              <a:ext uri="{FF2B5EF4-FFF2-40B4-BE49-F238E27FC236}">
                <a16:creationId xmlns:a16="http://schemas.microsoft.com/office/drawing/2014/main" id="{58995F61-933C-495F-A09C-590855AB084B}"/>
              </a:ext>
            </a:extLst>
          </p:cNvPr>
          <p:cNvSpPr>
            <a:spLocks noGrp="1"/>
          </p:cNvSpPr>
          <p:nvPr/>
        </p:nvSpPr>
        <p:spPr>
          <a:xfrm>
            <a:off x="2532336" y="4529302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6" name="anim_o9249_1">
            <a:extLst>
              <a:ext uri="{FF2B5EF4-FFF2-40B4-BE49-F238E27FC236}">
                <a16:creationId xmlns:a16="http://schemas.microsoft.com/office/drawing/2014/main" id="{3F24F5C9-28A4-4E46-AD22-71E54ACD85EF}"/>
              </a:ext>
            </a:extLst>
          </p:cNvPr>
          <p:cNvSpPr>
            <a:spLocks noGrp="1"/>
          </p:cNvSpPr>
          <p:nvPr/>
        </p:nvSpPr>
        <p:spPr>
          <a:xfrm>
            <a:off x="3451991" y="4529302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7" name="anim_o9251_1">
            <a:extLst>
              <a:ext uri="{FF2B5EF4-FFF2-40B4-BE49-F238E27FC236}">
                <a16:creationId xmlns:a16="http://schemas.microsoft.com/office/drawing/2014/main" id="{5A831559-6105-4A04-AAA5-395388E8B08D}"/>
              </a:ext>
            </a:extLst>
          </p:cNvPr>
          <p:cNvSpPr>
            <a:spLocks noGrp="1"/>
          </p:cNvSpPr>
          <p:nvPr/>
        </p:nvSpPr>
        <p:spPr>
          <a:xfrm>
            <a:off x="8142233" y="3563664"/>
            <a:ext cx="551793" cy="551793"/>
          </a:xfrm>
          <a:prstGeom prst="rect">
            <a:avLst/>
          </a:prstGeom>
          <a:solidFill>
            <a:srgbClr val="90EE90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8" name="anim_o9255_1">
            <a:extLst>
              <a:ext uri="{FF2B5EF4-FFF2-40B4-BE49-F238E27FC236}">
                <a16:creationId xmlns:a16="http://schemas.microsoft.com/office/drawing/2014/main" id="{C946DB91-4B64-4B47-A86F-7019CBC4C267}"/>
              </a:ext>
            </a:extLst>
          </p:cNvPr>
          <p:cNvSpPr>
            <a:spLocks noGrp="1"/>
          </p:cNvSpPr>
          <p:nvPr/>
        </p:nvSpPr>
        <p:spPr>
          <a:xfrm>
            <a:off x="2532336" y="2689991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9" name="anim_o9257_1">
            <a:extLst>
              <a:ext uri="{FF2B5EF4-FFF2-40B4-BE49-F238E27FC236}">
                <a16:creationId xmlns:a16="http://schemas.microsoft.com/office/drawing/2014/main" id="{15395C4E-0C05-41B0-AC1F-1F1BB6A9B132}"/>
              </a:ext>
            </a:extLst>
          </p:cNvPr>
          <p:cNvSpPr>
            <a:spLocks noGrp="1"/>
          </p:cNvSpPr>
          <p:nvPr/>
        </p:nvSpPr>
        <p:spPr>
          <a:xfrm>
            <a:off x="3451991" y="2689991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0" name="anim_o9259_1">
            <a:extLst>
              <a:ext uri="{FF2B5EF4-FFF2-40B4-BE49-F238E27FC236}">
                <a16:creationId xmlns:a16="http://schemas.microsoft.com/office/drawing/2014/main" id="{B7F572C6-5CE7-426D-AC4B-DF82479C1B53}"/>
              </a:ext>
            </a:extLst>
          </p:cNvPr>
          <p:cNvSpPr>
            <a:spLocks noGrp="1"/>
          </p:cNvSpPr>
          <p:nvPr/>
        </p:nvSpPr>
        <p:spPr>
          <a:xfrm>
            <a:off x="2072509" y="3149819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1" name="anim_o9260_1">
            <a:extLst>
              <a:ext uri="{FF2B5EF4-FFF2-40B4-BE49-F238E27FC236}">
                <a16:creationId xmlns:a16="http://schemas.microsoft.com/office/drawing/2014/main" id="{816D8FD8-A11A-4050-B985-20BC6714E49A}"/>
              </a:ext>
            </a:extLst>
          </p:cNvPr>
          <p:cNvSpPr>
            <a:spLocks noGrp="1"/>
          </p:cNvSpPr>
          <p:nvPr/>
        </p:nvSpPr>
        <p:spPr>
          <a:xfrm>
            <a:off x="2532336" y="3149819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2" name="anim_o9261_1">
            <a:extLst>
              <a:ext uri="{FF2B5EF4-FFF2-40B4-BE49-F238E27FC236}">
                <a16:creationId xmlns:a16="http://schemas.microsoft.com/office/drawing/2014/main" id="{F8A4E6AF-C83A-4C33-9EA7-568CFDC901AD}"/>
              </a:ext>
            </a:extLst>
          </p:cNvPr>
          <p:cNvSpPr>
            <a:spLocks noGrp="1"/>
          </p:cNvSpPr>
          <p:nvPr/>
        </p:nvSpPr>
        <p:spPr>
          <a:xfrm>
            <a:off x="2992164" y="3149819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3" name="anim_o9262_1">
            <a:extLst>
              <a:ext uri="{FF2B5EF4-FFF2-40B4-BE49-F238E27FC236}">
                <a16:creationId xmlns:a16="http://schemas.microsoft.com/office/drawing/2014/main" id="{E40887EC-8F4E-4140-9028-B7BBD23A99B8}"/>
              </a:ext>
            </a:extLst>
          </p:cNvPr>
          <p:cNvSpPr>
            <a:spLocks noGrp="1"/>
          </p:cNvSpPr>
          <p:nvPr/>
        </p:nvSpPr>
        <p:spPr>
          <a:xfrm>
            <a:off x="3451991" y="3149819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4" name="anim_o9263_1">
            <a:extLst>
              <a:ext uri="{FF2B5EF4-FFF2-40B4-BE49-F238E27FC236}">
                <a16:creationId xmlns:a16="http://schemas.microsoft.com/office/drawing/2014/main" id="{106E0C40-2A66-436E-A356-B8337DBDBEC1}"/>
              </a:ext>
            </a:extLst>
          </p:cNvPr>
          <p:cNvSpPr>
            <a:spLocks noGrp="1"/>
          </p:cNvSpPr>
          <p:nvPr/>
        </p:nvSpPr>
        <p:spPr>
          <a:xfrm>
            <a:off x="3911819" y="3149819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5" name="anim_o9265_1">
            <a:extLst>
              <a:ext uri="{FF2B5EF4-FFF2-40B4-BE49-F238E27FC236}">
                <a16:creationId xmlns:a16="http://schemas.microsoft.com/office/drawing/2014/main" id="{CC60F1C0-6A2D-4BE6-8E50-B6918666D0B3}"/>
              </a:ext>
            </a:extLst>
          </p:cNvPr>
          <p:cNvSpPr>
            <a:spLocks noGrp="1"/>
          </p:cNvSpPr>
          <p:nvPr/>
        </p:nvSpPr>
        <p:spPr>
          <a:xfrm>
            <a:off x="2532336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6" name="anim_o9267_1">
            <a:extLst>
              <a:ext uri="{FF2B5EF4-FFF2-40B4-BE49-F238E27FC236}">
                <a16:creationId xmlns:a16="http://schemas.microsoft.com/office/drawing/2014/main" id="{B81BAA95-D798-448D-AFD7-44C4731093C5}"/>
              </a:ext>
            </a:extLst>
          </p:cNvPr>
          <p:cNvSpPr>
            <a:spLocks noGrp="1"/>
          </p:cNvSpPr>
          <p:nvPr/>
        </p:nvSpPr>
        <p:spPr>
          <a:xfrm>
            <a:off x="3451991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7" name="anim_o9269_1">
            <a:extLst>
              <a:ext uri="{FF2B5EF4-FFF2-40B4-BE49-F238E27FC236}">
                <a16:creationId xmlns:a16="http://schemas.microsoft.com/office/drawing/2014/main" id="{F5CC7432-86FB-45DF-9827-65A034A5BBC3}"/>
              </a:ext>
            </a:extLst>
          </p:cNvPr>
          <p:cNvSpPr>
            <a:spLocks noGrp="1"/>
          </p:cNvSpPr>
          <p:nvPr/>
        </p:nvSpPr>
        <p:spPr>
          <a:xfrm>
            <a:off x="2072509" y="406947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8" name="anim_o9270_1">
            <a:extLst>
              <a:ext uri="{FF2B5EF4-FFF2-40B4-BE49-F238E27FC236}">
                <a16:creationId xmlns:a16="http://schemas.microsoft.com/office/drawing/2014/main" id="{0731FA5C-D2C1-44F6-A8C0-282A64F7EF7F}"/>
              </a:ext>
            </a:extLst>
          </p:cNvPr>
          <p:cNvSpPr>
            <a:spLocks noGrp="1"/>
          </p:cNvSpPr>
          <p:nvPr/>
        </p:nvSpPr>
        <p:spPr>
          <a:xfrm>
            <a:off x="2532336" y="406947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9" name="anim_o9271_1">
            <a:extLst>
              <a:ext uri="{FF2B5EF4-FFF2-40B4-BE49-F238E27FC236}">
                <a16:creationId xmlns:a16="http://schemas.microsoft.com/office/drawing/2014/main" id="{E7260819-3021-4891-8D48-251014BB5502}"/>
              </a:ext>
            </a:extLst>
          </p:cNvPr>
          <p:cNvSpPr>
            <a:spLocks noGrp="1"/>
          </p:cNvSpPr>
          <p:nvPr/>
        </p:nvSpPr>
        <p:spPr>
          <a:xfrm>
            <a:off x="2992164" y="406947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0" name="anim_o9272_1">
            <a:extLst>
              <a:ext uri="{FF2B5EF4-FFF2-40B4-BE49-F238E27FC236}">
                <a16:creationId xmlns:a16="http://schemas.microsoft.com/office/drawing/2014/main" id="{481423B0-5CB1-44AF-B1CA-DDEFD7396D79}"/>
              </a:ext>
            </a:extLst>
          </p:cNvPr>
          <p:cNvSpPr>
            <a:spLocks noGrp="1"/>
          </p:cNvSpPr>
          <p:nvPr/>
        </p:nvSpPr>
        <p:spPr>
          <a:xfrm>
            <a:off x="3451991" y="406947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1" name="anim_o9273_1">
            <a:extLst>
              <a:ext uri="{FF2B5EF4-FFF2-40B4-BE49-F238E27FC236}">
                <a16:creationId xmlns:a16="http://schemas.microsoft.com/office/drawing/2014/main" id="{310E6493-058A-4A98-9F05-566140B81F12}"/>
              </a:ext>
            </a:extLst>
          </p:cNvPr>
          <p:cNvSpPr>
            <a:spLocks noGrp="1"/>
          </p:cNvSpPr>
          <p:nvPr/>
        </p:nvSpPr>
        <p:spPr>
          <a:xfrm>
            <a:off x="3911819" y="406947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2" name="anim_o9275_1">
            <a:extLst>
              <a:ext uri="{FF2B5EF4-FFF2-40B4-BE49-F238E27FC236}">
                <a16:creationId xmlns:a16="http://schemas.microsoft.com/office/drawing/2014/main" id="{E39AFCC0-6B40-4DB4-A3DB-7D3F6330507F}"/>
              </a:ext>
            </a:extLst>
          </p:cNvPr>
          <p:cNvSpPr>
            <a:spLocks noGrp="1"/>
          </p:cNvSpPr>
          <p:nvPr/>
        </p:nvSpPr>
        <p:spPr>
          <a:xfrm>
            <a:off x="2532336" y="4529302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3" name="anim_o9277_1">
            <a:extLst>
              <a:ext uri="{FF2B5EF4-FFF2-40B4-BE49-F238E27FC236}">
                <a16:creationId xmlns:a16="http://schemas.microsoft.com/office/drawing/2014/main" id="{97E73BA2-3FF3-412B-BF07-46726F351A5A}"/>
              </a:ext>
            </a:extLst>
          </p:cNvPr>
          <p:cNvSpPr>
            <a:spLocks noGrp="1"/>
          </p:cNvSpPr>
          <p:nvPr/>
        </p:nvSpPr>
        <p:spPr>
          <a:xfrm>
            <a:off x="3451991" y="4529302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4" name="anim_o9254_1">
            <a:extLst>
              <a:ext uri="{FF2B5EF4-FFF2-40B4-BE49-F238E27FC236}">
                <a16:creationId xmlns:a16="http://schemas.microsoft.com/office/drawing/2014/main" id="{2E97523B-77B0-4382-B56A-6230760E718B}"/>
              </a:ext>
            </a:extLst>
          </p:cNvPr>
          <p:cNvSpPr>
            <a:spLocks noGrp="1"/>
          </p:cNvSpPr>
          <p:nvPr/>
        </p:nvSpPr>
        <p:spPr>
          <a:xfrm>
            <a:off x="2072509" y="2689991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5" name="anim_o9256_1">
            <a:extLst>
              <a:ext uri="{FF2B5EF4-FFF2-40B4-BE49-F238E27FC236}">
                <a16:creationId xmlns:a16="http://schemas.microsoft.com/office/drawing/2014/main" id="{9EC0C6BE-C93A-49A7-8D1D-68AF6037FD99}"/>
              </a:ext>
            </a:extLst>
          </p:cNvPr>
          <p:cNvSpPr>
            <a:spLocks noGrp="1"/>
          </p:cNvSpPr>
          <p:nvPr/>
        </p:nvSpPr>
        <p:spPr>
          <a:xfrm>
            <a:off x="2992164" y="2689991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6" name="anim_o9258_1">
            <a:extLst>
              <a:ext uri="{FF2B5EF4-FFF2-40B4-BE49-F238E27FC236}">
                <a16:creationId xmlns:a16="http://schemas.microsoft.com/office/drawing/2014/main" id="{6D515F99-3677-4A06-9D66-21611387A039}"/>
              </a:ext>
            </a:extLst>
          </p:cNvPr>
          <p:cNvSpPr>
            <a:spLocks noGrp="1"/>
          </p:cNvSpPr>
          <p:nvPr/>
        </p:nvSpPr>
        <p:spPr>
          <a:xfrm>
            <a:off x="3911819" y="2689991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7" name="anim_o9264_1">
            <a:extLst>
              <a:ext uri="{FF2B5EF4-FFF2-40B4-BE49-F238E27FC236}">
                <a16:creationId xmlns:a16="http://schemas.microsoft.com/office/drawing/2014/main" id="{1FF5E531-AC25-4583-94B1-BD1D308D8AB7}"/>
              </a:ext>
            </a:extLst>
          </p:cNvPr>
          <p:cNvSpPr>
            <a:spLocks noGrp="1"/>
          </p:cNvSpPr>
          <p:nvPr/>
        </p:nvSpPr>
        <p:spPr>
          <a:xfrm>
            <a:off x="2072509" y="3609647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8" name="anim_o9266_1">
            <a:extLst>
              <a:ext uri="{FF2B5EF4-FFF2-40B4-BE49-F238E27FC236}">
                <a16:creationId xmlns:a16="http://schemas.microsoft.com/office/drawing/2014/main" id="{940C41BC-A0FC-4AF6-8F0D-236A556CC981}"/>
              </a:ext>
            </a:extLst>
          </p:cNvPr>
          <p:cNvSpPr>
            <a:spLocks noGrp="1"/>
          </p:cNvSpPr>
          <p:nvPr/>
        </p:nvSpPr>
        <p:spPr>
          <a:xfrm>
            <a:off x="2992164" y="3609647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9" name="anim_o9268_1">
            <a:extLst>
              <a:ext uri="{FF2B5EF4-FFF2-40B4-BE49-F238E27FC236}">
                <a16:creationId xmlns:a16="http://schemas.microsoft.com/office/drawing/2014/main" id="{AA6D591F-7FED-4F4A-A9B7-9FE928DA9A4E}"/>
              </a:ext>
            </a:extLst>
          </p:cNvPr>
          <p:cNvSpPr>
            <a:spLocks noGrp="1"/>
          </p:cNvSpPr>
          <p:nvPr/>
        </p:nvSpPr>
        <p:spPr>
          <a:xfrm>
            <a:off x="3911819" y="3609647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0" name="anim_o9274_1">
            <a:extLst>
              <a:ext uri="{FF2B5EF4-FFF2-40B4-BE49-F238E27FC236}">
                <a16:creationId xmlns:a16="http://schemas.microsoft.com/office/drawing/2014/main" id="{180FE97B-3C95-4F3F-AE34-B12BB97400DD}"/>
              </a:ext>
            </a:extLst>
          </p:cNvPr>
          <p:cNvSpPr>
            <a:spLocks noGrp="1"/>
          </p:cNvSpPr>
          <p:nvPr/>
        </p:nvSpPr>
        <p:spPr>
          <a:xfrm>
            <a:off x="2072509" y="4529302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1" name="anim_o9276_1">
            <a:extLst>
              <a:ext uri="{FF2B5EF4-FFF2-40B4-BE49-F238E27FC236}">
                <a16:creationId xmlns:a16="http://schemas.microsoft.com/office/drawing/2014/main" id="{21989FB6-029C-40A6-990B-C439982CACD0}"/>
              </a:ext>
            </a:extLst>
          </p:cNvPr>
          <p:cNvSpPr>
            <a:spLocks noGrp="1"/>
          </p:cNvSpPr>
          <p:nvPr/>
        </p:nvSpPr>
        <p:spPr>
          <a:xfrm>
            <a:off x="2992164" y="4529302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2" name="anim_o9278_1">
            <a:extLst>
              <a:ext uri="{FF2B5EF4-FFF2-40B4-BE49-F238E27FC236}">
                <a16:creationId xmlns:a16="http://schemas.microsoft.com/office/drawing/2014/main" id="{E18975F9-AEA7-486D-B7C3-7A57E9817199}"/>
              </a:ext>
            </a:extLst>
          </p:cNvPr>
          <p:cNvSpPr>
            <a:spLocks noGrp="1"/>
          </p:cNvSpPr>
          <p:nvPr/>
        </p:nvSpPr>
        <p:spPr>
          <a:xfrm>
            <a:off x="3911819" y="4529302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3" name="anim_o9280_1">
            <a:extLst>
              <a:ext uri="{FF2B5EF4-FFF2-40B4-BE49-F238E27FC236}">
                <a16:creationId xmlns:a16="http://schemas.microsoft.com/office/drawing/2014/main" id="{492F3E0E-5089-47C5-B6D2-23A142C86D23}"/>
              </a:ext>
            </a:extLst>
          </p:cNvPr>
          <p:cNvSpPr>
            <a:spLocks noGrp="1"/>
          </p:cNvSpPr>
          <p:nvPr/>
        </p:nvSpPr>
        <p:spPr>
          <a:xfrm>
            <a:off x="8694026" y="3563664"/>
            <a:ext cx="551793" cy="551793"/>
          </a:xfrm>
          <a:prstGeom prst="rect">
            <a:avLst/>
          </a:prstGeom>
          <a:solidFill>
            <a:srgbClr val="90EE90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4" name="anim_o9284_1">
            <a:extLst>
              <a:ext uri="{FF2B5EF4-FFF2-40B4-BE49-F238E27FC236}">
                <a16:creationId xmlns:a16="http://schemas.microsoft.com/office/drawing/2014/main" id="{1AC0587F-989C-4D69-BDD8-38D69B54F220}"/>
              </a:ext>
            </a:extLst>
          </p:cNvPr>
          <p:cNvSpPr>
            <a:spLocks noGrp="1"/>
          </p:cNvSpPr>
          <p:nvPr/>
        </p:nvSpPr>
        <p:spPr>
          <a:xfrm>
            <a:off x="2992164" y="2689991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5" name="anim_o9286_1">
            <a:extLst>
              <a:ext uri="{FF2B5EF4-FFF2-40B4-BE49-F238E27FC236}">
                <a16:creationId xmlns:a16="http://schemas.microsoft.com/office/drawing/2014/main" id="{1D949A12-F235-4A1F-84FA-34D471400242}"/>
              </a:ext>
            </a:extLst>
          </p:cNvPr>
          <p:cNvSpPr>
            <a:spLocks noGrp="1"/>
          </p:cNvSpPr>
          <p:nvPr/>
        </p:nvSpPr>
        <p:spPr>
          <a:xfrm>
            <a:off x="3911819" y="2689991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6" name="anim_o9288_1">
            <a:extLst>
              <a:ext uri="{FF2B5EF4-FFF2-40B4-BE49-F238E27FC236}">
                <a16:creationId xmlns:a16="http://schemas.microsoft.com/office/drawing/2014/main" id="{C87C570E-F558-4641-8900-39487DAEEE7D}"/>
              </a:ext>
            </a:extLst>
          </p:cNvPr>
          <p:cNvSpPr>
            <a:spLocks noGrp="1"/>
          </p:cNvSpPr>
          <p:nvPr/>
        </p:nvSpPr>
        <p:spPr>
          <a:xfrm>
            <a:off x="2532336" y="3149819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7" name="anim_o9289_1">
            <a:extLst>
              <a:ext uri="{FF2B5EF4-FFF2-40B4-BE49-F238E27FC236}">
                <a16:creationId xmlns:a16="http://schemas.microsoft.com/office/drawing/2014/main" id="{9A3BE8A9-5A72-4DC1-8249-79DD8C7002BB}"/>
              </a:ext>
            </a:extLst>
          </p:cNvPr>
          <p:cNvSpPr>
            <a:spLocks noGrp="1"/>
          </p:cNvSpPr>
          <p:nvPr/>
        </p:nvSpPr>
        <p:spPr>
          <a:xfrm>
            <a:off x="2992164" y="3149819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8" name="anim_o9290_1">
            <a:extLst>
              <a:ext uri="{FF2B5EF4-FFF2-40B4-BE49-F238E27FC236}">
                <a16:creationId xmlns:a16="http://schemas.microsoft.com/office/drawing/2014/main" id="{DA7FCE00-EFB3-47F3-B061-AC7B2ABE82AA}"/>
              </a:ext>
            </a:extLst>
          </p:cNvPr>
          <p:cNvSpPr>
            <a:spLocks noGrp="1"/>
          </p:cNvSpPr>
          <p:nvPr/>
        </p:nvSpPr>
        <p:spPr>
          <a:xfrm>
            <a:off x="3451991" y="3149819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9" name="anim_o9291_1">
            <a:extLst>
              <a:ext uri="{FF2B5EF4-FFF2-40B4-BE49-F238E27FC236}">
                <a16:creationId xmlns:a16="http://schemas.microsoft.com/office/drawing/2014/main" id="{CA29C978-7D0F-4B7E-BB21-08EB577A0E41}"/>
              </a:ext>
            </a:extLst>
          </p:cNvPr>
          <p:cNvSpPr>
            <a:spLocks noGrp="1"/>
          </p:cNvSpPr>
          <p:nvPr/>
        </p:nvSpPr>
        <p:spPr>
          <a:xfrm>
            <a:off x="3911819" y="3149819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0" name="anim_o9292_1">
            <a:extLst>
              <a:ext uri="{FF2B5EF4-FFF2-40B4-BE49-F238E27FC236}">
                <a16:creationId xmlns:a16="http://schemas.microsoft.com/office/drawing/2014/main" id="{9D4E876E-0AF8-45A8-9B93-6ECCD761C89A}"/>
              </a:ext>
            </a:extLst>
          </p:cNvPr>
          <p:cNvSpPr>
            <a:spLocks noGrp="1"/>
          </p:cNvSpPr>
          <p:nvPr/>
        </p:nvSpPr>
        <p:spPr>
          <a:xfrm>
            <a:off x="4371647" y="3149819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1" name="anim_o9294_1">
            <a:extLst>
              <a:ext uri="{FF2B5EF4-FFF2-40B4-BE49-F238E27FC236}">
                <a16:creationId xmlns:a16="http://schemas.microsoft.com/office/drawing/2014/main" id="{5FCD843A-E7C2-45CA-89A2-0FBB5F89325C}"/>
              </a:ext>
            </a:extLst>
          </p:cNvPr>
          <p:cNvSpPr>
            <a:spLocks noGrp="1"/>
          </p:cNvSpPr>
          <p:nvPr/>
        </p:nvSpPr>
        <p:spPr>
          <a:xfrm>
            <a:off x="2992164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2" name="anim_o9296_1">
            <a:extLst>
              <a:ext uri="{FF2B5EF4-FFF2-40B4-BE49-F238E27FC236}">
                <a16:creationId xmlns:a16="http://schemas.microsoft.com/office/drawing/2014/main" id="{7BAB2B96-2C53-4933-A406-90B265E24FDF}"/>
              </a:ext>
            </a:extLst>
          </p:cNvPr>
          <p:cNvSpPr>
            <a:spLocks noGrp="1"/>
          </p:cNvSpPr>
          <p:nvPr/>
        </p:nvSpPr>
        <p:spPr>
          <a:xfrm>
            <a:off x="3911819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3" name="anim_o9298_1">
            <a:extLst>
              <a:ext uri="{FF2B5EF4-FFF2-40B4-BE49-F238E27FC236}">
                <a16:creationId xmlns:a16="http://schemas.microsoft.com/office/drawing/2014/main" id="{DBBDA863-4183-4945-AC0C-F496E4A79343}"/>
              </a:ext>
            </a:extLst>
          </p:cNvPr>
          <p:cNvSpPr>
            <a:spLocks noGrp="1"/>
          </p:cNvSpPr>
          <p:nvPr/>
        </p:nvSpPr>
        <p:spPr>
          <a:xfrm>
            <a:off x="2532336" y="406947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4" name="anim_o9299_1">
            <a:extLst>
              <a:ext uri="{FF2B5EF4-FFF2-40B4-BE49-F238E27FC236}">
                <a16:creationId xmlns:a16="http://schemas.microsoft.com/office/drawing/2014/main" id="{9722DF9E-B8E0-488B-B29F-2A2FFD70919A}"/>
              </a:ext>
            </a:extLst>
          </p:cNvPr>
          <p:cNvSpPr>
            <a:spLocks noGrp="1"/>
          </p:cNvSpPr>
          <p:nvPr/>
        </p:nvSpPr>
        <p:spPr>
          <a:xfrm>
            <a:off x="2992164" y="406947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5" name="anim_o9300_1">
            <a:extLst>
              <a:ext uri="{FF2B5EF4-FFF2-40B4-BE49-F238E27FC236}">
                <a16:creationId xmlns:a16="http://schemas.microsoft.com/office/drawing/2014/main" id="{64017520-084A-4650-9368-FD807D2F8F1D}"/>
              </a:ext>
            </a:extLst>
          </p:cNvPr>
          <p:cNvSpPr>
            <a:spLocks noGrp="1"/>
          </p:cNvSpPr>
          <p:nvPr/>
        </p:nvSpPr>
        <p:spPr>
          <a:xfrm>
            <a:off x="3451991" y="406947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6" name="anim_o9301_1">
            <a:extLst>
              <a:ext uri="{FF2B5EF4-FFF2-40B4-BE49-F238E27FC236}">
                <a16:creationId xmlns:a16="http://schemas.microsoft.com/office/drawing/2014/main" id="{D899D757-063B-4340-804E-64A1254F788F}"/>
              </a:ext>
            </a:extLst>
          </p:cNvPr>
          <p:cNvSpPr>
            <a:spLocks noGrp="1"/>
          </p:cNvSpPr>
          <p:nvPr/>
        </p:nvSpPr>
        <p:spPr>
          <a:xfrm>
            <a:off x="3911819" y="406947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7" name="anim_o9302_1">
            <a:extLst>
              <a:ext uri="{FF2B5EF4-FFF2-40B4-BE49-F238E27FC236}">
                <a16:creationId xmlns:a16="http://schemas.microsoft.com/office/drawing/2014/main" id="{33261B41-5F81-456A-A118-2CEA7C32E67C}"/>
              </a:ext>
            </a:extLst>
          </p:cNvPr>
          <p:cNvSpPr>
            <a:spLocks noGrp="1"/>
          </p:cNvSpPr>
          <p:nvPr/>
        </p:nvSpPr>
        <p:spPr>
          <a:xfrm>
            <a:off x="4371647" y="406947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8" name="anim_o9304_1">
            <a:extLst>
              <a:ext uri="{FF2B5EF4-FFF2-40B4-BE49-F238E27FC236}">
                <a16:creationId xmlns:a16="http://schemas.microsoft.com/office/drawing/2014/main" id="{8C03F09F-6B14-4A25-963D-2F892D66512F}"/>
              </a:ext>
            </a:extLst>
          </p:cNvPr>
          <p:cNvSpPr>
            <a:spLocks noGrp="1"/>
          </p:cNvSpPr>
          <p:nvPr/>
        </p:nvSpPr>
        <p:spPr>
          <a:xfrm>
            <a:off x="2992164" y="4529302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49" name="anim_o9306_1">
            <a:extLst>
              <a:ext uri="{FF2B5EF4-FFF2-40B4-BE49-F238E27FC236}">
                <a16:creationId xmlns:a16="http://schemas.microsoft.com/office/drawing/2014/main" id="{DA83E785-C737-4E8A-9460-4E348A9E5DB7}"/>
              </a:ext>
            </a:extLst>
          </p:cNvPr>
          <p:cNvSpPr>
            <a:spLocks noGrp="1"/>
          </p:cNvSpPr>
          <p:nvPr/>
        </p:nvSpPr>
        <p:spPr>
          <a:xfrm>
            <a:off x="3911819" y="4529302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0" name="anim_o9283_1">
            <a:extLst>
              <a:ext uri="{FF2B5EF4-FFF2-40B4-BE49-F238E27FC236}">
                <a16:creationId xmlns:a16="http://schemas.microsoft.com/office/drawing/2014/main" id="{5DBFCA9E-1C59-4DB9-9049-4D345ACAAE36}"/>
              </a:ext>
            </a:extLst>
          </p:cNvPr>
          <p:cNvSpPr>
            <a:spLocks noGrp="1"/>
          </p:cNvSpPr>
          <p:nvPr/>
        </p:nvSpPr>
        <p:spPr>
          <a:xfrm>
            <a:off x="2532336" y="2689991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1" name="anim_o9285_1">
            <a:extLst>
              <a:ext uri="{FF2B5EF4-FFF2-40B4-BE49-F238E27FC236}">
                <a16:creationId xmlns:a16="http://schemas.microsoft.com/office/drawing/2014/main" id="{7D8243BC-6852-4079-B4B1-706EDD8170AA}"/>
              </a:ext>
            </a:extLst>
          </p:cNvPr>
          <p:cNvSpPr>
            <a:spLocks noGrp="1"/>
          </p:cNvSpPr>
          <p:nvPr/>
        </p:nvSpPr>
        <p:spPr>
          <a:xfrm>
            <a:off x="3451991" y="2689991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2" name="anim_o9287_1">
            <a:extLst>
              <a:ext uri="{FF2B5EF4-FFF2-40B4-BE49-F238E27FC236}">
                <a16:creationId xmlns:a16="http://schemas.microsoft.com/office/drawing/2014/main" id="{AD181120-C4AF-4190-9DF3-E522C5672E2C}"/>
              </a:ext>
            </a:extLst>
          </p:cNvPr>
          <p:cNvSpPr>
            <a:spLocks noGrp="1"/>
          </p:cNvSpPr>
          <p:nvPr/>
        </p:nvSpPr>
        <p:spPr>
          <a:xfrm>
            <a:off x="4371647" y="2689991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3" name="anim_o9293_1">
            <a:extLst>
              <a:ext uri="{FF2B5EF4-FFF2-40B4-BE49-F238E27FC236}">
                <a16:creationId xmlns:a16="http://schemas.microsoft.com/office/drawing/2014/main" id="{8452CA02-542E-4D02-80CA-EA05A0C87A6E}"/>
              </a:ext>
            </a:extLst>
          </p:cNvPr>
          <p:cNvSpPr>
            <a:spLocks noGrp="1"/>
          </p:cNvSpPr>
          <p:nvPr/>
        </p:nvSpPr>
        <p:spPr>
          <a:xfrm>
            <a:off x="2532336" y="3609647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4" name="anim_o9295_1">
            <a:extLst>
              <a:ext uri="{FF2B5EF4-FFF2-40B4-BE49-F238E27FC236}">
                <a16:creationId xmlns:a16="http://schemas.microsoft.com/office/drawing/2014/main" id="{B4C4CD07-32EC-48C9-84C3-99DDB401B373}"/>
              </a:ext>
            </a:extLst>
          </p:cNvPr>
          <p:cNvSpPr>
            <a:spLocks noGrp="1"/>
          </p:cNvSpPr>
          <p:nvPr/>
        </p:nvSpPr>
        <p:spPr>
          <a:xfrm>
            <a:off x="3451991" y="3609647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5" name="anim_o9297_1">
            <a:extLst>
              <a:ext uri="{FF2B5EF4-FFF2-40B4-BE49-F238E27FC236}">
                <a16:creationId xmlns:a16="http://schemas.microsoft.com/office/drawing/2014/main" id="{734D511D-2C62-4C34-A3AD-4E2670A8F9B4}"/>
              </a:ext>
            </a:extLst>
          </p:cNvPr>
          <p:cNvSpPr>
            <a:spLocks noGrp="1"/>
          </p:cNvSpPr>
          <p:nvPr/>
        </p:nvSpPr>
        <p:spPr>
          <a:xfrm>
            <a:off x="4371647" y="3609647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6" name="anim_o9303_1">
            <a:extLst>
              <a:ext uri="{FF2B5EF4-FFF2-40B4-BE49-F238E27FC236}">
                <a16:creationId xmlns:a16="http://schemas.microsoft.com/office/drawing/2014/main" id="{3271A734-94BC-4455-B24C-59901EAD2208}"/>
              </a:ext>
            </a:extLst>
          </p:cNvPr>
          <p:cNvSpPr>
            <a:spLocks noGrp="1"/>
          </p:cNvSpPr>
          <p:nvPr/>
        </p:nvSpPr>
        <p:spPr>
          <a:xfrm>
            <a:off x="2532336" y="4529302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7" name="anim_o9305_1">
            <a:extLst>
              <a:ext uri="{FF2B5EF4-FFF2-40B4-BE49-F238E27FC236}">
                <a16:creationId xmlns:a16="http://schemas.microsoft.com/office/drawing/2014/main" id="{A77C41CA-C00F-47CD-BF19-56EAA5A70958}"/>
              </a:ext>
            </a:extLst>
          </p:cNvPr>
          <p:cNvSpPr>
            <a:spLocks noGrp="1"/>
          </p:cNvSpPr>
          <p:nvPr/>
        </p:nvSpPr>
        <p:spPr>
          <a:xfrm>
            <a:off x="3451991" y="4529302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8" name="anim_o9307_1">
            <a:extLst>
              <a:ext uri="{FF2B5EF4-FFF2-40B4-BE49-F238E27FC236}">
                <a16:creationId xmlns:a16="http://schemas.microsoft.com/office/drawing/2014/main" id="{EDBB736C-D8D9-4E01-90BC-EC3E4EDB888B}"/>
              </a:ext>
            </a:extLst>
          </p:cNvPr>
          <p:cNvSpPr>
            <a:spLocks noGrp="1"/>
          </p:cNvSpPr>
          <p:nvPr/>
        </p:nvSpPr>
        <p:spPr>
          <a:xfrm>
            <a:off x="4371647" y="4529302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9" name="anim_o9309_1">
            <a:extLst>
              <a:ext uri="{FF2B5EF4-FFF2-40B4-BE49-F238E27FC236}">
                <a16:creationId xmlns:a16="http://schemas.microsoft.com/office/drawing/2014/main" id="{F654C792-95A5-46A9-B8F2-219C5F5E527E}"/>
              </a:ext>
            </a:extLst>
          </p:cNvPr>
          <p:cNvSpPr>
            <a:spLocks noGrp="1"/>
          </p:cNvSpPr>
          <p:nvPr/>
        </p:nvSpPr>
        <p:spPr>
          <a:xfrm>
            <a:off x="9245819" y="3563664"/>
            <a:ext cx="551793" cy="551793"/>
          </a:xfrm>
          <a:prstGeom prst="rect">
            <a:avLst/>
          </a:prstGeom>
          <a:solidFill>
            <a:srgbClr val="90EE90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0" name="anim_o9313_1">
            <a:extLst>
              <a:ext uri="{FF2B5EF4-FFF2-40B4-BE49-F238E27FC236}">
                <a16:creationId xmlns:a16="http://schemas.microsoft.com/office/drawing/2014/main" id="{85F426E1-5D02-4262-ACBB-17656A80BB78}"/>
              </a:ext>
            </a:extLst>
          </p:cNvPr>
          <p:cNvSpPr>
            <a:spLocks noGrp="1"/>
          </p:cNvSpPr>
          <p:nvPr/>
        </p:nvSpPr>
        <p:spPr>
          <a:xfrm>
            <a:off x="2072509" y="3149819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1" name="anim_o9315_1">
            <a:extLst>
              <a:ext uri="{FF2B5EF4-FFF2-40B4-BE49-F238E27FC236}">
                <a16:creationId xmlns:a16="http://schemas.microsoft.com/office/drawing/2014/main" id="{ED7F513B-F5A8-42BC-ADDC-899351A25DF2}"/>
              </a:ext>
            </a:extLst>
          </p:cNvPr>
          <p:cNvSpPr>
            <a:spLocks noGrp="1"/>
          </p:cNvSpPr>
          <p:nvPr/>
        </p:nvSpPr>
        <p:spPr>
          <a:xfrm>
            <a:off x="2992164" y="3149819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2" name="anim_o9317_1">
            <a:extLst>
              <a:ext uri="{FF2B5EF4-FFF2-40B4-BE49-F238E27FC236}">
                <a16:creationId xmlns:a16="http://schemas.microsoft.com/office/drawing/2014/main" id="{24DE5639-FFFB-4F70-8557-F806DDB648CF}"/>
              </a:ext>
            </a:extLst>
          </p:cNvPr>
          <p:cNvSpPr>
            <a:spLocks noGrp="1"/>
          </p:cNvSpPr>
          <p:nvPr/>
        </p:nvSpPr>
        <p:spPr>
          <a:xfrm>
            <a:off x="1612681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3" name="anim_o9318_1">
            <a:extLst>
              <a:ext uri="{FF2B5EF4-FFF2-40B4-BE49-F238E27FC236}">
                <a16:creationId xmlns:a16="http://schemas.microsoft.com/office/drawing/2014/main" id="{4BEA08CD-0A23-4FF4-9D00-32E32D4C2252}"/>
              </a:ext>
            </a:extLst>
          </p:cNvPr>
          <p:cNvSpPr>
            <a:spLocks noGrp="1"/>
          </p:cNvSpPr>
          <p:nvPr/>
        </p:nvSpPr>
        <p:spPr>
          <a:xfrm>
            <a:off x="2072509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4" name="anim_o9319_1">
            <a:extLst>
              <a:ext uri="{FF2B5EF4-FFF2-40B4-BE49-F238E27FC236}">
                <a16:creationId xmlns:a16="http://schemas.microsoft.com/office/drawing/2014/main" id="{AB37FC63-0E35-46D5-9FCA-99B2E99AFC47}"/>
              </a:ext>
            </a:extLst>
          </p:cNvPr>
          <p:cNvSpPr>
            <a:spLocks noGrp="1"/>
          </p:cNvSpPr>
          <p:nvPr/>
        </p:nvSpPr>
        <p:spPr>
          <a:xfrm>
            <a:off x="2532336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5" name="anim_o9320_1">
            <a:extLst>
              <a:ext uri="{FF2B5EF4-FFF2-40B4-BE49-F238E27FC236}">
                <a16:creationId xmlns:a16="http://schemas.microsoft.com/office/drawing/2014/main" id="{9FD59AC8-F4A7-4933-82F8-3E7973FF0F54}"/>
              </a:ext>
            </a:extLst>
          </p:cNvPr>
          <p:cNvSpPr>
            <a:spLocks noGrp="1"/>
          </p:cNvSpPr>
          <p:nvPr/>
        </p:nvSpPr>
        <p:spPr>
          <a:xfrm>
            <a:off x="2992164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6" name="anim_o9321_1">
            <a:extLst>
              <a:ext uri="{FF2B5EF4-FFF2-40B4-BE49-F238E27FC236}">
                <a16:creationId xmlns:a16="http://schemas.microsoft.com/office/drawing/2014/main" id="{2EF82329-62EA-4003-AF6E-A344E40AECC6}"/>
              </a:ext>
            </a:extLst>
          </p:cNvPr>
          <p:cNvSpPr>
            <a:spLocks noGrp="1"/>
          </p:cNvSpPr>
          <p:nvPr/>
        </p:nvSpPr>
        <p:spPr>
          <a:xfrm>
            <a:off x="3451991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7" name="anim_o9323_1">
            <a:extLst>
              <a:ext uri="{FF2B5EF4-FFF2-40B4-BE49-F238E27FC236}">
                <a16:creationId xmlns:a16="http://schemas.microsoft.com/office/drawing/2014/main" id="{54444642-649D-4282-A308-06C7B498999D}"/>
              </a:ext>
            </a:extLst>
          </p:cNvPr>
          <p:cNvSpPr>
            <a:spLocks noGrp="1"/>
          </p:cNvSpPr>
          <p:nvPr/>
        </p:nvSpPr>
        <p:spPr>
          <a:xfrm>
            <a:off x="2072509" y="406947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8" name="anim_o9325_1">
            <a:extLst>
              <a:ext uri="{FF2B5EF4-FFF2-40B4-BE49-F238E27FC236}">
                <a16:creationId xmlns:a16="http://schemas.microsoft.com/office/drawing/2014/main" id="{606DC20C-F0EB-48A0-9C95-C56234B31A90}"/>
              </a:ext>
            </a:extLst>
          </p:cNvPr>
          <p:cNvSpPr>
            <a:spLocks noGrp="1"/>
          </p:cNvSpPr>
          <p:nvPr/>
        </p:nvSpPr>
        <p:spPr>
          <a:xfrm>
            <a:off x="2992164" y="406947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9" name="anim_o9327_1">
            <a:extLst>
              <a:ext uri="{FF2B5EF4-FFF2-40B4-BE49-F238E27FC236}">
                <a16:creationId xmlns:a16="http://schemas.microsoft.com/office/drawing/2014/main" id="{536110F7-DFF0-460C-A5FB-2C0614A2A370}"/>
              </a:ext>
            </a:extLst>
          </p:cNvPr>
          <p:cNvSpPr>
            <a:spLocks noGrp="1"/>
          </p:cNvSpPr>
          <p:nvPr/>
        </p:nvSpPr>
        <p:spPr>
          <a:xfrm>
            <a:off x="1612681" y="4529302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0" name="anim_o9328_1">
            <a:extLst>
              <a:ext uri="{FF2B5EF4-FFF2-40B4-BE49-F238E27FC236}">
                <a16:creationId xmlns:a16="http://schemas.microsoft.com/office/drawing/2014/main" id="{558ABF80-D6DD-4FA3-B96B-D8E02EFE65AB}"/>
              </a:ext>
            </a:extLst>
          </p:cNvPr>
          <p:cNvSpPr>
            <a:spLocks noGrp="1"/>
          </p:cNvSpPr>
          <p:nvPr/>
        </p:nvSpPr>
        <p:spPr>
          <a:xfrm>
            <a:off x="2072509" y="4529302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1" name="anim_o9329_1">
            <a:extLst>
              <a:ext uri="{FF2B5EF4-FFF2-40B4-BE49-F238E27FC236}">
                <a16:creationId xmlns:a16="http://schemas.microsoft.com/office/drawing/2014/main" id="{54465586-F86B-4C37-96E9-9A19FD826AD4}"/>
              </a:ext>
            </a:extLst>
          </p:cNvPr>
          <p:cNvSpPr>
            <a:spLocks noGrp="1"/>
          </p:cNvSpPr>
          <p:nvPr/>
        </p:nvSpPr>
        <p:spPr>
          <a:xfrm>
            <a:off x="2532336" y="4529302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2" name="anim_o9330_1">
            <a:extLst>
              <a:ext uri="{FF2B5EF4-FFF2-40B4-BE49-F238E27FC236}">
                <a16:creationId xmlns:a16="http://schemas.microsoft.com/office/drawing/2014/main" id="{6F0905E5-3937-4CE9-ABAA-6D6F110F57F9}"/>
              </a:ext>
            </a:extLst>
          </p:cNvPr>
          <p:cNvSpPr>
            <a:spLocks noGrp="1"/>
          </p:cNvSpPr>
          <p:nvPr/>
        </p:nvSpPr>
        <p:spPr>
          <a:xfrm>
            <a:off x="2992164" y="4529302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3" name="anim_o9331_1">
            <a:extLst>
              <a:ext uri="{FF2B5EF4-FFF2-40B4-BE49-F238E27FC236}">
                <a16:creationId xmlns:a16="http://schemas.microsoft.com/office/drawing/2014/main" id="{BAEF0A05-3DB5-4A15-B22F-A9E71F95441F}"/>
              </a:ext>
            </a:extLst>
          </p:cNvPr>
          <p:cNvSpPr>
            <a:spLocks noGrp="1"/>
          </p:cNvSpPr>
          <p:nvPr/>
        </p:nvSpPr>
        <p:spPr>
          <a:xfrm>
            <a:off x="3451991" y="4529302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4" name="anim_o9333_1">
            <a:extLst>
              <a:ext uri="{FF2B5EF4-FFF2-40B4-BE49-F238E27FC236}">
                <a16:creationId xmlns:a16="http://schemas.microsoft.com/office/drawing/2014/main" id="{345D9520-A52F-413E-A602-18846047EFFC}"/>
              </a:ext>
            </a:extLst>
          </p:cNvPr>
          <p:cNvSpPr>
            <a:spLocks noGrp="1"/>
          </p:cNvSpPr>
          <p:nvPr/>
        </p:nvSpPr>
        <p:spPr>
          <a:xfrm>
            <a:off x="2072509" y="4989129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5" name="anim_o9335_1">
            <a:extLst>
              <a:ext uri="{FF2B5EF4-FFF2-40B4-BE49-F238E27FC236}">
                <a16:creationId xmlns:a16="http://schemas.microsoft.com/office/drawing/2014/main" id="{CDB3F61F-9F6E-4BCC-9C8E-554D0973E93F}"/>
              </a:ext>
            </a:extLst>
          </p:cNvPr>
          <p:cNvSpPr>
            <a:spLocks noGrp="1"/>
          </p:cNvSpPr>
          <p:nvPr/>
        </p:nvSpPr>
        <p:spPr>
          <a:xfrm>
            <a:off x="2992164" y="4989129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6" name="anim_o9312_1">
            <a:extLst>
              <a:ext uri="{FF2B5EF4-FFF2-40B4-BE49-F238E27FC236}">
                <a16:creationId xmlns:a16="http://schemas.microsoft.com/office/drawing/2014/main" id="{4F4060AD-5A0C-4419-9CD8-45D6667E5530}"/>
              </a:ext>
            </a:extLst>
          </p:cNvPr>
          <p:cNvSpPr>
            <a:spLocks noGrp="1"/>
          </p:cNvSpPr>
          <p:nvPr/>
        </p:nvSpPr>
        <p:spPr>
          <a:xfrm>
            <a:off x="1612681" y="3149819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7" name="anim_o9314_1">
            <a:extLst>
              <a:ext uri="{FF2B5EF4-FFF2-40B4-BE49-F238E27FC236}">
                <a16:creationId xmlns:a16="http://schemas.microsoft.com/office/drawing/2014/main" id="{6E013875-FFFC-4C1D-BE81-3A21B0C54BE5}"/>
              </a:ext>
            </a:extLst>
          </p:cNvPr>
          <p:cNvSpPr>
            <a:spLocks noGrp="1"/>
          </p:cNvSpPr>
          <p:nvPr/>
        </p:nvSpPr>
        <p:spPr>
          <a:xfrm>
            <a:off x="2532336" y="3149819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8" name="anim_o9316_1">
            <a:extLst>
              <a:ext uri="{FF2B5EF4-FFF2-40B4-BE49-F238E27FC236}">
                <a16:creationId xmlns:a16="http://schemas.microsoft.com/office/drawing/2014/main" id="{68785160-1AD5-4F92-A43A-6B34B68CE436}"/>
              </a:ext>
            </a:extLst>
          </p:cNvPr>
          <p:cNvSpPr>
            <a:spLocks noGrp="1"/>
          </p:cNvSpPr>
          <p:nvPr/>
        </p:nvSpPr>
        <p:spPr>
          <a:xfrm>
            <a:off x="3451991" y="3149819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9" name="anim_o9322_1">
            <a:extLst>
              <a:ext uri="{FF2B5EF4-FFF2-40B4-BE49-F238E27FC236}">
                <a16:creationId xmlns:a16="http://schemas.microsoft.com/office/drawing/2014/main" id="{0170023A-D291-453B-883B-5AEDFD4C675A}"/>
              </a:ext>
            </a:extLst>
          </p:cNvPr>
          <p:cNvSpPr>
            <a:spLocks noGrp="1"/>
          </p:cNvSpPr>
          <p:nvPr/>
        </p:nvSpPr>
        <p:spPr>
          <a:xfrm>
            <a:off x="1612681" y="4069474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0" name="anim_o9324_1">
            <a:extLst>
              <a:ext uri="{FF2B5EF4-FFF2-40B4-BE49-F238E27FC236}">
                <a16:creationId xmlns:a16="http://schemas.microsoft.com/office/drawing/2014/main" id="{214FC39A-1912-4108-A4CE-492D4E6E689B}"/>
              </a:ext>
            </a:extLst>
          </p:cNvPr>
          <p:cNvSpPr>
            <a:spLocks noGrp="1"/>
          </p:cNvSpPr>
          <p:nvPr/>
        </p:nvSpPr>
        <p:spPr>
          <a:xfrm>
            <a:off x="2532336" y="4069474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1" name="anim_o9326_1">
            <a:extLst>
              <a:ext uri="{FF2B5EF4-FFF2-40B4-BE49-F238E27FC236}">
                <a16:creationId xmlns:a16="http://schemas.microsoft.com/office/drawing/2014/main" id="{60036212-8DDA-4E0C-B884-AA969501B2EA}"/>
              </a:ext>
            </a:extLst>
          </p:cNvPr>
          <p:cNvSpPr>
            <a:spLocks noGrp="1"/>
          </p:cNvSpPr>
          <p:nvPr/>
        </p:nvSpPr>
        <p:spPr>
          <a:xfrm>
            <a:off x="3451991" y="4069474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2" name="anim_o9332_1">
            <a:extLst>
              <a:ext uri="{FF2B5EF4-FFF2-40B4-BE49-F238E27FC236}">
                <a16:creationId xmlns:a16="http://schemas.microsoft.com/office/drawing/2014/main" id="{70E4FB30-B764-4C68-83B1-9E49D1F1E3BF}"/>
              </a:ext>
            </a:extLst>
          </p:cNvPr>
          <p:cNvSpPr>
            <a:spLocks noGrp="1"/>
          </p:cNvSpPr>
          <p:nvPr/>
        </p:nvSpPr>
        <p:spPr>
          <a:xfrm>
            <a:off x="1612681" y="4989129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3" name="anim_o9334_1">
            <a:extLst>
              <a:ext uri="{FF2B5EF4-FFF2-40B4-BE49-F238E27FC236}">
                <a16:creationId xmlns:a16="http://schemas.microsoft.com/office/drawing/2014/main" id="{C98F9DE4-EFA5-4F8F-BA79-479DE5C37822}"/>
              </a:ext>
            </a:extLst>
          </p:cNvPr>
          <p:cNvSpPr>
            <a:spLocks noGrp="1"/>
          </p:cNvSpPr>
          <p:nvPr/>
        </p:nvSpPr>
        <p:spPr>
          <a:xfrm>
            <a:off x="2532336" y="4989129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4" name="anim_o9336_1">
            <a:extLst>
              <a:ext uri="{FF2B5EF4-FFF2-40B4-BE49-F238E27FC236}">
                <a16:creationId xmlns:a16="http://schemas.microsoft.com/office/drawing/2014/main" id="{1AA7574E-4321-48DC-B526-60E23F11FB50}"/>
              </a:ext>
            </a:extLst>
          </p:cNvPr>
          <p:cNvSpPr>
            <a:spLocks noGrp="1"/>
          </p:cNvSpPr>
          <p:nvPr/>
        </p:nvSpPr>
        <p:spPr>
          <a:xfrm>
            <a:off x="3451991" y="4989129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5" name="anim_o9338_1">
            <a:extLst>
              <a:ext uri="{FF2B5EF4-FFF2-40B4-BE49-F238E27FC236}">
                <a16:creationId xmlns:a16="http://schemas.microsoft.com/office/drawing/2014/main" id="{962C68E8-E22A-48A0-8641-61096CDF743C}"/>
              </a:ext>
            </a:extLst>
          </p:cNvPr>
          <p:cNvSpPr>
            <a:spLocks noGrp="1"/>
          </p:cNvSpPr>
          <p:nvPr/>
        </p:nvSpPr>
        <p:spPr>
          <a:xfrm>
            <a:off x="8142233" y="4115457"/>
            <a:ext cx="551793" cy="551793"/>
          </a:xfrm>
          <a:prstGeom prst="rect">
            <a:avLst/>
          </a:prstGeom>
          <a:solidFill>
            <a:srgbClr val="90EE90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6" name="anim_o9342_1">
            <a:extLst>
              <a:ext uri="{FF2B5EF4-FFF2-40B4-BE49-F238E27FC236}">
                <a16:creationId xmlns:a16="http://schemas.microsoft.com/office/drawing/2014/main" id="{CA6C52D7-3FC7-4F2C-812D-F3FD9C9020DE}"/>
              </a:ext>
            </a:extLst>
          </p:cNvPr>
          <p:cNvSpPr>
            <a:spLocks noGrp="1"/>
          </p:cNvSpPr>
          <p:nvPr/>
        </p:nvSpPr>
        <p:spPr>
          <a:xfrm>
            <a:off x="2532336" y="3149819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7" name="anim_o9344_1">
            <a:extLst>
              <a:ext uri="{FF2B5EF4-FFF2-40B4-BE49-F238E27FC236}">
                <a16:creationId xmlns:a16="http://schemas.microsoft.com/office/drawing/2014/main" id="{F2DE92B8-4922-4883-8C06-5EB3CBCC7223}"/>
              </a:ext>
            </a:extLst>
          </p:cNvPr>
          <p:cNvSpPr>
            <a:spLocks noGrp="1"/>
          </p:cNvSpPr>
          <p:nvPr/>
        </p:nvSpPr>
        <p:spPr>
          <a:xfrm>
            <a:off x="3451991" y="3149819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8" name="anim_o9346_1">
            <a:extLst>
              <a:ext uri="{FF2B5EF4-FFF2-40B4-BE49-F238E27FC236}">
                <a16:creationId xmlns:a16="http://schemas.microsoft.com/office/drawing/2014/main" id="{D7627BDC-4032-4DD8-BB17-8399BC58D794}"/>
              </a:ext>
            </a:extLst>
          </p:cNvPr>
          <p:cNvSpPr>
            <a:spLocks noGrp="1"/>
          </p:cNvSpPr>
          <p:nvPr/>
        </p:nvSpPr>
        <p:spPr>
          <a:xfrm>
            <a:off x="2072509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9" name="anim_o9347_1">
            <a:extLst>
              <a:ext uri="{FF2B5EF4-FFF2-40B4-BE49-F238E27FC236}">
                <a16:creationId xmlns:a16="http://schemas.microsoft.com/office/drawing/2014/main" id="{58A63808-6738-45C7-9E7F-E82DA4CE6267}"/>
              </a:ext>
            </a:extLst>
          </p:cNvPr>
          <p:cNvSpPr>
            <a:spLocks noGrp="1"/>
          </p:cNvSpPr>
          <p:nvPr/>
        </p:nvSpPr>
        <p:spPr>
          <a:xfrm>
            <a:off x="2532336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0" name="anim_o9348_1">
            <a:extLst>
              <a:ext uri="{FF2B5EF4-FFF2-40B4-BE49-F238E27FC236}">
                <a16:creationId xmlns:a16="http://schemas.microsoft.com/office/drawing/2014/main" id="{46624D9B-ADE4-445C-B065-F1756BBD2E5E}"/>
              </a:ext>
            </a:extLst>
          </p:cNvPr>
          <p:cNvSpPr>
            <a:spLocks noGrp="1"/>
          </p:cNvSpPr>
          <p:nvPr/>
        </p:nvSpPr>
        <p:spPr>
          <a:xfrm>
            <a:off x="2992164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1" name="anim_o9349_1">
            <a:extLst>
              <a:ext uri="{FF2B5EF4-FFF2-40B4-BE49-F238E27FC236}">
                <a16:creationId xmlns:a16="http://schemas.microsoft.com/office/drawing/2014/main" id="{0C3CBEC1-8A5C-4BA9-8EE0-420315F4298F}"/>
              </a:ext>
            </a:extLst>
          </p:cNvPr>
          <p:cNvSpPr>
            <a:spLocks noGrp="1"/>
          </p:cNvSpPr>
          <p:nvPr/>
        </p:nvSpPr>
        <p:spPr>
          <a:xfrm>
            <a:off x="3451991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2" name="anim_o9350_1">
            <a:extLst>
              <a:ext uri="{FF2B5EF4-FFF2-40B4-BE49-F238E27FC236}">
                <a16:creationId xmlns:a16="http://schemas.microsoft.com/office/drawing/2014/main" id="{7D66DE57-B810-460B-83E7-DEFBFF00ADA2}"/>
              </a:ext>
            </a:extLst>
          </p:cNvPr>
          <p:cNvSpPr>
            <a:spLocks noGrp="1"/>
          </p:cNvSpPr>
          <p:nvPr/>
        </p:nvSpPr>
        <p:spPr>
          <a:xfrm>
            <a:off x="3911819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3" name="anim_o9352_1">
            <a:extLst>
              <a:ext uri="{FF2B5EF4-FFF2-40B4-BE49-F238E27FC236}">
                <a16:creationId xmlns:a16="http://schemas.microsoft.com/office/drawing/2014/main" id="{393ED99F-E78A-4583-B28B-3E3787C9CD8F}"/>
              </a:ext>
            </a:extLst>
          </p:cNvPr>
          <p:cNvSpPr>
            <a:spLocks noGrp="1"/>
          </p:cNvSpPr>
          <p:nvPr/>
        </p:nvSpPr>
        <p:spPr>
          <a:xfrm>
            <a:off x="2532336" y="406947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4" name="anim_o9354_1">
            <a:extLst>
              <a:ext uri="{FF2B5EF4-FFF2-40B4-BE49-F238E27FC236}">
                <a16:creationId xmlns:a16="http://schemas.microsoft.com/office/drawing/2014/main" id="{14CBB68B-0571-4018-9897-17346F8A2F10}"/>
              </a:ext>
            </a:extLst>
          </p:cNvPr>
          <p:cNvSpPr>
            <a:spLocks noGrp="1"/>
          </p:cNvSpPr>
          <p:nvPr/>
        </p:nvSpPr>
        <p:spPr>
          <a:xfrm>
            <a:off x="3451991" y="406947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5" name="anim_o9356_1">
            <a:extLst>
              <a:ext uri="{FF2B5EF4-FFF2-40B4-BE49-F238E27FC236}">
                <a16:creationId xmlns:a16="http://schemas.microsoft.com/office/drawing/2014/main" id="{F16587FE-F0FD-4008-B011-0F9A8DC0CC15}"/>
              </a:ext>
            </a:extLst>
          </p:cNvPr>
          <p:cNvSpPr>
            <a:spLocks noGrp="1"/>
          </p:cNvSpPr>
          <p:nvPr/>
        </p:nvSpPr>
        <p:spPr>
          <a:xfrm>
            <a:off x="2072509" y="4529302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6" name="anim_o9357_1">
            <a:extLst>
              <a:ext uri="{FF2B5EF4-FFF2-40B4-BE49-F238E27FC236}">
                <a16:creationId xmlns:a16="http://schemas.microsoft.com/office/drawing/2014/main" id="{4E237CF6-34ED-49C6-A06F-29CB1A931CBB}"/>
              </a:ext>
            </a:extLst>
          </p:cNvPr>
          <p:cNvSpPr>
            <a:spLocks noGrp="1"/>
          </p:cNvSpPr>
          <p:nvPr/>
        </p:nvSpPr>
        <p:spPr>
          <a:xfrm>
            <a:off x="2532336" y="4529302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7" name="anim_o9358_1">
            <a:extLst>
              <a:ext uri="{FF2B5EF4-FFF2-40B4-BE49-F238E27FC236}">
                <a16:creationId xmlns:a16="http://schemas.microsoft.com/office/drawing/2014/main" id="{CB8A7A84-E625-4766-9024-80BD85B44316}"/>
              </a:ext>
            </a:extLst>
          </p:cNvPr>
          <p:cNvSpPr>
            <a:spLocks noGrp="1"/>
          </p:cNvSpPr>
          <p:nvPr/>
        </p:nvSpPr>
        <p:spPr>
          <a:xfrm>
            <a:off x="2992164" y="4529302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8" name="anim_o9359_1">
            <a:extLst>
              <a:ext uri="{FF2B5EF4-FFF2-40B4-BE49-F238E27FC236}">
                <a16:creationId xmlns:a16="http://schemas.microsoft.com/office/drawing/2014/main" id="{D1412B99-4251-46A4-A5D6-A294456E76A5}"/>
              </a:ext>
            </a:extLst>
          </p:cNvPr>
          <p:cNvSpPr>
            <a:spLocks noGrp="1"/>
          </p:cNvSpPr>
          <p:nvPr/>
        </p:nvSpPr>
        <p:spPr>
          <a:xfrm>
            <a:off x="3451991" y="4529302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9" name="anim_o9360_1">
            <a:extLst>
              <a:ext uri="{FF2B5EF4-FFF2-40B4-BE49-F238E27FC236}">
                <a16:creationId xmlns:a16="http://schemas.microsoft.com/office/drawing/2014/main" id="{27CA9E8C-6B38-4817-B8B6-DDA67F5E5BD4}"/>
              </a:ext>
            </a:extLst>
          </p:cNvPr>
          <p:cNvSpPr>
            <a:spLocks noGrp="1"/>
          </p:cNvSpPr>
          <p:nvPr/>
        </p:nvSpPr>
        <p:spPr>
          <a:xfrm>
            <a:off x="3911819" y="4529302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0" name="anim_o9362_1">
            <a:extLst>
              <a:ext uri="{FF2B5EF4-FFF2-40B4-BE49-F238E27FC236}">
                <a16:creationId xmlns:a16="http://schemas.microsoft.com/office/drawing/2014/main" id="{68081285-4C84-43CC-AD7B-D716B536A4C9}"/>
              </a:ext>
            </a:extLst>
          </p:cNvPr>
          <p:cNvSpPr>
            <a:spLocks noGrp="1"/>
          </p:cNvSpPr>
          <p:nvPr/>
        </p:nvSpPr>
        <p:spPr>
          <a:xfrm>
            <a:off x="2532336" y="4989129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1" name="anim_o9364_1">
            <a:extLst>
              <a:ext uri="{FF2B5EF4-FFF2-40B4-BE49-F238E27FC236}">
                <a16:creationId xmlns:a16="http://schemas.microsoft.com/office/drawing/2014/main" id="{8FBD985E-31D3-4033-9BC6-D08EE51C162E}"/>
              </a:ext>
            </a:extLst>
          </p:cNvPr>
          <p:cNvSpPr>
            <a:spLocks noGrp="1"/>
          </p:cNvSpPr>
          <p:nvPr/>
        </p:nvSpPr>
        <p:spPr>
          <a:xfrm>
            <a:off x="3451991" y="4989129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2" name="anim_o9341_1">
            <a:extLst>
              <a:ext uri="{FF2B5EF4-FFF2-40B4-BE49-F238E27FC236}">
                <a16:creationId xmlns:a16="http://schemas.microsoft.com/office/drawing/2014/main" id="{754AB8FD-C3DC-45E3-9073-C2958D03485C}"/>
              </a:ext>
            </a:extLst>
          </p:cNvPr>
          <p:cNvSpPr>
            <a:spLocks noGrp="1"/>
          </p:cNvSpPr>
          <p:nvPr/>
        </p:nvSpPr>
        <p:spPr>
          <a:xfrm>
            <a:off x="2072509" y="3149819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3" name="anim_o9343_1">
            <a:extLst>
              <a:ext uri="{FF2B5EF4-FFF2-40B4-BE49-F238E27FC236}">
                <a16:creationId xmlns:a16="http://schemas.microsoft.com/office/drawing/2014/main" id="{3B5C5ED8-E6D4-4DED-BEB4-09C26EFD33D6}"/>
              </a:ext>
            </a:extLst>
          </p:cNvPr>
          <p:cNvSpPr>
            <a:spLocks noGrp="1"/>
          </p:cNvSpPr>
          <p:nvPr/>
        </p:nvSpPr>
        <p:spPr>
          <a:xfrm>
            <a:off x="2992164" y="3149819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4" name="anim_o9345_1">
            <a:extLst>
              <a:ext uri="{FF2B5EF4-FFF2-40B4-BE49-F238E27FC236}">
                <a16:creationId xmlns:a16="http://schemas.microsoft.com/office/drawing/2014/main" id="{EE48B36A-2B0D-4866-B8E1-7058C2680F66}"/>
              </a:ext>
            </a:extLst>
          </p:cNvPr>
          <p:cNvSpPr>
            <a:spLocks noGrp="1"/>
          </p:cNvSpPr>
          <p:nvPr/>
        </p:nvSpPr>
        <p:spPr>
          <a:xfrm>
            <a:off x="3911819" y="3149819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5" name="anim_o9351_1">
            <a:extLst>
              <a:ext uri="{FF2B5EF4-FFF2-40B4-BE49-F238E27FC236}">
                <a16:creationId xmlns:a16="http://schemas.microsoft.com/office/drawing/2014/main" id="{F9E9A69A-05C9-4D7A-8E11-1B8B69A487FE}"/>
              </a:ext>
            </a:extLst>
          </p:cNvPr>
          <p:cNvSpPr>
            <a:spLocks noGrp="1"/>
          </p:cNvSpPr>
          <p:nvPr/>
        </p:nvSpPr>
        <p:spPr>
          <a:xfrm>
            <a:off x="2072509" y="4069474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6" name="anim_o9353_1">
            <a:extLst>
              <a:ext uri="{FF2B5EF4-FFF2-40B4-BE49-F238E27FC236}">
                <a16:creationId xmlns:a16="http://schemas.microsoft.com/office/drawing/2014/main" id="{D1A2B22E-F89A-4E19-9F2F-9776B83A1A56}"/>
              </a:ext>
            </a:extLst>
          </p:cNvPr>
          <p:cNvSpPr>
            <a:spLocks noGrp="1"/>
          </p:cNvSpPr>
          <p:nvPr/>
        </p:nvSpPr>
        <p:spPr>
          <a:xfrm>
            <a:off x="2992164" y="4069474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7" name="anim_o9355_1">
            <a:extLst>
              <a:ext uri="{FF2B5EF4-FFF2-40B4-BE49-F238E27FC236}">
                <a16:creationId xmlns:a16="http://schemas.microsoft.com/office/drawing/2014/main" id="{63001438-D0D2-43AE-AA83-99096E332238}"/>
              </a:ext>
            </a:extLst>
          </p:cNvPr>
          <p:cNvSpPr>
            <a:spLocks noGrp="1"/>
          </p:cNvSpPr>
          <p:nvPr/>
        </p:nvSpPr>
        <p:spPr>
          <a:xfrm>
            <a:off x="3911819" y="4069474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8" name="anim_o9361_1">
            <a:extLst>
              <a:ext uri="{FF2B5EF4-FFF2-40B4-BE49-F238E27FC236}">
                <a16:creationId xmlns:a16="http://schemas.microsoft.com/office/drawing/2014/main" id="{1B966571-659D-4191-8CFC-1BFE46F5608F}"/>
              </a:ext>
            </a:extLst>
          </p:cNvPr>
          <p:cNvSpPr>
            <a:spLocks noGrp="1"/>
          </p:cNvSpPr>
          <p:nvPr/>
        </p:nvSpPr>
        <p:spPr>
          <a:xfrm>
            <a:off x="2072509" y="4989129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9" name="anim_o9363_1">
            <a:extLst>
              <a:ext uri="{FF2B5EF4-FFF2-40B4-BE49-F238E27FC236}">
                <a16:creationId xmlns:a16="http://schemas.microsoft.com/office/drawing/2014/main" id="{5083957E-106E-4556-A686-92B6F2C02F10}"/>
              </a:ext>
            </a:extLst>
          </p:cNvPr>
          <p:cNvSpPr>
            <a:spLocks noGrp="1"/>
          </p:cNvSpPr>
          <p:nvPr/>
        </p:nvSpPr>
        <p:spPr>
          <a:xfrm>
            <a:off x="2992164" y="4989129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0" name="anim_o9365_1">
            <a:extLst>
              <a:ext uri="{FF2B5EF4-FFF2-40B4-BE49-F238E27FC236}">
                <a16:creationId xmlns:a16="http://schemas.microsoft.com/office/drawing/2014/main" id="{19EEB3BA-5141-4F24-B0C3-DEB2EFDD7E58}"/>
              </a:ext>
            </a:extLst>
          </p:cNvPr>
          <p:cNvSpPr>
            <a:spLocks noGrp="1"/>
          </p:cNvSpPr>
          <p:nvPr/>
        </p:nvSpPr>
        <p:spPr>
          <a:xfrm>
            <a:off x="3911819" y="4989129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1" name="anim_o9367_1">
            <a:extLst>
              <a:ext uri="{FF2B5EF4-FFF2-40B4-BE49-F238E27FC236}">
                <a16:creationId xmlns:a16="http://schemas.microsoft.com/office/drawing/2014/main" id="{D50FFE95-80CF-41F8-AB70-523C693C55E5}"/>
              </a:ext>
            </a:extLst>
          </p:cNvPr>
          <p:cNvSpPr>
            <a:spLocks noGrp="1"/>
          </p:cNvSpPr>
          <p:nvPr/>
        </p:nvSpPr>
        <p:spPr>
          <a:xfrm>
            <a:off x="8694026" y="4115457"/>
            <a:ext cx="551793" cy="551793"/>
          </a:xfrm>
          <a:prstGeom prst="rect">
            <a:avLst/>
          </a:prstGeom>
          <a:solidFill>
            <a:srgbClr val="90EE90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2" name="anim_o9371_1">
            <a:extLst>
              <a:ext uri="{FF2B5EF4-FFF2-40B4-BE49-F238E27FC236}">
                <a16:creationId xmlns:a16="http://schemas.microsoft.com/office/drawing/2014/main" id="{83589EDB-1ACD-43AD-A64A-AB2BCA8EB438}"/>
              </a:ext>
            </a:extLst>
          </p:cNvPr>
          <p:cNvSpPr>
            <a:spLocks noGrp="1"/>
          </p:cNvSpPr>
          <p:nvPr/>
        </p:nvSpPr>
        <p:spPr>
          <a:xfrm>
            <a:off x="2992164" y="3149819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3" name="anim_o9373_1">
            <a:extLst>
              <a:ext uri="{FF2B5EF4-FFF2-40B4-BE49-F238E27FC236}">
                <a16:creationId xmlns:a16="http://schemas.microsoft.com/office/drawing/2014/main" id="{6E38855B-735B-4E83-AFBA-FD4E622E126A}"/>
              </a:ext>
            </a:extLst>
          </p:cNvPr>
          <p:cNvSpPr>
            <a:spLocks noGrp="1"/>
          </p:cNvSpPr>
          <p:nvPr/>
        </p:nvSpPr>
        <p:spPr>
          <a:xfrm>
            <a:off x="3911819" y="3149819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4" name="anim_o9375_1">
            <a:extLst>
              <a:ext uri="{FF2B5EF4-FFF2-40B4-BE49-F238E27FC236}">
                <a16:creationId xmlns:a16="http://schemas.microsoft.com/office/drawing/2014/main" id="{80F79CB7-1F12-4A38-ACF9-4FC0CDCEF3E2}"/>
              </a:ext>
            </a:extLst>
          </p:cNvPr>
          <p:cNvSpPr>
            <a:spLocks noGrp="1"/>
          </p:cNvSpPr>
          <p:nvPr/>
        </p:nvSpPr>
        <p:spPr>
          <a:xfrm>
            <a:off x="2532336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5" name="anim_o9376_1">
            <a:extLst>
              <a:ext uri="{FF2B5EF4-FFF2-40B4-BE49-F238E27FC236}">
                <a16:creationId xmlns:a16="http://schemas.microsoft.com/office/drawing/2014/main" id="{99B8BEA6-9904-4624-84DB-AAE51C5CC53F}"/>
              </a:ext>
            </a:extLst>
          </p:cNvPr>
          <p:cNvSpPr>
            <a:spLocks noGrp="1"/>
          </p:cNvSpPr>
          <p:nvPr/>
        </p:nvSpPr>
        <p:spPr>
          <a:xfrm>
            <a:off x="2992164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6" name="anim_o9377_1">
            <a:extLst>
              <a:ext uri="{FF2B5EF4-FFF2-40B4-BE49-F238E27FC236}">
                <a16:creationId xmlns:a16="http://schemas.microsoft.com/office/drawing/2014/main" id="{7E55089C-76C2-440F-9939-3E2C21AD5EA1}"/>
              </a:ext>
            </a:extLst>
          </p:cNvPr>
          <p:cNvSpPr>
            <a:spLocks noGrp="1"/>
          </p:cNvSpPr>
          <p:nvPr/>
        </p:nvSpPr>
        <p:spPr>
          <a:xfrm>
            <a:off x="3451991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7" name="anim_o9378_1">
            <a:extLst>
              <a:ext uri="{FF2B5EF4-FFF2-40B4-BE49-F238E27FC236}">
                <a16:creationId xmlns:a16="http://schemas.microsoft.com/office/drawing/2014/main" id="{7493CC50-8934-46E4-9ED5-A42ED337982D}"/>
              </a:ext>
            </a:extLst>
          </p:cNvPr>
          <p:cNvSpPr>
            <a:spLocks noGrp="1"/>
          </p:cNvSpPr>
          <p:nvPr/>
        </p:nvSpPr>
        <p:spPr>
          <a:xfrm>
            <a:off x="3911819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8" name="anim_o9379_1">
            <a:extLst>
              <a:ext uri="{FF2B5EF4-FFF2-40B4-BE49-F238E27FC236}">
                <a16:creationId xmlns:a16="http://schemas.microsoft.com/office/drawing/2014/main" id="{A793A434-6D68-4B63-9DC9-E63A0B41411B}"/>
              </a:ext>
            </a:extLst>
          </p:cNvPr>
          <p:cNvSpPr>
            <a:spLocks noGrp="1"/>
          </p:cNvSpPr>
          <p:nvPr/>
        </p:nvSpPr>
        <p:spPr>
          <a:xfrm>
            <a:off x="4371647" y="3609647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9" name="anim_o9381_1">
            <a:extLst>
              <a:ext uri="{FF2B5EF4-FFF2-40B4-BE49-F238E27FC236}">
                <a16:creationId xmlns:a16="http://schemas.microsoft.com/office/drawing/2014/main" id="{61A2039B-638B-45B8-8B53-DED394149339}"/>
              </a:ext>
            </a:extLst>
          </p:cNvPr>
          <p:cNvSpPr>
            <a:spLocks noGrp="1"/>
          </p:cNvSpPr>
          <p:nvPr/>
        </p:nvSpPr>
        <p:spPr>
          <a:xfrm>
            <a:off x="2992164" y="406947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0" name="anim_o9383_1">
            <a:extLst>
              <a:ext uri="{FF2B5EF4-FFF2-40B4-BE49-F238E27FC236}">
                <a16:creationId xmlns:a16="http://schemas.microsoft.com/office/drawing/2014/main" id="{71A4454E-2698-451C-9009-7C1619B0C6E7}"/>
              </a:ext>
            </a:extLst>
          </p:cNvPr>
          <p:cNvSpPr>
            <a:spLocks noGrp="1"/>
          </p:cNvSpPr>
          <p:nvPr/>
        </p:nvSpPr>
        <p:spPr>
          <a:xfrm>
            <a:off x="3911819" y="4069474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1" name="anim_o9385_1">
            <a:extLst>
              <a:ext uri="{FF2B5EF4-FFF2-40B4-BE49-F238E27FC236}">
                <a16:creationId xmlns:a16="http://schemas.microsoft.com/office/drawing/2014/main" id="{5C303C34-2944-4B5C-83B4-23276F98100B}"/>
              </a:ext>
            </a:extLst>
          </p:cNvPr>
          <p:cNvSpPr>
            <a:spLocks noGrp="1"/>
          </p:cNvSpPr>
          <p:nvPr/>
        </p:nvSpPr>
        <p:spPr>
          <a:xfrm>
            <a:off x="2532336" y="4529302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2" name="anim_o9386_1">
            <a:extLst>
              <a:ext uri="{FF2B5EF4-FFF2-40B4-BE49-F238E27FC236}">
                <a16:creationId xmlns:a16="http://schemas.microsoft.com/office/drawing/2014/main" id="{B70FF041-1CC9-49B4-B6B2-9752F38481A3}"/>
              </a:ext>
            </a:extLst>
          </p:cNvPr>
          <p:cNvSpPr>
            <a:spLocks noGrp="1"/>
          </p:cNvSpPr>
          <p:nvPr/>
        </p:nvSpPr>
        <p:spPr>
          <a:xfrm>
            <a:off x="2992164" y="4529302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3" name="anim_o9387_1">
            <a:extLst>
              <a:ext uri="{FF2B5EF4-FFF2-40B4-BE49-F238E27FC236}">
                <a16:creationId xmlns:a16="http://schemas.microsoft.com/office/drawing/2014/main" id="{772A205C-4004-4AF7-A2D7-200FEBF5F08B}"/>
              </a:ext>
            </a:extLst>
          </p:cNvPr>
          <p:cNvSpPr>
            <a:spLocks noGrp="1"/>
          </p:cNvSpPr>
          <p:nvPr/>
        </p:nvSpPr>
        <p:spPr>
          <a:xfrm>
            <a:off x="3451991" y="4529302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4" name="anim_o9388_1">
            <a:extLst>
              <a:ext uri="{FF2B5EF4-FFF2-40B4-BE49-F238E27FC236}">
                <a16:creationId xmlns:a16="http://schemas.microsoft.com/office/drawing/2014/main" id="{3CB0F70C-CBDC-455E-AC36-10540C3BA21C}"/>
              </a:ext>
            </a:extLst>
          </p:cNvPr>
          <p:cNvSpPr>
            <a:spLocks noGrp="1"/>
          </p:cNvSpPr>
          <p:nvPr/>
        </p:nvSpPr>
        <p:spPr>
          <a:xfrm>
            <a:off x="3911819" y="4529302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5" name="anim_o9389_1">
            <a:extLst>
              <a:ext uri="{FF2B5EF4-FFF2-40B4-BE49-F238E27FC236}">
                <a16:creationId xmlns:a16="http://schemas.microsoft.com/office/drawing/2014/main" id="{3091CAE2-C5ED-45D2-A312-15B5FFA5CEC6}"/>
              </a:ext>
            </a:extLst>
          </p:cNvPr>
          <p:cNvSpPr>
            <a:spLocks noGrp="1"/>
          </p:cNvSpPr>
          <p:nvPr/>
        </p:nvSpPr>
        <p:spPr>
          <a:xfrm>
            <a:off x="4371647" y="4529302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6" name="anim_o9391_1">
            <a:extLst>
              <a:ext uri="{FF2B5EF4-FFF2-40B4-BE49-F238E27FC236}">
                <a16:creationId xmlns:a16="http://schemas.microsoft.com/office/drawing/2014/main" id="{8686FCA9-46B8-44EB-8D57-BC509143DFD3}"/>
              </a:ext>
            </a:extLst>
          </p:cNvPr>
          <p:cNvSpPr>
            <a:spLocks noGrp="1"/>
          </p:cNvSpPr>
          <p:nvPr/>
        </p:nvSpPr>
        <p:spPr>
          <a:xfrm>
            <a:off x="2992164" y="4989129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7" name="anim_o9393_1">
            <a:extLst>
              <a:ext uri="{FF2B5EF4-FFF2-40B4-BE49-F238E27FC236}">
                <a16:creationId xmlns:a16="http://schemas.microsoft.com/office/drawing/2014/main" id="{61E19BFF-5496-4E08-9339-4F410377BEEE}"/>
              </a:ext>
            </a:extLst>
          </p:cNvPr>
          <p:cNvSpPr>
            <a:spLocks noGrp="1"/>
          </p:cNvSpPr>
          <p:nvPr/>
        </p:nvSpPr>
        <p:spPr>
          <a:xfrm>
            <a:off x="3911819" y="4989129"/>
            <a:ext cx="459828" cy="459828"/>
          </a:xfrm>
          <a:prstGeom prst="rect">
            <a:avLst/>
          </a:prstGeom>
          <a:solidFill>
            <a:srgbClr val="222222">
              <a:alpha val="22000"/>
            </a:srgbClr>
          </a:solidFill>
          <a:ln w="5080">
            <a:solidFill>
              <a:srgbClr val="444444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8" name="anim_o9370_1">
            <a:extLst>
              <a:ext uri="{FF2B5EF4-FFF2-40B4-BE49-F238E27FC236}">
                <a16:creationId xmlns:a16="http://schemas.microsoft.com/office/drawing/2014/main" id="{C35A482B-C83B-4099-B45A-8EEBA708AD97}"/>
              </a:ext>
            </a:extLst>
          </p:cNvPr>
          <p:cNvSpPr>
            <a:spLocks noGrp="1"/>
          </p:cNvSpPr>
          <p:nvPr/>
        </p:nvSpPr>
        <p:spPr>
          <a:xfrm>
            <a:off x="2532336" y="3149819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29" name="anim_o9372_1">
            <a:extLst>
              <a:ext uri="{FF2B5EF4-FFF2-40B4-BE49-F238E27FC236}">
                <a16:creationId xmlns:a16="http://schemas.microsoft.com/office/drawing/2014/main" id="{900F655D-84F8-49AF-83B6-6E25D182D4FF}"/>
              </a:ext>
            </a:extLst>
          </p:cNvPr>
          <p:cNvSpPr>
            <a:spLocks noGrp="1"/>
          </p:cNvSpPr>
          <p:nvPr/>
        </p:nvSpPr>
        <p:spPr>
          <a:xfrm>
            <a:off x="3451991" y="3149819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0" name="anim_o9374_1">
            <a:extLst>
              <a:ext uri="{FF2B5EF4-FFF2-40B4-BE49-F238E27FC236}">
                <a16:creationId xmlns:a16="http://schemas.microsoft.com/office/drawing/2014/main" id="{C7C73BEA-0F09-4849-AD8E-23CE7987896E}"/>
              </a:ext>
            </a:extLst>
          </p:cNvPr>
          <p:cNvSpPr>
            <a:spLocks noGrp="1"/>
          </p:cNvSpPr>
          <p:nvPr/>
        </p:nvSpPr>
        <p:spPr>
          <a:xfrm>
            <a:off x="4371647" y="3149819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1" name="anim_o9380_1">
            <a:extLst>
              <a:ext uri="{FF2B5EF4-FFF2-40B4-BE49-F238E27FC236}">
                <a16:creationId xmlns:a16="http://schemas.microsoft.com/office/drawing/2014/main" id="{FF923278-DEF5-4583-ADC5-1F10D5135626}"/>
              </a:ext>
            </a:extLst>
          </p:cNvPr>
          <p:cNvSpPr>
            <a:spLocks noGrp="1"/>
          </p:cNvSpPr>
          <p:nvPr/>
        </p:nvSpPr>
        <p:spPr>
          <a:xfrm>
            <a:off x="2532336" y="4069474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2" name="anim_o9382_1">
            <a:extLst>
              <a:ext uri="{FF2B5EF4-FFF2-40B4-BE49-F238E27FC236}">
                <a16:creationId xmlns:a16="http://schemas.microsoft.com/office/drawing/2014/main" id="{FD79D6C3-60C6-4283-B6AA-7E901E7C889C}"/>
              </a:ext>
            </a:extLst>
          </p:cNvPr>
          <p:cNvSpPr>
            <a:spLocks noGrp="1"/>
          </p:cNvSpPr>
          <p:nvPr/>
        </p:nvSpPr>
        <p:spPr>
          <a:xfrm>
            <a:off x="3451991" y="4069474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3" name="anim_o9384_1">
            <a:extLst>
              <a:ext uri="{FF2B5EF4-FFF2-40B4-BE49-F238E27FC236}">
                <a16:creationId xmlns:a16="http://schemas.microsoft.com/office/drawing/2014/main" id="{01FD112E-BC84-4877-8EDB-5963E8F0A031}"/>
              </a:ext>
            </a:extLst>
          </p:cNvPr>
          <p:cNvSpPr>
            <a:spLocks noGrp="1"/>
          </p:cNvSpPr>
          <p:nvPr/>
        </p:nvSpPr>
        <p:spPr>
          <a:xfrm>
            <a:off x="4371647" y="4069474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4" name="anim_o9390_1">
            <a:extLst>
              <a:ext uri="{FF2B5EF4-FFF2-40B4-BE49-F238E27FC236}">
                <a16:creationId xmlns:a16="http://schemas.microsoft.com/office/drawing/2014/main" id="{E860FA23-F2FE-455B-AB31-F2512D0A2403}"/>
              </a:ext>
            </a:extLst>
          </p:cNvPr>
          <p:cNvSpPr>
            <a:spLocks noGrp="1"/>
          </p:cNvSpPr>
          <p:nvPr/>
        </p:nvSpPr>
        <p:spPr>
          <a:xfrm>
            <a:off x="2532336" y="4989129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5" name="anim_o9392_1">
            <a:extLst>
              <a:ext uri="{FF2B5EF4-FFF2-40B4-BE49-F238E27FC236}">
                <a16:creationId xmlns:a16="http://schemas.microsoft.com/office/drawing/2014/main" id="{00680466-9DB7-4671-B388-DC69D4A46C41}"/>
              </a:ext>
            </a:extLst>
          </p:cNvPr>
          <p:cNvSpPr>
            <a:spLocks noGrp="1"/>
          </p:cNvSpPr>
          <p:nvPr/>
        </p:nvSpPr>
        <p:spPr>
          <a:xfrm>
            <a:off x="3451991" y="4989129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6" name="anim_o9394_1">
            <a:extLst>
              <a:ext uri="{FF2B5EF4-FFF2-40B4-BE49-F238E27FC236}">
                <a16:creationId xmlns:a16="http://schemas.microsoft.com/office/drawing/2014/main" id="{F8860E6E-4BE0-4AFA-BB1C-F57E32EFC42E}"/>
              </a:ext>
            </a:extLst>
          </p:cNvPr>
          <p:cNvSpPr>
            <a:spLocks noGrp="1"/>
          </p:cNvSpPr>
          <p:nvPr/>
        </p:nvSpPr>
        <p:spPr>
          <a:xfrm>
            <a:off x="4371647" y="4989129"/>
            <a:ext cx="459828" cy="459828"/>
          </a:xfrm>
          <a:prstGeom prst="rect">
            <a:avLst/>
          </a:prstGeom>
          <a:solidFill>
            <a:srgbClr val="90EE90">
              <a:alpha val="88000"/>
            </a:srgbClr>
          </a:solidFill>
          <a:ln w="15875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7" name="anim_o9396_1">
            <a:extLst>
              <a:ext uri="{FF2B5EF4-FFF2-40B4-BE49-F238E27FC236}">
                <a16:creationId xmlns:a16="http://schemas.microsoft.com/office/drawing/2014/main" id="{D39D6ED1-B804-47BE-902D-8A17FFA8E94F}"/>
              </a:ext>
            </a:extLst>
          </p:cNvPr>
          <p:cNvSpPr>
            <a:spLocks noGrp="1"/>
          </p:cNvSpPr>
          <p:nvPr/>
        </p:nvSpPr>
        <p:spPr>
          <a:xfrm>
            <a:off x="9245819" y="4115457"/>
            <a:ext cx="551793" cy="551793"/>
          </a:xfrm>
          <a:prstGeom prst="rect">
            <a:avLst/>
          </a:prstGeom>
          <a:solidFill>
            <a:srgbClr val="90EE90">
              <a:alpha val="72000"/>
            </a:srgbClr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8" name="anim_o9125_1">
            <a:extLst>
              <a:ext uri="{FF2B5EF4-FFF2-40B4-BE49-F238E27FC236}">
                <a16:creationId xmlns:a16="http://schemas.microsoft.com/office/drawing/2014/main" id="{7BAB1143-0E14-4B50-AEDD-B54072BD9C5B}"/>
              </a:ext>
            </a:extLst>
          </p:cNvPr>
          <p:cNvSpPr>
            <a:spLocks noGrp="1"/>
          </p:cNvSpPr>
          <p:nvPr/>
        </p:nvSpPr>
        <p:spPr>
          <a:xfrm>
            <a:off x="7820353" y="1985470"/>
            <a:ext cx="2299138" cy="697953"/>
          </a:xfrm>
          <a:prstGeom prst="roundRect">
            <a:avLst>
              <a:gd name="adj" fmla="val 10918"/>
            </a:avLst>
          </a:prstGeom>
          <a:solidFill>
            <a:srgbClr val="000000">
              <a:alpha val="80000"/>
            </a:srgbClr>
          </a:solidFill>
          <a:ln w="15875">
            <a:solidFill>
              <a:srgbClr val="FFD7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9" name="anim_to9126_0_1">
            <a:extLst>
              <a:ext uri="{FF2B5EF4-FFF2-40B4-BE49-F238E27FC236}">
                <a16:creationId xmlns:a16="http://schemas.microsoft.com/office/drawing/2014/main" id="{AF680561-C0EA-4236-9B35-7879AB5E4B38}"/>
              </a:ext>
            </a:extLst>
          </p:cNvPr>
          <p:cNvSpPr>
            <a:spLocks noGrp="1"/>
          </p:cNvSpPr>
          <p:nvPr/>
        </p:nvSpPr>
        <p:spPr>
          <a:xfrm>
            <a:off x="8111494" y="2093157"/>
            <a:ext cx="1735906" cy="48233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038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038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3038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RF = 5x5</a:t>
            </a:r>
          </a:p>
        </p:txBody>
      </p:sp>
      <p:sp>
        <p:nvSpPr>
          <p:cNvPr id="440" name="anim_o9397_1">
            <a:extLst>
              <a:ext uri="{FF2B5EF4-FFF2-40B4-BE49-F238E27FC236}">
                <a16:creationId xmlns:a16="http://schemas.microsoft.com/office/drawing/2014/main" id="{0283CC2B-29C9-403B-8AB4-067F2CAE5ED7}"/>
              </a:ext>
            </a:extLst>
          </p:cNvPr>
          <p:cNvSpPr>
            <a:spLocks noGrp="1"/>
          </p:cNvSpPr>
          <p:nvPr/>
        </p:nvSpPr>
        <p:spPr>
          <a:xfrm>
            <a:off x="1579836" y="395944"/>
            <a:ext cx="9032328" cy="944289"/>
          </a:xfrm>
          <a:prstGeom prst="roundRect">
            <a:avLst>
              <a:gd name="adj" fmla="val 8070"/>
            </a:avLst>
          </a:prstGeom>
          <a:solidFill>
            <a:srgbClr val="000000">
              <a:alpha val="88000"/>
            </a:srgbClr>
          </a:solidFill>
          <a:ln w="19050">
            <a:solidFill>
              <a:srgbClr val="FFD7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1" name="anim_to9399_0_1">
            <a:extLst>
              <a:ext uri="{FF2B5EF4-FFF2-40B4-BE49-F238E27FC236}">
                <a16:creationId xmlns:a16="http://schemas.microsoft.com/office/drawing/2014/main" id="{E26792F8-9857-49D5-9624-6CB37DBE7F02}"/>
              </a:ext>
            </a:extLst>
          </p:cNvPr>
          <p:cNvSpPr>
            <a:spLocks noGrp="1"/>
          </p:cNvSpPr>
          <p:nvPr/>
        </p:nvSpPr>
        <p:spPr>
          <a:xfrm>
            <a:off x="3081359" y="647966"/>
            <a:ext cx="214198" cy="4402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S</a:t>
            </a:r>
          </a:p>
        </p:txBody>
      </p:sp>
      <p:sp>
        <p:nvSpPr>
          <p:cNvPr id="442" name="anim_to9401_0_1">
            <a:extLst>
              <a:ext uri="{FF2B5EF4-FFF2-40B4-BE49-F238E27FC236}">
                <a16:creationId xmlns:a16="http://schemas.microsoft.com/office/drawing/2014/main" id="{28FFCEEB-4F11-4C46-8057-22AD9DE334E4}"/>
              </a:ext>
            </a:extLst>
          </p:cNvPr>
          <p:cNvSpPr>
            <a:spLocks noGrp="1"/>
          </p:cNvSpPr>
          <p:nvPr/>
        </p:nvSpPr>
        <p:spPr>
          <a:xfrm>
            <a:off x="3257458" y="647966"/>
            <a:ext cx="210676" cy="4402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a</a:t>
            </a:r>
          </a:p>
        </p:txBody>
      </p:sp>
      <p:sp>
        <p:nvSpPr>
          <p:cNvPr id="443" name="anim_to9403_0_1">
            <a:extLst>
              <a:ext uri="{FF2B5EF4-FFF2-40B4-BE49-F238E27FC236}">
                <a16:creationId xmlns:a16="http://schemas.microsoft.com/office/drawing/2014/main" id="{F10349D2-1457-4D5C-A13D-17D569E6F7CF}"/>
              </a:ext>
            </a:extLst>
          </p:cNvPr>
          <p:cNvSpPr>
            <a:spLocks noGrp="1"/>
          </p:cNvSpPr>
          <p:nvPr/>
        </p:nvSpPr>
        <p:spPr>
          <a:xfrm>
            <a:off x="3430034" y="647966"/>
            <a:ext cx="330423" cy="4402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m</a:t>
            </a:r>
          </a:p>
        </p:txBody>
      </p:sp>
      <p:sp>
        <p:nvSpPr>
          <p:cNvPr id="444" name="anim_to9405_0_1">
            <a:extLst>
              <a:ext uri="{FF2B5EF4-FFF2-40B4-BE49-F238E27FC236}">
                <a16:creationId xmlns:a16="http://schemas.microsoft.com/office/drawing/2014/main" id="{FE528FAF-6EC0-4742-83B2-439B48F2227A}"/>
              </a:ext>
            </a:extLst>
          </p:cNvPr>
          <p:cNvSpPr>
            <a:spLocks noGrp="1"/>
          </p:cNvSpPr>
          <p:nvPr/>
        </p:nvSpPr>
        <p:spPr>
          <a:xfrm>
            <a:off x="3722357" y="647966"/>
            <a:ext cx="208915" cy="4402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445" name="anim_to9411_0_1">
            <a:extLst>
              <a:ext uri="{FF2B5EF4-FFF2-40B4-BE49-F238E27FC236}">
                <a16:creationId xmlns:a16="http://schemas.microsoft.com/office/drawing/2014/main" id="{981DDED4-3918-4C03-B227-CBF78824F49B}"/>
              </a:ext>
            </a:extLst>
          </p:cNvPr>
          <p:cNvSpPr>
            <a:spLocks noGrp="1"/>
          </p:cNvSpPr>
          <p:nvPr/>
        </p:nvSpPr>
        <p:spPr>
          <a:xfrm>
            <a:off x="4048138" y="647966"/>
            <a:ext cx="233569" cy="4402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9</a:t>
            </a:r>
          </a:p>
        </p:txBody>
      </p:sp>
      <p:sp>
        <p:nvSpPr>
          <p:cNvPr id="446" name="anim_to9417_0_1">
            <a:extLst>
              <a:ext uri="{FF2B5EF4-FFF2-40B4-BE49-F238E27FC236}">
                <a16:creationId xmlns:a16="http://schemas.microsoft.com/office/drawing/2014/main" id="{EE13DB82-B04E-406E-8F5A-96198FA015B3}"/>
              </a:ext>
            </a:extLst>
          </p:cNvPr>
          <p:cNvSpPr>
            <a:spLocks noGrp="1"/>
          </p:cNvSpPr>
          <p:nvPr/>
        </p:nvSpPr>
        <p:spPr>
          <a:xfrm>
            <a:off x="4398574" y="647966"/>
            <a:ext cx="233569" cy="4402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p</a:t>
            </a:r>
          </a:p>
        </p:txBody>
      </p:sp>
      <p:sp>
        <p:nvSpPr>
          <p:cNvPr id="447" name="anim_to9419_0_1">
            <a:extLst>
              <a:ext uri="{FF2B5EF4-FFF2-40B4-BE49-F238E27FC236}">
                <a16:creationId xmlns:a16="http://schemas.microsoft.com/office/drawing/2014/main" id="{5C9FF847-028F-4A48-8E9B-672020101FBF}"/>
              </a:ext>
            </a:extLst>
          </p:cNvPr>
          <p:cNvSpPr>
            <a:spLocks noGrp="1"/>
          </p:cNvSpPr>
          <p:nvPr/>
        </p:nvSpPr>
        <p:spPr>
          <a:xfrm>
            <a:off x="4594043" y="647966"/>
            <a:ext cx="210676" cy="4402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a</a:t>
            </a:r>
          </a:p>
        </p:txBody>
      </p:sp>
      <p:sp>
        <p:nvSpPr>
          <p:cNvPr id="448" name="anim_to9421_0_1">
            <a:extLst>
              <a:ext uri="{FF2B5EF4-FFF2-40B4-BE49-F238E27FC236}">
                <a16:creationId xmlns:a16="http://schemas.microsoft.com/office/drawing/2014/main" id="{6D3AA63B-A41E-4C82-A12E-BA5CA20877EA}"/>
              </a:ext>
            </a:extLst>
          </p:cNvPr>
          <p:cNvSpPr>
            <a:spLocks noGrp="1"/>
          </p:cNvSpPr>
          <p:nvPr/>
        </p:nvSpPr>
        <p:spPr>
          <a:xfrm>
            <a:off x="4766619" y="647966"/>
            <a:ext cx="184261" cy="4402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r</a:t>
            </a:r>
          </a:p>
        </p:txBody>
      </p:sp>
      <p:sp>
        <p:nvSpPr>
          <p:cNvPr id="449" name="anim_to9423_0_1">
            <a:extLst>
              <a:ext uri="{FF2B5EF4-FFF2-40B4-BE49-F238E27FC236}">
                <a16:creationId xmlns:a16="http://schemas.microsoft.com/office/drawing/2014/main" id="{8EC2BA23-F8E6-4B41-A6F7-4A381245EA5B}"/>
              </a:ext>
            </a:extLst>
          </p:cNvPr>
          <p:cNvSpPr>
            <a:spLocks noGrp="1"/>
          </p:cNvSpPr>
          <p:nvPr/>
        </p:nvSpPr>
        <p:spPr>
          <a:xfrm>
            <a:off x="4912781" y="647966"/>
            <a:ext cx="210676" cy="4402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a</a:t>
            </a:r>
          </a:p>
        </p:txBody>
      </p:sp>
      <p:sp>
        <p:nvSpPr>
          <p:cNvPr id="450" name="anim_to9425_0_1">
            <a:extLst>
              <a:ext uri="{FF2B5EF4-FFF2-40B4-BE49-F238E27FC236}">
                <a16:creationId xmlns:a16="http://schemas.microsoft.com/office/drawing/2014/main" id="{929613BB-86C9-4C62-8681-0ADE2F05224F}"/>
              </a:ext>
            </a:extLst>
          </p:cNvPr>
          <p:cNvSpPr>
            <a:spLocks noGrp="1"/>
          </p:cNvSpPr>
          <p:nvPr/>
        </p:nvSpPr>
        <p:spPr>
          <a:xfrm>
            <a:off x="5085357" y="647966"/>
            <a:ext cx="330423" cy="4402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m</a:t>
            </a:r>
          </a:p>
        </p:txBody>
      </p:sp>
      <p:sp>
        <p:nvSpPr>
          <p:cNvPr id="451" name="anim_to9427_0_1">
            <a:extLst>
              <a:ext uri="{FF2B5EF4-FFF2-40B4-BE49-F238E27FC236}">
                <a16:creationId xmlns:a16="http://schemas.microsoft.com/office/drawing/2014/main" id="{1B7540A2-F0A6-4B5E-9F6B-86ACE902DDB9}"/>
              </a:ext>
            </a:extLst>
          </p:cNvPr>
          <p:cNvSpPr>
            <a:spLocks noGrp="1"/>
          </p:cNvSpPr>
          <p:nvPr/>
        </p:nvSpPr>
        <p:spPr>
          <a:xfrm>
            <a:off x="5377680" y="647966"/>
            <a:ext cx="208915" cy="4402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452" name="anim_to9429_0_1">
            <a:extLst>
              <a:ext uri="{FF2B5EF4-FFF2-40B4-BE49-F238E27FC236}">
                <a16:creationId xmlns:a16="http://schemas.microsoft.com/office/drawing/2014/main" id="{52413432-11FF-4751-A07F-3FAE101A69AD}"/>
              </a:ext>
            </a:extLst>
          </p:cNvPr>
          <p:cNvSpPr>
            <a:spLocks noGrp="1"/>
          </p:cNvSpPr>
          <p:nvPr/>
        </p:nvSpPr>
        <p:spPr>
          <a:xfrm>
            <a:off x="5548495" y="647966"/>
            <a:ext cx="157847" cy="4402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t</a:t>
            </a:r>
          </a:p>
        </p:txBody>
      </p:sp>
      <p:sp>
        <p:nvSpPr>
          <p:cNvPr id="453" name="anim_to9431_0_1">
            <a:extLst>
              <a:ext uri="{FF2B5EF4-FFF2-40B4-BE49-F238E27FC236}">
                <a16:creationId xmlns:a16="http://schemas.microsoft.com/office/drawing/2014/main" id="{76D4FE5A-A66A-4ED2-A18A-1F93A3123028}"/>
              </a:ext>
            </a:extLst>
          </p:cNvPr>
          <p:cNvSpPr>
            <a:spLocks noGrp="1"/>
          </p:cNvSpPr>
          <p:nvPr/>
        </p:nvSpPr>
        <p:spPr>
          <a:xfrm>
            <a:off x="5668242" y="647966"/>
            <a:ext cx="208915" cy="4402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454" name="anim_to9433_0_1">
            <a:extLst>
              <a:ext uri="{FF2B5EF4-FFF2-40B4-BE49-F238E27FC236}">
                <a16:creationId xmlns:a16="http://schemas.microsoft.com/office/drawing/2014/main" id="{32666C3B-18C2-41C9-B15C-F21DE2B775B0}"/>
              </a:ext>
            </a:extLst>
          </p:cNvPr>
          <p:cNvSpPr>
            <a:spLocks noGrp="1"/>
          </p:cNvSpPr>
          <p:nvPr/>
        </p:nvSpPr>
        <p:spPr>
          <a:xfrm>
            <a:off x="5839057" y="647966"/>
            <a:ext cx="184261" cy="4402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r</a:t>
            </a:r>
          </a:p>
        </p:txBody>
      </p:sp>
      <p:sp>
        <p:nvSpPr>
          <p:cNvPr id="455" name="anim_to9435_0_1">
            <a:extLst>
              <a:ext uri="{FF2B5EF4-FFF2-40B4-BE49-F238E27FC236}">
                <a16:creationId xmlns:a16="http://schemas.microsoft.com/office/drawing/2014/main" id="{0FCA3810-4212-4249-83D3-C04F0AC5B160}"/>
              </a:ext>
            </a:extLst>
          </p:cNvPr>
          <p:cNvSpPr>
            <a:spLocks noGrp="1"/>
          </p:cNvSpPr>
          <p:nvPr/>
        </p:nvSpPr>
        <p:spPr>
          <a:xfrm>
            <a:off x="5985219" y="647966"/>
            <a:ext cx="189544" cy="4402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s</a:t>
            </a:r>
          </a:p>
        </p:txBody>
      </p:sp>
      <p:sp>
        <p:nvSpPr>
          <p:cNvPr id="456" name="anim_to9437_0_1">
            <a:extLst>
              <a:ext uri="{FF2B5EF4-FFF2-40B4-BE49-F238E27FC236}">
                <a16:creationId xmlns:a16="http://schemas.microsoft.com/office/drawing/2014/main" id="{EEFE0921-C0B4-43D0-BE2E-5CA4800F9E21}"/>
              </a:ext>
            </a:extLst>
          </p:cNvPr>
          <p:cNvSpPr>
            <a:spLocks noGrp="1"/>
          </p:cNvSpPr>
          <p:nvPr/>
        </p:nvSpPr>
        <p:spPr>
          <a:xfrm>
            <a:off x="6136663" y="647966"/>
            <a:ext cx="133193" cy="4402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:</a:t>
            </a:r>
          </a:p>
        </p:txBody>
      </p:sp>
      <p:sp>
        <p:nvSpPr>
          <p:cNvPr id="457" name="anim_to9443_0_1">
            <a:extLst>
              <a:ext uri="{FF2B5EF4-FFF2-40B4-BE49-F238E27FC236}">
                <a16:creationId xmlns:a16="http://schemas.microsoft.com/office/drawing/2014/main" id="{6DBF2649-F849-4503-9D86-432BB9AF02F8}"/>
              </a:ext>
            </a:extLst>
          </p:cNvPr>
          <p:cNvSpPr>
            <a:spLocks noGrp="1"/>
          </p:cNvSpPr>
          <p:nvPr/>
        </p:nvSpPr>
        <p:spPr>
          <a:xfrm>
            <a:off x="6386722" y="647966"/>
            <a:ext cx="258223" cy="4402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R</a:t>
            </a:r>
          </a:p>
        </p:txBody>
      </p:sp>
      <p:sp>
        <p:nvSpPr>
          <p:cNvPr id="458" name="anim_to9445_0_1">
            <a:extLst>
              <a:ext uri="{FF2B5EF4-FFF2-40B4-BE49-F238E27FC236}">
                <a16:creationId xmlns:a16="http://schemas.microsoft.com/office/drawing/2014/main" id="{3409F4EA-45EB-49F2-87B0-D1771F598733}"/>
              </a:ext>
            </a:extLst>
          </p:cNvPr>
          <p:cNvSpPr>
            <a:spLocks noGrp="1"/>
          </p:cNvSpPr>
          <p:nvPr/>
        </p:nvSpPr>
        <p:spPr>
          <a:xfrm>
            <a:off x="6606845" y="647966"/>
            <a:ext cx="226525" cy="4402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459" name="anim_to9447_0_1">
            <a:extLst>
              <a:ext uri="{FF2B5EF4-FFF2-40B4-BE49-F238E27FC236}">
                <a16:creationId xmlns:a16="http://schemas.microsoft.com/office/drawing/2014/main" id="{474AF764-F5E5-4D26-B39B-BBD27DBEA7A3}"/>
              </a:ext>
            </a:extLst>
          </p:cNvPr>
          <p:cNvSpPr>
            <a:spLocks noGrp="1"/>
          </p:cNvSpPr>
          <p:nvPr/>
        </p:nvSpPr>
        <p:spPr>
          <a:xfrm>
            <a:off x="6795270" y="647966"/>
            <a:ext cx="133193" cy="4402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:</a:t>
            </a:r>
          </a:p>
        </p:txBody>
      </p:sp>
      <p:sp>
        <p:nvSpPr>
          <p:cNvPr id="460" name="anim_to9453_0_1">
            <a:extLst>
              <a:ext uri="{FF2B5EF4-FFF2-40B4-BE49-F238E27FC236}">
                <a16:creationId xmlns:a16="http://schemas.microsoft.com/office/drawing/2014/main" id="{3AB4A642-6ADB-46EF-A3F6-79F11466FCA3}"/>
              </a:ext>
            </a:extLst>
          </p:cNvPr>
          <p:cNvSpPr>
            <a:spLocks noGrp="1"/>
          </p:cNvSpPr>
          <p:nvPr/>
        </p:nvSpPr>
        <p:spPr>
          <a:xfrm>
            <a:off x="7045330" y="647966"/>
            <a:ext cx="233569" cy="4402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3</a:t>
            </a:r>
          </a:p>
        </p:txBody>
      </p:sp>
      <p:sp>
        <p:nvSpPr>
          <p:cNvPr id="461" name="anim_to9457_0_1">
            <a:extLst>
              <a:ext uri="{FF2B5EF4-FFF2-40B4-BE49-F238E27FC236}">
                <a16:creationId xmlns:a16="http://schemas.microsoft.com/office/drawing/2014/main" id="{7C476781-E8F1-48D4-BE5B-B1A302CEEE6E}"/>
              </a:ext>
            </a:extLst>
          </p:cNvPr>
          <p:cNvSpPr>
            <a:spLocks noGrp="1"/>
          </p:cNvSpPr>
          <p:nvPr/>
        </p:nvSpPr>
        <p:spPr>
          <a:xfrm>
            <a:off x="7318282" y="647966"/>
            <a:ext cx="289920" cy="4402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462" name="anim_to9461_0_1">
            <a:extLst>
              <a:ext uri="{FF2B5EF4-FFF2-40B4-BE49-F238E27FC236}">
                <a16:creationId xmlns:a16="http://schemas.microsoft.com/office/drawing/2014/main" id="{5E859DA8-8B44-481E-839A-8FF0A20F7828}"/>
              </a:ext>
            </a:extLst>
          </p:cNvPr>
          <p:cNvSpPr>
            <a:spLocks noGrp="1"/>
          </p:cNvSpPr>
          <p:nvPr/>
        </p:nvSpPr>
        <p:spPr>
          <a:xfrm>
            <a:off x="7647585" y="647966"/>
            <a:ext cx="233569" cy="4402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3</a:t>
            </a:r>
          </a:p>
        </p:txBody>
      </p:sp>
      <p:sp>
        <p:nvSpPr>
          <p:cNvPr id="463" name="anim_to9465_0_1">
            <a:extLst>
              <a:ext uri="{FF2B5EF4-FFF2-40B4-BE49-F238E27FC236}">
                <a16:creationId xmlns:a16="http://schemas.microsoft.com/office/drawing/2014/main" id="{BEED53D1-9E82-4140-B486-2B5549B61489}"/>
              </a:ext>
            </a:extLst>
          </p:cNvPr>
          <p:cNvSpPr>
            <a:spLocks noGrp="1"/>
          </p:cNvSpPr>
          <p:nvPr/>
        </p:nvSpPr>
        <p:spPr>
          <a:xfrm>
            <a:off x="7920538" y="647966"/>
            <a:ext cx="333945" cy="4402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→</a:t>
            </a:r>
          </a:p>
        </p:txBody>
      </p:sp>
      <p:sp>
        <p:nvSpPr>
          <p:cNvPr id="464" name="anim_to9469_0_1">
            <a:extLst>
              <a:ext uri="{FF2B5EF4-FFF2-40B4-BE49-F238E27FC236}">
                <a16:creationId xmlns:a16="http://schemas.microsoft.com/office/drawing/2014/main" id="{03FD24F0-9102-4B42-84BA-11A78304B7AD}"/>
              </a:ext>
            </a:extLst>
          </p:cNvPr>
          <p:cNvSpPr>
            <a:spLocks noGrp="1"/>
          </p:cNvSpPr>
          <p:nvPr/>
        </p:nvSpPr>
        <p:spPr>
          <a:xfrm>
            <a:off x="8293866" y="647966"/>
            <a:ext cx="233569" cy="4402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5</a:t>
            </a:r>
          </a:p>
        </p:txBody>
      </p:sp>
      <p:sp>
        <p:nvSpPr>
          <p:cNvPr id="465" name="anim_to9473_0_1">
            <a:extLst>
              <a:ext uri="{FF2B5EF4-FFF2-40B4-BE49-F238E27FC236}">
                <a16:creationId xmlns:a16="http://schemas.microsoft.com/office/drawing/2014/main" id="{DE6E08B1-97C7-4DB5-AE7E-74E9E62359D7}"/>
              </a:ext>
            </a:extLst>
          </p:cNvPr>
          <p:cNvSpPr>
            <a:spLocks noGrp="1"/>
          </p:cNvSpPr>
          <p:nvPr/>
        </p:nvSpPr>
        <p:spPr>
          <a:xfrm>
            <a:off x="8566818" y="647966"/>
            <a:ext cx="289920" cy="4402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466" name="anim_to9477_0_1">
            <a:extLst>
              <a:ext uri="{FF2B5EF4-FFF2-40B4-BE49-F238E27FC236}">
                <a16:creationId xmlns:a16="http://schemas.microsoft.com/office/drawing/2014/main" id="{32FCDA2B-5E7F-4383-B71A-6900B5791BC2}"/>
              </a:ext>
            </a:extLst>
          </p:cNvPr>
          <p:cNvSpPr>
            <a:spLocks noGrp="1"/>
          </p:cNvSpPr>
          <p:nvPr/>
        </p:nvSpPr>
        <p:spPr>
          <a:xfrm>
            <a:off x="8896122" y="647966"/>
            <a:ext cx="233569" cy="4402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defRPr>
            </a:pPr>
            <a:r>
              <a:rPr sz="2773" b="0">
                <a:solidFill>
                  <a:srgbClr val="FFD700"/>
                </a:solidFill>
                <a:latin typeface="Cambria Math"/>
                <a:ea typeface="Cambria Math"/>
                <a:cs typeface="Cambria Math"/>
              </a:rPr>
              <a:t>5</a:t>
            </a:r>
          </a:p>
        </p:txBody>
      </p:sp>
      <p:sp>
        <p:nvSpPr>
          <p:cNvPr id="467" name="anim_to9482_0_1">
            <a:extLst>
              <a:ext uri="{FF2B5EF4-FFF2-40B4-BE49-F238E27FC236}">
                <a16:creationId xmlns:a16="http://schemas.microsoft.com/office/drawing/2014/main" id="{C308C3FA-DDF2-4D6D-AA34-E3F63BACF772}"/>
              </a:ext>
            </a:extLst>
          </p:cNvPr>
          <p:cNvSpPr>
            <a:spLocks noGrp="1"/>
          </p:cNvSpPr>
          <p:nvPr/>
        </p:nvSpPr>
        <p:spPr>
          <a:xfrm>
            <a:off x="2075408" y="487713"/>
            <a:ext cx="8060233" cy="86819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46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46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546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Effective Kernel Size</a:t>
            </a:r>
          </a:p>
        </p:txBody>
      </p:sp>
      <p:sp>
        <p:nvSpPr>
          <p:cNvPr id="468" name="anim_to9505_0_1">
            <a:extLst>
              <a:ext uri="{FF2B5EF4-FFF2-40B4-BE49-F238E27FC236}">
                <a16:creationId xmlns:a16="http://schemas.microsoft.com/office/drawing/2014/main" id="{9DCEF1B1-AFBC-488F-A84E-04164DE7A874}"/>
              </a:ext>
            </a:extLst>
          </p:cNvPr>
          <p:cNvSpPr>
            <a:spLocks noGrp="1"/>
          </p:cNvSpPr>
          <p:nvPr/>
        </p:nvSpPr>
        <p:spPr>
          <a:xfrm>
            <a:off x="2911261" y="2497826"/>
            <a:ext cx="397340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K</a:t>
            </a:r>
          </a:p>
        </p:txBody>
      </p:sp>
      <p:sp>
        <p:nvSpPr>
          <p:cNvPr id="469" name="anim_to9508_0_1">
            <a:extLst>
              <a:ext uri="{FF2B5EF4-FFF2-40B4-BE49-F238E27FC236}">
                <a16:creationId xmlns:a16="http://schemas.microsoft.com/office/drawing/2014/main" id="{C6D9165F-D047-4195-9DF7-23968E216849}"/>
              </a:ext>
            </a:extLst>
          </p:cNvPr>
          <p:cNvSpPr>
            <a:spLocks noGrp="1"/>
          </p:cNvSpPr>
          <p:nvPr/>
        </p:nvSpPr>
        <p:spPr>
          <a:xfrm>
            <a:off x="3270501" y="2738888"/>
            <a:ext cx="217863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470" name="anim_to9510_0_1">
            <a:extLst>
              <a:ext uri="{FF2B5EF4-FFF2-40B4-BE49-F238E27FC236}">
                <a16:creationId xmlns:a16="http://schemas.microsoft.com/office/drawing/2014/main" id="{6327FB4C-1D32-47C2-8211-0E2D2F2099B6}"/>
              </a:ext>
            </a:extLst>
          </p:cNvPr>
          <p:cNvSpPr>
            <a:spLocks noGrp="1"/>
          </p:cNvSpPr>
          <p:nvPr/>
        </p:nvSpPr>
        <p:spPr>
          <a:xfrm>
            <a:off x="3450264" y="2738888"/>
            <a:ext cx="151147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471" name="anim_to9512_0_1">
            <a:extLst>
              <a:ext uri="{FF2B5EF4-FFF2-40B4-BE49-F238E27FC236}">
                <a16:creationId xmlns:a16="http://schemas.microsoft.com/office/drawing/2014/main" id="{D129B0C0-7613-4BF4-9F79-6CA5964D5A74}"/>
              </a:ext>
            </a:extLst>
          </p:cNvPr>
          <p:cNvSpPr>
            <a:spLocks noGrp="1"/>
          </p:cNvSpPr>
          <p:nvPr/>
        </p:nvSpPr>
        <p:spPr>
          <a:xfrm>
            <a:off x="3563311" y="2738888"/>
            <a:ext cx="151147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472" name="anim_to9516_0_1">
            <a:extLst>
              <a:ext uri="{FF2B5EF4-FFF2-40B4-BE49-F238E27FC236}">
                <a16:creationId xmlns:a16="http://schemas.microsoft.com/office/drawing/2014/main" id="{2E4F84DF-AA6F-4497-BC9C-979BF170EB47}"/>
              </a:ext>
            </a:extLst>
          </p:cNvPr>
          <p:cNvSpPr>
            <a:spLocks noGrp="1"/>
          </p:cNvSpPr>
          <p:nvPr/>
        </p:nvSpPr>
        <p:spPr>
          <a:xfrm>
            <a:off x="3801806" y="2497826"/>
            <a:ext cx="465767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473" name="anim_to9520_0_1">
            <a:extLst>
              <a:ext uri="{FF2B5EF4-FFF2-40B4-BE49-F238E27FC236}">
                <a16:creationId xmlns:a16="http://schemas.microsoft.com/office/drawing/2014/main" id="{975D0FB2-21E1-4F76-A155-FF6D52206247}"/>
              </a:ext>
            </a:extLst>
          </p:cNvPr>
          <p:cNvSpPr>
            <a:spLocks noGrp="1"/>
          </p:cNvSpPr>
          <p:nvPr/>
        </p:nvSpPr>
        <p:spPr>
          <a:xfrm>
            <a:off x="4354922" y="2497826"/>
            <a:ext cx="397340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K</a:t>
            </a:r>
          </a:p>
        </p:txBody>
      </p:sp>
      <p:sp>
        <p:nvSpPr>
          <p:cNvPr id="474" name="anim_to9524_0_1">
            <a:extLst>
              <a:ext uri="{FF2B5EF4-FFF2-40B4-BE49-F238E27FC236}">
                <a16:creationId xmlns:a16="http://schemas.microsoft.com/office/drawing/2014/main" id="{EBE81E7D-B46A-4455-9A81-E793812EB7BE}"/>
              </a:ext>
            </a:extLst>
          </p:cNvPr>
          <p:cNvSpPr>
            <a:spLocks noGrp="1"/>
          </p:cNvSpPr>
          <p:nvPr/>
        </p:nvSpPr>
        <p:spPr>
          <a:xfrm>
            <a:off x="4839612" y="2497826"/>
            <a:ext cx="465767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475" name="anim_to9528_0_1">
            <a:extLst>
              <a:ext uri="{FF2B5EF4-FFF2-40B4-BE49-F238E27FC236}">
                <a16:creationId xmlns:a16="http://schemas.microsoft.com/office/drawing/2014/main" id="{5AF5CB33-6A6E-4B4D-B13D-F1D7165C3D44}"/>
              </a:ext>
            </a:extLst>
          </p:cNvPr>
          <p:cNvSpPr>
            <a:spLocks noGrp="1"/>
          </p:cNvSpPr>
          <p:nvPr/>
        </p:nvSpPr>
        <p:spPr>
          <a:xfrm>
            <a:off x="5392728" y="2497826"/>
            <a:ext cx="27759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476" name="anim_to9530_0_1">
            <a:extLst>
              <a:ext uri="{FF2B5EF4-FFF2-40B4-BE49-F238E27FC236}">
                <a16:creationId xmlns:a16="http://schemas.microsoft.com/office/drawing/2014/main" id="{222A30B1-1F82-4179-9F8E-2A5FC0124168}"/>
              </a:ext>
            </a:extLst>
          </p:cNvPr>
          <p:cNvSpPr>
            <a:spLocks noGrp="1"/>
          </p:cNvSpPr>
          <p:nvPr/>
        </p:nvSpPr>
        <p:spPr>
          <a:xfrm>
            <a:off x="5632221" y="2497826"/>
            <a:ext cx="397340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K</a:t>
            </a:r>
          </a:p>
        </p:txBody>
      </p:sp>
      <p:sp>
        <p:nvSpPr>
          <p:cNvPr id="477" name="anim_to9534_0_1">
            <a:extLst>
              <a:ext uri="{FF2B5EF4-FFF2-40B4-BE49-F238E27FC236}">
                <a16:creationId xmlns:a16="http://schemas.microsoft.com/office/drawing/2014/main" id="{E5C3194B-5418-457C-A12D-B656E9E8A656}"/>
              </a:ext>
            </a:extLst>
          </p:cNvPr>
          <p:cNvSpPr>
            <a:spLocks noGrp="1"/>
          </p:cNvSpPr>
          <p:nvPr/>
        </p:nvSpPr>
        <p:spPr>
          <a:xfrm>
            <a:off x="6116911" y="2497826"/>
            <a:ext cx="229125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-</a:t>
            </a:r>
          </a:p>
        </p:txBody>
      </p:sp>
      <p:sp>
        <p:nvSpPr>
          <p:cNvPr id="478" name="anim_to9538_0_1">
            <a:extLst>
              <a:ext uri="{FF2B5EF4-FFF2-40B4-BE49-F238E27FC236}">
                <a16:creationId xmlns:a16="http://schemas.microsoft.com/office/drawing/2014/main" id="{5F6C8AE5-65D8-4EC4-A4CA-FF81458575E8}"/>
              </a:ext>
            </a:extLst>
          </p:cNvPr>
          <p:cNvSpPr>
            <a:spLocks noGrp="1"/>
          </p:cNvSpPr>
          <p:nvPr/>
        </p:nvSpPr>
        <p:spPr>
          <a:xfrm>
            <a:off x="6433384" y="2497826"/>
            <a:ext cx="35457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479" name="anim_to9540_0_1">
            <a:extLst>
              <a:ext uri="{FF2B5EF4-FFF2-40B4-BE49-F238E27FC236}">
                <a16:creationId xmlns:a16="http://schemas.microsoft.com/office/drawing/2014/main" id="{79ECD053-BAA5-4C0B-AC91-21323E089E3A}"/>
              </a:ext>
            </a:extLst>
          </p:cNvPr>
          <p:cNvSpPr>
            <a:spLocks noGrp="1"/>
          </p:cNvSpPr>
          <p:nvPr/>
        </p:nvSpPr>
        <p:spPr>
          <a:xfrm>
            <a:off x="6749858" y="2497826"/>
            <a:ext cx="27759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480" name="anim_to9544_0_1">
            <a:extLst>
              <a:ext uri="{FF2B5EF4-FFF2-40B4-BE49-F238E27FC236}">
                <a16:creationId xmlns:a16="http://schemas.microsoft.com/office/drawing/2014/main" id="{5BEF1230-AC29-4AE5-8A1A-EBE4A12A63AE}"/>
              </a:ext>
            </a:extLst>
          </p:cNvPr>
          <p:cNvSpPr>
            <a:spLocks noGrp="1"/>
          </p:cNvSpPr>
          <p:nvPr/>
        </p:nvSpPr>
        <p:spPr>
          <a:xfrm>
            <a:off x="7114800" y="2497826"/>
            <a:ext cx="445809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481" name="anim_to9548_0_1">
            <a:extLst>
              <a:ext uri="{FF2B5EF4-FFF2-40B4-BE49-F238E27FC236}">
                <a16:creationId xmlns:a16="http://schemas.microsoft.com/office/drawing/2014/main" id="{AC6F73C9-703F-4661-BDA9-4CE9A08C64A1}"/>
              </a:ext>
            </a:extLst>
          </p:cNvPr>
          <p:cNvSpPr>
            <a:spLocks noGrp="1"/>
          </p:cNvSpPr>
          <p:nvPr/>
        </p:nvSpPr>
        <p:spPr>
          <a:xfrm>
            <a:off x="7647959" y="2497826"/>
            <a:ext cx="27759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482" name="anim_to9550_0_1">
            <a:extLst>
              <a:ext uri="{FF2B5EF4-FFF2-40B4-BE49-F238E27FC236}">
                <a16:creationId xmlns:a16="http://schemas.microsoft.com/office/drawing/2014/main" id="{93788025-3A41-4A13-B58F-0FFE92721D53}"/>
              </a:ext>
            </a:extLst>
          </p:cNvPr>
          <p:cNvSpPr>
            <a:spLocks noGrp="1"/>
          </p:cNvSpPr>
          <p:nvPr/>
        </p:nvSpPr>
        <p:spPr>
          <a:xfrm>
            <a:off x="7887452" y="2497826"/>
            <a:ext cx="414447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D</a:t>
            </a:r>
          </a:p>
        </p:txBody>
      </p:sp>
      <p:sp>
        <p:nvSpPr>
          <p:cNvPr id="483" name="anim_to9554_0_1">
            <a:extLst>
              <a:ext uri="{FF2B5EF4-FFF2-40B4-BE49-F238E27FC236}">
                <a16:creationId xmlns:a16="http://schemas.microsoft.com/office/drawing/2014/main" id="{5B905617-D116-44ED-AD2E-0981B5042EB7}"/>
              </a:ext>
            </a:extLst>
          </p:cNvPr>
          <p:cNvSpPr>
            <a:spLocks noGrp="1"/>
          </p:cNvSpPr>
          <p:nvPr/>
        </p:nvSpPr>
        <p:spPr>
          <a:xfrm>
            <a:off x="8389248" y="2497826"/>
            <a:ext cx="229125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-</a:t>
            </a:r>
          </a:p>
        </p:txBody>
      </p:sp>
      <p:sp>
        <p:nvSpPr>
          <p:cNvPr id="484" name="anim_to9558_0_1">
            <a:extLst>
              <a:ext uri="{FF2B5EF4-FFF2-40B4-BE49-F238E27FC236}">
                <a16:creationId xmlns:a16="http://schemas.microsoft.com/office/drawing/2014/main" id="{FF027F72-DF64-4A74-B894-71CD8B290678}"/>
              </a:ext>
            </a:extLst>
          </p:cNvPr>
          <p:cNvSpPr>
            <a:spLocks noGrp="1"/>
          </p:cNvSpPr>
          <p:nvPr/>
        </p:nvSpPr>
        <p:spPr>
          <a:xfrm>
            <a:off x="8705722" y="2497826"/>
            <a:ext cx="35457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485" name="anim_to9560_0_1">
            <a:extLst>
              <a:ext uri="{FF2B5EF4-FFF2-40B4-BE49-F238E27FC236}">
                <a16:creationId xmlns:a16="http://schemas.microsoft.com/office/drawing/2014/main" id="{EF887286-AC24-4DFE-BDE2-4CCD985E2659}"/>
              </a:ext>
            </a:extLst>
          </p:cNvPr>
          <p:cNvSpPr>
            <a:spLocks noGrp="1"/>
          </p:cNvSpPr>
          <p:nvPr/>
        </p:nvSpPr>
        <p:spPr>
          <a:xfrm>
            <a:off x="9022195" y="2497826"/>
            <a:ext cx="27759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486" name="anim_to9563_0_1">
            <a:extLst>
              <a:ext uri="{FF2B5EF4-FFF2-40B4-BE49-F238E27FC236}">
                <a16:creationId xmlns:a16="http://schemas.microsoft.com/office/drawing/2014/main" id="{161C140E-1C14-44C5-A81D-D67706020166}"/>
              </a:ext>
            </a:extLst>
          </p:cNvPr>
          <p:cNvSpPr>
            <a:spLocks noGrp="1"/>
          </p:cNvSpPr>
          <p:nvPr/>
        </p:nvSpPr>
        <p:spPr>
          <a:xfrm>
            <a:off x="1724271" y="3318377"/>
            <a:ext cx="8762507" cy="58318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674" b="0">
                <a:solidFill>
                  <a:srgbClr val="FFEA94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674" b="0">
                <a:solidFill>
                  <a:srgbClr val="FFEA94"/>
                </a:solidFill>
                <a:latin typeface="Consolas"/>
                <a:ea typeface="Consolas"/>
                <a:cs typeface="Consolas"/>
              </a:defRPr>
            </a:pPr>
            <a:r>
              <a:rPr sz="3674" b="0">
                <a:solidFill>
                  <a:srgbClr val="FFEA94"/>
                </a:solidFill>
                <a:latin typeface="Consolas"/>
                <a:ea typeface="Consolas"/>
                <a:cs typeface="Consolas"/>
              </a:rPr>
              <a:t>K = kernel size, D = dilation rate</a:t>
            </a:r>
          </a:p>
        </p:txBody>
      </p:sp>
      <p:sp>
        <p:nvSpPr>
          <p:cNvPr id="487" name="anim_to9599_0_1">
            <a:extLst>
              <a:ext uri="{FF2B5EF4-FFF2-40B4-BE49-F238E27FC236}">
                <a16:creationId xmlns:a16="http://schemas.microsoft.com/office/drawing/2014/main" id="{4556E2EB-2BC0-4626-A5AF-9B8DB61596B4}"/>
              </a:ext>
            </a:extLst>
          </p:cNvPr>
          <p:cNvSpPr>
            <a:spLocks noGrp="1"/>
          </p:cNvSpPr>
          <p:nvPr/>
        </p:nvSpPr>
        <p:spPr>
          <a:xfrm>
            <a:off x="3504982" y="4298535"/>
            <a:ext cx="336964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rPr>
              <a:t>D</a:t>
            </a:r>
          </a:p>
        </p:txBody>
      </p:sp>
      <p:sp>
        <p:nvSpPr>
          <p:cNvPr id="488" name="anim_to9601_0_1">
            <a:extLst>
              <a:ext uri="{FF2B5EF4-FFF2-40B4-BE49-F238E27FC236}">
                <a16:creationId xmlns:a16="http://schemas.microsoft.com/office/drawing/2014/main" id="{6D6CABE3-72E7-4B40-A234-FD5799C809D3}"/>
              </a:ext>
            </a:extLst>
          </p:cNvPr>
          <p:cNvSpPr>
            <a:spLocks noGrp="1"/>
          </p:cNvSpPr>
          <p:nvPr/>
        </p:nvSpPr>
        <p:spPr>
          <a:xfrm>
            <a:off x="3803846" y="4298535"/>
            <a:ext cx="377718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489" name="anim_to9603_0_1">
            <a:extLst>
              <a:ext uri="{FF2B5EF4-FFF2-40B4-BE49-F238E27FC236}">
                <a16:creationId xmlns:a16="http://schemas.microsoft.com/office/drawing/2014/main" id="{7459E10B-FEBE-4394-9323-0E768D6F2F57}"/>
              </a:ext>
            </a:extLst>
          </p:cNvPr>
          <p:cNvSpPr>
            <a:spLocks noGrp="1"/>
          </p:cNvSpPr>
          <p:nvPr/>
        </p:nvSpPr>
        <p:spPr>
          <a:xfrm>
            <a:off x="4143464" y="4298535"/>
            <a:ext cx="289417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490" name="anim_to9605_0_1">
            <a:extLst>
              <a:ext uri="{FF2B5EF4-FFF2-40B4-BE49-F238E27FC236}">
                <a16:creationId xmlns:a16="http://schemas.microsoft.com/office/drawing/2014/main" id="{BCAD9798-2649-4AC9-B896-07C9BB156508}"/>
              </a:ext>
            </a:extLst>
          </p:cNvPr>
          <p:cNvSpPr>
            <a:spLocks noGrp="1"/>
          </p:cNvSpPr>
          <p:nvPr/>
        </p:nvSpPr>
        <p:spPr>
          <a:xfrm>
            <a:off x="4394781" y="4298535"/>
            <a:ext cx="160362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rPr>
              <a:t>:</a:t>
            </a:r>
          </a:p>
        </p:txBody>
      </p:sp>
      <p:sp>
        <p:nvSpPr>
          <p:cNvPr id="491" name="anim_to9614_0_1">
            <a:extLst>
              <a:ext uri="{FF2B5EF4-FFF2-40B4-BE49-F238E27FC236}">
                <a16:creationId xmlns:a16="http://schemas.microsoft.com/office/drawing/2014/main" id="{531B1FB4-388B-45E3-A28F-4392F3B33D21}"/>
              </a:ext>
            </a:extLst>
          </p:cNvPr>
          <p:cNvSpPr>
            <a:spLocks noGrp="1"/>
          </p:cNvSpPr>
          <p:nvPr/>
        </p:nvSpPr>
        <p:spPr>
          <a:xfrm>
            <a:off x="4915529" y="4298535"/>
            <a:ext cx="323379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rPr>
              <a:t>K</a:t>
            </a:r>
          </a:p>
        </p:txBody>
      </p:sp>
      <p:sp>
        <p:nvSpPr>
          <p:cNvPr id="492" name="anim_to9617_0_1">
            <a:extLst>
              <a:ext uri="{FF2B5EF4-FFF2-40B4-BE49-F238E27FC236}">
                <a16:creationId xmlns:a16="http://schemas.microsoft.com/office/drawing/2014/main" id="{D9B16C17-C9CA-46C2-911A-5D88CD96B07A}"/>
              </a:ext>
            </a:extLst>
          </p:cNvPr>
          <p:cNvSpPr>
            <a:spLocks noGrp="1"/>
          </p:cNvSpPr>
          <p:nvPr/>
        </p:nvSpPr>
        <p:spPr>
          <a:xfrm>
            <a:off x="5200808" y="4489966"/>
            <a:ext cx="180853" cy="36791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18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318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pPr>
            <a:r>
              <a:rPr sz="2318" b="0">
                <a:solidFill>
                  <a:srgbClr val="FF6B6B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493" name="anim_to9619_0_1">
            <a:extLst>
              <a:ext uri="{FF2B5EF4-FFF2-40B4-BE49-F238E27FC236}">
                <a16:creationId xmlns:a16="http://schemas.microsoft.com/office/drawing/2014/main" id="{F927A552-625F-46C5-B7B5-5DB37F74BB3A}"/>
              </a:ext>
            </a:extLst>
          </p:cNvPr>
          <p:cNvSpPr>
            <a:spLocks noGrp="1"/>
          </p:cNvSpPr>
          <p:nvPr/>
        </p:nvSpPr>
        <p:spPr>
          <a:xfrm>
            <a:off x="5343561" y="4489966"/>
            <a:ext cx="127872" cy="36791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18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318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pPr>
            <a:r>
              <a:rPr sz="2318" b="0">
                <a:solidFill>
                  <a:srgbClr val="FF6B6B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494" name="anim_to9621_0_1">
            <a:extLst>
              <a:ext uri="{FF2B5EF4-FFF2-40B4-BE49-F238E27FC236}">
                <a16:creationId xmlns:a16="http://schemas.microsoft.com/office/drawing/2014/main" id="{A8ADF7A2-4277-4844-9292-18403AE3DFBC}"/>
              </a:ext>
            </a:extLst>
          </p:cNvPr>
          <p:cNvSpPr>
            <a:spLocks noGrp="1"/>
          </p:cNvSpPr>
          <p:nvPr/>
        </p:nvSpPr>
        <p:spPr>
          <a:xfrm>
            <a:off x="5433333" y="4489966"/>
            <a:ext cx="127872" cy="36791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18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318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pPr>
            <a:r>
              <a:rPr sz="2318" b="0">
                <a:solidFill>
                  <a:srgbClr val="FF6B6B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495" name="anim_to9625_0_1">
            <a:extLst>
              <a:ext uri="{FF2B5EF4-FFF2-40B4-BE49-F238E27FC236}">
                <a16:creationId xmlns:a16="http://schemas.microsoft.com/office/drawing/2014/main" id="{50EF5F37-6814-4500-996A-1180493D5CCE}"/>
              </a:ext>
            </a:extLst>
          </p:cNvPr>
          <p:cNvSpPr>
            <a:spLocks noGrp="1"/>
          </p:cNvSpPr>
          <p:nvPr/>
        </p:nvSpPr>
        <p:spPr>
          <a:xfrm>
            <a:off x="5622727" y="4298535"/>
            <a:ext cx="377718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496" name="anim_to9629_0_1">
            <a:extLst>
              <a:ext uri="{FF2B5EF4-FFF2-40B4-BE49-F238E27FC236}">
                <a16:creationId xmlns:a16="http://schemas.microsoft.com/office/drawing/2014/main" id="{2B50E7E2-CC61-45CC-B3C5-2D7FAD136D20}"/>
              </a:ext>
            </a:extLst>
          </p:cNvPr>
          <p:cNvSpPr>
            <a:spLocks noGrp="1"/>
          </p:cNvSpPr>
          <p:nvPr/>
        </p:nvSpPr>
        <p:spPr>
          <a:xfrm>
            <a:off x="6061966" y="4298535"/>
            <a:ext cx="289417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rPr>
              <a:t>3</a:t>
            </a:r>
          </a:p>
        </p:txBody>
      </p:sp>
      <p:sp>
        <p:nvSpPr>
          <p:cNvPr id="497" name="anim_to9633_0_1">
            <a:extLst>
              <a:ext uri="{FF2B5EF4-FFF2-40B4-BE49-F238E27FC236}">
                <a16:creationId xmlns:a16="http://schemas.microsoft.com/office/drawing/2014/main" id="{7C757958-8539-4215-9EB2-4887F43B465D}"/>
              </a:ext>
            </a:extLst>
          </p:cNvPr>
          <p:cNvSpPr>
            <a:spLocks noGrp="1"/>
          </p:cNvSpPr>
          <p:nvPr/>
        </p:nvSpPr>
        <p:spPr>
          <a:xfrm>
            <a:off x="6412904" y="4298535"/>
            <a:ext cx="377718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498" name="anim_to9637_0_1">
            <a:extLst>
              <a:ext uri="{FF2B5EF4-FFF2-40B4-BE49-F238E27FC236}">
                <a16:creationId xmlns:a16="http://schemas.microsoft.com/office/drawing/2014/main" id="{489940BF-093F-4916-858F-CB886C377067}"/>
              </a:ext>
            </a:extLst>
          </p:cNvPr>
          <p:cNvSpPr>
            <a:spLocks noGrp="1"/>
          </p:cNvSpPr>
          <p:nvPr/>
        </p:nvSpPr>
        <p:spPr>
          <a:xfrm>
            <a:off x="6852144" y="4298535"/>
            <a:ext cx="289417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rPr>
              <a:t>2</a:t>
            </a:r>
          </a:p>
        </p:txBody>
      </p:sp>
      <p:sp>
        <p:nvSpPr>
          <p:cNvPr id="499" name="anim_to9641_0_1">
            <a:extLst>
              <a:ext uri="{FF2B5EF4-FFF2-40B4-BE49-F238E27FC236}">
                <a16:creationId xmlns:a16="http://schemas.microsoft.com/office/drawing/2014/main" id="{3F127C8E-6D7C-433F-AB5E-BC162097D0A0}"/>
              </a:ext>
            </a:extLst>
          </p:cNvPr>
          <p:cNvSpPr>
            <a:spLocks noGrp="1"/>
          </p:cNvSpPr>
          <p:nvPr/>
        </p:nvSpPr>
        <p:spPr>
          <a:xfrm>
            <a:off x="7203082" y="4298535"/>
            <a:ext cx="361869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500" name="anim_to9645_0_1">
            <a:extLst>
              <a:ext uri="{FF2B5EF4-FFF2-40B4-BE49-F238E27FC236}">
                <a16:creationId xmlns:a16="http://schemas.microsoft.com/office/drawing/2014/main" id="{C73A65BC-0718-479C-A97F-FAD366365923}"/>
              </a:ext>
            </a:extLst>
          </p:cNvPr>
          <p:cNvSpPr>
            <a:spLocks noGrp="1"/>
          </p:cNvSpPr>
          <p:nvPr/>
        </p:nvSpPr>
        <p:spPr>
          <a:xfrm>
            <a:off x="7626473" y="4298535"/>
            <a:ext cx="289417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rPr>
              <a:t>0</a:t>
            </a:r>
          </a:p>
        </p:txBody>
      </p:sp>
      <p:sp>
        <p:nvSpPr>
          <p:cNvPr id="501" name="anim_to9649_0_1">
            <a:extLst>
              <a:ext uri="{FF2B5EF4-FFF2-40B4-BE49-F238E27FC236}">
                <a16:creationId xmlns:a16="http://schemas.microsoft.com/office/drawing/2014/main" id="{987B0CD0-D9C8-4A38-8094-8D8C45528D30}"/>
              </a:ext>
            </a:extLst>
          </p:cNvPr>
          <p:cNvSpPr>
            <a:spLocks noGrp="1"/>
          </p:cNvSpPr>
          <p:nvPr/>
        </p:nvSpPr>
        <p:spPr>
          <a:xfrm>
            <a:off x="7977411" y="4298535"/>
            <a:ext cx="377718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502" name="anim_to9653_0_1">
            <a:extLst>
              <a:ext uri="{FF2B5EF4-FFF2-40B4-BE49-F238E27FC236}">
                <a16:creationId xmlns:a16="http://schemas.microsoft.com/office/drawing/2014/main" id="{13B9A2AD-0BD7-4C45-AE2B-F7A216C0B340}"/>
              </a:ext>
            </a:extLst>
          </p:cNvPr>
          <p:cNvSpPr>
            <a:spLocks noGrp="1"/>
          </p:cNvSpPr>
          <p:nvPr/>
        </p:nvSpPr>
        <p:spPr>
          <a:xfrm>
            <a:off x="8416650" y="4298535"/>
            <a:ext cx="289417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rPr>
              <a:t>3</a:t>
            </a:r>
          </a:p>
        </p:txBody>
      </p:sp>
      <p:sp>
        <p:nvSpPr>
          <p:cNvPr id="503" name="anim_to9657_0_1">
            <a:extLst>
              <a:ext uri="{FF2B5EF4-FFF2-40B4-BE49-F238E27FC236}">
                <a16:creationId xmlns:a16="http://schemas.microsoft.com/office/drawing/2014/main" id="{A1C23385-6139-4A75-A86C-6DDDA74AF4D0}"/>
              </a:ext>
            </a:extLst>
          </p:cNvPr>
          <p:cNvSpPr>
            <a:spLocks noGrp="1"/>
          </p:cNvSpPr>
          <p:nvPr/>
        </p:nvSpPr>
        <p:spPr>
          <a:xfrm>
            <a:off x="3504982" y="4883462"/>
            <a:ext cx="336964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D</a:t>
            </a:r>
          </a:p>
        </p:txBody>
      </p:sp>
      <p:sp>
        <p:nvSpPr>
          <p:cNvPr id="504" name="anim_to9659_0_1">
            <a:extLst>
              <a:ext uri="{FF2B5EF4-FFF2-40B4-BE49-F238E27FC236}">
                <a16:creationId xmlns:a16="http://schemas.microsoft.com/office/drawing/2014/main" id="{F07E2AD6-3C02-4A18-95C1-073E47411BFD}"/>
              </a:ext>
            </a:extLst>
          </p:cNvPr>
          <p:cNvSpPr>
            <a:spLocks noGrp="1"/>
          </p:cNvSpPr>
          <p:nvPr/>
        </p:nvSpPr>
        <p:spPr>
          <a:xfrm>
            <a:off x="3803846" y="4883462"/>
            <a:ext cx="377718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505" name="anim_to9661_0_1">
            <a:extLst>
              <a:ext uri="{FF2B5EF4-FFF2-40B4-BE49-F238E27FC236}">
                <a16:creationId xmlns:a16="http://schemas.microsoft.com/office/drawing/2014/main" id="{D25D3B87-38CF-4D17-8065-C3DAAFA82763}"/>
              </a:ext>
            </a:extLst>
          </p:cNvPr>
          <p:cNvSpPr>
            <a:spLocks noGrp="1"/>
          </p:cNvSpPr>
          <p:nvPr/>
        </p:nvSpPr>
        <p:spPr>
          <a:xfrm>
            <a:off x="4143464" y="4883462"/>
            <a:ext cx="289417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2</a:t>
            </a:r>
          </a:p>
        </p:txBody>
      </p:sp>
      <p:sp>
        <p:nvSpPr>
          <p:cNvPr id="506" name="anim_to9663_0_1">
            <a:extLst>
              <a:ext uri="{FF2B5EF4-FFF2-40B4-BE49-F238E27FC236}">
                <a16:creationId xmlns:a16="http://schemas.microsoft.com/office/drawing/2014/main" id="{04BE48D0-D850-4203-A28C-9DF4D303AECD}"/>
              </a:ext>
            </a:extLst>
          </p:cNvPr>
          <p:cNvSpPr>
            <a:spLocks noGrp="1"/>
          </p:cNvSpPr>
          <p:nvPr/>
        </p:nvSpPr>
        <p:spPr>
          <a:xfrm>
            <a:off x="4394781" y="4883462"/>
            <a:ext cx="160362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:</a:t>
            </a:r>
          </a:p>
        </p:txBody>
      </p:sp>
      <p:sp>
        <p:nvSpPr>
          <p:cNvPr id="507" name="anim_to9672_0_1">
            <a:extLst>
              <a:ext uri="{FF2B5EF4-FFF2-40B4-BE49-F238E27FC236}">
                <a16:creationId xmlns:a16="http://schemas.microsoft.com/office/drawing/2014/main" id="{1047718E-D4EA-40CC-A81B-5202B05F8AB6}"/>
              </a:ext>
            </a:extLst>
          </p:cNvPr>
          <p:cNvSpPr>
            <a:spLocks noGrp="1"/>
          </p:cNvSpPr>
          <p:nvPr/>
        </p:nvSpPr>
        <p:spPr>
          <a:xfrm>
            <a:off x="4915529" y="4883462"/>
            <a:ext cx="323379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K</a:t>
            </a:r>
          </a:p>
        </p:txBody>
      </p:sp>
      <p:sp>
        <p:nvSpPr>
          <p:cNvPr id="508" name="anim_to9675_0_1">
            <a:extLst>
              <a:ext uri="{FF2B5EF4-FFF2-40B4-BE49-F238E27FC236}">
                <a16:creationId xmlns:a16="http://schemas.microsoft.com/office/drawing/2014/main" id="{2C3E4F37-B87F-4F48-A9E4-F5DD0E25330E}"/>
              </a:ext>
            </a:extLst>
          </p:cNvPr>
          <p:cNvSpPr>
            <a:spLocks noGrp="1"/>
          </p:cNvSpPr>
          <p:nvPr/>
        </p:nvSpPr>
        <p:spPr>
          <a:xfrm>
            <a:off x="5200808" y="5074894"/>
            <a:ext cx="180853" cy="36791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3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23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509" name="anim_to9677_0_1">
            <a:extLst>
              <a:ext uri="{FF2B5EF4-FFF2-40B4-BE49-F238E27FC236}">
                <a16:creationId xmlns:a16="http://schemas.microsoft.com/office/drawing/2014/main" id="{FE376A26-96BC-4B5F-AE38-9083B6DCF23F}"/>
              </a:ext>
            </a:extLst>
          </p:cNvPr>
          <p:cNvSpPr>
            <a:spLocks noGrp="1"/>
          </p:cNvSpPr>
          <p:nvPr/>
        </p:nvSpPr>
        <p:spPr>
          <a:xfrm>
            <a:off x="5343561" y="5074894"/>
            <a:ext cx="127872" cy="36791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3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23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510" name="anim_to9679_0_1">
            <a:extLst>
              <a:ext uri="{FF2B5EF4-FFF2-40B4-BE49-F238E27FC236}">
                <a16:creationId xmlns:a16="http://schemas.microsoft.com/office/drawing/2014/main" id="{DD68FB0A-8114-4A1D-98AF-D7180E497A70}"/>
              </a:ext>
            </a:extLst>
          </p:cNvPr>
          <p:cNvSpPr>
            <a:spLocks noGrp="1"/>
          </p:cNvSpPr>
          <p:nvPr/>
        </p:nvSpPr>
        <p:spPr>
          <a:xfrm>
            <a:off x="5433333" y="5074894"/>
            <a:ext cx="127872" cy="36791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3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23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511" name="anim_to9683_0_1">
            <a:extLst>
              <a:ext uri="{FF2B5EF4-FFF2-40B4-BE49-F238E27FC236}">
                <a16:creationId xmlns:a16="http://schemas.microsoft.com/office/drawing/2014/main" id="{7CDDEF6B-CAF0-4485-932E-CA735D923621}"/>
              </a:ext>
            </a:extLst>
          </p:cNvPr>
          <p:cNvSpPr>
            <a:spLocks noGrp="1"/>
          </p:cNvSpPr>
          <p:nvPr/>
        </p:nvSpPr>
        <p:spPr>
          <a:xfrm>
            <a:off x="5622727" y="4883462"/>
            <a:ext cx="377718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512" name="anim_to9687_0_1">
            <a:extLst>
              <a:ext uri="{FF2B5EF4-FFF2-40B4-BE49-F238E27FC236}">
                <a16:creationId xmlns:a16="http://schemas.microsoft.com/office/drawing/2014/main" id="{4300264B-D410-48C5-B3F7-0EF4B5867FE3}"/>
              </a:ext>
            </a:extLst>
          </p:cNvPr>
          <p:cNvSpPr>
            <a:spLocks noGrp="1"/>
          </p:cNvSpPr>
          <p:nvPr/>
        </p:nvSpPr>
        <p:spPr>
          <a:xfrm>
            <a:off x="6061966" y="4883462"/>
            <a:ext cx="289417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3</a:t>
            </a:r>
          </a:p>
        </p:txBody>
      </p:sp>
      <p:sp>
        <p:nvSpPr>
          <p:cNvPr id="513" name="anim_to9691_0_1">
            <a:extLst>
              <a:ext uri="{FF2B5EF4-FFF2-40B4-BE49-F238E27FC236}">
                <a16:creationId xmlns:a16="http://schemas.microsoft.com/office/drawing/2014/main" id="{A42A492B-B9A3-4A14-8546-B816B2198B19}"/>
              </a:ext>
            </a:extLst>
          </p:cNvPr>
          <p:cNvSpPr>
            <a:spLocks noGrp="1"/>
          </p:cNvSpPr>
          <p:nvPr/>
        </p:nvSpPr>
        <p:spPr>
          <a:xfrm>
            <a:off x="6412904" y="4883462"/>
            <a:ext cx="377718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514" name="anim_to9695_0_1">
            <a:extLst>
              <a:ext uri="{FF2B5EF4-FFF2-40B4-BE49-F238E27FC236}">
                <a16:creationId xmlns:a16="http://schemas.microsoft.com/office/drawing/2014/main" id="{836EA631-9770-41F5-A11C-3851C4A8AC69}"/>
              </a:ext>
            </a:extLst>
          </p:cNvPr>
          <p:cNvSpPr>
            <a:spLocks noGrp="1"/>
          </p:cNvSpPr>
          <p:nvPr/>
        </p:nvSpPr>
        <p:spPr>
          <a:xfrm>
            <a:off x="6852144" y="4883462"/>
            <a:ext cx="289417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2</a:t>
            </a:r>
          </a:p>
        </p:txBody>
      </p:sp>
      <p:sp>
        <p:nvSpPr>
          <p:cNvPr id="515" name="anim_to9699_0_1">
            <a:extLst>
              <a:ext uri="{FF2B5EF4-FFF2-40B4-BE49-F238E27FC236}">
                <a16:creationId xmlns:a16="http://schemas.microsoft.com/office/drawing/2014/main" id="{B0C4E972-258B-4EEA-9341-F54C538412CC}"/>
              </a:ext>
            </a:extLst>
          </p:cNvPr>
          <p:cNvSpPr>
            <a:spLocks noGrp="1"/>
          </p:cNvSpPr>
          <p:nvPr/>
        </p:nvSpPr>
        <p:spPr>
          <a:xfrm>
            <a:off x="7203082" y="4883462"/>
            <a:ext cx="361869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516" name="anim_to9703_0_1">
            <a:extLst>
              <a:ext uri="{FF2B5EF4-FFF2-40B4-BE49-F238E27FC236}">
                <a16:creationId xmlns:a16="http://schemas.microsoft.com/office/drawing/2014/main" id="{FEBB075C-32DB-41F2-A4AA-0749AB8AB07A}"/>
              </a:ext>
            </a:extLst>
          </p:cNvPr>
          <p:cNvSpPr>
            <a:spLocks noGrp="1"/>
          </p:cNvSpPr>
          <p:nvPr/>
        </p:nvSpPr>
        <p:spPr>
          <a:xfrm>
            <a:off x="7626473" y="4883462"/>
            <a:ext cx="289417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517" name="anim_to9707_0_1">
            <a:extLst>
              <a:ext uri="{FF2B5EF4-FFF2-40B4-BE49-F238E27FC236}">
                <a16:creationId xmlns:a16="http://schemas.microsoft.com/office/drawing/2014/main" id="{385BB92F-FA2F-4F62-B4A4-A7E33FDBBA26}"/>
              </a:ext>
            </a:extLst>
          </p:cNvPr>
          <p:cNvSpPr>
            <a:spLocks noGrp="1"/>
          </p:cNvSpPr>
          <p:nvPr/>
        </p:nvSpPr>
        <p:spPr>
          <a:xfrm>
            <a:off x="7977411" y="4883462"/>
            <a:ext cx="377718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518" name="anim_to9711_0_1">
            <a:extLst>
              <a:ext uri="{FF2B5EF4-FFF2-40B4-BE49-F238E27FC236}">
                <a16:creationId xmlns:a16="http://schemas.microsoft.com/office/drawing/2014/main" id="{533D6166-BE2E-4E1B-BC55-64658CADF5DF}"/>
              </a:ext>
            </a:extLst>
          </p:cNvPr>
          <p:cNvSpPr>
            <a:spLocks noGrp="1"/>
          </p:cNvSpPr>
          <p:nvPr/>
        </p:nvSpPr>
        <p:spPr>
          <a:xfrm>
            <a:off x="8416650" y="4883462"/>
            <a:ext cx="289417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5</a:t>
            </a:r>
          </a:p>
        </p:txBody>
      </p:sp>
      <p:sp>
        <p:nvSpPr>
          <p:cNvPr id="519" name="anim_to9715_0_1">
            <a:extLst>
              <a:ext uri="{FF2B5EF4-FFF2-40B4-BE49-F238E27FC236}">
                <a16:creationId xmlns:a16="http://schemas.microsoft.com/office/drawing/2014/main" id="{4130A7D6-0BB6-4E91-A374-5BD167FD0602}"/>
              </a:ext>
            </a:extLst>
          </p:cNvPr>
          <p:cNvSpPr>
            <a:spLocks noGrp="1"/>
          </p:cNvSpPr>
          <p:nvPr/>
        </p:nvSpPr>
        <p:spPr>
          <a:xfrm>
            <a:off x="3504982" y="5462730"/>
            <a:ext cx="336964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D</a:t>
            </a:r>
          </a:p>
        </p:txBody>
      </p:sp>
      <p:sp>
        <p:nvSpPr>
          <p:cNvPr id="520" name="anim_to9717_0_1">
            <a:extLst>
              <a:ext uri="{FF2B5EF4-FFF2-40B4-BE49-F238E27FC236}">
                <a16:creationId xmlns:a16="http://schemas.microsoft.com/office/drawing/2014/main" id="{49B05C40-25B8-4325-8802-EFF35163F9C7}"/>
              </a:ext>
            </a:extLst>
          </p:cNvPr>
          <p:cNvSpPr>
            <a:spLocks noGrp="1"/>
          </p:cNvSpPr>
          <p:nvPr/>
        </p:nvSpPr>
        <p:spPr>
          <a:xfrm>
            <a:off x="3803846" y="5462730"/>
            <a:ext cx="377718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521" name="anim_to9719_0_1">
            <a:extLst>
              <a:ext uri="{FF2B5EF4-FFF2-40B4-BE49-F238E27FC236}">
                <a16:creationId xmlns:a16="http://schemas.microsoft.com/office/drawing/2014/main" id="{F8B9AA96-9130-42B8-8C8A-2A0B907557FE}"/>
              </a:ext>
            </a:extLst>
          </p:cNvPr>
          <p:cNvSpPr>
            <a:spLocks noGrp="1"/>
          </p:cNvSpPr>
          <p:nvPr/>
        </p:nvSpPr>
        <p:spPr>
          <a:xfrm>
            <a:off x="4143464" y="5462730"/>
            <a:ext cx="289417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3</a:t>
            </a:r>
          </a:p>
        </p:txBody>
      </p:sp>
      <p:sp>
        <p:nvSpPr>
          <p:cNvPr id="522" name="anim_to9721_0_1">
            <a:extLst>
              <a:ext uri="{FF2B5EF4-FFF2-40B4-BE49-F238E27FC236}">
                <a16:creationId xmlns:a16="http://schemas.microsoft.com/office/drawing/2014/main" id="{0C4EA16A-0BDC-47DF-B2AE-F3F271BF36B0}"/>
              </a:ext>
            </a:extLst>
          </p:cNvPr>
          <p:cNvSpPr>
            <a:spLocks noGrp="1"/>
          </p:cNvSpPr>
          <p:nvPr/>
        </p:nvSpPr>
        <p:spPr>
          <a:xfrm>
            <a:off x="4394781" y="5462730"/>
            <a:ext cx="160362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:</a:t>
            </a:r>
          </a:p>
        </p:txBody>
      </p:sp>
      <p:sp>
        <p:nvSpPr>
          <p:cNvPr id="523" name="anim_to9730_0_1">
            <a:extLst>
              <a:ext uri="{FF2B5EF4-FFF2-40B4-BE49-F238E27FC236}">
                <a16:creationId xmlns:a16="http://schemas.microsoft.com/office/drawing/2014/main" id="{2853E41D-091E-4265-AAB9-6362DCE038E1}"/>
              </a:ext>
            </a:extLst>
          </p:cNvPr>
          <p:cNvSpPr>
            <a:spLocks noGrp="1"/>
          </p:cNvSpPr>
          <p:nvPr/>
        </p:nvSpPr>
        <p:spPr>
          <a:xfrm>
            <a:off x="4915529" y="5462730"/>
            <a:ext cx="323379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K</a:t>
            </a:r>
          </a:p>
        </p:txBody>
      </p:sp>
      <p:sp>
        <p:nvSpPr>
          <p:cNvPr id="524" name="anim_to9733_0_1">
            <a:extLst>
              <a:ext uri="{FF2B5EF4-FFF2-40B4-BE49-F238E27FC236}">
                <a16:creationId xmlns:a16="http://schemas.microsoft.com/office/drawing/2014/main" id="{B7CFA14D-3AAF-4E1F-AF48-60D19C2FE0DA}"/>
              </a:ext>
            </a:extLst>
          </p:cNvPr>
          <p:cNvSpPr>
            <a:spLocks noGrp="1"/>
          </p:cNvSpPr>
          <p:nvPr/>
        </p:nvSpPr>
        <p:spPr>
          <a:xfrm>
            <a:off x="5200808" y="5654161"/>
            <a:ext cx="180853" cy="36791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3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23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525" name="anim_to9735_0_1">
            <a:extLst>
              <a:ext uri="{FF2B5EF4-FFF2-40B4-BE49-F238E27FC236}">
                <a16:creationId xmlns:a16="http://schemas.microsoft.com/office/drawing/2014/main" id="{4B7D8553-DA14-4A06-BF00-8D1AE507415B}"/>
              </a:ext>
            </a:extLst>
          </p:cNvPr>
          <p:cNvSpPr>
            <a:spLocks noGrp="1"/>
          </p:cNvSpPr>
          <p:nvPr/>
        </p:nvSpPr>
        <p:spPr>
          <a:xfrm>
            <a:off x="5343561" y="5654161"/>
            <a:ext cx="127872" cy="36791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3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23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526" name="anim_to9737_0_1">
            <a:extLst>
              <a:ext uri="{FF2B5EF4-FFF2-40B4-BE49-F238E27FC236}">
                <a16:creationId xmlns:a16="http://schemas.microsoft.com/office/drawing/2014/main" id="{9B06C1E4-DDD1-4EDC-B864-8A1622D62F0D}"/>
              </a:ext>
            </a:extLst>
          </p:cNvPr>
          <p:cNvSpPr>
            <a:spLocks noGrp="1"/>
          </p:cNvSpPr>
          <p:nvPr/>
        </p:nvSpPr>
        <p:spPr>
          <a:xfrm>
            <a:off x="5433333" y="5654161"/>
            <a:ext cx="127872" cy="36791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3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23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527" name="anim_to9741_0_1">
            <a:extLst>
              <a:ext uri="{FF2B5EF4-FFF2-40B4-BE49-F238E27FC236}">
                <a16:creationId xmlns:a16="http://schemas.microsoft.com/office/drawing/2014/main" id="{FE1FB0E8-7666-4F37-90E8-51615D133939}"/>
              </a:ext>
            </a:extLst>
          </p:cNvPr>
          <p:cNvSpPr>
            <a:spLocks noGrp="1"/>
          </p:cNvSpPr>
          <p:nvPr/>
        </p:nvSpPr>
        <p:spPr>
          <a:xfrm>
            <a:off x="5622727" y="5462730"/>
            <a:ext cx="377718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528" name="anim_to9745_0_1">
            <a:extLst>
              <a:ext uri="{FF2B5EF4-FFF2-40B4-BE49-F238E27FC236}">
                <a16:creationId xmlns:a16="http://schemas.microsoft.com/office/drawing/2014/main" id="{E397C471-A753-4DB1-B1BD-E082F4CBD26B}"/>
              </a:ext>
            </a:extLst>
          </p:cNvPr>
          <p:cNvSpPr>
            <a:spLocks noGrp="1"/>
          </p:cNvSpPr>
          <p:nvPr/>
        </p:nvSpPr>
        <p:spPr>
          <a:xfrm>
            <a:off x="6061966" y="5462730"/>
            <a:ext cx="289417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3</a:t>
            </a:r>
          </a:p>
        </p:txBody>
      </p:sp>
      <p:sp>
        <p:nvSpPr>
          <p:cNvPr id="529" name="anim_to9749_0_1">
            <a:extLst>
              <a:ext uri="{FF2B5EF4-FFF2-40B4-BE49-F238E27FC236}">
                <a16:creationId xmlns:a16="http://schemas.microsoft.com/office/drawing/2014/main" id="{FE7B5B8E-5FCA-44F2-8319-8B536187E84B}"/>
              </a:ext>
            </a:extLst>
          </p:cNvPr>
          <p:cNvSpPr>
            <a:spLocks noGrp="1"/>
          </p:cNvSpPr>
          <p:nvPr/>
        </p:nvSpPr>
        <p:spPr>
          <a:xfrm>
            <a:off x="6412904" y="5462730"/>
            <a:ext cx="377718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530" name="anim_to9753_0_1">
            <a:extLst>
              <a:ext uri="{FF2B5EF4-FFF2-40B4-BE49-F238E27FC236}">
                <a16:creationId xmlns:a16="http://schemas.microsoft.com/office/drawing/2014/main" id="{DD6E0F33-F0F7-4CC8-BBB7-9B5F06AC9C2F}"/>
              </a:ext>
            </a:extLst>
          </p:cNvPr>
          <p:cNvSpPr>
            <a:spLocks noGrp="1"/>
          </p:cNvSpPr>
          <p:nvPr/>
        </p:nvSpPr>
        <p:spPr>
          <a:xfrm>
            <a:off x="6852144" y="5462730"/>
            <a:ext cx="289417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2</a:t>
            </a:r>
          </a:p>
        </p:txBody>
      </p:sp>
      <p:sp>
        <p:nvSpPr>
          <p:cNvPr id="531" name="anim_to9757_0_1">
            <a:extLst>
              <a:ext uri="{FF2B5EF4-FFF2-40B4-BE49-F238E27FC236}">
                <a16:creationId xmlns:a16="http://schemas.microsoft.com/office/drawing/2014/main" id="{41B1ED32-6AC5-4EA6-9161-E66A61A4B926}"/>
              </a:ext>
            </a:extLst>
          </p:cNvPr>
          <p:cNvSpPr>
            <a:spLocks noGrp="1"/>
          </p:cNvSpPr>
          <p:nvPr/>
        </p:nvSpPr>
        <p:spPr>
          <a:xfrm>
            <a:off x="7203082" y="5462730"/>
            <a:ext cx="361869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532" name="anim_to9761_0_1">
            <a:extLst>
              <a:ext uri="{FF2B5EF4-FFF2-40B4-BE49-F238E27FC236}">
                <a16:creationId xmlns:a16="http://schemas.microsoft.com/office/drawing/2014/main" id="{0D3E82A1-B3AA-4CB7-8044-25AA035E8B88}"/>
              </a:ext>
            </a:extLst>
          </p:cNvPr>
          <p:cNvSpPr>
            <a:spLocks noGrp="1"/>
          </p:cNvSpPr>
          <p:nvPr/>
        </p:nvSpPr>
        <p:spPr>
          <a:xfrm>
            <a:off x="7626473" y="5462730"/>
            <a:ext cx="289417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2</a:t>
            </a:r>
          </a:p>
        </p:txBody>
      </p:sp>
      <p:sp>
        <p:nvSpPr>
          <p:cNvPr id="533" name="anim_to9765_0_1">
            <a:extLst>
              <a:ext uri="{FF2B5EF4-FFF2-40B4-BE49-F238E27FC236}">
                <a16:creationId xmlns:a16="http://schemas.microsoft.com/office/drawing/2014/main" id="{2E69BB9E-37FE-4725-A524-591F55E0E0DA}"/>
              </a:ext>
            </a:extLst>
          </p:cNvPr>
          <p:cNvSpPr>
            <a:spLocks noGrp="1"/>
          </p:cNvSpPr>
          <p:nvPr/>
        </p:nvSpPr>
        <p:spPr>
          <a:xfrm>
            <a:off x="7977411" y="5462730"/>
            <a:ext cx="377718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534" name="anim_to9769_0_1">
            <a:extLst>
              <a:ext uri="{FF2B5EF4-FFF2-40B4-BE49-F238E27FC236}">
                <a16:creationId xmlns:a16="http://schemas.microsoft.com/office/drawing/2014/main" id="{F590C8FD-7E4D-4FFB-9A76-6E0CEDCBDBAC}"/>
              </a:ext>
            </a:extLst>
          </p:cNvPr>
          <p:cNvSpPr>
            <a:spLocks noGrp="1"/>
          </p:cNvSpPr>
          <p:nvPr/>
        </p:nvSpPr>
        <p:spPr>
          <a:xfrm>
            <a:off x="8416650" y="5462730"/>
            <a:ext cx="289417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7</a:t>
            </a:r>
          </a:p>
        </p:txBody>
      </p:sp>
    </p:spTree>
    <p:extLst>
      <p:ext uri="{BB962C8B-B14F-4D97-AF65-F5344CB8AC3E}">
        <p14:creationId xmlns:p14="http://schemas.microsoft.com/office/powerpoint/2010/main" val="6802061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5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2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8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0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6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8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0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6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2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8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4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0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6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2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5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8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0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6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9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8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4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6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5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8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1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4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0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6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9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2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5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8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1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4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7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0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3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6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2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5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8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0" fill="hold">
                            <p:stCondLst>
                              <p:cond delay="500"/>
                            </p:stCondLst>
                            <p:childTnLst>
                              <p:par>
                                <p:cTn id="3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3" dur="4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4" fill="hold">
                            <p:stCondLst>
                              <p:cond delay="900"/>
                            </p:stCondLst>
                            <p:childTnLst>
                              <p:par>
                                <p:cTn id="3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7" dur="55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0" dur="55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3" dur="55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6" dur="55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9" dur="55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2" dur="55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5" dur="55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8" dur="55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1" dur="55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4" dur="55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7" dur="55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0" dur="55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3" dur="55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6" dur="55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9" dur="55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2" dur="55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5" dur="55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8" dur="55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1" dur="55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4" dur="55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7" dur="55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0" dur="55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3" dur="55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6" dur="55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9" dur="55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2" dur="55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5" dur="55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8" dur="55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1" dur="55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4" dur="55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7" dur="55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0" dur="55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3" dur="55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6" dur="55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9" dur="55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2" dur="55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5" dur="55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8" dur="55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1" dur="55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4" dur="55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7" dur="55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0" dur="55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3" dur="55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6" dur="55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9" dur="55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2" dur="55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5" dur="55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8" dur="55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1" dur="55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4" dur="55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5" fill="hold">
                            <p:stCondLst>
                              <p:cond delay="1450"/>
                            </p:stCondLst>
                            <p:childTnLst>
                              <p:par>
                                <p:cTn id="50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8" dur="45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1" dur="45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4" dur="45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7" dur="45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0" dur="45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3" dur="45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6" dur="45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9" dur="45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2" dur="45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5" dur="45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8" dur="45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1" dur="45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4" dur="45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7" dur="45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0" dur="45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3" dur="45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6" dur="45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9" dur="45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2" dur="45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5" dur="45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8" dur="45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1" dur="45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4" dur="45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7" dur="45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0" dur="45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1" fill="hold">
                            <p:stCondLst>
                              <p:cond delay="1900"/>
                            </p:stCondLst>
                            <p:childTnLst>
                              <p:par>
                                <p:cTn id="58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4" dur="3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7" dur="3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8" fill="hold">
                            <p:stCondLst>
                              <p:cond delay="2200"/>
                            </p:stCondLst>
                            <p:childTnLst>
                              <p:par>
                                <p:cTn id="58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1" dur="45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4" dur="45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7" dur="45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0" dur="45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3" dur="45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6" dur="45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9" dur="45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2" dur="45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5" dur="45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8" dur="45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9" fill="hold">
                            <p:stCondLst>
                              <p:cond delay="2650"/>
                            </p:stCondLst>
                            <p:childTnLst>
                              <p:par>
                                <p:cTn id="620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1" dur="24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2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4" dur="24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7" dur="24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0" dur="24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1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3" dur="24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4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6" dur="24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9" dur="24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2" dur="24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3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5" dur="24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6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8" dur="24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1" dur="24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4" dur="24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5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7" dur="24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8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0" dur="24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3" dur="24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6" dur="24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7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9" dur="24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0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2" dur="24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5" dur="24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8" dur="24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9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1" dur="24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2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4" dur="24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7" dur="24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0" dur="24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1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3" dur="24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4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7" dur="24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0" dur="24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3" dur="24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6" dur="24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9" dur="24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2" dur="24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5" dur="24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8" dur="24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1" dur="24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4" dur="24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7" dur="24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0" dur="24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3" dur="24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6" dur="24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9" dur="24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2" dur="24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5" dur="24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8" dur="24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1" dur="24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4" dur="24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7" dur="24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0" dur="24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3" dur="24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6" dur="24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9" dur="24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2" dur="24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3" fill="hold">
                            <p:stCondLst>
                              <p:cond delay="2890"/>
                            </p:stCondLst>
                            <p:childTnLst>
                              <p:par>
                                <p:cTn id="774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5" dur="24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8" dur="24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9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1" dur="24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2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4" dur="24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7" dur="24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0" dur="24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3" dur="24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6" dur="24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9" dur="24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2" dur="24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5" dur="24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8" dur="24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1" dur="24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4" dur="24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7" dur="24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8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0" dur="24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3" dur="24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6" dur="24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9" dur="24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2" dur="24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5" dur="24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8" dur="24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1" dur="24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4" dur="24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7" dur="24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1" dur="24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4" dur="24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7" dur="24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0" dur="24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3" dur="24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6" dur="24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9" dur="24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2" dur="24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5" dur="24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8" dur="24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1" dur="24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4" dur="24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7" dur="24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0" dur="24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3" dur="24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6" dur="24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9" dur="24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2" dur="24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5" dur="24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8" dur="24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1" dur="24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4" dur="24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7" dur="24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0" dur="24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3" dur="24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6" dur="24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7" fill="hold">
                            <p:stCondLst>
                              <p:cond delay="3130"/>
                            </p:stCondLst>
                            <p:childTnLst>
                              <p:par>
                                <p:cTn id="928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29" dur="24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0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2" dur="24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5" dur="24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8" dur="24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9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1" dur="24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4" dur="24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7" dur="24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8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0" dur="24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1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3" dur="24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4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6" dur="24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9" dur="24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2" dur="24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3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5" dur="24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8" dur="24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71" dur="24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74" dur="24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5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77" dur="24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8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80" dur="24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83" dur="24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86" dur="24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89" dur="24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0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2" dur="24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5" dur="24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8" dur="24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9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1" dur="24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2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5" dur="24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8" dur="24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1" dur="24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4" dur="24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7" dur="24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0" dur="24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3" dur="24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6" dur="24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9" dur="24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2" dur="24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5" dur="24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8" dur="24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1" dur="24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4" dur="24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7" dur="24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0" dur="24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3" dur="24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6" dur="24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9" dur="24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2" dur="24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5" dur="24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8" dur="24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1" dur="24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4" dur="24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7" dur="24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0" dur="24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1" fill="hold">
                            <p:stCondLst>
                              <p:cond delay="3370"/>
                            </p:stCondLst>
                            <p:childTnLst>
                              <p:par>
                                <p:cTn id="1082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3" dur="24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4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6" dur="24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7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9" dur="24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0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92" dur="24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3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95" dur="24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6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98" dur="24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9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01" dur="24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2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04" dur="24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5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07" dur="24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8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0" dur="24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1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3" dur="24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4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6" dur="24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7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9" dur="24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0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2" dur="24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3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5" dur="24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6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8" dur="24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9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31" dur="24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2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34" dur="24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5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37" dur="24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8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0" dur="24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1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3" dur="24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4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6" dur="24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7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9" dur="24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0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2" dur="24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3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5" dur="24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6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9" dur="24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2" dur="24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5" dur="24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8" dur="24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1" dur="24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4" dur="24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7" dur="24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0" dur="24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3" dur="24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6" dur="24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9" dur="24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2" dur="24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5" dur="24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8" dur="24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1" dur="24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4" dur="24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7" dur="24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0" dur="24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3" dur="24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6" dur="24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9" dur="24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2" dur="24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5" dur="24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8" dur="24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1" dur="24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4" dur="24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5" fill="hold">
                            <p:stCondLst>
                              <p:cond delay="3610"/>
                            </p:stCondLst>
                            <p:childTnLst>
                              <p:par>
                                <p:cTn id="1236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37" dur="24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8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40" dur="24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1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43" dur="24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4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46" dur="24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7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49" dur="24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0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52" dur="24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3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55" dur="24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6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58" dur="24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9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1" dur="24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2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4" dur="24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5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7" dur="24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8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70" dur="24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1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73" dur="24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4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76" dur="24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7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79" dur="24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80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82" dur="24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83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85" dur="24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86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88" dur="24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89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1" dur="24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92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4" dur="24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95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7" dur="24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98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00" dur="24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1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03" dur="24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4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06" dur="24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7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09" dur="24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10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3" dur="24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6" dur="24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9" dur="24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2" dur="24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5" dur="24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8" dur="24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1" dur="24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4" dur="24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7" dur="24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0" dur="24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3" dur="24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6" dur="24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9" dur="24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2" dur="24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5" dur="24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8" dur="24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1" dur="24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4" dur="24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7" dur="24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0" dur="24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3" dur="24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6" dur="24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9" dur="24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2" dur="24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5" dur="24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8" dur="24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9" fill="hold">
                            <p:stCondLst>
                              <p:cond delay="3850"/>
                            </p:stCondLst>
                            <p:childTnLst>
                              <p:par>
                                <p:cTn id="1390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91" dur="24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2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94" dur="24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5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97" dur="24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8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00" dur="24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01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03" dur="24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04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06" dur="24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07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09" dur="24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10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12" dur="24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13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15" dur="24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16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18" dur="24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19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21" dur="24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2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24" dur="24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5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27" dur="24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8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0" dur="24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1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3" dur="24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4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6" dur="24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7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9" dur="24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0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42" dur="24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3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45" dur="24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6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48" dur="24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9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51" dur="24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2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54" dur="24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5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57" dur="24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8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60" dur="24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61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63" dur="24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64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7" dur="24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0" dur="24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3" dur="24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6" dur="24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9" dur="24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2" dur="24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5" dur="24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8" dur="24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1" dur="24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4" dur="24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7" dur="24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0" dur="24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3" dur="24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6" dur="24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9" dur="24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2" dur="24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5" dur="24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8" dur="24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1" dur="24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4" dur="24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7" dur="24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0" dur="24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3" dur="24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6" dur="24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9" dur="24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2" dur="24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3" fill="hold">
                            <p:stCondLst>
                              <p:cond delay="4090"/>
                            </p:stCondLst>
                            <p:childTnLst>
                              <p:par>
                                <p:cTn id="1544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45" dur="24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6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48" dur="24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9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51" dur="24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2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54" dur="24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5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57" dur="24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8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60" dur="24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61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63" dur="24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64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66" dur="24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67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69" dur="24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0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72" dur="24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3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75" dur="24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6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78" dur="24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9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81" dur="24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82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84" dur="24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85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87" dur="24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88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90" dur="24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91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93" dur="24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94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96" dur="24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97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99" dur="24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0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02" dur="24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3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05" dur="24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6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08" dur="24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9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11" dur="24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12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14" dur="24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15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17" dur="24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18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1" dur="240"/>
                                        <p:tgtEl>
                                          <p:spTgt spid="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4" dur="24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7" dur="24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0" dur="240"/>
                                        <p:tgtEl>
                                          <p:spTgt spid="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3" dur="24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6" dur="24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9" dur="24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2" dur="24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5" dur="24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8" dur="24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1" dur="24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4" dur="24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7" dur="24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0" dur="24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3" dur="24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6" dur="24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9" dur="24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2" dur="24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5" dur="24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8" dur="24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1" dur="24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4" dur="24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7" dur="24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0" dur="24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3" dur="24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6" dur="24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97" fill="hold">
                            <p:stCondLst>
                              <p:cond delay="4330"/>
                            </p:stCondLst>
                            <p:childTnLst>
                              <p:par>
                                <p:cTn id="1698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99" dur="240"/>
                                        <p:tgtEl>
                                          <p:spTgt spid="3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00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02" dur="24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03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05" dur="24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06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08" dur="240"/>
                                        <p:tgtEl>
                                          <p:spTgt spid="3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09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11" dur="24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12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14" dur="24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15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17" dur="24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18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20" dur="24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21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23" dur="24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24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26" dur="24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27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29" dur="24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30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32" dur="24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33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35" dur="24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36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38" dur="24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39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41" dur="24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42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44" dur="24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45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47" dur="24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48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50" dur="24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1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53" dur="24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4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56" dur="24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7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59" dur="24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60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62" dur="24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63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65" dur="24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66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68" dur="24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69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71" dur="24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72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5" dur="24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8" dur="24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1" dur="24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4" dur="24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7" dur="24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0" dur="24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3" dur="240"/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6" dur="240"/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9" dur="24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2" dur="24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5" dur="24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8" dur="24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1" dur="24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4" dur="24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7" dur="24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0" dur="24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3" dur="24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6" dur="24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9" dur="24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2" dur="240"/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5" dur="240"/>
                                        <p:tgtEl>
                                          <p:spTgt spid="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8" dur="240"/>
                                        <p:tgtEl>
                                          <p:spTgt spid="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1" dur="240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4" dur="24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7" dur="24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0" dur="24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51" fill="hold">
                            <p:stCondLst>
                              <p:cond delay="4570"/>
                            </p:stCondLst>
                            <p:childTnLst>
                              <p:par>
                                <p:cTn id="1852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53" dur="24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54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56" dur="24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57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59" dur="24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0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6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62" dur="24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3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6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65" dur="24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6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6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68" dur="24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9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71" dur="240"/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72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74" dur="240"/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75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77" dur="24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78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80" dur="24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81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83" dur="24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84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86" dur="24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87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89" dur="24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90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92" dur="24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93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95" dur="24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96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98" dur="24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99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0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01" dur="24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02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0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04" dur="24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05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0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07" dur="24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08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0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10" dur="240"/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11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13" dur="240"/>
                                        <p:tgtEl>
                                          <p:spTgt spid="4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14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16" dur="240"/>
                                        <p:tgtEl>
                                          <p:spTgt spid="4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17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19" dur="240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20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2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22" dur="24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23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2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25" dur="24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26" dur="1" fill="hold">
                                          <p:stCondLst>
                                            <p:cond delay="239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9" dur="240"/>
                                        <p:tgtEl>
                                          <p:spTgt spid="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2" dur="24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5" dur="240"/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8" dur="24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1" dur="24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4" dur="240"/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7" dur="240"/>
                                        <p:tgtEl>
                                          <p:spTgt spid="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0" dur="24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3" dur="24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6" dur="240"/>
                                        <p:tgtEl>
                                          <p:spTgt spid="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9" dur="24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2" dur="240"/>
                                        <p:tgtEl>
                                          <p:spTgt spid="4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5" dur="240"/>
                                        <p:tgtEl>
                                          <p:spTgt spid="4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8" dur="240"/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1" dur="240"/>
                                        <p:tgtEl>
                                          <p:spTgt spid="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4" dur="240"/>
                                        <p:tgtEl>
                                          <p:spTgt spid="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7" dur="24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0" dur="240"/>
                                        <p:tgtEl>
                                          <p:spTgt spid="4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3" dur="240"/>
                                        <p:tgtEl>
                                          <p:spTgt spid="4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6" dur="240"/>
                                        <p:tgtEl>
                                          <p:spTgt spid="4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9" dur="240"/>
                                        <p:tgtEl>
                                          <p:spTgt spid="4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2" dur="240"/>
                                        <p:tgtEl>
                                          <p:spTgt spid="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5" dur="24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8" dur="240"/>
                                        <p:tgtEl>
                                          <p:spTgt spid="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1" dur="240"/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4" dur="24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5" fill="hold">
                            <p:stCondLst>
                              <p:cond delay="4810"/>
                            </p:stCondLst>
                            <p:childTnLst>
                              <p:par>
                                <p:cTn id="200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8" dur="35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1" dur="35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12" fill="hold">
                            <p:stCondLst>
                              <p:cond delay="5160"/>
                            </p:stCondLst>
                            <p:childTnLst>
                              <p:par>
                                <p:cTn id="2013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14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8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1" dur="500"/>
                                        <p:tgtEl>
                                          <p:spTgt spid="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4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7" dur="5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0" dur="5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3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6" dur="5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9" dur="500"/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2" dur="5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5" dur="500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8" dur="500"/>
                                        <p:tgtEl>
                                          <p:spTgt spid="4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1" dur="500"/>
                                        <p:tgtEl>
                                          <p:spTgt spid="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4" dur="5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7" dur="500"/>
                                        <p:tgtEl>
                                          <p:spTgt spid="4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0" dur="500"/>
                                        <p:tgtEl>
                                          <p:spTgt spid="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3" dur="500"/>
                                        <p:tgtEl>
                                          <p:spTgt spid="4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6" dur="500"/>
                                        <p:tgtEl>
                                          <p:spTgt spid="4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9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2" dur="500"/>
                                        <p:tgtEl>
                                          <p:spTgt spid="4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5" dur="500"/>
                                        <p:tgtEl>
                                          <p:spTgt spid="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8" dur="500"/>
                                        <p:tgtEl>
                                          <p:spTgt spid="4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1" dur="5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4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7" dur="500"/>
                                        <p:tgtEl>
                                          <p:spTgt spid="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90" dur="500"/>
                                        <p:tgtEl>
                                          <p:spTgt spid="4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93" dur="500"/>
                                        <p:tgtEl>
                                          <p:spTgt spid="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96" dur="500"/>
                                        <p:tgtEl>
                                          <p:spTgt spid="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7" fill="hold">
                      <p:stCondLst>
                        <p:cond delay="indefinite"/>
                      </p:stCondLst>
                      <p:childTnLst>
                        <p:par>
                          <p:cTn id="2098" fill="hold">
                            <p:stCondLst>
                              <p:cond delay="0"/>
                            </p:stCondLst>
                            <p:childTnLst>
                              <p:par>
                                <p:cTn id="209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00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0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03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0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0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0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09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1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12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1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15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1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18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2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21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2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24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2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27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2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30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33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36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39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4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42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4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45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4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48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51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54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57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60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6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63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6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66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69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72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75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78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8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81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8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84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8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87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8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90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9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93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9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96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9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99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0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02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0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05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0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08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11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14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17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20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23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2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26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2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29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32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35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38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4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41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4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44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4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47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4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50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53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56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59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6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62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6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65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6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68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71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74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77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80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8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83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8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86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8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89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92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95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98" dur="50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0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01" dur="500"/>
                                        <p:tgtEl>
                                          <p:spTgt spid="4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0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04" dur="5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0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07" dur="500"/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0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10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1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13" dur="5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1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16" dur="500"/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1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19" dur="500"/>
                                        <p:tgtEl>
                                          <p:spTgt spid="4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2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22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2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25" dur="5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2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28" dur="500"/>
                                        <p:tgtEl>
                                          <p:spTgt spid="4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31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34" dur="500"/>
                                        <p:tgtEl>
                                          <p:spTgt spid="4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37" dur="500"/>
                                        <p:tgtEl>
                                          <p:spTgt spid="4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40" dur="500"/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43" dur="500"/>
                                        <p:tgtEl>
                                          <p:spTgt spid="4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4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46" dur="500"/>
                                        <p:tgtEl>
                                          <p:spTgt spid="4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4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49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52" dur="500"/>
                                        <p:tgtEl>
                                          <p:spTgt spid="4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55" dur="500"/>
                                        <p:tgtEl>
                                          <p:spTgt spid="4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58" dur="500"/>
                                        <p:tgtEl>
                                          <p:spTgt spid="4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6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61" dur="500"/>
                                        <p:tgtEl>
                                          <p:spTgt spid="4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6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64" dur="500"/>
                                        <p:tgtEl>
                                          <p:spTgt spid="4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6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67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6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70" dur="500"/>
                                        <p:tgtEl>
                                          <p:spTgt spid="4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73" dur="500"/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76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79" dur="5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8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82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8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85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8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88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91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94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97" dur="500"/>
                                        <p:tgtEl>
                                          <p:spTgt spid="4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00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0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03" dur="5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0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06" dur="5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0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09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12" dur="5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15" dur="500"/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18" dur="5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2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21" dur="500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2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24" dur="500"/>
                                        <p:tgtEl>
                                          <p:spTgt spid="4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2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27" dur="500"/>
                                        <p:tgtEl>
                                          <p:spTgt spid="4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2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30" dur="5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33" dur="500"/>
                                        <p:tgtEl>
                                          <p:spTgt spid="4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36" dur="500"/>
                                        <p:tgtEl>
                                          <p:spTgt spid="4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39" dur="500"/>
                                        <p:tgtEl>
                                          <p:spTgt spid="4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4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42" dur="500"/>
                                        <p:tgtEl>
                                          <p:spTgt spid="4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4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45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4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48" dur="500"/>
                                        <p:tgtEl>
                                          <p:spTgt spid="4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51" dur="500"/>
                                        <p:tgtEl>
                                          <p:spTgt spid="4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54" dur="500"/>
                                        <p:tgtEl>
                                          <p:spTgt spid="4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57" dur="5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60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6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63" dur="500"/>
                                        <p:tgtEl>
                                          <p:spTgt spid="4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6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66" dur="500"/>
                                        <p:tgtEl>
                                          <p:spTgt spid="4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69" dur="500"/>
                                        <p:tgtEl>
                                          <p:spTgt spid="4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72" dur="500"/>
                                        <p:tgtEl>
                                          <p:spTgt spid="4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74" fill="hold">
                            <p:stCondLst>
                              <p:cond delay="500"/>
                            </p:stCondLst>
                            <p:childTnLst>
                              <p:par>
                                <p:cTn id="247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77" dur="400"/>
                                        <p:tgtEl>
                                          <p:spTgt spid="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78" fill="hold">
                            <p:stCondLst>
                              <p:cond delay="900"/>
                            </p:stCondLst>
                            <p:childTnLst>
                              <p:par>
                                <p:cTn id="24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81" dur="650"/>
                                        <p:tgtEl>
                                          <p:spTgt spid="4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84" dur="650"/>
                                        <p:tgtEl>
                                          <p:spTgt spid="4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87" dur="650"/>
                                        <p:tgtEl>
                                          <p:spTgt spid="4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0" dur="650"/>
                                        <p:tgtEl>
                                          <p:spTgt spid="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3" dur="650"/>
                                        <p:tgtEl>
                                          <p:spTgt spid="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6" dur="650"/>
                                        <p:tgtEl>
                                          <p:spTgt spid="4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9" dur="650"/>
                                        <p:tgtEl>
                                          <p:spTgt spid="4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02" dur="650"/>
                                        <p:tgtEl>
                                          <p:spTgt spid="4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05" dur="65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08" dur="65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11" dur="650"/>
                                        <p:tgtEl>
                                          <p:spTgt spid="4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14" dur="650"/>
                                        <p:tgtEl>
                                          <p:spTgt spid="4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17" dur="650"/>
                                        <p:tgtEl>
                                          <p:spTgt spid="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20" dur="650"/>
                                        <p:tgtEl>
                                          <p:spTgt spid="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23" dur="650"/>
                                        <p:tgtEl>
                                          <p:spTgt spid="4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26" dur="650"/>
                                        <p:tgtEl>
                                          <p:spTgt spid="4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29" dur="650"/>
                                        <p:tgtEl>
                                          <p:spTgt spid="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32" dur="650"/>
                                        <p:tgtEl>
                                          <p:spTgt spid="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33" fill="hold">
                            <p:stCondLst>
                              <p:cond delay="1550"/>
                            </p:stCondLst>
                            <p:childTnLst>
                              <p:par>
                                <p:cTn id="25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36" dur="300"/>
                                        <p:tgtEl>
                                          <p:spTgt spid="4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37" fill="hold">
                            <p:stCondLst>
                              <p:cond delay="1850"/>
                            </p:stCondLst>
                            <p:childTnLst>
                              <p:par>
                                <p:cTn id="25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40" dur="4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43" dur="400"/>
                                        <p:tgtEl>
                                          <p:spTgt spid="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46" dur="4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49" dur="4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52" dur="400"/>
                                        <p:tgtEl>
                                          <p:spTgt spid="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55" dur="400"/>
                                        <p:tgtEl>
                                          <p:spTgt spid="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58" dur="400"/>
                                        <p:tgtEl>
                                          <p:spTgt spid="4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61" dur="400"/>
                                        <p:tgtEl>
                                          <p:spTgt spid="4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64" dur="400"/>
                                        <p:tgtEl>
                                          <p:spTgt spid="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67" dur="400"/>
                                        <p:tgtEl>
                                          <p:spTgt spid="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70" dur="400"/>
                                        <p:tgtEl>
                                          <p:spTgt spid="4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73" dur="400"/>
                                        <p:tgtEl>
                                          <p:spTgt spid="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76" dur="400"/>
                                        <p:tgtEl>
                                          <p:spTgt spid="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79" dur="400"/>
                                        <p:tgtEl>
                                          <p:spTgt spid="5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82" dur="400"/>
                                        <p:tgtEl>
                                          <p:spTgt spid="5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85" dur="400"/>
                                        <p:tgtEl>
                                          <p:spTgt spid="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86" fill="hold">
                      <p:stCondLst>
                        <p:cond delay="indefinite"/>
                      </p:stCondLst>
                      <p:childTnLst>
                        <p:par>
                          <p:cTn id="2587" fill="hold">
                            <p:stCondLst>
                              <p:cond delay="0"/>
                            </p:stCondLst>
                            <p:childTnLst>
                              <p:par>
                                <p:cTn id="25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0" dur="400"/>
                                        <p:tgtEl>
                                          <p:spTgt spid="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3" dur="400"/>
                                        <p:tgtEl>
                                          <p:spTgt spid="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6" dur="400"/>
                                        <p:tgtEl>
                                          <p:spTgt spid="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9" dur="400"/>
                                        <p:tgtEl>
                                          <p:spTgt spid="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02" dur="400"/>
                                        <p:tgtEl>
                                          <p:spTgt spid="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05" dur="400"/>
                                        <p:tgtEl>
                                          <p:spTgt spid="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08" dur="400"/>
                                        <p:tgtEl>
                                          <p:spTgt spid="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11" dur="400"/>
                                        <p:tgtEl>
                                          <p:spTgt spid="5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14" dur="400"/>
                                        <p:tgtEl>
                                          <p:spTgt spid="5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17" dur="400"/>
                                        <p:tgtEl>
                                          <p:spTgt spid="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0" dur="400"/>
                                        <p:tgtEl>
                                          <p:spTgt spid="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3" dur="400"/>
                                        <p:tgtEl>
                                          <p:spTgt spid="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6" dur="400"/>
                                        <p:tgtEl>
                                          <p:spTgt spid="5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9" dur="400"/>
                                        <p:tgtEl>
                                          <p:spTgt spid="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32" dur="400"/>
                                        <p:tgtEl>
                                          <p:spTgt spid="5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35" dur="400"/>
                                        <p:tgtEl>
                                          <p:spTgt spid="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36" fill="hold">
                      <p:stCondLst>
                        <p:cond delay="indefinite"/>
                      </p:stCondLst>
                      <p:childTnLst>
                        <p:par>
                          <p:cTn id="2637" fill="hold">
                            <p:stCondLst>
                              <p:cond delay="0"/>
                            </p:stCondLst>
                            <p:childTnLst>
                              <p:par>
                                <p:cTn id="26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40" dur="4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43" dur="400"/>
                                        <p:tgtEl>
                                          <p:spTgt spid="5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46" dur="400"/>
                                        <p:tgtEl>
                                          <p:spTgt spid="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49" dur="400"/>
                                        <p:tgtEl>
                                          <p:spTgt spid="5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2" dur="400"/>
                                        <p:tgtEl>
                                          <p:spTgt spid="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5" dur="400"/>
                                        <p:tgtEl>
                                          <p:spTgt spid="5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8" dur="400"/>
                                        <p:tgtEl>
                                          <p:spTgt spid="5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61" dur="400"/>
                                        <p:tgtEl>
                                          <p:spTgt spid="5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64" dur="400"/>
                                        <p:tgtEl>
                                          <p:spTgt spid="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67" dur="400"/>
                                        <p:tgtEl>
                                          <p:spTgt spid="5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0" dur="400"/>
                                        <p:tgtEl>
                                          <p:spTgt spid="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3" dur="4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6" dur="400"/>
                                        <p:tgtEl>
                                          <p:spTgt spid="5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9" dur="400"/>
                                        <p:tgtEl>
                                          <p:spTgt spid="5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82" dur="4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85" dur="400"/>
                                        <p:tgtEl>
                                          <p:spTgt spid="5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5" grpId="0" animBg="1"/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/>
      <p:bldP spid="112" grpId="0"/>
      <p:bldP spid="113" grpId="0"/>
      <p:bldP spid="114" grpId="0"/>
      <p:bldP spid="115" grpId="0"/>
      <p:bldP spid="116" grpId="0"/>
      <p:bldP spid="116" grpId="1"/>
      <p:bldP spid="117" grpId="0" animBg="1"/>
      <p:bldP spid="117" grpId="1" animBg="1"/>
      <p:bldP spid="118" grpId="0" animBg="1"/>
      <p:bldP spid="118" grpId="1" animBg="1"/>
      <p:bldP spid="119" grpId="0" animBg="1"/>
      <p:bldP spid="119" grpId="1" animBg="1"/>
      <p:bldP spid="120" grpId="0" animBg="1"/>
      <p:bldP spid="120" grpId="1" animBg="1"/>
      <p:bldP spid="121" grpId="0" animBg="1"/>
      <p:bldP spid="121" grpId="1" animBg="1"/>
      <p:bldP spid="122" grpId="0" animBg="1"/>
      <p:bldP spid="122" grpId="1" animBg="1"/>
      <p:bldP spid="123" grpId="0" animBg="1"/>
      <p:bldP spid="123" grpId="1" animBg="1"/>
      <p:bldP spid="124" grpId="0" animBg="1"/>
      <p:bldP spid="124" grpId="1" animBg="1"/>
      <p:bldP spid="125" grpId="0" animBg="1"/>
      <p:bldP spid="125" grpId="1" animBg="1"/>
      <p:bldP spid="126" grpId="0" animBg="1"/>
      <p:bldP spid="126" grpId="1" animBg="1"/>
      <p:bldP spid="127" grpId="0" animBg="1"/>
      <p:bldP spid="127" grpId="1" animBg="1"/>
      <p:bldP spid="128" grpId="0" animBg="1"/>
      <p:bldP spid="128" grpId="1" animBg="1"/>
      <p:bldP spid="129" grpId="0" animBg="1"/>
      <p:bldP spid="129" grpId="1" animBg="1"/>
      <p:bldP spid="130" grpId="0" animBg="1"/>
      <p:bldP spid="130" grpId="1" animBg="1"/>
      <p:bldP spid="131" grpId="0" animBg="1"/>
      <p:bldP spid="131" grpId="1" animBg="1"/>
      <p:bldP spid="132" grpId="0" animBg="1"/>
      <p:bldP spid="132" grpId="1" animBg="1"/>
      <p:bldP spid="133" grpId="0" animBg="1"/>
      <p:bldP spid="133" grpId="1" animBg="1"/>
      <p:bldP spid="134" grpId="0" animBg="1"/>
      <p:bldP spid="134" grpId="1" animBg="1"/>
      <p:bldP spid="135" grpId="0" animBg="1"/>
      <p:bldP spid="135" grpId="1" animBg="1"/>
      <p:bldP spid="136" grpId="0" animBg="1"/>
      <p:bldP spid="136" grpId="1" animBg="1"/>
      <p:bldP spid="137" grpId="0" animBg="1"/>
      <p:bldP spid="137" grpId="1" animBg="1"/>
      <p:bldP spid="138" grpId="0" animBg="1"/>
      <p:bldP spid="138" grpId="1" animBg="1"/>
      <p:bldP spid="139" grpId="0" animBg="1"/>
      <p:bldP spid="139" grpId="1" animBg="1"/>
      <p:bldP spid="140" grpId="0" animBg="1"/>
      <p:bldP spid="140" grpId="1" animBg="1"/>
      <p:bldP spid="141" grpId="0" animBg="1"/>
      <p:bldP spid="141" grpId="1" animBg="1"/>
      <p:bldP spid="142" grpId="0" animBg="1"/>
      <p:bldP spid="142" grpId="1" animBg="1"/>
      <p:bldP spid="143" grpId="0" animBg="1"/>
      <p:bldP spid="143" grpId="1" animBg="1"/>
      <p:bldP spid="144" grpId="0" animBg="1"/>
      <p:bldP spid="144" grpId="1" animBg="1"/>
      <p:bldP spid="145" grpId="0" animBg="1"/>
      <p:bldP spid="145" grpId="1" animBg="1"/>
      <p:bldP spid="146" grpId="0" animBg="1"/>
      <p:bldP spid="146" grpId="1" animBg="1"/>
      <p:bldP spid="147" grpId="0" animBg="1"/>
      <p:bldP spid="147" grpId="1" animBg="1"/>
      <p:bldP spid="148" grpId="0" animBg="1"/>
      <p:bldP spid="148" grpId="1" animBg="1"/>
      <p:bldP spid="149" grpId="0" animBg="1"/>
      <p:bldP spid="149" grpId="1" animBg="1"/>
      <p:bldP spid="150" grpId="0" animBg="1"/>
      <p:bldP spid="150" grpId="1" animBg="1"/>
      <p:bldP spid="151" grpId="0" animBg="1"/>
      <p:bldP spid="151" grpId="1" animBg="1"/>
      <p:bldP spid="152" grpId="0" animBg="1"/>
      <p:bldP spid="152" grpId="1" animBg="1"/>
      <p:bldP spid="153" grpId="0" animBg="1"/>
      <p:bldP spid="153" grpId="1" animBg="1"/>
      <p:bldP spid="154" grpId="0" animBg="1"/>
      <p:bldP spid="154" grpId="1" animBg="1"/>
      <p:bldP spid="155" grpId="0" animBg="1"/>
      <p:bldP spid="155" grpId="1" animBg="1"/>
      <p:bldP spid="156" grpId="0" animBg="1"/>
      <p:bldP spid="156" grpId="1" animBg="1"/>
      <p:bldP spid="157" grpId="0" animBg="1"/>
      <p:bldP spid="157" grpId="1" animBg="1"/>
      <p:bldP spid="158" grpId="0" animBg="1"/>
      <p:bldP spid="158" grpId="1" animBg="1"/>
      <p:bldP spid="159" grpId="0" animBg="1"/>
      <p:bldP spid="159" grpId="1" animBg="1"/>
      <p:bldP spid="160" grpId="0" animBg="1"/>
      <p:bldP spid="160" grpId="1" animBg="1"/>
      <p:bldP spid="161" grpId="0" animBg="1"/>
      <p:bldP spid="161" grpId="1" animBg="1"/>
      <p:bldP spid="162" grpId="0" animBg="1"/>
      <p:bldP spid="162" grpId="1" animBg="1"/>
      <p:bldP spid="163" grpId="0" animBg="1"/>
      <p:bldP spid="163" grpId="1" animBg="1"/>
      <p:bldP spid="164" grpId="0" animBg="1"/>
      <p:bldP spid="164" grpId="1" animBg="1"/>
      <p:bldP spid="165" grpId="0" animBg="1"/>
      <p:bldP spid="165" grpId="1" animBg="1"/>
      <p:bldP spid="166" grpId="0"/>
      <p:bldP spid="166" grpId="1"/>
      <p:bldP spid="167" grpId="0" animBg="1"/>
      <p:bldP spid="167" grpId="1" animBg="1"/>
      <p:bldP spid="168" grpId="0" animBg="1"/>
      <p:bldP spid="168" grpId="1" animBg="1"/>
      <p:bldP spid="169" grpId="0" animBg="1"/>
      <p:bldP spid="169" grpId="1" animBg="1"/>
      <p:bldP spid="170" grpId="0" animBg="1"/>
      <p:bldP spid="170" grpId="1" animBg="1"/>
      <p:bldP spid="171" grpId="0" animBg="1"/>
      <p:bldP spid="171" grpId="1" animBg="1"/>
      <p:bldP spid="172" grpId="0" animBg="1"/>
      <p:bldP spid="172" grpId="1" animBg="1"/>
      <p:bldP spid="173" grpId="0" animBg="1"/>
      <p:bldP spid="173" grpId="1" animBg="1"/>
      <p:bldP spid="174" grpId="0" animBg="1"/>
      <p:bldP spid="174" grpId="1" animBg="1"/>
      <p:bldP spid="175" grpId="0" animBg="1"/>
      <p:bldP spid="175" grpId="1" animBg="1"/>
      <p:bldP spid="176" grpId="0" animBg="1"/>
      <p:bldP spid="176" grpId="1" animBg="1"/>
      <p:bldP spid="177" grpId="0" animBg="1"/>
      <p:bldP spid="177" grpId="1" animBg="1"/>
      <p:bldP spid="178" grpId="0" animBg="1"/>
      <p:bldP spid="178" grpId="1" animBg="1"/>
      <p:bldP spid="179" grpId="0" animBg="1"/>
      <p:bldP spid="179" grpId="1" animBg="1"/>
      <p:bldP spid="180" grpId="0" animBg="1"/>
      <p:bldP spid="180" grpId="1" animBg="1"/>
      <p:bldP spid="181" grpId="0" animBg="1"/>
      <p:bldP spid="181" grpId="1" animBg="1"/>
      <p:bldP spid="182" grpId="0" animBg="1"/>
      <p:bldP spid="182" grpId="1" animBg="1"/>
      <p:bldP spid="183" grpId="0" animBg="1"/>
      <p:bldP spid="183" grpId="1" animBg="1"/>
      <p:bldP spid="184" grpId="0" animBg="1"/>
      <p:bldP spid="184" grpId="1" animBg="1"/>
      <p:bldP spid="185" grpId="0" animBg="1"/>
      <p:bldP spid="185" grpId="1" animBg="1"/>
      <p:bldP spid="186" grpId="0" animBg="1"/>
      <p:bldP spid="186" grpId="1" animBg="1"/>
      <p:bldP spid="187" grpId="0" animBg="1"/>
      <p:bldP spid="187" grpId="1" animBg="1"/>
      <p:bldP spid="188" grpId="0" animBg="1"/>
      <p:bldP spid="188" grpId="1" animBg="1"/>
      <p:bldP spid="189" grpId="0" animBg="1"/>
      <p:bldP spid="189" grpId="1" animBg="1"/>
      <p:bldP spid="190" grpId="0" animBg="1"/>
      <p:bldP spid="190" grpId="1" animBg="1"/>
      <p:bldP spid="191" grpId="0" animBg="1"/>
      <p:bldP spid="191" grpId="1" animBg="1"/>
      <p:bldP spid="192" grpId="0" animBg="1"/>
      <p:bldP spid="192" grpId="1" animBg="1"/>
      <p:bldP spid="193" grpId="0"/>
      <p:bldP spid="193" grpId="1"/>
      <p:bldP spid="194" grpId="0" animBg="1"/>
      <p:bldP spid="194" grpId="1" animBg="1"/>
      <p:bldP spid="195" grpId="0" animBg="1"/>
      <p:bldP spid="195" grpId="1" animBg="1"/>
      <p:bldP spid="196" grpId="0" animBg="1"/>
      <p:bldP spid="196" grpId="1" animBg="1"/>
      <p:bldP spid="197" grpId="0" animBg="1"/>
      <p:bldP spid="197" grpId="1" animBg="1"/>
      <p:bldP spid="198" grpId="0" animBg="1"/>
      <p:bldP spid="198" grpId="1" animBg="1"/>
      <p:bldP spid="199" grpId="0" animBg="1"/>
      <p:bldP spid="199" grpId="1" animBg="1"/>
      <p:bldP spid="200" grpId="0" animBg="1"/>
      <p:bldP spid="200" grpId="1" animBg="1"/>
      <p:bldP spid="201" grpId="0" animBg="1"/>
      <p:bldP spid="201" grpId="1" animBg="1"/>
      <p:bldP spid="202" grpId="0" animBg="1"/>
      <p:bldP spid="202" grpId="1" animBg="1"/>
      <p:bldP spid="203" grpId="0"/>
      <p:bldP spid="203" grpId="1"/>
      <p:bldP spid="204" grpId="0" animBg="1"/>
      <p:bldP spid="204" grpId="1" animBg="1"/>
      <p:bldP spid="205" grpId="0" animBg="1"/>
      <p:bldP spid="205" grpId="1" animBg="1"/>
      <p:bldP spid="206" grpId="0" animBg="1"/>
      <p:bldP spid="206" grpId="1" animBg="1"/>
      <p:bldP spid="207" grpId="0" animBg="1"/>
      <p:bldP spid="207" grpId="1" animBg="1"/>
      <p:bldP spid="208" grpId="0" animBg="1"/>
      <p:bldP spid="208" grpId="1" animBg="1"/>
      <p:bldP spid="209" grpId="0" animBg="1"/>
      <p:bldP spid="209" grpId="1" animBg="1"/>
      <p:bldP spid="210" grpId="0" animBg="1"/>
      <p:bldP spid="210" grpId="1" animBg="1"/>
      <p:bldP spid="211" grpId="0" animBg="1"/>
      <p:bldP spid="211" grpId="1" animBg="1"/>
      <p:bldP spid="212" grpId="0" animBg="1"/>
      <p:bldP spid="212" grpId="1" animBg="1"/>
      <p:bldP spid="213" grpId="0" animBg="1"/>
      <p:bldP spid="213" grpId="1" animBg="1"/>
      <p:bldP spid="214" grpId="0" animBg="1"/>
      <p:bldP spid="214" grpId="1" animBg="1"/>
      <p:bldP spid="215" grpId="0" animBg="1"/>
      <p:bldP spid="215" grpId="1" animBg="1"/>
      <p:bldP spid="216" grpId="0" animBg="1"/>
      <p:bldP spid="216" grpId="1" animBg="1"/>
      <p:bldP spid="217" grpId="0" animBg="1"/>
      <p:bldP spid="217" grpId="1" animBg="1"/>
      <p:bldP spid="218" grpId="0" animBg="1"/>
      <p:bldP spid="218" grpId="1" animBg="1"/>
      <p:bldP spid="219" grpId="0" animBg="1"/>
      <p:bldP spid="219" grpId="1" animBg="1"/>
      <p:bldP spid="220" grpId="0" animBg="1"/>
      <p:bldP spid="220" grpId="1" animBg="1"/>
      <p:bldP spid="221" grpId="0" animBg="1"/>
      <p:bldP spid="221" grpId="1" animBg="1"/>
      <p:bldP spid="222" grpId="0" animBg="1"/>
      <p:bldP spid="222" grpId="1" animBg="1"/>
      <p:bldP spid="223" grpId="0" animBg="1"/>
      <p:bldP spid="223" grpId="1" animBg="1"/>
      <p:bldP spid="224" grpId="0" animBg="1"/>
      <p:bldP spid="224" grpId="1" animBg="1"/>
      <p:bldP spid="225" grpId="0" animBg="1"/>
      <p:bldP spid="225" grpId="1" animBg="1"/>
      <p:bldP spid="226" grpId="0" animBg="1"/>
      <p:bldP spid="226" grpId="1" animBg="1"/>
      <p:bldP spid="227" grpId="0" animBg="1"/>
      <p:bldP spid="227" grpId="1" animBg="1"/>
      <p:bldP spid="228" grpId="0" animBg="1"/>
      <p:bldP spid="228" grpId="1" animBg="1"/>
      <p:bldP spid="229" grpId="0" animBg="1"/>
      <p:bldP spid="229" grpId="1" animBg="1"/>
      <p:bldP spid="230" grpId="0" animBg="1"/>
      <p:bldP spid="230" grpId="1" animBg="1"/>
      <p:bldP spid="231" grpId="0" animBg="1"/>
      <p:bldP spid="231" grpId="1" animBg="1"/>
      <p:bldP spid="232" grpId="0" animBg="1"/>
      <p:bldP spid="232" grpId="1" animBg="1"/>
      <p:bldP spid="233" grpId="0" animBg="1"/>
      <p:bldP spid="233" grpId="1" animBg="1"/>
      <p:bldP spid="234" grpId="0" animBg="1"/>
      <p:bldP spid="234" grpId="1" animBg="1"/>
      <p:bldP spid="235" grpId="0" animBg="1"/>
      <p:bldP spid="235" grpId="1" animBg="1"/>
      <p:bldP spid="236" grpId="0" animBg="1"/>
      <p:bldP spid="236" grpId="1" animBg="1"/>
      <p:bldP spid="237" grpId="0" animBg="1"/>
      <p:bldP spid="237" grpId="1" animBg="1"/>
      <p:bldP spid="238" grpId="0" animBg="1"/>
      <p:bldP spid="238" grpId="1" animBg="1"/>
      <p:bldP spid="239" grpId="0" animBg="1"/>
      <p:bldP spid="239" grpId="1" animBg="1"/>
      <p:bldP spid="240" grpId="0" animBg="1"/>
      <p:bldP spid="240" grpId="1" animBg="1"/>
      <p:bldP spid="241" grpId="0" animBg="1"/>
      <p:bldP spid="241" grpId="1" animBg="1"/>
      <p:bldP spid="242" grpId="0" animBg="1"/>
      <p:bldP spid="242" grpId="1" animBg="1"/>
      <p:bldP spid="243" grpId="0" animBg="1"/>
      <p:bldP spid="243" grpId="1" animBg="1"/>
      <p:bldP spid="244" grpId="0" animBg="1"/>
      <p:bldP spid="244" grpId="1" animBg="1"/>
      <p:bldP spid="245" grpId="0" animBg="1"/>
      <p:bldP spid="245" grpId="1" animBg="1"/>
      <p:bldP spid="246" grpId="0" animBg="1"/>
      <p:bldP spid="246" grpId="1" animBg="1"/>
      <p:bldP spid="247" grpId="0" animBg="1"/>
      <p:bldP spid="247" grpId="1" animBg="1"/>
      <p:bldP spid="248" grpId="0" animBg="1"/>
      <p:bldP spid="248" grpId="1" animBg="1"/>
      <p:bldP spid="249" grpId="0" animBg="1"/>
      <p:bldP spid="249" grpId="1" animBg="1"/>
      <p:bldP spid="250" grpId="0" animBg="1"/>
      <p:bldP spid="250" grpId="1" animBg="1"/>
      <p:bldP spid="251" grpId="0" animBg="1"/>
      <p:bldP spid="251" grpId="1" animBg="1"/>
      <p:bldP spid="252" grpId="0" animBg="1"/>
      <p:bldP spid="252" grpId="1" animBg="1"/>
      <p:bldP spid="253" grpId="0" animBg="1"/>
      <p:bldP spid="253" grpId="1" animBg="1"/>
      <p:bldP spid="254" grpId="0" animBg="1"/>
      <p:bldP spid="254" grpId="1" animBg="1"/>
      <p:bldP spid="255" grpId="0" animBg="1"/>
      <p:bldP spid="255" grpId="1" animBg="1"/>
      <p:bldP spid="256" grpId="0" animBg="1"/>
      <p:bldP spid="256" grpId="1" animBg="1"/>
      <p:bldP spid="257" grpId="0" animBg="1"/>
      <p:bldP spid="257" grpId="1" animBg="1"/>
      <p:bldP spid="258" grpId="0" animBg="1"/>
      <p:bldP spid="258" grpId="1" animBg="1"/>
      <p:bldP spid="259" grpId="0" animBg="1"/>
      <p:bldP spid="259" grpId="1" animBg="1"/>
      <p:bldP spid="260" grpId="0" animBg="1"/>
      <p:bldP spid="260" grpId="1" animBg="1"/>
      <p:bldP spid="261" grpId="0" animBg="1"/>
      <p:bldP spid="261" grpId="1" animBg="1"/>
      <p:bldP spid="262" grpId="0" animBg="1"/>
      <p:bldP spid="262" grpId="1" animBg="1"/>
      <p:bldP spid="263" grpId="0" animBg="1"/>
      <p:bldP spid="263" grpId="1" animBg="1"/>
      <p:bldP spid="264" grpId="0" animBg="1"/>
      <p:bldP spid="264" grpId="1" animBg="1"/>
      <p:bldP spid="265" grpId="0" animBg="1"/>
      <p:bldP spid="265" grpId="1" animBg="1"/>
      <p:bldP spid="266" grpId="0" animBg="1"/>
      <p:bldP spid="266" grpId="1" animBg="1"/>
      <p:bldP spid="267" grpId="0" animBg="1"/>
      <p:bldP spid="267" grpId="1" animBg="1"/>
      <p:bldP spid="268" grpId="0" animBg="1"/>
      <p:bldP spid="268" grpId="1" animBg="1"/>
      <p:bldP spid="269" grpId="0" animBg="1"/>
      <p:bldP spid="269" grpId="1" animBg="1"/>
      <p:bldP spid="270" grpId="0" animBg="1"/>
      <p:bldP spid="270" grpId="1" animBg="1"/>
      <p:bldP spid="271" grpId="0" animBg="1"/>
      <p:bldP spid="271" grpId="1" animBg="1"/>
      <p:bldP spid="272" grpId="0" animBg="1"/>
      <p:bldP spid="272" grpId="1" animBg="1"/>
      <p:bldP spid="273" grpId="0" animBg="1"/>
      <p:bldP spid="273" grpId="1" animBg="1"/>
      <p:bldP spid="274" grpId="0" animBg="1"/>
      <p:bldP spid="274" grpId="1" animBg="1"/>
      <p:bldP spid="275" grpId="0" animBg="1"/>
      <p:bldP spid="275" grpId="1" animBg="1"/>
      <p:bldP spid="276" grpId="0" animBg="1"/>
      <p:bldP spid="276" grpId="1" animBg="1"/>
      <p:bldP spid="277" grpId="0" animBg="1"/>
      <p:bldP spid="277" grpId="1" animBg="1"/>
      <p:bldP spid="278" grpId="0" animBg="1"/>
      <p:bldP spid="278" grpId="1" animBg="1"/>
      <p:bldP spid="279" grpId="0" animBg="1"/>
      <p:bldP spid="279" grpId="1" animBg="1"/>
      <p:bldP spid="280" grpId="0" animBg="1"/>
      <p:bldP spid="280" grpId="1" animBg="1"/>
      <p:bldP spid="281" grpId="0" animBg="1"/>
      <p:bldP spid="281" grpId="1" animBg="1"/>
      <p:bldP spid="282" grpId="0" animBg="1"/>
      <p:bldP spid="282" grpId="1" animBg="1"/>
      <p:bldP spid="283" grpId="0" animBg="1"/>
      <p:bldP spid="283" grpId="1" animBg="1"/>
      <p:bldP spid="284" grpId="0" animBg="1"/>
      <p:bldP spid="284" grpId="1" animBg="1"/>
      <p:bldP spid="285" grpId="0" animBg="1"/>
      <p:bldP spid="285" grpId="1" animBg="1"/>
      <p:bldP spid="286" grpId="0" animBg="1"/>
      <p:bldP spid="286" grpId="1" animBg="1"/>
      <p:bldP spid="287" grpId="0" animBg="1"/>
      <p:bldP spid="287" grpId="1" animBg="1"/>
      <p:bldP spid="288" grpId="0" animBg="1"/>
      <p:bldP spid="288" grpId="1" animBg="1"/>
      <p:bldP spid="289" grpId="0" animBg="1"/>
      <p:bldP spid="289" grpId="1" animBg="1"/>
      <p:bldP spid="290" grpId="0" animBg="1"/>
      <p:bldP spid="290" grpId="1" animBg="1"/>
      <p:bldP spid="291" grpId="0" animBg="1"/>
      <p:bldP spid="291" grpId="1" animBg="1"/>
      <p:bldP spid="292" grpId="0" animBg="1"/>
      <p:bldP spid="292" grpId="1" animBg="1"/>
      <p:bldP spid="293" grpId="0" animBg="1"/>
      <p:bldP spid="293" grpId="1" animBg="1"/>
      <p:bldP spid="294" grpId="0" animBg="1"/>
      <p:bldP spid="294" grpId="1" animBg="1"/>
      <p:bldP spid="295" grpId="0" animBg="1"/>
      <p:bldP spid="295" grpId="1" animBg="1"/>
      <p:bldP spid="296" grpId="0" animBg="1"/>
      <p:bldP spid="296" grpId="1" animBg="1"/>
      <p:bldP spid="297" grpId="0" animBg="1"/>
      <p:bldP spid="297" grpId="1" animBg="1"/>
      <p:bldP spid="298" grpId="0" animBg="1"/>
      <p:bldP spid="298" grpId="1" animBg="1"/>
      <p:bldP spid="299" grpId="0" animBg="1"/>
      <p:bldP spid="299" grpId="1" animBg="1"/>
      <p:bldP spid="300" grpId="0" animBg="1"/>
      <p:bldP spid="300" grpId="1" animBg="1"/>
      <p:bldP spid="301" grpId="0" animBg="1"/>
      <p:bldP spid="301" grpId="1" animBg="1"/>
      <p:bldP spid="302" grpId="0" animBg="1"/>
      <p:bldP spid="302" grpId="1" animBg="1"/>
      <p:bldP spid="303" grpId="0" animBg="1"/>
      <p:bldP spid="303" grpId="1" animBg="1"/>
      <p:bldP spid="304" grpId="0" animBg="1"/>
      <p:bldP spid="304" grpId="1" animBg="1"/>
      <p:bldP spid="305" grpId="0" animBg="1"/>
      <p:bldP spid="305" grpId="1" animBg="1"/>
      <p:bldP spid="306" grpId="0" animBg="1"/>
      <p:bldP spid="306" grpId="1" animBg="1"/>
      <p:bldP spid="307" grpId="0" animBg="1"/>
      <p:bldP spid="307" grpId="1" animBg="1"/>
      <p:bldP spid="308" grpId="0" animBg="1"/>
      <p:bldP spid="308" grpId="1" animBg="1"/>
      <p:bldP spid="309" grpId="0" animBg="1"/>
      <p:bldP spid="309" grpId="1" animBg="1"/>
      <p:bldP spid="310" grpId="0" animBg="1"/>
      <p:bldP spid="310" grpId="1" animBg="1"/>
      <p:bldP spid="311" grpId="0" animBg="1"/>
      <p:bldP spid="311" grpId="1" animBg="1"/>
      <p:bldP spid="312" grpId="0" animBg="1"/>
      <p:bldP spid="312" grpId="1" animBg="1"/>
      <p:bldP spid="313" grpId="0" animBg="1"/>
      <p:bldP spid="313" grpId="1" animBg="1"/>
      <p:bldP spid="314" grpId="0" animBg="1"/>
      <p:bldP spid="314" grpId="1" animBg="1"/>
      <p:bldP spid="315" grpId="0" animBg="1"/>
      <p:bldP spid="315" grpId="1" animBg="1"/>
      <p:bldP spid="316" grpId="0" animBg="1"/>
      <p:bldP spid="316" grpId="1" animBg="1"/>
      <p:bldP spid="317" grpId="0" animBg="1"/>
      <p:bldP spid="317" grpId="1" animBg="1"/>
      <p:bldP spid="318" grpId="0" animBg="1"/>
      <p:bldP spid="318" grpId="1" animBg="1"/>
      <p:bldP spid="319" grpId="0" animBg="1"/>
      <p:bldP spid="319" grpId="1" animBg="1"/>
      <p:bldP spid="320" grpId="0" animBg="1"/>
      <p:bldP spid="320" grpId="1" animBg="1"/>
      <p:bldP spid="321" grpId="0" animBg="1"/>
      <p:bldP spid="321" grpId="1" animBg="1"/>
      <p:bldP spid="322" grpId="0" animBg="1"/>
      <p:bldP spid="322" grpId="1" animBg="1"/>
      <p:bldP spid="323" grpId="0" animBg="1"/>
      <p:bldP spid="323" grpId="1" animBg="1"/>
      <p:bldP spid="324" grpId="0" animBg="1"/>
      <p:bldP spid="324" grpId="1" animBg="1"/>
      <p:bldP spid="325" grpId="0" animBg="1"/>
      <p:bldP spid="325" grpId="1" animBg="1"/>
      <p:bldP spid="326" grpId="0" animBg="1"/>
      <p:bldP spid="326" grpId="1" animBg="1"/>
      <p:bldP spid="327" grpId="0" animBg="1"/>
      <p:bldP spid="327" grpId="1" animBg="1"/>
      <p:bldP spid="328" grpId="0" animBg="1"/>
      <p:bldP spid="328" grpId="1" animBg="1"/>
      <p:bldP spid="329" grpId="0" animBg="1"/>
      <p:bldP spid="329" grpId="1" animBg="1"/>
      <p:bldP spid="330" grpId="0" animBg="1"/>
      <p:bldP spid="330" grpId="1" animBg="1"/>
      <p:bldP spid="331" grpId="0" animBg="1"/>
      <p:bldP spid="331" grpId="1" animBg="1"/>
      <p:bldP spid="332" grpId="0" animBg="1"/>
      <p:bldP spid="332" grpId="1" animBg="1"/>
      <p:bldP spid="333" grpId="0" animBg="1"/>
      <p:bldP spid="333" grpId="1" animBg="1"/>
      <p:bldP spid="334" grpId="0" animBg="1"/>
      <p:bldP spid="334" grpId="1" animBg="1"/>
      <p:bldP spid="335" grpId="0" animBg="1"/>
      <p:bldP spid="335" grpId="1" animBg="1"/>
      <p:bldP spid="336" grpId="0" animBg="1"/>
      <p:bldP spid="336" grpId="1" animBg="1"/>
      <p:bldP spid="337" grpId="0" animBg="1"/>
      <p:bldP spid="337" grpId="1" animBg="1"/>
      <p:bldP spid="338" grpId="0" animBg="1"/>
      <p:bldP spid="338" grpId="1" animBg="1"/>
      <p:bldP spid="339" grpId="0" animBg="1"/>
      <p:bldP spid="339" grpId="1" animBg="1"/>
      <p:bldP spid="340" grpId="0" animBg="1"/>
      <p:bldP spid="340" grpId="1" animBg="1"/>
      <p:bldP spid="341" grpId="0" animBg="1"/>
      <p:bldP spid="341" grpId="1" animBg="1"/>
      <p:bldP spid="342" grpId="0" animBg="1"/>
      <p:bldP spid="342" grpId="1" animBg="1"/>
      <p:bldP spid="343" grpId="0" animBg="1"/>
      <p:bldP spid="343" grpId="1" animBg="1"/>
      <p:bldP spid="344" grpId="0" animBg="1"/>
      <p:bldP spid="344" grpId="1" animBg="1"/>
      <p:bldP spid="345" grpId="0" animBg="1"/>
      <p:bldP spid="345" grpId="1" animBg="1"/>
      <p:bldP spid="346" grpId="0" animBg="1"/>
      <p:bldP spid="346" grpId="1" animBg="1"/>
      <p:bldP spid="347" grpId="0" animBg="1"/>
      <p:bldP spid="347" grpId="1" animBg="1"/>
      <p:bldP spid="348" grpId="0" animBg="1"/>
      <p:bldP spid="348" grpId="1" animBg="1"/>
      <p:bldP spid="349" grpId="0" animBg="1"/>
      <p:bldP spid="349" grpId="1" animBg="1"/>
      <p:bldP spid="350" grpId="0" animBg="1"/>
      <p:bldP spid="350" grpId="1" animBg="1"/>
      <p:bldP spid="351" grpId="0" animBg="1"/>
      <p:bldP spid="351" grpId="1" animBg="1"/>
      <p:bldP spid="352" grpId="0" animBg="1"/>
      <p:bldP spid="352" grpId="1" animBg="1"/>
      <p:bldP spid="353" grpId="0" animBg="1"/>
      <p:bldP spid="353" grpId="1" animBg="1"/>
      <p:bldP spid="354" grpId="0" animBg="1"/>
      <p:bldP spid="354" grpId="1" animBg="1"/>
      <p:bldP spid="355" grpId="0" animBg="1"/>
      <p:bldP spid="355" grpId="1" animBg="1"/>
      <p:bldP spid="356" grpId="0" animBg="1"/>
      <p:bldP spid="356" grpId="1" animBg="1"/>
      <p:bldP spid="357" grpId="0" animBg="1"/>
      <p:bldP spid="357" grpId="1" animBg="1"/>
      <p:bldP spid="358" grpId="0" animBg="1"/>
      <p:bldP spid="358" grpId="1" animBg="1"/>
      <p:bldP spid="359" grpId="0" animBg="1"/>
      <p:bldP spid="359" grpId="1" animBg="1"/>
      <p:bldP spid="360" grpId="0" animBg="1"/>
      <p:bldP spid="360" grpId="1" animBg="1"/>
      <p:bldP spid="361" grpId="0" animBg="1"/>
      <p:bldP spid="361" grpId="1" animBg="1"/>
      <p:bldP spid="362" grpId="0" animBg="1"/>
      <p:bldP spid="362" grpId="1" animBg="1"/>
      <p:bldP spid="363" grpId="0" animBg="1"/>
      <p:bldP spid="363" grpId="1" animBg="1"/>
      <p:bldP spid="364" grpId="0" animBg="1"/>
      <p:bldP spid="364" grpId="1" animBg="1"/>
      <p:bldP spid="365" grpId="0" animBg="1"/>
      <p:bldP spid="365" grpId="1" animBg="1"/>
      <p:bldP spid="366" grpId="0" animBg="1"/>
      <p:bldP spid="366" grpId="1" animBg="1"/>
      <p:bldP spid="367" grpId="0" animBg="1"/>
      <p:bldP spid="367" grpId="1" animBg="1"/>
      <p:bldP spid="368" grpId="0" animBg="1"/>
      <p:bldP spid="368" grpId="1" animBg="1"/>
      <p:bldP spid="369" grpId="0" animBg="1"/>
      <p:bldP spid="369" grpId="1" animBg="1"/>
      <p:bldP spid="370" grpId="0" animBg="1"/>
      <p:bldP spid="370" grpId="1" animBg="1"/>
      <p:bldP spid="371" grpId="0" animBg="1"/>
      <p:bldP spid="371" grpId="1" animBg="1"/>
      <p:bldP spid="372" grpId="0" animBg="1"/>
      <p:bldP spid="372" grpId="1" animBg="1"/>
      <p:bldP spid="373" grpId="0" animBg="1"/>
      <p:bldP spid="373" grpId="1" animBg="1"/>
      <p:bldP spid="374" grpId="0" animBg="1"/>
      <p:bldP spid="374" grpId="1" animBg="1"/>
      <p:bldP spid="375" grpId="0" animBg="1"/>
      <p:bldP spid="375" grpId="1" animBg="1"/>
      <p:bldP spid="376" grpId="0" animBg="1"/>
      <p:bldP spid="376" grpId="1" animBg="1"/>
      <p:bldP spid="377" grpId="0" animBg="1"/>
      <p:bldP spid="377" grpId="1" animBg="1"/>
      <p:bldP spid="378" grpId="0" animBg="1"/>
      <p:bldP spid="378" grpId="1" animBg="1"/>
      <p:bldP spid="379" grpId="0" animBg="1"/>
      <p:bldP spid="379" grpId="1" animBg="1"/>
      <p:bldP spid="380" grpId="0" animBg="1"/>
      <p:bldP spid="380" grpId="1" animBg="1"/>
      <p:bldP spid="381" grpId="0" animBg="1"/>
      <p:bldP spid="381" grpId="1" animBg="1"/>
      <p:bldP spid="382" grpId="0" animBg="1"/>
      <p:bldP spid="382" grpId="1" animBg="1"/>
      <p:bldP spid="383" grpId="0" animBg="1"/>
      <p:bldP spid="383" grpId="1" animBg="1"/>
      <p:bldP spid="384" grpId="0" animBg="1"/>
      <p:bldP spid="384" grpId="1" animBg="1"/>
      <p:bldP spid="385" grpId="0" animBg="1"/>
      <p:bldP spid="385" grpId="1" animBg="1"/>
      <p:bldP spid="386" grpId="0" animBg="1"/>
      <p:bldP spid="386" grpId="1" animBg="1"/>
      <p:bldP spid="387" grpId="0" animBg="1"/>
      <p:bldP spid="387" grpId="1" animBg="1"/>
      <p:bldP spid="388" grpId="0" animBg="1"/>
      <p:bldP spid="388" grpId="1" animBg="1"/>
      <p:bldP spid="389" grpId="0" animBg="1"/>
      <p:bldP spid="389" grpId="1" animBg="1"/>
      <p:bldP spid="390" grpId="0" animBg="1"/>
      <p:bldP spid="390" grpId="1" animBg="1"/>
      <p:bldP spid="391" grpId="0" animBg="1"/>
      <p:bldP spid="391" grpId="1" animBg="1"/>
      <p:bldP spid="392" grpId="0" animBg="1"/>
      <p:bldP spid="392" grpId="1" animBg="1"/>
      <p:bldP spid="393" grpId="0" animBg="1"/>
      <p:bldP spid="393" grpId="1" animBg="1"/>
      <p:bldP spid="394" grpId="0" animBg="1"/>
      <p:bldP spid="394" grpId="1" animBg="1"/>
      <p:bldP spid="395" grpId="0" animBg="1"/>
      <p:bldP spid="395" grpId="1" animBg="1"/>
      <p:bldP spid="396" grpId="0" animBg="1"/>
      <p:bldP spid="396" grpId="1" animBg="1"/>
      <p:bldP spid="397" grpId="0" animBg="1"/>
      <p:bldP spid="397" grpId="1" animBg="1"/>
      <p:bldP spid="398" grpId="0" animBg="1"/>
      <p:bldP spid="398" grpId="1" animBg="1"/>
      <p:bldP spid="399" grpId="0" animBg="1"/>
      <p:bldP spid="399" grpId="1" animBg="1"/>
      <p:bldP spid="400" grpId="0" animBg="1"/>
      <p:bldP spid="400" grpId="1" animBg="1"/>
      <p:bldP spid="401" grpId="0" animBg="1"/>
      <p:bldP spid="401" grpId="1" animBg="1"/>
      <p:bldP spid="402" grpId="0" animBg="1"/>
      <p:bldP spid="402" grpId="1" animBg="1"/>
      <p:bldP spid="403" grpId="0" animBg="1"/>
      <p:bldP spid="403" grpId="1" animBg="1"/>
      <p:bldP spid="404" grpId="0" animBg="1"/>
      <p:bldP spid="404" grpId="1" animBg="1"/>
      <p:bldP spid="405" grpId="0" animBg="1"/>
      <p:bldP spid="405" grpId="1" animBg="1"/>
      <p:bldP spid="406" grpId="0" animBg="1"/>
      <p:bldP spid="406" grpId="1" animBg="1"/>
      <p:bldP spid="407" grpId="0" animBg="1"/>
      <p:bldP spid="407" grpId="1" animBg="1"/>
      <p:bldP spid="408" grpId="0" animBg="1"/>
      <p:bldP spid="408" grpId="1" animBg="1"/>
      <p:bldP spid="409" grpId="0" animBg="1"/>
      <p:bldP spid="409" grpId="1" animBg="1"/>
      <p:bldP spid="410" grpId="0" animBg="1"/>
      <p:bldP spid="410" grpId="1" animBg="1"/>
      <p:bldP spid="411" grpId="0" animBg="1"/>
      <p:bldP spid="411" grpId="1" animBg="1"/>
      <p:bldP spid="412" grpId="0" animBg="1"/>
      <p:bldP spid="412" grpId="1" animBg="1"/>
      <p:bldP spid="413" grpId="0" animBg="1"/>
      <p:bldP spid="413" grpId="1" animBg="1"/>
      <p:bldP spid="414" grpId="0" animBg="1"/>
      <p:bldP spid="414" grpId="1" animBg="1"/>
      <p:bldP spid="415" grpId="0" animBg="1"/>
      <p:bldP spid="415" grpId="1" animBg="1"/>
      <p:bldP spid="416" grpId="0" animBg="1"/>
      <p:bldP spid="416" grpId="1" animBg="1"/>
      <p:bldP spid="417" grpId="0" animBg="1"/>
      <p:bldP spid="417" grpId="1" animBg="1"/>
      <p:bldP spid="418" grpId="0" animBg="1"/>
      <p:bldP spid="418" grpId="1" animBg="1"/>
      <p:bldP spid="419" grpId="0" animBg="1"/>
      <p:bldP spid="419" grpId="1" animBg="1"/>
      <p:bldP spid="420" grpId="0" animBg="1"/>
      <p:bldP spid="420" grpId="1" animBg="1"/>
      <p:bldP spid="421" grpId="0" animBg="1"/>
      <p:bldP spid="421" grpId="1" animBg="1"/>
      <p:bldP spid="422" grpId="0" animBg="1"/>
      <p:bldP spid="422" grpId="1" animBg="1"/>
      <p:bldP spid="423" grpId="0" animBg="1"/>
      <p:bldP spid="423" grpId="1" animBg="1"/>
      <p:bldP spid="424" grpId="0" animBg="1"/>
      <p:bldP spid="424" grpId="1" animBg="1"/>
      <p:bldP spid="425" grpId="0" animBg="1"/>
      <p:bldP spid="425" grpId="1" animBg="1"/>
      <p:bldP spid="426" grpId="0" animBg="1"/>
      <p:bldP spid="426" grpId="1" animBg="1"/>
      <p:bldP spid="427" grpId="0" animBg="1"/>
      <p:bldP spid="427" grpId="1" animBg="1"/>
      <p:bldP spid="428" grpId="0" animBg="1"/>
      <p:bldP spid="428" grpId="1" animBg="1"/>
      <p:bldP spid="429" grpId="0" animBg="1"/>
      <p:bldP spid="429" grpId="1" animBg="1"/>
      <p:bldP spid="430" grpId="0" animBg="1"/>
      <p:bldP spid="430" grpId="1" animBg="1"/>
      <p:bldP spid="431" grpId="0" animBg="1"/>
      <p:bldP spid="431" grpId="1" animBg="1"/>
      <p:bldP spid="432" grpId="0" animBg="1"/>
      <p:bldP spid="432" grpId="1" animBg="1"/>
      <p:bldP spid="433" grpId="0" animBg="1"/>
      <p:bldP spid="433" grpId="1" animBg="1"/>
      <p:bldP spid="434" grpId="0" animBg="1"/>
      <p:bldP spid="434" grpId="1" animBg="1"/>
      <p:bldP spid="435" grpId="0" animBg="1"/>
      <p:bldP spid="435" grpId="1" animBg="1"/>
      <p:bldP spid="436" grpId="0" animBg="1"/>
      <p:bldP spid="436" grpId="1" animBg="1"/>
      <p:bldP spid="437" grpId="0" animBg="1"/>
      <p:bldP spid="437" grpId="1" animBg="1"/>
      <p:bldP spid="438" grpId="0" animBg="1"/>
      <p:bldP spid="438" grpId="1" animBg="1"/>
      <p:bldP spid="439" grpId="0"/>
      <p:bldP spid="439" grpId="1"/>
      <p:bldP spid="440" grpId="0" animBg="1"/>
      <p:bldP spid="440" grpId="1" animBg="1"/>
      <p:bldP spid="441" grpId="0"/>
      <p:bldP spid="441" grpId="1"/>
      <p:bldP spid="442" grpId="0"/>
      <p:bldP spid="442" grpId="1"/>
      <p:bldP spid="443" grpId="0"/>
      <p:bldP spid="443" grpId="1"/>
      <p:bldP spid="444" grpId="0"/>
      <p:bldP spid="444" grpId="1"/>
      <p:bldP spid="445" grpId="0"/>
      <p:bldP spid="445" grpId="1"/>
      <p:bldP spid="446" grpId="0"/>
      <p:bldP spid="446" grpId="1"/>
      <p:bldP spid="447" grpId="0"/>
      <p:bldP spid="447" grpId="1"/>
      <p:bldP spid="448" grpId="0"/>
      <p:bldP spid="448" grpId="1"/>
      <p:bldP spid="449" grpId="0"/>
      <p:bldP spid="449" grpId="1"/>
      <p:bldP spid="450" grpId="0"/>
      <p:bldP spid="450" grpId="1"/>
      <p:bldP spid="451" grpId="0"/>
      <p:bldP spid="451" grpId="1"/>
      <p:bldP spid="452" grpId="0"/>
      <p:bldP spid="452" grpId="1"/>
      <p:bldP spid="453" grpId="0"/>
      <p:bldP spid="453" grpId="1"/>
      <p:bldP spid="454" grpId="0"/>
      <p:bldP spid="454" grpId="1"/>
      <p:bldP spid="455" grpId="0"/>
      <p:bldP spid="455" grpId="1"/>
      <p:bldP spid="456" grpId="0"/>
      <p:bldP spid="456" grpId="1"/>
      <p:bldP spid="457" grpId="0"/>
      <p:bldP spid="457" grpId="1"/>
      <p:bldP spid="458" grpId="0"/>
      <p:bldP spid="458" grpId="1"/>
      <p:bldP spid="459" grpId="0"/>
      <p:bldP spid="459" grpId="1"/>
      <p:bldP spid="460" grpId="0"/>
      <p:bldP spid="460" grpId="1"/>
      <p:bldP spid="461" grpId="0"/>
      <p:bldP spid="461" grpId="1"/>
      <p:bldP spid="462" grpId="0"/>
      <p:bldP spid="462" grpId="1"/>
      <p:bldP spid="463" grpId="0"/>
      <p:bldP spid="463" grpId="1"/>
      <p:bldP spid="464" grpId="0"/>
      <p:bldP spid="464" grpId="1"/>
      <p:bldP spid="465" grpId="0"/>
      <p:bldP spid="465" grpId="1"/>
      <p:bldP spid="466" grpId="0"/>
      <p:bldP spid="466" grpId="1"/>
      <p:bldP spid="467" grpId="0"/>
      <p:bldP spid="468" grpId="0"/>
      <p:bldP spid="469" grpId="0"/>
      <p:bldP spid="470" grpId="0"/>
      <p:bldP spid="471" grpId="0"/>
      <p:bldP spid="472" grpId="0"/>
      <p:bldP spid="473" grpId="0"/>
      <p:bldP spid="474" grpId="0"/>
      <p:bldP spid="475" grpId="0"/>
      <p:bldP spid="476" grpId="0"/>
      <p:bldP spid="477" grpId="0"/>
      <p:bldP spid="478" grpId="0"/>
      <p:bldP spid="479" grpId="0"/>
      <p:bldP spid="480" grpId="0"/>
      <p:bldP spid="481" grpId="0"/>
      <p:bldP spid="482" grpId="0"/>
      <p:bldP spid="483" grpId="0"/>
      <p:bldP spid="484" grpId="0"/>
      <p:bldP spid="485" grpId="0"/>
      <p:bldP spid="486" grpId="0"/>
      <p:bldP spid="487" grpId="0"/>
      <p:bldP spid="488" grpId="0"/>
      <p:bldP spid="489" grpId="0"/>
      <p:bldP spid="490" grpId="0"/>
      <p:bldP spid="491" grpId="0"/>
      <p:bldP spid="492" grpId="0"/>
      <p:bldP spid="493" grpId="0"/>
      <p:bldP spid="494" grpId="0"/>
      <p:bldP spid="495" grpId="0"/>
      <p:bldP spid="496" grpId="0"/>
      <p:bldP spid="497" grpId="0"/>
      <p:bldP spid="498" grpId="0"/>
      <p:bldP spid="499" grpId="0"/>
      <p:bldP spid="500" grpId="0"/>
      <p:bldP spid="501" grpId="0"/>
      <p:bldP spid="502" grpId="0"/>
      <p:bldP spid="503" grpId="0"/>
      <p:bldP spid="504" grpId="0"/>
      <p:bldP spid="505" grpId="0"/>
      <p:bldP spid="506" grpId="0"/>
      <p:bldP spid="507" grpId="0"/>
      <p:bldP spid="508" grpId="0"/>
      <p:bldP spid="509" grpId="0"/>
      <p:bldP spid="510" grpId="0"/>
      <p:bldP spid="511" grpId="0"/>
      <p:bldP spid="512" grpId="0"/>
      <p:bldP spid="513" grpId="0"/>
      <p:bldP spid="514" grpId="0"/>
      <p:bldP spid="515" grpId="0"/>
      <p:bldP spid="516" grpId="0"/>
      <p:bldP spid="517" grpId="0"/>
      <p:bldP spid="518" grpId="0"/>
      <p:bldP spid="519" grpId="0"/>
      <p:bldP spid="520" grpId="0"/>
      <p:bldP spid="521" grpId="0"/>
      <p:bldP spid="522" grpId="0"/>
      <p:bldP spid="523" grpId="0"/>
      <p:bldP spid="524" grpId="0"/>
      <p:bldP spid="525" grpId="0"/>
      <p:bldP spid="526" grpId="0"/>
      <p:bldP spid="527" grpId="0"/>
      <p:bldP spid="528" grpId="0"/>
      <p:bldP spid="529" grpId="0"/>
      <p:bldP spid="530" grpId="0"/>
      <p:bldP spid="531" grpId="0"/>
      <p:bldP spid="532" grpId="0"/>
      <p:bldP spid="533" grpId="0"/>
      <p:bldP spid="534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" name="anim_to9482_0_1">
            <a:extLst>
              <a:ext uri="{FF2B5EF4-FFF2-40B4-BE49-F238E27FC236}">
                <a16:creationId xmlns:a16="http://schemas.microsoft.com/office/drawing/2014/main" id="{5156467C-768D-4FDD-AF85-B56BC29BB81E}"/>
              </a:ext>
            </a:extLst>
          </p:cNvPr>
          <p:cNvSpPr>
            <a:spLocks noGrp="1"/>
          </p:cNvSpPr>
          <p:nvPr/>
        </p:nvSpPr>
        <p:spPr>
          <a:xfrm>
            <a:off x="2075408" y="487713"/>
            <a:ext cx="8060233" cy="86819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46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469" b="1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5469" b="1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Effective Kernel Size</a:t>
            </a:r>
          </a:p>
        </p:txBody>
      </p:sp>
      <p:sp>
        <p:nvSpPr>
          <p:cNvPr id="2" name="anim_to9505_0_1">
            <a:extLst>
              <a:ext uri="{FF2B5EF4-FFF2-40B4-BE49-F238E27FC236}">
                <a16:creationId xmlns:a16="http://schemas.microsoft.com/office/drawing/2014/main" id="{EE6D3955-8C2F-4AAF-8681-3C72A9148E5A}"/>
              </a:ext>
            </a:extLst>
          </p:cNvPr>
          <p:cNvSpPr>
            <a:spLocks noGrp="1"/>
          </p:cNvSpPr>
          <p:nvPr/>
        </p:nvSpPr>
        <p:spPr>
          <a:xfrm>
            <a:off x="2911261" y="2497826"/>
            <a:ext cx="397340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K</a:t>
            </a:r>
          </a:p>
        </p:txBody>
      </p:sp>
      <p:sp>
        <p:nvSpPr>
          <p:cNvPr id="3" name="anim_to9508_0_1">
            <a:extLst>
              <a:ext uri="{FF2B5EF4-FFF2-40B4-BE49-F238E27FC236}">
                <a16:creationId xmlns:a16="http://schemas.microsoft.com/office/drawing/2014/main" id="{FB0CDCB8-78EB-4143-B26B-06F1471965BA}"/>
              </a:ext>
            </a:extLst>
          </p:cNvPr>
          <p:cNvSpPr>
            <a:spLocks noGrp="1"/>
          </p:cNvSpPr>
          <p:nvPr/>
        </p:nvSpPr>
        <p:spPr>
          <a:xfrm>
            <a:off x="3270501" y="2738888"/>
            <a:ext cx="217863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4" name="anim_to9510_0_1">
            <a:extLst>
              <a:ext uri="{FF2B5EF4-FFF2-40B4-BE49-F238E27FC236}">
                <a16:creationId xmlns:a16="http://schemas.microsoft.com/office/drawing/2014/main" id="{0BB56430-FD5A-46A8-A50B-1F349745B4FC}"/>
              </a:ext>
            </a:extLst>
          </p:cNvPr>
          <p:cNvSpPr>
            <a:spLocks noGrp="1"/>
          </p:cNvSpPr>
          <p:nvPr/>
        </p:nvSpPr>
        <p:spPr>
          <a:xfrm>
            <a:off x="3450264" y="2738888"/>
            <a:ext cx="151147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5" name="anim_to9512_0_1">
            <a:extLst>
              <a:ext uri="{FF2B5EF4-FFF2-40B4-BE49-F238E27FC236}">
                <a16:creationId xmlns:a16="http://schemas.microsoft.com/office/drawing/2014/main" id="{BF9C7A37-E5AC-4C9C-80BF-82D39D35169A}"/>
              </a:ext>
            </a:extLst>
          </p:cNvPr>
          <p:cNvSpPr>
            <a:spLocks noGrp="1"/>
          </p:cNvSpPr>
          <p:nvPr/>
        </p:nvSpPr>
        <p:spPr>
          <a:xfrm>
            <a:off x="3563311" y="2738888"/>
            <a:ext cx="151147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6" name="anim_to9516_0_1">
            <a:extLst>
              <a:ext uri="{FF2B5EF4-FFF2-40B4-BE49-F238E27FC236}">
                <a16:creationId xmlns:a16="http://schemas.microsoft.com/office/drawing/2014/main" id="{02A21CF8-422F-46A2-8F65-842C1F5EABDC}"/>
              </a:ext>
            </a:extLst>
          </p:cNvPr>
          <p:cNvSpPr>
            <a:spLocks noGrp="1"/>
          </p:cNvSpPr>
          <p:nvPr/>
        </p:nvSpPr>
        <p:spPr>
          <a:xfrm>
            <a:off x="3801806" y="2497826"/>
            <a:ext cx="465767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7" name="anim_to9520_0_1">
            <a:extLst>
              <a:ext uri="{FF2B5EF4-FFF2-40B4-BE49-F238E27FC236}">
                <a16:creationId xmlns:a16="http://schemas.microsoft.com/office/drawing/2014/main" id="{CD7E9D4B-023C-43F7-A0F6-5329362D6CF8}"/>
              </a:ext>
            </a:extLst>
          </p:cNvPr>
          <p:cNvSpPr>
            <a:spLocks noGrp="1"/>
          </p:cNvSpPr>
          <p:nvPr/>
        </p:nvSpPr>
        <p:spPr>
          <a:xfrm>
            <a:off x="4354922" y="2497826"/>
            <a:ext cx="397340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K</a:t>
            </a:r>
          </a:p>
        </p:txBody>
      </p:sp>
      <p:sp>
        <p:nvSpPr>
          <p:cNvPr id="8" name="anim_to9524_0_1">
            <a:extLst>
              <a:ext uri="{FF2B5EF4-FFF2-40B4-BE49-F238E27FC236}">
                <a16:creationId xmlns:a16="http://schemas.microsoft.com/office/drawing/2014/main" id="{1538DB75-1ACC-492B-AB21-1C3B05FBE6E0}"/>
              </a:ext>
            </a:extLst>
          </p:cNvPr>
          <p:cNvSpPr>
            <a:spLocks noGrp="1"/>
          </p:cNvSpPr>
          <p:nvPr/>
        </p:nvSpPr>
        <p:spPr>
          <a:xfrm>
            <a:off x="4839612" y="2497826"/>
            <a:ext cx="465767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9" name="anim_to9528_0_1">
            <a:extLst>
              <a:ext uri="{FF2B5EF4-FFF2-40B4-BE49-F238E27FC236}">
                <a16:creationId xmlns:a16="http://schemas.microsoft.com/office/drawing/2014/main" id="{9E5A48D6-657C-4A03-87B8-9A36061AF0D9}"/>
              </a:ext>
            </a:extLst>
          </p:cNvPr>
          <p:cNvSpPr>
            <a:spLocks noGrp="1"/>
          </p:cNvSpPr>
          <p:nvPr/>
        </p:nvSpPr>
        <p:spPr>
          <a:xfrm>
            <a:off x="5392728" y="2497826"/>
            <a:ext cx="27759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10" name="anim_to9530_0_1">
            <a:extLst>
              <a:ext uri="{FF2B5EF4-FFF2-40B4-BE49-F238E27FC236}">
                <a16:creationId xmlns:a16="http://schemas.microsoft.com/office/drawing/2014/main" id="{90488F55-7E27-4ED2-9D77-88910903385D}"/>
              </a:ext>
            </a:extLst>
          </p:cNvPr>
          <p:cNvSpPr>
            <a:spLocks noGrp="1"/>
          </p:cNvSpPr>
          <p:nvPr/>
        </p:nvSpPr>
        <p:spPr>
          <a:xfrm>
            <a:off x="5632221" y="2497826"/>
            <a:ext cx="397340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K</a:t>
            </a:r>
          </a:p>
        </p:txBody>
      </p:sp>
      <p:sp>
        <p:nvSpPr>
          <p:cNvPr id="11" name="anim_to9534_0_1">
            <a:extLst>
              <a:ext uri="{FF2B5EF4-FFF2-40B4-BE49-F238E27FC236}">
                <a16:creationId xmlns:a16="http://schemas.microsoft.com/office/drawing/2014/main" id="{94C26BD6-DEF6-4D9F-93CE-789433D7EC2B}"/>
              </a:ext>
            </a:extLst>
          </p:cNvPr>
          <p:cNvSpPr>
            <a:spLocks noGrp="1"/>
          </p:cNvSpPr>
          <p:nvPr/>
        </p:nvSpPr>
        <p:spPr>
          <a:xfrm>
            <a:off x="6116911" y="2497826"/>
            <a:ext cx="229125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-</a:t>
            </a:r>
          </a:p>
        </p:txBody>
      </p:sp>
      <p:sp>
        <p:nvSpPr>
          <p:cNvPr id="12" name="anim_to9538_0_1">
            <a:extLst>
              <a:ext uri="{FF2B5EF4-FFF2-40B4-BE49-F238E27FC236}">
                <a16:creationId xmlns:a16="http://schemas.microsoft.com/office/drawing/2014/main" id="{2452F77B-898D-496A-A380-1AEEF148E367}"/>
              </a:ext>
            </a:extLst>
          </p:cNvPr>
          <p:cNvSpPr>
            <a:spLocks noGrp="1"/>
          </p:cNvSpPr>
          <p:nvPr/>
        </p:nvSpPr>
        <p:spPr>
          <a:xfrm>
            <a:off x="6433384" y="2497826"/>
            <a:ext cx="35457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13" name="anim_to9540_0_1">
            <a:extLst>
              <a:ext uri="{FF2B5EF4-FFF2-40B4-BE49-F238E27FC236}">
                <a16:creationId xmlns:a16="http://schemas.microsoft.com/office/drawing/2014/main" id="{F2F5CCBB-83F5-4515-BF3B-BFE7444EFFD1}"/>
              </a:ext>
            </a:extLst>
          </p:cNvPr>
          <p:cNvSpPr>
            <a:spLocks noGrp="1"/>
          </p:cNvSpPr>
          <p:nvPr/>
        </p:nvSpPr>
        <p:spPr>
          <a:xfrm>
            <a:off x="6749858" y="2497826"/>
            <a:ext cx="27759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14" name="anim_to9544_0_1">
            <a:extLst>
              <a:ext uri="{FF2B5EF4-FFF2-40B4-BE49-F238E27FC236}">
                <a16:creationId xmlns:a16="http://schemas.microsoft.com/office/drawing/2014/main" id="{D4035629-2CDE-40E7-A359-60226A8F528D}"/>
              </a:ext>
            </a:extLst>
          </p:cNvPr>
          <p:cNvSpPr>
            <a:spLocks noGrp="1"/>
          </p:cNvSpPr>
          <p:nvPr/>
        </p:nvSpPr>
        <p:spPr>
          <a:xfrm>
            <a:off x="7114800" y="2497826"/>
            <a:ext cx="445809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15" name="anim_to9548_0_1">
            <a:extLst>
              <a:ext uri="{FF2B5EF4-FFF2-40B4-BE49-F238E27FC236}">
                <a16:creationId xmlns:a16="http://schemas.microsoft.com/office/drawing/2014/main" id="{10F724AB-C6E4-475B-BEC8-CAC5B3FAEA66}"/>
              </a:ext>
            </a:extLst>
          </p:cNvPr>
          <p:cNvSpPr>
            <a:spLocks noGrp="1"/>
          </p:cNvSpPr>
          <p:nvPr/>
        </p:nvSpPr>
        <p:spPr>
          <a:xfrm>
            <a:off x="7647959" y="2497826"/>
            <a:ext cx="27759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16" name="anim_to9550_0_1">
            <a:extLst>
              <a:ext uri="{FF2B5EF4-FFF2-40B4-BE49-F238E27FC236}">
                <a16:creationId xmlns:a16="http://schemas.microsoft.com/office/drawing/2014/main" id="{A35650D3-D2C1-44DA-BCF8-643BDC0F2575}"/>
              </a:ext>
            </a:extLst>
          </p:cNvPr>
          <p:cNvSpPr>
            <a:spLocks noGrp="1"/>
          </p:cNvSpPr>
          <p:nvPr/>
        </p:nvSpPr>
        <p:spPr>
          <a:xfrm>
            <a:off x="7887452" y="2497826"/>
            <a:ext cx="414447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D</a:t>
            </a:r>
          </a:p>
        </p:txBody>
      </p:sp>
      <p:sp>
        <p:nvSpPr>
          <p:cNvPr id="17" name="anim_to9554_0_1">
            <a:extLst>
              <a:ext uri="{FF2B5EF4-FFF2-40B4-BE49-F238E27FC236}">
                <a16:creationId xmlns:a16="http://schemas.microsoft.com/office/drawing/2014/main" id="{44C2D556-6A78-4C85-BAED-CF518D5FCA11}"/>
              </a:ext>
            </a:extLst>
          </p:cNvPr>
          <p:cNvSpPr>
            <a:spLocks noGrp="1"/>
          </p:cNvSpPr>
          <p:nvPr/>
        </p:nvSpPr>
        <p:spPr>
          <a:xfrm>
            <a:off x="8389248" y="2497826"/>
            <a:ext cx="229125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-</a:t>
            </a:r>
          </a:p>
        </p:txBody>
      </p:sp>
      <p:sp>
        <p:nvSpPr>
          <p:cNvPr id="18" name="anim_to9558_0_1">
            <a:extLst>
              <a:ext uri="{FF2B5EF4-FFF2-40B4-BE49-F238E27FC236}">
                <a16:creationId xmlns:a16="http://schemas.microsoft.com/office/drawing/2014/main" id="{A01B25AF-D301-48D0-A085-A62E7EB6FC8E}"/>
              </a:ext>
            </a:extLst>
          </p:cNvPr>
          <p:cNvSpPr>
            <a:spLocks noGrp="1"/>
          </p:cNvSpPr>
          <p:nvPr/>
        </p:nvSpPr>
        <p:spPr>
          <a:xfrm>
            <a:off x="8705722" y="2497826"/>
            <a:ext cx="35457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19" name="anim_to9560_0_1">
            <a:extLst>
              <a:ext uri="{FF2B5EF4-FFF2-40B4-BE49-F238E27FC236}">
                <a16:creationId xmlns:a16="http://schemas.microsoft.com/office/drawing/2014/main" id="{E7A7183F-63AE-4236-A3CF-36CFBB2E5891}"/>
              </a:ext>
            </a:extLst>
          </p:cNvPr>
          <p:cNvSpPr>
            <a:spLocks noGrp="1"/>
          </p:cNvSpPr>
          <p:nvPr/>
        </p:nvSpPr>
        <p:spPr>
          <a:xfrm>
            <a:off x="9022195" y="2497826"/>
            <a:ext cx="27759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20" name="anim_to9563_0_1">
            <a:extLst>
              <a:ext uri="{FF2B5EF4-FFF2-40B4-BE49-F238E27FC236}">
                <a16:creationId xmlns:a16="http://schemas.microsoft.com/office/drawing/2014/main" id="{D75178D9-C943-4E3A-ABEF-44143B7CE27C}"/>
              </a:ext>
            </a:extLst>
          </p:cNvPr>
          <p:cNvSpPr>
            <a:spLocks noGrp="1"/>
          </p:cNvSpPr>
          <p:nvPr/>
        </p:nvSpPr>
        <p:spPr>
          <a:xfrm>
            <a:off x="1724271" y="3318377"/>
            <a:ext cx="8762507" cy="58318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674" b="0">
                <a:solidFill>
                  <a:srgbClr val="FFEA94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674" b="0">
                <a:solidFill>
                  <a:srgbClr val="FFEA94"/>
                </a:solidFill>
                <a:latin typeface="Consolas"/>
                <a:ea typeface="Consolas"/>
                <a:cs typeface="Consolas"/>
              </a:defRPr>
            </a:pPr>
            <a:r>
              <a:rPr sz="3674" b="0">
                <a:solidFill>
                  <a:srgbClr val="FFEA94"/>
                </a:solidFill>
                <a:latin typeface="Consolas"/>
                <a:ea typeface="Consolas"/>
                <a:cs typeface="Consolas"/>
              </a:rPr>
              <a:t>K = kernel size, D = dilation rate</a:t>
            </a:r>
          </a:p>
        </p:txBody>
      </p:sp>
      <p:sp>
        <p:nvSpPr>
          <p:cNvPr id="21" name="anim_to9599_0_1">
            <a:extLst>
              <a:ext uri="{FF2B5EF4-FFF2-40B4-BE49-F238E27FC236}">
                <a16:creationId xmlns:a16="http://schemas.microsoft.com/office/drawing/2014/main" id="{4EBA092E-AB50-4C3E-B618-22F7EC680EC9}"/>
              </a:ext>
            </a:extLst>
          </p:cNvPr>
          <p:cNvSpPr>
            <a:spLocks noGrp="1"/>
          </p:cNvSpPr>
          <p:nvPr/>
        </p:nvSpPr>
        <p:spPr>
          <a:xfrm>
            <a:off x="3504982" y="4298535"/>
            <a:ext cx="336964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rPr>
              <a:t>D</a:t>
            </a:r>
          </a:p>
        </p:txBody>
      </p:sp>
      <p:sp>
        <p:nvSpPr>
          <p:cNvPr id="22" name="anim_to9601_0_1">
            <a:extLst>
              <a:ext uri="{FF2B5EF4-FFF2-40B4-BE49-F238E27FC236}">
                <a16:creationId xmlns:a16="http://schemas.microsoft.com/office/drawing/2014/main" id="{29CF2BD5-CCE2-4503-8CA1-2FEDD6D103C7}"/>
              </a:ext>
            </a:extLst>
          </p:cNvPr>
          <p:cNvSpPr>
            <a:spLocks noGrp="1"/>
          </p:cNvSpPr>
          <p:nvPr/>
        </p:nvSpPr>
        <p:spPr>
          <a:xfrm>
            <a:off x="3803846" y="4298535"/>
            <a:ext cx="377718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23" name="anim_to9603_0_1">
            <a:extLst>
              <a:ext uri="{FF2B5EF4-FFF2-40B4-BE49-F238E27FC236}">
                <a16:creationId xmlns:a16="http://schemas.microsoft.com/office/drawing/2014/main" id="{B7DED211-C633-43B0-8C20-AFCAC27290A5}"/>
              </a:ext>
            </a:extLst>
          </p:cNvPr>
          <p:cNvSpPr>
            <a:spLocks noGrp="1"/>
          </p:cNvSpPr>
          <p:nvPr/>
        </p:nvSpPr>
        <p:spPr>
          <a:xfrm>
            <a:off x="4143464" y="4298535"/>
            <a:ext cx="289417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24" name="anim_to9605_0_1">
            <a:extLst>
              <a:ext uri="{FF2B5EF4-FFF2-40B4-BE49-F238E27FC236}">
                <a16:creationId xmlns:a16="http://schemas.microsoft.com/office/drawing/2014/main" id="{DE59D617-6E58-44FC-90D3-706D52DD78EF}"/>
              </a:ext>
            </a:extLst>
          </p:cNvPr>
          <p:cNvSpPr>
            <a:spLocks noGrp="1"/>
          </p:cNvSpPr>
          <p:nvPr/>
        </p:nvSpPr>
        <p:spPr>
          <a:xfrm>
            <a:off x="4394781" y="4298535"/>
            <a:ext cx="160362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rPr>
              <a:t>:</a:t>
            </a:r>
          </a:p>
        </p:txBody>
      </p:sp>
      <p:sp>
        <p:nvSpPr>
          <p:cNvPr id="25" name="anim_to9614_0_1">
            <a:extLst>
              <a:ext uri="{FF2B5EF4-FFF2-40B4-BE49-F238E27FC236}">
                <a16:creationId xmlns:a16="http://schemas.microsoft.com/office/drawing/2014/main" id="{5848D6ED-C834-4A95-91CA-2E88F4CC48A7}"/>
              </a:ext>
            </a:extLst>
          </p:cNvPr>
          <p:cNvSpPr>
            <a:spLocks noGrp="1"/>
          </p:cNvSpPr>
          <p:nvPr/>
        </p:nvSpPr>
        <p:spPr>
          <a:xfrm>
            <a:off x="4915529" y="4298535"/>
            <a:ext cx="323379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rPr>
              <a:t>K</a:t>
            </a:r>
          </a:p>
        </p:txBody>
      </p:sp>
      <p:sp>
        <p:nvSpPr>
          <p:cNvPr id="26" name="anim_to9617_0_1">
            <a:extLst>
              <a:ext uri="{FF2B5EF4-FFF2-40B4-BE49-F238E27FC236}">
                <a16:creationId xmlns:a16="http://schemas.microsoft.com/office/drawing/2014/main" id="{C94724D4-531C-4EBA-8263-8BB0DBE3AF55}"/>
              </a:ext>
            </a:extLst>
          </p:cNvPr>
          <p:cNvSpPr>
            <a:spLocks noGrp="1"/>
          </p:cNvSpPr>
          <p:nvPr/>
        </p:nvSpPr>
        <p:spPr>
          <a:xfrm>
            <a:off x="5200808" y="4489966"/>
            <a:ext cx="180853" cy="36791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18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318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pPr>
            <a:r>
              <a:rPr sz="2318" b="0">
                <a:solidFill>
                  <a:srgbClr val="FF6B6B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27" name="anim_to9619_0_1">
            <a:extLst>
              <a:ext uri="{FF2B5EF4-FFF2-40B4-BE49-F238E27FC236}">
                <a16:creationId xmlns:a16="http://schemas.microsoft.com/office/drawing/2014/main" id="{654D9A28-D3DF-44F1-BB60-662CEE6226B2}"/>
              </a:ext>
            </a:extLst>
          </p:cNvPr>
          <p:cNvSpPr>
            <a:spLocks noGrp="1"/>
          </p:cNvSpPr>
          <p:nvPr/>
        </p:nvSpPr>
        <p:spPr>
          <a:xfrm>
            <a:off x="5343561" y="4489966"/>
            <a:ext cx="127872" cy="36791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18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318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pPr>
            <a:r>
              <a:rPr sz="2318" b="0">
                <a:solidFill>
                  <a:srgbClr val="FF6B6B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28" name="anim_to9621_0_1">
            <a:extLst>
              <a:ext uri="{FF2B5EF4-FFF2-40B4-BE49-F238E27FC236}">
                <a16:creationId xmlns:a16="http://schemas.microsoft.com/office/drawing/2014/main" id="{24C06A5A-658B-4ED9-B45C-5DD4D6B0B8FD}"/>
              </a:ext>
            </a:extLst>
          </p:cNvPr>
          <p:cNvSpPr>
            <a:spLocks noGrp="1"/>
          </p:cNvSpPr>
          <p:nvPr/>
        </p:nvSpPr>
        <p:spPr>
          <a:xfrm>
            <a:off x="5433333" y="4489966"/>
            <a:ext cx="127872" cy="36791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18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318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pPr>
            <a:r>
              <a:rPr sz="2318" b="0">
                <a:solidFill>
                  <a:srgbClr val="FF6B6B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29" name="anim_to9625_0_1">
            <a:extLst>
              <a:ext uri="{FF2B5EF4-FFF2-40B4-BE49-F238E27FC236}">
                <a16:creationId xmlns:a16="http://schemas.microsoft.com/office/drawing/2014/main" id="{718263F4-6773-483D-8F95-42C4E774B97C}"/>
              </a:ext>
            </a:extLst>
          </p:cNvPr>
          <p:cNvSpPr>
            <a:spLocks noGrp="1"/>
          </p:cNvSpPr>
          <p:nvPr/>
        </p:nvSpPr>
        <p:spPr>
          <a:xfrm>
            <a:off x="5622727" y="4298535"/>
            <a:ext cx="377718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30" name="anim_to9629_0_1">
            <a:extLst>
              <a:ext uri="{FF2B5EF4-FFF2-40B4-BE49-F238E27FC236}">
                <a16:creationId xmlns:a16="http://schemas.microsoft.com/office/drawing/2014/main" id="{DDCDC570-21C9-4918-9514-B77A42469FE8}"/>
              </a:ext>
            </a:extLst>
          </p:cNvPr>
          <p:cNvSpPr>
            <a:spLocks noGrp="1"/>
          </p:cNvSpPr>
          <p:nvPr/>
        </p:nvSpPr>
        <p:spPr>
          <a:xfrm>
            <a:off x="6061966" y="4298535"/>
            <a:ext cx="289417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rPr>
              <a:t>3</a:t>
            </a:r>
          </a:p>
        </p:txBody>
      </p:sp>
      <p:sp>
        <p:nvSpPr>
          <p:cNvPr id="31" name="anim_to9633_0_1">
            <a:extLst>
              <a:ext uri="{FF2B5EF4-FFF2-40B4-BE49-F238E27FC236}">
                <a16:creationId xmlns:a16="http://schemas.microsoft.com/office/drawing/2014/main" id="{263FA376-6ACA-4B5A-8CF9-3A2915F322C4}"/>
              </a:ext>
            </a:extLst>
          </p:cNvPr>
          <p:cNvSpPr>
            <a:spLocks noGrp="1"/>
          </p:cNvSpPr>
          <p:nvPr/>
        </p:nvSpPr>
        <p:spPr>
          <a:xfrm>
            <a:off x="6412904" y="4298535"/>
            <a:ext cx="377718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32" name="anim_to9637_0_1">
            <a:extLst>
              <a:ext uri="{FF2B5EF4-FFF2-40B4-BE49-F238E27FC236}">
                <a16:creationId xmlns:a16="http://schemas.microsoft.com/office/drawing/2014/main" id="{E145546A-6E7F-45C5-B3A5-1F42CD5AA894}"/>
              </a:ext>
            </a:extLst>
          </p:cNvPr>
          <p:cNvSpPr>
            <a:spLocks noGrp="1"/>
          </p:cNvSpPr>
          <p:nvPr/>
        </p:nvSpPr>
        <p:spPr>
          <a:xfrm>
            <a:off x="6852144" y="4298535"/>
            <a:ext cx="289417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rPr>
              <a:t>2</a:t>
            </a:r>
          </a:p>
        </p:txBody>
      </p:sp>
      <p:sp>
        <p:nvSpPr>
          <p:cNvPr id="33" name="anim_to9641_0_1">
            <a:extLst>
              <a:ext uri="{FF2B5EF4-FFF2-40B4-BE49-F238E27FC236}">
                <a16:creationId xmlns:a16="http://schemas.microsoft.com/office/drawing/2014/main" id="{F48046C3-A655-4997-B9E8-02F50642202E}"/>
              </a:ext>
            </a:extLst>
          </p:cNvPr>
          <p:cNvSpPr>
            <a:spLocks noGrp="1"/>
          </p:cNvSpPr>
          <p:nvPr/>
        </p:nvSpPr>
        <p:spPr>
          <a:xfrm>
            <a:off x="7203082" y="4298535"/>
            <a:ext cx="361869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34" name="anim_to9645_0_1">
            <a:extLst>
              <a:ext uri="{FF2B5EF4-FFF2-40B4-BE49-F238E27FC236}">
                <a16:creationId xmlns:a16="http://schemas.microsoft.com/office/drawing/2014/main" id="{EA5B75ED-441B-4691-8C02-76D7B521F00E}"/>
              </a:ext>
            </a:extLst>
          </p:cNvPr>
          <p:cNvSpPr>
            <a:spLocks noGrp="1"/>
          </p:cNvSpPr>
          <p:nvPr/>
        </p:nvSpPr>
        <p:spPr>
          <a:xfrm>
            <a:off x="7626473" y="4298535"/>
            <a:ext cx="289417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rPr>
              <a:t>0</a:t>
            </a:r>
          </a:p>
        </p:txBody>
      </p:sp>
      <p:sp>
        <p:nvSpPr>
          <p:cNvPr id="35" name="anim_to9649_0_1">
            <a:extLst>
              <a:ext uri="{FF2B5EF4-FFF2-40B4-BE49-F238E27FC236}">
                <a16:creationId xmlns:a16="http://schemas.microsoft.com/office/drawing/2014/main" id="{5CB82195-74FD-46AD-9BEE-08D806FB2E27}"/>
              </a:ext>
            </a:extLst>
          </p:cNvPr>
          <p:cNvSpPr>
            <a:spLocks noGrp="1"/>
          </p:cNvSpPr>
          <p:nvPr/>
        </p:nvSpPr>
        <p:spPr>
          <a:xfrm>
            <a:off x="7977411" y="4298535"/>
            <a:ext cx="377718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36" name="anim_to9653_0_1">
            <a:extLst>
              <a:ext uri="{FF2B5EF4-FFF2-40B4-BE49-F238E27FC236}">
                <a16:creationId xmlns:a16="http://schemas.microsoft.com/office/drawing/2014/main" id="{49A03401-9B68-4608-A28A-5F8E7882285F}"/>
              </a:ext>
            </a:extLst>
          </p:cNvPr>
          <p:cNvSpPr>
            <a:spLocks noGrp="1"/>
          </p:cNvSpPr>
          <p:nvPr/>
        </p:nvSpPr>
        <p:spPr>
          <a:xfrm>
            <a:off x="8416650" y="4298535"/>
            <a:ext cx="289417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FF6B6B"/>
                </a:solidFill>
                <a:latin typeface="Cambria Math"/>
                <a:ea typeface="Cambria Math"/>
                <a:cs typeface="Cambria Math"/>
              </a:rPr>
              <a:t>3</a:t>
            </a:r>
          </a:p>
        </p:txBody>
      </p:sp>
      <p:sp>
        <p:nvSpPr>
          <p:cNvPr id="37" name="anim_to9657_0_1">
            <a:extLst>
              <a:ext uri="{FF2B5EF4-FFF2-40B4-BE49-F238E27FC236}">
                <a16:creationId xmlns:a16="http://schemas.microsoft.com/office/drawing/2014/main" id="{56756AE5-036E-4C1E-A1AD-58598459CA07}"/>
              </a:ext>
            </a:extLst>
          </p:cNvPr>
          <p:cNvSpPr>
            <a:spLocks noGrp="1"/>
          </p:cNvSpPr>
          <p:nvPr/>
        </p:nvSpPr>
        <p:spPr>
          <a:xfrm>
            <a:off x="3504982" y="4883462"/>
            <a:ext cx="336964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D</a:t>
            </a:r>
          </a:p>
        </p:txBody>
      </p:sp>
      <p:sp>
        <p:nvSpPr>
          <p:cNvPr id="38" name="anim_to9659_0_1">
            <a:extLst>
              <a:ext uri="{FF2B5EF4-FFF2-40B4-BE49-F238E27FC236}">
                <a16:creationId xmlns:a16="http://schemas.microsoft.com/office/drawing/2014/main" id="{2145C252-61C2-4A3D-A476-A6B26789DFA8}"/>
              </a:ext>
            </a:extLst>
          </p:cNvPr>
          <p:cNvSpPr>
            <a:spLocks noGrp="1"/>
          </p:cNvSpPr>
          <p:nvPr/>
        </p:nvSpPr>
        <p:spPr>
          <a:xfrm>
            <a:off x="3803846" y="4883462"/>
            <a:ext cx="377718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39" name="anim_to9661_0_1">
            <a:extLst>
              <a:ext uri="{FF2B5EF4-FFF2-40B4-BE49-F238E27FC236}">
                <a16:creationId xmlns:a16="http://schemas.microsoft.com/office/drawing/2014/main" id="{37BAC9BD-D194-457E-81E8-ED287B4E1408}"/>
              </a:ext>
            </a:extLst>
          </p:cNvPr>
          <p:cNvSpPr>
            <a:spLocks noGrp="1"/>
          </p:cNvSpPr>
          <p:nvPr/>
        </p:nvSpPr>
        <p:spPr>
          <a:xfrm>
            <a:off x="4143464" y="4883462"/>
            <a:ext cx="289417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2</a:t>
            </a:r>
          </a:p>
        </p:txBody>
      </p:sp>
      <p:sp>
        <p:nvSpPr>
          <p:cNvPr id="40" name="anim_to9663_0_1">
            <a:extLst>
              <a:ext uri="{FF2B5EF4-FFF2-40B4-BE49-F238E27FC236}">
                <a16:creationId xmlns:a16="http://schemas.microsoft.com/office/drawing/2014/main" id="{11398E33-A8FD-4C84-9630-4CF885712AC1}"/>
              </a:ext>
            </a:extLst>
          </p:cNvPr>
          <p:cNvSpPr>
            <a:spLocks noGrp="1"/>
          </p:cNvSpPr>
          <p:nvPr/>
        </p:nvSpPr>
        <p:spPr>
          <a:xfrm>
            <a:off x="4394781" y="4883462"/>
            <a:ext cx="160362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:</a:t>
            </a:r>
          </a:p>
        </p:txBody>
      </p:sp>
      <p:sp>
        <p:nvSpPr>
          <p:cNvPr id="41" name="anim_to9672_0_1">
            <a:extLst>
              <a:ext uri="{FF2B5EF4-FFF2-40B4-BE49-F238E27FC236}">
                <a16:creationId xmlns:a16="http://schemas.microsoft.com/office/drawing/2014/main" id="{4414D104-FC54-4D74-953B-398C272FA458}"/>
              </a:ext>
            </a:extLst>
          </p:cNvPr>
          <p:cNvSpPr>
            <a:spLocks noGrp="1"/>
          </p:cNvSpPr>
          <p:nvPr/>
        </p:nvSpPr>
        <p:spPr>
          <a:xfrm>
            <a:off x="4915529" y="4883462"/>
            <a:ext cx="323379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K</a:t>
            </a:r>
          </a:p>
        </p:txBody>
      </p:sp>
      <p:sp>
        <p:nvSpPr>
          <p:cNvPr id="42" name="anim_to9675_0_1">
            <a:extLst>
              <a:ext uri="{FF2B5EF4-FFF2-40B4-BE49-F238E27FC236}">
                <a16:creationId xmlns:a16="http://schemas.microsoft.com/office/drawing/2014/main" id="{A50966F7-FBD0-4BE7-AFC9-589E59B97759}"/>
              </a:ext>
            </a:extLst>
          </p:cNvPr>
          <p:cNvSpPr>
            <a:spLocks noGrp="1"/>
          </p:cNvSpPr>
          <p:nvPr/>
        </p:nvSpPr>
        <p:spPr>
          <a:xfrm>
            <a:off x="5200808" y="5074894"/>
            <a:ext cx="180853" cy="36791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3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23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43" name="anim_to9677_0_1">
            <a:extLst>
              <a:ext uri="{FF2B5EF4-FFF2-40B4-BE49-F238E27FC236}">
                <a16:creationId xmlns:a16="http://schemas.microsoft.com/office/drawing/2014/main" id="{BF193D96-2AEB-466E-B4EA-9B83F36663D5}"/>
              </a:ext>
            </a:extLst>
          </p:cNvPr>
          <p:cNvSpPr>
            <a:spLocks noGrp="1"/>
          </p:cNvSpPr>
          <p:nvPr/>
        </p:nvSpPr>
        <p:spPr>
          <a:xfrm>
            <a:off x="5343561" y="5074894"/>
            <a:ext cx="127872" cy="36791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3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23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44" name="anim_to9679_0_1">
            <a:extLst>
              <a:ext uri="{FF2B5EF4-FFF2-40B4-BE49-F238E27FC236}">
                <a16:creationId xmlns:a16="http://schemas.microsoft.com/office/drawing/2014/main" id="{BCB0BF09-DACD-4F97-AC7C-CD7BE5D840EA}"/>
              </a:ext>
            </a:extLst>
          </p:cNvPr>
          <p:cNvSpPr>
            <a:spLocks noGrp="1"/>
          </p:cNvSpPr>
          <p:nvPr/>
        </p:nvSpPr>
        <p:spPr>
          <a:xfrm>
            <a:off x="5433333" y="5074894"/>
            <a:ext cx="127872" cy="36791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3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23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45" name="anim_to9683_0_1">
            <a:extLst>
              <a:ext uri="{FF2B5EF4-FFF2-40B4-BE49-F238E27FC236}">
                <a16:creationId xmlns:a16="http://schemas.microsoft.com/office/drawing/2014/main" id="{F9D98902-A78B-447C-9152-08164472669C}"/>
              </a:ext>
            </a:extLst>
          </p:cNvPr>
          <p:cNvSpPr>
            <a:spLocks noGrp="1"/>
          </p:cNvSpPr>
          <p:nvPr/>
        </p:nvSpPr>
        <p:spPr>
          <a:xfrm>
            <a:off x="5622727" y="4883462"/>
            <a:ext cx="377718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46" name="anim_to9687_0_1">
            <a:extLst>
              <a:ext uri="{FF2B5EF4-FFF2-40B4-BE49-F238E27FC236}">
                <a16:creationId xmlns:a16="http://schemas.microsoft.com/office/drawing/2014/main" id="{F68F29FC-2A05-405A-90BB-9D87CDE643D8}"/>
              </a:ext>
            </a:extLst>
          </p:cNvPr>
          <p:cNvSpPr>
            <a:spLocks noGrp="1"/>
          </p:cNvSpPr>
          <p:nvPr/>
        </p:nvSpPr>
        <p:spPr>
          <a:xfrm>
            <a:off x="6061966" y="4883462"/>
            <a:ext cx="289417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3</a:t>
            </a:r>
          </a:p>
        </p:txBody>
      </p:sp>
      <p:sp>
        <p:nvSpPr>
          <p:cNvPr id="47" name="anim_to9691_0_1">
            <a:extLst>
              <a:ext uri="{FF2B5EF4-FFF2-40B4-BE49-F238E27FC236}">
                <a16:creationId xmlns:a16="http://schemas.microsoft.com/office/drawing/2014/main" id="{286CF3C0-628B-4402-A58D-B8AF8C995C1D}"/>
              </a:ext>
            </a:extLst>
          </p:cNvPr>
          <p:cNvSpPr>
            <a:spLocks noGrp="1"/>
          </p:cNvSpPr>
          <p:nvPr/>
        </p:nvSpPr>
        <p:spPr>
          <a:xfrm>
            <a:off x="6412904" y="4883462"/>
            <a:ext cx="377718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48" name="anim_to9695_0_1">
            <a:extLst>
              <a:ext uri="{FF2B5EF4-FFF2-40B4-BE49-F238E27FC236}">
                <a16:creationId xmlns:a16="http://schemas.microsoft.com/office/drawing/2014/main" id="{F36C89A8-9239-46A7-B324-A02689D04E56}"/>
              </a:ext>
            </a:extLst>
          </p:cNvPr>
          <p:cNvSpPr>
            <a:spLocks noGrp="1"/>
          </p:cNvSpPr>
          <p:nvPr/>
        </p:nvSpPr>
        <p:spPr>
          <a:xfrm>
            <a:off x="6852144" y="4883462"/>
            <a:ext cx="289417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2</a:t>
            </a:r>
          </a:p>
        </p:txBody>
      </p:sp>
      <p:sp>
        <p:nvSpPr>
          <p:cNvPr id="49" name="anim_to9699_0_1">
            <a:extLst>
              <a:ext uri="{FF2B5EF4-FFF2-40B4-BE49-F238E27FC236}">
                <a16:creationId xmlns:a16="http://schemas.microsoft.com/office/drawing/2014/main" id="{C6B5A4BB-35C0-4B05-9070-42DE11492534}"/>
              </a:ext>
            </a:extLst>
          </p:cNvPr>
          <p:cNvSpPr>
            <a:spLocks noGrp="1"/>
          </p:cNvSpPr>
          <p:nvPr/>
        </p:nvSpPr>
        <p:spPr>
          <a:xfrm>
            <a:off x="7203082" y="4883462"/>
            <a:ext cx="361869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50" name="anim_to9703_0_1">
            <a:extLst>
              <a:ext uri="{FF2B5EF4-FFF2-40B4-BE49-F238E27FC236}">
                <a16:creationId xmlns:a16="http://schemas.microsoft.com/office/drawing/2014/main" id="{3093589F-B608-422D-96BF-D4DBBCAD8FB5}"/>
              </a:ext>
            </a:extLst>
          </p:cNvPr>
          <p:cNvSpPr>
            <a:spLocks noGrp="1"/>
          </p:cNvSpPr>
          <p:nvPr/>
        </p:nvSpPr>
        <p:spPr>
          <a:xfrm>
            <a:off x="7626473" y="4883462"/>
            <a:ext cx="289417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51" name="anim_to9707_0_1">
            <a:extLst>
              <a:ext uri="{FF2B5EF4-FFF2-40B4-BE49-F238E27FC236}">
                <a16:creationId xmlns:a16="http://schemas.microsoft.com/office/drawing/2014/main" id="{57E8D4D0-0D06-4265-A587-CBD9414791E2}"/>
              </a:ext>
            </a:extLst>
          </p:cNvPr>
          <p:cNvSpPr>
            <a:spLocks noGrp="1"/>
          </p:cNvSpPr>
          <p:nvPr/>
        </p:nvSpPr>
        <p:spPr>
          <a:xfrm>
            <a:off x="7977411" y="4883462"/>
            <a:ext cx="377718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52" name="anim_to9711_0_1">
            <a:extLst>
              <a:ext uri="{FF2B5EF4-FFF2-40B4-BE49-F238E27FC236}">
                <a16:creationId xmlns:a16="http://schemas.microsoft.com/office/drawing/2014/main" id="{EFE56EFE-9493-4024-849C-A789124CEC60}"/>
              </a:ext>
            </a:extLst>
          </p:cNvPr>
          <p:cNvSpPr>
            <a:spLocks noGrp="1"/>
          </p:cNvSpPr>
          <p:nvPr/>
        </p:nvSpPr>
        <p:spPr>
          <a:xfrm>
            <a:off x="8416650" y="4883462"/>
            <a:ext cx="289417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5</a:t>
            </a:r>
          </a:p>
        </p:txBody>
      </p:sp>
      <p:sp>
        <p:nvSpPr>
          <p:cNvPr id="53" name="anim_to9715_0_1">
            <a:extLst>
              <a:ext uri="{FF2B5EF4-FFF2-40B4-BE49-F238E27FC236}">
                <a16:creationId xmlns:a16="http://schemas.microsoft.com/office/drawing/2014/main" id="{8F9590DD-B64B-4B54-A9A2-F21B4B5542AA}"/>
              </a:ext>
            </a:extLst>
          </p:cNvPr>
          <p:cNvSpPr>
            <a:spLocks noGrp="1"/>
          </p:cNvSpPr>
          <p:nvPr/>
        </p:nvSpPr>
        <p:spPr>
          <a:xfrm>
            <a:off x="3504982" y="5462730"/>
            <a:ext cx="336964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D</a:t>
            </a:r>
          </a:p>
        </p:txBody>
      </p:sp>
      <p:sp>
        <p:nvSpPr>
          <p:cNvPr id="54" name="anim_to9717_0_1">
            <a:extLst>
              <a:ext uri="{FF2B5EF4-FFF2-40B4-BE49-F238E27FC236}">
                <a16:creationId xmlns:a16="http://schemas.microsoft.com/office/drawing/2014/main" id="{A5B61876-7990-4EAB-B055-4D4DC20948B2}"/>
              </a:ext>
            </a:extLst>
          </p:cNvPr>
          <p:cNvSpPr>
            <a:spLocks noGrp="1"/>
          </p:cNvSpPr>
          <p:nvPr/>
        </p:nvSpPr>
        <p:spPr>
          <a:xfrm>
            <a:off x="3803846" y="5462730"/>
            <a:ext cx="377718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55" name="anim_to9719_0_1">
            <a:extLst>
              <a:ext uri="{FF2B5EF4-FFF2-40B4-BE49-F238E27FC236}">
                <a16:creationId xmlns:a16="http://schemas.microsoft.com/office/drawing/2014/main" id="{E137DD60-7B7E-4EAC-945D-5776C7A49A6B}"/>
              </a:ext>
            </a:extLst>
          </p:cNvPr>
          <p:cNvSpPr>
            <a:spLocks noGrp="1"/>
          </p:cNvSpPr>
          <p:nvPr/>
        </p:nvSpPr>
        <p:spPr>
          <a:xfrm>
            <a:off x="4143464" y="5462730"/>
            <a:ext cx="289417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3</a:t>
            </a:r>
          </a:p>
        </p:txBody>
      </p:sp>
      <p:sp>
        <p:nvSpPr>
          <p:cNvPr id="56" name="anim_to9721_0_1">
            <a:extLst>
              <a:ext uri="{FF2B5EF4-FFF2-40B4-BE49-F238E27FC236}">
                <a16:creationId xmlns:a16="http://schemas.microsoft.com/office/drawing/2014/main" id="{06066DBD-2B74-44E7-8115-F84F65C319B2}"/>
              </a:ext>
            </a:extLst>
          </p:cNvPr>
          <p:cNvSpPr>
            <a:spLocks noGrp="1"/>
          </p:cNvSpPr>
          <p:nvPr/>
        </p:nvSpPr>
        <p:spPr>
          <a:xfrm>
            <a:off x="4394781" y="5462730"/>
            <a:ext cx="160362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:</a:t>
            </a:r>
          </a:p>
        </p:txBody>
      </p:sp>
      <p:sp>
        <p:nvSpPr>
          <p:cNvPr id="57" name="anim_to9730_0_1">
            <a:extLst>
              <a:ext uri="{FF2B5EF4-FFF2-40B4-BE49-F238E27FC236}">
                <a16:creationId xmlns:a16="http://schemas.microsoft.com/office/drawing/2014/main" id="{FE3A0BB4-32BD-47C9-8EF5-6DAF337C5B58}"/>
              </a:ext>
            </a:extLst>
          </p:cNvPr>
          <p:cNvSpPr>
            <a:spLocks noGrp="1"/>
          </p:cNvSpPr>
          <p:nvPr/>
        </p:nvSpPr>
        <p:spPr>
          <a:xfrm>
            <a:off x="4915529" y="5462730"/>
            <a:ext cx="323379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K</a:t>
            </a:r>
          </a:p>
        </p:txBody>
      </p:sp>
      <p:sp>
        <p:nvSpPr>
          <p:cNvPr id="58" name="anim_to9733_0_1">
            <a:extLst>
              <a:ext uri="{FF2B5EF4-FFF2-40B4-BE49-F238E27FC236}">
                <a16:creationId xmlns:a16="http://schemas.microsoft.com/office/drawing/2014/main" id="{C5CF8F91-E453-4750-9560-D80D52BDC8FB}"/>
              </a:ext>
            </a:extLst>
          </p:cNvPr>
          <p:cNvSpPr>
            <a:spLocks noGrp="1"/>
          </p:cNvSpPr>
          <p:nvPr/>
        </p:nvSpPr>
        <p:spPr>
          <a:xfrm>
            <a:off x="5200808" y="5654161"/>
            <a:ext cx="180853" cy="36791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3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23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59" name="anim_to9735_0_1">
            <a:extLst>
              <a:ext uri="{FF2B5EF4-FFF2-40B4-BE49-F238E27FC236}">
                <a16:creationId xmlns:a16="http://schemas.microsoft.com/office/drawing/2014/main" id="{19029E28-3ED2-49E6-9057-1AB506B00C2F}"/>
              </a:ext>
            </a:extLst>
          </p:cNvPr>
          <p:cNvSpPr>
            <a:spLocks noGrp="1"/>
          </p:cNvSpPr>
          <p:nvPr/>
        </p:nvSpPr>
        <p:spPr>
          <a:xfrm>
            <a:off x="5343561" y="5654161"/>
            <a:ext cx="127872" cy="36791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3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23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60" name="anim_to9737_0_1">
            <a:extLst>
              <a:ext uri="{FF2B5EF4-FFF2-40B4-BE49-F238E27FC236}">
                <a16:creationId xmlns:a16="http://schemas.microsoft.com/office/drawing/2014/main" id="{EB690BEF-2D5D-4C7E-8DFD-354F2AA62466}"/>
              </a:ext>
            </a:extLst>
          </p:cNvPr>
          <p:cNvSpPr>
            <a:spLocks noGrp="1"/>
          </p:cNvSpPr>
          <p:nvPr/>
        </p:nvSpPr>
        <p:spPr>
          <a:xfrm>
            <a:off x="5433333" y="5654161"/>
            <a:ext cx="127872" cy="36791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3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3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23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61" name="anim_to9741_0_1">
            <a:extLst>
              <a:ext uri="{FF2B5EF4-FFF2-40B4-BE49-F238E27FC236}">
                <a16:creationId xmlns:a16="http://schemas.microsoft.com/office/drawing/2014/main" id="{7A169355-EC30-4BE0-8D6A-A397466D7C18}"/>
              </a:ext>
            </a:extLst>
          </p:cNvPr>
          <p:cNvSpPr>
            <a:spLocks noGrp="1"/>
          </p:cNvSpPr>
          <p:nvPr/>
        </p:nvSpPr>
        <p:spPr>
          <a:xfrm>
            <a:off x="5622727" y="5462730"/>
            <a:ext cx="377718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62" name="anim_to9745_0_1">
            <a:extLst>
              <a:ext uri="{FF2B5EF4-FFF2-40B4-BE49-F238E27FC236}">
                <a16:creationId xmlns:a16="http://schemas.microsoft.com/office/drawing/2014/main" id="{8B7817E4-C924-40A0-83C7-81B993FF0B0C}"/>
              </a:ext>
            </a:extLst>
          </p:cNvPr>
          <p:cNvSpPr>
            <a:spLocks noGrp="1"/>
          </p:cNvSpPr>
          <p:nvPr/>
        </p:nvSpPr>
        <p:spPr>
          <a:xfrm>
            <a:off x="6061966" y="5462730"/>
            <a:ext cx="289417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3</a:t>
            </a:r>
          </a:p>
        </p:txBody>
      </p:sp>
      <p:sp>
        <p:nvSpPr>
          <p:cNvPr id="63" name="anim_to9749_0_1">
            <a:extLst>
              <a:ext uri="{FF2B5EF4-FFF2-40B4-BE49-F238E27FC236}">
                <a16:creationId xmlns:a16="http://schemas.microsoft.com/office/drawing/2014/main" id="{85C25309-5F48-4F29-A200-27908E952043}"/>
              </a:ext>
            </a:extLst>
          </p:cNvPr>
          <p:cNvSpPr>
            <a:spLocks noGrp="1"/>
          </p:cNvSpPr>
          <p:nvPr/>
        </p:nvSpPr>
        <p:spPr>
          <a:xfrm>
            <a:off x="6412904" y="5462730"/>
            <a:ext cx="377718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64" name="anim_to9753_0_1">
            <a:extLst>
              <a:ext uri="{FF2B5EF4-FFF2-40B4-BE49-F238E27FC236}">
                <a16:creationId xmlns:a16="http://schemas.microsoft.com/office/drawing/2014/main" id="{520B0D0A-C5C2-4DB8-A973-7A5572000C21}"/>
              </a:ext>
            </a:extLst>
          </p:cNvPr>
          <p:cNvSpPr>
            <a:spLocks noGrp="1"/>
          </p:cNvSpPr>
          <p:nvPr/>
        </p:nvSpPr>
        <p:spPr>
          <a:xfrm>
            <a:off x="6852144" y="5462730"/>
            <a:ext cx="289417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2</a:t>
            </a:r>
          </a:p>
        </p:txBody>
      </p:sp>
      <p:sp>
        <p:nvSpPr>
          <p:cNvPr id="65" name="anim_to9757_0_1">
            <a:extLst>
              <a:ext uri="{FF2B5EF4-FFF2-40B4-BE49-F238E27FC236}">
                <a16:creationId xmlns:a16="http://schemas.microsoft.com/office/drawing/2014/main" id="{27271772-1C47-4908-9B83-0199CFADB43A}"/>
              </a:ext>
            </a:extLst>
          </p:cNvPr>
          <p:cNvSpPr>
            <a:spLocks noGrp="1"/>
          </p:cNvSpPr>
          <p:nvPr/>
        </p:nvSpPr>
        <p:spPr>
          <a:xfrm>
            <a:off x="7203082" y="5462730"/>
            <a:ext cx="361869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66" name="anim_to9761_0_1">
            <a:extLst>
              <a:ext uri="{FF2B5EF4-FFF2-40B4-BE49-F238E27FC236}">
                <a16:creationId xmlns:a16="http://schemas.microsoft.com/office/drawing/2014/main" id="{5EF5D910-1311-4796-9E4C-A1B3F0912DF9}"/>
              </a:ext>
            </a:extLst>
          </p:cNvPr>
          <p:cNvSpPr>
            <a:spLocks noGrp="1"/>
          </p:cNvSpPr>
          <p:nvPr/>
        </p:nvSpPr>
        <p:spPr>
          <a:xfrm>
            <a:off x="7626473" y="5462730"/>
            <a:ext cx="289417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2</a:t>
            </a:r>
          </a:p>
        </p:txBody>
      </p:sp>
      <p:sp>
        <p:nvSpPr>
          <p:cNvPr id="67" name="anim_to9765_0_1">
            <a:extLst>
              <a:ext uri="{FF2B5EF4-FFF2-40B4-BE49-F238E27FC236}">
                <a16:creationId xmlns:a16="http://schemas.microsoft.com/office/drawing/2014/main" id="{D72B24EC-2E65-4513-BFA9-F61ACA93773F}"/>
              </a:ext>
            </a:extLst>
          </p:cNvPr>
          <p:cNvSpPr>
            <a:spLocks noGrp="1"/>
          </p:cNvSpPr>
          <p:nvPr/>
        </p:nvSpPr>
        <p:spPr>
          <a:xfrm>
            <a:off x="7977411" y="5462730"/>
            <a:ext cx="377718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68" name="anim_to9769_0_1">
            <a:extLst>
              <a:ext uri="{FF2B5EF4-FFF2-40B4-BE49-F238E27FC236}">
                <a16:creationId xmlns:a16="http://schemas.microsoft.com/office/drawing/2014/main" id="{02BD4DD9-7F4A-4357-BD94-BB0BDB8D5798}"/>
              </a:ext>
            </a:extLst>
          </p:cNvPr>
          <p:cNvSpPr>
            <a:spLocks noGrp="1"/>
          </p:cNvSpPr>
          <p:nvPr/>
        </p:nvSpPr>
        <p:spPr>
          <a:xfrm>
            <a:off x="8416650" y="5462730"/>
            <a:ext cx="289417" cy="566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3566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7</a:t>
            </a:r>
          </a:p>
        </p:txBody>
      </p:sp>
      <p:sp>
        <p:nvSpPr>
          <p:cNvPr id="69" name="anim_to9773_0_1">
            <a:extLst>
              <a:ext uri="{FF2B5EF4-FFF2-40B4-BE49-F238E27FC236}">
                <a16:creationId xmlns:a16="http://schemas.microsoft.com/office/drawing/2014/main" id="{8C4108E2-4FD3-4C05-BA36-4B7392564D92}"/>
              </a:ext>
            </a:extLst>
          </p:cNvPr>
          <p:cNvSpPr>
            <a:spLocks noGrp="1"/>
          </p:cNvSpPr>
          <p:nvPr/>
        </p:nvSpPr>
        <p:spPr>
          <a:xfrm>
            <a:off x="1693402" y="551960"/>
            <a:ext cx="8824246" cy="86819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469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469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pPr>
            <a:r>
              <a:rPr sz="5469" b="1">
                <a:solidFill>
                  <a:srgbClr val="FF862F"/>
                </a:solidFill>
                <a:latin typeface="Consolas"/>
                <a:ea typeface="Consolas"/>
                <a:cs typeface="Consolas"/>
              </a:rPr>
              <a:t>Receptive Field Formula</a:t>
            </a:r>
          </a:p>
        </p:txBody>
      </p:sp>
      <p:sp>
        <p:nvSpPr>
          <p:cNvPr id="70" name="anim_to9798_0_1">
            <a:extLst>
              <a:ext uri="{FF2B5EF4-FFF2-40B4-BE49-F238E27FC236}">
                <a16:creationId xmlns:a16="http://schemas.microsoft.com/office/drawing/2014/main" id="{B8112FE5-261A-42ED-80AB-8369FB3FEFBD}"/>
              </a:ext>
            </a:extLst>
          </p:cNvPr>
          <p:cNvSpPr>
            <a:spLocks noGrp="1"/>
          </p:cNvSpPr>
          <p:nvPr/>
        </p:nvSpPr>
        <p:spPr>
          <a:xfrm>
            <a:off x="2935424" y="2624986"/>
            <a:ext cx="394489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R</a:t>
            </a:r>
          </a:p>
        </p:txBody>
      </p:sp>
      <p:sp>
        <p:nvSpPr>
          <p:cNvPr id="71" name="anim_to9800_0_1">
            <a:extLst>
              <a:ext uri="{FF2B5EF4-FFF2-40B4-BE49-F238E27FC236}">
                <a16:creationId xmlns:a16="http://schemas.microsoft.com/office/drawing/2014/main" id="{9707DDA6-C20C-4F93-A1EB-826E2B463FE8}"/>
              </a:ext>
            </a:extLst>
          </p:cNvPr>
          <p:cNvSpPr>
            <a:spLocks noGrp="1"/>
          </p:cNvSpPr>
          <p:nvPr/>
        </p:nvSpPr>
        <p:spPr>
          <a:xfrm>
            <a:off x="3291814" y="2624986"/>
            <a:ext cx="343169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72" name="anim_to9804_0_1">
            <a:extLst>
              <a:ext uri="{FF2B5EF4-FFF2-40B4-BE49-F238E27FC236}">
                <a16:creationId xmlns:a16="http://schemas.microsoft.com/office/drawing/2014/main" id="{9878609A-73FC-4B54-9F1D-9F0DDD263013}"/>
              </a:ext>
            </a:extLst>
          </p:cNvPr>
          <p:cNvSpPr>
            <a:spLocks noGrp="1"/>
          </p:cNvSpPr>
          <p:nvPr/>
        </p:nvSpPr>
        <p:spPr>
          <a:xfrm>
            <a:off x="3722332" y="2624986"/>
            <a:ext cx="465767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73" name="anim_to9808_0_1">
            <a:extLst>
              <a:ext uri="{FF2B5EF4-FFF2-40B4-BE49-F238E27FC236}">
                <a16:creationId xmlns:a16="http://schemas.microsoft.com/office/drawing/2014/main" id="{40A9F836-97D6-438D-B8C2-1EE04CABAB63}"/>
              </a:ext>
            </a:extLst>
          </p:cNvPr>
          <p:cNvSpPr>
            <a:spLocks noGrp="1"/>
          </p:cNvSpPr>
          <p:nvPr/>
        </p:nvSpPr>
        <p:spPr>
          <a:xfrm>
            <a:off x="4275448" y="2624986"/>
            <a:ext cx="35457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74" name="anim_to9812_0_1">
            <a:extLst>
              <a:ext uri="{FF2B5EF4-FFF2-40B4-BE49-F238E27FC236}">
                <a16:creationId xmlns:a16="http://schemas.microsoft.com/office/drawing/2014/main" id="{A835FF17-F065-40CE-9891-68A76ECC258F}"/>
              </a:ext>
            </a:extLst>
          </p:cNvPr>
          <p:cNvSpPr>
            <a:spLocks noGrp="1"/>
          </p:cNvSpPr>
          <p:nvPr/>
        </p:nvSpPr>
        <p:spPr>
          <a:xfrm>
            <a:off x="4717370" y="2624986"/>
            <a:ext cx="465767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75" name="anim_to9816_0_1">
            <a:extLst>
              <a:ext uri="{FF2B5EF4-FFF2-40B4-BE49-F238E27FC236}">
                <a16:creationId xmlns:a16="http://schemas.microsoft.com/office/drawing/2014/main" id="{18A1B588-AF0F-4103-9A40-99B4EFF3F5B7}"/>
              </a:ext>
            </a:extLst>
          </p:cNvPr>
          <p:cNvSpPr>
            <a:spLocks noGrp="1"/>
          </p:cNvSpPr>
          <p:nvPr/>
        </p:nvSpPr>
        <p:spPr>
          <a:xfrm>
            <a:off x="5270486" y="2624986"/>
            <a:ext cx="348871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Σ</a:t>
            </a:r>
          </a:p>
        </p:txBody>
      </p:sp>
      <p:sp>
        <p:nvSpPr>
          <p:cNvPr id="76" name="anim_to9819_0_1">
            <a:extLst>
              <a:ext uri="{FF2B5EF4-FFF2-40B4-BE49-F238E27FC236}">
                <a16:creationId xmlns:a16="http://schemas.microsoft.com/office/drawing/2014/main" id="{84453697-3B0B-43C1-B5BC-B577FDD101D5}"/>
              </a:ext>
            </a:extLst>
          </p:cNvPr>
          <p:cNvSpPr>
            <a:spLocks noGrp="1"/>
          </p:cNvSpPr>
          <p:nvPr/>
        </p:nvSpPr>
        <p:spPr>
          <a:xfrm>
            <a:off x="5132136" y="3110944"/>
            <a:ext cx="141881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i</a:t>
            </a:r>
          </a:p>
        </p:txBody>
      </p:sp>
      <p:sp>
        <p:nvSpPr>
          <p:cNvPr id="77" name="anim_to9821_0_1">
            <a:extLst>
              <a:ext uri="{FF2B5EF4-FFF2-40B4-BE49-F238E27FC236}">
                <a16:creationId xmlns:a16="http://schemas.microsoft.com/office/drawing/2014/main" id="{F04421A7-178F-4A63-9529-95C11373AE48}"/>
              </a:ext>
            </a:extLst>
          </p:cNvPr>
          <p:cNvSpPr>
            <a:spLocks noGrp="1"/>
          </p:cNvSpPr>
          <p:nvPr/>
        </p:nvSpPr>
        <p:spPr>
          <a:xfrm>
            <a:off x="5235917" y="3110944"/>
            <a:ext cx="316084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78" name="anim_to9823_0_1">
            <a:extLst>
              <a:ext uri="{FF2B5EF4-FFF2-40B4-BE49-F238E27FC236}">
                <a16:creationId xmlns:a16="http://schemas.microsoft.com/office/drawing/2014/main" id="{472C5E87-292C-4C0E-A55F-3B66C25D8571}"/>
              </a:ext>
            </a:extLst>
          </p:cNvPr>
          <p:cNvSpPr>
            <a:spLocks noGrp="1"/>
          </p:cNvSpPr>
          <p:nvPr/>
        </p:nvSpPr>
        <p:spPr>
          <a:xfrm>
            <a:off x="5513900" y="3110944"/>
            <a:ext cx="243808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79" name="anim_to9826_0_1">
            <a:extLst>
              <a:ext uri="{FF2B5EF4-FFF2-40B4-BE49-F238E27FC236}">
                <a16:creationId xmlns:a16="http://schemas.microsoft.com/office/drawing/2014/main" id="{56B6054A-9C63-4D3C-97C8-8E0BF6B5CA8F}"/>
              </a:ext>
            </a:extLst>
          </p:cNvPr>
          <p:cNvSpPr>
            <a:spLocks noGrp="1"/>
          </p:cNvSpPr>
          <p:nvPr/>
        </p:nvSpPr>
        <p:spPr>
          <a:xfrm>
            <a:off x="5326725" y="2389427"/>
            <a:ext cx="236395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80" name="anim_to9830_0_1">
            <a:extLst>
              <a:ext uri="{FF2B5EF4-FFF2-40B4-BE49-F238E27FC236}">
                <a16:creationId xmlns:a16="http://schemas.microsoft.com/office/drawing/2014/main" id="{CF112C5B-3423-4160-8A5F-5576561C4E16}"/>
              </a:ext>
            </a:extLst>
          </p:cNvPr>
          <p:cNvSpPr>
            <a:spLocks noGrp="1"/>
          </p:cNvSpPr>
          <p:nvPr/>
        </p:nvSpPr>
        <p:spPr>
          <a:xfrm>
            <a:off x="5845057" y="2624986"/>
            <a:ext cx="27759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81" name="anim_to9832_0_1">
            <a:extLst>
              <a:ext uri="{FF2B5EF4-FFF2-40B4-BE49-F238E27FC236}">
                <a16:creationId xmlns:a16="http://schemas.microsoft.com/office/drawing/2014/main" id="{F5116F28-16A6-4182-B9C0-8BF591A9B880}"/>
              </a:ext>
            </a:extLst>
          </p:cNvPr>
          <p:cNvSpPr>
            <a:spLocks noGrp="1"/>
          </p:cNvSpPr>
          <p:nvPr/>
        </p:nvSpPr>
        <p:spPr>
          <a:xfrm>
            <a:off x="6084550" y="2624986"/>
            <a:ext cx="397340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K</a:t>
            </a:r>
          </a:p>
        </p:txBody>
      </p:sp>
      <p:sp>
        <p:nvSpPr>
          <p:cNvPr id="82" name="anim_to9835_0_1">
            <a:extLst>
              <a:ext uri="{FF2B5EF4-FFF2-40B4-BE49-F238E27FC236}">
                <a16:creationId xmlns:a16="http://schemas.microsoft.com/office/drawing/2014/main" id="{F90A6A55-50CB-49A9-92E6-9B49BFD078FC}"/>
              </a:ext>
            </a:extLst>
          </p:cNvPr>
          <p:cNvSpPr>
            <a:spLocks noGrp="1"/>
          </p:cNvSpPr>
          <p:nvPr/>
        </p:nvSpPr>
        <p:spPr>
          <a:xfrm>
            <a:off x="6443791" y="2866048"/>
            <a:ext cx="141881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i</a:t>
            </a:r>
          </a:p>
        </p:txBody>
      </p:sp>
      <p:sp>
        <p:nvSpPr>
          <p:cNvPr id="83" name="anim_to9839_0_1">
            <a:extLst>
              <a:ext uri="{FF2B5EF4-FFF2-40B4-BE49-F238E27FC236}">
                <a16:creationId xmlns:a16="http://schemas.microsoft.com/office/drawing/2014/main" id="{D2369DE2-7133-438A-952B-32B37F658F18}"/>
              </a:ext>
            </a:extLst>
          </p:cNvPr>
          <p:cNvSpPr>
            <a:spLocks noGrp="1"/>
          </p:cNvSpPr>
          <p:nvPr/>
        </p:nvSpPr>
        <p:spPr>
          <a:xfrm>
            <a:off x="6673020" y="2624986"/>
            <a:ext cx="229125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-</a:t>
            </a:r>
          </a:p>
        </p:txBody>
      </p:sp>
      <p:sp>
        <p:nvSpPr>
          <p:cNvPr id="84" name="anim_to9843_0_1">
            <a:extLst>
              <a:ext uri="{FF2B5EF4-FFF2-40B4-BE49-F238E27FC236}">
                <a16:creationId xmlns:a16="http://schemas.microsoft.com/office/drawing/2014/main" id="{E418871B-D371-49CE-92D7-BEF024001506}"/>
              </a:ext>
            </a:extLst>
          </p:cNvPr>
          <p:cNvSpPr>
            <a:spLocks noGrp="1"/>
          </p:cNvSpPr>
          <p:nvPr/>
        </p:nvSpPr>
        <p:spPr>
          <a:xfrm>
            <a:off x="6989494" y="2624986"/>
            <a:ext cx="35457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85" name="anim_to9845_0_1">
            <a:extLst>
              <a:ext uri="{FF2B5EF4-FFF2-40B4-BE49-F238E27FC236}">
                <a16:creationId xmlns:a16="http://schemas.microsoft.com/office/drawing/2014/main" id="{68D71A29-FA46-45EB-A7F3-DFD9A1C30897}"/>
              </a:ext>
            </a:extLst>
          </p:cNvPr>
          <p:cNvSpPr>
            <a:spLocks noGrp="1"/>
          </p:cNvSpPr>
          <p:nvPr/>
        </p:nvSpPr>
        <p:spPr>
          <a:xfrm>
            <a:off x="7305968" y="2624986"/>
            <a:ext cx="27759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86" name="anim_to9849_0_1">
            <a:extLst>
              <a:ext uri="{FF2B5EF4-FFF2-40B4-BE49-F238E27FC236}">
                <a16:creationId xmlns:a16="http://schemas.microsoft.com/office/drawing/2014/main" id="{7D1EABD4-A741-4C0E-B2E0-8F7845CFCE06}"/>
              </a:ext>
            </a:extLst>
          </p:cNvPr>
          <p:cNvSpPr>
            <a:spLocks noGrp="1"/>
          </p:cNvSpPr>
          <p:nvPr/>
        </p:nvSpPr>
        <p:spPr>
          <a:xfrm>
            <a:off x="7670910" y="2624986"/>
            <a:ext cx="445809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87" name="anim_to9853_0_1">
            <a:extLst>
              <a:ext uri="{FF2B5EF4-FFF2-40B4-BE49-F238E27FC236}">
                <a16:creationId xmlns:a16="http://schemas.microsoft.com/office/drawing/2014/main" id="{7A3E472C-316E-4923-ABF2-971F4D961FC6}"/>
              </a:ext>
            </a:extLst>
          </p:cNvPr>
          <p:cNvSpPr>
            <a:spLocks noGrp="1"/>
          </p:cNvSpPr>
          <p:nvPr/>
        </p:nvSpPr>
        <p:spPr>
          <a:xfrm>
            <a:off x="8204068" y="2624986"/>
            <a:ext cx="499980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∏</a:t>
            </a:r>
          </a:p>
        </p:txBody>
      </p:sp>
      <p:sp>
        <p:nvSpPr>
          <p:cNvPr id="88" name="anim_to9856_0_1">
            <a:extLst>
              <a:ext uri="{FF2B5EF4-FFF2-40B4-BE49-F238E27FC236}">
                <a16:creationId xmlns:a16="http://schemas.microsoft.com/office/drawing/2014/main" id="{B61D16C4-99BF-44FA-BF7C-976EA0006B46}"/>
              </a:ext>
            </a:extLst>
          </p:cNvPr>
          <p:cNvSpPr>
            <a:spLocks noGrp="1"/>
          </p:cNvSpPr>
          <p:nvPr/>
        </p:nvSpPr>
        <p:spPr>
          <a:xfrm>
            <a:off x="8143126" y="3217861"/>
            <a:ext cx="138174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j</a:t>
            </a:r>
          </a:p>
        </p:txBody>
      </p:sp>
      <p:sp>
        <p:nvSpPr>
          <p:cNvPr id="89" name="anim_to9858_0_1">
            <a:extLst>
              <a:ext uri="{FF2B5EF4-FFF2-40B4-BE49-F238E27FC236}">
                <a16:creationId xmlns:a16="http://schemas.microsoft.com/office/drawing/2014/main" id="{3F153FE4-785B-4DBE-B442-3F2005276B08}"/>
              </a:ext>
            </a:extLst>
          </p:cNvPr>
          <p:cNvSpPr>
            <a:spLocks noGrp="1"/>
          </p:cNvSpPr>
          <p:nvPr/>
        </p:nvSpPr>
        <p:spPr>
          <a:xfrm>
            <a:off x="8243200" y="3217861"/>
            <a:ext cx="316084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90" name="anim_to9860_0_1">
            <a:extLst>
              <a:ext uri="{FF2B5EF4-FFF2-40B4-BE49-F238E27FC236}">
                <a16:creationId xmlns:a16="http://schemas.microsoft.com/office/drawing/2014/main" id="{E5319283-C1A2-4893-8960-6186B9137B28}"/>
              </a:ext>
            </a:extLst>
          </p:cNvPr>
          <p:cNvSpPr>
            <a:spLocks noGrp="1"/>
          </p:cNvSpPr>
          <p:nvPr/>
        </p:nvSpPr>
        <p:spPr>
          <a:xfrm>
            <a:off x="8521183" y="3217861"/>
            <a:ext cx="243808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91" name="anim_to9863_0_1">
            <a:extLst>
              <a:ext uri="{FF2B5EF4-FFF2-40B4-BE49-F238E27FC236}">
                <a16:creationId xmlns:a16="http://schemas.microsoft.com/office/drawing/2014/main" id="{965F5FAA-66ED-49FC-9EE9-694196B68BCF}"/>
              </a:ext>
            </a:extLst>
          </p:cNvPr>
          <p:cNvSpPr>
            <a:spLocks noGrp="1"/>
          </p:cNvSpPr>
          <p:nvPr/>
        </p:nvSpPr>
        <p:spPr>
          <a:xfrm>
            <a:off x="8218181" y="2318648"/>
            <a:ext cx="141881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i</a:t>
            </a:r>
          </a:p>
        </p:txBody>
      </p:sp>
      <p:sp>
        <p:nvSpPr>
          <p:cNvPr id="92" name="anim_to9865_0_1">
            <a:extLst>
              <a:ext uri="{FF2B5EF4-FFF2-40B4-BE49-F238E27FC236}">
                <a16:creationId xmlns:a16="http://schemas.microsoft.com/office/drawing/2014/main" id="{A81192F0-6524-45F9-8BC0-CDA1EE505E02}"/>
              </a:ext>
            </a:extLst>
          </p:cNvPr>
          <p:cNvSpPr>
            <a:spLocks noGrp="1"/>
          </p:cNvSpPr>
          <p:nvPr/>
        </p:nvSpPr>
        <p:spPr>
          <a:xfrm>
            <a:off x="8321962" y="2318648"/>
            <a:ext cx="162266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-</a:t>
            </a:r>
          </a:p>
        </p:txBody>
      </p:sp>
      <p:sp>
        <p:nvSpPr>
          <p:cNvPr id="93" name="anim_to9867_0_1">
            <a:extLst>
              <a:ext uri="{FF2B5EF4-FFF2-40B4-BE49-F238E27FC236}">
                <a16:creationId xmlns:a16="http://schemas.microsoft.com/office/drawing/2014/main" id="{DAD44278-5F6A-4555-885C-250CD8CF3E5D}"/>
              </a:ext>
            </a:extLst>
          </p:cNvPr>
          <p:cNvSpPr>
            <a:spLocks noGrp="1"/>
          </p:cNvSpPr>
          <p:nvPr/>
        </p:nvSpPr>
        <p:spPr>
          <a:xfrm>
            <a:off x="8446128" y="2318648"/>
            <a:ext cx="243808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94" name="anim_to9871_0_1">
            <a:extLst>
              <a:ext uri="{FF2B5EF4-FFF2-40B4-BE49-F238E27FC236}">
                <a16:creationId xmlns:a16="http://schemas.microsoft.com/office/drawing/2014/main" id="{F4C676CD-C466-4BDA-A239-9A9CF2EF1C42}"/>
              </a:ext>
            </a:extLst>
          </p:cNvPr>
          <p:cNvSpPr>
            <a:spLocks noGrp="1"/>
          </p:cNvSpPr>
          <p:nvPr/>
        </p:nvSpPr>
        <p:spPr>
          <a:xfrm>
            <a:off x="8852340" y="2624986"/>
            <a:ext cx="323211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S</a:t>
            </a:r>
          </a:p>
        </p:txBody>
      </p:sp>
      <p:sp>
        <p:nvSpPr>
          <p:cNvPr id="95" name="anim_to9874_0_1">
            <a:extLst>
              <a:ext uri="{FF2B5EF4-FFF2-40B4-BE49-F238E27FC236}">
                <a16:creationId xmlns:a16="http://schemas.microsoft.com/office/drawing/2014/main" id="{DF045CBC-3861-4AA5-B255-2EED5EE11474}"/>
              </a:ext>
            </a:extLst>
          </p:cNvPr>
          <p:cNvSpPr>
            <a:spLocks noGrp="1"/>
          </p:cNvSpPr>
          <p:nvPr/>
        </p:nvSpPr>
        <p:spPr>
          <a:xfrm>
            <a:off x="9137452" y="2866048"/>
            <a:ext cx="138174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j</a:t>
            </a:r>
          </a:p>
        </p:txBody>
      </p:sp>
      <p:sp>
        <p:nvSpPr>
          <p:cNvPr id="96" name="anim_to9877_0_1">
            <a:extLst>
              <a:ext uri="{FF2B5EF4-FFF2-40B4-BE49-F238E27FC236}">
                <a16:creationId xmlns:a16="http://schemas.microsoft.com/office/drawing/2014/main" id="{7F1EAD27-E785-4C10-B946-83AF2222C16F}"/>
              </a:ext>
            </a:extLst>
          </p:cNvPr>
          <p:cNvSpPr>
            <a:spLocks noGrp="1"/>
          </p:cNvSpPr>
          <p:nvPr/>
        </p:nvSpPr>
        <p:spPr>
          <a:xfrm>
            <a:off x="840426" y="4107329"/>
            <a:ext cx="10530198" cy="5183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265" b="0">
                <a:solidFill>
                  <a:srgbClr val="76DDC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265" b="0">
                <a:solidFill>
                  <a:srgbClr val="76DDC0"/>
                </a:solidFill>
                <a:latin typeface="Consolas"/>
                <a:ea typeface="Consolas"/>
                <a:cs typeface="Consolas"/>
              </a:defRPr>
            </a:pPr>
            <a:r>
              <a:rPr sz="3265" b="0">
                <a:solidFill>
                  <a:srgbClr val="76DDC0"/>
                </a:solidFill>
                <a:latin typeface="Consolas"/>
                <a:ea typeface="Consolas"/>
                <a:cs typeface="Consolas"/>
              </a:rPr>
              <a:t>Standard RF formula with kernel K and stride S</a:t>
            </a:r>
          </a:p>
        </p:txBody>
      </p:sp>
      <p:sp>
        <p:nvSpPr>
          <p:cNvPr id="97" name="anim_to9924_0_1">
            <a:extLst>
              <a:ext uri="{FF2B5EF4-FFF2-40B4-BE49-F238E27FC236}">
                <a16:creationId xmlns:a16="http://schemas.microsoft.com/office/drawing/2014/main" id="{C598E38F-4FCA-4010-977F-9B849B8D745A}"/>
              </a:ext>
            </a:extLst>
          </p:cNvPr>
          <p:cNvSpPr>
            <a:spLocks noGrp="1"/>
          </p:cNvSpPr>
          <p:nvPr/>
        </p:nvSpPr>
        <p:spPr>
          <a:xfrm>
            <a:off x="1672180" y="5200480"/>
            <a:ext cx="8866691" cy="51448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241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241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3241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For dilated conv, replace K with K_eff:</a:t>
            </a:r>
          </a:p>
        </p:txBody>
      </p:sp>
      <p:sp>
        <p:nvSpPr>
          <p:cNvPr id="98" name="anim_to9965_0_1">
            <a:extLst>
              <a:ext uri="{FF2B5EF4-FFF2-40B4-BE49-F238E27FC236}">
                <a16:creationId xmlns:a16="http://schemas.microsoft.com/office/drawing/2014/main" id="{DE8B081B-632B-4B73-9304-AE12AE1287EC}"/>
              </a:ext>
            </a:extLst>
          </p:cNvPr>
          <p:cNvSpPr>
            <a:spLocks noGrp="1"/>
          </p:cNvSpPr>
          <p:nvPr/>
        </p:nvSpPr>
        <p:spPr>
          <a:xfrm>
            <a:off x="2694505" y="2624986"/>
            <a:ext cx="394489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R</a:t>
            </a:r>
          </a:p>
        </p:txBody>
      </p:sp>
      <p:sp>
        <p:nvSpPr>
          <p:cNvPr id="99" name="anim_to9967_0_1">
            <a:extLst>
              <a:ext uri="{FF2B5EF4-FFF2-40B4-BE49-F238E27FC236}">
                <a16:creationId xmlns:a16="http://schemas.microsoft.com/office/drawing/2014/main" id="{C300AD82-069B-4D23-A5EF-CCABC56DF06C}"/>
              </a:ext>
            </a:extLst>
          </p:cNvPr>
          <p:cNvSpPr>
            <a:spLocks noGrp="1"/>
          </p:cNvSpPr>
          <p:nvPr/>
        </p:nvSpPr>
        <p:spPr>
          <a:xfrm>
            <a:off x="3050894" y="2624986"/>
            <a:ext cx="343169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100" name="anim_to9971_0_1">
            <a:extLst>
              <a:ext uri="{FF2B5EF4-FFF2-40B4-BE49-F238E27FC236}">
                <a16:creationId xmlns:a16="http://schemas.microsoft.com/office/drawing/2014/main" id="{5422A0F9-DE88-4206-A2C0-322B0F1365F1}"/>
              </a:ext>
            </a:extLst>
          </p:cNvPr>
          <p:cNvSpPr>
            <a:spLocks noGrp="1"/>
          </p:cNvSpPr>
          <p:nvPr/>
        </p:nvSpPr>
        <p:spPr>
          <a:xfrm>
            <a:off x="3481413" y="2624986"/>
            <a:ext cx="465767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101" name="anim_to9975_0_1">
            <a:extLst>
              <a:ext uri="{FF2B5EF4-FFF2-40B4-BE49-F238E27FC236}">
                <a16:creationId xmlns:a16="http://schemas.microsoft.com/office/drawing/2014/main" id="{88FE364F-C5BB-4B7C-BCDB-AED23B76C7CE}"/>
              </a:ext>
            </a:extLst>
          </p:cNvPr>
          <p:cNvSpPr>
            <a:spLocks noGrp="1"/>
          </p:cNvSpPr>
          <p:nvPr/>
        </p:nvSpPr>
        <p:spPr>
          <a:xfrm>
            <a:off x="4034529" y="2624986"/>
            <a:ext cx="35457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102" name="anim_to9979_0_1">
            <a:extLst>
              <a:ext uri="{FF2B5EF4-FFF2-40B4-BE49-F238E27FC236}">
                <a16:creationId xmlns:a16="http://schemas.microsoft.com/office/drawing/2014/main" id="{B5E5C30B-AEB6-4020-9074-8C25607A6704}"/>
              </a:ext>
            </a:extLst>
          </p:cNvPr>
          <p:cNvSpPr>
            <a:spLocks noGrp="1"/>
          </p:cNvSpPr>
          <p:nvPr/>
        </p:nvSpPr>
        <p:spPr>
          <a:xfrm>
            <a:off x="4476451" y="2624986"/>
            <a:ext cx="465767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103" name="anim_to9983_0_1">
            <a:extLst>
              <a:ext uri="{FF2B5EF4-FFF2-40B4-BE49-F238E27FC236}">
                <a16:creationId xmlns:a16="http://schemas.microsoft.com/office/drawing/2014/main" id="{CDCBFE2A-E9C5-4F7E-B40C-3998C7073231}"/>
              </a:ext>
            </a:extLst>
          </p:cNvPr>
          <p:cNvSpPr>
            <a:spLocks noGrp="1"/>
          </p:cNvSpPr>
          <p:nvPr/>
        </p:nvSpPr>
        <p:spPr>
          <a:xfrm>
            <a:off x="5029567" y="2624986"/>
            <a:ext cx="348871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Σ</a:t>
            </a:r>
          </a:p>
        </p:txBody>
      </p:sp>
      <p:sp>
        <p:nvSpPr>
          <p:cNvPr id="104" name="anim_to9986_0_1">
            <a:extLst>
              <a:ext uri="{FF2B5EF4-FFF2-40B4-BE49-F238E27FC236}">
                <a16:creationId xmlns:a16="http://schemas.microsoft.com/office/drawing/2014/main" id="{ADCCB8DD-7120-4E26-BA89-A1955A8ACF62}"/>
              </a:ext>
            </a:extLst>
          </p:cNvPr>
          <p:cNvSpPr>
            <a:spLocks noGrp="1"/>
          </p:cNvSpPr>
          <p:nvPr/>
        </p:nvSpPr>
        <p:spPr>
          <a:xfrm>
            <a:off x="4891217" y="3110944"/>
            <a:ext cx="141881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i</a:t>
            </a:r>
          </a:p>
        </p:txBody>
      </p:sp>
      <p:sp>
        <p:nvSpPr>
          <p:cNvPr id="105" name="anim_to9988_0_1">
            <a:extLst>
              <a:ext uri="{FF2B5EF4-FFF2-40B4-BE49-F238E27FC236}">
                <a16:creationId xmlns:a16="http://schemas.microsoft.com/office/drawing/2014/main" id="{360254C7-46FE-4B70-BB5E-686C9FADACBF}"/>
              </a:ext>
            </a:extLst>
          </p:cNvPr>
          <p:cNvSpPr>
            <a:spLocks noGrp="1"/>
          </p:cNvSpPr>
          <p:nvPr/>
        </p:nvSpPr>
        <p:spPr>
          <a:xfrm>
            <a:off x="4994997" y="3110944"/>
            <a:ext cx="316084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106" name="anim_to9990_0_1">
            <a:extLst>
              <a:ext uri="{FF2B5EF4-FFF2-40B4-BE49-F238E27FC236}">
                <a16:creationId xmlns:a16="http://schemas.microsoft.com/office/drawing/2014/main" id="{196DB8BD-ABED-4A09-8791-DC1116F751C0}"/>
              </a:ext>
            </a:extLst>
          </p:cNvPr>
          <p:cNvSpPr>
            <a:spLocks noGrp="1"/>
          </p:cNvSpPr>
          <p:nvPr/>
        </p:nvSpPr>
        <p:spPr>
          <a:xfrm>
            <a:off x="5272981" y="3110944"/>
            <a:ext cx="243808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107" name="anim_to9993_0_1">
            <a:extLst>
              <a:ext uri="{FF2B5EF4-FFF2-40B4-BE49-F238E27FC236}">
                <a16:creationId xmlns:a16="http://schemas.microsoft.com/office/drawing/2014/main" id="{E1BE8674-DA09-44A2-A7E2-DEEDA23F3CB6}"/>
              </a:ext>
            </a:extLst>
          </p:cNvPr>
          <p:cNvSpPr>
            <a:spLocks noGrp="1"/>
          </p:cNvSpPr>
          <p:nvPr/>
        </p:nvSpPr>
        <p:spPr>
          <a:xfrm>
            <a:off x="5085805" y="2389427"/>
            <a:ext cx="236395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108" name="anim_to9997_0_1">
            <a:extLst>
              <a:ext uri="{FF2B5EF4-FFF2-40B4-BE49-F238E27FC236}">
                <a16:creationId xmlns:a16="http://schemas.microsoft.com/office/drawing/2014/main" id="{13FD56EC-486F-4C1D-9479-0A331432EDC1}"/>
              </a:ext>
            </a:extLst>
          </p:cNvPr>
          <p:cNvSpPr>
            <a:spLocks noGrp="1"/>
          </p:cNvSpPr>
          <p:nvPr/>
        </p:nvSpPr>
        <p:spPr>
          <a:xfrm>
            <a:off x="5604138" y="2624986"/>
            <a:ext cx="27759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109" name="anim_to9999_0_1">
            <a:extLst>
              <a:ext uri="{FF2B5EF4-FFF2-40B4-BE49-F238E27FC236}">
                <a16:creationId xmlns:a16="http://schemas.microsoft.com/office/drawing/2014/main" id="{C4688FDE-14CF-4C5F-9624-9E0990F1B412}"/>
              </a:ext>
            </a:extLst>
          </p:cNvPr>
          <p:cNvSpPr>
            <a:spLocks noGrp="1"/>
          </p:cNvSpPr>
          <p:nvPr/>
        </p:nvSpPr>
        <p:spPr>
          <a:xfrm>
            <a:off x="5843631" y="2624986"/>
            <a:ext cx="397340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K</a:t>
            </a:r>
          </a:p>
        </p:txBody>
      </p:sp>
      <p:sp>
        <p:nvSpPr>
          <p:cNvPr id="110" name="anim_to10002_0_1">
            <a:extLst>
              <a:ext uri="{FF2B5EF4-FFF2-40B4-BE49-F238E27FC236}">
                <a16:creationId xmlns:a16="http://schemas.microsoft.com/office/drawing/2014/main" id="{D76EFB53-26A3-41D6-91DA-CE7EE56CD8E3}"/>
              </a:ext>
            </a:extLst>
          </p:cNvPr>
          <p:cNvSpPr>
            <a:spLocks noGrp="1"/>
          </p:cNvSpPr>
          <p:nvPr/>
        </p:nvSpPr>
        <p:spPr>
          <a:xfrm>
            <a:off x="6202872" y="2866048"/>
            <a:ext cx="217863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111" name="anim_to10004_0_1">
            <a:extLst>
              <a:ext uri="{FF2B5EF4-FFF2-40B4-BE49-F238E27FC236}">
                <a16:creationId xmlns:a16="http://schemas.microsoft.com/office/drawing/2014/main" id="{83642491-78DE-4EC8-9448-D97A03513D48}"/>
              </a:ext>
            </a:extLst>
          </p:cNvPr>
          <p:cNvSpPr>
            <a:spLocks noGrp="1"/>
          </p:cNvSpPr>
          <p:nvPr/>
        </p:nvSpPr>
        <p:spPr>
          <a:xfrm>
            <a:off x="6382634" y="2866048"/>
            <a:ext cx="151147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112" name="anim_to10006_0_1">
            <a:extLst>
              <a:ext uri="{FF2B5EF4-FFF2-40B4-BE49-F238E27FC236}">
                <a16:creationId xmlns:a16="http://schemas.microsoft.com/office/drawing/2014/main" id="{01B6E7B8-7745-4EEB-8495-BB0178395388}"/>
              </a:ext>
            </a:extLst>
          </p:cNvPr>
          <p:cNvSpPr>
            <a:spLocks noGrp="1"/>
          </p:cNvSpPr>
          <p:nvPr/>
        </p:nvSpPr>
        <p:spPr>
          <a:xfrm>
            <a:off x="6495681" y="2866048"/>
            <a:ext cx="151147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113" name="anim_to10008_0_1">
            <a:extLst>
              <a:ext uri="{FF2B5EF4-FFF2-40B4-BE49-F238E27FC236}">
                <a16:creationId xmlns:a16="http://schemas.microsoft.com/office/drawing/2014/main" id="{F44957DF-7B83-4519-AA4B-DDB99EA65580}"/>
              </a:ext>
            </a:extLst>
          </p:cNvPr>
          <p:cNvSpPr>
            <a:spLocks noGrp="1"/>
          </p:cNvSpPr>
          <p:nvPr/>
        </p:nvSpPr>
        <p:spPr>
          <a:xfrm>
            <a:off x="6608728" y="2866048"/>
            <a:ext cx="114082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,</a:t>
            </a:r>
          </a:p>
        </p:txBody>
      </p:sp>
      <p:sp>
        <p:nvSpPr>
          <p:cNvPr id="114" name="anim_to10010_0_1">
            <a:extLst>
              <a:ext uri="{FF2B5EF4-FFF2-40B4-BE49-F238E27FC236}">
                <a16:creationId xmlns:a16="http://schemas.microsoft.com/office/drawing/2014/main" id="{7662E12B-BE58-465B-9C11-2E028E8856C7}"/>
              </a:ext>
            </a:extLst>
          </p:cNvPr>
          <p:cNvSpPr>
            <a:spLocks noGrp="1"/>
          </p:cNvSpPr>
          <p:nvPr/>
        </p:nvSpPr>
        <p:spPr>
          <a:xfrm>
            <a:off x="6684710" y="2866048"/>
            <a:ext cx="141881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i</a:t>
            </a:r>
          </a:p>
        </p:txBody>
      </p:sp>
      <p:sp>
        <p:nvSpPr>
          <p:cNvPr id="115" name="anim_to10014_0_1">
            <a:extLst>
              <a:ext uri="{FF2B5EF4-FFF2-40B4-BE49-F238E27FC236}">
                <a16:creationId xmlns:a16="http://schemas.microsoft.com/office/drawing/2014/main" id="{B399A2A1-01C7-4E4B-8F70-A4785C7A5FB6}"/>
              </a:ext>
            </a:extLst>
          </p:cNvPr>
          <p:cNvSpPr>
            <a:spLocks noGrp="1"/>
          </p:cNvSpPr>
          <p:nvPr/>
        </p:nvSpPr>
        <p:spPr>
          <a:xfrm>
            <a:off x="6913939" y="2624986"/>
            <a:ext cx="229125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-</a:t>
            </a:r>
          </a:p>
        </p:txBody>
      </p:sp>
      <p:sp>
        <p:nvSpPr>
          <p:cNvPr id="116" name="anim_to10018_0_1">
            <a:extLst>
              <a:ext uri="{FF2B5EF4-FFF2-40B4-BE49-F238E27FC236}">
                <a16:creationId xmlns:a16="http://schemas.microsoft.com/office/drawing/2014/main" id="{46C4386F-A8A7-489D-BC6F-202DE632F8D9}"/>
              </a:ext>
            </a:extLst>
          </p:cNvPr>
          <p:cNvSpPr>
            <a:spLocks noGrp="1"/>
          </p:cNvSpPr>
          <p:nvPr/>
        </p:nvSpPr>
        <p:spPr>
          <a:xfrm>
            <a:off x="7230413" y="2624986"/>
            <a:ext cx="35457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117" name="anim_to10020_0_1">
            <a:extLst>
              <a:ext uri="{FF2B5EF4-FFF2-40B4-BE49-F238E27FC236}">
                <a16:creationId xmlns:a16="http://schemas.microsoft.com/office/drawing/2014/main" id="{739F34D1-D35D-4957-B03F-3F78DA88AAFB}"/>
              </a:ext>
            </a:extLst>
          </p:cNvPr>
          <p:cNvSpPr>
            <a:spLocks noGrp="1"/>
          </p:cNvSpPr>
          <p:nvPr/>
        </p:nvSpPr>
        <p:spPr>
          <a:xfrm>
            <a:off x="7546887" y="2624986"/>
            <a:ext cx="27759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118" name="anim_to10024_0_1">
            <a:extLst>
              <a:ext uri="{FF2B5EF4-FFF2-40B4-BE49-F238E27FC236}">
                <a16:creationId xmlns:a16="http://schemas.microsoft.com/office/drawing/2014/main" id="{D4121045-6954-44DA-A46B-321707EE3221}"/>
              </a:ext>
            </a:extLst>
          </p:cNvPr>
          <p:cNvSpPr>
            <a:spLocks noGrp="1"/>
          </p:cNvSpPr>
          <p:nvPr/>
        </p:nvSpPr>
        <p:spPr>
          <a:xfrm>
            <a:off x="7911829" y="2624986"/>
            <a:ext cx="445809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119" name="anim_to10028_0_1">
            <a:extLst>
              <a:ext uri="{FF2B5EF4-FFF2-40B4-BE49-F238E27FC236}">
                <a16:creationId xmlns:a16="http://schemas.microsoft.com/office/drawing/2014/main" id="{730DBD9A-8E78-420C-92DA-E006EC7BCE10}"/>
              </a:ext>
            </a:extLst>
          </p:cNvPr>
          <p:cNvSpPr>
            <a:spLocks noGrp="1"/>
          </p:cNvSpPr>
          <p:nvPr/>
        </p:nvSpPr>
        <p:spPr>
          <a:xfrm>
            <a:off x="8444987" y="2624986"/>
            <a:ext cx="499980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∏</a:t>
            </a:r>
          </a:p>
        </p:txBody>
      </p:sp>
      <p:sp>
        <p:nvSpPr>
          <p:cNvPr id="120" name="anim_to10031_0_1">
            <a:extLst>
              <a:ext uri="{FF2B5EF4-FFF2-40B4-BE49-F238E27FC236}">
                <a16:creationId xmlns:a16="http://schemas.microsoft.com/office/drawing/2014/main" id="{EB36264D-FD9E-48EB-B257-47BC55FF01A1}"/>
              </a:ext>
            </a:extLst>
          </p:cNvPr>
          <p:cNvSpPr>
            <a:spLocks noGrp="1"/>
          </p:cNvSpPr>
          <p:nvPr/>
        </p:nvSpPr>
        <p:spPr>
          <a:xfrm>
            <a:off x="8384045" y="3217861"/>
            <a:ext cx="138174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j</a:t>
            </a:r>
          </a:p>
        </p:txBody>
      </p:sp>
      <p:sp>
        <p:nvSpPr>
          <p:cNvPr id="121" name="anim_to10033_0_1">
            <a:extLst>
              <a:ext uri="{FF2B5EF4-FFF2-40B4-BE49-F238E27FC236}">
                <a16:creationId xmlns:a16="http://schemas.microsoft.com/office/drawing/2014/main" id="{C656E5E3-9C81-4FE6-A525-AED36331F389}"/>
              </a:ext>
            </a:extLst>
          </p:cNvPr>
          <p:cNvSpPr>
            <a:spLocks noGrp="1"/>
          </p:cNvSpPr>
          <p:nvPr/>
        </p:nvSpPr>
        <p:spPr>
          <a:xfrm>
            <a:off x="8484119" y="3217861"/>
            <a:ext cx="316084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122" name="anim_to10035_0_1">
            <a:extLst>
              <a:ext uri="{FF2B5EF4-FFF2-40B4-BE49-F238E27FC236}">
                <a16:creationId xmlns:a16="http://schemas.microsoft.com/office/drawing/2014/main" id="{9334BF53-7FED-4366-8991-E12C87F6D63A}"/>
              </a:ext>
            </a:extLst>
          </p:cNvPr>
          <p:cNvSpPr>
            <a:spLocks noGrp="1"/>
          </p:cNvSpPr>
          <p:nvPr/>
        </p:nvSpPr>
        <p:spPr>
          <a:xfrm>
            <a:off x="8762102" y="3217861"/>
            <a:ext cx="243808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123" name="anim_to10038_0_1">
            <a:extLst>
              <a:ext uri="{FF2B5EF4-FFF2-40B4-BE49-F238E27FC236}">
                <a16:creationId xmlns:a16="http://schemas.microsoft.com/office/drawing/2014/main" id="{820F4E90-5B88-4B8B-B9E5-85AA3456DF74}"/>
              </a:ext>
            </a:extLst>
          </p:cNvPr>
          <p:cNvSpPr>
            <a:spLocks noGrp="1"/>
          </p:cNvSpPr>
          <p:nvPr/>
        </p:nvSpPr>
        <p:spPr>
          <a:xfrm>
            <a:off x="8459100" y="2318648"/>
            <a:ext cx="141881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i</a:t>
            </a:r>
          </a:p>
        </p:txBody>
      </p:sp>
      <p:sp>
        <p:nvSpPr>
          <p:cNvPr id="124" name="anim_to10040_0_1">
            <a:extLst>
              <a:ext uri="{FF2B5EF4-FFF2-40B4-BE49-F238E27FC236}">
                <a16:creationId xmlns:a16="http://schemas.microsoft.com/office/drawing/2014/main" id="{F5C3E96E-87DE-409C-845E-11F184EB8C0B}"/>
              </a:ext>
            </a:extLst>
          </p:cNvPr>
          <p:cNvSpPr>
            <a:spLocks noGrp="1"/>
          </p:cNvSpPr>
          <p:nvPr/>
        </p:nvSpPr>
        <p:spPr>
          <a:xfrm>
            <a:off x="8562881" y="2318648"/>
            <a:ext cx="162266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-</a:t>
            </a:r>
          </a:p>
        </p:txBody>
      </p:sp>
      <p:sp>
        <p:nvSpPr>
          <p:cNvPr id="125" name="anim_to10042_0_1">
            <a:extLst>
              <a:ext uri="{FF2B5EF4-FFF2-40B4-BE49-F238E27FC236}">
                <a16:creationId xmlns:a16="http://schemas.microsoft.com/office/drawing/2014/main" id="{F4448388-B14F-497C-B85C-E55AC389DD25}"/>
              </a:ext>
            </a:extLst>
          </p:cNvPr>
          <p:cNvSpPr>
            <a:spLocks noGrp="1"/>
          </p:cNvSpPr>
          <p:nvPr/>
        </p:nvSpPr>
        <p:spPr>
          <a:xfrm>
            <a:off x="8687047" y="2318648"/>
            <a:ext cx="243808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126" name="anim_to10046_0_1">
            <a:extLst>
              <a:ext uri="{FF2B5EF4-FFF2-40B4-BE49-F238E27FC236}">
                <a16:creationId xmlns:a16="http://schemas.microsoft.com/office/drawing/2014/main" id="{3FADCD75-B4ED-41DD-B645-BAA4C96D910E}"/>
              </a:ext>
            </a:extLst>
          </p:cNvPr>
          <p:cNvSpPr>
            <a:spLocks noGrp="1"/>
          </p:cNvSpPr>
          <p:nvPr/>
        </p:nvSpPr>
        <p:spPr>
          <a:xfrm>
            <a:off x="9093259" y="2624986"/>
            <a:ext cx="323211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S</a:t>
            </a:r>
          </a:p>
        </p:txBody>
      </p:sp>
      <p:sp>
        <p:nvSpPr>
          <p:cNvPr id="127" name="anim_to10049_0_1">
            <a:extLst>
              <a:ext uri="{FF2B5EF4-FFF2-40B4-BE49-F238E27FC236}">
                <a16:creationId xmlns:a16="http://schemas.microsoft.com/office/drawing/2014/main" id="{462C4195-00EF-4F2F-95BE-F4CAA9EBD95C}"/>
              </a:ext>
            </a:extLst>
          </p:cNvPr>
          <p:cNvSpPr>
            <a:spLocks noGrp="1"/>
          </p:cNvSpPr>
          <p:nvPr/>
        </p:nvSpPr>
        <p:spPr>
          <a:xfrm>
            <a:off x="9378371" y="2866048"/>
            <a:ext cx="138174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90EE90"/>
                </a:solidFill>
                <a:latin typeface="Cambria Math"/>
                <a:ea typeface="Cambria Math"/>
                <a:cs typeface="Cambria Math"/>
              </a:rPr>
              <a:t>j</a:t>
            </a:r>
          </a:p>
        </p:txBody>
      </p:sp>
      <p:sp>
        <p:nvSpPr>
          <p:cNvPr id="128" name="anim_to10052_0_1">
            <a:extLst>
              <a:ext uri="{FF2B5EF4-FFF2-40B4-BE49-F238E27FC236}">
                <a16:creationId xmlns:a16="http://schemas.microsoft.com/office/drawing/2014/main" id="{1FABB104-7483-4269-A7B9-22421A791A92}"/>
              </a:ext>
            </a:extLst>
          </p:cNvPr>
          <p:cNvSpPr>
            <a:spLocks noGrp="1"/>
          </p:cNvSpPr>
          <p:nvPr/>
        </p:nvSpPr>
        <p:spPr>
          <a:xfrm>
            <a:off x="2718597" y="4141057"/>
            <a:ext cx="6773856" cy="5669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572" b="0">
                <a:solidFill>
                  <a:srgbClr val="EC92AB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572" b="0">
                <a:solidFill>
                  <a:srgbClr val="EC92AB"/>
                </a:solidFill>
                <a:latin typeface="Consolas"/>
                <a:ea typeface="Consolas"/>
                <a:cs typeface="Consolas"/>
              </a:defRPr>
            </a:pPr>
            <a:r>
              <a:rPr sz="3572" b="0">
                <a:solidFill>
                  <a:srgbClr val="EC92AB"/>
                </a:solidFill>
                <a:latin typeface="Consolas"/>
                <a:ea typeface="Consolas"/>
                <a:cs typeface="Consolas"/>
              </a:rPr>
              <a:t>Using effective kernel size</a:t>
            </a:r>
          </a:p>
        </p:txBody>
      </p:sp>
      <p:sp>
        <p:nvSpPr>
          <p:cNvPr id="129" name="anim_to10080_0_1">
            <a:extLst>
              <a:ext uri="{FF2B5EF4-FFF2-40B4-BE49-F238E27FC236}">
                <a16:creationId xmlns:a16="http://schemas.microsoft.com/office/drawing/2014/main" id="{BC6C845C-0847-4FB1-BBFC-620F5138E034}"/>
              </a:ext>
            </a:extLst>
          </p:cNvPr>
          <p:cNvSpPr>
            <a:spLocks noGrp="1"/>
          </p:cNvSpPr>
          <p:nvPr/>
        </p:nvSpPr>
        <p:spPr>
          <a:xfrm>
            <a:off x="1035502" y="5448540"/>
            <a:ext cx="10140045" cy="67526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254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254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4254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Substitute K_eff = K + (K-1)(D-1):</a:t>
            </a:r>
          </a:p>
        </p:txBody>
      </p:sp>
      <p:sp>
        <p:nvSpPr>
          <p:cNvPr id="130" name="anim_to10116_0_1">
            <a:extLst>
              <a:ext uri="{FF2B5EF4-FFF2-40B4-BE49-F238E27FC236}">
                <a16:creationId xmlns:a16="http://schemas.microsoft.com/office/drawing/2014/main" id="{BB999336-D941-4F06-A32D-6F93A7C3E20C}"/>
              </a:ext>
            </a:extLst>
          </p:cNvPr>
          <p:cNvSpPr>
            <a:spLocks noGrp="1"/>
          </p:cNvSpPr>
          <p:nvPr/>
        </p:nvSpPr>
        <p:spPr>
          <a:xfrm>
            <a:off x="2490080" y="2624986"/>
            <a:ext cx="394489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R</a:t>
            </a:r>
          </a:p>
        </p:txBody>
      </p:sp>
      <p:sp>
        <p:nvSpPr>
          <p:cNvPr id="131" name="anim_to10118_0_1">
            <a:extLst>
              <a:ext uri="{FF2B5EF4-FFF2-40B4-BE49-F238E27FC236}">
                <a16:creationId xmlns:a16="http://schemas.microsoft.com/office/drawing/2014/main" id="{4A9B2527-6B6F-4B66-B8F4-226ABE547504}"/>
              </a:ext>
            </a:extLst>
          </p:cNvPr>
          <p:cNvSpPr>
            <a:spLocks noGrp="1"/>
          </p:cNvSpPr>
          <p:nvPr/>
        </p:nvSpPr>
        <p:spPr>
          <a:xfrm>
            <a:off x="2846470" y="2624986"/>
            <a:ext cx="343169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132" name="anim_to10122_0_1">
            <a:extLst>
              <a:ext uri="{FF2B5EF4-FFF2-40B4-BE49-F238E27FC236}">
                <a16:creationId xmlns:a16="http://schemas.microsoft.com/office/drawing/2014/main" id="{22066A35-E27E-4F3A-A8A6-7458CA53C839}"/>
              </a:ext>
            </a:extLst>
          </p:cNvPr>
          <p:cNvSpPr>
            <a:spLocks noGrp="1"/>
          </p:cNvSpPr>
          <p:nvPr/>
        </p:nvSpPr>
        <p:spPr>
          <a:xfrm>
            <a:off x="3276988" y="2624986"/>
            <a:ext cx="465767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133" name="anim_to10126_0_1">
            <a:extLst>
              <a:ext uri="{FF2B5EF4-FFF2-40B4-BE49-F238E27FC236}">
                <a16:creationId xmlns:a16="http://schemas.microsoft.com/office/drawing/2014/main" id="{1948A7FF-3A72-4C1A-ACFD-936A12319018}"/>
              </a:ext>
            </a:extLst>
          </p:cNvPr>
          <p:cNvSpPr>
            <a:spLocks noGrp="1"/>
          </p:cNvSpPr>
          <p:nvPr/>
        </p:nvSpPr>
        <p:spPr>
          <a:xfrm>
            <a:off x="3830104" y="2624986"/>
            <a:ext cx="35457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134" name="anim_to10130_0_1">
            <a:extLst>
              <a:ext uri="{FF2B5EF4-FFF2-40B4-BE49-F238E27FC236}">
                <a16:creationId xmlns:a16="http://schemas.microsoft.com/office/drawing/2014/main" id="{7E18623E-0266-4B18-B77D-63ED0046C88E}"/>
              </a:ext>
            </a:extLst>
          </p:cNvPr>
          <p:cNvSpPr>
            <a:spLocks noGrp="1"/>
          </p:cNvSpPr>
          <p:nvPr/>
        </p:nvSpPr>
        <p:spPr>
          <a:xfrm>
            <a:off x="4272026" y="2624986"/>
            <a:ext cx="465767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135" name="anim_to10134_0_1">
            <a:extLst>
              <a:ext uri="{FF2B5EF4-FFF2-40B4-BE49-F238E27FC236}">
                <a16:creationId xmlns:a16="http://schemas.microsoft.com/office/drawing/2014/main" id="{86559087-6EF5-4C89-9B13-60C8ACAE54A7}"/>
              </a:ext>
            </a:extLst>
          </p:cNvPr>
          <p:cNvSpPr>
            <a:spLocks noGrp="1"/>
          </p:cNvSpPr>
          <p:nvPr/>
        </p:nvSpPr>
        <p:spPr>
          <a:xfrm>
            <a:off x="4825142" y="2624986"/>
            <a:ext cx="348871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Σ</a:t>
            </a:r>
          </a:p>
        </p:txBody>
      </p:sp>
      <p:sp>
        <p:nvSpPr>
          <p:cNvPr id="136" name="anim_to10137_0_1">
            <a:extLst>
              <a:ext uri="{FF2B5EF4-FFF2-40B4-BE49-F238E27FC236}">
                <a16:creationId xmlns:a16="http://schemas.microsoft.com/office/drawing/2014/main" id="{9FEF65CB-86FF-49B0-B4A5-84F74101CF69}"/>
              </a:ext>
            </a:extLst>
          </p:cNvPr>
          <p:cNvSpPr>
            <a:spLocks noGrp="1"/>
          </p:cNvSpPr>
          <p:nvPr/>
        </p:nvSpPr>
        <p:spPr>
          <a:xfrm>
            <a:off x="4686792" y="3110944"/>
            <a:ext cx="141881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i</a:t>
            </a:r>
          </a:p>
        </p:txBody>
      </p:sp>
      <p:sp>
        <p:nvSpPr>
          <p:cNvPr id="137" name="anim_to10139_0_1">
            <a:extLst>
              <a:ext uri="{FF2B5EF4-FFF2-40B4-BE49-F238E27FC236}">
                <a16:creationId xmlns:a16="http://schemas.microsoft.com/office/drawing/2014/main" id="{9E06E525-8C18-49B6-9C1A-2CF581BA577B}"/>
              </a:ext>
            </a:extLst>
          </p:cNvPr>
          <p:cNvSpPr>
            <a:spLocks noGrp="1"/>
          </p:cNvSpPr>
          <p:nvPr/>
        </p:nvSpPr>
        <p:spPr>
          <a:xfrm>
            <a:off x="4790573" y="3110944"/>
            <a:ext cx="316084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138" name="anim_to10141_0_1">
            <a:extLst>
              <a:ext uri="{FF2B5EF4-FFF2-40B4-BE49-F238E27FC236}">
                <a16:creationId xmlns:a16="http://schemas.microsoft.com/office/drawing/2014/main" id="{9D7F4C42-B877-4D8C-B8FD-79C0CDC9EAF0}"/>
              </a:ext>
            </a:extLst>
          </p:cNvPr>
          <p:cNvSpPr>
            <a:spLocks noGrp="1"/>
          </p:cNvSpPr>
          <p:nvPr/>
        </p:nvSpPr>
        <p:spPr>
          <a:xfrm>
            <a:off x="5068556" y="3110944"/>
            <a:ext cx="243808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139" name="anim_to10144_0_1">
            <a:extLst>
              <a:ext uri="{FF2B5EF4-FFF2-40B4-BE49-F238E27FC236}">
                <a16:creationId xmlns:a16="http://schemas.microsoft.com/office/drawing/2014/main" id="{19D1688E-ADCD-4506-9C2E-88A7975DF5F5}"/>
              </a:ext>
            </a:extLst>
          </p:cNvPr>
          <p:cNvSpPr>
            <a:spLocks noGrp="1"/>
          </p:cNvSpPr>
          <p:nvPr/>
        </p:nvSpPr>
        <p:spPr>
          <a:xfrm>
            <a:off x="4881381" y="2389427"/>
            <a:ext cx="236395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140" name="anim_to10148_0_1">
            <a:extLst>
              <a:ext uri="{FF2B5EF4-FFF2-40B4-BE49-F238E27FC236}">
                <a16:creationId xmlns:a16="http://schemas.microsoft.com/office/drawing/2014/main" id="{F05D5828-F04A-4B80-8D79-C6D4C67D5B9D}"/>
              </a:ext>
            </a:extLst>
          </p:cNvPr>
          <p:cNvSpPr>
            <a:spLocks noGrp="1"/>
          </p:cNvSpPr>
          <p:nvPr/>
        </p:nvSpPr>
        <p:spPr>
          <a:xfrm>
            <a:off x="5399713" y="2624986"/>
            <a:ext cx="27759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141" name="anim_to10150_0_1">
            <a:extLst>
              <a:ext uri="{FF2B5EF4-FFF2-40B4-BE49-F238E27FC236}">
                <a16:creationId xmlns:a16="http://schemas.microsoft.com/office/drawing/2014/main" id="{FD400383-6BFD-4642-8CC9-267D2937A022}"/>
              </a:ext>
            </a:extLst>
          </p:cNvPr>
          <p:cNvSpPr>
            <a:spLocks noGrp="1"/>
          </p:cNvSpPr>
          <p:nvPr/>
        </p:nvSpPr>
        <p:spPr>
          <a:xfrm>
            <a:off x="5639207" y="2624986"/>
            <a:ext cx="397340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K</a:t>
            </a:r>
          </a:p>
        </p:txBody>
      </p:sp>
      <p:sp>
        <p:nvSpPr>
          <p:cNvPr id="142" name="anim_to10153_0_1">
            <a:extLst>
              <a:ext uri="{FF2B5EF4-FFF2-40B4-BE49-F238E27FC236}">
                <a16:creationId xmlns:a16="http://schemas.microsoft.com/office/drawing/2014/main" id="{7AB91F62-18BE-4327-B6CC-44C0E3D8A5FC}"/>
              </a:ext>
            </a:extLst>
          </p:cNvPr>
          <p:cNvSpPr>
            <a:spLocks noGrp="1"/>
          </p:cNvSpPr>
          <p:nvPr/>
        </p:nvSpPr>
        <p:spPr>
          <a:xfrm>
            <a:off x="5998447" y="2866048"/>
            <a:ext cx="141881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i</a:t>
            </a:r>
          </a:p>
        </p:txBody>
      </p:sp>
      <p:sp>
        <p:nvSpPr>
          <p:cNvPr id="143" name="anim_to10157_0_1">
            <a:extLst>
              <a:ext uri="{FF2B5EF4-FFF2-40B4-BE49-F238E27FC236}">
                <a16:creationId xmlns:a16="http://schemas.microsoft.com/office/drawing/2014/main" id="{4A0D6417-966D-49FE-908F-92BF8717168B}"/>
              </a:ext>
            </a:extLst>
          </p:cNvPr>
          <p:cNvSpPr>
            <a:spLocks noGrp="1"/>
          </p:cNvSpPr>
          <p:nvPr/>
        </p:nvSpPr>
        <p:spPr>
          <a:xfrm>
            <a:off x="6227676" y="2624986"/>
            <a:ext cx="229125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-</a:t>
            </a:r>
          </a:p>
        </p:txBody>
      </p:sp>
      <p:sp>
        <p:nvSpPr>
          <p:cNvPr id="144" name="anim_to10161_0_1">
            <a:extLst>
              <a:ext uri="{FF2B5EF4-FFF2-40B4-BE49-F238E27FC236}">
                <a16:creationId xmlns:a16="http://schemas.microsoft.com/office/drawing/2014/main" id="{3587BC32-3265-49B0-8FE6-B1176839A465}"/>
              </a:ext>
            </a:extLst>
          </p:cNvPr>
          <p:cNvSpPr>
            <a:spLocks noGrp="1"/>
          </p:cNvSpPr>
          <p:nvPr/>
        </p:nvSpPr>
        <p:spPr>
          <a:xfrm>
            <a:off x="6544150" y="2624986"/>
            <a:ext cx="35457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145" name="anim_to10163_0_1">
            <a:extLst>
              <a:ext uri="{FF2B5EF4-FFF2-40B4-BE49-F238E27FC236}">
                <a16:creationId xmlns:a16="http://schemas.microsoft.com/office/drawing/2014/main" id="{B71D99D7-6580-49CF-9232-6D2228D26ED3}"/>
              </a:ext>
            </a:extLst>
          </p:cNvPr>
          <p:cNvSpPr>
            <a:spLocks noGrp="1"/>
          </p:cNvSpPr>
          <p:nvPr/>
        </p:nvSpPr>
        <p:spPr>
          <a:xfrm>
            <a:off x="6860624" y="2624986"/>
            <a:ext cx="27759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146" name="anim_to10167_0_1">
            <a:extLst>
              <a:ext uri="{FF2B5EF4-FFF2-40B4-BE49-F238E27FC236}">
                <a16:creationId xmlns:a16="http://schemas.microsoft.com/office/drawing/2014/main" id="{0CD43B48-354B-45E4-843A-9CD9E1BF2489}"/>
              </a:ext>
            </a:extLst>
          </p:cNvPr>
          <p:cNvSpPr>
            <a:spLocks noGrp="1"/>
          </p:cNvSpPr>
          <p:nvPr/>
        </p:nvSpPr>
        <p:spPr>
          <a:xfrm>
            <a:off x="7225566" y="2624986"/>
            <a:ext cx="197762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·</a:t>
            </a:r>
          </a:p>
        </p:txBody>
      </p:sp>
      <p:sp>
        <p:nvSpPr>
          <p:cNvPr id="147" name="anim_to10171_0_1">
            <a:extLst>
              <a:ext uri="{FF2B5EF4-FFF2-40B4-BE49-F238E27FC236}">
                <a16:creationId xmlns:a16="http://schemas.microsoft.com/office/drawing/2014/main" id="{6906AB90-724F-41A5-A5DE-6FA5E6787480}"/>
              </a:ext>
            </a:extLst>
          </p:cNvPr>
          <p:cNvSpPr>
            <a:spLocks noGrp="1"/>
          </p:cNvSpPr>
          <p:nvPr/>
        </p:nvSpPr>
        <p:spPr>
          <a:xfrm>
            <a:off x="7510677" y="2624986"/>
            <a:ext cx="414447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D</a:t>
            </a:r>
          </a:p>
        </p:txBody>
      </p:sp>
      <p:sp>
        <p:nvSpPr>
          <p:cNvPr id="148" name="anim_to10174_0_1">
            <a:extLst>
              <a:ext uri="{FF2B5EF4-FFF2-40B4-BE49-F238E27FC236}">
                <a16:creationId xmlns:a16="http://schemas.microsoft.com/office/drawing/2014/main" id="{F70F89C6-F4FF-45BF-868C-5A55B29C9685}"/>
              </a:ext>
            </a:extLst>
          </p:cNvPr>
          <p:cNvSpPr>
            <a:spLocks noGrp="1"/>
          </p:cNvSpPr>
          <p:nvPr/>
        </p:nvSpPr>
        <p:spPr>
          <a:xfrm>
            <a:off x="7887024" y="2866048"/>
            <a:ext cx="141881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i</a:t>
            </a:r>
          </a:p>
        </p:txBody>
      </p:sp>
      <p:sp>
        <p:nvSpPr>
          <p:cNvPr id="149" name="anim_to10178_0_1">
            <a:extLst>
              <a:ext uri="{FF2B5EF4-FFF2-40B4-BE49-F238E27FC236}">
                <a16:creationId xmlns:a16="http://schemas.microsoft.com/office/drawing/2014/main" id="{FD24C066-1E2D-40D7-9A10-6E5B96D87587}"/>
              </a:ext>
            </a:extLst>
          </p:cNvPr>
          <p:cNvSpPr>
            <a:spLocks noGrp="1"/>
          </p:cNvSpPr>
          <p:nvPr/>
        </p:nvSpPr>
        <p:spPr>
          <a:xfrm>
            <a:off x="8116254" y="2624986"/>
            <a:ext cx="445809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150" name="anim_to10182_0_1">
            <a:extLst>
              <a:ext uri="{FF2B5EF4-FFF2-40B4-BE49-F238E27FC236}">
                <a16:creationId xmlns:a16="http://schemas.microsoft.com/office/drawing/2014/main" id="{23BFDE74-5529-47BA-B792-2553CDCA56B0}"/>
              </a:ext>
            </a:extLst>
          </p:cNvPr>
          <p:cNvSpPr>
            <a:spLocks noGrp="1"/>
          </p:cNvSpPr>
          <p:nvPr/>
        </p:nvSpPr>
        <p:spPr>
          <a:xfrm>
            <a:off x="8649412" y="2624986"/>
            <a:ext cx="499980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∏</a:t>
            </a:r>
          </a:p>
        </p:txBody>
      </p:sp>
      <p:sp>
        <p:nvSpPr>
          <p:cNvPr id="151" name="anim_to10185_0_1">
            <a:extLst>
              <a:ext uri="{FF2B5EF4-FFF2-40B4-BE49-F238E27FC236}">
                <a16:creationId xmlns:a16="http://schemas.microsoft.com/office/drawing/2014/main" id="{782F2B8F-9839-47F4-9793-A9EF21A9DC3C}"/>
              </a:ext>
            </a:extLst>
          </p:cNvPr>
          <p:cNvSpPr>
            <a:spLocks noGrp="1"/>
          </p:cNvSpPr>
          <p:nvPr/>
        </p:nvSpPr>
        <p:spPr>
          <a:xfrm>
            <a:off x="8588470" y="3217861"/>
            <a:ext cx="138174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j</a:t>
            </a:r>
          </a:p>
        </p:txBody>
      </p:sp>
      <p:sp>
        <p:nvSpPr>
          <p:cNvPr id="152" name="anim_to10187_0_1">
            <a:extLst>
              <a:ext uri="{FF2B5EF4-FFF2-40B4-BE49-F238E27FC236}">
                <a16:creationId xmlns:a16="http://schemas.microsoft.com/office/drawing/2014/main" id="{CA0F8B72-B220-4FD7-BBD5-882E4E5CF2BB}"/>
              </a:ext>
            </a:extLst>
          </p:cNvPr>
          <p:cNvSpPr>
            <a:spLocks noGrp="1"/>
          </p:cNvSpPr>
          <p:nvPr/>
        </p:nvSpPr>
        <p:spPr>
          <a:xfrm>
            <a:off x="8688544" y="3217861"/>
            <a:ext cx="316084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153" name="anim_to10189_0_1">
            <a:extLst>
              <a:ext uri="{FF2B5EF4-FFF2-40B4-BE49-F238E27FC236}">
                <a16:creationId xmlns:a16="http://schemas.microsoft.com/office/drawing/2014/main" id="{46DE78DD-E650-4D92-AE7A-AB19E948900E}"/>
              </a:ext>
            </a:extLst>
          </p:cNvPr>
          <p:cNvSpPr>
            <a:spLocks noGrp="1"/>
          </p:cNvSpPr>
          <p:nvPr/>
        </p:nvSpPr>
        <p:spPr>
          <a:xfrm>
            <a:off x="8966527" y="3217861"/>
            <a:ext cx="243808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154" name="anim_to10192_0_1">
            <a:extLst>
              <a:ext uri="{FF2B5EF4-FFF2-40B4-BE49-F238E27FC236}">
                <a16:creationId xmlns:a16="http://schemas.microsoft.com/office/drawing/2014/main" id="{403DEAF5-7F91-4312-BAF5-C8B953BA5519}"/>
              </a:ext>
            </a:extLst>
          </p:cNvPr>
          <p:cNvSpPr>
            <a:spLocks noGrp="1"/>
          </p:cNvSpPr>
          <p:nvPr/>
        </p:nvSpPr>
        <p:spPr>
          <a:xfrm>
            <a:off x="8663525" y="2318648"/>
            <a:ext cx="141881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i</a:t>
            </a:r>
          </a:p>
        </p:txBody>
      </p:sp>
      <p:sp>
        <p:nvSpPr>
          <p:cNvPr id="155" name="anim_to10194_0_1">
            <a:extLst>
              <a:ext uri="{FF2B5EF4-FFF2-40B4-BE49-F238E27FC236}">
                <a16:creationId xmlns:a16="http://schemas.microsoft.com/office/drawing/2014/main" id="{D7E74F8B-08EA-40A3-A727-8AF986FBF50E}"/>
              </a:ext>
            </a:extLst>
          </p:cNvPr>
          <p:cNvSpPr>
            <a:spLocks noGrp="1"/>
          </p:cNvSpPr>
          <p:nvPr/>
        </p:nvSpPr>
        <p:spPr>
          <a:xfrm>
            <a:off x="8767306" y="2318648"/>
            <a:ext cx="162266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-</a:t>
            </a:r>
          </a:p>
        </p:txBody>
      </p:sp>
      <p:sp>
        <p:nvSpPr>
          <p:cNvPr id="156" name="anim_to10196_0_1">
            <a:extLst>
              <a:ext uri="{FF2B5EF4-FFF2-40B4-BE49-F238E27FC236}">
                <a16:creationId xmlns:a16="http://schemas.microsoft.com/office/drawing/2014/main" id="{5263E884-9A91-4FCC-A9CF-7A4179B88E0B}"/>
              </a:ext>
            </a:extLst>
          </p:cNvPr>
          <p:cNvSpPr>
            <a:spLocks noGrp="1"/>
          </p:cNvSpPr>
          <p:nvPr/>
        </p:nvSpPr>
        <p:spPr>
          <a:xfrm>
            <a:off x="8891472" y="2318648"/>
            <a:ext cx="243808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157" name="anim_to10200_0_1">
            <a:extLst>
              <a:ext uri="{FF2B5EF4-FFF2-40B4-BE49-F238E27FC236}">
                <a16:creationId xmlns:a16="http://schemas.microsoft.com/office/drawing/2014/main" id="{5C4F0B0C-8FFA-4DBB-9DA8-4A8554A876E4}"/>
              </a:ext>
            </a:extLst>
          </p:cNvPr>
          <p:cNvSpPr>
            <a:spLocks noGrp="1"/>
          </p:cNvSpPr>
          <p:nvPr/>
        </p:nvSpPr>
        <p:spPr>
          <a:xfrm>
            <a:off x="9297684" y="2624986"/>
            <a:ext cx="323211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S</a:t>
            </a:r>
          </a:p>
        </p:txBody>
      </p:sp>
      <p:sp>
        <p:nvSpPr>
          <p:cNvPr id="158" name="anim_to10203_0_1">
            <a:extLst>
              <a:ext uri="{FF2B5EF4-FFF2-40B4-BE49-F238E27FC236}">
                <a16:creationId xmlns:a16="http://schemas.microsoft.com/office/drawing/2014/main" id="{7F9F0772-C12F-4BB1-8A38-54AA4222F46C}"/>
              </a:ext>
            </a:extLst>
          </p:cNvPr>
          <p:cNvSpPr>
            <a:spLocks noGrp="1"/>
          </p:cNvSpPr>
          <p:nvPr/>
        </p:nvSpPr>
        <p:spPr>
          <a:xfrm>
            <a:off x="9582795" y="2866048"/>
            <a:ext cx="138174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j</a:t>
            </a:r>
          </a:p>
        </p:txBody>
      </p:sp>
      <p:sp>
        <p:nvSpPr>
          <p:cNvPr id="159" name="anim_to10206_0_1">
            <a:extLst>
              <a:ext uri="{FF2B5EF4-FFF2-40B4-BE49-F238E27FC236}">
                <a16:creationId xmlns:a16="http://schemas.microsoft.com/office/drawing/2014/main" id="{8926D63D-C419-4193-8B93-F5443F5BCC37}"/>
              </a:ext>
            </a:extLst>
          </p:cNvPr>
          <p:cNvSpPr>
            <a:spLocks noGrp="1"/>
          </p:cNvSpPr>
          <p:nvPr/>
        </p:nvSpPr>
        <p:spPr>
          <a:xfrm>
            <a:off x="763146" y="4616058"/>
            <a:ext cx="10684758" cy="69134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355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355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4355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Final formula with dilation rate D!</a:t>
            </a:r>
          </a:p>
        </p:txBody>
      </p:sp>
      <p:sp>
        <p:nvSpPr>
          <p:cNvPr id="160" name="anim_o10242_1">
            <a:extLst>
              <a:ext uri="{FF2B5EF4-FFF2-40B4-BE49-F238E27FC236}">
                <a16:creationId xmlns:a16="http://schemas.microsoft.com/office/drawing/2014/main" id="{488EF4C3-23A3-4AD5-93E1-2C907B4A7B0A}"/>
              </a:ext>
            </a:extLst>
          </p:cNvPr>
          <p:cNvSpPr>
            <a:spLocks noGrp="1"/>
          </p:cNvSpPr>
          <p:nvPr/>
        </p:nvSpPr>
        <p:spPr>
          <a:xfrm>
            <a:off x="2318959" y="2244562"/>
            <a:ext cx="7554082" cy="1547755"/>
          </a:xfrm>
          <a:prstGeom prst="rect">
            <a:avLst/>
          </a:prstGeom>
          <a:noFill/>
          <a:ln w="22225">
            <a:solidFill>
              <a:srgbClr val="FFD7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73181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45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4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4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4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4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4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4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4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4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4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4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4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4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4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4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4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4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45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4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4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4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4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4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4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4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4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4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" dur="4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4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" dur="45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" dur="45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" dur="45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" dur="4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45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" dur="4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" dur="45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" dur="45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7" dur="45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" dur="4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3" dur="4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" dur="45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" dur="45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2" dur="4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5" dur="45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8" dur="4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1" dur="45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4" dur="45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7" dur="45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0" dur="4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3" dur="4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6" dur="4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9" dur="45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2" dur="4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5" dur="4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8" dur="4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1" dur="45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4" dur="45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7" dur="45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0" dur="45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3" dur="45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6" dur="45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9" dur="45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2" dur="45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5" dur="45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8" dur="45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1" dur="45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4" dur="45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7" dur="45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44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450"/>
                            </p:stCondLst>
                            <p:childTnLst>
                              <p:par>
                                <p:cTn id="21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" dur="4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3" fill="hold">
                            <p:stCondLst>
                              <p:cond delay="850"/>
                            </p:stCondLst>
                            <p:childTnLst>
                              <p:par>
                                <p:cTn id="2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7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" dur="7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" dur="7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5" dur="7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8" dur="7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" dur="7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4" dur="7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7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0" dur="7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3" dur="7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6" dur="7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" dur="7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2" dur="7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5" dur="7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8" dur="7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1" dur="7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4" dur="7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" dur="7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0" dur="7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3" dur="7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6" dur="7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7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2" dur="7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5" dur="7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8" dur="7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1" dur="7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2" fill="hold">
                            <p:stCondLst>
                              <p:cond delay="1550"/>
                            </p:stCondLst>
                            <p:childTnLst>
                              <p:par>
                                <p:cTn id="29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5" dur="9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6" fill="hold">
                      <p:stCondLst>
                        <p:cond delay="indefinite"/>
                      </p:stCondLst>
                      <p:childTnLst>
                        <p:par>
                          <p:cTn id="297" fill="hold">
                            <p:stCondLst>
                              <p:cond delay="0"/>
                            </p:stCondLst>
                            <p:childTnLst>
                              <p:par>
                                <p:cTn id="2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0" dur="35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1" fill="hold">
                            <p:stCondLst>
                              <p:cond delay="350"/>
                            </p:stCondLst>
                            <p:childTnLst>
                              <p:par>
                                <p:cTn id="302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3" dur="9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6" dur="9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9" dur="9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2" dur="9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5" dur="9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8" dur="9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1" dur="9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4" dur="9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7" dur="9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0" dur="9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3" dur="9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6" dur="9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9" dur="9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2" dur="9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5" dur="9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8" dur="9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1" dur="9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4" dur="9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7" dur="9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0" dur="9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3" dur="9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6" dur="9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9" dur="9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2" dur="9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5" dur="9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8" dur="9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1" dur="9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5" dur="9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8" dur="9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1" dur="9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4" dur="9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7" dur="9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0" dur="9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3" dur="9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6" dur="9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9" dur="9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2" dur="9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5" dur="9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8" dur="9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1" dur="9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4" dur="9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7" dur="9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0" dur="9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3" dur="9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6" dur="9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9" dur="9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2" dur="9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5" dur="9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8" dur="9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1" dur="9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4" dur="9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7" dur="9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0" dur="9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3" dur="9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6" dur="9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9" dur="9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2" dur="9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3" fill="hold">
                            <p:stCondLst>
                              <p:cond delay="1250"/>
                            </p:stCondLst>
                            <p:childTnLst>
                              <p:par>
                                <p:cTn id="47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6" dur="3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7" fill="hold">
                      <p:stCondLst>
                        <p:cond delay="indefinite"/>
                      </p:stCondLst>
                      <p:childTnLst>
                        <p:par>
                          <p:cTn id="478" fill="hold">
                            <p:stCondLst>
                              <p:cond delay="0"/>
                            </p:stCondLst>
                            <p:childTnLst>
                              <p:par>
                                <p:cTn id="47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0" dur="35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1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4" dur="35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5" fill="hold">
                      <p:stCondLst>
                        <p:cond delay="indefinite"/>
                      </p:stCondLst>
                      <p:childTnLst>
                        <p:par>
                          <p:cTn id="486" fill="hold">
                            <p:stCondLst>
                              <p:cond delay="0"/>
                            </p:stCondLst>
                            <p:childTnLst>
                              <p:par>
                                <p:cTn id="48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8" dur="9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1" dur="9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4" dur="9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5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7" dur="9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8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0" dur="9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1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3" dur="9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6" dur="9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7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9" dur="9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0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2" dur="9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3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5" dur="9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8" dur="9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9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1" dur="9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4" dur="9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5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7" dur="9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0" dur="9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1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3" dur="9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6" dur="9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7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9" dur="9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2" dur="9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3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5" dur="9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8" dur="9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9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1" dur="9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4" dur="9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5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7" dur="9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8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0" dur="9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1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3" dur="9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6" dur="9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7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9" dur="9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0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2" dur="9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3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5" dur="9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8" dur="9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9" dur="1" fill="hold">
                                          <p:stCondLst>
                                            <p:cond delay="8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2" dur="9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5" dur="9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8" dur="9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1" dur="9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4" dur="9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7" dur="9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0" dur="9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3" dur="9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6" dur="9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9" dur="9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2" dur="9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5" dur="9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8" dur="9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1" dur="9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4" dur="9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7" dur="9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0" dur="9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3" dur="9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6" dur="9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9" dur="9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2" dur="9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5" dur="9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8" dur="9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1" dur="9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4" dur="9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7" dur="9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0" dur="9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3" dur="9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6" dur="9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7" fill="hold">
                            <p:stCondLst>
                              <p:cond delay="900"/>
                            </p:stCondLst>
                            <p:childTnLst>
                              <p:par>
                                <p:cTn id="668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9" dur="3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0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3" dur="3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4" fill="hold">
                            <p:stCondLst>
                              <p:cond delay="1200"/>
                            </p:stCondLst>
                            <p:childTnLst>
                              <p:par>
                                <p:cTn id="67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7" dur="45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1" grpId="0"/>
      <p:bldP spid="2" grpId="0"/>
      <p:bldP spid="3" grpId="0"/>
      <p:bldP spid="4" grpId="0"/>
      <p:bldP spid="5" grpId="0"/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/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0" grpId="1"/>
      <p:bldP spid="71" grpId="0"/>
      <p:bldP spid="71" grpId="1"/>
      <p:bldP spid="72" grpId="0"/>
      <p:bldP spid="72" grpId="1"/>
      <p:bldP spid="73" grpId="0"/>
      <p:bldP spid="73" grpId="1"/>
      <p:bldP spid="74" grpId="0"/>
      <p:bldP spid="74" grpId="1"/>
      <p:bldP spid="75" grpId="0"/>
      <p:bldP spid="75" grpId="1"/>
      <p:bldP spid="76" grpId="0"/>
      <p:bldP spid="76" grpId="1"/>
      <p:bldP spid="77" grpId="0"/>
      <p:bldP spid="77" grpId="1"/>
      <p:bldP spid="78" grpId="0"/>
      <p:bldP spid="78" grpId="1"/>
      <p:bldP spid="79" grpId="0"/>
      <p:bldP spid="79" grpId="1"/>
      <p:bldP spid="80" grpId="0"/>
      <p:bldP spid="80" grpId="1"/>
      <p:bldP spid="81" grpId="0"/>
      <p:bldP spid="81" grpId="1"/>
      <p:bldP spid="82" grpId="0"/>
      <p:bldP spid="82" grpId="1"/>
      <p:bldP spid="83" grpId="0"/>
      <p:bldP spid="83" grpId="1"/>
      <p:bldP spid="84" grpId="0"/>
      <p:bldP spid="84" grpId="1"/>
      <p:bldP spid="85" grpId="0"/>
      <p:bldP spid="85" grpId="1"/>
      <p:bldP spid="86" grpId="0"/>
      <p:bldP spid="86" grpId="1"/>
      <p:bldP spid="87" grpId="0"/>
      <p:bldP spid="87" grpId="1"/>
      <p:bldP spid="88" grpId="0"/>
      <p:bldP spid="88" grpId="1"/>
      <p:bldP spid="89" grpId="0"/>
      <p:bldP spid="89" grpId="1"/>
      <p:bldP spid="90" grpId="0"/>
      <p:bldP spid="90" grpId="1"/>
      <p:bldP spid="91" grpId="0"/>
      <p:bldP spid="91" grpId="1"/>
      <p:bldP spid="92" grpId="0"/>
      <p:bldP spid="92" grpId="1"/>
      <p:bldP spid="93" grpId="0"/>
      <p:bldP spid="93" grpId="1"/>
      <p:bldP spid="94" grpId="0"/>
      <p:bldP spid="94" grpId="1"/>
      <p:bldP spid="95" grpId="0"/>
      <p:bldP spid="95" grpId="1"/>
      <p:bldP spid="96" grpId="0"/>
      <p:bldP spid="96" grpId="1"/>
      <p:bldP spid="97" grpId="0"/>
      <p:bldP spid="97" grpId="1"/>
      <p:bldP spid="98" grpId="0"/>
      <p:bldP spid="98" grpId="1"/>
      <p:bldP spid="99" grpId="0"/>
      <p:bldP spid="99" grpId="1"/>
      <p:bldP spid="100" grpId="0"/>
      <p:bldP spid="100" grpId="1"/>
      <p:bldP spid="101" grpId="0"/>
      <p:bldP spid="101" grpId="1"/>
      <p:bldP spid="102" grpId="0"/>
      <p:bldP spid="102" grpId="1"/>
      <p:bldP spid="103" grpId="0"/>
      <p:bldP spid="103" grpId="1"/>
      <p:bldP spid="104" grpId="0"/>
      <p:bldP spid="104" grpId="1"/>
      <p:bldP spid="105" grpId="0"/>
      <p:bldP spid="105" grpId="1"/>
      <p:bldP spid="106" grpId="0"/>
      <p:bldP spid="106" grpId="1"/>
      <p:bldP spid="107" grpId="0"/>
      <p:bldP spid="107" grpId="1"/>
      <p:bldP spid="108" grpId="0"/>
      <p:bldP spid="108" grpId="1"/>
      <p:bldP spid="109" grpId="0"/>
      <p:bldP spid="109" grpId="1"/>
      <p:bldP spid="110" grpId="0"/>
      <p:bldP spid="110" grpId="1"/>
      <p:bldP spid="111" grpId="0"/>
      <p:bldP spid="111" grpId="1"/>
      <p:bldP spid="112" grpId="0"/>
      <p:bldP spid="112" grpId="1"/>
      <p:bldP spid="113" grpId="0"/>
      <p:bldP spid="113" grpId="1"/>
      <p:bldP spid="114" grpId="0"/>
      <p:bldP spid="114" grpId="1"/>
      <p:bldP spid="115" grpId="0"/>
      <p:bldP spid="115" grpId="1"/>
      <p:bldP spid="116" grpId="0"/>
      <p:bldP spid="116" grpId="1"/>
      <p:bldP spid="117" grpId="0"/>
      <p:bldP spid="117" grpId="1"/>
      <p:bldP spid="118" grpId="0"/>
      <p:bldP spid="118" grpId="1"/>
      <p:bldP spid="119" grpId="0"/>
      <p:bldP spid="119" grpId="1"/>
      <p:bldP spid="120" grpId="0"/>
      <p:bldP spid="120" grpId="1"/>
      <p:bldP spid="121" grpId="0"/>
      <p:bldP spid="121" grpId="1"/>
      <p:bldP spid="122" grpId="0"/>
      <p:bldP spid="122" grpId="1"/>
      <p:bldP spid="123" grpId="0"/>
      <p:bldP spid="123" grpId="1"/>
      <p:bldP spid="124" grpId="0"/>
      <p:bldP spid="124" grpId="1"/>
      <p:bldP spid="125" grpId="0"/>
      <p:bldP spid="125" grpId="1"/>
      <p:bldP spid="126" grpId="0"/>
      <p:bldP spid="126" grpId="1"/>
      <p:bldP spid="127" grpId="0"/>
      <p:bldP spid="127" grpId="1"/>
      <p:bldP spid="128" grpId="0"/>
      <p:bldP spid="128" grpId="1"/>
      <p:bldP spid="129" grpId="0"/>
      <p:bldP spid="129" grpId="1"/>
      <p:bldP spid="130" grpId="0"/>
      <p:bldP spid="131" grpId="0"/>
      <p:bldP spid="132" grpId="0"/>
      <p:bldP spid="133" grpId="0"/>
      <p:bldP spid="134" grpId="0"/>
      <p:bldP spid="135" grpId="0"/>
      <p:bldP spid="136" grpId="0"/>
      <p:bldP spid="137" grpId="0"/>
      <p:bldP spid="138" grpId="0"/>
      <p:bldP spid="139" grpId="0"/>
      <p:bldP spid="140" grpId="0"/>
      <p:bldP spid="141" grpId="0"/>
      <p:bldP spid="142" grpId="0"/>
      <p:bldP spid="143" grpId="0"/>
      <p:bldP spid="144" grpId="0"/>
      <p:bldP spid="145" grpId="0"/>
      <p:bldP spid="146" grpId="0"/>
      <p:bldP spid="147" grpId="0"/>
      <p:bldP spid="148" grpId="0"/>
      <p:bldP spid="149" grpId="0"/>
      <p:bldP spid="150" grpId="0"/>
      <p:bldP spid="151" grpId="0"/>
      <p:bldP spid="152" grpId="0"/>
      <p:bldP spid="153" grpId="0"/>
      <p:bldP spid="154" grpId="0"/>
      <p:bldP spid="155" grpId="0"/>
      <p:bldP spid="156" grpId="0"/>
      <p:bldP spid="157" grpId="0"/>
      <p:bldP spid="158" grpId="0"/>
      <p:bldP spid="159" grpId="0"/>
      <p:bldP spid="160" grpId="0" animBg="1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1E1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anim_o10242_1">
            <a:extLst>
              <a:ext uri="{FF2B5EF4-FFF2-40B4-BE49-F238E27FC236}">
                <a16:creationId xmlns:a16="http://schemas.microsoft.com/office/drawing/2014/main" id="{B93DF511-CBA8-442D-8EE2-E7FD003E2A31}"/>
              </a:ext>
            </a:extLst>
          </p:cNvPr>
          <p:cNvSpPr>
            <a:spLocks noGrp="1"/>
          </p:cNvSpPr>
          <p:nvPr/>
        </p:nvSpPr>
        <p:spPr>
          <a:xfrm>
            <a:off x="2318959" y="2244562"/>
            <a:ext cx="7554082" cy="1547755"/>
          </a:xfrm>
          <a:prstGeom prst="rect">
            <a:avLst/>
          </a:prstGeom>
          <a:noFill/>
          <a:ln w="22225">
            <a:solidFill>
              <a:srgbClr val="FFD70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anim_to9773_0_1">
            <a:extLst>
              <a:ext uri="{FF2B5EF4-FFF2-40B4-BE49-F238E27FC236}">
                <a16:creationId xmlns:a16="http://schemas.microsoft.com/office/drawing/2014/main" id="{4CA189FC-0574-4BE3-9373-E41BFEB1A623}"/>
              </a:ext>
            </a:extLst>
          </p:cNvPr>
          <p:cNvSpPr>
            <a:spLocks noGrp="1"/>
          </p:cNvSpPr>
          <p:nvPr/>
        </p:nvSpPr>
        <p:spPr>
          <a:xfrm>
            <a:off x="1693402" y="551960"/>
            <a:ext cx="8824246" cy="86819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469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5469" b="1">
                <a:solidFill>
                  <a:srgbClr val="FF862F"/>
                </a:solidFill>
                <a:latin typeface="Consolas"/>
                <a:ea typeface="Consolas"/>
                <a:cs typeface="Consolas"/>
              </a:defRPr>
            </a:pPr>
            <a:r>
              <a:rPr sz="5469" b="1">
                <a:solidFill>
                  <a:srgbClr val="FF862F"/>
                </a:solidFill>
                <a:latin typeface="Consolas"/>
                <a:ea typeface="Consolas"/>
                <a:cs typeface="Consolas"/>
              </a:rPr>
              <a:t>Receptive Field Formula</a:t>
            </a:r>
          </a:p>
        </p:txBody>
      </p:sp>
      <p:sp>
        <p:nvSpPr>
          <p:cNvPr id="3" name="anim_to10116_0_1">
            <a:extLst>
              <a:ext uri="{FF2B5EF4-FFF2-40B4-BE49-F238E27FC236}">
                <a16:creationId xmlns:a16="http://schemas.microsoft.com/office/drawing/2014/main" id="{28C21F5B-B469-4877-B74A-78F9E90BF72D}"/>
              </a:ext>
            </a:extLst>
          </p:cNvPr>
          <p:cNvSpPr>
            <a:spLocks noGrp="1"/>
          </p:cNvSpPr>
          <p:nvPr/>
        </p:nvSpPr>
        <p:spPr>
          <a:xfrm>
            <a:off x="2490080" y="2624986"/>
            <a:ext cx="394489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R</a:t>
            </a:r>
          </a:p>
        </p:txBody>
      </p:sp>
      <p:sp>
        <p:nvSpPr>
          <p:cNvPr id="4" name="anim_to10118_0_1">
            <a:extLst>
              <a:ext uri="{FF2B5EF4-FFF2-40B4-BE49-F238E27FC236}">
                <a16:creationId xmlns:a16="http://schemas.microsoft.com/office/drawing/2014/main" id="{B8219454-E40D-4550-AADA-DCBD65771055}"/>
              </a:ext>
            </a:extLst>
          </p:cNvPr>
          <p:cNvSpPr>
            <a:spLocks noGrp="1"/>
          </p:cNvSpPr>
          <p:nvPr/>
        </p:nvSpPr>
        <p:spPr>
          <a:xfrm>
            <a:off x="2846470" y="2624986"/>
            <a:ext cx="343169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5" name="anim_to10122_0_1">
            <a:extLst>
              <a:ext uri="{FF2B5EF4-FFF2-40B4-BE49-F238E27FC236}">
                <a16:creationId xmlns:a16="http://schemas.microsoft.com/office/drawing/2014/main" id="{5E0874EB-DFCA-415F-B42A-B76AF1CA2F9F}"/>
              </a:ext>
            </a:extLst>
          </p:cNvPr>
          <p:cNvSpPr>
            <a:spLocks noGrp="1"/>
          </p:cNvSpPr>
          <p:nvPr/>
        </p:nvSpPr>
        <p:spPr>
          <a:xfrm>
            <a:off x="3276988" y="2624986"/>
            <a:ext cx="465767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6" name="anim_to10126_0_1">
            <a:extLst>
              <a:ext uri="{FF2B5EF4-FFF2-40B4-BE49-F238E27FC236}">
                <a16:creationId xmlns:a16="http://schemas.microsoft.com/office/drawing/2014/main" id="{F029FEF9-9A93-41CF-8FCE-1E5F8C4076D1}"/>
              </a:ext>
            </a:extLst>
          </p:cNvPr>
          <p:cNvSpPr>
            <a:spLocks noGrp="1"/>
          </p:cNvSpPr>
          <p:nvPr/>
        </p:nvSpPr>
        <p:spPr>
          <a:xfrm>
            <a:off x="3830104" y="2624986"/>
            <a:ext cx="35457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7" name="anim_to10130_0_1">
            <a:extLst>
              <a:ext uri="{FF2B5EF4-FFF2-40B4-BE49-F238E27FC236}">
                <a16:creationId xmlns:a16="http://schemas.microsoft.com/office/drawing/2014/main" id="{B4F32E8B-55FD-4C7E-B577-23B7A51AC189}"/>
              </a:ext>
            </a:extLst>
          </p:cNvPr>
          <p:cNvSpPr>
            <a:spLocks noGrp="1"/>
          </p:cNvSpPr>
          <p:nvPr/>
        </p:nvSpPr>
        <p:spPr>
          <a:xfrm>
            <a:off x="4272026" y="2624986"/>
            <a:ext cx="465767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8" name="anim_to10134_0_1">
            <a:extLst>
              <a:ext uri="{FF2B5EF4-FFF2-40B4-BE49-F238E27FC236}">
                <a16:creationId xmlns:a16="http://schemas.microsoft.com/office/drawing/2014/main" id="{1B713652-11FB-4EE0-A14D-BBF524813471}"/>
              </a:ext>
            </a:extLst>
          </p:cNvPr>
          <p:cNvSpPr>
            <a:spLocks noGrp="1"/>
          </p:cNvSpPr>
          <p:nvPr/>
        </p:nvSpPr>
        <p:spPr>
          <a:xfrm>
            <a:off x="4825142" y="2624986"/>
            <a:ext cx="348871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Σ</a:t>
            </a:r>
          </a:p>
        </p:txBody>
      </p:sp>
      <p:sp>
        <p:nvSpPr>
          <p:cNvPr id="9" name="anim_to10137_0_1">
            <a:extLst>
              <a:ext uri="{FF2B5EF4-FFF2-40B4-BE49-F238E27FC236}">
                <a16:creationId xmlns:a16="http://schemas.microsoft.com/office/drawing/2014/main" id="{BFB14C46-E1D6-454B-A8D7-E5F19388F46A}"/>
              </a:ext>
            </a:extLst>
          </p:cNvPr>
          <p:cNvSpPr>
            <a:spLocks noGrp="1"/>
          </p:cNvSpPr>
          <p:nvPr/>
        </p:nvSpPr>
        <p:spPr>
          <a:xfrm>
            <a:off x="4686792" y="3110944"/>
            <a:ext cx="141881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i</a:t>
            </a:r>
          </a:p>
        </p:txBody>
      </p:sp>
      <p:sp>
        <p:nvSpPr>
          <p:cNvPr id="10" name="anim_to10139_0_1">
            <a:extLst>
              <a:ext uri="{FF2B5EF4-FFF2-40B4-BE49-F238E27FC236}">
                <a16:creationId xmlns:a16="http://schemas.microsoft.com/office/drawing/2014/main" id="{9A2E206B-C569-43D0-8592-72BC67202DB4}"/>
              </a:ext>
            </a:extLst>
          </p:cNvPr>
          <p:cNvSpPr>
            <a:spLocks noGrp="1"/>
          </p:cNvSpPr>
          <p:nvPr/>
        </p:nvSpPr>
        <p:spPr>
          <a:xfrm>
            <a:off x="4790573" y="3110944"/>
            <a:ext cx="316084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11" name="anim_to10141_0_1">
            <a:extLst>
              <a:ext uri="{FF2B5EF4-FFF2-40B4-BE49-F238E27FC236}">
                <a16:creationId xmlns:a16="http://schemas.microsoft.com/office/drawing/2014/main" id="{D33C53BB-4996-4C83-8B8E-22426E64DBAC}"/>
              </a:ext>
            </a:extLst>
          </p:cNvPr>
          <p:cNvSpPr>
            <a:spLocks noGrp="1"/>
          </p:cNvSpPr>
          <p:nvPr/>
        </p:nvSpPr>
        <p:spPr>
          <a:xfrm>
            <a:off x="5068556" y="3110944"/>
            <a:ext cx="243808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12" name="anim_to10144_0_1">
            <a:extLst>
              <a:ext uri="{FF2B5EF4-FFF2-40B4-BE49-F238E27FC236}">
                <a16:creationId xmlns:a16="http://schemas.microsoft.com/office/drawing/2014/main" id="{71EF5169-64E5-403A-BCA3-3BB1940EDB36}"/>
              </a:ext>
            </a:extLst>
          </p:cNvPr>
          <p:cNvSpPr>
            <a:spLocks noGrp="1"/>
          </p:cNvSpPr>
          <p:nvPr/>
        </p:nvSpPr>
        <p:spPr>
          <a:xfrm>
            <a:off x="4881381" y="2389427"/>
            <a:ext cx="236395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L</a:t>
            </a:r>
          </a:p>
        </p:txBody>
      </p:sp>
      <p:sp>
        <p:nvSpPr>
          <p:cNvPr id="13" name="anim_to10148_0_1">
            <a:extLst>
              <a:ext uri="{FF2B5EF4-FFF2-40B4-BE49-F238E27FC236}">
                <a16:creationId xmlns:a16="http://schemas.microsoft.com/office/drawing/2014/main" id="{D4E35089-4184-4867-AEED-4F07958C351D}"/>
              </a:ext>
            </a:extLst>
          </p:cNvPr>
          <p:cNvSpPr>
            <a:spLocks noGrp="1"/>
          </p:cNvSpPr>
          <p:nvPr/>
        </p:nvSpPr>
        <p:spPr>
          <a:xfrm>
            <a:off x="5399713" y="2624986"/>
            <a:ext cx="27759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14" name="anim_to10150_0_1">
            <a:extLst>
              <a:ext uri="{FF2B5EF4-FFF2-40B4-BE49-F238E27FC236}">
                <a16:creationId xmlns:a16="http://schemas.microsoft.com/office/drawing/2014/main" id="{6B718183-9948-4030-8CDB-E6F5EF3677CC}"/>
              </a:ext>
            </a:extLst>
          </p:cNvPr>
          <p:cNvSpPr>
            <a:spLocks noGrp="1"/>
          </p:cNvSpPr>
          <p:nvPr/>
        </p:nvSpPr>
        <p:spPr>
          <a:xfrm>
            <a:off x="5639207" y="2624986"/>
            <a:ext cx="397340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K</a:t>
            </a:r>
          </a:p>
        </p:txBody>
      </p:sp>
      <p:sp>
        <p:nvSpPr>
          <p:cNvPr id="15" name="anim_to10153_0_1">
            <a:extLst>
              <a:ext uri="{FF2B5EF4-FFF2-40B4-BE49-F238E27FC236}">
                <a16:creationId xmlns:a16="http://schemas.microsoft.com/office/drawing/2014/main" id="{6446ADFA-C2E1-435B-A7FC-37F2F43D9C1B}"/>
              </a:ext>
            </a:extLst>
          </p:cNvPr>
          <p:cNvSpPr>
            <a:spLocks noGrp="1"/>
          </p:cNvSpPr>
          <p:nvPr/>
        </p:nvSpPr>
        <p:spPr>
          <a:xfrm>
            <a:off x="5998447" y="2866048"/>
            <a:ext cx="141881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i</a:t>
            </a:r>
          </a:p>
        </p:txBody>
      </p:sp>
      <p:sp>
        <p:nvSpPr>
          <p:cNvPr id="16" name="anim_to10157_0_1">
            <a:extLst>
              <a:ext uri="{FF2B5EF4-FFF2-40B4-BE49-F238E27FC236}">
                <a16:creationId xmlns:a16="http://schemas.microsoft.com/office/drawing/2014/main" id="{6A4741F9-9794-405D-B2E8-D76F6ED2A8E7}"/>
              </a:ext>
            </a:extLst>
          </p:cNvPr>
          <p:cNvSpPr>
            <a:spLocks noGrp="1"/>
          </p:cNvSpPr>
          <p:nvPr/>
        </p:nvSpPr>
        <p:spPr>
          <a:xfrm>
            <a:off x="6227676" y="2624986"/>
            <a:ext cx="229125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-</a:t>
            </a:r>
          </a:p>
        </p:txBody>
      </p:sp>
      <p:sp>
        <p:nvSpPr>
          <p:cNvPr id="17" name="anim_to10161_0_1">
            <a:extLst>
              <a:ext uri="{FF2B5EF4-FFF2-40B4-BE49-F238E27FC236}">
                <a16:creationId xmlns:a16="http://schemas.microsoft.com/office/drawing/2014/main" id="{DC74CA30-EC71-4424-BB01-E5CB4E7E8F1A}"/>
              </a:ext>
            </a:extLst>
          </p:cNvPr>
          <p:cNvSpPr>
            <a:spLocks noGrp="1"/>
          </p:cNvSpPr>
          <p:nvPr/>
        </p:nvSpPr>
        <p:spPr>
          <a:xfrm>
            <a:off x="6544150" y="2624986"/>
            <a:ext cx="35457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18" name="anim_to10163_0_1">
            <a:extLst>
              <a:ext uri="{FF2B5EF4-FFF2-40B4-BE49-F238E27FC236}">
                <a16:creationId xmlns:a16="http://schemas.microsoft.com/office/drawing/2014/main" id="{E031A0BC-5592-4AEF-AB73-970D31C6052F}"/>
              </a:ext>
            </a:extLst>
          </p:cNvPr>
          <p:cNvSpPr>
            <a:spLocks noGrp="1"/>
          </p:cNvSpPr>
          <p:nvPr/>
        </p:nvSpPr>
        <p:spPr>
          <a:xfrm>
            <a:off x="6860624" y="2624986"/>
            <a:ext cx="277594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19" name="anim_to10167_0_1">
            <a:extLst>
              <a:ext uri="{FF2B5EF4-FFF2-40B4-BE49-F238E27FC236}">
                <a16:creationId xmlns:a16="http://schemas.microsoft.com/office/drawing/2014/main" id="{A689579F-DA1A-4577-BA73-57813BFF7AD1}"/>
              </a:ext>
            </a:extLst>
          </p:cNvPr>
          <p:cNvSpPr>
            <a:spLocks noGrp="1"/>
          </p:cNvSpPr>
          <p:nvPr/>
        </p:nvSpPr>
        <p:spPr>
          <a:xfrm>
            <a:off x="7225566" y="2624986"/>
            <a:ext cx="197762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·</a:t>
            </a:r>
          </a:p>
        </p:txBody>
      </p:sp>
      <p:sp>
        <p:nvSpPr>
          <p:cNvPr id="20" name="anim_to10171_0_1">
            <a:extLst>
              <a:ext uri="{FF2B5EF4-FFF2-40B4-BE49-F238E27FC236}">
                <a16:creationId xmlns:a16="http://schemas.microsoft.com/office/drawing/2014/main" id="{7ABDEFD1-F777-4356-9EC5-90E1B1EA7337}"/>
              </a:ext>
            </a:extLst>
          </p:cNvPr>
          <p:cNvSpPr>
            <a:spLocks noGrp="1"/>
          </p:cNvSpPr>
          <p:nvPr/>
        </p:nvSpPr>
        <p:spPr>
          <a:xfrm>
            <a:off x="7510677" y="2624986"/>
            <a:ext cx="414447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D</a:t>
            </a:r>
          </a:p>
        </p:txBody>
      </p:sp>
      <p:sp>
        <p:nvSpPr>
          <p:cNvPr id="21" name="anim_to10174_0_1">
            <a:extLst>
              <a:ext uri="{FF2B5EF4-FFF2-40B4-BE49-F238E27FC236}">
                <a16:creationId xmlns:a16="http://schemas.microsoft.com/office/drawing/2014/main" id="{36405018-C4BD-444F-AB73-DD68B72A4513}"/>
              </a:ext>
            </a:extLst>
          </p:cNvPr>
          <p:cNvSpPr>
            <a:spLocks noGrp="1"/>
          </p:cNvSpPr>
          <p:nvPr/>
        </p:nvSpPr>
        <p:spPr>
          <a:xfrm>
            <a:off x="7887024" y="2866048"/>
            <a:ext cx="141881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i</a:t>
            </a:r>
          </a:p>
        </p:txBody>
      </p:sp>
      <p:sp>
        <p:nvSpPr>
          <p:cNvPr id="22" name="anim_to10178_0_1">
            <a:extLst>
              <a:ext uri="{FF2B5EF4-FFF2-40B4-BE49-F238E27FC236}">
                <a16:creationId xmlns:a16="http://schemas.microsoft.com/office/drawing/2014/main" id="{95E73172-134F-4250-9DC3-603624F65E02}"/>
              </a:ext>
            </a:extLst>
          </p:cNvPr>
          <p:cNvSpPr>
            <a:spLocks noGrp="1"/>
          </p:cNvSpPr>
          <p:nvPr/>
        </p:nvSpPr>
        <p:spPr>
          <a:xfrm>
            <a:off x="8116254" y="2624986"/>
            <a:ext cx="445809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×</a:t>
            </a:r>
          </a:p>
        </p:txBody>
      </p:sp>
      <p:sp>
        <p:nvSpPr>
          <p:cNvPr id="23" name="anim_to10182_0_1">
            <a:extLst>
              <a:ext uri="{FF2B5EF4-FFF2-40B4-BE49-F238E27FC236}">
                <a16:creationId xmlns:a16="http://schemas.microsoft.com/office/drawing/2014/main" id="{C0142C50-8C2C-4313-B1FB-0918D62DFB87}"/>
              </a:ext>
            </a:extLst>
          </p:cNvPr>
          <p:cNvSpPr>
            <a:spLocks noGrp="1"/>
          </p:cNvSpPr>
          <p:nvPr/>
        </p:nvSpPr>
        <p:spPr>
          <a:xfrm>
            <a:off x="8649412" y="2624986"/>
            <a:ext cx="499980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∏</a:t>
            </a:r>
          </a:p>
        </p:txBody>
      </p:sp>
      <p:sp>
        <p:nvSpPr>
          <p:cNvPr id="24" name="anim_to10185_0_1">
            <a:extLst>
              <a:ext uri="{FF2B5EF4-FFF2-40B4-BE49-F238E27FC236}">
                <a16:creationId xmlns:a16="http://schemas.microsoft.com/office/drawing/2014/main" id="{AEFC7DF8-6D0E-45F8-94AA-6C4EB4F8B8CC}"/>
              </a:ext>
            </a:extLst>
          </p:cNvPr>
          <p:cNvSpPr>
            <a:spLocks noGrp="1"/>
          </p:cNvSpPr>
          <p:nvPr/>
        </p:nvSpPr>
        <p:spPr>
          <a:xfrm>
            <a:off x="8588470" y="3217861"/>
            <a:ext cx="138174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j</a:t>
            </a:r>
          </a:p>
        </p:txBody>
      </p:sp>
      <p:sp>
        <p:nvSpPr>
          <p:cNvPr id="25" name="anim_to10187_0_1">
            <a:extLst>
              <a:ext uri="{FF2B5EF4-FFF2-40B4-BE49-F238E27FC236}">
                <a16:creationId xmlns:a16="http://schemas.microsoft.com/office/drawing/2014/main" id="{66C2BFF6-0579-4CEC-8ED4-0CA8FB79377D}"/>
              </a:ext>
            </a:extLst>
          </p:cNvPr>
          <p:cNvSpPr>
            <a:spLocks noGrp="1"/>
          </p:cNvSpPr>
          <p:nvPr/>
        </p:nvSpPr>
        <p:spPr>
          <a:xfrm>
            <a:off x="8688544" y="3217861"/>
            <a:ext cx="316084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26" name="anim_to10189_0_1">
            <a:extLst>
              <a:ext uri="{FF2B5EF4-FFF2-40B4-BE49-F238E27FC236}">
                <a16:creationId xmlns:a16="http://schemas.microsoft.com/office/drawing/2014/main" id="{E18C65C3-ADF1-4B1E-8651-27F331F71162}"/>
              </a:ext>
            </a:extLst>
          </p:cNvPr>
          <p:cNvSpPr>
            <a:spLocks noGrp="1"/>
          </p:cNvSpPr>
          <p:nvPr/>
        </p:nvSpPr>
        <p:spPr>
          <a:xfrm>
            <a:off x="8966527" y="3217861"/>
            <a:ext cx="243808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27" name="anim_to10192_0_1">
            <a:extLst>
              <a:ext uri="{FF2B5EF4-FFF2-40B4-BE49-F238E27FC236}">
                <a16:creationId xmlns:a16="http://schemas.microsoft.com/office/drawing/2014/main" id="{4E1ED97F-FA48-417A-B269-200350B956B6}"/>
              </a:ext>
            </a:extLst>
          </p:cNvPr>
          <p:cNvSpPr>
            <a:spLocks noGrp="1"/>
          </p:cNvSpPr>
          <p:nvPr/>
        </p:nvSpPr>
        <p:spPr>
          <a:xfrm>
            <a:off x="8663525" y="2318648"/>
            <a:ext cx="141881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i</a:t>
            </a:r>
          </a:p>
        </p:txBody>
      </p:sp>
      <p:sp>
        <p:nvSpPr>
          <p:cNvPr id="28" name="anim_to10194_0_1">
            <a:extLst>
              <a:ext uri="{FF2B5EF4-FFF2-40B4-BE49-F238E27FC236}">
                <a16:creationId xmlns:a16="http://schemas.microsoft.com/office/drawing/2014/main" id="{DFA88BCB-599B-4360-8D8A-846A77E0FC5C}"/>
              </a:ext>
            </a:extLst>
          </p:cNvPr>
          <p:cNvSpPr>
            <a:spLocks noGrp="1"/>
          </p:cNvSpPr>
          <p:nvPr/>
        </p:nvSpPr>
        <p:spPr>
          <a:xfrm>
            <a:off x="8767306" y="2318648"/>
            <a:ext cx="162266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-</a:t>
            </a:r>
          </a:p>
        </p:txBody>
      </p:sp>
      <p:sp>
        <p:nvSpPr>
          <p:cNvPr id="29" name="anim_to10196_0_1">
            <a:extLst>
              <a:ext uri="{FF2B5EF4-FFF2-40B4-BE49-F238E27FC236}">
                <a16:creationId xmlns:a16="http://schemas.microsoft.com/office/drawing/2014/main" id="{8022E4B4-52CF-4026-A2CD-04C23D857D83}"/>
              </a:ext>
            </a:extLst>
          </p:cNvPr>
          <p:cNvSpPr>
            <a:spLocks noGrp="1"/>
          </p:cNvSpPr>
          <p:nvPr/>
        </p:nvSpPr>
        <p:spPr>
          <a:xfrm>
            <a:off x="8891472" y="2318648"/>
            <a:ext cx="243808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30" name="anim_to10200_0_1">
            <a:extLst>
              <a:ext uri="{FF2B5EF4-FFF2-40B4-BE49-F238E27FC236}">
                <a16:creationId xmlns:a16="http://schemas.microsoft.com/office/drawing/2014/main" id="{029A2B82-51C8-42B8-A4DE-A50DD3024987}"/>
              </a:ext>
            </a:extLst>
          </p:cNvPr>
          <p:cNvSpPr>
            <a:spLocks noGrp="1"/>
          </p:cNvSpPr>
          <p:nvPr/>
        </p:nvSpPr>
        <p:spPr>
          <a:xfrm>
            <a:off x="9297684" y="2624986"/>
            <a:ext cx="323211" cy="71277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4490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S</a:t>
            </a:r>
          </a:p>
        </p:txBody>
      </p:sp>
      <p:sp>
        <p:nvSpPr>
          <p:cNvPr id="31" name="anim_to10203_0_1">
            <a:extLst>
              <a:ext uri="{FF2B5EF4-FFF2-40B4-BE49-F238E27FC236}">
                <a16:creationId xmlns:a16="http://schemas.microsoft.com/office/drawing/2014/main" id="{6E3D5489-9343-4B72-8320-85CEACCF835D}"/>
              </a:ext>
            </a:extLst>
          </p:cNvPr>
          <p:cNvSpPr>
            <a:spLocks noGrp="1"/>
          </p:cNvSpPr>
          <p:nvPr/>
        </p:nvSpPr>
        <p:spPr>
          <a:xfrm>
            <a:off x="9582795" y="2866048"/>
            <a:ext cx="138174" cy="4633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defRPr>
            </a:pPr>
            <a:r>
              <a:rPr sz="2918" b="0">
                <a:solidFill>
                  <a:srgbClr val="DDA0DD"/>
                </a:solidFill>
                <a:latin typeface="Cambria Math"/>
                <a:ea typeface="Cambria Math"/>
                <a:cs typeface="Cambria Math"/>
              </a:rPr>
              <a:t>j</a:t>
            </a:r>
          </a:p>
        </p:txBody>
      </p:sp>
      <p:sp>
        <p:nvSpPr>
          <p:cNvPr id="32" name="anim_to10206_0_1">
            <a:extLst>
              <a:ext uri="{FF2B5EF4-FFF2-40B4-BE49-F238E27FC236}">
                <a16:creationId xmlns:a16="http://schemas.microsoft.com/office/drawing/2014/main" id="{FDBA251A-ACED-4830-B816-13639A6FCBA4}"/>
              </a:ext>
            </a:extLst>
          </p:cNvPr>
          <p:cNvSpPr>
            <a:spLocks noGrp="1"/>
          </p:cNvSpPr>
          <p:nvPr/>
        </p:nvSpPr>
        <p:spPr>
          <a:xfrm>
            <a:off x="763146" y="4616058"/>
            <a:ext cx="10684758" cy="69134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4355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4355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4355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Final formula with dilation rate D!</a:t>
            </a:r>
          </a:p>
        </p:txBody>
      </p:sp>
      <p:sp>
        <p:nvSpPr>
          <p:cNvPr id="33" name="anim_to10244_0_1">
            <a:extLst>
              <a:ext uri="{FF2B5EF4-FFF2-40B4-BE49-F238E27FC236}">
                <a16:creationId xmlns:a16="http://schemas.microsoft.com/office/drawing/2014/main" id="{8403082B-E042-4CEB-B533-A858E435AFAC}"/>
              </a:ext>
            </a:extLst>
          </p:cNvPr>
          <p:cNvSpPr>
            <a:spLocks noGrp="1"/>
          </p:cNvSpPr>
          <p:nvPr/>
        </p:nvSpPr>
        <p:spPr>
          <a:xfrm>
            <a:off x="4551375" y="498108"/>
            <a:ext cx="3108299" cy="99681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6279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6279" b="1">
                <a:solidFill>
                  <a:srgbClr val="FFD700"/>
                </a:solidFill>
                <a:latin typeface="Consolas"/>
                <a:ea typeface="Consolas"/>
                <a:cs typeface="Consolas"/>
              </a:defRPr>
            </a:pPr>
            <a:r>
              <a:rPr sz="6279" b="1">
                <a:solidFill>
                  <a:srgbClr val="FFD700"/>
                </a:solidFill>
                <a:latin typeface="Consolas"/>
                <a:ea typeface="Consolas"/>
                <a:cs typeface="Consolas"/>
              </a:rPr>
              <a:t>Summary</a:t>
            </a:r>
          </a:p>
        </p:txBody>
      </p:sp>
      <p:sp>
        <p:nvSpPr>
          <p:cNvPr id="34" name="anim_o10297_1">
            <a:extLst>
              <a:ext uri="{FF2B5EF4-FFF2-40B4-BE49-F238E27FC236}">
                <a16:creationId xmlns:a16="http://schemas.microsoft.com/office/drawing/2014/main" id="{3ABD6A24-4E78-4FEA-BB24-C44AF6A9811A}"/>
              </a:ext>
            </a:extLst>
          </p:cNvPr>
          <p:cNvSpPr>
            <a:spLocks noGrp="1"/>
          </p:cNvSpPr>
          <p:nvPr/>
        </p:nvSpPr>
        <p:spPr>
          <a:xfrm>
            <a:off x="2537311" y="1844078"/>
            <a:ext cx="7117378" cy="888819"/>
          </a:xfrm>
          <a:prstGeom prst="rect">
            <a:avLst/>
          </a:prstGeom>
          <a:noFill/>
          <a:ln w="28575">
            <a:solidFill>
              <a:srgbClr val="76DDC0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anim_to10253_0_1">
            <a:extLst>
              <a:ext uri="{FF2B5EF4-FFF2-40B4-BE49-F238E27FC236}">
                <a16:creationId xmlns:a16="http://schemas.microsoft.com/office/drawing/2014/main" id="{DF6CD8FA-3D80-4867-BAE2-AC5659973958}"/>
              </a:ext>
            </a:extLst>
          </p:cNvPr>
          <p:cNvSpPr>
            <a:spLocks noGrp="1"/>
          </p:cNvSpPr>
          <p:nvPr/>
        </p:nvSpPr>
        <p:spPr>
          <a:xfrm>
            <a:off x="2842710" y="1843001"/>
            <a:ext cx="487150" cy="8909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K</a:t>
            </a:r>
          </a:p>
        </p:txBody>
      </p:sp>
      <p:sp>
        <p:nvSpPr>
          <p:cNvPr id="36" name="anim_to10256_0_1">
            <a:extLst>
              <a:ext uri="{FF2B5EF4-FFF2-40B4-BE49-F238E27FC236}">
                <a16:creationId xmlns:a16="http://schemas.microsoft.com/office/drawing/2014/main" id="{F1A715DA-A71F-4C86-A549-9B1A7E2BB3A8}"/>
              </a:ext>
            </a:extLst>
          </p:cNvPr>
          <p:cNvSpPr>
            <a:spLocks noGrp="1"/>
          </p:cNvSpPr>
          <p:nvPr/>
        </p:nvSpPr>
        <p:spPr>
          <a:xfrm>
            <a:off x="3291760" y="2144328"/>
            <a:ext cx="262803" cy="57913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64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64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64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e</a:t>
            </a:r>
          </a:p>
        </p:txBody>
      </p:sp>
      <p:sp>
        <p:nvSpPr>
          <p:cNvPr id="37" name="anim_to10258_0_1">
            <a:extLst>
              <a:ext uri="{FF2B5EF4-FFF2-40B4-BE49-F238E27FC236}">
                <a16:creationId xmlns:a16="http://schemas.microsoft.com/office/drawing/2014/main" id="{064D9B0F-C5F8-47DA-A4D5-17E50649F5B9}"/>
              </a:ext>
            </a:extLst>
          </p:cNvPr>
          <p:cNvSpPr>
            <a:spLocks noGrp="1"/>
          </p:cNvSpPr>
          <p:nvPr/>
        </p:nvSpPr>
        <p:spPr>
          <a:xfrm>
            <a:off x="3516463" y="2144328"/>
            <a:ext cx="179408" cy="57913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64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64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64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38" name="anim_to10260_0_1">
            <a:extLst>
              <a:ext uri="{FF2B5EF4-FFF2-40B4-BE49-F238E27FC236}">
                <a16:creationId xmlns:a16="http://schemas.microsoft.com/office/drawing/2014/main" id="{A57723FE-0028-4F55-8FE8-4298AACD06C4}"/>
              </a:ext>
            </a:extLst>
          </p:cNvPr>
          <p:cNvSpPr>
            <a:spLocks noGrp="1"/>
          </p:cNvSpPr>
          <p:nvPr/>
        </p:nvSpPr>
        <p:spPr>
          <a:xfrm>
            <a:off x="3657772" y="2144328"/>
            <a:ext cx="179408" cy="57913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64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364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3648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f</a:t>
            </a:r>
          </a:p>
        </p:txBody>
      </p:sp>
      <p:sp>
        <p:nvSpPr>
          <p:cNvPr id="39" name="anim_to10264_0_1">
            <a:extLst>
              <a:ext uri="{FF2B5EF4-FFF2-40B4-BE49-F238E27FC236}">
                <a16:creationId xmlns:a16="http://schemas.microsoft.com/office/drawing/2014/main" id="{A7A3C564-A835-458D-9A9A-9364317C77D2}"/>
              </a:ext>
            </a:extLst>
          </p:cNvPr>
          <p:cNvSpPr>
            <a:spLocks noGrp="1"/>
          </p:cNvSpPr>
          <p:nvPr/>
        </p:nvSpPr>
        <p:spPr>
          <a:xfrm>
            <a:off x="3955891" y="1843001"/>
            <a:ext cx="572684" cy="8909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=</a:t>
            </a:r>
          </a:p>
        </p:txBody>
      </p:sp>
      <p:sp>
        <p:nvSpPr>
          <p:cNvPr id="40" name="anim_to10268_0_1">
            <a:extLst>
              <a:ext uri="{FF2B5EF4-FFF2-40B4-BE49-F238E27FC236}">
                <a16:creationId xmlns:a16="http://schemas.microsoft.com/office/drawing/2014/main" id="{359AE1D6-70AA-4FB1-9ACF-B1F979540573}"/>
              </a:ext>
            </a:extLst>
          </p:cNvPr>
          <p:cNvSpPr>
            <a:spLocks noGrp="1"/>
          </p:cNvSpPr>
          <p:nvPr/>
        </p:nvSpPr>
        <p:spPr>
          <a:xfrm>
            <a:off x="4647286" y="1843001"/>
            <a:ext cx="487150" cy="8909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K</a:t>
            </a:r>
          </a:p>
        </p:txBody>
      </p:sp>
      <p:sp>
        <p:nvSpPr>
          <p:cNvPr id="41" name="anim_to10272_0_1">
            <a:extLst>
              <a:ext uri="{FF2B5EF4-FFF2-40B4-BE49-F238E27FC236}">
                <a16:creationId xmlns:a16="http://schemas.microsoft.com/office/drawing/2014/main" id="{9F28FBC7-4642-49D1-BFCF-232DBB55C4BF}"/>
              </a:ext>
            </a:extLst>
          </p:cNvPr>
          <p:cNvSpPr>
            <a:spLocks noGrp="1"/>
          </p:cNvSpPr>
          <p:nvPr/>
        </p:nvSpPr>
        <p:spPr>
          <a:xfrm>
            <a:off x="5253148" y="1843001"/>
            <a:ext cx="572684" cy="8909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42" name="anim_to10276_0_1">
            <a:extLst>
              <a:ext uri="{FF2B5EF4-FFF2-40B4-BE49-F238E27FC236}">
                <a16:creationId xmlns:a16="http://schemas.microsoft.com/office/drawing/2014/main" id="{49891235-21E5-4B15-9097-35E0797DD298}"/>
              </a:ext>
            </a:extLst>
          </p:cNvPr>
          <p:cNvSpPr>
            <a:spLocks noGrp="1"/>
          </p:cNvSpPr>
          <p:nvPr/>
        </p:nvSpPr>
        <p:spPr>
          <a:xfrm>
            <a:off x="5944543" y="1843001"/>
            <a:ext cx="337467" cy="8909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43" name="anim_to10278_0_1">
            <a:extLst>
              <a:ext uri="{FF2B5EF4-FFF2-40B4-BE49-F238E27FC236}">
                <a16:creationId xmlns:a16="http://schemas.microsoft.com/office/drawing/2014/main" id="{1DE15127-4D97-400E-91E1-35916F08D4C8}"/>
              </a:ext>
            </a:extLst>
          </p:cNvPr>
          <p:cNvSpPr>
            <a:spLocks noGrp="1"/>
          </p:cNvSpPr>
          <p:nvPr/>
        </p:nvSpPr>
        <p:spPr>
          <a:xfrm>
            <a:off x="6243910" y="1843001"/>
            <a:ext cx="487150" cy="8909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K</a:t>
            </a:r>
          </a:p>
        </p:txBody>
      </p:sp>
      <p:sp>
        <p:nvSpPr>
          <p:cNvPr id="44" name="anim_to10280_0_1">
            <a:extLst>
              <a:ext uri="{FF2B5EF4-FFF2-40B4-BE49-F238E27FC236}">
                <a16:creationId xmlns:a16="http://schemas.microsoft.com/office/drawing/2014/main" id="{9633A935-CF43-4F9D-BCB7-22C544082CB6}"/>
              </a:ext>
            </a:extLst>
          </p:cNvPr>
          <p:cNvSpPr>
            <a:spLocks noGrp="1"/>
          </p:cNvSpPr>
          <p:nvPr/>
        </p:nvSpPr>
        <p:spPr>
          <a:xfrm>
            <a:off x="6692960" y="1843001"/>
            <a:ext cx="276881" cy="8909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-</a:t>
            </a:r>
          </a:p>
        </p:txBody>
      </p:sp>
      <p:sp>
        <p:nvSpPr>
          <p:cNvPr id="45" name="anim_to10282_0_1">
            <a:extLst>
              <a:ext uri="{FF2B5EF4-FFF2-40B4-BE49-F238E27FC236}">
                <a16:creationId xmlns:a16="http://schemas.microsoft.com/office/drawing/2014/main" id="{1CAAE0CF-063F-4131-B657-3531ACAD348B}"/>
              </a:ext>
            </a:extLst>
          </p:cNvPr>
          <p:cNvSpPr>
            <a:spLocks noGrp="1"/>
          </p:cNvSpPr>
          <p:nvPr/>
        </p:nvSpPr>
        <p:spPr>
          <a:xfrm>
            <a:off x="6931741" y="1843001"/>
            <a:ext cx="433692" cy="8909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46" name="anim_to10284_0_1">
            <a:extLst>
              <a:ext uri="{FF2B5EF4-FFF2-40B4-BE49-F238E27FC236}">
                <a16:creationId xmlns:a16="http://schemas.microsoft.com/office/drawing/2014/main" id="{C67BF944-0DCC-4529-A539-E7B9E5C690D8}"/>
              </a:ext>
            </a:extLst>
          </p:cNvPr>
          <p:cNvSpPr>
            <a:spLocks noGrp="1"/>
          </p:cNvSpPr>
          <p:nvPr/>
        </p:nvSpPr>
        <p:spPr>
          <a:xfrm>
            <a:off x="7327333" y="1843001"/>
            <a:ext cx="337467" cy="8909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47" name="anim_to10286_0_1">
            <a:extLst>
              <a:ext uri="{FF2B5EF4-FFF2-40B4-BE49-F238E27FC236}">
                <a16:creationId xmlns:a16="http://schemas.microsoft.com/office/drawing/2014/main" id="{12634155-A3F5-4BA8-B171-46AFA94ADCD3}"/>
              </a:ext>
            </a:extLst>
          </p:cNvPr>
          <p:cNvSpPr>
            <a:spLocks noGrp="1"/>
          </p:cNvSpPr>
          <p:nvPr/>
        </p:nvSpPr>
        <p:spPr>
          <a:xfrm>
            <a:off x="7626700" y="1843001"/>
            <a:ext cx="337467" cy="8909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48" name="anim_to10288_0_1">
            <a:extLst>
              <a:ext uri="{FF2B5EF4-FFF2-40B4-BE49-F238E27FC236}">
                <a16:creationId xmlns:a16="http://schemas.microsoft.com/office/drawing/2014/main" id="{886D76F9-268B-463A-B481-BDA572D815C5}"/>
              </a:ext>
            </a:extLst>
          </p:cNvPr>
          <p:cNvSpPr>
            <a:spLocks noGrp="1"/>
          </p:cNvSpPr>
          <p:nvPr/>
        </p:nvSpPr>
        <p:spPr>
          <a:xfrm>
            <a:off x="7926067" y="1843001"/>
            <a:ext cx="508534" cy="8909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D</a:t>
            </a:r>
          </a:p>
        </p:txBody>
      </p:sp>
      <p:sp>
        <p:nvSpPr>
          <p:cNvPr id="49" name="anim_to10290_0_1">
            <a:extLst>
              <a:ext uri="{FF2B5EF4-FFF2-40B4-BE49-F238E27FC236}">
                <a16:creationId xmlns:a16="http://schemas.microsoft.com/office/drawing/2014/main" id="{BC4B95E1-8461-46F6-A146-A7B0141081A2}"/>
              </a:ext>
            </a:extLst>
          </p:cNvPr>
          <p:cNvSpPr>
            <a:spLocks noGrp="1"/>
          </p:cNvSpPr>
          <p:nvPr/>
        </p:nvSpPr>
        <p:spPr>
          <a:xfrm>
            <a:off x="8396501" y="1843001"/>
            <a:ext cx="276881" cy="8909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-</a:t>
            </a:r>
          </a:p>
        </p:txBody>
      </p:sp>
      <p:sp>
        <p:nvSpPr>
          <p:cNvPr id="50" name="anim_to10292_0_1">
            <a:extLst>
              <a:ext uri="{FF2B5EF4-FFF2-40B4-BE49-F238E27FC236}">
                <a16:creationId xmlns:a16="http://schemas.microsoft.com/office/drawing/2014/main" id="{DA3E4ED4-3FB7-4EF2-8569-CA2C5E76233E}"/>
              </a:ext>
            </a:extLst>
          </p:cNvPr>
          <p:cNvSpPr>
            <a:spLocks noGrp="1"/>
          </p:cNvSpPr>
          <p:nvPr/>
        </p:nvSpPr>
        <p:spPr>
          <a:xfrm>
            <a:off x="8635281" y="1843001"/>
            <a:ext cx="433692" cy="8909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51" name="anim_to10294_0_1">
            <a:extLst>
              <a:ext uri="{FF2B5EF4-FFF2-40B4-BE49-F238E27FC236}">
                <a16:creationId xmlns:a16="http://schemas.microsoft.com/office/drawing/2014/main" id="{479C95AF-F967-4522-A34C-EF6DD3069D3E}"/>
              </a:ext>
            </a:extLst>
          </p:cNvPr>
          <p:cNvSpPr>
            <a:spLocks noGrp="1"/>
          </p:cNvSpPr>
          <p:nvPr/>
        </p:nvSpPr>
        <p:spPr>
          <a:xfrm>
            <a:off x="9030873" y="1843001"/>
            <a:ext cx="337467" cy="89097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defPPr>
          </a:lstStyle>
          <a:p>
            <a:pPr algn="ctr">
              <a:def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defRPr>
            </a:pPr>
            <a:r>
              <a:rPr sz="5612" b="0">
                <a:solidFill>
                  <a:srgbClr val="FFFFFF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52" name="anim_to10298_0_1">
            <a:extLst>
              <a:ext uri="{FF2B5EF4-FFF2-40B4-BE49-F238E27FC236}">
                <a16:creationId xmlns:a16="http://schemas.microsoft.com/office/drawing/2014/main" id="{D59A8083-4572-489C-BA28-0B6AA7E28DAD}"/>
              </a:ext>
            </a:extLst>
          </p:cNvPr>
          <p:cNvSpPr>
            <a:spLocks noGrp="1"/>
          </p:cNvSpPr>
          <p:nvPr/>
        </p:nvSpPr>
        <p:spPr>
          <a:xfrm>
            <a:off x="840426" y="3556381"/>
            <a:ext cx="10530198" cy="5183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265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265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265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• Dilation inserts gaps between kernel weights</a:t>
            </a:r>
          </a:p>
        </p:txBody>
      </p:sp>
      <p:sp>
        <p:nvSpPr>
          <p:cNvPr id="53" name="anim_to10345_0_1">
            <a:extLst>
              <a:ext uri="{FF2B5EF4-FFF2-40B4-BE49-F238E27FC236}">
                <a16:creationId xmlns:a16="http://schemas.microsoft.com/office/drawing/2014/main" id="{4FAED085-23E9-40BD-BC28-0F47EBCC0339}"/>
              </a:ext>
            </a:extLst>
          </p:cNvPr>
          <p:cNvSpPr>
            <a:spLocks noGrp="1"/>
          </p:cNvSpPr>
          <p:nvPr/>
        </p:nvSpPr>
        <p:spPr>
          <a:xfrm>
            <a:off x="840426" y="4194450"/>
            <a:ext cx="10074020" cy="5183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265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265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265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• Same 9 parameters → Larger receptive field</a:t>
            </a:r>
          </a:p>
        </p:txBody>
      </p:sp>
      <p:sp>
        <p:nvSpPr>
          <p:cNvPr id="54" name="anim_to10390_0_1">
            <a:extLst>
              <a:ext uri="{FF2B5EF4-FFF2-40B4-BE49-F238E27FC236}">
                <a16:creationId xmlns:a16="http://schemas.microsoft.com/office/drawing/2014/main" id="{62C3A1E5-1084-47BA-88AF-09DA14F7C4EC}"/>
              </a:ext>
            </a:extLst>
          </p:cNvPr>
          <p:cNvSpPr>
            <a:spLocks noGrp="1"/>
          </p:cNvSpPr>
          <p:nvPr/>
        </p:nvSpPr>
        <p:spPr>
          <a:xfrm>
            <a:off x="840426" y="4813857"/>
            <a:ext cx="7336951" cy="5183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265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265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265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• D=1: 3x3,  D=2: 5x5,  D=3: 7x7</a:t>
            </a:r>
          </a:p>
        </p:txBody>
      </p:sp>
      <p:sp>
        <p:nvSpPr>
          <p:cNvPr id="55" name="anim_to10423_0_1">
            <a:extLst>
              <a:ext uri="{FF2B5EF4-FFF2-40B4-BE49-F238E27FC236}">
                <a16:creationId xmlns:a16="http://schemas.microsoft.com/office/drawing/2014/main" id="{9EFECC05-FADC-472B-980B-5D778D1EF3C5}"/>
              </a:ext>
            </a:extLst>
          </p:cNvPr>
          <p:cNvSpPr>
            <a:spLocks noGrp="1"/>
          </p:cNvSpPr>
          <p:nvPr/>
        </p:nvSpPr>
        <p:spPr>
          <a:xfrm>
            <a:off x="840426" y="5432227"/>
            <a:ext cx="7565040" cy="5183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ctr">
              <a:defRPr sz="3265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defPPr>
          </a:lstStyle>
          <a:p>
            <a:pPr algn="ctr">
              <a:defRPr sz="3265" b="0">
                <a:solidFill>
                  <a:srgbClr val="FFFFFF"/>
                </a:solidFill>
                <a:latin typeface="Consolas"/>
                <a:ea typeface="Consolas"/>
                <a:cs typeface="Consolas"/>
              </a:defRPr>
            </a:pPr>
            <a:r>
              <a:rPr sz="3265" b="0">
                <a:solidFill>
                  <a:srgbClr val="FFFFFF"/>
                </a:solidFill>
                <a:latin typeface="Consolas"/>
                <a:ea typeface="Consolas"/>
                <a:cs typeface="Consolas"/>
              </a:rPr>
              <a:t>• Used in: DeepLab, WaveNet, etc.</a:t>
            </a:r>
          </a:p>
        </p:txBody>
      </p:sp>
    </p:spTree>
    <p:extLst>
      <p:ext uri="{BB962C8B-B14F-4D97-AF65-F5344CB8AC3E}">
        <p14:creationId xmlns:p14="http://schemas.microsoft.com/office/powerpoint/2010/main" val="5826286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500"/>
                            </p:stCondLst>
                            <p:childTnLst>
                              <p:par>
                                <p:cTn id="10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4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900"/>
                            </p:stCondLst>
                            <p:childTnLst>
                              <p:par>
                                <p:cTn id="10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1900"/>
                            </p:stCondLst>
                            <p:childTnLst>
                              <p:par>
                                <p:cTn id="1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38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38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38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>
                      <p:stCondLst>
                        <p:cond delay="indefinite"/>
                      </p:stCondLst>
                      <p:childTnLst>
                        <p:par>
                          <p:cTn id="175" fill="hold">
                            <p:stCondLst>
                              <p:cond delay="0"/>
                            </p:stCondLst>
                            <p:childTnLst>
                              <p:par>
                                <p:cTn id="1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38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 animBg="1"/>
      <p:bldP spid="2" grpId="0"/>
      <p:bldP spid="3" grpId="0"/>
      <p:bldP spid="4" grpId="0"/>
      <p:bldP spid="5" grpId="0"/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/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29" grpId="0"/>
      <p:bldP spid="30" grpId="0"/>
      <p:bldP spid="31" grpId="0"/>
      <p:bldP spid="32" grpId="0"/>
      <p:bldP spid="33" grpId="0"/>
      <p:bldP spid="34" grpId="0" animBg="1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</p:bldLst>
  </p:timing>
</p:sld>
</file>

<file path=ppt/theme/theme1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">
      <a:majorFont>
        <a:latin typeface="Consolas"/>
        <a:ea typeface=""/>
        <a:cs typeface=""/>
      </a:majorFont>
      <a:minorFont>
        <a:latin typeface="Consolas"/>
        <a:ea typeface=""/>
        <a:cs typeface="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">
      <a:majorFont>
        <a:latin typeface="Consolas"/>
        <a:ea typeface=""/>
        <a:cs typeface=""/>
      </a:majorFont>
      <a:minorFont>
        <a:latin typeface="Consolas"/>
        <a:ea typeface=""/>
        <a:cs typeface="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103</TotalTime>
  <Words>4344</Words>
  <Application>Microsoft Macintosh PowerPoint</Application>
  <DocSecurity>0</DocSecurity>
  <PresentationFormat>Widescreen</PresentationFormat>
  <Paragraphs>3906</Paragraphs>
  <Slides>67</Slides>
  <Notes>67</Notes>
  <HiddenSlides>0</HiddenSlides>
  <MMClips>0</MMClips>
  <ScaleCrop>false</ScaleCrop>
  <HeadingPairs>
    <vt:vector size="6" baseType="variant">
      <vt:variant>
        <vt:lpstr>Fonts Used</vt:lpstr>
      </vt:variant>
      <vt:variant>
        <vt:i4>2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67</vt:i4>
      </vt:variant>
    </vt:vector>
  </HeadingPairs>
  <TitlesOfParts>
    <vt:vector size="70" baseType="lpstr">
      <vt:lpstr>Cambria Math</vt:lpstr>
      <vt:lpstr>Consolas</vt:lpstr>
      <vt:lpstr>ChatGPT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Presentation</dc:title>
  <dc:creator>Walnut Exporter</dc:creator>
  <cp:lastModifiedBy>Edward Wang</cp:lastModifiedBy>
  <cp:revision>11</cp:revision>
  <dcterms:created xsi:type="dcterms:W3CDTF">2026-10-15T20:43:34Z</dcterms:created>
  <dcterms:modified xsi:type="dcterms:W3CDTF">2026-10-27T15:12:41Z</dcterms:modified>
</cp:coreProperties>
</file>